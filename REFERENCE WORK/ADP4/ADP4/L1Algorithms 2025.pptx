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notesSlides/notesSlide1.xml" ContentType="application/vnd.openxmlformats-officedocument.presentationml.notesSlide+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notesSlides/notesSlide2.xml" ContentType="application/vnd.openxmlformats-officedocument.presentationml.notesSlide+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304" r:id="rId3"/>
    <p:sldId id="305" r:id="rId4"/>
    <p:sldId id="306" r:id="rId5"/>
    <p:sldId id="307" r:id="rId6"/>
    <p:sldId id="308" r:id="rId7"/>
    <p:sldId id="309" r:id="rId8"/>
    <p:sldId id="259" r:id="rId9"/>
    <p:sldId id="310" r:id="rId10"/>
    <p:sldId id="311" r:id="rId11"/>
    <p:sldId id="257" r:id="rId12"/>
    <p:sldId id="260" r:id="rId13"/>
    <p:sldId id="261" r:id="rId14"/>
    <p:sldId id="262" r:id="rId15"/>
    <p:sldId id="276" r:id="rId16"/>
    <p:sldId id="263" r:id="rId17"/>
    <p:sldId id="267" r:id="rId18"/>
    <p:sldId id="264" r:id="rId19"/>
    <p:sldId id="265" r:id="rId20"/>
    <p:sldId id="285" r:id="rId21"/>
    <p:sldId id="294" r:id="rId22"/>
    <p:sldId id="296" r:id="rId23"/>
    <p:sldId id="295" r:id="rId24"/>
    <p:sldId id="297" r:id="rId25"/>
    <p:sldId id="298" r:id="rId26"/>
    <p:sldId id="299" r:id="rId27"/>
    <p:sldId id="300" r:id="rId28"/>
    <p:sldId id="302" r:id="rId29"/>
    <p:sldId id="301" r:id="rId30"/>
    <p:sldId id="303" r:id="rId31"/>
    <p:sldId id="277" r:id="rId32"/>
    <p:sldId id="278" r:id="rId33"/>
    <p:sldId id="279" r:id="rId34"/>
    <p:sldId id="280" r:id="rId35"/>
    <p:sldId id="281" r:id="rId36"/>
    <p:sldId id="282" r:id="rId37"/>
    <p:sldId id="283" r:id="rId38"/>
    <p:sldId id="284" r:id="rId39"/>
    <p:sldId id="266" r:id="rId40"/>
    <p:sldId id="288" r:id="rId41"/>
    <p:sldId id="268" r:id="rId42"/>
    <p:sldId id="289" r:id="rId43"/>
    <p:sldId id="290" r:id="rId44"/>
    <p:sldId id="286" r:id="rId45"/>
    <p:sldId id="275" r:id="rId46"/>
    <p:sldId id="287" r:id="rId47"/>
    <p:sldId id="291" r:id="rId48"/>
    <p:sldId id="292" r:id="rId49"/>
    <p:sldId id="269" r:id="rId50"/>
    <p:sldId id="270" r:id="rId51"/>
    <p:sldId id="293" r:id="rId52"/>
    <p:sldId id="271" r:id="rId53"/>
    <p:sldId id="272" r:id="rId54"/>
    <p:sldId id="273" r:id="rId55"/>
    <p:sldId id="274" r:id="rId56"/>
    <p:sldId id="258"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94" autoAdjust="0"/>
    <p:restoredTop sz="94660"/>
  </p:normalViewPr>
  <p:slideViewPr>
    <p:cSldViewPr>
      <p:cViewPr varScale="1">
        <p:scale>
          <a:sx n="90" d="100"/>
          <a:sy n="90" d="100"/>
        </p:scale>
        <p:origin x="1402"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06.344"/>
    </inkml:context>
    <inkml:brush xml:id="br0">
      <inkml:brushProperty name="width" value="0.025" units="cm"/>
      <inkml:brushProperty name="height" value="0.025" units="cm"/>
    </inkml:brush>
  </inkml:definitions>
  <inkml:trace contextRef="#ctx0" brushRef="#br0">0 1373 6241,'7'5'4826,"14"2"173,-12-6-154,-7-4-4790,0 1 1,0-1-1,0 1 0,0-1 1,0 0-1,-1 0 0,1 0 1,-1 1-1,0-1 0,0-1 1,1-4-1,-1 6-23,90-333 86,-4-20-87,-63 281-28,2 0 0,60-116 0,-41 97 5,-31 61 8,1 1 0,1 0 1,23-30-1,-5 11 168,-34 49-178,1 0-1,-1 0 0,0 0 1,1 0-1,-1 1 1,0-1-1,1 0 1,-1 0-1,1 0 1,-1 0-1,1 1 1,0-1-1,-1 0 1,1 1-1,0-1 1,-1 0-1,1 1 1,0-1-1,0 1 1,0-1-1,0 1 1,-1-1-1,1 1 1,0 0-1,0-1 1,0 1-1,0 0 0,0 0 1,0 0-1,1 0 1,0 0 17,-1 1 0,0 0 0,1 0 0,-1 0 0,0 1 0,0-1 0,1 0 0,-1 0 0,0 1 0,0-1 0,-1 1 0,1-1 0,0 1 0,0-1 0,0 3 0,4 10 171,0 1 0,4 23 0,-4-7-76,-1 0-1,-2 0 0,-2 35 1,-13 96 105,0 5-165,-4 30-23,0 30-7,17-209-29,5 250 19,-7-210-18,1-44 1,0-1 1,1 1-1,0-1 0,1 1 1,3 14-1,-5-46 12,2 10-352,-1 1 1,0 0 0,-1-1-1,0 1 1,-3-12-1,-7-8-6486,1 1 81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07.297"/>
    </inkml:context>
    <inkml:brush xml:id="br0">
      <inkml:brushProperty name="width" value="0.025" units="cm"/>
      <inkml:brushProperty name="height" value="0.025" units="cm"/>
    </inkml:brush>
  </inkml:definitions>
  <inkml:trace contextRef="#ctx0" brushRef="#br0">1 92 3625,'4'-7'4051,"2"-1"-1509,-6 8-2464,-1 0 0,1 0 0,0 0 1,0 0-1,0 0 0,1 0 0,-1 0 1,0 0-1,0 0 0,0 0 0,0 0 1,0 0-1,0 0 0,0 1 1,0-1-1,0 0 0,0 0 0,0 0 1,0 0-1,0 0 0,0 0 79,0 0-79,0 0 0,0 0 0,0 0 1,0 0-1,0 0 0,0 0 1,0 0-1,0 0 0,0 0 0,1 0 1,-1 0-1,0 0 0,0 0 0,0 0 1,0 0-1,0 0 0,0 0 0,0 0 1,0 0-1,0 0 0,0 0 1,0 0-1,0 0 0,0 0 0,0 0 1,1 0-1,-1 0 0,0 0 0,0 0 1,0 0-1,0 0 0,0 0 0,1 1 355,0 0 0,0-1 0,0 1 0,0 0-1,0-1 1,0 1 0,0 0 0,0-1 0,1 1-1,-1-1 1,0 0 0,0 1 0,1-1-1,0 0 1,26 5 1467,-15-4-1831,0 0 1,1-1-1,-1-1 1,0 0 0,0-1-1,17-5 1,74-28 461,-83 26-447,0 1 1,1 1 0,0 0-1,0 2 1,0 1 0,35-2 0,19 6 552,-76 0-471,-23 3 120,0 8-6131,-6 14-151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6.265"/>
    </inkml:context>
    <inkml:brush xml:id="br0">
      <inkml:brushProperty name="width" value="0.025" units="cm"/>
      <inkml:brushProperty name="height" value="0.025" units="cm"/>
    </inkml:brush>
  </inkml:definitions>
  <inkml:trace contextRef="#ctx0" brushRef="#br0">0 360 7242,'2'4'519,"0"-1"1,0 1-1,0 0 1,-1-1-1,0 1 1,0 0 0,0 0-1,1 6 1,2 8 303,70 186 3324,-66-186-3990,1 1 1,0-2 0,1 1 0,1-2 0,1 1 0,0-1 0,1-1 0,0-1 0,2 1-1,0-2 1,0 0 0,1-1 0,0-1 0,1 0 0,1-1 0,0-1 0,0-1-1,0 0 1,1-1 0,0-1 0,1-1 0,-1-1 0,1-1 0,0 0 0,30-1-1,9-4 232,-1-2 0,88-19 1,113-40-233,-208 49-140,863-197 6,-257 121 17,-637 88-40,49-4 2,135 4 0,-184 4 4,0 0 0,1 2 0,-1 0-1,-1 1 1,1 1 0,-1 0-1,0 2 1,0 0 0,-1 2 0,0 0-1,20 15 1,213 196 808,-242-210-517,0 0 0,-1 1 0,0 0 0,-1 0 0,-1 1 0,7 15 0,-29-76-87,13 42-248,1 0 1,0 1 0,0-1 0,0 0 0,0-1 0,1 1-1,0 0 1,0 0 0,1 0 0,0-1 0,0 1-1,0 0 1,2-7 0,-1 8-34,1 0 0,0 0 0,0 0 0,0 1 0,0-1 1,1 0-1,0 1 0,0 0 0,0 0 0,0 0 0,1 0 0,-1 0 0,1 1 0,0-1 0,0 1 0,1 0 0,-1 0 1,1 1-1,-1-1 0,10-2 0,5-2 15,1 1 1,0 1-1,40-4 0,-39 7 46,431-30-275,-160 18 174,143 3 105,-346 17 74,0 3 1,163 39-1,-168-27 41,0-3-1,1-5 1,0-2 0,1-5-1,110-5 1,-194-1-107,390-28 116,-4-32 31,49-21 20,-346 68-11,-1-4 1,0-4 0,156-59-1,-224 72-56,-1-1 0,-1-1-1,38-24 1,-50 29 2,0-1 0,0-1 1,-1 1-1,0-1 1,-1-1-1,0 1 0,0-1 1,0 0-1,-1 0 1,0-1-1,6-16 0,-3 8-22,1 1 0,0 0-1,1 0 1,19-24 0,10-15 8,-38 54-49,0-1-1,-1 1 1,1 0-1,0-1 1,-1 1 0,1 0-1,-1-1 1,0 1-1,1-1 1,-1 1-1,0-1 1,0 1 0,0-1-1,0 1 1,0 0-1,0-1 1,-1 1-1,1-1 1,0 1 0,-1-1-1,0-1 1,-1-1 11,0 1 1,0 0-1,0 1 1,0-1-1,0 0 1,-1 1 0,1-1-1,-6-3 1,-1-1 91,-1 2 1,1-1-1,-1 1 1,-19-7 0,27 11-117,0 0 1,1 1 0,-1-1-1,0 0 1,0 1 0,0-1 0,1 1-1,-1 0 1,0 0 0,0 0 0,0 0-1,0 0 1,0 0 0,0 0 0,1 0-1,-1 1 1,0-1 0,0 1 0,0 0-1,1-1 1,-4 3 0,3-1-284,0 1 1,0-1 0,1 0-1,0 1 1,-1 0 0,1-1-1,0 1 1,0 0 0,0 0-1,1-1 1,-1 1 0,1 0-1,-1 4 1,-6 13-4852,-17 11-3952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7.459"/>
    </inkml:context>
    <inkml:brush xml:id="br0">
      <inkml:brushProperty name="width" value="0.025" units="cm"/>
      <inkml:brushProperty name="height" value="0.025" units="cm"/>
    </inkml:brush>
  </inkml:definitions>
  <inkml:trace contextRef="#ctx0" brushRef="#br0">1 139 7746,'0'-1'562,"0"0"-1,0 0 1,0 0 0,1 0 0,-1 0 0,0 0 0,1-1 0,-1 1-1,1 0 1,-1 0 0,1 0 0,-1 0 0,1 0 0,0 0 0,-1 1-1,1-1 1,2-1 0,20-12 2268,28 1-2745,-50 13 188,4-1-191,0 0 0,-1 1 0,1 0-1,-1-1 1,1 2 0,0-1 0,-1 0 0,1 1-1,-1 0 1,1 0 0,-1 0 0,1 1 0,-1 0-1,7 3 1,-8-3-26,0 0 0,-1 0 1,1 1-1,0-1 0,-1 1 0,1-1 0,-1 1 0,0 0 0,0 0 1,0 0-1,0 1 0,-1-1 0,1 0 0,-1 0 0,0 1 1,0-1-1,0 1 0,1 6 0,-1 5-9,1 0 0,-2 0-1,-1 18 1,0-26-37,0 0 1,0 1-1,0-2 0,-1 1 1,0 0-1,-1 0 0,1 0 1,-8 12-1,10-19-7,0 0 0,0 0 0,0 1-1,0-1 1,0 0 0,0 1 0,0-1 0,-1 0-1,1 0 1,0 1 0,0-1 0,0 0 0,0 0 0,0 0-1,-1 1 1,1-1 0,0 0 0,0 0 0,0 0-1,-1 1 1,1-1 0,0 0 0,0 0 0,-1 0 0,1 0-1,0 0 1,0 0 0,-1 1 0,1-1 0,0 0-1,-1 0 1,1 0 0,0 0 0,0 0 0,-1 0 0,1 0-1,0 0 1,-1 0 0,1 0 0,0-1 0,0 1-1,-1 0 1,1 0 0,0 0 0,0 0 0,-1 0 0,-4-17 40,5-23-44,1 29-4,1-1-1,1 0 1,0 1 0,0 0 0,1-1-1,0 1 1,1 1 0,1-1 0,10-16-1,-4 9-4,2 0 0,0 1 0,1 1 0,21-19 0,-32 31 26,1 1 1,0-1-1,0 1 0,0 0 1,0 0-1,1 0 0,-1 1 1,1 0-1,-1 0 0,1 1 1,0-1-1,0 1 0,11-1 1,-14 2-6,0 1 0,0-1 1,0 0-1,0 1 0,0 0 1,0-1-1,0 1 0,0 0 1,0 1-1,0-1 0,0 0 1,-1 1-1,1 0 0,-1-1 1,1 1-1,-1 0 0,1 0 1,-1 1-1,0-1 0,0 0 1,0 1-1,0-1 0,-1 1 1,1 0-1,-1-1 1,0 1-1,1 0 0,0 5 1,1 1 97,0-1 1,-1 1-1,0 0 1,-1-1 0,0 1-1,0 0 1,-1 0-1,0 0 1,-1 0 0,0-1-1,0 1 1,-1 0-1,0 0 1,0-1 0,-7 15-1,6-15 12,0 0 1,0 0-1,1 1 0,1-1 0,-1 1 0,1 0 1,0 14-1,1-23-127,0 0 1,1 0-1,-1 0 1,0 0-1,0 0 1,0 0-1,0 0 1,0 0-1,0 0 0,0 0 1,0 0-1,0 0 1,0 0-1,0 0 1,0 0-1,0 0 1,0 0-1,0 0 1,1 0-1,-1 0 1,0 0-1,0 0 1,0 0-1,0 0 1,0 0-1,0 0 0,0 0 1,0 0-1,0-1 1,0 1-1,0 0 1,0 0-1,0 0 1,0 0-1,0 0 1,0 0-1,0 0 1,0 0-1,0 0 1,0 0-1,1 2-1448,-6-15-11900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8.747"/>
    </inkml:context>
    <inkml:brush xml:id="br0">
      <inkml:brushProperty name="width" value="0.025" units="cm"/>
      <inkml:brushProperty name="height" value="0.025" units="cm"/>
    </inkml:brush>
  </inkml:definitions>
  <inkml:trace contextRef="#ctx0" brushRef="#br0">398 1 7754,'-3'2'7482,"-1"0"-3310,-31 10-1781,29-11-2350,-49 9 151,-59 18 0,99-23-195,0 0 0,0 1 0,1 0 0,0 2 0,0-1 0,0 2 0,1 0 0,-22 19 0,32-25-4,1-1 1,-1 1 0,0 0-1,1 0 1,0 1 0,-1-1-1,1 0 1,1 1 0,-1-1 0,0 1-1,1 0 1,0-1 0,0 1-1,0 0 1,0 0 0,0 0-1,1 0 1,0 0 0,0 0-1,0 0 1,0 0 0,2 6-1,-1-6 30,1-1 0,-1 1 0,1-1 0,0 0 0,0 0 0,0 0 0,0 0 0,1 0 0,-1-1 0,1 1 0,0-1 0,0 0 0,0 1 0,0-1 0,0 0 0,0-1 0,0 1 0,1-1 0,-1 1 0,1-1 0,-1 0 0,1 0 0,-1-1 0,7 2 0,8 1 78,1-1 0,0-1 0,0 0 1,0-1-1,0-1 0,0-1 0,0-1 0,-1 0 0,1-2 0,-1 0 0,0-1 0,0 0 1,-1-2-1,0 0 0,22-14 0,-33 23-2442,-7 0 2088,1-1 0,-1 0 0,1 0 0,0 1 0,-1-1 0,1 0 1,-1 0-1,1 1 0,0-1 0,-1 0 0,1 0 0,-1 0 0,1 0 0,-1 0 0,1 1 1,-1-1-1,1 0 0,-1 0 0,1 0 0,-1 0 0,1-1 0,-1 1 0,1 0 0,0 0 0,-1 0 1,1 0-1,-1-1 0,-31-3-5831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9.287"/>
    </inkml:context>
    <inkml:brush xml:id="br0">
      <inkml:brushProperty name="width" value="0.025" units="cm"/>
      <inkml:brushProperty name="height" value="0.025" units="cm"/>
    </inkml:brush>
  </inkml:definitions>
  <inkml:trace contextRef="#ctx0" brushRef="#br0">4 44 5865,'2'5'6012,"-7"-3"-22,8-2-4890,26 2 313,-13-1-1192,1-1-1,0 0 0,24-3 1,-21-1-72,0 0 1,0-2-1,-1 0 0,0-1 1,34-17-1,-80 43-900,18-12-5737,25-15 1467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9.957"/>
    </inkml:context>
    <inkml:brush xml:id="br0">
      <inkml:brushProperty name="width" value="0.025" units="cm"/>
      <inkml:brushProperty name="height" value="0.025" units="cm"/>
    </inkml:brush>
  </inkml:definitions>
  <inkml:trace contextRef="#ctx0" brushRef="#br0">49 56 5529,'-44'12'7980,"40"-9"-3906,27-9-1898,54-13-1426,2 3 1,88-7-1,-101 19-711,0 2 0,0 3 0,66 10 0,-132-11-39,8 1 3,-1 0 0,1 1 0,-1-1-1,1 2 1,-1-1 0,0 1 0,8 4 0,-15-6 1,1-1 1,0 1-1,-1 0 1,1 0 0,-1 0-1,1 0 1,-1-1-1,0 1 1,1 0-1,-1 0 1,0 0 0,0 0-1,1 0 1,-1 0-1,0 0 1,0 0-1,0 0 1,0 0 0,0 0-1,0 0 1,-1 0-1,1 0 1,0 0-1,0 0 1,-1 0 0,1 0-1,-1 0 1,1 0-1,-1-1 1,1 1-1,-1 0 1,1 0 0,-1 0-1,0 0 1,-27 33 170,23-28-157,-107 103 226,85-86-121,1 0 0,1 2 0,2 1 1,0 1-1,-36 59 0,38-50-43,9-16 114,1 1 0,-14 34-1,8-59-8421,0-7 3440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30.803"/>
    </inkml:context>
    <inkml:brush xml:id="br0">
      <inkml:brushProperty name="width" value="0.025" units="cm"/>
      <inkml:brushProperty name="height" value="0.025" units="cm"/>
    </inkml:brush>
  </inkml:definitions>
  <inkml:trace contextRef="#ctx0" brushRef="#br0">363 8 4969,'-10'-8'10209,"16"20"-4456,-5 9-4779,-2-8-799,0 0 1,-1 0-1,-1 0 1,0 0-1,0 0 1,-2-1-1,1 1 0,-9 14 1,-9 14 25,-28 37 0,16-31 180,-57 59-1,52-64-229,-46 66-1,85-107-142,-1-1 0,1 0 0,0 0 0,0 1 1,-1-1-1,1 0 0,0 1 0,0-1 0,0 0 0,-1 1 0,1-1 0,0 0 0,0 1 1,0-1-1,0 0 0,0 1 0,0-1 0,0 0 0,0 1 0,0-1 0,0 0 0,0 1 1,0-1-1,0 1 0,0-1 0,0 0 0,0 1 0,0-1 0,0 0 0,1 1 0,-1-1 0,0 0 1,0 1-1,0-1 0,1 0 0,-1 0 0,0 1 0,0-1 0,1 0 0,-1 0 0,0 1 1,1-1-1,22 3 113,41-11-105,-52 6 31,166-28 10,-73 10 234,0 4 1,128-1-1,-230 17-359,-49-2-10459,-20-4 1191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31.410"/>
    </inkml:context>
    <inkml:brush xml:id="br0">
      <inkml:brushProperty name="width" value="0.025" units="cm"/>
      <inkml:brushProperty name="height" value="0.025" units="cm"/>
    </inkml:brush>
  </inkml:definitions>
  <inkml:trace contextRef="#ctx0" brushRef="#br0">1 199 3833,'10'-3'6924,"-10"3"-6829,0-1 1,0 1-1,0 0 0,0 0 1,0 0-1,0 0 0,0-1 0,1 1 1,-1 0-1,0 0 0,0 0 1,0 0-1,0 0 0,0-1 0,1 1 1,-1 0-1,0 0 0,0 0 0,0 0 1,0 0-1,1 0 0,-1 0 1,0 0-1,0 0 0,0 0 0,1 0 1,-1 0-1,0 0 0,0 0 1,0 0-1,1 0 0,-1 0 0,0 0 1,0 0-1,0 0 0,0 0 1,1 0-1,-1 0 0,0 0 0,0 0 1,0 0-1,0 1 0,1-1 1,-1 0-1,0 0 0,0 0 0,0 0 1,0 0-1,0 1 0,1-1 0,-1 0 1,0 0-1,0 0 0,0 0 1,0 1-1,0-1 0,0 0 0,0 1 412,33 3 1678,1-4-1957,0-1 0,0-2 1,-1-2-1,55-13 0,-63 12-197,-3 1-19,216-53-24,-192 45 63,-1-3 1,0-1 0,45-26 0,-69 27 1875,-37 25-723,-6 17-3634,-5 6-3327,-12 1-443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09.147"/>
    </inkml:context>
    <inkml:brush xml:id="br0">
      <inkml:brushProperty name="width" value="0.025" units="cm"/>
      <inkml:brushProperty name="height" value="0.025" units="cm"/>
    </inkml:brush>
  </inkml:definitions>
  <inkml:trace contextRef="#ctx0" brushRef="#br0">225 121 1280,'-36'-6'4150,"27"6"-3606,-1-2 1,1 1-1,0-1 0,-15-5 0,21 5-417,0 1 0,0-1 0,0 0 0,0 1 0,0-1 0,0-1 0,1 1 0,-1 0 0,1-1 0,0 1 0,0-1 0,0 0 0,0 0 0,0 0 0,0 0 0,1 0 0,-2-3 0,-4-14 1092,-7-16 5428,15 49-3208,-5 28-2386,0 15-788,6 87 746,2-59-625,-5 1-1,-14 112 1,8-164-324,4-19-42,0-1 0,0 24-1,2-37-98,0 0-1,0 0 0,0-1 0,0 1 1,0 0-1,0-1 0,1 1 1,-1-1-1,0 1 0,0-1 0,1 1 1,-1-1-1,0 1 0,1-1 0,-1 0 1,0 1-1,1-1 0,-2-2 0,0-2-714,0 0-1,0 0 0,0 0 1,0-1-1,1 1 0,0-1 1,0 1-1,1-1 0,-1 0 1,1 1-1,0-1 0,1 0 1,0 1-1,-1-1 0,4-8 1,12-63-5917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0.548"/>
    </inkml:context>
    <inkml:brush xml:id="br0">
      <inkml:brushProperty name="width" value="0.025" units="cm"/>
      <inkml:brushProperty name="height" value="0.025" units="cm"/>
    </inkml:brush>
  </inkml:definitions>
  <inkml:trace contextRef="#ctx0" brushRef="#br0">57 296 3737,'-26'16'4521,"17"-9"-1680,15-9 2331,10-11-2005,-15 12-3163,0-1-1,0 1 0,0 0 1,1-1-1,-1 1 0,1 0 0,-1 0 1,1 0-1,-1 0 0,1 1 1,-1-1-1,1 0 0,0 0 0,0 1 1,-1-1-1,1 1 0,2 0 1,77-5 458,-48 4-350,-1-1 0,44-9 0,109-39 15,-102 26 191,141-23 0,-102 32-249,25-1 415,246-61-1,-356 66-295,1 2-1,-1 2 0,1 1 1,1 2-1,-1 2 0,51 2 0,-82 1-143,0 0 0,0 1 0,0-1 0,0 1-1,0 1 1,0-1 0,-1 1 0,1 0 0,-1 1 0,0-1-1,0 1 1,0 0 0,9 10 0,-13-12-7,-1 1 0,0 0 0,0-1 0,0 1 0,0 0-1,0 0 1,-1 0 0,1 0 0,-1 0 0,0 0 0,0 0 0,0 0 0,-1 5 0,-8 43 202,5-36-190,-40 148 370,24-94-295,-17 99 0,21-47-40,1 146 0,15-224-28,1-17-34,0 0 0,-3 0 0,-7 46 0,8-68-9,0 0-1,0-1 1,-1 1-1,1 0 1,-1-1-1,0 1 1,0-1-1,0 1 1,-1-1-1,-5 6 1,7-8-12,-1 0 1,0 0 0,1 0 0,-1 0 0,0 0 0,0-1 0,0 1 0,0 0 0,0-1 0,1 0 0,-1 1-1,0-1 1,0 0 0,0 0 0,0 0 0,0 0 0,-3-1 0,-38-7-5,29 5 10,-70-12-15,0 4 1,-1 4-1,0 4 0,-145 12 1,-127 28 11,37-3 0,198-30-10,89-5 47,0 2 0,1 1 0,-1 1 0,1 2 0,-36 10 0,68-15-35,0 0 1,-1 0-1,1 0 0,0 0 1,0 0-1,0 0 1,0 0-1,0 0 1,0 0-1,0 0 1,0 0-1,0 0 0,0 0 1,0 0-1,-1 0 1,1 0-1,0 0 1,0 0-1,0 0 1,0 0-1,0 0 1,0 0-1,0 0 0,0 0 1,0 0-1,0 0 1,-1 0-1,1 0 1,0 0-1,0 0 1,0 0-1,0 0 1,0 0-1,0 0 0,0 0 1,0 0-1,0-1 1,0 1-1,0 0 1,0 0-1,0 0 1,0 0-1,0 0 1,0 0-1,0 0 0,-1 0 1,1 0-1,0 0 1,0 0-1,0-1 1,0 1-1,0 0 1,0 0-1,0 0 1,0 0-1,0 0 0,0 0 1,0 0-1,0 0 1,1 0-1,-1 0 1,0-1-1,0 1 1,0 0-1,0 0 0,0 0 1,0 0-1,0 0 1,10-4 474,39 0-2347,17-11-3782,45-18-1727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1.349"/>
    </inkml:context>
    <inkml:brush xml:id="br0">
      <inkml:brushProperty name="width" value="0.025" units="cm"/>
      <inkml:brushProperty name="height" value="0.025" units="cm"/>
    </inkml:brush>
  </inkml:definitions>
  <inkml:trace contextRef="#ctx0" brushRef="#br0">9 303 4441,'-8'-1'5785,"8"-2"-1890,15-5-218,31-5-1880,91 3-511,472-44-493,289-99-617,-884 150-171,62-13 38,1 3 0,1 4 0,79 0 0,-121 9-15,-4 1 199,49 5 1,-72-3 929,-16-3-1615,-20-5-4458,0-10-582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1.886"/>
    </inkml:context>
    <inkml:brush xml:id="br0">
      <inkml:brushProperty name="width" value="0.025" units="cm"/>
      <inkml:brushProperty name="height" value="0.025" units="cm"/>
    </inkml:brush>
  </inkml:definitions>
  <inkml:trace contextRef="#ctx0" brushRef="#br0">168 1 8426,'19'14'8982,"-5"6"-4540,3 30-3395,1 2-622,-12-42-398,1-1-1,0 1 1,1-1-1,0 0 1,0-1-1,1 0 1,0 0-1,0-1 1,1 0-1,-1 0 0,2-1 1,-1-1-1,1 0 1,0 0-1,17 4 1,16 4 19,0-3 0,72 8-1,-113-17-35,40-2 632,-61 3-255,-1 0 1,1 0-1,0 2 0,-21 7 1,-76 28-269,109-37-66,-43 17 73,0 1 0,-70 43 0,100-52-104,1 1 0,0 1 0,1 1 0,1 0 0,0 1 0,1 1 0,1 0 0,-25 37 0,35-47-32,0 1 0,1 0 0,0 0 0,1 0 0,-1 0 0,-1 8-1,4-14-93,0 0-1,-1 1 0,1-1 0,0 0 0,0 0 0,0 1 0,0-1 0,0 0 0,0 0 0,0 1 0,0-1 0,1 0 0,-1 0 1,0 1-1,1-1 0,-1 0 0,1 0 0,0 0 0,-1 0 0,1 0 0,0 0 0,-1 0 0,1 0 0,0 0 0,0 0 0,0 0 1,0 0-1,0-1 0,0 1 0,0 0 0,0-1 0,0 1 0,0-1 0,1 1 0,-1-1 0,0 1 0,0-1 0,0 0 0,1 1 0,-1-1 1,0 0-1,0 0 0,2 0 0,0 0-361,0-1 0,0 1 0,0 0 1,0-1-1,0 0 0,-1 1 0,1-1 0,0 0 1,0-1-1,4-1 0,77-43-7509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2.395"/>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4.889"/>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5.527"/>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6.193"/>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6.868"/>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7.471"/>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8.274"/>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9.468"/>
    </inkml:context>
    <inkml:brush xml:id="br0">
      <inkml:brushProperty name="width" value="0.025" units="cm"/>
      <inkml:brushProperty name="height" value="0.025" units="cm"/>
    </inkml:brush>
  </inkml:definitions>
  <inkml:trace contextRef="#ctx0" brushRef="#br0">97 136 6625,'4'-4'3403,"18"-19"2124,-22 23-5446,1-1 0,-1 1 0,1-1 0,-1 1 0,1-1 0,-1 0 1,0 1-1,1-1 0,-1 0 0,0 1 0,1-1 0,-1 0 0,0 1 0,0-1 1,1 0-1,-1 0 0,0 1 0,0-1 0,0 0 0,0 0 0,0 1 0,0-1 0,0 0 1,-1 0-1,1 1 0,0-1 0,0 0 0,0 0 0,-1 1 0,1-1 0,-1 0 1,1 0 536,-17 10 1231,8-3-1798,-1 1 0,1 0 0,0 0 1,1 1-1,0 0 0,0 1 0,1 0 1,0 0-1,-10 18 0,14-23-47,1 0 0,0 0 0,0 0 0,1 1 1,-1-1-1,1 0 0,0 1 0,0-1 0,0 1 0,1-1 0,-1 1 0,1-1 0,0 1 0,1-1 0,-1 1 0,1-1 1,0 1-1,0-1 0,0 1 0,0-1 0,1 0 0,0 0 0,0 0 0,0 0 0,0 0 0,1 0 0,5 6 1,-6-7-5,1-1 0,-1 0 0,1 1 1,0-1-1,0-1 0,0 1 0,-1 0 1,2-1-1,-1 1 0,0-1 0,0 0 1,0 0-1,1 0 0,-1-1 0,7 1 1,-3-1 0,0 0 1,1 0-1,-1-1 1,0 0 0,0-1-1,0 0 1,8-3 0,4-2 55,0-2 1,-1-1 0,0 0 0,22-17 0,-36 24-6,0-1-1,0 1 1,-1-1-1,1 0 1,-1 1 0,0-2-1,0 1 1,0 0-1,-1-1 1,1 1-1,-1-1 1,0 0-1,0 1 1,-1-1 0,0 0-1,0 0 1,0 0-1,0 0 1,-1 0-1,1-1 1,-1 1-1,-1 0 1,1 0 0,-1 0-1,0 0 1,0 0-1,-3-8 1,0 0-15,-2 0 0,1 0-1,-1 0 1,-1 1 0,0 0 0,-1 0 0,-1 1 0,1 0 0,-12-10 0,17 19-44,19 7-1925,-12-3 1473,-1-1-1,0 0 1,1 1 0,-1-1-1,1 0 1,0-1-1,-1 1 1,6 0-1,84 0-6212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0.028"/>
    </inkml:context>
    <inkml:brush xml:id="br0">
      <inkml:brushProperty name="width" value="0.025" units="cm"/>
      <inkml:brushProperty name="height" value="0.025" units="cm"/>
    </inkml:brush>
  </inkml:definitions>
  <inkml:trace contextRef="#ctx0" brushRef="#br0">1 45 5361,'-1'-9'2899,"1"-14"647,0 22-3292,0 1 1,0-1-1,0 1 1,0-1-1,0 1 1,0-1-1,0 1 1,0-1-1,1 1 1,-1-1-1,0 1 1,0-1-1,0 1 1,0 0-1,1-1 1,-1 1-1,0-1 1,0 1-1,1 0 1,-1-1-1,0 1 1,1 0-1,-1-1 1,0 1-1,1 0 1,-1-1-1,1 1 1,-1 0-1,1 0 1,-1 0-1,1-1 1,0 1 374,8 39 3094,-1-10-3017,-6-11-558,-1 0 0,-1 0-1,-3 31 1,0 11-110,2-60-91,1 0 0,0 1 0,0-1 0,0 0-1,0 0 1,0 0 0,0 0 0,0 0-1,0 1 1,0-1 0,0 0 0,0 0-1,0 0 1,0 0 0,0 1 0,0-1-1,0 0 1,0 0 0,0 0 0,0 0-1,0 1 1,1-1 0,-1 0 0,0 0 0,0 0-1,0 0 1,0 0 0,0 1 0,0-1-1,0 0 1,1 0 0,-1 0 0,0 0-1,0 0 1,0 0 0,0 0 0,0 0-1,1 1 1,-1-1 0,0 0 0,0 0-1,0 0 1,0 0 0,1 0 0,-1 0 0,0 0-1,0 0 1,0 0 0,0 0 0,1 0-1,-1 0 1,13-10-3921,18-24-1726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0.842"/>
    </inkml:context>
    <inkml:brush xml:id="br0">
      <inkml:brushProperty name="width" value="0.025" units="cm"/>
      <inkml:brushProperty name="height" value="0.025" units="cm"/>
    </inkml:brush>
  </inkml:definitions>
  <inkml:trace contextRef="#ctx0" brushRef="#br0">1 5 7354,'13'-4'7926,"17"6"-5756,-16 0-1387,-6-3-610,-1 1 0,1 1 0,0 0 0,-1 0 0,1 0 1,-1 1-1,1 0 0,-1 0 0,0 1 0,0 0 0,0 0 0,0 1 0,0 0 0,-1 0 0,1 0 0,-1 1 0,0 0 0,-1 0 0,1 1 0,6 9 0,-9-13-141,-1 1 0,1 0-1,-1 1 1,0-1 0,0 0-1,0 1 1,0-1 0,0 1-1,-1-1 1,0 1 0,0 0-1,1 4 1,-2-6 1,0 1 0,-1-1 0,1 1 0,-1-1 0,0 1 0,0-1-1,0 0 1,0 1 0,0-1 0,0 0 0,-1 0 0,1 0 0,-1 0 0,1 0 0,-1 0 0,0 0 0,0 0 0,1-1-1,-1 1 1,-3 1 0,-23 18 186,17-14-133,1 0-1,0 1 0,0 0 1,1 1-1,1 0 0,-1 0 0,-9 14 1,18-22-73,0 0 0,-1 0 0,1 0 0,-1-1 1,1 1-1,0 0 0,-1 0 0,1 0 0,0 0 0,0 0 0,0 0 1,0 0-1,0 0 0,0 0 0,0 0 0,0-1 0,0 1 1,0 0-1,1 0 0,-1 0 0,0 0 0,1 0 0,-1 0 1,0 0-1,1-1 0,0 2 0,1 0 68,-1 0 0,1-1-1,0 1 1,0 0 0,0-1 0,0 0 0,0 1-1,1-1 1,3 2 0,5 1 252,0-1 0,0 0 0,15 2 0,8-1 90,0-2 0,-1-1 0,1-1 0,0-2 0,35-7 0,-47 3-170,-23 6-448,-9 4-1127,-16 7-4828,-13-2-898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2.510"/>
    </inkml:context>
    <inkml:brush xml:id="br0">
      <inkml:brushProperty name="width" value="0.025" units="cm"/>
      <inkml:brushProperty name="height" value="0.025" units="cm"/>
    </inkml:brush>
  </inkml:definitions>
  <inkml:trace contextRef="#ctx0" brushRef="#br0">1 48 5601,'8'-2'13555,"-3"3"-8991,-4 7-4524,0 1 1,1-1 0,0 0-1,0 0 1,1 0-1,4 10 1,-2-8-17,-1 1 0,-1-1 0,3 16 0,-5-22-30,1 38 48,-2-41-34,-1 1 0,1 0 1,0 0-1,-1-1 0,0 1 0,1 0 1,-1-1-1,0 1 0,0 0 0,0-1 1,0 1-1,0-1 0,0 0 0,0 1 1,-1-1-1,1 0 0,0 0 0,-1 0 0,1 0 1,-1 0-1,-1 1 0,2-3 35,0-1 0,0 0 0,0 0 0,1 0 0,-1 1 0,1-1 0,-1 0 0,1 0 0,0 0 0,0 0-1,0 0 1,0 0 0,0 0 0,0 0 0,0 0 0,1-3 0,5-45-45,-3 39-8,1 0-1,0 0 1,0 0 0,2 1-1,-1 0 1,1 0-1,0 1 1,1-1-1,0 1 1,1 1 0,0-1-1,0 1 1,1 1-1,0-1 1,0 2-1,12-8 1,-21 14 6,0 0 0,1 0 0,-1 0 0,0-1 0,1 1 0,-1 0 0,0 0 0,1 0 0,-1 0 0,1 0 0,-1 0 0,0 0 0,1 0 1,-1 0-1,1 0 0,-1 0 0,0 0 0,1 0 0,-1 0 0,0 0 0,1 0 0,-1 0 0,1 0 0,-1 0 0,0 1 0,1-1 0,-1 0 0,0 0 0,1 0 0,-1 1 0,0-1 0,0 0 0,1 1 0,9 16-14,1 26 125,-10-38-89,32 160 690,-32-158-594,-2-8-684,-2-17-5162,7-10-441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3.013"/>
    </inkml:context>
    <inkml:brush xml:id="br0">
      <inkml:brushProperty name="width" value="0.025" units="cm"/>
      <inkml:brushProperty name="height" value="0.025" units="cm"/>
    </inkml:brush>
  </inkml:definitions>
  <inkml:trace contextRef="#ctx0" brushRef="#br0">26 10 4409,'0'0'5145,"-8"5"3332,-9 4-5822,146 1-335,-20-18-2280,-87 5-33,-10-1 198,-11 2-601,-9 1-1904,-7-6-3784,7-2 1408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3.410"/>
    </inkml:context>
    <inkml:brush xml:id="br0">
      <inkml:brushProperty name="width" value="0.025" units="cm"/>
      <inkml:brushProperty name="height" value="0.025" units="cm"/>
    </inkml:brush>
  </inkml:definitions>
  <inkml:trace contextRef="#ctx0" brushRef="#br0">37 0 8106,'0'3'5752,"-1"15"-3291,-11 24 1102,9-35-3095,0 1 0,1 0 0,0-1-1,0 1 1,0 0 0,1 11 0,3 45 959,0-38-864,-2-1 0,-4 49-1,-4-24-270,13-64-3268,4-7-3639,3-13-3220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2.502"/>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3.055"/>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4.202"/>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5.339"/>
    </inkml:context>
    <inkml:brush xml:id="br0">
      <inkml:brushProperty name="width" value="0.025" units="cm"/>
      <inkml:brushProperty name="height" value="0.025" units="cm"/>
    </inkml:brush>
  </inkml:definitions>
  <inkml:trace contextRef="#ctx0" brushRef="#br0">70 68 6513,'8'-16'4940,"-5"9"-3555,0 0-1,1 0 1,0 0-1,0 0 1,9-9-1,-18 39 1563,2-9-2850,-32 87 6,21-64-76,1 2 1,-10 50-1,7 13-11,16-101-16,1 0 0,-1 0-1,0 0 1,0 0 0,0 0 0,1 0 0,-1-1-1,1 1 1,-1 0 0,1 0 0,-1 0 0,1-1-1,-1 1 1,1 0 0,-1 0 0,1-1 0,0 1-1,-1-1 1,1 1 0,0 0 0,0-1 0,0 1-1,-1-1 1,1 0 0,0 1 0,0-1 0,0 0-1,0 0 1,0 1 0,0-1 0,0 0 0,0 0-1,0 0 1,-1 0 0,3 0 0,42-1 48,-36 1-34,41-2 178,309-27 971,-290 22-517,-75 11-1633,4-3 635,1 1 0,-1-1 1,0 0-1,0 0 0,0 0 1,1 0-1,-1 0 0,0 0 1,0-1-1,0 1 0,0 0 1,-1-1-1,1 0 0,0 0 1,0 1-1,0-1 0,0 0 1,0 0-1,0-1 0,0 1 0,-3-1 1,-25-12-4279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5.641"/>
    </inkml:context>
    <inkml:brush xml:id="br0">
      <inkml:brushProperty name="width" value="0.025" units="cm"/>
      <inkml:brushProperty name="height" value="0.025" units="cm"/>
    </inkml:brush>
  </inkml:definitions>
  <inkml:trace contextRef="#ctx0" brushRef="#br0">10 0 9426,'1'30'7964,"0"0"-4096,0 64-1132,-6-33-1825,1-19-767,1 0 0,3 0 0,7 70 0,-6-107-370,0 0 0,0 0 0,0 0 0,1 0 0,0-1 0,0 1 0,5 7 0,-6-11 16,-1 1-1,1-1 1,0 0 0,0 0 0,0 0-1,0-1 1,0 1 0,1 0 0,-1 0-1,0-1 1,0 1 0,0 0-1,1-1 1,-1 1 0,2 0 0,-1-1-247,0 0 0,0 0 0,0 0 0,0-1 0,0 1 1,0 0-1,0-1 0,0 1 0,-1-1 0,1 1 0,0-1 1,0 0-1,-1 0 0,4-2 0,48-34-8110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6.711"/>
    </inkml:context>
    <inkml:brush xml:id="br0">
      <inkml:brushProperty name="width" value="0.025" units="cm"/>
      <inkml:brushProperty name="height" value="0.025" units="cm"/>
    </inkml:brush>
  </inkml:definitions>
  <inkml:trace contextRef="#ctx0" brushRef="#br0">27 28 4185,'-7'-12'9048,"5"-1"-4000,3 11-2363,2 20-747,6 76-1060,-3-1 0,-9 118 1,1-189-761,-2 0-1,-8 25 1,-3 18 50,15-49-365,16-28-4024,-6 4 2169,42-34-2727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7.886"/>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2.057"/>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8.414"/>
    </inkml:context>
    <inkml:brush xml:id="br0">
      <inkml:brushProperty name="width" value="0.025" units="cm"/>
      <inkml:brushProperty name="height" value="0.025" units="cm"/>
    </inkml:brush>
  </inkml:definitions>
  <inkml:trace contextRef="#ctx0" brushRef="#br0">1 960 8514,'4'-10'7671,"6"1"-3391,2-4-1897,201-359-1754,-104 144-629,-13 25 0,-85 183 3,1 0 1,1 0-1,1 1 1,26-26-1,-35 46 13,-1 10 2,0 14 51,22 494 432,-36-342-427,9-161-73,0-10-800,0 0 0,1 0 0,0 0 0,0 0 0,1 0 0,-1 0 0,1 0 0,3 7 0,-1-6-2097,1-14-1348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8.668"/>
    </inkml:context>
    <inkml:brush xml:id="br0">
      <inkml:brushProperty name="width" value="0.025" units="cm"/>
      <inkml:brushProperty name="height" value="0.025" units="cm"/>
    </inkml:brush>
  </inkml:definitions>
  <inkml:trace contextRef="#ctx0" brushRef="#br0">1 68 8594,'0'-2'5521,"2"2"-3745,4 0-671,-1-3-97,8 6 48,2-6-232,9 3-160,-1-2-200,11-4-231,5-2-161,8-7-64,6 2-8,-1 0-841,0 8-1543,-5 5-2337,31 23-4889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9.129"/>
    </inkml:context>
    <inkml:brush xml:id="br0">
      <inkml:brushProperty name="width" value="0.025" units="cm"/>
      <inkml:brushProperty name="height" value="0.025" units="cm"/>
    </inkml:brush>
  </inkml:definitions>
  <inkml:trace contextRef="#ctx0" brushRef="#br0">1 20 8986,'8'-3'8032,"26"-3"-4638,-32 6-3337,-1 1 0,1-1 0,0 1-1,0 0 1,0 0 0,0-1-1,-1 1 1,1 1 0,0-1 0,-1 0-1,1 0 1,-1 0 0,1 1 0,-1-1-1,0 1 1,0-1 0,1 1-1,-1 0 1,0-1 0,0 1 0,-1 0-1,1 0 1,0 0 0,-1 0 0,1-1-1,-1 1 1,1 3 0,2 9 41,0 0 0,1 21 1,-3-30-77,0 21 9,-1-18-23,0-1 0,1 1 1,0-1-1,3 12 0,-4-19-7,0 0 0,0 0-1,1 0 1,-1 0 0,0 0 0,0 0 0,1 0-1,-1 0 1,0 0 0,0 0 0,1 0 0,-1-1-1,0 1 1,0 0 0,0 0 0,1 0 0,-1 0-1,0 0 1,0-1 0,0 1 0,1 0 0,-1 0-1,0 0 1,0-1 0,0 1 0,0 0 0,0 0-1,0-1 1,1 1 0,-1 0 0,0 0 0,0-1-1,0 1 1,0 0 0,0 0 0,0-1 0,0 1-1,0 0 1,0 0 0,0-1 0,0 1 0,5-16 36,-5 16-37,6-15-2,0 1 0,0 0 0,2 0 0,0 0 0,0 1 0,1 0 1,1 0-1,0 1 0,1 1 0,0 0 0,20-16 0,-31 27 13,1 0 0,-1 0 0,0 1 1,1-1-1,-1 0 0,0 0 0,1 0 0,-1 0 0,0 0 0,0 0 0,1 1 0,-1-1 1,0 0-1,0 0 0,0 0 0,1 1 0,-1-1 0,0 0 0,0 0 0,0 1 0,1-1 0,-1 0 1,0 1-1,0-1 0,0 0 0,0 0 0,0 1 0,0-1 0,0 0 0,0 1 0,0-1 1,0 0-1,0 1 0,0-1 0,0 0 0,0 0 0,0 1 0,0-1 0,0 0 0,0 1 1,0-1-1,0 0 0,-1 1 0,3 31 410,0 11-269,0-36-181,-1-4-34,-1-1 0,1 1 0,0-1-1,0 0 1,0 1 0,0-1 0,0 0 0,0 1-1,1-1 1,-1 0 0,4 3 0,-4-4-212,1 1 1,-1-2 0,1 1-1,-1 0 1,1 0 0,-1 0-1,1-1 1,0 1 0,0-1-1,-1 1 1,1-1-1,0 0 1,0 0 0,3 0-1,58-3-6215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9.814"/>
    </inkml:context>
    <inkml:brush xml:id="br0">
      <inkml:brushProperty name="width" value="0.025" units="cm"/>
      <inkml:brushProperty name="height" value="0.025" units="cm"/>
    </inkml:brush>
  </inkml:definitions>
  <inkml:trace contextRef="#ctx0" brushRef="#br0">316 59 3769,'2'-12'9149,"3"0"-5540,-4 11-3329,-1-1-1,1 0 1,0 1-1,0-1 1,-1 0-1,1 0 1,-1 0-1,0 1 0,1-1 1,-1 0-1,0 0 1,0 0-1,0 0 1,-1-3-1,1 5-165,-1-1-1,1 1 0,0 0 1,-1-1-1,1 1 1,-1-1-1,1 1 1,-1 0-1,1 0 1,-1-1-1,0 1 0,1 0 1,-1 0-1,1 0 1,-1 0-1,0 0 1,1 0-1,-1 0 0,1 0 1,-1 0-1,0 0 1,1 0-1,-1 0 1,1 0-1,-1 0 1,0 1-1,-20 3 201,18-3-130,-11 3-114,0 1 0,0 1 0,0 0 0,1 1 0,0 0 0,-19 14 0,2 2 14,-38 37-1,55-47-76,0 0-1,-13 19 1,23-29-16,0 1 0,1 0 0,-1 1 0,1-1 0,0 0 1,0 1-1,0-1 0,1 1 0,0-1 0,0 1 0,0 0 1,0 0-1,1-1 0,0 6 0,0-8 5,0-1 0,0 1 0,0-1 0,0 1 1,0-1-1,1 0 0,-1 1 0,1-1 0,-1 1 0,1-1 0,0 0 0,-1 1 0,1-1 0,0 0 1,0 0-1,0 0 0,0 0 0,0 1 0,0-1 0,0-1 0,0 1 0,1 0 0,-1 0 1,2 1-1,0-1 0,-1-1 0,1 1 1,0-1-1,-1 1 0,1-1 1,0 0-1,0 0 0,0 0 1,-1-1-1,1 1 1,0-1-1,3 0 0,6-3-5,1-1 1,0 0-1,23-14 0,-22 10 2,0 0 0,-1-1 1,0-1-1,0 0 0,-1-1 0,-1 0 0,0 0 1,0-1-1,-1-1 0,-1 0 0,10-20 1,-15 21 442,-6 12 716,2 2-1105,-1 0 1,0 0 0,0 1 0,1-1 0,-1 0 0,1 0-1,-1 1 1,1-1 0,0 0 0,0 1 0,-1-1 0,1 1 0,0 1-1,1 10-85,0-1-1,0 0 1,1 0-1,1 0 1,0 0-1,1 0 1,0 0-1,10 19 1,-9-22-893,0-1 0,1 1 0,9 11 0,-13-19 564,-1 1 1,1-1-1,-1 1 0,1-1 0,0 1 1,0-1-1,0 0 0,0 0 0,0 0 1,0 0-1,0 0 0,4 0 1,46 5-6399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0.196"/>
    </inkml:context>
    <inkml:brush xml:id="br0">
      <inkml:brushProperty name="width" value="0.025" units="cm"/>
      <inkml:brushProperty name="height" value="0.025" units="cm"/>
    </inkml:brush>
  </inkml:definitions>
  <inkml:trace contextRef="#ctx0" brushRef="#br0">1 196 10770,'2'6'8011,"3"2"-5910,4 11-1245,0 21 550,5 57 1,-10-64-1281,-2-21-127,0-1 314,-6-19 333,0-7-595,0 0 0,1 0 0,1-1 1,0 0-1,1 1 0,1-1 0,0 0 0,1 1 0,1-1 1,0 1-1,1-1 0,6-14 0,-3 11-130,1 0 0,0 1 0,2 0-1,0 1 1,1 0 0,1 1 0,0-1 0,1 2-1,17-17 1,-29 31-13,1 1 1,-1-1-1,1 0 0,-1 1 1,1-1-1,-1 1 0,1-1 0,-1 1 1,1-1-1,0 1 0,-1-1 1,1 1-1,0-1 0,-1 1 0,1 0 1,0 0-1,-1-1 0,1 1 1,0 0-1,0 0 0,-1 0 0,1-1 1,0 1-1,0 0 0,-1 0 1,1 0-1,0 1 0,0-1 0,-1 0 1,1 0-1,0 0 0,0 0 1,-1 1-1,1-1 0,0 0 0,-1 1 1,1-1-1,0 0 0,-1 1 1,1-1-1,0 2 0,1 1-711,0 0-1,0 0 1,-1 0-1,1 0 1,-1 0-1,0 1 1,0-1-1,0 0 1,0 6 0,3 47-7746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0.594"/>
    </inkml:context>
    <inkml:brush xml:id="br0">
      <inkml:brushProperty name="width" value="0.025" units="cm"/>
      <inkml:brushProperty name="height" value="0.025" units="cm"/>
    </inkml:brush>
  </inkml:definitions>
  <inkml:trace contextRef="#ctx0" brushRef="#br0">0 245 7898,'27'4'10993,"-7"7"-7590,-14-5-3070,-1-1 0,0 1 0,0 0 1,6 11-1,-6-11-102,-1 1 0,1 0 0,-1 0 0,-1 0 0,1 1 0,-1-1-1,-1 1 1,1 0 0,-1 0 0,1 10 0,-5-22-140,0 0 0,0 0 0,0 0 0,0 0 0,-1 1 0,-4-6 0,-6-9-88,11 13-10,0-1-1,-1 1 0,2-1 1,-1 0-1,1 0 0,0 0 1,0 0-1,0 0 0,1 0 1,0 0-1,0 1 0,1-1 0,-1 0 1,1 0-1,4-11 0,-1 4-54,0 0 0,1 0 0,1 1 0,0 0 0,16-23-1,-11 19-205,1 0 0,22-21-1,-29 32-215,0 0 0,1 1 0,0 0 0,0 0 0,0 0 0,0 1 0,0 0 0,1 0 0,0 0 0,12-3 0,61-8-6496,24 2 3279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1.149"/>
    </inkml:context>
    <inkml:brush xml:id="br0">
      <inkml:brushProperty name="width" value="0.025" units="cm"/>
      <inkml:brushProperty name="height" value="0.025" units="cm"/>
    </inkml:brush>
  </inkml:definitions>
  <inkml:trace contextRef="#ctx0" brushRef="#br0">197 24 8122,'2'-3'7638,"6"-7"-1089,-9 9-6390,0 0 1,0 0 0,0 0-1,0 0 1,0 1 0,-1-1-1,1 0 1,0 1 0,0-1-1,0 1 1,-1-1 0,1 1-1,0 0 1,-1-1 0,1 1-1,0 0 1,-1 0 0,1 0-1,-3 0 1,-28 3 23,23-1-176,-1 1-1,1 0 0,0 0 0,0 1 0,0 1 0,1-1 1,-1 2-1,1-1 0,0 1 0,1 0 0,0 0 0,-8 9 1,12-11-14,0 0 0,-1 0 0,2 0 0,-1 0 0,0 1 0,1-1 0,0 1 0,0 0 0,0-1 0,1 1 1,-2 6-1,3-7 2,-1-1 0,1 1 1,0-1-1,1 1 0,-1-1 1,0 1-1,1-1 0,0 1 1,0-1-1,0 0 0,0 1 1,1-1-1,-1 0 0,1 0 1,0 0-1,0 0 0,4 5 1,-4-6 3,0 1 0,0 0 0,1-1 1,0 0-1,-1 1 0,1-1 0,0 0 0,0 0 1,0-1-1,0 1 0,0-1 0,0 1 0,1-1 1,-1 0-1,0 0 0,1-1 0,-1 1 0,5 0 1,-2-2-1,-1 1 1,1-1-1,-1 1 1,1-2 0,-1 1-1,0-1 1,0 1-1,1-1 1,-1-1-1,7-4 1,0 0 2,0-1-1,-1-1 1,0 0-1,-1 0 1,0-1 0,-1 0-1,0-1 1,11-16-1,-16 20 95,-2 6 13,-1-1 1,0 0-1,0 1 1,1-1-1,-2 0 1,1 0-1,0 0 1,0 0 0,0 0-1,-1 0 1,1-3-1,0 11 7,0 0 0,1 1 0,0-1 0,0 0 0,0 0 0,1 0 0,0 0 0,0-1 0,0 1 1,7 7-1,-4-4-655,1 0 1,0-1 0,0 0 0,1-1-1,0 1 1,11 6 0,-17-12-130,0-1 0,1 1 0,0-1 0,-1 0 0,1 0 0,0 0 0,-1 0 0,1 0 0,0 0 1,0-1-1,0 0 0,2 1 0,34 1-6303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1.451"/>
    </inkml:context>
    <inkml:brush xml:id="br0">
      <inkml:brushProperty name="width" value="0.025" units="cm"/>
      <inkml:brushProperty name="height" value="0.025" units="cm"/>
    </inkml:brush>
  </inkml:definitions>
  <inkml:trace contextRef="#ctx0" brushRef="#br0">0 1 7298,'12'4'12109,"11"14"-7245,14 10-4039,-19-20-510,-1 1-550,2-1 1,-1-1-1,28 7 1,-38-12-573,1-1 1,-1 0-1,1 0 1,11-2-1,-11 0-758,0 0 0,1-1 0,-1 0 0,14-5 0,44-20-8329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1.660"/>
    </inkml:context>
    <inkml:brush xml:id="br0">
      <inkml:brushProperty name="width" value="0.025" units="cm"/>
      <inkml:brushProperty name="height" value="0.025" units="cm"/>
    </inkml:brush>
  </inkml:definitions>
  <inkml:trace contextRef="#ctx0" brushRef="#br0">509 0 9562,'-5'0'4697,"-3"0"-2705,-8 8-135,0 2-137,-4 11-303,-9 13-41,-8 16-152,-4 4-152,-1 19-376,-2 0-207,2 6-177,3-4-224,5-7-88,5-8-144,3-8-753,5-5-1519,0-5-2361,-18 34-3137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2.250"/>
    </inkml:context>
    <inkml:brush xml:id="br0">
      <inkml:brushProperty name="width" value="0.025" units="cm"/>
      <inkml:brushProperty name="height" value="0.025" units="cm"/>
    </inkml:brush>
  </inkml:definitions>
  <inkml:trace contextRef="#ctx0" brushRef="#br0">235 40 9938,'-1'0'598,"0"-1"0,1 0-1,-1 1 1,0-1 0,0 1-1,0-1 1,0 1 0,0-1-1,1 1 1,-1 0 0,0 0 0,0-1-1,0 1 1,0 0 0,0 0-1,0 0 1,0 0 0,-2 0-1,-20 7 2836,-25 25-4832,35-23 2678,-4 3-1088,0 1 0,1 0 0,1 1-1,-24 26 1,36-37-189,0 1 0,1-1 0,-1 1 0,1 0 0,-1 0 0,1 0 0,1 0 0,-1 0-1,0 0 1,1 1 0,0-1 0,0 0 0,0 1 0,1-1 0,-1 1 0,1-1 0,0 1-1,0-1 1,1 1 0,0-1 0,-1 0 0,1 1 0,1-1 0,-1 0 0,1 1-1,-1-1 1,1 0 0,4 6 0,-4-6-3,1-1 0,0 0 0,-1 0-1,1 0 1,0 0 0,0 0 0,1 0 0,-1-1 0,1 1-1,-1-1 1,1 0 0,0 0 0,-1-1 0,1 1-1,7 1 1,-3-1 0,-1-1-1,0-1 0,0 1 1,1-1-1,-1 0 0,0-1 1,0 0-1,12-2 0,-4-1-3,0-1 0,-1-1-1,0 0 1,1 0 0,-2-2 0,1 1-1,-1-2 1,12-10 0,-17 13-8,-1-1-1,-1 0 1,0 0 0,0 0 0,0-1-1,-1 0 1,0 0 0,0 0 0,-1-1 0,0 0-1,0 1 1,-1-1 0,3-17 0,-5 20 14,0 1-1,-1 0 1,0 0 0,0-1 0,0 1 0,-1 0 0,1-1 0,-1 1 0,0 0-1,-1 0 1,0 0 0,1 0 0,-1 0 0,-1 0 0,1 1 0,-1-1 0,0 1-1,0-1 1,0 1 0,-1 0 0,1 0 0,-1 0 0,0 1 0,0 0 0,0-1 0,-6-2-1,5 3-31,1 1 0,-1 0 0,1 0 0,-1 0 0,0 1 0,1 0 0,-1-1 0,0 2 0,0-1 0,0 1 0,0-1 0,0 1 0,0 1 0,0-1 0,0 1 0,1-1-1,-1 2 1,0-1 0,0 0 0,-5 3 0,5-1-289,1-1-1,0 0 1,0 1-1,0-1 1,0 1 0,0 1-1,1-1 1,-1 0-1,1 1 1,0-1-1,0 1 1,0 0-1,-3 8 1,5-10-61,0-1 0,1 1 0,-1-1 0,1 1 0,-1 0 0,1 0 0,0-1 0,-1 1 0,1 0 0,0 0 0,1 2 0,6 30-6512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2.725"/>
    </inkml:context>
    <inkml:brush xml:id="br0">
      <inkml:brushProperty name="width" value="0.025" units="cm"/>
      <inkml:brushProperty name="height" value="0.025" units="cm"/>
    </inkml:brush>
  </inkml:definitions>
  <inkml:trace contextRef="#ctx0" brushRef="#br0">473 192 7858,'-2'-44'8225,"-5"3"-4049,6 36-3984,-1 0-1,0 1 0,0-1 1,-1 1-1,1 0 1,-1-1-1,0 1 1,0 0-1,-1 1 1,1-1-1,-1 0 1,0 1-1,1 0 0,-1 0 1,-6-3-1,-3-1-120,1 1-1,-1 1 0,0 0 0,-1 1 0,1 0 1,-1 1-1,0 0 0,0 1 0,0 1 1,0 1-1,0-1 0,0 2 0,1 0 0,-1 1 1,-17 4-1,22-4-51,0 0 0,0 1 1,0 0-1,1 0 0,-1 1 1,1 0-1,0 1 0,0-1 1,0 2-1,1-1 0,-1 1 1,1 0-1,1 1 0,-1-1 1,1 1-1,0 1 0,1-1 0,0 1 1,0 0-1,1 0 0,-1 0 1,2 1-1,-6 17 0,6-9-7,0 0-1,2 1 1,0-1-1,0 1 1,3 17-1,16 91 46,-4-39-47,-1 184 12,-9-136-66,-3-126 39,0 1 0,1 0 0,0-1 0,1 0 0,5 14 1,0-2-234,-6-16-2201,-3-13-1667,-8-17-574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2.955"/>
    </inkml:context>
    <inkml:brush xml:id="br0">
      <inkml:brushProperty name="width" value="0.025" units="cm"/>
      <inkml:brushProperty name="height" value="0.025" units="cm"/>
    </inkml:brush>
  </inkml:definitions>
  <inkml:trace contextRef="#ctx0" brushRef="#br0">1 74 11226,'0'0'5434,"5"0"-3586,-3 0-288,9 5-736,2-3 65,8 1-33,5 0-328,3-9-360,10 4-120,8-6-48,7-2-1400,137-50-4562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3.561"/>
    </inkml:context>
    <inkml:brush xml:id="br0">
      <inkml:brushProperty name="width" value="0.025" units="cm"/>
      <inkml:brushProperty name="height" value="0.025" units="cm"/>
    </inkml:brush>
  </inkml:definitions>
  <inkml:trace contextRef="#ctx0" brushRef="#br0">1 254 8258,'14'-15'6933,"25"-6"-4629,-22 13-1380,302-193 2366,-308 193-2757,-12 7 406,-19 17-154,8-3-770,0 0-1,2 1 0,-1 0 0,2 1 0,-1 0 0,2 0 0,-10 25 1,15-32-28,0 0 1,1-1-1,0 1 1,0 0 0,0 1-1,1-1 1,0 0-1,1 0 1,0 0 0,0 1-1,1-1 1,0 0-1,1 0 1,-1 0-1,1 0 1,1 0 0,0 0-1,4 9 1,-5-15-43,0 1 0,-1-1 0,1 0 0,0 0 0,0 0 0,0 0 0,0 0 0,1 0 0,-1-1 0,0 1 0,1-1 0,-1 0 0,1 1 0,0-1 0,-1 0 0,1 0 0,0-1 0,0 1 0,-1-1 0,1 1 0,0-1 0,0 0 0,0 0 0,4-1 0,2 0-446,1 0 0,0-1-1,-1 0 1,1-1 0,16-7-1,-11 3-717,0-1-1,-1 0 1,16-11-1,108-86-8362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3.751"/>
    </inkml:context>
    <inkml:brush xml:id="br0">
      <inkml:brushProperty name="width" value="0.025" units="cm"/>
      <inkml:brushProperty name="height" value="0.025" units="cm"/>
    </inkml:brush>
  </inkml:definitions>
  <inkml:trace contextRef="#ctx0" brushRef="#br0">13 1 10378,'-5'0'4833,"2"0"-3552,-2 0-185,5 8-376,3 2-528,2 3-192,3 8-296,2-5-1368,32 36-3129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4.213"/>
    </inkml:context>
    <inkml:brush xml:id="br0">
      <inkml:brushProperty name="width" value="0.025" units="cm"/>
      <inkml:brushProperty name="height" value="0.025" units="cm"/>
    </inkml:brush>
  </inkml:definitions>
  <inkml:trace contextRef="#ctx0" brushRef="#br0">0 28 7858,'0'0'294,"0"-1"0,0 1 0,0 0 0,0-1 0,0 1 0,1 0 0,-1-1 0,0 1 0,0 0 0,0-1 0,0 1 0,1 0 0,-1 0 0,0-1 0,0 1 0,0 0 0,1 0 0,-1-1 0,0 1 0,1 0 0,-1 0 0,0 0 0,0-1 0,1 1 0,-1 0 0,0 0 0,1 0 1,-1 0-1,1 0 0,15-1 2950,13 6-1309,-26-2-1783,1-1 0,-1 0-1,0 1 1,0 0 0,0 0 0,0 0-1,-1 0 1,1 0 0,-1 0 0,1 1-1,-1-1 1,0 1 0,-1 0 0,1-1-1,-1 1 1,1 0 0,-1 0 0,0 0-1,0 7 1,12 28 186,-11-40-385,0 0 1,0 0-1,0-1 1,0 1-1,-1 0 0,1-1 1,0 1-1,-1-1 1,1 0-1,1-1 1,-3 2 35,13-14-121,2 0 1,0 0-1,0 2 1,1-1-1,23-13 0,-21 13 78,-10 8 303,2 18 231,-8-7-485,2 3 15,0-1 0,0 1 0,1-1 0,8 11 0,9-2-2533,9-7-3909,11-8-105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4.500"/>
    </inkml:context>
    <inkml:brush xml:id="br0">
      <inkml:brushProperty name="width" value="0.025" units="cm"/>
      <inkml:brushProperty name="height" value="0.025" units="cm"/>
    </inkml:brush>
  </inkml:definitions>
  <inkml:trace contextRef="#ctx0" brushRef="#br0">74 1 10266,'0'0'6155,"0"9"-4679,-4 12 1272,-10 37 0,-2 4-1409,5 13 327,-2 153 0,13-96-3232,1-42-2244,-4-87-686,-10-8-1085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4.945"/>
    </inkml:context>
    <inkml:brush xml:id="br0">
      <inkml:brushProperty name="width" value="0.025" units="cm"/>
      <inkml:brushProperty name="height" value="0.025" units="cm"/>
    </inkml:brush>
  </inkml:definitions>
  <inkml:trace contextRef="#ctx0" brushRef="#br0">0 167 10082,'7'-4'1515,"0"1"-1,1-1 0,0 1 1,9-2-1,34-4 2116,-17 7-2765,37 4 0,-28 0 73,36-1 25,83-10 0,-152 8-915,0-1 1,0-1 0,0 0 0,0 0 0,0-1 0,10-5 0,-18 8-40,-1 0 0,1 0 1,0 0-1,0-1 0,-1 1 0,1 0 1,-1-1-1,1 1 0,-1-1 1,1 0-1,-1 1 0,0-1 0,0 0 1,0 0-1,1-2 0,-2 2 4,1 1-1,-1-1 0,0 1 0,0-1 1,-1 1-1,1-1 0,0 1 0,0-1 1,-1 1-1,1-1 0,-1 1 1,1-1-1,-1 1 0,0 0 0,1-1 1,-1 1-1,0 0 0,0-1 0,0 1 1,0 0-1,0 0 0,0 0 0,-1 0 1,0-1-1,-5-4 15,1 0-1,-1 1 1,0 0 0,-1 0-1,1 0 1,-11-4-1,15 8-18,0 0-1,0 0 0,0 0 0,0 1 0,0-1 0,0 1 1,0 0-1,0 0 0,-1 0 0,1 0 0,0 1 0,0-1 1,0 1-1,0 0 0,0 0 0,0 0 0,0 0 0,0 0 1,0 1-1,1-1 0,-5 4 0,-7 4 70,0 1 0,1 1 0,-22 22-1,32-29-55,0 0-1,0 0 0,0 0 0,0 0 1,1 0-1,0 0 0,-1 1 0,2-1 1,-1 1-1,0-1 0,1 1 0,0 0 1,0-1-1,0 1 0,1 0 1,0 0-1,0 0 0,1 6 0,-1-4-87,1-1 0,1 0 0,-1 0-1,1 0 1,0 0 0,0 0 0,1 0 0,0 0-1,0-1 1,0 1 0,1-1 0,-1 0 0,1 0-1,1 0 1,-1-1 0,1 1 0,-1-1 0,1 0-1,1-1 1,-1 1 0,0-1 0,1 0 0,0 0-1,-1-1 1,1 1 0,0-1 0,0-1-1,1 1 1,-1-1 0,0 0 0,0 0 0,8-1-1,-2 1-1340,1-1 0,-1 0 0,0-1-1,1-1 1,-1 0 0,13-4-1,50-17-8489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5.840"/>
    </inkml:context>
    <inkml:brush xml:id="br0">
      <inkml:brushProperty name="width" value="0.025" units="cm"/>
      <inkml:brushProperty name="height" value="0.025" units="cm"/>
    </inkml:brush>
  </inkml:definitions>
  <inkml:trace contextRef="#ctx0" brushRef="#br0">314 56 4953,'16'-21'9896,"-16"20"-9488,1 0 0,-1 0-1,0 0 1,1 0 0,-1 0 0,0 0 0,0 0-1,0 0 1,1 0 0,-1 0 0,0-1-1,-1 1 1,1 0 0,0-2 0,-1 2-248,0 0 0,0 0 1,0 0-1,1 0 1,-2-1-1,1 1 0,0 0 1,0 1-1,0-1 1,0 0-1,-1 0 0,1 0 1,0 1-1,0-1 0,-1 1 1,1-1-1,-1 1 1,1-1-1,-1 1 0,1 0 1,0 0-1,-1 0 1,1-1-1,-1 1 0,1 1 1,-4-1-1,-6 1-40,-1 0 1,1 0-1,0 1 0,-1 0 0,1 1 1,0 1-1,-14 5 0,18-5-110,0-1 1,0 1-1,0 0 1,0 1-1,0-1 0,1 2 1,0-1-1,0 0 1,0 1-1,-9 13 0,14-18-13,0 1 0,0-1 0,1 1 0,-1-1 0,0 1 0,1 0 0,-1-1 0,1 1 0,-1 0 0,1-1 0,0 1 0,0 0 0,0-1-1,0 1 1,0 0 0,0 0 0,0-1 0,0 1 0,1 0 0,0 2 0,1-1 1,-1 0 0,1 0 1,0-1-1,0 1 0,0-1 0,0 1 0,0-1 0,0 0 0,1 0 1,4 4-1,-1-3 1,0 1 0,0 0 0,0-1 0,1 0 0,0-1 0,0 1 0,-1-1 0,1-1 0,11 2 0,-2-4-65,-1-1 1,0 0-1,0-1 1,-1-1-1,1 0 1,-1-1-1,0 0 1,0-2-1,0 1 1,-1-2 0,24-16-1,-36 23 65,1 0 0,-1 0 0,1 0-1,-1 0 1,0 0 0,1 0 0,-1 0 0,0-1-1,0 1 1,0 0 0,0-1 0,0 1 0,0-1-1,-1 1 1,1-1 0,0 1 0,-1-1 0,1 0-1,-1 1 1,1-1 0,-1 0 0,0 1 0,0-1-1,0 0 1,0 1 0,0-1 0,0 0 0,0 1-1,-1-4 1,0 4 7,1 1-1,0 0 1,0-1-1,-1 1 1,1 0-1,0 0 1,0-1-1,-1 1 1,1 0-1,0 0 1,-1 0-1,1-1 1,0 1-1,-1 0 1,1 0-1,0 0 1,-1 0-1,1-1 1,0 1-1,-1 0 1,1 0-1,-1 0 1,1 0-1,0 0 1,-1 0-1,1 0 1,0 0-1,-1 0 1,1 0-1,-1 1 1,1-1-1,0 0 1,-1 0-1,1 0 1,0 0-1,-1 0 1,1 1-1,0-1 1,-1 0-1,1 0 1,0 1-1,0-1 1,-1 0-1,1 0 1,0 1-1,-15 13 150,4-1-133,1 0-1,0 1 1,2 1-1,-1-1 1,2 1-1,0 1 1,0-1-1,2 1 1,0 0-1,-5 28 1,2 14 40,-2 103 0,6-59-33,2-80-11,0 16 26,-12 62 1,12-90 31,0-1 0,-1 1 0,0-1 0,0 0 0,-1 0 0,-1 0 0,1 0 0,-1-1 0,-1 0 0,0 0-1,-11 13 1,15-20-66,0 1 0,0-1-1,0 1 1,0-1 0,0 0-1,0 0 1,0 0 0,-1 0-1,1 0 1,0 0 0,-1 0-1,1-1 1,0 0 0,-1 1-1,1-1 1,-1 0 0,1 0-1,-1 0 1,-3-1 0,1 0-26,0 0 0,0-1 1,-1 0-1,1 0 0,1 0 1,-1-1-1,0 1 1,-7-7-1,1 1-83,1-2 1,0 1-1,0-1 1,1-1-1,0 1 1,-8-16-1,13 20 40,0 0 0,1 0 0,0-1 0,0 1 0,1-1 0,0 0 0,0 0 0,0 0 0,1 0 0,0 0 0,1 0 0,-1-1 0,1 1 0,1 0 0,-1 0 0,1 0 0,1 0 0,-1 0 0,4-10 0,0 6 31,0 0 0,1 1 0,1 0 0,0 0 0,0 0 0,0 1 0,1 0 0,1 0 0,0 1 0,17-14 0,20-9 15,1 2 1,79-36-1,-80 43 7,0-2-1,-2-2 0,53-40 1,-68 43-81,43-47 0,-64 61 53,0-1-1,-1 1 1,0-1 0,0-1 0,-1 1-1,-1-1 1,1 0 0,-2 0 0,4-14 0,-7 24 41,-1 0 1,0 1 0,0-1 0,1 0-1,-1 0 1,0 0 0,0 0-1,0 0 1,0 0 0,0 0 0,0 0-1,0 1 1,0-1 0,-1 0 0,1 0-1,0 0 1,0 0 0,-1 0 0,1 0-1,-1 1 1,1-1 0,0 0 0,-1 0-1,0 1 1,0-2 0,0 1 3,-1 1 0,1-1 1,0 1-1,0-1 0,-1 1 1,1 0-1,0-1 0,-1 1 0,1 0 1,0 0-1,-1 0 0,1 0 1,-1 0-1,1 0 0,-2 1 1,-9 2 65,0 1 1,0 0 0,-13 6-1,14-5-5,-21 7 123,0 2 0,1 1 1,-48 32-1,78-46-190,-1 0 0,1 1 0,0-1 0,0 0-1,0 0 1,1 0 0,-1 1 0,0-1 0,0 0-1,1 1 1,-1-1 0,1 1 0,-1-1 0,1 1 0,0-1-1,-1 1 1,1-1 0,0 1 0,0 0 0,0-1 0,0 1-1,0-1 1,0 1 0,1-1 0,-1 1 0,1-1-1,-1 1 1,1-1 0,-1 1 0,1-1 0,0 0 0,-1 1-1,1-1 1,2 2 0,3 7 17,1-1 0,1 0 1,13 13-1,-13-14-20,-4-3-38,5 4-257,1 1-1,-1-1 1,21 14 0,-25-20-296,-1-1 1,1 1-1,0-1 0,0 0 1,0-1-1,0 1 1,0-1-1,0 0 1,0 0-1,1 0 0,-1-1 1,0 0-1,1 0 1,5-1-1,65-16-9520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6.188"/>
    </inkml:context>
    <inkml:brush xml:id="br0">
      <inkml:brushProperty name="width" value="0.025" units="cm"/>
      <inkml:brushProperty name="height" value="0.025" units="cm"/>
    </inkml:brush>
  </inkml:definitions>
  <inkml:trace contextRef="#ctx0" brushRef="#br0">0 204 8906,'8'9'8688,"-2"6"-4571,-1 18-2234,-3-22-642,8 38 573,-5-26-911,-1 0 1,3 42 0,-18-93-522,8 3-437,1-1-1,1 1 1,1-1 0,1 0-1,2 1 1,0-1-1,2 1 1,1 0-1,1 0 1,0 1-1,17-34 1,-22 55-89,-1 0 0,1 0-1,0 0 1,0 0 0,1 0 0,-1 1 0,0-1-1,1 1 1,-1 0 0,1-1 0,0 1 0,0 0-1,0 1 1,0-1 0,4-1 0,4-1-1917,2 1 0,-1 0 1,16-2-1,-16 3 88,60-8-4883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6.601"/>
    </inkml:context>
    <inkml:brush xml:id="br0">
      <inkml:brushProperty name="width" value="0.025" units="cm"/>
      <inkml:brushProperty name="height" value="0.025" units="cm"/>
    </inkml:brush>
  </inkml:definitions>
  <inkml:trace contextRef="#ctx0" brushRef="#br0">250 0 13123,'-2'4'780,"1"-1"1,-1 0-1,1 0 0,-1 1 1,0-1-1,0-1 0,0 1 1,-1 0-1,1 0 0,-1-1 1,0 1-1,1-1 1,-5 2-1,-43 22 2041,42-23-2650,0 0-1,1 1 1,0 0-1,-1 0 0,1 0 1,-8 8-1,14-11-173,1 0 0,-1 0 0,1 0-1,-1 0 1,1-1 0,0 1 0,-1 0 0,1 0 0,0 0 0,0 0 0,0 0-1,0 0 1,0 0 0,0 0 0,0 0 0,0 0 0,0 0 0,0 0 0,0 0-1,1-1 1,-1 1 0,0 0 0,1 0 0,-1 0 0,1 1 0,16 28-200,-6-11-16,5 12-157,-12-25 227,0 0 0,0 1 0,-1-1 0,0 1 0,0 0 0,-1 0 0,0 0 0,0 0 0,0 7 0,-2-13 146,0 0-1,0-1 1,0 1-1,0-1 0,-1 1 1,1-1-1,0 1 1,0-1-1,-1 1 0,1-1 1,0 0-1,-1 1 0,1-1 1,-1 1-1,1-1 1,0 0-1,-1 1 0,1-1 1,-1 0-1,1 1 1,-1-1-1,1 0 0,-1 0 1,1 0-1,-1 1 0,1-1 1,-1 0-1,0 0 1,0 0-1,-21 3 149,12-3-96,-31 9 146,22-4-702,0-2 0,-35 3 0,63-10-3787,32-18-3030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8.764"/>
    </inkml:context>
    <inkml:brush xml:id="br0">
      <inkml:brushProperty name="width" value="0.025" units="cm"/>
      <inkml:brushProperty name="height" value="0.025" units="cm"/>
    </inkml:brush>
  </inkml:definitions>
  <inkml:trace contextRef="#ctx0" brushRef="#br0">401 113 8570,'29'-21'8001,"-27"19"-7546,0 0 0,-1 0 0,1-1 0,-1 1 1,1 0-1,-1-1 0,0 1 0,0-1 0,1-3 0,-1 5-352,-1-1-1,0 0 1,0 1 0,0-1-1,0 0 1,0 0 0,0 1 0,-1-1-1,1 0 1,0 1 0,-1-1 0,1 0-1,-1 1 1,0-1 0,0 1-1,1-1 1,-1 1 0,0-1 0,0 1-1,0 0 1,-1-1 0,1 1 0,0 0-1,0 0 1,-1 0 0,1 0-1,-1 0 1,1 0 0,-1 0 0,1 1-1,-1-1 1,1 0 0,-1 1 0,0-1-1,-1 1 1,-10-5-68,0 2 0,0-1 0,0 2 1,-1 0-1,1 1 0,0 0 0,-1 0 0,1 2 1,-25 3-1,28-2-57,-1 0 1,1 1 0,-1 0-1,1 1 1,0 0 0,0 1 0,1 0-1,-1 0 1,1 1 0,0 0-1,0 1 1,-13 13 0,19-17 14,0 0 0,0 0 0,0 1 0,0-1 0,1 1 0,-1 0 0,1 0 0,0 0 0,0 0 0,1 0 1,-1 0-1,1 0 0,0 1 0,0-1 0,0 1 0,1-1 0,-1 0 0,1 1 0,0-1 0,1 1 0,-1-1 0,1 1 0,-1-1 1,2 0-1,-1 1 0,0-1 0,3 5 0,5 7 1,0 0 1,2 0 0,0-2-1,0 1 1,20 18 0,-17-18 2,-1 0 1,21 31-1,-30-40 4,-1 1 0,1 1 0,-2-1-1,1 0 1,-1 1 0,0-1 0,0 1-1,-1 0 1,0-1 0,-1 1 0,0 0-1,0 0 1,0 0 0,-1 0 0,0-1 0,-1 1-1,1 0 1,-2-1 0,1 0 0,-1 1-1,-7 13 1,2-9 19,0 1 0,0-1 0,-1-1-1,-1 1 1,0-2 0,0 1 0,-1-1 0,-1-1-1,1 0 1,-24 12 0,-69 36 147,111-61-194,21-9-225,31-12 0,-50 22 141,-1 0 0,1 1-1,0-1 1,0 2 0,0-1 0,0 1-1,0 1 1,0 0 0,15 1 0,-23 0 105,1-1 0,-1 0 1,0 1-1,0-1 0,1 1 0,-1-1 1,0 1-1,0 0 0,0-1 1,0 1-1,0 0 0,0 0 1,0 0-1,0 0 0,0 0 1,0 0-1,-1 0 0,1 0 0,0 0 1,-1 0-1,1 1 0,-1-1 1,1 0-1,-1 0 0,1 1 1,-1-1-1,0 0 0,0 0 0,0 1 1,0-1-1,0 0 0,0 1 1,0-1-1,0 0 0,-1 3 1,0 5 18,-1 0 1,0-1-1,-1 1 1,-3 8 0,3-10-13,-14 33 94,-38 65 0,-4 7 1026,58-110-1059,-1 1 0,1 0 1,0 0-1,0-1 0,0 1 1,0 0-1,0 0 0,1 0 1,-1 0-1,1 0 0,0 0 1,0 0-1,0 1 1,0-1-1,1 0 0,-1 0 1,1 0-1,0 0 0,-1-1 1,1 1-1,1 0 0,-1 0 1,0 0-1,1-1 0,-1 1 1,1-1-1,0 1 0,0-1 1,0 0-1,0 1 1,3 1-1,-1-1 23,0-1-1,1 0 1,0 1 0,-1-1 0,1-1-1,0 1 1,0-1 0,0 0 0,0 0-1,0 0 1,0-1 0,0 0 0,0 0-1,0 0 1,1 0 0,-1-1 0,8-2-1,20-5 494,-1-1 0,61-27 0,-92 36-410,-1 0-203,0 0 0,-1 0-1,1-1 1,0 1 0,0 0 0,0 0-1,0 0 1,0 0 0,0 0-1,0 0 1,0 0 0,0 0 0,-1 0-1,1 0 1,0 0 0,0 0 0,0 0-1,0 0 1,0 0 0,0 0 0,-1 0-1,1 0 1,0 0 0,0 0 0,0 0-1,0 0 1,0 0 0,0 0-1,0 0 1,0 0 0,-1 0 0,1 0-1,0 0 1,0 0 0,0 1 0,0-1-1,0 0 1,0 0 0,0 0 0,0 0-1,0 0 1,0 0 0,-1 0 0,1 0-1,0 0 1,0 1 0,0-1-1,0 0 1,0 0 0,0 0 0,0 0-1,0 0 1,0 0 0,0 0 0,0 1-1,0-1 1,0 0 0,0 0 0,0 0-1,-2-14-4841,10-14-1506,14-34-4649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28.082"/>
    </inkml:context>
    <inkml:brush xml:id="br0">
      <inkml:brushProperty name="width" value="0.025" units="cm"/>
      <inkml:brushProperty name="height" value="0.025" units="cm"/>
    </inkml:brush>
  </inkml:definitions>
  <inkml:trace contextRef="#ctx0" brushRef="#br0">27 142 2184,'15'-9'7355,"-13"9"-6916,-1-1-1,1 1 1,-1-1-1,1 0 1,-1 1 0,0-1-1,0 0 1,1 0-1,-1 0 1,0 0 0,0 0-1,0 0 1,0 0 0,1-2-1,0-4 6890,-10 4-4324,7 3-2981,0 0-1,0 0 1,0 0-1,-1 0 1,1-1-1,0 1 1,0 0 0,0-1-1,0 1 1,-1-1-1,1 1 1,0-1-1,0 0 1,0 1-1,0-1 1,0 0-1,1 0 1,-1 0 0,0 0-1,0 0 1,0 0-1,1 0 1,-1 0-1,0-2 1,0 1-21,0-1 0,0 0 0,1 1-1,-1-1 1,1 0 0,0 1 0,0-1 0,0 0 0,0 1 0,0-1 0,1 0 0,-1 1 0,1-1 0,0 1 0,-1-1 0,4-4 0,-1 1-7,0 0 0,0 1 1,1-1-1,0 1 0,0 0 0,6-5 1,-12 13-2,0-1 1,1 1 0,-1 0-1,1 0 1,0-1 0,0 1-1,0 0 1,0 0 0,0 0-1,1 0 1,-1 6 0,1-6 13,0 0 0,0-1 0,-1 1 0,1 0 1,-1-1-1,1 1 0,-1-1 0,0 1 0,0-1 0,0 1 0,0-1 1,-1 0-1,1 0 0,-1 1 0,1-1 0,-4 3 0,5-5 15,-1 0 0,1 0 0,-1 0-1,0 1 1,1-1 0,-1 0 0,1 0-1,-1 0 1,1 0 0,-1 0 0,1 0-1,-1 0 1,1 0 0,-1-1 0,0 1-1,1 0 1,-1 0 0,1 0 0,-1-1-1,1 1 1,-1 0 0,1 0-1,0-1 1,-1 1 0,1 0 0,-1-1-1,1 1 1,0-1 0,-1 1 0,1 0-1,0-1 1,-1 1 0,1-1 0,0 1-1,-1-2 1,-11-21 194,9 17-216,4 2-399,8 3-2173,7 1-2373,22-8-1689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28.798"/>
    </inkml:context>
    <inkml:brush xml:id="br0">
      <inkml:brushProperty name="width" value="0.025" units="cm"/>
      <inkml:brushProperty name="height" value="0.025" units="cm"/>
    </inkml:brush>
  </inkml:definitions>
  <inkml:trace contextRef="#ctx0" brushRef="#br0">102 0 2545,'-19'9'7505,"-5"15"-3778,-1-1 197,35-20 2999,-10-3-6890,1 1-1,0-1 1,0 1 0,-1-1-1,1 1 1,0 0-1,-1-1 1,1 1-1,0 0 1,-1 0 0,1-1-1,-1 1 1,0 0-1,1 0 1,-1 0 0,0 0-1,1-1 1,-1 1-1,0 0 1,0 0 0,0 0-1,1 0 1,-1 0-1,0 0 1,0 0-1,-1 0 1,1 0 0,0-1-1,0 1 1,0 0-1,-1 0 1,1 0 0,0 0-1,-1 0 1,1 0-1,0-1 1,-1 1-1,1 0 1,-1 0 0,-1 1-1,-32 24 391,20-17-289,19-12 449,19-7-132,-22 9-429,1 0 0,0 0-1,-1 0 1,1 0 0,-1 0 0,0 0 0,1-1-1,3-2 1,-14 18 1105,-8 15-10962,25-22 1150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29.497"/>
    </inkml:context>
    <inkml:brush xml:id="br0">
      <inkml:brushProperty name="width" value="0.025" units="cm"/>
      <inkml:brushProperty name="height" value="0.025" units="cm"/>
    </inkml:brush>
  </inkml:definitions>
  <inkml:trace contextRef="#ctx0" brushRef="#br0">173 67 1608,'0'0'10941,"0"-10"-3203,-3 9-7421,0 0 0,1 0 0,-1 1 0,0-1 1,0 1-1,1-1 0,-1 1 0,0 0 0,-3 0 0,-48 9-29,26-3 19,23-5-172,-1-1-1,1 0 1,0 0-1,-1 0 1,1 0-1,-10-2 1,15 1-94,-1 1 1,0 0-1,0 0 0,1-1 1,-1 1-1,0 0 0,1-1 1,-1 1-1,0 0 1,1-1-1,-1 1 0,1-1 1,-1 1-1,1-1 0,-1 1 1,1-1-1,-1 0 1,1 1-1,-1-1 0,1 1 1,-1-2-1,1 0-18,0 1 0,0 0 0,0-1 0,1 1 0,-1 0 0,0 0-1,0 0 1,1-1 0,-1 1 0,1 0 0,-1 0 0,1 0 0,-1 0 0,1 0 0,0 0 0,0 0-1,-1 0 1,2-1 0,0 0-18,0 0-1,-1 0 1,1 0-1,0 0 1,0 1-1,0-1 1,0 1-1,0 0 1,1-1-1,-1 1 1,0 0-1,1 0 1,-1 1-1,1-1 1,-1 0-1,1 1 1,3-1-1,-6 1-3,1 0 0,0 0-1,0 0 1,0 0 0,-1 0-1,1 1 1,0-1-1,0 0 1,0 0 0,-1 1-1,1-1 1,0 1 0,0-1-1,-1 1 1,1-1 0,0 1-1,-1-1 1,1 1 0,-1-1-1,1 1 1,0 0-1,0 1 9,-1-1 0,1 1-1,-1-1 1,1 1-1,-1-1 1,0 1-1,1-1 1,-1 1-1,0-1 1,0 1 0,0-1-1,0 1 1,0 0-1,-1-1 1,1 3-1,-1-3 13,-9 39 418,9-38-411,1 0 0,-1 0 0,0 0 0,0-1-1,0 1 1,0 0 0,0-1 0,-1 1 0,1-1 0,0 1 0,-1-1 0,1 1-1,-1-1 1,0 0 0,1 0 0,-1 0 0,-3 2 0,3-6 11,0 0 1,0 0-1,0 0 1,1 0-1,-1 0 1,1-1-1,0 1 1,0 0-1,0-5 1,0 4-38,1 0 0,0 1 1,0-1-1,1 0 0,-1 0 1,1 0-1,0 1 0,0-1 1,0 0-1,0 0 0,1 1 1,-1-1-1,1 1 0,0 0 1,0-1-1,0 1 0,0 0 1,1 0-1,4-4 0,-7 7-3,0-1-1,1 1 0,-1 0 0,0 0 1,1 0-1,-1-1 0,0 1 0,1 0 1,-1 0-1,0 0 0,1 0 0,-1 0 1,0 0-1,1-1 0,-1 1 0,0 0 1,1 0-1,-1 0 0,0 0 0,1 0 1,-1 0-1,0 1 0,1-1 0,-1 0 1,1 0-1,-1 0 0,0 0 0,0 0 1,1 0-1,-1 1 0,0-1 0,1 0 1,-1 0-1,1 1 0,8 14-5,0 18 100,-9-33-88,6 61 571,-8-54-584,-5-40-8353,-1-34-3737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1.233"/>
    </inkml:context>
    <inkml:brush xml:id="br0">
      <inkml:brushProperty name="width" value="0.025" units="cm"/>
      <inkml:brushProperty name="height" value="0.025" units="cm"/>
    </inkml:brush>
  </inkml:definitions>
  <inkml:trace contextRef="#ctx0" brushRef="#br0">1 66 6369,'1'0'6478,"3"3"-4435,7-2 4820,0 2-5102,21 1-2459,168-34 1070,-89 10-67,-109 20-283,-1-1 1,0 1-1,1 0 1,-1 0-1,0-1 1,1 1-1,-1 0 1,0 0-1,1 0 0,-1 1 1,0-1-1,1 0 1,-1 0-1,0 1 1,1-1-1,-1 1 0,0-1 1,0 1-1,0-1 1,1 1-1,-1 0 1,1 1-1,-1-1 389,-2-4-120,-2-4-1360,3 1-3473,12-11-1523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1.790"/>
    </inkml:context>
    <inkml:brush xml:id="br0">
      <inkml:brushProperty name="width" value="0.025" units="cm"/>
      <inkml:brushProperty name="height" value="0.025" units="cm"/>
    </inkml:brush>
  </inkml:definitions>
  <inkml:trace contextRef="#ctx0" brushRef="#br0">1 15 7210,'2'-1'9063,"3"-1"-4212,29-9-2737,-30 11-2099,0-1-1,-1 1 0,1 0 0,0 1 0,-1-1 1,1 1-1,-1 0 0,1-1 0,-1 1 1,1 1-1,-1-1 0,1 1 0,-1-1 1,0 1-1,0 0 0,0 0 0,0 0 1,0 0-1,0 1 0,-1-1 0,1 1 1,-1 0-1,0 0 0,0 0 0,3 4 0,1 1-11,-1 1 0,0 0 0,0 0-1,-1 0 1,0 1 0,0-1 0,4 20-1,-7-20 6,-1-1-1,1 1 0,-1-1 0,-1 1 1,1 0-1,-1-1 0,-1 1 0,0-1 1,0 0-1,-1 0 0,-6 16 0,-3-2 47,-1 0 1,-26 33-1,20-30-35,-16 30 0,35-54-18,0-1-1,-1 1 0,1 0 1,0-1-1,-1 1 0,1-1 1,0 1-1,0 0 0,-1-1 0,1 1 1,0 0-1,0 0 0,0-1 1,0 1-1,0 0 0,0-1 1,0 1-1,0 0 0,0-1 0,0 1 1,1 0-1,-1 0 0,0-1 1,0 1-1,1-1 0,-1 1 1,0 0-1,1-1 0,-1 1 0,1 0 1,1 0 11,-1 0 0,1 0 0,0 0 0,-1 0 0,1 0 0,0 0 0,0-1 0,0 1 0,-1-1 0,1 1 1,3 0-1,8 0 193,0-1-1,21-1 1,-27 1-56,16-1 209,-3 1 60,0-2-1,21-3 0,-35 4-361,0-1-1,-1 1 0,1-1 0,0-1 0,-1 1 0,0-1 1,1 0-1,-1 0 0,0 0 0,0-1 0,6-5 0,-6 3-203,9-8-397,-7 4-3130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2.060"/>
    </inkml:context>
    <inkml:brush xml:id="br0">
      <inkml:brushProperty name="width" value="0.025" units="cm"/>
      <inkml:brushProperty name="height" value="0.025" units="cm"/>
    </inkml:brush>
  </inkml:definitions>
  <inkml:trace contextRef="#ctx0" brushRef="#br0">152 0 7530,'0'0'2758,"-3"6"7292,-16 32-7298,-22 26-1005,-42 74-2578,83-138 723,-2 4-1834,-1-11-2577,2-28-1316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2.647"/>
    </inkml:context>
    <inkml:brush xml:id="br0">
      <inkml:brushProperty name="width" value="0.025" units="cm"/>
      <inkml:brushProperty name="height" value="0.025" units="cm"/>
    </inkml:brush>
  </inkml:definitions>
  <inkml:trace contextRef="#ctx0" brushRef="#br0">41 1 6833,'-10'7'6221,"-8"11"-3999,7-4-2060,11-14-98,0 0 0,0 0-1,0 0 1,0 0 0,0 0-1,0 0 1,-1 0 0,1 0-1,0 0 1,0 1 0,0-1-1,0 0 1,0 0 0,0 0-1,0 0 1,0 0 0,0 0-1,0 1 1,0-1 0,-1 0-1,1 0 1,0 0 0,0 0-1,0 0 1,0 0 0,0 1-1,0-1 1,0 0 0,0 0-1,0 0 1,0 0 0,0 0 0,1 1-1,-1-1 1,0 0 0,0 0-1,0 0 1,0 0 0,0 0-1,0 0 1,0 1 0,0-1-1,0 0 1,0 0 0,0 0-1,1 0 1,-1 0 0,0 0-1,0 0 1,0 0 0,0 1-1,54-1 6012,27 0-2712,-45 0-3283,-1-2 0,1-1 0,43-10 0,-34-2 12,-69 19-2012,22-3 1697,-19 8-3548,1 1-4033,10-4-1708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3.068"/>
    </inkml:context>
    <inkml:brush xml:id="br0">
      <inkml:brushProperty name="width" value="0.025" units="cm"/>
      <inkml:brushProperty name="height" value="0.025" units="cm"/>
    </inkml:brush>
  </inkml:definitions>
  <inkml:trace contextRef="#ctx0" brushRef="#br0">28 0 10010,'-1'3'12096,"-2"15"-10558,-2-3-495,0 0 1,1 0 0,-3 28-1,5-18-685,2-1 0,0 1-1,6 39 1,-2-18-121,-2 61 0,-2-67-186,-8 22-39,8-62-127,-4 8-8013,4 8 2220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3.272"/>
    </inkml:context>
    <inkml:brush xml:id="br0">
      <inkml:brushProperty name="width" value="0.025" units="cm"/>
      <inkml:brushProperty name="height" value="0.025" units="cm"/>
    </inkml:brush>
  </inkml:definitions>
  <inkml:trace contextRef="#ctx0" brushRef="#br0">191 1 10938,'0'9'2953,"0"-3"-817,-6 15-135,-3-4-657,-9 7-824,-6 3-352,1-6-168,-7 5-16,6-2-1304,-32 15-2809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3.893"/>
    </inkml:context>
    <inkml:brush xml:id="br0">
      <inkml:brushProperty name="width" value="0.025" units="cm"/>
      <inkml:brushProperty name="height" value="0.025" units="cm"/>
    </inkml:brush>
  </inkml:definitions>
  <inkml:trace contextRef="#ctx0" brushRef="#br0">64 11 7530,'24'-9'8804,"-16"8"-4537,-13 5 796,1-2-5020,0 0 0,1 1 0,0-1 0,0 1 0,0 0 1,0 0-1,0 0 0,1 1 0,-1-1 0,1 1 0,-4 6 0,-19 43-74,20-38 28,0 0 1,0 0-1,2 0 1,0 1-1,0-1 1,2 1-1,0 24 1,1-29-14,1-1 0,0 0 0,1 1 1,0-1-1,1 0 0,-1 0 0,2 0 0,0-1 0,0 1 1,1-1-1,0 0 0,8 11 0,-11-17 6,0-1 1,1 1-1,-1-1 0,1 0 0,0 0 0,0 0 1,0 0-1,0 0 0,0-1 0,0 1 0,0-1 1,0 0-1,0 1 0,1-2 0,4 2 1,-1-1 4,0-1 1,0 0 0,0 0 0,0 0 0,0-1 0,0 0-1,9-2 1,-2-2 6,0 1 0,0-2 0,-1 0 0,1 0 0,-1-1 0,19-14 0,-28 17 11,1 1 0,-1-1 1,0 0-1,0-1 0,0 1 0,-1 0 0,1-1 0,-1 0 0,0 0 0,0 0 0,-1 0 1,0-1-1,0 1 0,2-6 0,-2-1 7,0 0 0,-1 0 0,-1 0-1,0 0 1,-2-21 0,0 10 140,-1-1-1,-1 1 0,-1 0 1,-1 0-1,-12-31 0,17 53-119,1 0-1,0 0 0,-1 0 1,1 0-1,-1 0 1,1 0-1,-1 1 0,1-1 1,-1 0-1,0 0 0,1 0 1,-1 1-1,0-1 0,0 0 1,0 1-1,1-1 0,-1 0 1,0 1-1,0-1 0,0 1 1,0 0-1,0-1 0,-1 1 1,1 0-65,0 0 1,0 0 0,0 0-1,0 1 1,0-1 0,0 0 0,0 1-1,0-1 1,0 1 0,0-1-1,0 1 1,0-1 0,1 1-1,-1 0 1,0 0 0,1-1-1,-1 1 1,0 0 0,0 1-1,-1 1-611,0 0 0,0 0-1,0 1 1,1-1-1,-1 0 1,1 1 0,0-1-1,0 1 1,0 0 0,0-1-1,1 1 1,0 7-1,4 19-4957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4.210"/>
    </inkml:context>
    <inkml:brush xml:id="br0">
      <inkml:brushProperty name="width" value="0.025" units="cm"/>
      <inkml:brushProperty name="height" value="0.025" units="cm"/>
    </inkml:brush>
  </inkml:definitions>
  <inkml:trace contextRef="#ctx0" brushRef="#br0">176 0 10042,'0'0'8594,"-3"6"-6490,-6 3-687,0 9-257,-8-3-280,2 6-424,-3-7-280,0 1-88,6 3-88,-3 0-8,3 0-256,-2 5-912,2-2-2433,-9 33-1704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4.512"/>
    </inkml:context>
    <inkml:brush xml:id="br0">
      <inkml:brushProperty name="width" value="0.025" units="cm"/>
      <inkml:brushProperty name="height" value="0.025" units="cm"/>
    </inkml:brush>
  </inkml:definitions>
  <inkml:trace contextRef="#ctx0" brushRef="#br0">69 42 768,'0'-3'1849,"-3"0"-1417,3 0-264,-3 0 792,0 0 392,-3 0-272,3-3-95,-6 4-121,6-7-584,-3 6-280,0 0-1080,-21 3-913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5.053"/>
    </inkml:context>
    <inkml:brush xml:id="br0">
      <inkml:brushProperty name="width" value="0.025" units="cm"/>
      <inkml:brushProperty name="height" value="0.025" units="cm"/>
    </inkml:brush>
  </inkml:definitions>
  <inkml:trace contextRef="#ctx0" brushRef="#br0">1 54 6793,'1'0'558,"-1"0"-1,1 0 1,0 0-1,0-1 0,0 1 1,-1 0-1,1 0 0,0 0 1,-1-1-1,1 1 1,0 0-1,-1-1 0,1 1 1,0 0-1,-1-1 0,1 1 1,0-1-1,-1 1 1,1-1-1,0 0 0,6-16 3401,-6 15-3866,0 0 1,-1 0-1,1 1 0,0-1 1,0 0-1,0 0 1,0 0-1,0 1 0,0-1 1,0 0-1,1 1 1,-1-1-1,1 1 0,-1 0 1,1-1-1,2 0 0,-3 1 1193,4 19-851,1-1 1,-2 1 0,0 0-1,-2 0 1,0 0 0,0 20-1,-1-19-205,18 258 498,-19-274-724,0 1 4,0 1 0,0 0 0,0-1 0,1 1 1,0-1-1,0 1 0,0-1 0,0 1 0,1-1 0,2 6 0,8-15-7589,-4-1 4137,22-12-2459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5.278"/>
    </inkml:context>
    <inkml:brush xml:id="br0">
      <inkml:brushProperty name="width" value="0.025" units="cm"/>
      <inkml:brushProperty name="height" value="0.025" units="cm"/>
    </inkml:brush>
  </inkml:definitions>
  <inkml:trace contextRef="#ctx0" brushRef="#br0">111 1 6833,'0'6'5026,"3"6"-2674,0 5 193,0 7 87,-3 0-847,-6-3-729,0-1-416,-6 1-328,0 0-192,-3-6-120,-3 3-64,3-6-1336,-20 8-3409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5.880"/>
    </inkml:context>
    <inkml:brush xml:id="br0">
      <inkml:brushProperty name="width" value="0.025" units="cm"/>
      <inkml:brushProperty name="height" value="0.025" units="cm"/>
    </inkml:brush>
  </inkml:definitions>
  <inkml:trace contextRef="#ctx0" brushRef="#br0">1 107 4329,'0'-2'1033,"0"0"0,1-1 0,-1 1 0,1 0 0,0 0 0,0 1 0,0-1 1,0 0-1,0 0 0,2-3 0,22-24 2633,-19 23-3440,1 0 1,0 1-1,0-1 0,0 1 1,1 1-1,13-7 0,-13 9-112,1 0-1,-1 0 1,1 0-1,-1 1 0,1 1 1,0-1-1,-1 1 1,1 1-1,0 0 1,-1 0-1,1 1 1,12 3-1,-20-4-103,0 0 1,1 0-1,-1 0 0,0 1 1,0-1-1,0 0 0,0 0 1,0 1-1,0-1 0,0 1 1,0-1-1,-1 1 0,1-1 0,0 1 1,-1-1-1,1 1 0,-1 0 1,0-1-1,1 1 0,-1 0 1,0-1-1,0 1 0,0 0 1,0-1-1,-1 1 0,1 0 1,0-1-1,-2 4 0,0 6 61,-2 0 0,-8 22 0,9-27-61,-15 32 79,-27 42 1,26-51 33,2 2 0,-25 63 0,42-94-96,-1 1 0,1 0 0,0-1 0,0 1 0,0-1 0,-1 1 0,1-1 0,0 1 0,0 0 0,0-1 0,0 1 0,0-1 1,0 1-1,0 0 0,0-1 0,0 1 0,1-1 0,-1 1 0,0-1 0,0 1 0,0 0 0,1-1 0,-1 1 0,0-1 0,1 1 0,-1-1 1,0 1-1,1-1 0,-1 0 0,1 1 0,-1-1 0,2 1 0,-1 0 66,1 0 1,0-1-1,0 1 1,0-1 0,0 0-1,-1 1 1,1-1-1,0 0 1,0 0-1,3-1 1,50-11 975,-52 11-1125,20-6 55,31-7-1556,-13 10-7227,2 0-1000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6.119"/>
    </inkml:context>
    <inkml:brush xml:id="br0">
      <inkml:brushProperty name="width" value="0.025" units="cm"/>
      <inkml:brushProperty name="height" value="0.025" units="cm"/>
    </inkml:brush>
  </inkml:definitions>
  <inkml:trace contextRef="#ctx0" brushRef="#br0">229 0 8754,'0'9'4729,"-3"9"-2721,0 12 921,1-1-264,-4 1-1081,-3-3-864,-3-1-264,-6-2-232,-3 0-120,-3 0-104,-8-3-552,2-4-1960,-38 7-4362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6.628"/>
    </inkml:context>
    <inkml:brush xml:id="br0">
      <inkml:brushProperty name="width" value="0.025" units="cm"/>
      <inkml:brushProperty name="height" value="0.025" units="cm"/>
    </inkml:brush>
  </inkml:definitions>
  <inkml:trace contextRef="#ctx0" brushRef="#br0">1 7 6105,'9'-7'24395,"-8"8"-24785,-1 0-30,1 0 1,0 0-1,0-1 1,-1 1 0,1 0-1,0-1 1,0 1-1,0 0 1,0-1 0,0 1-1,0-1 1,0 1-1,0-1 1,0 0-1,0 0 1,0 1 0,0-1-1,0 0 1,0 0-1,2 0 1,31-4-6904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7.104"/>
    </inkml:context>
    <inkml:brush xml:id="br0">
      <inkml:brushProperty name="width" value="0.025" units="cm"/>
      <inkml:brushProperty name="height" value="0.025" units="cm"/>
    </inkml:brush>
  </inkml:definitions>
  <inkml:trace contextRef="#ctx0" brushRef="#br0">28 1 3977,'-7'12'13024,"-13"12"-1719,21-25-9072,2 0-2516,-1 9-4368,-1-3-196,7-4-2044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7.565"/>
    </inkml:context>
    <inkml:brush xml:id="br0">
      <inkml:brushProperty name="width" value="0.025" units="cm"/>
      <inkml:brushProperty name="height" value="0.025" units="cm"/>
    </inkml:brush>
  </inkml:definitions>
  <inkml:trace contextRef="#ctx0" brushRef="#br0">21 0 5305,'-1'0'517,"-13"12"23783,13 11-24160,0-17-471,-2 26-237,7-21-2283,-3-11 2574,-1 1 1,1-1 0,0 0 0,-1 0 0,1 0 0,-1 0 0,1 0-1,-1 1 1,1-1 0,-1 0 0,1 0 0,0 0 0,-1 0 0,1-1-1,-1 1 1,1 0 0,-1 0 0,1 0 0,-1 0 0,1-1 0,0 1 0,-1 0-1,1-1 1,45-26-9830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8.681"/>
    </inkml:context>
    <inkml:brush xml:id="br0">
      <inkml:brushProperty name="width" value="0.025" units="cm"/>
      <inkml:brushProperty name="height" value="0.025" units="cm"/>
    </inkml:brush>
  </inkml:definitions>
  <inkml:trace contextRef="#ctx0" brushRef="#br0">62 12 7730,'0'0'2782,"5"1"6429,11 0-6660,98-13 1194,59 11-3350,-165 1-394,1 1 0,0 0 1,-1 0-1,1 1 1,-1 0-1,0 1 0,0 0 1,0 0-1,9 6 1,-14-8-2,0 1 0,0 0 1,0 1-1,-1-1 1,1 0-1,-1 1 0,0 0 1,0-1-1,0 1 0,0 0 1,0 0-1,0 0 1,-1 0-1,1 0 0,-1 1 1,0-1-1,0 0 1,-1 1-1,1-1 0,0 0 1,-1 1-1,0-1 0,0 1 1,0-1-1,-1 7 1,-1-1 4,0 0 0,0 0 0,-1-1 0,0 1-1,0-1 1,-1 1 0,-7 11 0,-41 53 61,31-45-50,-17 25-7,-149 222 13,184-269-27,0 0 0,0 0 1,0 0-1,1 1 1,0-1-1,0 0 0,1 1 1,-1 0-1,1-1 1,1 1-1,0 0 0,0 0 1,0-1-1,0 1 1,1 0-1,0-1 0,1 1 1,0-1-1,0 1 1,2 6-1,-1-8 0,0 0-1,0 0 1,1 0-1,-1 0 1,1 0-1,0-1 1,0 1 0,1-1-1,-1 0 1,1 0-1,0-1 1,0 0 0,0 0-1,0 0 1,1 0-1,-1-1 1,1 1-1,0-2 1,-1 1 0,1 0-1,0-1 1,10 0-1,-3 0-143,0-1 0,0 0 0,-1-1 0,1 0 0,0-2 0,0 1 0,0-1 0,-1-1-1,13-5 1,-25 9 133,1-1 0,0 1-1,-1 0 1,1 0 0,-1 0-1,1-1 1,-1 1 0,1 0-1,-1-1 1,1 1 0,0 0-1,-1-1 1,0 1 0,1-1-1,-1 1 1,1-1-1,-1 1 1,0-1 0,1 1-1,-1-1 1,0 1 0,1-1-1,-1 1 1,0-1 0,0 0-1,1 0 1,-12-9-159,-24 0 98,31 10 78,0-1 0,1 1 0,-1 1 0,1-1 1,-1 0-1,0 1 0,1 0 0,-1 0 0,1 0 0,0 0 1,-1 0-1,1 1 0,0-1 0,0 1 0,-1 0 0,2 0 1,-1 0-1,0 1 0,0-1 0,1 1 0,-1-1 0,1 1 1,0 0-1,0 0 0,0 0 0,0 0 0,0 0 0,1 1 1,-1-1-1,1 0 0,0 1 0,0-1 0,0 1 0,0 3 1,0 7 3,0 0 1,1 0-1,1 0 1,0 0-1,1 0 1,0 0 0,6 19-1,4 5 12,24 51-1,-22-59 0,-2 1 0,16 59-1,-28-88-1,0 0 0,0 0-1,0 0 1,0 0 0,0 0-1,0 0 1,-1 0 0,1 0-1,-1 0 1,1-1 0,-1 1-1,0 0 1,0 0 0,0 0 0,0-1-1,0 1 1,0 0 0,0-1-1,-1 1 1,1-1 0,-1 1-1,1-1 1,-1 0 0,1 1-1,-1-1 1,0 0 0,1 0-1,-5 1 1,-5 3 170,0 0 1,-1-1-1,-18 5 0,19-6-84,-68 17 624,41-11-150,1 1 1,0 1-1,-64 31 1,100-42-571,1 0 1,-1 0 0,1 0-1,0 0 1,-1 0 0,1 0-1,-1 0 1,1 0 0,0 1-1,-1-1 1,1 0-1,-1 0 1,1 0 0,0 1-1,-1-1 1,1 0 0,0 0-1,-1 1 1,1-1 0,0 0-1,0 1 1,-1-1-1,1 0 1,0 1 0,0-1-1,-1 0 1,1 1 0,0-1-1,0 0 1,0 1 0,0-1-1,0 1 1,0-1-1,-1 1 1,18-2 53,28-10-692,-38 9-453,1-1-1,-1 0 1,0-1 0,10-6-1,14-12-5415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0.942"/>
    </inkml:context>
    <inkml:brush xml:id="br0">
      <inkml:brushProperty name="width" value="0.025" units="cm"/>
      <inkml:brushProperty name="height" value="0.025" units="cm"/>
    </inkml:brush>
  </inkml:definitions>
  <inkml:trace contextRef="#ctx0" brushRef="#br0">57 0 552,'-9'0'12195,"6"0"-7050,-9 0-2817,6 3-327,0 0-281,3 3-424,0-3-495,-3 0-297,3 0-136,1 0-368,-1 0-48,8 0-4009,-2 3-256,33 59-1760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0"/>
    </inkml:context>
    <inkml:brush xml:id="br0">
      <inkml:brushProperty name="width" value="0.025" units="cm"/>
      <inkml:brushProperty name="height" value="0.025" units="cm"/>
    </inkml:brush>
  </inkml:definitions>
  <inkml:trace contextRef="#ctx0" brushRef="#br0">401 113 8570,'29'-21'8001,"-27"19"-7546,0 0 0,-1 0 0,1-1 0,-1 1 1,1 0-1,-1-1 0,0 1 0,0-1 0,1-3 0,-1 5-352,-1-1-1,0 0 1,0 1 0,0-1-1,0 0 1,0 0 0,0 1 0,-1-1-1,1 0 1,0 1 0,-1-1 0,1 0-1,-1 1 1,0-1 0,0 1-1,1-1 1,-1 1 0,0-1 0,0 1-1,0 0 1,-1-1 0,1 1 0,0 0-1,0 0 1,-1 0 0,1 0-1,-1 0 1,1 0 0,-1 0 0,1 1-1,-1-1 1,1 0 0,-1 1 0,0-1-1,-1 1 1,-10-5-68,0 2 0,0-1 0,0 2 1,-1 0-1,1 1 0,0 0 0,-1 0 0,1 2 1,-25 3-1,28-2-57,-1 0 1,1 1 0,-1 0-1,1 1 1,0 0 0,0 1 0,1 0-1,-1 0 1,1 1 0,0 0-1,0 1 1,-13 13 0,19-17 14,0 0 0,0 0 0,0 1 0,0-1 0,1 1 0,-1 0 0,1 0 0,0 0 0,0 0 0,1 0 1,-1 0-1,1 0 0,0 1 0,0-1 0,0 1 0,1-1 0,-1 0 0,1 1 0,0-1 0,1 1 0,-1-1 0,1 1 0,-1-1 1,2 0-1,-1 1 0,0-1 0,3 5 0,5 7 1,0 0 1,2 0 0,0-2-1,0 1 1,20 18 0,-17-18 2,-1 0 1,21 31-1,-30-40 4,-1 1 0,1 1 0,-2-1-1,1 0 1,-1 1 0,0-1 0,0 1-1,-1 0 1,0-1 0,-1 1 0,0 0-1,0 0 1,0 0 0,-1 0 0,0-1 0,-1 1-1,1 0 1,-2-1 0,1 0 0,-1 1-1,-7 13 1,2-9 19,0 1 0,0-1 0,-1-1-1,-1 1 1,0-2 0,0 1 0,-1-1 0,-1-1-1,1 0 1,-24 12 0,-69 36 147,111-61-194,21-9-225,31-12 0,-50 22 141,-1 0 0,1 1-1,0-1 1,0 2 0,0-1 0,0 1-1,0 1 1,0 0 0,15 1 0,-23 0 105,1-1 0,-1 0 1,0 1-1,0-1 0,1 1 0,-1-1 1,0 1-1,0 0 0,0-1 1,0 1-1,0 0 0,0 0 1,0 0-1,0 0 0,0 0 1,0 0-1,-1 0 0,1 0 0,0 0 1,-1 0-1,1 1 0,-1-1 1,1 0-1,-1 0 0,1 1 1,-1-1-1,0 0 0,0 0 0,0 1 1,0-1-1,0 0 0,0 1 1,0-1-1,0 0 0,-1 3 1,0 5 18,-1 0 1,0-1-1,-1 1 1,-3 8 0,3-10-13,-14 33 94,-38 65 0,-4 7 1026,58-110-1059,-1 1 0,1 0 1,0 0-1,0-1 0,0 1 1,0 0-1,0 0 0,1 0 1,-1 0-1,1 0 0,0 0 1,0 0-1,0 1 1,0-1-1,1 0 0,-1 0 1,1 0-1,0 0 0,-1-1 1,1 1-1,1 0 0,-1 0 1,0 0-1,1-1 0,-1 1 1,1-1-1,0 1 0,0-1 1,0 0-1,0 1 1,3 1-1,-1-1 23,0-1-1,1 0 1,0 1 0,-1-1 0,1-1-1,0 1 1,0-1 0,0 0 0,0 0-1,0 0 1,0-1 0,0 0 0,0 0-1,0 0 1,1 0 0,-1-1 0,8-2-1,20-5 494,-1-1 0,61-27 0,-92 36-410,-1 0-203,0 0 0,-1 0-1,1-1 1,0 1 0,0 0 0,0 0-1,0 0 1,0 0 0,0 0-1,0 0 1,0 0 0,0 0 0,-1 0-1,1 0 1,0 0 0,0 0 0,0 0-1,0 0 1,0 0 0,0 0 0,-1 0-1,1 0 1,0 0 0,0 0 0,0 0-1,0 0 1,0 0 0,0 0-1,0 0 1,0 0 0,-1 0 0,1 0-1,0 0 1,0 0 0,0 1 0,0-1-1,0 0 1,0 0 0,0 0 0,0 0-1,0 0 1,0 0 0,-1 0 0,1 0-1,0 0 1,0 1 0,0-1-1,0 0 1,0 0 0,0 0 0,0 0-1,0 0 1,0 0 0,0 0 0,0 1-1,0-1 1,0 0 0,0 0 0,0 0-1,-2-14-4841,10-14-1506,14-34-4649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1"/>
    </inkml:context>
    <inkml:brush xml:id="br0">
      <inkml:brushProperty name="width" value="0.025" units="cm"/>
      <inkml:brushProperty name="height" value="0.025" units="cm"/>
    </inkml:brush>
  </inkml:definitions>
  <inkml:trace contextRef="#ctx0" brushRef="#br0">27 142 2184,'15'-9'7355,"-13"9"-6916,-1-1-1,1 1 1,-1-1-1,1 0 1,-1 1 0,0-1-1,0 0 1,1 0-1,-1 0 1,0 0 0,0 0-1,0 0 1,0 0 0,1-2-1,0-4 6890,-10 4-4324,7 3-2981,0 0-1,0 0 1,0 0-1,-1 0 1,1-1-1,0 1 1,0 0 0,0-1-1,0 1 1,-1-1-1,1 1 1,0-1-1,0 0 1,0 1-1,0-1 1,0 0-1,1 0 1,-1 0 0,0 0-1,0 0 1,0 0-1,1 0 1,-1 0-1,0-2 1,0 1-21,0-1 0,0 0 0,1 1-1,-1-1 1,1 0 0,0 1 0,0-1 0,0 0 0,0 1 0,0-1 0,1 0 0,-1 1 0,1-1 0,0 1 0,-1-1 0,4-4 0,-1 1-7,0 0 0,0 1 1,1-1-1,0 1 0,0 0 0,6-5 1,-12 13-2,0-1 1,1 1 0,-1 0-1,1 0 1,0-1 0,0 1-1,0 0 1,0 0 0,0 0-1,1 0 1,-1 6 0,1-6 13,0 0 0,0-1 0,-1 1 0,1 0 1,-1-1-1,1 1 0,-1-1 0,0 1 0,0-1 0,0 1 0,0-1 1,-1 0-1,1 0 0,-1 1 0,1-1 0,-4 3 0,5-5 15,-1 0 0,1 0 0,-1 0-1,0 1 1,1-1 0,-1 0 0,1 0-1,-1 0 1,1 0 0,-1 0 0,1 0-1,-1 0 1,1 0 0,-1-1 0,0 1-1,1 0 1,-1 0 0,1 0 0,-1-1-1,1 1 1,-1 0 0,1 0-1,0-1 1,-1 1 0,1 0 0,-1-1-1,1 1 1,0-1 0,-1 1 0,1 0-1,0-1 1,-1 1 0,1-1 0,0 1-1,-1-2 1,-11-21 194,9 17-216,4 2-399,8 3-2173,7 1-2373,22-8-1689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2"/>
    </inkml:context>
    <inkml:brush xml:id="br0">
      <inkml:brushProperty name="width" value="0.025" units="cm"/>
      <inkml:brushProperty name="height" value="0.025" units="cm"/>
    </inkml:brush>
  </inkml:definitions>
  <inkml:trace contextRef="#ctx0" brushRef="#br0">102 0 2545,'-19'9'7505,"-5"15"-3778,-1-1 197,35-20 2999,-10-3-6890,1 1-1,0-1 1,0 1 0,-1-1-1,1 1 1,0 0-1,-1-1 1,1 1-1,0 0 1,-1 0 0,1-1-1,-1 1 1,0 0-1,1 0 1,-1 0 0,0 0-1,1-1 1,-1 1-1,0 0 1,0 0 0,0 0-1,1 0 1,-1 0-1,0 0 1,0 0-1,-1 0 1,1 0 0,0-1-1,0 1 1,0 0-1,-1 0 1,1 0 0,0 0-1,-1 0 1,1 0-1,0-1 1,-1 1-1,1 0 1,-1 0 0,-1 1-1,-32 24 391,20-17-289,19-12 449,19-7-132,-22 9-429,1 0 0,0 0-1,-1 0 1,1 0 0,-1 0 0,0 0 0,1-1-1,3-2 1,-14 18 1105,-8 15-10962,25-22 1150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3"/>
    </inkml:context>
    <inkml:brush xml:id="br0">
      <inkml:brushProperty name="width" value="0.025" units="cm"/>
      <inkml:brushProperty name="height" value="0.025" units="cm"/>
    </inkml:brush>
  </inkml:definitions>
  <inkml:trace contextRef="#ctx0" brushRef="#br0">173 67 1608,'0'0'10941,"0"-10"-3203,-3 9-7421,0 0 0,1 0 0,-1 1 0,0-1 1,0 1-1,1-1 0,-1 1 0,0 0 0,-3 0 0,-48 9-29,26-3 19,23-5-172,-1-1-1,1 0 1,0 0-1,-1 0 1,1 0-1,-10-2 1,15 1-94,-1 1 1,0 0-1,0 0 0,1-1 1,-1 1-1,0 0 0,1-1 1,-1 1-1,0 0 1,1-1-1,-1 1 0,1-1 1,-1 1-1,1-1 0,-1 1 1,1-1-1,-1 0 1,1 1-1,-1-1 0,1 1 1,-1-2-1,1 0-18,0 1 0,0 0 0,0-1 0,1 1 0,-1 0 0,0 0-1,0 0 1,1-1 0,-1 1 0,1 0 0,-1 0 0,1 0 0,-1 0 0,1 0 0,0 0 0,0 0-1,-1 0 1,2-1 0,0 0-18,0 0-1,-1 0 1,1 0-1,0 0 1,0 1-1,0-1 1,0 1-1,0 0 1,1-1-1,-1 1 1,0 0-1,1 0 1,-1 1-1,1-1 1,-1 0-1,1 1 1,3-1-1,-6 1-3,1 0 0,0 0-1,0 0 1,0 0 0,-1 0-1,1 1 1,0-1-1,0 0 1,0 0 0,-1 1-1,1-1 1,0 1 0,0-1-1,-1 1 1,1-1 0,0 1-1,-1-1 1,1 1 0,-1-1-1,1 1 1,0 0-1,0 1 9,-1-1 0,1 1-1,-1-1 1,1 1-1,-1-1 1,0 1-1,1-1 1,-1 1-1,0-1 1,0 1 0,0-1-1,0 1 1,0 0-1,-1-1 1,1 3-1,-1-3 13,-9 39 418,9-38-411,1 0 0,-1 0 0,0 0 0,0-1-1,0 1 1,0 0 0,0-1 0,-1 1 0,1-1 0,0 1 0,-1-1 0,1 1-1,-1-1 1,0 0 0,1 0 0,-1 0 0,-3 2 0,3-6 11,0 0 1,0 0-1,0 0 1,1 0-1,-1 0 1,1-1-1,0 1 1,0 0-1,0-5 1,0 4-38,1 0 0,0 1 1,0-1-1,1 0 0,-1 0 1,1 0-1,0 1 0,0-1 1,0 0-1,0 0 0,1 1 1,-1-1-1,1 1 0,0 0 1,0-1-1,0 1 0,0 0 1,1 0-1,4-4 0,-7 7-3,0-1-1,1 1 0,-1 0 0,0 0 1,1 0-1,-1-1 0,0 1 0,1 0 1,-1 0-1,0 0 0,1 0 0,-1 0 1,0 0-1,1-1 0,-1 1 0,0 0 1,1 0-1,-1 0 0,0 0 0,1 0 1,-1 0-1,0 1 0,1-1 0,-1 0 1,1 0-1,-1 0 0,0 0 0,0 0 1,1 0-1,-1 1 0,0-1 0,1 0 1,-1 0-1,1 1 0,8 14-5,0 18 100,-9-33-88,6 61 571,-8-54-584,-5-40-8353,-1-34-3737</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4"/>
    </inkml:context>
    <inkml:brush xml:id="br0">
      <inkml:brushProperty name="width" value="0.025" units="cm"/>
      <inkml:brushProperty name="height" value="0.025" units="cm"/>
    </inkml:brush>
  </inkml:definitions>
  <inkml:trace contextRef="#ctx0" brushRef="#br0">1 66 6369,'1'0'6478,"3"3"-4435,7-2 4820,0 2-5102,21 1-2459,168-34 1070,-89 10-67,-109 20-283,-1-1 1,0 1-1,1 0 1,-1 0-1,0-1 1,1 1-1,-1 0 1,0 0-1,1 0 0,-1 1 1,0-1-1,1 0 1,-1 0-1,0 1 1,1-1-1,-1 1 0,0-1 1,0 1-1,0-1 1,1 1-1,-1 0 1,1 1-1,-1-1 389,-2-4-120,-2-4-1360,3 1-3473,12-11-1523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5"/>
    </inkml:context>
    <inkml:brush xml:id="br0">
      <inkml:brushProperty name="width" value="0.025" units="cm"/>
      <inkml:brushProperty name="height" value="0.025" units="cm"/>
    </inkml:brush>
  </inkml:definitions>
  <inkml:trace contextRef="#ctx0" brushRef="#br0">1 15 7210,'2'-1'9063,"3"-1"-4212,29-9-2737,-30 11-2099,0-1-1,-1 1 0,1 0 0,0 1 0,-1-1 1,1 1-1,-1 0 0,1-1 0,-1 1 1,1 1-1,-1-1 0,1 1 0,-1-1 1,0 1-1,0 0 0,0 0 0,0 0 1,0 0-1,0 1 0,-1-1 0,1 1 1,-1 0-1,0 0 0,0 0 0,3 4 0,1 1-11,-1 1 0,0 0 0,0 0-1,-1 0 1,0 1 0,0-1 0,4 20-1,-7-20 6,-1-1-1,1 1 0,-1-1 0,-1 1 1,1 0-1,-1-1 0,-1 1 0,0-1 1,0 0-1,-1 0 0,-6 16 0,-3-2 47,-1 0 1,-26 33-1,20-30-35,-16 30 0,35-54-18,0-1-1,-1 1 0,1 0 1,0-1-1,-1 1 0,1-1 1,0 1-1,0 0 0,-1-1 0,1 1 1,0 0-1,0 0 0,0-1 1,0 1-1,0 0 0,0-1 1,0 1-1,0 0 0,0-1 0,0 1 1,1 0-1,-1 0 0,0-1 1,0 1-1,1-1 0,-1 1 1,0 0-1,1-1 0,-1 1 0,1 0 1,1 0 11,-1 0 0,1 0 0,0 0 0,-1 0 0,1 0 0,0 0 0,0-1 0,0 1 0,-1-1 0,1 1 1,3 0-1,8 0 193,0-1-1,21-1 1,-27 1-56,16-1 209,-3 1 60,0-2-1,21-3 0,-35 4-361,0-1-1,-1 1 0,1-1 0,0-1 0,-1 1 0,0-1 1,1 0-1,-1 0 0,0 0 0,0-1 0,6-5 0,-6 3-203,9-8-397,-7 4-3130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6"/>
    </inkml:context>
    <inkml:brush xml:id="br0">
      <inkml:brushProperty name="width" value="0.025" units="cm"/>
      <inkml:brushProperty name="height" value="0.025" units="cm"/>
    </inkml:brush>
  </inkml:definitions>
  <inkml:trace contextRef="#ctx0" brushRef="#br0">152 0 7530,'0'0'2758,"-3"6"7292,-16 32-7298,-22 26-1005,-42 74-2578,83-138 723,-2 4-1834,-1-11-2577,2-28-1316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7"/>
    </inkml:context>
    <inkml:brush xml:id="br0">
      <inkml:brushProperty name="width" value="0.025" units="cm"/>
      <inkml:brushProperty name="height" value="0.025" units="cm"/>
    </inkml:brush>
  </inkml:definitions>
  <inkml:trace contextRef="#ctx0" brushRef="#br0">41 1 6833,'-10'7'6221,"-8"11"-3999,7-4-2060,11-14-98,0 0 0,0 0-1,0 0 1,0 0 0,0 0-1,0 0 1,-1 0 0,1 0-1,0 0 1,0 1 0,0-1-1,0 0 1,0 0 0,0 0-1,0 0 1,0 0 0,0 0-1,0 1 1,0-1 0,-1 0-1,1 0 1,0 0 0,0 0-1,0 0 1,0 0 0,0 1-1,0-1 1,0 0 0,0 0-1,0 0 1,0 0 0,0 0 0,1 1-1,-1-1 1,0 0 0,0 0-1,0 0 1,0 0 0,0 0-1,0 0 1,0 1 0,0-1-1,0 0 1,0 0 0,0 0-1,1 0 1,-1 0 0,0 0-1,0 0 1,0 0 0,0 1-1,54-1 6012,27 0-2712,-45 0-3283,-1-2 0,1-1 0,43-10 0,-34-2 12,-69 19-2012,22-3 1697,-19 8-3548,1 1-4033,10-4-1708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8"/>
    </inkml:context>
    <inkml:brush xml:id="br0">
      <inkml:brushProperty name="width" value="0.025" units="cm"/>
      <inkml:brushProperty name="height" value="0.025" units="cm"/>
    </inkml:brush>
  </inkml:definitions>
  <inkml:trace contextRef="#ctx0" brushRef="#br0">28 0 10010,'-1'3'12096,"-2"15"-10558,-2-3-495,0 0 1,1 0 0,-3 28-1,5-18-685,2-1 0,0 1-1,6 39 1,-2-18-121,-2 61 0,-2-67-186,-8 22-39,8-62-127,-4 8-8013,4 8 2220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9"/>
    </inkml:context>
    <inkml:brush xml:id="br0">
      <inkml:brushProperty name="width" value="0.025" units="cm"/>
      <inkml:brushProperty name="height" value="0.025" units="cm"/>
    </inkml:brush>
  </inkml:definitions>
  <inkml:trace contextRef="#ctx0" brushRef="#br0">191 1 10938,'0'9'2953,"0"-3"-817,-6 15-135,-3-4-657,-9 7-824,-6 3-352,1-6-168,-7 5-16,6-2-1304,-32 15-2809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0"/>
    </inkml:context>
    <inkml:brush xml:id="br0">
      <inkml:brushProperty name="width" value="0.025" units="cm"/>
      <inkml:brushProperty name="height" value="0.025" units="cm"/>
    </inkml:brush>
  </inkml:definitions>
  <inkml:trace contextRef="#ctx0" brushRef="#br0">64 11 7530,'24'-9'8804,"-16"8"-4537,-13 5 796,1-2-5020,0 0 0,1 1 0,0-1 0,0 1 0,0 0 1,0 0-1,0 0 0,1 1 0,-1-1 0,1 1 0,-4 6 0,-19 43-74,20-38 28,0 0 1,0 0-1,2 0 1,0 1-1,0-1 1,2 1-1,0 24 1,1-29-14,1-1 0,0 0 0,1 1 1,0-1-1,1 0 0,-1 0 0,2 0 0,0-1 0,0 1 1,1-1-1,0 0 0,8 11 0,-11-17 6,0-1 1,1 1-1,-1-1 0,1 0 0,0 0 0,0 0 1,0 0-1,0 0 0,0-1 0,0 1 0,0-1 1,0 0-1,0 1 0,1-2 0,4 2 1,-1-1 4,0-1 1,0 0 0,0 0 0,0 0 0,0-1 0,0 0-1,9-2 1,-2-2 6,0 1 0,0-2 0,-1 0 0,1 0 0,-1-1 0,19-14 0,-28 17 11,1 1 0,-1-1 1,0 0-1,0-1 0,0 1 0,-1 0 0,1-1 0,-1 0 0,0 0 0,0 0 0,-1 0 1,0-1-1,0 1 0,2-6 0,-2-1 7,0 0 0,-1 0 0,-1 0-1,0 0 1,-2-21 0,0 10 140,-1-1-1,-1 1 0,-1 0 1,-1 0-1,-12-31 0,17 53-119,1 0-1,0 0 0,-1 0 1,1 0-1,-1 0 1,1 0-1,-1 1 0,1-1 1,-1 0-1,0 0 0,1 0 1,-1 1-1,0-1 0,0 0 1,0 1-1,1-1 0,-1 0 1,0 1-1,0-1 0,0 1 1,0 0-1,0-1 0,-1 1 1,1 0-65,0 0 1,0 0 0,0 0-1,0 1 1,0-1 0,0 0 0,0 1-1,0-1 1,0 1 0,0-1-1,0 1 1,0-1 0,1 1-1,-1 0 1,0 0 0,1-1-1,-1 1 1,0 0 0,0 1-1,-1 1-611,0 0 0,0 0-1,0 1 1,1-1-1,-1 0 1,1 1 0,0-1-1,0 1 1,0 0 0,0-1-1,1 1 1,0 7-1,4 19-4957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1"/>
    </inkml:context>
    <inkml:brush xml:id="br0">
      <inkml:brushProperty name="width" value="0.025" units="cm"/>
      <inkml:brushProperty name="height" value="0.025" units="cm"/>
    </inkml:brush>
  </inkml:definitions>
  <inkml:trace contextRef="#ctx0" brushRef="#br0">176 0 10042,'0'0'8594,"-3"6"-6490,-6 3-687,0 9-257,-8-3-280,2 6-424,-3-7-280,0 1-88,6 3-88,-3 0-8,3 0-256,-2 5-912,2-2-2433,-9 33-1704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2"/>
    </inkml:context>
    <inkml:brush xml:id="br0">
      <inkml:brushProperty name="width" value="0.025" units="cm"/>
      <inkml:brushProperty name="height" value="0.025" units="cm"/>
    </inkml:brush>
  </inkml:definitions>
  <inkml:trace contextRef="#ctx0" brushRef="#br0">69 42 768,'0'-3'1849,"-3"0"-1417,3 0-264,-3 0 792,0 0 392,-3 0-272,3-3-95,-6 4-121,6-7-584,-3 6-280,0 0-1080,-21 3-913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3"/>
    </inkml:context>
    <inkml:brush xml:id="br0">
      <inkml:brushProperty name="width" value="0.025" units="cm"/>
      <inkml:brushProperty name="height" value="0.025" units="cm"/>
    </inkml:brush>
  </inkml:definitions>
  <inkml:trace contextRef="#ctx0" brushRef="#br0">1 54 6793,'1'0'558,"-1"0"-1,1 0 1,0 0-1,0-1 0,0 1 1,-1 0-1,1 0 0,0 0 1,-1-1-1,1 1 1,0 0-1,-1-1 0,1 1 1,0 0-1,-1-1 0,1 1 1,0-1-1,-1 1 1,1-1-1,0 0 0,6-16 3401,-6 15-3866,0 0 1,-1 0-1,1 1 0,0-1 1,0 0-1,0 0 1,0 0-1,0 1 0,0-1 1,0 0-1,1 1 1,-1-1-1,1 1 0,-1 0 1,1-1-1,2 0 0,-3 1 1193,4 19-851,1-1 1,-2 1 0,0 0-1,-2 0 1,0 0 0,0 20-1,-1-19-205,18 258 498,-19-274-724,0 1 4,0 1 0,0 0 0,0-1 0,1 1 1,0-1-1,0 1 0,0-1 0,0 1 0,1-1 0,2 6 0,8-15-7589,-4-1 4137,22-12-2459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4"/>
    </inkml:context>
    <inkml:brush xml:id="br0">
      <inkml:brushProperty name="width" value="0.025" units="cm"/>
      <inkml:brushProperty name="height" value="0.025" units="cm"/>
    </inkml:brush>
  </inkml:definitions>
  <inkml:trace contextRef="#ctx0" brushRef="#br0">111 1 6833,'0'6'5026,"3"6"-2674,0 5 193,0 7 87,-3 0-847,-6-3-729,0-1-416,-6 1-328,0 0-192,-3-6-120,-3 3-64,3-6-1336,-20 8-3409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5"/>
    </inkml:context>
    <inkml:brush xml:id="br0">
      <inkml:brushProperty name="width" value="0.025" units="cm"/>
      <inkml:brushProperty name="height" value="0.025" units="cm"/>
    </inkml:brush>
  </inkml:definitions>
  <inkml:trace contextRef="#ctx0" brushRef="#br0">1 107 4329,'0'-2'1033,"0"0"0,1-1 0,-1 1 0,1 0 0,0 0 0,0 1 0,0-1 1,0 0-1,0 0 0,2-3 0,22-24 2633,-19 23-3440,1 0 1,0 1-1,0-1 0,0 1 1,1 1-1,13-7 0,-13 9-112,1 0-1,-1 0 1,1 0-1,-1 1 0,1 1 1,0-1-1,-1 1 1,1 1-1,0 0 1,-1 0-1,1 1 1,12 3-1,-20-4-103,0 0 1,1 0-1,-1 0 0,0 1 1,0-1-1,0 0 0,0 0 1,0 1-1,0-1 0,0 1 1,0-1-1,-1 1 0,1-1 0,0 1 1,-1-1-1,1 1 0,-1 0 1,0-1-1,1 1 0,-1 0 1,0-1-1,0 1 0,0 0 1,0-1-1,-1 1 0,1 0 1,0-1-1,-2 4 0,0 6 61,-2 0 0,-8 22 0,9-27-61,-15 32 79,-27 42 1,26-51 33,2 2 0,-25 63 0,42-94-96,-1 1 0,1 0 0,0-1 0,0 1 0,0-1 0,-1 1 0,1-1 0,0 1 0,0 0 0,0-1 0,0 1 0,0-1 1,0 1-1,0 0 0,0-1 0,0 1 0,1-1 0,-1 1 0,0-1 0,0 1 0,0 0 0,1-1 0,-1 1 0,0-1 0,1 1 0,-1-1 1,0 1-1,1-1 0,-1 0 0,1 1 0,-1-1 0,2 1 0,-1 0 66,1 0 1,0-1-1,0 1 1,0-1 0,0 0-1,-1 1 1,1-1-1,0 0 1,0 0-1,3-1 1,50-11 975,-52 11-1125,20-6 55,31-7-1556,-13 10-7227,2 0-1000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6"/>
    </inkml:context>
    <inkml:brush xml:id="br0">
      <inkml:brushProperty name="width" value="0.025" units="cm"/>
      <inkml:brushProperty name="height" value="0.025" units="cm"/>
    </inkml:brush>
  </inkml:definitions>
  <inkml:trace contextRef="#ctx0" brushRef="#br0">229 0 8754,'0'9'4729,"-3"9"-2721,0 12 921,1-1-264,-4 1-1081,-3-3-864,-3-1-264,-6-2-232,-3 0-120,-3 0-104,-8-3-552,2-4-1960,-38 7-4362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7"/>
    </inkml:context>
    <inkml:brush xml:id="br0">
      <inkml:brushProperty name="width" value="0.025" units="cm"/>
      <inkml:brushProperty name="height" value="0.025" units="cm"/>
    </inkml:brush>
  </inkml:definitions>
  <inkml:trace contextRef="#ctx0" brushRef="#br0">1 7 6105,'9'-7'24395,"-8"8"-24785,-1 0-30,1 0 1,0 0-1,0-1 1,-1 1 0,1 0-1,0-1 1,0 1-1,0 0 1,0-1 0,0 1-1,0-1 1,0 1-1,0-1 1,0 0-1,0 0 1,0 1 0,0-1-1,0 0 1,0 0-1,2 0 1,31-4-6904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8"/>
    </inkml:context>
    <inkml:brush xml:id="br0">
      <inkml:brushProperty name="width" value="0.025" units="cm"/>
      <inkml:brushProperty name="height" value="0.025" units="cm"/>
    </inkml:brush>
  </inkml:definitions>
  <inkml:trace contextRef="#ctx0" brushRef="#br0">28 1 3977,'-7'12'13024,"-13"12"-1719,21-25-9072,2 0-2516,-1 9-4368,-1-3-196,7-4-2044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9"/>
    </inkml:context>
    <inkml:brush xml:id="br0">
      <inkml:brushProperty name="width" value="0.025" units="cm"/>
      <inkml:brushProperty name="height" value="0.025" units="cm"/>
    </inkml:brush>
  </inkml:definitions>
  <inkml:trace contextRef="#ctx0" brushRef="#br0">21 0 5305,'-1'0'517,"-13"12"23783,13 11-24160,0-17-471,-2 26-237,7-21-2283,-3-11 2574,-1 1 1,1-1 0,0 0 0,-1 0 0,1 0 0,-1 0 0,1 0-1,-1 1 1,1-1 0,-1 0 0,1 0 0,0 0 0,-1 0 0,1-1-1,-1 1 1,1 0 0,-1 0 0,1 0 0,-1 0 0,1-1 0,0 1 0,-1 0-1,1-1 1,45-26-9830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60"/>
    </inkml:context>
    <inkml:brush xml:id="br0">
      <inkml:brushProperty name="width" value="0.025" units="cm"/>
      <inkml:brushProperty name="height" value="0.025" units="cm"/>
    </inkml:brush>
  </inkml:definitions>
  <inkml:trace contextRef="#ctx0" brushRef="#br0">62 12 7730,'0'0'2782,"5"1"6429,11 0-6660,98-13 1194,59 11-3350,-165 1-394,1 1 0,0 0 1,-1 0-1,1 1 1,-1 0-1,0 1 0,0 0 1,0 0-1,9 6 1,-14-8-2,0 1 0,0 0 1,0 1-1,-1-1 1,1 0-1,-1 1 0,0 0 1,0-1-1,0 1 0,0 0 1,0 0-1,0 0 1,-1 0-1,1 0 0,-1 1 1,0-1-1,0 0 1,-1 1-1,1-1 0,0 0 1,-1 1-1,0-1 0,0 1 1,0-1-1,-1 7 1,-1-1 4,0 0 0,0 0 0,-1-1 0,0 1-1,0-1 1,-1 1 0,-7 11 0,-41 53 61,31-45-50,-17 25-7,-149 222 13,184-269-27,0 0 0,0 0 1,0 0-1,1 1 1,0-1-1,0 0 0,1 1 1,-1 0-1,1-1 1,1 1-1,0 0 0,0 0 1,0-1-1,0 1 1,1 0-1,0-1 0,1 1 1,0-1-1,0 1 1,2 6-1,-1-8 0,0 0-1,0 0 1,1 0-1,-1 0 1,1 0-1,0-1 1,0 1 0,1-1-1,-1 0 1,1 0-1,0-1 1,0 0 0,0 0-1,0 0 1,1 0-1,-1-1 1,1 1-1,0-2 1,-1 1 0,1 0-1,0-1 1,10 0-1,-3 0-143,0-1 0,0 0 0,-1-1 0,1 0 0,0-2 0,0 1 0,0-1 0,-1-1-1,13-5 1,-25 9 133,1-1 0,0 1-1,-1 0 1,1 0 0,-1 0-1,1-1 1,-1 1 0,1 0-1,-1-1 1,1 1 0,0 0-1,-1-1 1,0 1 0,1-1-1,-1 1 1,1-1-1,-1 1 1,0-1 0,1 1-1,-1-1 1,0 1 0,1-1-1,-1 1 1,0-1 0,0 0-1,1 0 1,-12-9-159,-24 0 98,31 10 78,0-1 0,1 1 0,-1 1 0,1-1 1,-1 0-1,0 1 0,1 0 0,-1 0 0,1 0 0,0 0 1,-1 0-1,1 1 0,0-1 0,0 1 0,-1 0 0,2 0 1,-1 0-1,0 1 0,0-1 0,1 1 0,-1-1 0,1 1 1,0 0-1,0 0 0,0 0 0,0 0 0,0 0 0,1 1 1,-1-1-1,1 0 0,0 1 0,0-1 0,0 1 0,0 3 1,0 7 3,0 0 1,1 0-1,1 0 1,0 0-1,1 0 1,0 0 0,6 19-1,4 5 12,24 51-1,-22-59 0,-2 1 0,16 59-1,-28-88-1,0 0 0,0 0-1,0 0 1,0 0 0,0 0-1,0 0 1,-1 0 0,1 0-1,-1 0 1,1-1 0,-1 1-1,0 0 1,0 0 0,0 0 0,0-1-1,0 1 1,0 0 0,0-1-1,-1 1 1,1-1 0,-1 1-1,1-1 1,-1 0 0,1 1-1,-1-1 1,0 0 0,1 0-1,-5 1 1,-5 3 170,0 0 1,-1-1-1,-18 5 0,19-6-84,-68 17 624,41-11-150,1 1 1,0 1-1,-64 31 1,100-42-571,1 0 1,-1 0 0,1 0-1,0 0 1,-1 0 0,1 0-1,-1 0 1,1 0 0,0 1-1,-1-1 1,1 0-1,-1 0 1,1 0 0,0 1-1,-1-1 1,1 0 0,0 0-1,-1 1 1,1-1 0,0 0-1,0 1 1,-1-1-1,1 0 1,0 1 0,0-1-1,-1 0 1,1 1 0,0-1-1,0 0 1,0 1 0,0-1-1,0 1 1,0-1-1,-1 1 1,18-2 53,28-10-692,-38 9-453,1-1-1,-1 0 1,0-1 0,10-6-1,14-12-5415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0.842"/>
    </inkml:context>
    <inkml:brush xml:id="br0">
      <inkml:brushProperty name="width" value="0.025" units="cm"/>
      <inkml:brushProperty name="height" value="0.025" units="cm"/>
    </inkml:brush>
  </inkml:definitions>
  <inkml:trace contextRef="#ctx0" brushRef="#br0">9 179 1800,'14'10'2985,"-11"-4"-47,-12-7 1147,9 1-3894,-1 0 0,1-1 1,-1 1-1,1 0 0,-1 0 1,0 0-1,1 0 0,-1-1 0,1 1 1,-1 0-1,0 0 0,1 0 1,-1 0-1,1 1 0,-1-1 0,0 0 1,1 0-1,-1 0 0,1 0 1,-1 1-1,1-1 0,-1 0 0,0 0 1,1 1-1,-1-1 0,1 0 1,-1 1-1,0 0 0,1-1-166,0 1 0,0-1-1,0 1 1,0 0 0,0-1 0,0 1-1,0-1 1,0 1 0,0-1 0,1 1 0,-1-1-1,0 1 1,0-1 0,0 1 0,1-1-1,-1 1 1,0-1 0,0 1 0,1-1-1,-1 1 1,0-1 0,1 1 0,-1-1 0,1 0-1,-1 1 1,1-1 0,-1 0 0,0 1-1,1-1 1,-1 0 0,1 0 0,0 1-1,0-1 1,3 2 11,1 1-1,0-1 0,0 0 1,0-1-1,1 1 0,-1-1 1,0 0-1,1 0 0,-1-1 1,1 1-1,5-2 0,64-9 15,-20 1-21,244-4 320,-23 2-127,411-37 446,-608 37-630,0-5 0,-1-2 0,84-32 1,-84 25-29,-63 20-12,-10 3-4,0 0 1,0 1-1,0-1 1,0 1 0,0 0-1,1 0 1,-1 1-1,0 0 1,10 0 0,-15 1 1,1 0 0,-1 0 1,1 0-1,-1-1 0,0 1 0,1 0 1,-1 0-1,0 0 0,0 0 1,1 0-1,-1 0 0,0 0 1,0 0-1,0 0 0,0 0 1,0 0-1,-1 0 0,1 0 1,0 0-1,0 0 0,-1 0 0,1 1 1,-7 26 620,3-18-541,-1-1 0,0 1 1,0-1-1,0 0 0,-1 0 0,-1 0 1,0-1-1,0 0 0,0 0 1,-1-1-1,0 0 0,-13 9 1,-13 6-100,-73 35 1,40-23 70,4 3-50,1 4 1,2 2 0,-76 70 0,-147 170-3,124-119 13,65-62-10,50-52 6,-65 57 0,61-72 6,-102 59 1,72-48-4,19-11-2,18-12 2,1 2 0,-64 53 0,93-65-142,18-14 52,-6 1 29,6-5 26,34-27-3844,-11 4-666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3.067"/>
    </inkml:context>
    <inkml:brush xml:id="br0">
      <inkml:brushProperty name="width" value="0.025" units="cm"/>
      <inkml:brushProperty name="height" value="0.025" units="cm"/>
    </inkml:brush>
  </inkml:definitions>
  <inkml:trace contextRef="#ctx0" brushRef="#br0">1224 14 2096,'27'1'324,"-21"-1"-410,-1 1-1,0-1 0,0 0 1,1-1-1,-1 1 0,0-1 1,9-2-1,-1 0 554,0 0-1,1 1 1,-1 1-1,1 0 1,-1 1-1,1 0 1,-1 1-1,1 1 1,19 4-1,-40 14 5461,-14 23-1670,5-21-3730,2 1 0,1 1 1,-17 40-1,18-38-515,0-1 0,-2 0-1,-26 36 1,-33 38 24,-106 108 0,130-147-24,38-44-5,-1-1 1,-1-1-1,0 0 0,0-1 1,-25 19-1,-22 7 9,3-3 12,-82 69 0,131-97-28,-37 34 4,-2-3 0,-1-1 0,-86 50 0,107-72 3,-49 39-1,-10 7 24,72-52 61,0 1 0,1 0 1,1 0-1,-14 17 0,-17 14-30,24-22-29,11-7 1131,20-23-329,-12 9-809,1 0-1,0 1 1,0-1-1,0 0 1,0 0-1,0 0 1,0 1-1,0-1 1,0 0-1,0 1 1,0-1 0,0 1-1,0 0 1,1-1-1,-1 1 1,0 0-1,0-1 1,2 1-1,39-21 254,-17 5-218,-17 10-39,0 1 1,1 0-1,-1 0 0,1 0 1,0 2-1,0-1 0,1 1 0,18-4 1,1 5 41,1 2 1,-1 0-1,58 10 0,-53-5 32,1-2 0,48-1 1,-24-9 96,0-3 0,73-22 1,-40 9 224,138-20 337,-154 30-687,54-13 81,5-1 134,-127 23-273,4-1 0,-11 5-8,-1 0 0,0 0 0,0 0 0,0 0 0,1 0 0,-1-1 0,0 1 0,0 0 0,0 0 0,0 0 0,1 0 0,-1 1 1,0-1-1,0 0 0,0 0 0,1 0 0,-1 0 0,0 0 0,0 0 0,0 0 0,0 0 0,1 0 0,-1 0 0,0 0 0,0 1 0,0-1 0,0 0 0,1 0 1,-1 0-1,0 0 0,0 0 0,0 1 0,0-1 0,0 0 0,0 0 0,0 0 0,0 0 0,0 1 0,1-1 0,-1 0 0,0 0 0,0 0 0,0 1 0,0-1 0,0 0 1,0 0-1,0 0 0,0 1 0,-5 4 247,5-5-245,-1 0 0,1 0 0,0 0-1,0 0 1,0 0 0,-1 0 0,1 1 0,0-1-1,0 0 1,0 0 0,0 0 0,-1 0 0,1 0-1,0 1 1,0-1 0,0 0 0,0 0 0,0 0-1,0 1 1,-1-1 0,1 0 0,0 0 0,0 0-1,0 1 1,0-1 0,0 0 0,0 0 0,0 1 0,0-1-1,0 0 1,0 0 0,0 0 0,0 1 0,0-1-1,0 0 1,0 0 0,0 1 0,0-1 0,1 0-1,-1 0 1,0 0 0,0 1 0,0-1 0,0 0-1,0 0 1,0 0 0,1 1 0,-1-1 0,0 0 0,0 0-1,0 0 1,0 0 0,1 0 0,-1 0 0,0 1-1,0-1 1,0 0 0,1 0 0,-1 0 0,0 0-1,0 0 1,1 0 0,-1 0 0,10 13 30,-9-11-34,0-1 0,0 0-1,0 1 1,0-1 0,0 0 0,1 1-1,-1-1 1,0 0 0,1 0 0,-1 0-1,0 0 1,1-1 0,-1 1 0,3 1 0,52 20 1,1-2 0,69 15 1,-106-28 38,-20-4 71,-13-2 30,11-1-157,-48-4-1451,45 3 360,0 0 1,1-1-1,-1 0 0,1 0 1,-9-4-1,-24-20-7295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4.922"/>
    </inkml:context>
    <inkml:brush xml:id="br0">
      <inkml:brushProperty name="width" value="0.025" units="cm"/>
      <inkml:brushProperty name="height" value="0.025" units="cm"/>
    </inkml:brush>
  </inkml:definitions>
  <inkml:trace contextRef="#ctx0" brushRef="#br0">1 227 2881,'2'3'425,"0"0"0,0 0 0,1 0 1,-1 0-1,1-1 0,0 1 0,0-1 0,0 1 1,0-1-1,0 0 0,0 0 0,1 0 1,-1-1-1,0 1 0,1-1 0,0 0 1,-1 0-1,1 0 0,0 0 0,0-1 0,5 1 1,4-2 30,1-1 1,-1 0-1,0 0 1,24-9-1,14-2-410,111-14 664,-125 20-621,-2-2 0,1-2 1,-1 0-1,40-21 0,39-13 24,-98 39-105,-14 5 31,0 0 0,0 0-1,0 0 1,0 0 0,0 0 0,1 1-1,-1-1 1,0 1 0,0 0 0,1-1-1,-1 1 1,0 0 0,1 0 0,-1 1 0,0-1-1,1 0 1,-1 1 0,0-1 0,0 1-1,1 0 1,-1 0 0,0 0 0,0 0-1,0 0 1,2 2 0,0-1 58,-1-1 0,0 0-1,0 1 1,1-1 0,-1-1 0,1 1 0,-1 0 0,1-1-1,-1 0 1,1 0 0,-1 0 0,1 0 0,5-1 0,52-13 578,-35 8-280,8-3 429,49-20 0,-52 16-166,47-10-1,-72 20-476,-5 3-173,0-1 0,0 1 0,0-1 0,0 1 0,-1 0-1,1-1 1,0 1 0,0 0 0,0 0 0,0 0 0,0-1 0,0 1 0,0 0 0,0 0 0,0 0 0,0 1 0,0-1 0,0 0 0,0 0 0,0 0 0,-1 1 0,1-1 0,0 0 0,0 1 0,1 0 0,2 3-160,13 10 33,1-7-4852,17 4-26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5.592"/>
    </inkml:context>
    <inkml:brush xml:id="br0">
      <inkml:brushProperty name="width" value="0.025" units="cm"/>
      <inkml:brushProperty name="height" value="0.025" units="cm"/>
    </inkml:brush>
  </inkml:definitions>
  <inkml:trace contextRef="#ctx0" brushRef="#br0">13 98 1088,'3'19'2603,"-2"-5"-2455,-1-14 67,0 1 0,0-1 0,0 0 0,0 0-1,0 1 1,0-1 0,0 0 0,-1 0 0,1 1 0,0-1-1,0 0 1,0 0 0,0 0 0,0 1 0,-1-1 0,1 0-1,0 0 1,0 0 0,0 1 0,0-1 0,-1 0-1,1 0 1,0 0 0,0 0 0,-1 0 0,1 0 0,0 0-1,0 1 1,-1-1 0,1 0 0,0 0 0,0 0 0,-1 0-1,1 0 1,0 0 0,-1 0 0,1-1-59,0 1 0,0 0 0,-1 0 0,1 0 0,0 0 0,0 0 0,-1 0 0,1 0 0,0 0 0,0-1 0,-1 1-1,1 0 1,0 0 0,0 0 0,-1 0 0,1 0 0,0 0 0,0 0 0,-1 0 0,1 1 0,0-1 0,-1 0 0,1 0 0,0 0 0,0 0 0,0 0 0,-1 0 0,1 0 0,0 1 0,0-1 0,-1 0 0,1 0 0,0 0 0,0 0 0,0 1 0,0-1 0,-1 0 0,1 0 0,0 1 0,0-1 0,0 0 0,0 0 0,0 1 0,0-1-1,12 9 1967,21 4-1540,-28-11-518,0-1-1,0 0 1,0-1 0,0 1 0,0-1 0,1 0-1,-1 0 1,0 0 0,0-1 0,9-2-1,53-19 224,-47 14-211,18-6 25,0-1-1,-1-3 1,0-1-1,50-35 1,-86 53-104,1-1 0,-1 1 0,1 0 0,0 0 1,-1 0-1,1 0 0,0 0 0,-1 1 0,1-1 0,0 0 0,0 1 0,0-1 1,3 1-1,-5 0-67,1 0 0,-1 1 0,1-1 1,0 0-1,-1 1 0,1-1 0,-1 1 1,1-1-1,-1 1 0,1-1 0,-1 1 1,1 0-1,-1-1 0,0 1 0,1-1 1,-1 1-1,0 0 0,1-1 0,-1 1 1,0 0-1,0 0 0,0-1 0,0 1 1,0 0-1,0-1 0,0 1 0,0 0 0,0 0 1,0-1-1,0 1 0,0 1 0,3 47-6815,3-18 1648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6.485"/>
    </inkml:context>
    <inkml:brush xml:id="br0">
      <inkml:brushProperty name="width" value="0.025" units="cm"/>
      <inkml:brushProperty name="height" value="0.025" units="cm"/>
    </inkml:brush>
  </inkml:definitions>
  <inkml:trace contextRef="#ctx0" brushRef="#br0">57 14 776,'0'0'84,"1"0"1,-1 0-1,1 0 0,-1 0 0,0 0 0,1 0 1,-1 1-1,0-1 0,1 0 0,-1 0 0,0 0 1,1 0-1,-1 1 0,0-1 0,1 0 0,-1 0 1,0 0-1,1 1 0,-1-1 0,0 0 0,0 1 1,1-1-1,-1 0 0,0 0 0,0 1 0,0-1 1,1 1-1,-1-1 0,0 0 0,0 1 0,0-1 1,0 0-1,0 1 0,0-1 0,0 0 0,0 1 1,0-1-1,0 1 0,0-1 0,0 0 0,0 1 1,0-1-1,0 1 0,0-1 0,0 0 0,0 1 1,-1-1-1,1 0 0,0 1 0,-1 0 327,1 0 1,0 0-1,-1 1 0,0-1 0,1 0 0,-1 0 0,1 0 0,-1 0 1,0-1-1,0 1 0,0 0 0,1 0 0,-1 0 0,0-1 1,0 1-1,-1 0 0,-9 2 2341,-16 5-1344,27-7-1287,-1-1 1,0 0-1,0 1 0,1-1 1,-1 0-1,0 1 0,0-1 1,1 1-1,-1-1 0,1 1 1,-1-1-1,0 1 0,1-1 1,-1 1-1,1 0 0,-1-1 1,1 1-1,-1 0 0,1-1 1,0 1-1,-1 0 0,1 0 1,0 0-1,0 1 946,48-14 1899,-20 10-2703,1-2 0,40-10 0,-47 9-159,1 1-1,41-2 1,-45 5 241,0-1 1,-1 0-1,1-2 1,29-8-1,-45 11-311,0 1 0,0-1 0,0 1 1,1 0-1,-1-1 0,0 1 0,0 1 0,0-1 0,0 0 0,0 1 0,0 0 0,0 0 0,4 1 0,41 21 436,-33-14-113,-14-9-371,-1 1-1,0 0 1,1 0-1,-1 0 1,0-1-1,0 1 1,0 0-1,0 0 0,0 0 1,0 0-1,0 0 1,0-1-1,0 1 1,0 0-1,0 0 1,-1 0-1,1 0 0,0-1 1,0 1-1,-1 0 1,1 0-1,-1-1 1,1 1-1,-1 0 1,1-1-1,-2 2 0,-17 29-3140,16-27 1941,-12 19-5053,-12 13-7147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42.436"/>
    </inkml:context>
    <inkml:brush xml:id="br0">
      <inkml:brushProperty name="width" value="0.025" units="cm"/>
      <inkml:brushProperty name="height" value="0.025" units="cm"/>
    </inkml:brush>
  </inkml:definitions>
  <inkml:trace contextRef="#ctx0" brushRef="#br0">68 70 4833,'-36'-64'8351,"29"58"-6111,9 10-1035,18 33 3209,-16-33-4230,0 0-1,0 1 0,-1-1 1,0 1-1,0 0 1,0 0-1,0 0 0,-1 1 1,0-1-1,0 1 1,-1-1-1,1 1 0,-1 0 1,0-1-1,-1 1 1,1 0-1,-1 0 1,-1 6-1,-7 26 240,6-38-406,1 0 0,0 0 0,-1 0 0,1 0 0,0-1 0,0 1 0,-1 0 0,1-1 1,0 1-1,0-1 0,-1 1 0,0-2 0,2 2-17,-5-2 0,1-1-1,0 1 1,0-1-1,1 0 1,-1 0-1,0-1 0,1 1 1,0-1-1,0 1 1,0-1-1,0 0 1,0 0-1,1-1 1,0 1-1,0 0 0,0-1 1,0 0-1,-1-7 1,4 11-5,-1 0 0,0-1 0,1 1 0,-1 0 0,1-1 0,-1 1 1,1 0-1,-1 0 0,1 0 0,0-1 0,0 1 0,0 0 0,0 0 0,-1 0 1,1 0-1,1 0 0,-1 0 0,0 1 0,0-1 0,0 0 0,0 1 0,1-1 1,-1 0-1,0 1 0,0-1 0,1 1 0,-1 0 0,0-1 0,1 1 0,-1 0 1,1 0-1,1 0 0,-2 0 11,0 0 0,0-1 0,1 1 0,-1 0 1,0 0-1,0 0 0,0 0 0,1 0 0,-1 1 0,0-1 0,0 0 1,0 0-1,0 1 0,0-1 0,0 1 0,0-1 0,1 1 1,-1-1-1,-1 1 0,1 0 0,0-1 0,0 1 0,0 0 0,0 0 1,0 0-1,-1 0 0,1 0 0,0 0 0,-1 0 0,1 0 0,0 0 1,-1 0-1,0 0 0,1 0 0,-1 0 0,1 1 0,-1 2-7,2 16 277,11-39 2,-12 17-353,6-9-26,-7 10 16,1 1 0,-1 0 0,0 0 0,0 0 0,0 0 0,1 0 0,-1-1 0,0 1 0,0 0 0,1 0 0,-1 0 0,0 0 0,0 0 0,1 0 0,-1 0 0,0 0 0,0 0 0,1 0 0,-1 0 0,0 0 0,0 0 0,1 0 0,-1 0 0,0 0 0,1 0 0,-1 0 0,0 1 0,0-1 0,0 0 0,1 0 0,-1 0 0,0 0 0,0 0 0,1 1 0,-1-1 0,0 0 0,0 0 0,0 0 0,0 1 0,1-1 0,-1 0 0,0 0 0,0 1 0,0-1 0,0 0 0,0 0 0,0 1 0,11 22-6110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43.202"/>
    </inkml:context>
    <inkml:brush xml:id="br0">
      <inkml:brushProperty name="width" value="0.025" units="cm"/>
      <inkml:brushProperty name="height" value="0.025" units="cm"/>
    </inkml:brush>
  </inkml:definitions>
  <inkml:trace contextRef="#ctx0" brushRef="#br0">78 7 6089,'-21'-5'9201,"18"4"-6709,10 7-1087,-2-3-1181,31 16 805,-8-5-857,-31-12-62,1 0 0,-1-1 0,1 1-1,-1-1 1,0 1 0,0-1 0,0 0-1,0 0 1,-4 1 0,-20 8 23,22-8-125,1 0-1,0 0 1,0 0 0,-1-1-1,1 1 1,-1-1-1,1-1 1,-1 1 0,0-1-1,1 1 1,-1-1-1,-7-1 1,11 1 3,1 0-1,0-1 1,0 1-1,-1 0 1,1 0-1,0 0 1,0-1-1,-1 1 1,1 0-1,0 0 1,0-1-1,0 1 1,-1 0 0,1 0-1,0-1 1,0 1-1,0 0 1,0-1-1,0 1 1,0 0-1,-1-1 1,1 1-1,0 0 1,0 0-1,0-1 1,0 1-1,0 0 1,0-1 0,0 1-1,0 0 1,0-1-1,1 1 1,-1 0-1,0-1 1,0 1-1,0 0 1,0-1-1,0 1 1,1 0-1,-1 0 1,0-1-1,0 1 1,0 0 0,1 0-1,-1-1 1,0 1-1,1 0 1,13-18 196,-10 13-120,0 1-39,-1 0 0,1 0 0,0 0 0,0 1 0,1 0 0,-1 0 0,1 0 0,0 0 0,-1 1 0,1 0 0,0 0 0,0 0 0,1 0 0,7 0 0,-13 2-13,1 1 0,-1-1 0,1 1 0,-1-1-1,1 1 1,-1-1 0,1 1 0,-1 0-1,0-1 1,1 1 0,-1 0 0,0-1 0,0 1-1,1 0 1,-1-1 0,0 1 0,0 0 0,0 0-1,0-1 1,0 1 0,0 0 0,0 0 0,0-1-1,0 1 1,0 0 0,-1-1 0,1 1-1,0 0 1,-1 1 0,-4 30 251,4-30-241,-1 6 3,4-12-305,1-5-1843,4 2-3382,15-4-2474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44.089"/>
    </inkml:context>
    <inkml:brush xml:id="br0">
      <inkml:brushProperty name="width" value="0.025" units="cm"/>
      <inkml:brushProperty name="height" value="0.025" units="cm"/>
    </inkml:brush>
  </inkml:definitions>
  <inkml:trace contextRef="#ctx0" brushRef="#br0">131 83 4441,'-3'-1'1023,"-23"-9"5292,26 10-6220,-1 0 1,1 0-1,0 0 0,-1-1 1,1 1-1,0 0 0,-1 0 1,1 0-1,0 0 0,-1 0 0,1 0 1,0-1-1,0 1 0,-1 0 1,1 0-1,0 0 0,0-1 1,-1 1-1,1 0 0,0 0 1,0-1-1,0 1 0,-1 0 0,1-1 1,0 1-1,0 0 0,0-1 1,0 1-1,0 0 0,0-1 1,0 1-1,0 0 0,0-1 0,0 1 1,0 0-1,0-1 0,0 1 1,0 0-1,0-1 0,0 1 1,0 0-1,0 0 0,0-1 1,0 1-1,0 0 0,1-1 0,-1 1 1,0 0-1,0-1 0,0 1 1,0 0-1,1 0 0,-1-1 1,0 1-1,0 0 0,1 0 0,-1 0 1,0-1-1,1 1 0,-1 0 1,0 0-1,0 0 0,1 0 1,-1 0-1,1-1 0,1 11 2797,4 31-1863,-6-37-965,-1 0 0,0-1 0,0 1 0,0 0 0,-1-1 0,1 1 0,-1-1 0,0 1 0,0-1-1,0 0 1,-1 0 0,1 0 0,-1 0 0,1 0 0,-1 0 0,0-1 0,-3 3 0,4-4-50,1 0 1,-1 0-1,0 0 1,1 0-1,-1-1 1,0 1-1,0-1 1,1 1-1,-1-1 1,0 1-1,0-1 1,0 0-1,0 0 0,0 0 1,1 0-1,-1 0 1,0-1-1,0 1 1,0 0-1,0-1 1,1 1-1,-1-1 1,0 0-1,1 0 0,-1 1 1,0-1-1,1 0 1,-1 0-1,1-1 1,-1 1-1,1 0 1,0 0-1,-1-1 1,1 1-1,0-1 0,0 1 1,-1-2-1,1 0-6,0 1 1,0 0-1,0 0 0,0-1 0,0 1 0,0 0 0,1-1 0,-1 1 0,1-1 0,0 1 0,-1-1 0,1 1 0,0 0 0,1-1 1,-1 1-1,0-1 0,1 1 0,-1-1 0,1 1 0,0 0 0,0-1 0,0 1 0,0 0 0,0 0 0,0 0 0,1-1 0,-1 1 1,1 1-1,-1-1 0,1 0 0,0 0 0,2-1 0,7-8 53,1 1-1,0 1 1,23-14-1,-34 22-51,44-22 452,-45 23-452,0 0-1,0 0 1,1 0-1,-1 0 1,0 0 0,0 0-1,0 0 1,0 0-1,0 0 1,1 0-1,-1 0 1,0 0-1,0 0 1,0 0-1,0 0 1,1 0-1,-1 0 1,0 0 0,0 0-1,0 0 1,0 0-1,0 0 1,1 0-1,-1 0 1,0 1-1,0-1 1,0 0-1,0 0 1,0 0-1,0 0 1,0 0 0,0 0-1,1 1 1,-1-1-1,0 0 1,0 0-1,0 0 1,0 0-1,0 0 1,0 1-1,0-1 1,0 0 0,0 0-1,0 0 1,0 0-1,0 0 1,0 1-1,0-1 1,0 0-1,1 16 359,-4 13 109,3-24-291,-6 26 26,6-30-182,0 0-1,0-1 1,0 1 0,0-1-1,0 1 1,-1 0 0,1-1-1,0 1 1,0-1 0,0 1-1,-1-1 1,1 1 0,0-1-1,-1 1 1,1-1 0,0 1-1,-1-1 1,1 1 0,0-1-1,-1 0 1,1 1 0,-1-1-1,1 0 1,-1 1 0,1-1-1,-1 0 1,1 1 0,-1-1-1,0 0 1,1 0 0,-1 0 0,1 0-1,-1 0 1,1 1 0,-1-1-1,0 0 1,1 0 0,-1 0-1,1-1 1,-1 1 0,0 0-1,-1-1 81,0-1-1,1 0 1,-1 1 0,1-1-1,-1 0 1,1 0-1,0 0 1,0 0 0,0 0-1,0 0 1,0 0-1,0 0 1,0-4 0,2 6 328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68"/>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69"/>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0"/>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1"/>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2"/>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3"/>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4"/>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8"/>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9"/>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0"/>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1"/>
    </inkml:context>
    <inkml:brush xml:id="br0">
      <inkml:brushProperty name="width" value="0.025" units="cm"/>
      <inkml:brushProperty name="height" value="0.025" units="cm"/>
    </inkml:brush>
  </inkml:definitions>
  <inkml:trace contextRef="#ctx0" brushRef="#br0">70 68 6513,'8'-16'4940,"-5"9"-3555,0 0-1,1 0 1,0 0-1,0 0 1,9-9-1,-18 39 1563,2-9-2850,-32 87 6,21-64-76,1 2 1,-10 50-1,7 13-11,16-101-16,1 0 0,-1 0-1,0 0 1,0 0 0,0 0 0,1 0 0,-1-1-1,1 1 1,-1 0 0,1 0 0,-1 0 0,1-1-1,-1 1 1,1 0 0,-1 0 0,1-1 0,0 1-1,-1-1 1,1 1 0,0 0 0,0-1 0,0 1-1,-1-1 1,1 0 0,0 1 0,0-1 0,0 0-1,0 0 1,0 1 0,0-1 0,0 0 0,0 0-1,0 0 1,-1 0 0,3 0 0,42-1 48,-36 1-34,41-2 178,309-27 971,-290 22-517,-75 11-1633,4-3 635,1 1 0,-1-1 1,0 0-1,0 0 0,0 0 1,1 0-1,-1 0 0,0 0 1,0-1-1,0 1 0,0 0 1,-1-1-1,1 0 0,0 0 1,0 1-1,0-1 0,0 0 1,0 0-1,0-1 0,0 1 0,-3-1 1,-25-12-4279</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2"/>
    </inkml:context>
    <inkml:brush xml:id="br0">
      <inkml:brushProperty name="width" value="0.025" units="cm"/>
      <inkml:brushProperty name="height" value="0.025" units="cm"/>
    </inkml:brush>
  </inkml:definitions>
  <inkml:trace contextRef="#ctx0" brushRef="#br0">10 0 9426,'1'30'7964,"0"0"-4096,0 64-1132,-6-33-1825,1-19-767,1 0 0,3 0 0,7 70 0,-6-107-370,0 0 0,0 0 0,0 0 0,1 0 0,0-1 0,0 1 0,5 7 0,-6-11 16,-1 1-1,1-1 1,0 0 0,0 0 0,0 0-1,0-1 1,0 1 0,1 0 0,-1 0-1,0-1 1,0 1 0,0 0-1,1-1 1,-1 1 0,2 0 0,-1-1-247,0 0 0,0 0 0,0 0 0,0-1 0,0 1 1,0 0-1,0-1 0,0 1 0,-1-1 0,1 1 0,0-1 1,0 0-1,-1 0 0,4-2 0,48-34-8110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3"/>
    </inkml:context>
    <inkml:brush xml:id="br0">
      <inkml:brushProperty name="width" value="0.025" units="cm"/>
      <inkml:brushProperty name="height" value="0.025" units="cm"/>
    </inkml:brush>
  </inkml:definitions>
  <inkml:trace contextRef="#ctx0" brushRef="#br0">27 28 4185,'-7'-12'9048,"5"-1"-4000,3 11-2363,2 20-747,6 76-1060,-3-1 0,-9 118 1,1-189-761,-2 0-1,-8 25 1,-3 18 50,15-49-365,16-28-4024,-6 4 2169,42-34-2727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4"/>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5"/>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6.552"/>
    </inkml:context>
    <inkml:brush xml:id="br0">
      <inkml:brushProperty name="width" value="0.025" units="cm"/>
      <inkml:brushProperty name="height" value="0.025" units="cm"/>
    </inkml:brush>
  </inkml:definitions>
  <inkml:trace contextRef="#ctx0" brushRef="#br0">75 12 10218,'-6'-2'2585,"3"2"-1017,-6-3-560,0 0-264,6 3-335,0-3-249,0 3-152,6 3-120,-3 5-137,0 10-223,0 12-688,-6 6-1688,-30 35-4306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55.77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355 315 4281,'-5'-12'8661,"5"12"-8623,142-43 1128,28-8-1168,135-11 22,230-34-5,-323 80-22,-128 12-37,126-23-1,-173 23 45,-37 4 15,4 22 282,0-18-299,1 0 0,-1 0-1,1-1 1,0 1 0,0-1 0,0 0-1,0 0 1,0-1 0,0 1 0,1-1 0,0 0-1,-1-1 1,10 2 0,12 2-73,45 0 0,-41-3-43,-20-2 19,0 1-1,1 1 1,-1 0-1,0 1 1,0 0-1,14 6 1,-22-8 71,0 0 0,0 1 0,-1-1 0,1 1 0,-1 0 0,1 0 0,-1 0 0,0 0 0,1 0 0,-1 0 0,0 1 0,-1-1 1,1 1-1,0-1 0,-1 1 0,1 0 0,-1-1 0,0 1 0,0 0 0,0 0 0,0 0 0,-1 0 0,1 0 0,-1 0 0,1 0 0,-1 0 0,-1 5 0,1 2 7,-2-1-1,1 0 0,-1 0 1,-1 0-1,0 0 0,0 0 1,-1 0-1,1-1 0,-2 1 1,-8 11-1,4-8 54,0 0 0,-1-1 0,-1-1 1,0 0-1,0 0 0,-13 8 0,-17 7 204,0-2 1,-1-2-1,-53 18 1,78-32-172,-85 31 164,-203 45 1,-113-9-24,322-58-195,-440 45 45,471-53-54,38-4-8,-39 1 1,62-4 3,-1 0 0,0 1 0,1 0 0,-1 0 0,1 0 0,0 1 0,0-1 0,-1 1 0,2 0 0,-5 4 0,-12 7 0,7-4-27,18-8 110,33-10 203,-9 2-167,522-61 55,-358 48-206,68-8-539,-187 20 379,52-7-652,194 5-1,-301 10 778,-1 1-1,1 1 1,31 9 0,-42-10 43,-1 0 1,1 1 0,-1 1 0,0-1 0,0 1-1,0 0 1,-1 0 0,0 1 0,1 0 0,-1 0-1,7 9 1,-12-13 18,0 1-1,0-1 1,0 1-1,0 0 1,0 0-1,0 0 0,-1-1 1,1 1-1,0 0 1,-1 0-1,0 0 1,1 0-1,-1 0 1,0 0-1,0 0 1,0 0-1,0 0 1,-1 0-1,1 0 1,0 0-1,-1 0 0,1 0 1,-1 0-1,0 0 1,0 0-1,1-1 1,-1 1-1,-1 0 1,1-1-1,0 1 1,0 0-1,0-1 1,-1 0-1,1 1 1,-3 1-1,-4 3 16,1 0-1,-1 0 1,0-1 0,0 0-1,0 0 1,-10 3 0,-25 10 127,-1-2-1,-1-2 1,0-2 0,-1-2-1,0-2 1,-49 3 0,-211-7 326,-114 10 217,54 13-550,319-27-17,0-1 0,-87-15 0,103 9-22,-3 1 164,1-2-1,-37-14 1,68 21-221,-1-1 1,1 0-1,0 0 1,0 0-1,0 0 1,0 0-1,0 0 1,-2-5-1,-10-9-29,1 6 1,0 1 1,-1 1 0,-1 0-1,1 1 1,-20-6 0,-18-10 4,51 22-9,0 0 0,0 0 0,0 0 1,0 0-1,0 0 0,0 0 0,1 0 0,-1 0 1,1-1-1,-1 1 0,1 0 0,-1 0 0,1-1 0,-1 1 1,1 0-1,0 0 0,0-1 0,0 1 0,0 0 1,0-1-1,0 1 0,0 0 0,0-1 0,1 1 0,-1-2 1,11-41 3,-8 32-4,1-4-2,0 0-1,1 1 0,1 0 0,15-29 1,-16 35-1,1 1 1,0-1 0,1 1 0,0 0 0,1 1 0,-1-1-1,1 1 1,15-9 0,21-10-29,2 3 0,0 1 0,63-20 0,-12 5 20,132-59-29,240-94-104,-418 172 119,1 1-1,0 3 0,91-11 1,-131 24 21,1 1 0,0 0 1,-1 1-1,1 0 1,0 1-1,-1 1 1,21 6-1,4 5-4,40 21-1,-6-2 4,-10-9 2,1-3 1,1-3-1,1-2 0,79 8 1,-108-14 8,-35-8 0,0 0 0,0 0 0,-1 0 0,1 0 0,-1 0 0,1 0 0,-1 0 0,0 0-1,0 0 1,0 0 0,-2 3 0,3-5-3,-10 21 10,1 1 0,1-1 0,1 1 0,1 1 0,1-1 0,0 1 0,-1 44 0,6-58 2,-1-1 0,0 1 0,-1 0 0,0 0 0,0-1 0,-1 1 0,0-1 0,-1 0 0,-5 12 1,6-16 34,-1 0 0,1 0 0,0 0 0,-1 0 0,0-1 0,0 1 1,0-1-1,0 0 0,-1 0 0,1-1 0,-1 1 0,0-1 0,0 0 1,0 0-1,0-1 0,0 1 0,-7 0 0,-188 26 356,164-26-329,-1-1 0,0-2 0,-55-8 0,60 6-75,0 2 0,0 0 0,0 2 0,-41 7-1,-9-1 12,13-9 427,75 13-1998,-6-9 1298,1 0 1,-1-1-1,1 1 0,-1 0 1,0 0-1,0 0 0,0 0 0,0 0 1,0 0-1,0 0 0,-1 0 1,0 4-1,-16 49-5703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27"/>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38"/>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39"/>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0"/>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1"/>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2"/>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3"/>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4"/>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5"/>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6"/>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50"/>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51"/>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19.001"/>
    </inkml:context>
    <inkml:brush xml:id="br0">
      <inkml:brushProperty name="width" value="0.025" units="cm"/>
      <inkml:brushProperty name="height" value="0.025" units="cm"/>
    </inkml:brush>
  </inkml:definitions>
  <inkml:trace contextRef="#ctx0" brushRef="#br0">1 103 4729,'2'-30'4450,"8"-9"-2559,-5 19-185,-4 7 668,2 32-2041,15 36-247,-3 0 0,9 69-1,14 51-28,-37-171-58,13 45 79,-1 2 0,6 56 0,-19-97 22,1 0 1,-1-1-1,-1 1 1,1 0-1,-2-1 0,1 1 1,-7 17-1,8-26-85,-1 1 0,1-1 1,-1 0-1,1 0 0,0 0 0,-1 0 1,1 0-1,0 1 0,0-1 0,0 0 1,0 0-1,0 0 0,0 1 0,0-1 1,1 0-1,-1 0 0,0 0 0,1 2 0,-1-4 28,1 0 0,-1-1-1,0 1 1,0 0 0,0 0-1,0 0 1,-1-1 0,1 1-1,0 0 1,0 0 0,-1 0-1,1 0 1,-1-1 0,1 1-1,-1 0 1,1 0 0,-1 0-1,-1-2 1,-2-5-52,2 6-159,1-1-1,-1 1 1,1-1-1,0 0 1,0 1-1,0-1 1,1 0-1,-1 0 1,1 1-1,-1-1 1,1 0-1,0 0 1,0 0-1,0 0 1,1 1-1,-1-1 1,2-4-1,10-50-4288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20.134"/>
    </inkml:context>
    <inkml:brush xml:id="br0">
      <inkml:brushProperty name="width" value="0.025" units="cm"/>
      <inkml:brushProperty name="height" value="0.025" units="cm"/>
    </inkml:brush>
  </inkml:definitions>
  <inkml:trace contextRef="#ctx0" brushRef="#br0">101 68 5473,'-3'-66'7918,"3"64"-6372,-3 36-718,-56 226-686,46-220-130,8-30-9,2 0 0,-1 0-1,1 1 1,1-1 0,0 1 0,0-1 0,1 1 0,1 0 0,0 16-1,1-26-2,-1 1 0,0-1-1,1 1 1,-1 0 0,1-1-1,-1 1 1,1-1-1,-1 1 1,1-1 0,0 0-1,0 1 1,0-1 0,0 0-1,0 1 1,0-1-1,0 0 1,1 0 0,-1 0-1,0 0 1,0 0 0,1 0-1,-1-1 1,1 1-1,-1 0 1,1-1 0,-1 1-1,1-1 1,-1 1 0,1-1-1,0 0 1,-1 1-1,1-1 1,-1 0 0,1 0-1,0 0 1,2-1 0,7-1 2,-1-1 1,0 0 0,0 0 0,17-9 0,-1 2 3,12-1-4,1 3 1,0 1-1,61-3 0,-51 6 2,71-14 0,-105 15 5,-7 2 4,0-1 0,0 0 1,0 0-1,-1 0 1,1-1-1,0 0 1,-1-1-1,9-5 1,-14 9 56,-1 0 0,1 0 0,0 1 0,-1-1 0,1 0 0,0 1 0,-1-1 0,1 1 0,-1 0 0,1-1 0,-1 1 0,1 0 0,-1 0 0,1 0 0,-1 0 0,0 0 0,3 3 0,-4-4-140,1 1-1,0 0 0,-1-1 1,1 1-1,0 0 0,-1 0 1,1-1-1,-1 1 0,1 0 1,-1 0-1,1 0 0,-1 0 1,0-1-1,0 1 0,1 0 1,-1 2-1,0-3-108,0 1 0,-1 0 0,1-1 0,0 1 0,-1 0-1,1-1 1,0 1 0,-1-1 0,1 1 0,-1-1 0,1 1 0,0-1 0,-1 1 0,0-1-1,1 1 1,-1-1 0,1 0 0,-1 1 0,1-1 0,-1 0 0,0 1 0,1-1 0,-1 0-1,0 0 1,1 0 0,-1 0 0,-1 1 0,-24 2-3404</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20.768"/>
    </inkml:context>
    <inkml:brush xml:id="br0">
      <inkml:brushProperty name="width" value="0.025" units="cm"/>
      <inkml:brushProperty name="height" value="0.025" units="cm"/>
    </inkml:brush>
  </inkml:definitions>
  <inkml:trace contextRef="#ctx0" brushRef="#br0">4 3 4593,'-4'-2'7665,"13"9"-6232,-3 4-1116,-2 1 0,0 0 0,0 0 0,-1 0 0,0 0 0,-1 0 0,1 17 0,5 27-71,-2-12 5,-1 0 0,-2 0 0,-6 82-1,0-65-19,6 68 0,2-78 385,17 73-1,-21-119-30,-1-8 377,5-23-1379,6 7-5556,8 3-559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49.822"/>
    </inkml:context>
    <inkml:brush xml:id="br0">
      <inkml:brushProperty name="width" value="0.025" units="cm"/>
      <inkml:brushProperty name="height" value="0.025" units="cm"/>
    </inkml:brush>
  </inkml:definitions>
  <inkml:trace contextRef="#ctx0" brushRef="#br0">75 12 10218,'-6'-2'2585,"3"2"-1017,-6-3-560,0 0-264,6 3-335,0-3-249,0 3-152,6 3-120,-3 5-137,0 10-223,0 12-688,-6 6-1688,-30 35-4306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2.86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77 230 4385,'-6'-30'10207,"5"29"-10089,47-16 1809,28-2-1895,-52 13-18,-1 0 0,1 1 0,1 2 0,31-2 1,218 8 18,217-3 182,-411-5 46,1 4 0,150 18 1,-200-13-251,0-2 0,0-1 0,0-1 0,1-1 0,32-7 0,142-36 79,-151 31-79,363-76 277,-406 86 849,-40 67-923,4 15-103,4 1 1,-23 152 0,11-50-75,16-94-29,-49 192 37,38-156 828,29-123-866,0 0-1,0 1 1,-1-1-1,1 0 1,-1 0-1,1 1 1,-1-1-1,0 0 1,1 0-1,-1 0 1,0 0-1,0 0 1,0 0-1,1 0 1,-1 0-1,0 0 1,0 0-1,-2 0 1,2 0 9,1-1 0,-1 0 0,0 0 0,1 0 0,-1 0 0,1 0 0,-1 0-1,0 0 1,1 0 0,-1 0 0,0 0 0,1 0 0,-1-1 0,0 1 0,1 0 0,-1 0 0,1-1 0,-1 1 0,1 0 0,-1-1 0,1 1 0,-1 0 0,1-1-1,-1 1 1,1-1 0,-1 1 0,1-1 0,-1 1 0,1-1 0,0 1 0,-1-1 0,1-1 0,-9-9 164,0 1 0,0 0 1,-1 1-1,0-1 0,-1 2 0,-21-15 1,16 15-170,1-1 1,-1 2 0,0 0-1,-1 1 1,0 0 0,0 2 0,-31-6-1,-127-3-9,148 12 1,-317 1 25,152 2-17,119-5-1,50 1-3,1 1-1,-1 1 1,1 1-1,-1 1 1,-43 10-1,9 8-12,40-12 6,-1-2-1,1 0 1,-31 5-1,16-7 38,11-2-27,1 0 0,-1 2 1,-33 10-1,-61 20 104,98-27-98,-17 6 50,0-1 0,-45 9 0,65-18 48,1 1 0,-1 1 0,1 0 0,-25 14 0,-27 10-122,81-64 673,-15 33-641,-1 0 0,1 0 0,-1 0 0,1 0 0,-1 0 0,0 0 0,0 0 0,0 0 0,0 0 0,0 1 0,0-1 0,0 0 0,-2-4 0,2 5-15,0 1 0,0-1 0,-1 0 0,1 0 0,-1 0 0,1 0 0,-1 0 0,1 1 0,-1-1 0,1 0 1,-1 0-1,0 1 0,1-1 0,-1 0 0,0 1 0,0-1 0,1 1 0,-1-1 0,0 1 0,0-1 0,0 1 0,0 0 0,0 0 0,0-1 0,1 1 0,-1 0 0,0 0 0,-2 0 0,5-1-7,0 0 0,-1 0-1,1 0 1,-1 0-1,1-1 1,-1 1-1,0 0 1,1 0-1,-1-1 1,0 1 0,0-1-1,0 1 1,0-1-1,0 0 1,0 1-1,-1-1 1,1 0 0,-1 0-1,1 1 1,-1-1-1,1 0 1,-1-2-1,3-6 8,-1 0 0,-1-1 0,2-14 0,-2-44 35,-1-54-63,-1 108 26,-1-1-1,-1 1 0,0-1 0,-1 1 1,-10-25-1,-24-28-13,29 53 9,0 0-1,1-1 1,-12-31 0,19 44-8,1 1 0,-1-1 0,1 0 0,-1 0 0,1 0 0,0 1 0,0-1-1,0 0 1,1 0 0,-1 0 0,1 0 0,-1 1 0,1-1 0,0 0 0,0 1 0,0-1 0,2-3 0,35 36-276,-29-23 282,1 0 0,-1-1 0,1 0 0,1-1 1,-1 0-1,1 0 0,0-1 0,0-1 0,0 0 0,0 0 0,0-1 0,1-1 0,12 1 0,15-2 2,-1-2 0,62-11 0,-12 1-1,160-5 30,141-19 34,-322 27-45,-34 5 12,0-2 1,58-16 0,61-24 41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7.744"/>
    </inkml:context>
    <inkml:brush xml:id="br0">
      <inkml:brushProperty name="width" value="0.025" units="cm"/>
      <inkml:brushProperty name="height" value="0.025" units="cm"/>
    </inkml:brush>
  </inkml:definitions>
  <inkml:trace contextRef="#ctx0" brushRef="#br0">1 16 6793,'0'-1'198,"0"1"-1,0-1 0,0 1 1,0-1-1,0 1 0,-1-1 1,1 1-1,0-1 1,0 1-1,1-1 0,-1 1 1,0-1-1,0 1 0,0-1 1,0 1-1,0-1 0,1 1 1,-1-1-1,0 1 0,0 0 1,0-1-1,1 1 0,-1-1 1,0 1-1,1 0 0,-1-1 1,1 1-1,-1 0 0,0-1 1,1 1-1,-1 0 0,1-1 1,-1 1-1,0 0 0,1 0 1,-1 0-1,1 0 0,-1-1 1,1 1-1,-1 0 0,1 0 1,-1 0-1,1 0 0,0 0 1,0 1-29,1-1 0,-1 1 0,0-1 0,0 1 0,0 0 0,1 0 0,-1-1 0,0 1 1,0 0-1,0 0 0,-1 0 0,1 0 0,0 0 0,0 0 0,0 1 0,-1-1 0,2 2 0,3 13 71,0 1-1,-2-1 0,0 1 0,0 0 0,-2 0 1,0 0-1,-2 29 0,1-17-131,-5 141 90,0-76-229,11 127 0,-3-196-118,1 17-2043,-2-9-2762,-4 13-3049</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8.574"/>
    </inkml:context>
    <inkml:brush xml:id="br0">
      <inkml:brushProperty name="width" value="0.025" units="cm"/>
      <inkml:brushProperty name="height" value="0.025" units="cm"/>
    </inkml:brush>
  </inkml:definitions>
  <inkml:trace contextRef="#ctx0" brushRef="#br0">86 24 5337,'-1'-24'7598,"-1"27"-3587,-2 42-2144,1-21-1545,-32 152 51,22-124-366,2 0 1,-5 75 0,16-123-8,0 0-1,0 0 1,0-1 0,0 1 0,1 0-1,-1 0 1,1 0 0,0 0 0,0 0 0,1-1-1,-1 1 1,1-1 0,-1 1 0,5 5-1,-4-7 2,0 0 0,0 0-1,1 0 1,-1-1-1,0 1 1,1-1-1,-1 1 1,1-1-1,-1 0 1,1 0-1,0 0 1,-1 0 0,1-1-1,0 1 1,-1-1-1,1 0 1,0 0-1,0 0 1,0 0-1,4-1 1,38-5 45,0-3 0,46-15 0,-23 6 117,22-4 365,158-46 479,-246 67-1003,1 0-1,-1 0 0,1 1 1,-1-1-1,1 1 1,-1-1-1,1 1 0,0 0 1,-1 0-1,1 0 1,4 1-1,-7-1-31,0 0 1,0 1-1,1-1 0,-1 0 0,0 0 1,0 0-1,1 0 0,-1 0 1,0 0-1,0 1 0,0-1 1,1 0-1,-1 0 0,0 0 0,0 1 1,0-1-1,0 0 0,1 0 1,-1 0-1,0 1 0,0-1 1,0 0-1,0 0 0,0 1 0,0-1 1,0 0-1,0 0 0,0 1 1,0-1-1,0 0 0,0 1 1,0-1-1,0 0 0,0 0 0,0 1 1,0-1-1,-13 16-3205,-3-8-1506,-21 3-3799</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8.844"/>
    </inkml:context>
    <inkml:brush xml:id="br0">
      <inkml:brushProperty name="width" value="0.025" units="cm"/>
      <inkml:brushProperty name="height" value="0.025" units="cm"/>
    </inkml:brush>
  </inkml:definitions>
  <inkml:trace contextRef="#ctx0" brushRef="#br0">0 1 11747,'0'3'2472,"0"9"-1656,6 3-152,3 11-80,6 7-55,0 3 111,0 5-32,-4 7-224,-2 14-168,-3 6-80,0 7 104,-3 2-184,3-12-48,-3-5-8,0-13-520,9-8-2097,9 26-4200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9.846"/>
    </inkml:context>
    <inkml:brush xml:id="br0">
      <inkml:brushProperty name="width" value="0.025" units="cm"/>
      <inkml:brushProperty name="height" value="0.025" units="cm"/>
    </inkml:brush>
  </inkml:definitions>
  <inkml:trace contextRef="#ctx0" brushRef="#br0">6 110 4241,'-3'-11'9129,"3"11"-9063,-1-1 0,1 1 0,0-1 1,0 1-1,-1-1 0,1 1 0,0-1 0,0 1 0,0-1 0,0 1 1,0-1-1,0 1 0,0-1 0,0 1 0,0-1 0,0 1 0,0-1 0,0 1 1,0-1-1,0 1 0,0-1 0,0 1 0,1-1 0,-1 1 0,0-1 1,0 1-1,1-1 0,-1 1 0,0-1 0,1 1 0,-1 0 0,0-1 1,1 1-1,-1-1 0,1 1 0,-1 0 0,0 0 0,1-1 0,-1 1 0,1 0 1,-1 0-1,1-1 0,-1 1 0,1 0 0,16-13 296,0 2 1,0 0-1,1 0 0,28-11 0,-42 20-357,1 0 0,0 1-1,1-1 1,-1 1-1,0 0 1,0 0-1,0 0 1,1 1-1,-1 0 1,0 0-1,1 0 1,-1 1 0,0-1-1,1 1 1,-1 1-1,0-1 1,0 1-1,0 0 1,0 0-1,-1 0 1,1 1-1,0-1 1,4 5 0,14 15 24,0 2 0,-2 1 0,0 1 0,22 37 0,-38-55-28,0-1 1,-1 1-1,0 0 1,-1 0-1,0 0 0,4 14 1,-6-19-1,-1 0 0,1 0 0,-1 0 0,0 1 0,0-1 0,0 0 0,0 0 0,-1 0 0,1 0 0,-1 0 0,0 0 0,0 0 0,0 0 0,0 0 0,0 0 0,-1 0 0,1 0 0,-1-1 0,0 1 0,0-1 0,-3 5 0,-22 15 59,0-1 0,-1-1 1,-1-1-1,0-2 0,-39 17 0,67-31-114,11 1 32,21 5 27,-5-2 0,33 15-8,0 3 0,-2 3 0,90 58 0,-140-82 8,-1 0 0,0 1-1,0 0 1,-1 0 0,0 1 0,1-1 0,-2 1 0,1 0 0,4 8 0,-8-12-2,0 1-1,0-1 1,-1 1 0,1-1 0,0 1-1,-1 0 1,0-1 0,0 1-1,0-1 1,0 1 0,0 0 0,0-1-1,-1 1 1,1-1 0,-1 1-1,1-1 1,-1 1 0,0-1 0,0 1-1,-1-1 1,1 0 0,0 1-1,-1-1 1,1 0 0,-1 0-1,0 0 1,1 0 0,-1 0 0,-4 2-1,-21 19 343,0-1 0,-2-1 0,0-2 0,-47 23 0,-134 50 2291,206-90-2592,-23 6 480,26-8-504,0 0-1,1 0 0,-1 0 0,0 0 1,1 0-1,-1-1 0,0 1 0,1 0 1,-1 0-1,0 0 0,1-1 0,-1 1 1,0 0-1,1-1 0,-1 1 0,1 0 1,-1-1-1,1 1 0,-1-1 0,1 1 1,-1-1-1,1 1 0,-1-1 0,1 0 0,0 1 1,-1-1-1,1 1 0,0-1 0,-1 0 1,1 1-1,0-1 0,0 0 0,0 1 1,-1-3-1,-5-12-191,0-5 571,7 19-647,-1 0-1,1 1 1,-1-1-1,0 0 1,1 0-1,0 1 1,-1-1-1,1 0 1,-1 1-1,1-1 1,0 0-1,0 1 1,-1-1-1,1 1 0,0-1 1,0 1-1,0 0 1,-1-1-1,1 1 1,0 0-1,0-1 1,0 1-1,0 0 1,0 0-1,0 0 1,1 0-1,34-7-7174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0.759"/>
    </inkml:context>
    <inkml:brush xml:id="br0">
      <inkml:brushProperty name="width" value="0.025" units="cm"/>
      <inkml:brushProperty name="height" value="0.025" units="cm"/>
    </inkml:brush>
  </inkml:definitions>
  <inkml:trace contextRef="#ctx0" brushRef="#br0">247 3 7338,'0'0'272,"0"0"1,-1 0 0,1-1 0,0 1 0,0 0 0,-1 0-1,1 0 1,0-1 0,0 1 0,-1 0 0,1 0 0,0 0 0,-1 0-1,1 0 1,0 0 0,-1 0 0,1 0 0,0 0 0,-1 0-1,1 0 1,0 0 0,-1 0 0,1 0 0,0 0 0,-1 0-1,1 0 1,0 0 0,-1 0 0,1 0 0,-1 1 0,-9 9 2316,-4 18-2303,12-26 312,-3 13-271,0 0 0,1 1 0,0-1 0,-2 27 0,4-26-219,-1 1 1,0-1-1,-1 0 1,-10 25-1,-27 61 328,41-102-435,-1 1 0,1 0 0,0-1 0,0 1 0,0 0 0,0 0 0,0-1 0,0 1 0,0 0 0,0-1 0,0 1 0,0 0 0,1-1 0,-1 1 0,0 0 0,0-1 0,1 1 0,-1 0 0,0-1 0,1 1 0,-1-1 0,1 1 0,-1 0 0,0-1 0,1 1 0,-1-1 0,1 0 0,0 1 0,-1-1 0,1 1 0,-1-1 0,1 0 0,0 1 0,-1-1 0,1 0 0,0 0 0,-1 1 0,1-1 0,0 0 0,-1 0 0,1 0 0,0 0 0,-1 0 0,1 0 0,1 0 0,42 1 99,-33-1-89,4-1-3,88 5 39,-91-3-44,1 0 0,-1 2 0,0-1 1,0 2-1,-1-1 0,15 7 1,-23-8-5,0-1 1,0 1 0,0 0 0,-1 0-1,1 0 1,0 0 0,-1 1 0,1-1-1,-1 1 1,0 0 0,0-1 0,0 1-1,0 0 1,0 0 0,0 0 0,-1 0-1,0 1 1,0-1 0,0 0 0,0 1-1,0-1 1,0 0 0,-1 1 0,0-1-1,0 1 1,0 3 0,-1 8-2,-2 0 0,1-1 1,-2 1-1,-9 25 0,6-19 2,1-4 28,-1-1 0,-1 0 1,0-1-1,-2 0 0,1 0 0,-2-1 1,1 0-1,-2-1 0,0 0 1,-24 19-1,13-14 90,0-1 0,-1-1 0,-1-1 0,-1-1 0,-45 18 0,67-31-100,1 1 1,-1-1 0,1 0-1,-1 0 1,0 0 0,1-1-1,-1 1 1,0-1 0,1 0-1,-1 0 1,0 0 0,1 0 0,-1-1-1,0 0 1,1 1 0,-5-3-1,6 2-106,0 0 0,0 0 0,0 0 0,1-1 0,-1 1 0,0-1 0,1 1 0,-1-1 0,1 0 0,0 1 0,-1-1 0,-1-3 0,1 0-524,0 1-1,1-1 1,-1 0-1,1 0 1,0 1-1,0-1 1,0-6-1,-2-67-5882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1.009"/>
    </inkml:context>
    <inkml:brush xml:id="br0">
      <inkml:brushProperty name="width" value="0.025" units="cm"/>
      <inkml:brushProperty name="height" value="0.025" units="cm"/>
    </inkml:brush>
  </inkml:definitions>
  <inkml:trace contextRef="#ctx0" brushRef="#br0">0 122 2473,'12'-12'8921,"6"0"-7256,9-11-161,6 2 56,-1 0-479,4 9-169,-9-3 32,2 9-328,-5 6-280,0 3-216,0 0-112,5 6 0,4 0-8,9-3-208,14 0-1888,131-24-4009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1.742"/>
    </inkml:context>
    <inkml:brush xml:id="br0">
      <inkml:brushProperty name="width" value="0.025" units="cm"/>
      <inkml:brushProperty name="height" value="0.025" units="cm"/>
    </inkml:brush>
  </inkml:definitions>
  <inkml:trace contextRef="#ctx0" brushRef="#br0">491 4 5601,'2'-3'4948,"-4"4"-1740,-9 13-500,-14 23-1559,-101 160 1018,-14 24-1774,110-168-344,-7 10-14,3 2 1,-38 100 0,68-154-33,1-1 0,1 1 0,-1 0 0,2 0 0,-1 0 1,2-1-1,-1 1 0,2 0 0,1 19 0,-1-26-1,1 1 1,-1 0-1,1-1 0,0 1 0,0-1 0,0 0 0,0 1 0,1-1 0,-1 0 1,1 0-1,0-1 0,1 1 0,-1 0 0,1-1 0,-1 0 0,1 0 0,0 0 1,0-1-1,0 1 0,1-1 0,-1 0 0,0 0 0,7 2 0,1-1 12,-1-1 0,0 0 0,1-1 0,-1 0 0,1-1-1,0 0 1,-1-1 0,1 0 0,-1-1 0,0 0 0,1-1-1,-1 0 1,0-1 0,0 0 0,17-10 0,-20 11-2,-1-1 0,1-1 0,-1 0 0,0 0 0,0 0-1,0-1 1,-1 1 0,0-2 0,0 1 0,0-1 0,-1 0 0,0 0 0,0 0 0,-1-1 0,0 0 0,0 0 0,-1 0 0,0 0 0,0 0 0,-1-1 0,1-9-1,-3 11-1,0 0 0,-1 0 0,0 0 0,-1 0 0,1 0-1,-1 0 1,-1 0 0,1 0 0,-1 1 0,0-1 0,-1 1-1,1 0 1,-1 0 0,0 0 0,-1 1 0,0-1 0,1 1-1,-10-7 1,-7-6 52,-1 1 0,0 1-1,-33-18 1,37 24 49,11 5-18,0 0 0,0 1 0,-1 0 0,0 0 0,0 1 0,1 0 0,-2 0 0,-15-3 0,23 6-93,0 0-1,1 1 1,-1-1-1,0 0 1,1 0 0,-1 1-1,0-1 1,1 0-1,-1 1 1,1-1 0,-1 1-1,1-1 1,-1 0-1,1 1 1,-1-1 0,1 1-1,-1 0 1,1-1-1,-1 1 1,1-1-1,0 1 1,0 0 0,-1-1-1,1 1 1,0 0-1,0-1 1,-1 1 0,1 0-1,0-1 1,0 1-1,0 0 1,0-1-1,0 1 1,0 0 0,0-1-1,1 1 1,-1 0-1,0-1 1,0 1 0,0 0-1,1-1 1,0 2-1,12 33-232,-10-29-142,1-1 1,0 1-1,0 0 0,0-1 0,1 0 0,0 0 0,0-1 0,0 1 0,0-1 0,1 0 0,0 0 0,0-1 0,0 0 0,13 5 1,119 33-8108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2.438"/>
    </inkml:context>
    <inkml:brush xml:id="br0">
      <inkml:brushProperty name="width" value="0.025" units="cm"/>
      <inkml:brushProperty name="height" value="0.025" units="cm"/>
    </inkml:brush>
  </inkml:definitions>
  <inkml:trace contextRef="#ctx0" brushRef="#br0">187 1 6577,'-45'7'9337,"35"-2"-5236,30-3-1883,87-8-42,-77 3-2077,-1 1 1,1 1 0,0 2-1,58 8 1,-84-8-101,1 1 0,0-1 0,0 1 0,-1-1 0,1 1 0,-1 1 1,1-1-1,-1 1 0,0-1 0,0 1 0,0 0 0,5 6 0,-7-7 1,-1 0 0,1 1 0,-1-1 0,1 1 0,-1-1 0,0 1 0,0-1 0,0 1 0,0 0 0,-1 0 0,1-1 0,-1 1 0,1 0 0,-1 0 0,0 0 0,0 0 0,-1-1 0,1 1 0,0 0 0,-1 0 0,0 0 0,1-1 0,-3 5 0,-4 9 15,0-1 0,-1 0 1,-1 0-1,0-1 0,-1 0 1,-14 14-1,-79 76 49,62-64-61,-22 21 4,-109 113 17,161-161-24,1 1 0,0-1 0,0 2 0,2-1 0,0 1 0,-10 26 0,16-38 0,1 1 1,0 0 0,0-1-1,0 1 1,0 0 0,1 0-1,-1 0 1,1 0 0,0-1-1,0 1 1,0 0 0,1 0-1,-1 0 1,1 0 0,0-1-1,0 1 1,1 0 0,-1-1 0,1 1-1,-1-1 1,1 1 0,0-1-1,0 0 1,1 0 0,-1 0-1,1 0 1,0 0 0,-1 0-1,1-1 1,0 1 0,0-1-1,1 0 1,6 4 0,1-2 45,0 0 1,1 0-1,0-1 1,0 0-1,0-1 1,0 0-1,0-1 1,1-1-1,20-1 1,112-19 782,-139 19-784,37-7 187,150-31 755,-155 30-690,-1-2-1,0-2 1,35-18 0,-90 30-676,17 1 309,-10 3-1111,1-1 0,0 2-1,0-1 1,-13 7 0,-88 39-4920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7.73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238 283 4689,'-65'-4'18619,"77"7"-18601,8-1 20,1-2 0,-1-1 0,0 0-1,1-2 1,-1 0 0,25-8 0,4 1-39,116-20 128,426-89-48,-518 101-69,31-9 40,198-24 0,-158 50-38,-127-2-8,24-2-1,-39 5-3,0-1 0,0 1 0,0 0 0,0 1 0,0-1 0,0 0 0,0 0 0,0 1-1,0-1 1,-1 1 0,1 0 0,0 0 0,0-1 0,0 1 0,2 2 0,0-1 1,0 0 0,0 0 0,0-1 0,1 0 0,-1 0 0,0 0 0,0 0 0,1-1 0,-1 1 0,1-1 0,-1 0 1,1-1-1,4 0 0,4 1 8,1-1-3,-9 0-5,-1 1-1,1-1 0,-1 1 1,1 0-1,-1 1 0,1-1 1,4 2-1,-25 30 107,11-14-17,1-1 1,1 1-1,0 0 1,2 0-1,0 0 1,1 0-1,0-1 1,7 34-1,-1 28 21,-2 65 73,27 434 713,-24-483-637,-6-61-156,2 0 0,10 53 0,-13-99 1155,1 9-1236,-1 0-1,0 0 0,0 1 0,0-1 1,0 0-1,0 0 0,0 0 1,-1 1-1,1-1 0,-1 0 0,0 0 1,0 1-1,0-1 0,0 1 1,0-1-1,-1 1 0,1-1 1,-1 1-1,1 0 0,-1-1 0,0 1 1,-3-2-1,-5-1-21,1 0 0,-1 1 0,-1 1 0,1-1 0,0 2 0,-1-1 0,1 2 0,-21-2 0,-90 6 6,98-2-7,-453 62-42,338-41 36,48-13-13,-1-3 0,-141-10 0,147 0 13,54 4-5,-1 0-1,1 2 0,-1 1 0,1 2 0,0 1 0,1 2 0,-1 0 1,-52 24-1,49-18 11,-1-2 0,-1-2 0,-55 10 1,79-18-1,-47-2 70,4 15-77,86-50 15,-22 26 7,-2-1 0,1-1 0,-1 0 0,-1 0 0,0 0 1,0-1-1,-1 1 0,-1-1 0,0-1 0,0 1 0,-1 0 1,-1-1-1,1-14 0,-1 5 3,-1 0-1,-1 0 1,0-1-1,-2 1 1,-1 0 0,-10-39-1,-20-93 8,20 82-17,5 31-7,8 46-8,0 1 1,1-1-1,0 1 0,0-1 0,1 1 1,-1-1-1,1 0 0,4 8 0,-5-11 5,0 0 0,0 1 0,0-1 0,1 0 0,-1 0 0,1 0 0,0 0 0,0 0 0,0-1 0,0 1 0,0 0 0,0-1-1,0 1 1,0-1 0,0 0 0,1 0 0,-1 0 0,0 0 0,1 0 0,-1 0 0,5 0 0,16-1 16,1-2 0,-1 0 1,0-1-1,0-2 0,42-13 0,2 0-4,366-63 12,-108 24-25,-150 29 4,-32 7-8,-108 12-23,-7 7 1477,-26 2-1419,-2 0-14,0 0-5,-1 0-60,0 0 1,1 1-1,-1-1 1,0 0-1,0 1 1,1-1-1,-1 1 0,0-1 1,1 1-1,-1-1 1,1 1-1,-1 0 0,1-1 1,-1 1-1,1-1 1,-1 1-1,1 0 0,-1 0 1,1-1-1,0 1 1,-1 0-1,1 0 0,0-1 1,0 1-1,0 2 1,-2 1-495,-10 22-2396,-14 37-2822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1"/>
    </inkml:context>
    <inkml:brush xml:id="br0">
      <inkml:brushProperty name="width" value="0.025" units="cm"/>
      <inkml:brushProperty name="height" value="0.025" units="cm"/>
    </inkml:brush>
  </inkml:definitions>
  <inkml:trace contextRef="#ctx0" brushRef="#br0">75 12 10218,'-6'-2'2585,"3"2"-1017,-6-3-560,0 0-264,6 3-335,0-3-249,0 3-152,6 3-120,-3 5-137,0 10-223,0 12-688,-6 6-1688,-30 35-4306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2"/>
    </inkml:context>
    <inkml:brush xml:id="br0">
      <inkml:brushProperty name="width" value="0.025" units="cm"/>
      <inkml:brushProperty name="height" value="0.025" units="cm"/>
    </inkml:brush>
  </inkml:definitions>
  <inkml:trace contextRef="#ctx0" brushRef="#br0">1 16 6793,'0'-1'198,"0"1"-1,0-1 0,0 1 1,0-1-1,0 1 0,-1-1 1,1 1-1,0-1 1,0 1-1,1-1 0,-1 1 1,0-1-1,0 1 0,0-1 1,0 1-1,0-1 0,1 1 1,-1-1-1,0 1 0,0 0 1,0-1-1,1 1 0,-1-1 1,0 1-1,1 0 0,-1-1 1,1 1-1,-1 0 0,0-1 1,1 1-1,-1 0 0,1-1 1,-1 1-1,0 0 0,1 0 1,-1 0-1,1 0 0,-1-1 1,1 1-1,-1 0 0,1 0 1,-1 0-1,1 0 0,0 0 1,0 1-29,1-1 0,-1 1 0,0-1 0,0 1 0,0 0 0,1 0 0,-1-1 0,0 1 1,0 0-1,0 0 0,-1 0 0,1 0 0,0 0 0,0 0 0,0 1 0,-1-1 0,2 2 0,3 13 71,0 1-1,-2-1 0,0 1 0,0 0 0,-2 0 1,0 0-1,-2 29 0,1-17-131,-5 141 90,0-76-229,11 127 0,-3-196-118,1 17-2043,-2-9-2762,-4 13-3049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3"/>
    </inkml:context>
    <inkml:brush xml:id="br0">
      <inkml:brushProperty name="width" value="0.025" units="cm"/>
      <inkml:brushProperty name="height" value="0.025" units="cm"/>
    </inkml:brush>
  </inkml:definitions>
  <inkml:trace contextRef="#ctx0" brushRef="#br0">86 24 5337,'-1'-24'7598,"-1"27"-3587,-2 42-2144,1-21-1545,-32 152 51,22-124-366,2 0 1,-5 75 0,16-123-8,0 0-1,0 0 1,0-1 0,0 1 0,1 0-1,-1 0 1,1 0 0,0 0 0,0 0 0,1-1-1,-1 1 1,1-1 0,-1 1 0,5 5-1,-4-7 2,0 0 0,0 0-1,1 0 1,-1-1-1,0 1 1,1-1-1,-1 1 1,1-1-1,-1 0 1,1 0-1,0 0 1,-1 0 0,1-1-1,0 1 1,-1-1-1,1 0 1,0 0-1,0 0 1,0 0-1,4-1 1,38-5 45,0-3 0,46-15 0,-23 6 117,22-4 365,158-46 479,-246 67-1003,1 0-1,-1 0 0,1 1 1,-1-1-1,1 1 1,-1-1-1,1 1 0,0 0 1,-1 0-1,1 0 1,4 1-1,-7-1-31,0 0 1,0 1-1,1-1 0,-1 0 0,0 0 1,0 0-1,1 0 0,-1 0 1,0 0-1,0 1 0,0-1 1,1 0-1,-1 0 0,0 0 0,0 1 1,0-1-1,0 0 0,1 0 1,-1 0-1,0 1 0,0-1 1,0 0-1,0 0 0,0 1 0,0-1 1,0 0-1,0 0 0,0 1 1,0-1-1,0 0 0,0 1 1,0-1-1,0 0 0,0 0 0,0 1 1,0-1-1,-13 16-3205,-3-8-1506,-21 3-3799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4"/>
    </inkml:context>
    <inkml:brush xml:id="br0">
      <inkml:brushProperty name="width" value="0.025" units="cm"/>
      <inkml:brushProperty name="height" value="0.025" units="cm"/>
    </inkml:brush>
  </inkml:definitions>
  <inkml:trace contextRef="#ctx0" brushRef="#br0">0 1 11747,'0'3'2472,"0"9"-1656,6 3-152,3 11-80,6 7-55,0 3 111,0 5-32,-4 7-224,-2 14-168,-3 6-80,0 7 104,-3 2-184,3-12-48,-3-5-8,0-13-520,9-8-2097,9 26-4200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5"/>
    </inkml:context>
    <inkml:brush xml:id="br0">
      <inkml:brushProperty name="width" value="0.025" units="cm"/>
      <inkml:brushProperty name="height" value="0.025" units="cm"/>
    </inkml:brush>
  </inkml:definitions>
  <inkml:trace contextRef="#ctx0" brushRef="#br0">6 110 4241,'-3'-11'9129,"3"11"-9063,-1-1 0,1 1 0,0-1 1,0 1-1,-1-1 0,1 1 0,0-1 0,0 1 0,0-1 0,0 1 1,0-1-1,0 1 0,0-1 0,0 1 0,0-1 0,0 1 0,0-1 0,0 1 1,0-1-1,0 1 0,0-1 0,0 1 0,1-1 0,-1 1 0,0-1 1,0 1-1,1-1 0,-1 1 0,0-1 0,1 1 0,-1 0 0,0-1 1,1 1-1,-1-1 0,1 1 0,-1 0 0,0 0 0,1-1 0,-1 1 0,1 0 1,-1 0-1,1-1 0,-1 1 0,1 0 0,16-13 296,0 2 1,0 0-1,1 0 0,28-11 0,-42 20-357,1 0 0,0 1-1,1-1 1,-1 1-1,0 0 1,0 0-1,0 0 1,1 1-1,-1 0 1,0 0-1,1 0 1,-1 1 0,0-1-1,1 1 1,-1 1-1,0-1 1,0 1-1,0 0 1,0 0-1,-1 0 1,1 1-1,0-1 1,4 5 0,14 15 24,0 2 0,-2 1 0,0 1 0,22 37 0,-38-55-28,0-1 1,-1 1-1,0 0 1,-1 0-1,0 0 0,4 14 1,-6-19-1,-1 0 0,1 0 0,-1 0 0,0 1 0,0-1 0,0 0 0,0 0 0,-1 0 0,1 0 0,-1 0 0,0 0 0,0 0 0,0 0 0,0 0 0,0 0 0,-1 0 0,1 0 0,-1-1 0,0 1 0,0-1 0,-3 5 0,-22 15 59,0-1 0,-1-1 1,-1-1-1,0-2 0,-39 17 0,67-31-114,11 1 32,21 5 27,-5-2 0,33 15-8,0 3 0,-2 3 0,90 58 0,-140-82 8,-1 0 0,0 1-1,0 0 1,-1 0 0,0 1 0,1-1 0,-2 1 0,1 0 0,4 8 0,-8-12-2,0 1-1,0-1 1,-1 1 0,1-1 0,0 1-1,-1 0 1,0-1 0,0 1-1,0-1 1,0 1 0,0 0 0,0-1-1,-1 1 1,1-1 0,-1 1-1,1-1 1,-1 1 0,0-1 0,0 1-1,-1-1 1,1 0 0,0 1-1,-1-1 1,1 0 0,-1 0-1,0 0 1,1 0 0,-1 0 0,-4 2-1,-21 19 343,0-1 0,-2-1 0,0-2 0,-47 23 0,-134 50 2291,206-90-2592,-23 6 480,26-8-504,0 0-1,1 0 0,-1 0 0,0 0 1,1 0-1,-1-1 0,0 1 0,1 0 1,-1 0-1,0 0 0,1-1 0,-1 1 1,0 0-1,1-1 0,-1 1 0,1 0 1,-1-1-1,1 1 0,-1-1 0,1 1 1,-1-1-1,1 1 0,-1-1 0,1 0 0,0 1 1,-1-1-1,1 1 0,0-1 0,-1 0 1,1 1-1,0-1 0,0 0 0,0 1 1,-1-3-1,-5-12-191,0-5 571,7 19-647,-1 0-1,1 1 1,-1-1-1,0 0 1,1 0-1,0 1 1,-1-1-1,1 0 1,-1 1-1,1-1 1,0 0-1,0 1 1,-1-1-1,1 1 0,0-1 1,0 1-1,0 0 1,-1-1-1,1 1 1,0 0-1,0-1 1,0 1-1,0 0 1,0 0-1,0 0 1,1 0-1,34-7-7174</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6"/>
    </inkml:context>
    <inkml:brush xml:id="br0">
      <inkml:brushProperty name="width" value="0.025" units="cm"/>
      <inkml:brushProperty name="height" value="0.025" units="cm"/>
    </inkml:brush>
  </inkml:definitions>
  <inkml:trace contextRef="#ctx0" brushRef="#br0">247 3 7338,'0'0'272,"0"0"1,-1 0 0,1-1 0,0 1 0,0 0 0,-1 0-1,1 0 1,0-1 0,0 1 0,-1 0 0,1 0 0,0 0 0,-1 0-1,1 0 1,0 0 0,-1 0 0,1 0 0,0 0 0,-1 0-1,1 0 1,0 0 0,-1 0 0,1 0 0,0 0 0,-1 0-1,1 0 1,0 0 0,-1 0 0,1 0 0,-1 1 0,-9 9 2316,-4 18-2303,12-26 312,-3 13-271,0 0 0,1 1 0,0-1 0,-2 27 0,4-26-219,-1 1 1,0-1-1,-1 0 1,-10 25-1,-27 61 328,41-102-435,-1 1 0,1 0 0,0-1 0,0 1 0,0 0 0,0 0 0,0-1 0,0 1 0,0 0 0,0-1 0,0 1 0,0 0 0,1-1 0,-1 1 0,0 0 0,0-1 0,1 1 0,-1 0 0,0-1 0,1 1 0,-1-1 0,1 1 0,-1 0 0,0-1 0,1 1 0,-1-1 0,1 0 0,0 1 0,-1-1 0,1 1 0,-1-1 0,1 0 0,0 1 0,-1-1 0,1 0 0,0 0 0,-1 1 0,1-1 0,0 0 0,-1 0 0,1 0 0,0 0 0,-1 0 0,1 0 0,1 0 0,42 1 99,-33-1-89,4-1-3,88 5 39,-91-3-44,1 0 0,-1 2 0,0-1 1,0 2-1,-1-1 0,15 7 1,-23-8-5,0-1 1,0 1 0,0 0 0,-1 0-1,1 0 1,0 0 0,-1 1 0,1-1-1,-1 1 1,0 0 0,0-1 0,0 1-1,0 0 1,0 0 0,0 0 0,-1 0-1,0 1 1,0-1 0,0 0 0,0 1-1,0-1 1,0 0 0,-1 1 0,0-1-1,0 1 1,0 3 0,-1 8-2,-2 0 0,1-1 1,-2 1-1,-9 25 0,6-19 2,1-4 28,-1-1 0,-1 0 1,0-1-1,-2 0 0,1 0 0,-2-1 1,1 0-1,-2-1 0,0 0 1,-24 19-1,13-14 90,0-1 0,-1-1 0,-1-1 0,-1-1 0,-45 18 0,67-31-100,1 1 1,-1-1 0,1 0-1,-1 0 1,0 0 0,1-1-1,-1 1 1,0-1 0,1 0-1,-1 0 1,0 0 0,1 0 0,-1-1-1,0 0 1,1 1 0,-5-3-1,6 2-106,0 0 0,0 0 0,0 0 0,1-1 0,-1 1 0,0-1 0,1 1 0,-1-1 0,1 0 0,0 1 0,-1-1 0,-1-3 0,1 0-524,0 1-1,1-1 1,-1 0-1,1 0 1,0 1-1,0-1 1,0-6-1,-2-67-5882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7"/>
    </inkml:context>
    <inkml:brush xml:id="br0">
      <inkml:brushProperty name="width" value="0.025" units="cm"/>
      <inkml:brushProperty name="height" value="0.025" units="cm"/>
    </inkml:brush>
  </inkml:definitions>
  <inkml:trace contextRef="#ctx0" brushRef="#br0">0 122 2473,'12'-12'8921,"6"0"-7256,9-11-161,6 2 56,-1 0-479,4 9-169,-9-3 32,2 9-328,-5 6-280,0 3-216,0 0-112,5 6 0,4 0-8,9-3-208,14 0-1888,131-24-4009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8"/>
    </inkml:context>
    <inkml:brush xml:id="br0">
      <inkml:brushProperty name="width" value="0.025" units="cm"/>
      <inkml:brushProperty name="height" value="0.025" units="cm"/>
    </inkml:brush>
  </inkml:definitions>
  <inkml:trace contextRef="#ctx0" brushRef="#br0">491 4 5601,'2'-3'4948,"-4"4"-1740,-9 13-500,-14 23-1559,-101 160 1018,-14 24-1774,110-168-344,-7 10-14,3 2 1,-38 100 0,68-154-33,1-1 0,1 1 0,-1 0 0,2 0 0,-1 0 1,2-1-1,-1 1 0,2 0 0,1 19 0,-1-26-1,1 1 1,-1 0-1,1-1 0,0 1 0,0-1 0,0 0 0,0 1 0,1-1 0,-1 0 1,1 0-1,0-1 0,1 1 0,-1 0 0,1-1 0,-1 0 0,1 0 0,0 0 1,0-1-1,0 1 0,1-1 0,-1 0 0,0 0 0,7 2 0,1-1 12,-1-1 0,0 0 0,1-1 0,-1 0 0,1-1-1,0 0 1,-1-1 0,1 0 0,-1-1 0,0 0 0,1-1-1,-1 0 1,0-1 0,0 0 0,17-10 0,-20 11-2,-1-1 0,1-1 0,-1 0 0,0 0 0,0 0-1,0-1 1,-1 1 0,0-2 0,0 1 0,0-1 0,-1 0 0,0 0 0,0 0 0,-1-1 0,0 0 0,0 0 0,-1 0 0,0 0 0,0 0 0,-1-1 0,1-9-1,-3 11-1,0 0 0,-1 0 0,0 0 0,-1 0 0,1 0-1,-1 0 1,-1 0 0,1 0 0,-1 1 0,0-1 0,-1 1-1,1 0 1,-1 0 0,0 0 0,-1 1 0,0-1 0,1 1-1,-10-7 1,-7-6 52,-1 1 0,0 1-1,-33-18 1,37 24 49,11 5-18,0 0 0,0 1 0,-1 0 0,0 0 0,0 1 0,1 0 0,-2 0 0,-15-3 0,23 6-93,0 0-1,1 1 1,-1-1-1,0 0 1,1 0 0,-1 1-1,0-1 1,1 0-1,-1 1 1,1-1 0,-1 1-1,1-1 1,-1 0-1,1 1 1,-1-1 0,1 1-1,-1 0 1,1-1-1,-1 1 1,1-1-1,0 1 1,0 0 0,-1-1-1,1 1 1,0 0-1,0-1 1,-1 1 0,1 0-1,0-1 1,0 1-1,0 0 1,0-1-1,0 1 1,0 0 0,0-1-1,1 1 1,-1 0-1,0-1 1,0 1 0,0 0-1,1-1 1,0 2-1,12 33-232,-10-29-142,1-1 1,0 1-1,0 0 0,0-1 0,1 0 0,0 0 0,0-1 0,0 1 0,0-1 0,1 0 0,0 0 0,0-1 0,0 0 0,13 5 1,119 33-8108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9"/>
    </inkml:context>
    <inkml:brush xml:id="br0">
      <inkml:brushProperty name="width" value="0.025" units="cm"/>
      <inkml:brushProperty name="height" value="0.025" units="cm"/>
    </inkml:brush>
  </inkml:definitions>
  <inkml:trace contextRef="#ctx0" brushRef="#br0">187 1 6577,'-45'7'9337,"35"-2"-5236,30-3-1883,87-8-42,-77 3-2077,-1 1 1,1 1 0,0 2-1,58 8 1,-84-8-101,1 1 0,0-1 0,0 1 0,-1-1 0,1 1 0,-1 1 1,1-1-1,-1 1 0,0-1 0,0 1 0,0 0 0,5 6 0,-7-7 1,-1 0 0,1 1 0,-1-1 0,1 1 0,-1-1 0,0 1 0,0-1 0,0 1 0,0 0 0,-1 0 0,1-1 0,-1 1 0,1 0 0,-1 0 0,0 0 0,0 0 0,-1-1 0,1 1 0,0 0 0,-1 0 0,0 0 0,1-1 0,-3 5 0,-4 9 15,0-1 0,-1 0 1,-1 0-1,0-1 0,-1 0 1,-14 14-1,-79 76 49,62-64-61,-22 21 4,-109 113 17,161-161-24,1 1 0,0-1 0,0 2 0,2-1 0,0 1 0,-10 26 0,16-38 0,1 1 1,0 0 0,0-1-1,0 1 1,0 0 0,1 0-1,-1 0 1,1 0 0,0-1-1,0 1 1,0 0 0,1 0-1,-1 0 1,1 0 0,0-1-1,0 1 1,1 0 0,-1-1 0,1 1-1,-1-1 1,1 1 0,0-1-1,0 0 1,1 0 0,-1 0-1,1 0 1,0 0 0,-1 0-1,1-1 1,0 1 0,0-1-1,1 0 1,6 4 0,1-2 45,0 0 1,1 0-1,0-1 1,0 0-1,0-1 1,0 0-1,0-1 1,1-1-1,20-1 1,112-19 782,-139 19-784,37-7 187,150-31 755,-155 30-690,-1-2-1,0-2 1,35-18 0,-90 30-676,17 1 309,-10 3-1111,1-1 0,0 2-1,0-1 1,-13 7 0,-88 39-4920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7.18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12 21 9538,'-11'-21'11018,"16"21"-11018,-10 0-504</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34.74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101 170 2737,'-27'7'13880,"-11"27"-11354,51-17-1014,-7-11-1313,0-1 0,1 1-1,0-1 1,0 0 0,1-1 0,-1 1 0,1-2-1,0 1 1,0-1 0,12 3 0,11 3 338,44 4 1,-41-9-364,1-1 0,-1-3 0,0 0 0,43-7 0,138-32 386,-152 26-282,249-57 363,185-33-132,-414 90-414,0 4 1,1 4-1,144 9 0,-216-4-71,-1 0 0,1-1-1,-1-1 1,1 0-1,-1 0 1,0-1 0,0 0-1,0-1 1,13-6-1,-8 3-8,1 1 0,27-6 0,-43 12-15,-1-1 0,1 1 0,-1 0 0,1 0 0,0 0 1,-1 0-1,1-1 0,-1 1 0,1 0 0,0 0 1,-1 0-1,1 0 0,-1 0 0,1 1 0,-1-1 0,1 0 1,0 0-1,-1 0 0,1 0 0,-1 1 0,1-1 1,-1 0-1,1 0 0,-1 1 0,1-1 0,-1 1 0,1-1 1,-1 0-1,1 1 0,-2 17-1,-1 1 29,-17 646 717,18-645-712,-2 19 13,2 0-1,2 0 0,1 0 1,2 0-1,10 39 0,-5-57 27,-4-19 183,-4-11 308,-10 2-367,0 1 1,-1 0-1,1 0 0,-13-5 0,1 4-195,1 1-1,-1 1 0,0 1 1,0 0-1,0 2 0,0 0 1,0 2-1,-1 0 0,1 2 1,-31 5-1,-27 8 2,-108 37 0,149-41-2,-181 60-7,-248 63-18,277-104 26,103-18 3,-140 38-1,210-47 1,0-1-1,1 0 0,-1-1 1,0-1-1,0-1 0,0 0 1,0-1-1,-26-7 0,-1 2-7,-41-6 18,82 13-13,0-1 0,0 1-1,0-1 1,0 0-1,0 0 1,0-1-1,1 1 1,-1-1-1,0 1 1,1-1-1,-1 0 1,1 0-1,-1 0 1,1 0-1,0 0 1,0 0-1,0-1 1,0 1-1,-1-4 1,-2-3 2,0-1 1,1 0-1,0-1 1,-3-11-1,-5-16 3,3 18-4,2 0-1,0-1 1,1 0 0,1 0 0,2 0 0,-1-1-1,2 1 1,1-34 0,6-37 2,-1 28 2,-2-1 0,-11-91 1,9 156-20,1 0 0,-1 0 0,0 0 0,0 0 1,0 0-1,0 0 0,0 0 0,0 0 1,1 0-1,-1 0 0,0 0 0,0 0 1,0 0-1,0 0 0,0 0 0,0 0 1,1 0-1,-1 0 0,0 0 0,0-1 1,0 1-1,0 0 0,0 0 0,0 0 1,0 0-1,1 0-26,-1 0 27,0 0-1,0 0 0,0-1 0,0 1 1,0 0-1,0 0 0,0 0 0,0 0 1,0 0-1,0 0 0,0-1 0,0 1 1,0 0-1,0 0 0,0 0 0,0 0 1,0 0-1,0 0 0,0-1 0,0 1 1,0 0-1,16 8-887,-6-6 317,39 7-6628,-35-11 6489</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39.990"/>
    </inkml:context>
    <inkml:brush xml:id="br0">
      <inkml:brushProperty name="width" value="0.025" units="cm"/>
      <inkml:brushProperty name="height" value="0.025" units="cm"/>
    </inkml:brush>
  </inkml:definitions>
  <inkml:trace contextRef="#ctx0" brushRef="#br0">44 160 5265,'-6'-31'5621,"1"2"-3374,-8-35 457,5 48-1885,7 15-694,0-1 0,0 1 0,0 0 0,0-1 0,0 1-1,1-1 1,-1 1 0,1 0 0,-1-1 0,1 1 0,-1-4 0,1 5-87,0 0 1,0 0-1,0 0 1,0 0-1,0 1 1,0-1-1,0 0 1,0 0-1,0 0 1,0 0-1,0 0 1,-1 0-1,1 0 1,0 0-1,0 0 1,0 0-1,0 0 1,0 0-1,0 0 1,0 0-1,0 0 1,0 0-1,0 0 1,0 0-1,0 0 1,0 0-1,0 0 1,0 0-1,-1 0 1,1 0-1,0 0 1,0 0 0,0 0-1,0 0 1,0 0-1,0 0 1,0 0-1,0 0 1,0 0-1,1 14 267,6 7-91,-1 0 0,-1 0 0,-1 1 0,3 36 1,-5-37-155,29 504 157,-21-273-152,-4-150-49,-6-103-102,4-35 269,9 0-3054,18-11-2565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0.754"/>
    </inkml:context>
    <inkml:brush xml:id="br0">
      <inkml:brushProperty name="width" value="0.025" units="cm"/>
      <inkml:brushProperty name="height" value="0.025" units="cm"/>
    </inkml:brush>
  </inkml:definitions>
  <inkml:trace contextRef="#ctx0" brushRef="#br0">69 37 4049,'-9'-25'6153,"9"24"-6010,0 1 1,0-1 0,-1 1-1,1-1 1,0 1-1,0-1 1,0 1 0,0-1-1,-1 1 1,1-1-1,0 1 1,-1-1 0,1 1-1,0 0 1,-1-1-1,1 1 1,0-1 0,-1 1-1,1 0 1,-1-1-1,1 1 1,-1 0 0,1 0-1,-1-1 1,1 1-1,-1 0 1,1 0 0,-1 0-1,1 0 1,-1-1 0,1 1-1,-1 0 1,1 0-1,-1 0 1,1 0 0,-1 0-1,0 0 1,1 1-1,-1-1 1,1 0 0,-1 0-1,0 0 1,1 4 48,-1 0 0,1 0 0,0 0 0,-1 0 0,2 0 0,-1 0 0,0-1 0,2 7 0,0 4-10,-2 44-47,-3-1 0,-17 94 0,11-97-113,3-1 1,1 1-1,4 65 0,2-100-16,2 0 0,6 27 0,-7-38-4,0-1-1,1 0 0,0 1 0,0-1 1,1 0-1,0-1 0,0 1 0,8 9 1,-10-14 0,-1-1 1,1 1 0,0-1-1,0 0 1,0 1 0,-1-1 0,1 0-1,0 0 1,0-1 0,1 1-1,-1 0 1,0-1 0,0 1-1,0-1 1,0 1 0,1-1 0,-1 0-1,0 0 1,0 0 0,0-1-1,4 1 1,3-2 40,0-1 1,1 0-1,13-6 1,-8 3-8,34-13 7,21-8 33,83-21 1,172-17 72,-267 44-16,-59 19-13,-9 1-72,-15 1-1366,4 3-1743,-26 0-2572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1.023"/>
    </inkml:context>
    <inkml:brush xml:id="br0">
      <inkml:brushProperty name="width" value="0.025" units="cm"/>
      <inkml:brushProperty name="height" value="0.025" units="cm"/>
    </inkml:brush>
  </inkml:definitions>
  <inkml:trace contextRef="#ctx0" brushRef="#br0">62 1 13179,'-4'2'431,"0"1"0,0 0 0,1 0 0,-1 1 0,1-1 0,-1 1 0,1-1 0,0 1 0,1 0 0,-1 0 0,-2 5 1,2-1-276,0-1 0,0 1 1,0 0-1,1 0 1,1 0-1,-2 8 0,2 5-176,1 0 0,1 0-1,0 0 1,6 26-1,16 61 710,41 114 1,-24-93-601,-37-116-479,1 0-1,1-1 1,0 1-1,0-1 1,1-1-1,11 16 1,-17-26 175,1 0 0,-1-1 0,1 1 0,0 0 0,0 0 0,-1-1 0,1 1 0,0 0 1,0-1-1,0 1 0,0-1 0,0 1 0,-1-1 0,1 0 0,0 1 0,0-1 1,0 0-1,0 1 0,0-1 0,0 0 0,0 0 0,1 0 0,0 0 0,43-15-10426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1.707"/>
    </inkml:context>
    <inkml:brush xml:id="br0">
      <inkml:brushProperty name="width" value="0.025" units="cm"/>
      <inkml:brushProperty name="height" value="0.025" units="cm"/>
    </inkml:brush>
  </inkml:definitions>
  <inkml:trace contextRef="#ctx0" brushRef="#br0">0 137 5641,'2'-45'7041,"-2"37"-6475,1 0-1,0 1 1,1-1 0,-1 1 0,1 0 0,1-1 0,3-6 0,-4 11-472,0 1-1,0 0 1,0 0 0,0 1 0,0-1-1,0 0 1,1 1 0,-1 0 0,1-1-1,-1 1 1,1 0 0,-1 0 0,1 0-1,0 1 1,-1-1 0,1 0-1,0 1 1,0 0 0,-1 0 0,5 0-1,4 0-85,-1 0 0,0 1 0,0 1 0,13 2 0,-13-1-9,0 0 0,0 1 0,0 0 0,-1 1 0,1 0 0,-1 1-1,0 0 1,-1 0 0,1 0 0,7 10 0,-11-12 2,-1 1 1,1 0-1,-2 0 1,1 1-1,0-1 1,-1 1-1,0 0 1,0 0-1,-1 0 1,1 0-1,-2 0 1,1 0 0,0 1-1,-1-1 1,0 1-1,-1-1 1,0 13-1,-2-4 20,-1 0-1,0-1 1,-1 1-1,0-1 1,-2 0-1,1-1 1,-2 1-1,0-1 1,-16 23-1,25-37-19,-1 0 0,0 1-1,0-1 1,1 0-1,-1 1 1,1 0 0,-1-1-1,0 1 1,1 0-1,-1-1 1,1 1-1,-1 0 1,1 0 0,-1 0-1,1 1 1,2-1-1,29 8 12,-4 8-16,-1 0-1,0 2 1,-1 1 0,28 26 0,-52-42 3,4 3-4,0 0-1,-1 1 0,0 0 0,0 0 0,0 0 1,-1 1-1,0-1 0,-1 1 0,0 1 0,5 11 0,-8-17 35,0 0-1,0 0 1,0 0-1,-1 1 1,1-1-1,-1 0 0,0 0 1,0 1-1,0-1 1,0 0-1,-1 1 1,1-1-1,-1 0 0,0 0 1,0 1-1,0-1 1,0 0-1,0 0 0,-1 0 1,1 0-1,-1-1 1,0 1-1,0 0 1,0-1-1,0 1 0,-1-1 1,1 1-1,-1-1 1,1 0-1,-1 0 1,-4 2-1,-1 0 166,1 0 1,-1-1-1,0 0 0,0 0 1,0-1-1,-1 0 0,1 0 0,0-1 1,-9 1-1,-11-2 186,-39-4 0,22 1-361,22 1-104,-10-1 339,28 4-998,14 2-1174,15-2-1206,35-1-1749</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2.327"/>
    </inkml:context>
    <inkml:brush xml:id="br0">
      <inkml:brushProperty name="width" value="0.025" units="cm"/>
      <inkml:brushProperty name="height" value="0.025" units="cm"/>
    </inkml:brush>
  </inkml:definitions>
  <inkml:trace contextRef="#ctx0" brushRef="#br0">109 7 5601,'0'-2'9072,"-3"-2"-4862,1 6-4003,0 0 0,0 0 0,1 0 0,-1 1 0,1-1 0,-1 1 0,1-1 0,0 1 0,0-1 0,0 1 0,0 0 0,0-1 0,0 1 0,0 5 0,-4 9 171,-26 59 111,20-54-452,1 1 0,1 0-1,-8 34 1,17-55-38,-1 1-1,1-1 1,-1 0-1,1 0 0,0 0 1,0 0-1,0 1 1,0-1-1,0 0 1,1 0-1,-1 0 0,1 1 1,-1-1-1,1 0 1,0 0-1,-1 0 1,1 0-1,0 0 0,1 0 1,-1-1-1,0 1 1,1 0-1,-1 0 1,0-1-1,3 2 1,-1-1 0,1 0 1,-1 0 0,1-1-1,-1 1 1,1-1 0,-1 0-1,1 0 1,0-1 0,0 1-1,-1-1 1,1 0 0,0 0 0,0 0-1,4-1 1,217-26 71,-201 25-74,1-1-33,39 1 1,-58 2 26,1 0-1,-1 1 1,0 0 0,1 0-1,-1 1 1,0-1 0,0 1 0,0 1-1,0-1 1,0 1 0,7 5-1,-10-5 8,0 0 0,0 1-1,0-1 1,0 1 0,-1 0-1,1-1 1,-1 1 0,0 0-1,0 1 1,-1-1 0,1 0-1,-1 0 1,0 1 0,0-1-1,0 1 1,-1-1 0,0 1-1,0-1 1,0 7 0,-1 8 14,-1-1 1,0 0 0,-7 23-1,-9 20 2,-39 87 0,11-35 5,46-110-26,-1 0 1,0-1-1,0 1 0,0 0 1,-1-1-1,1 1 1,0-1-1,-1 0 0,0 1 1,0-1-1,1 0 0,-1 0 1,-4 3-1,6-5-80,-1 0 1,1 0-1,-1 0 0,1 0 0,-1 1 1,0-1-1,1 0 0,-1 0 0,0 0 0,1 0 1,-1-1-1,1 1 0,-1 0 0,0 0 1,1 0-1,-1 0 0,1-1 0,-1 1 1,1 0-1,-1 0 0,1-1 0,-1 1 1,1 0-1,-1-1 0,0 0 0,-2-2-805,1 0 0,-1 0 0,1 0 0,0 0-1,0 0 1,-3-7 0,-22-52-8054</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2.628"/>
    </inkml:context>
    <inkml:brush xml:id="br0">
      <inkml:brushProperty name="width" value="0.025" units="cm"/>
      <inkml:brushProperty name="height" value="0.025" units="cm"/>
    </inkml:brush>
  </inkml:definitions>
  <inkml:trace contextRef="#ctx0" brushRef="#br0">0 123 11106,'1'-4'236,"0"0"0,1 0 0,0 1 0,-1-1 0,1 0 0,0 1 0,1 0 0,-1-1 0,0 1 0,1 0 0,0 0 0,0 0 0,0 1 0,0-1 0,0 1 0,1 0 0,-1-1 0,1 2 0,-1-1 0,1 0 0,0 1 0,-1-1 0,1 1 0,5-1 0,0 0-22,1 1-1,0 0 0,0 0 0,0 1 1,0 0-1,0 1 0,0 0 0,15 4 0,-7-1 107,0-1 0,0 0 0,1-2 0,-1 0 0,0-1 0,0-1-1,1-1 1,-1 0 0,0-2 0,0 0 0,-1 0 0,33-14 0,-37 13-513,0-1 310,1 1-1,0 0 1,0 1-1,26-4 1,-36 8-307,0 0-1,1 0 1,-1 0 0,0 0-1,0 1 1,0 0 0,1-1-1,-1 1 1,0 1 0,0-1-1,0 1 1,0-1-1,-1 1 1,1 0 0,0 1-1,-1-1 1,0 1 0,1-1-1,-1 1 1,0 0 0,0 0-1,2 4 1,33 46-5871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4.132"/>
    </inkml:context>
    <inkml:brush xml:id="br0">
      <inkml:brushProperty name="width" value="0.025" units="cm"/>
      <inkml:brushProperty name="height" value="0.025" units="cm"/>
    </inkml:brush>
  </inkml:definitions>
  <inkml:trace contextRef="#ctx0" brushRef="#br0">16 170 8834,'-13'-2'3829,"11"-3"-1124,18-12-23,-9 12-2447,1-3 129,20-17 217,0 2 0,37-24 0,-57 42-585,0 0 1,0 1 0,0 0-1,1 0 1,-1 1 0,1 0-1,0 1 1,0 0 0,0 0-1,0 0 1,1 2 0,-1-1-1,0 1 1,11 1 0,-12 1 4,1 1 1,-1-1 0,0 2-1,0-1 1,0 1 0,0 0-1,-1 1 1,1 0-1,-1 0 1,11 10 0,8 11 11,28 34 0,-35-39-11,-16-16 1,1 0 0,-1 1 0,0-1-1,0 1 1,0-1 0,-1 1 0,0 0 0,0 0-1,0 0 1,-1 0 0,0 0 0,0 0-1,-1 0 1,1 0 0,-1 1 0,-1-1 0,1 0-1,-1 0 1,0 0 0,-2 8 0,-4 8 16,0 1 0,-2-1 0,-21 40 0,-36 60 73,-39 77 552,83-144-402,20-51-208,1 1-1,0-1 1,0 1-1,0-1 1,1 0-1,0 1 1,0-1-1,0 1 1,0-1 0,2 8-1,-2-11-2,1-1 0,-1 1 0,0-1-1,1 1 1,-1-1 0,1 1 0,-1-1 0,1 0 0,-1 1-1,1-1 1,0 1 0,-1-1 0,1 0 0,-1 0 0,1 1-1,0-1 1,-1 0 0,1 0 0,0 0 0,-1 0 0,1 0 0,0 0-1,-1 0 1,1 0 0,0 0 0,-1 0 0,1 0 0,0 0-1,-1 0 1,1 0 0,0-1 0,30-7 771,-17 4-459,627-111 1593,-623 113-1892,8 0-9,-21 3-30,0-1 0,0 0 0,0-1 0,0 1 0,0-1 1,0 0-1,0 0 0,0-1 0,5-2 0,-5-1-1057,-3 11-2441,4 3-2059</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5.536"/>
    </inkml:context>
    <inkml:brush xml:id="br0">
      <inkml:brushProperty name="width" value="0.025" units="cm"/>
      <inkml:brushProperty name="height" value="0.025" units="cm"/>
    </inkml:brush>
  </inkml:definitions>
  <inkml:trace contextRef="#ctx0" brushRef="#br0">546 77 6017,'0'-2'421,"0"-1"1,1 1-1,-1-1 0,0 1 0,1 0 0,-1 0 0,1-1 1,0 1-1,0 0 0,0 0 0,2-3 0,0 1-306,0 0-1,1 0 1,-1 0-1,1 1 1,0-1-1,6-3 1,10-9 1548,-72 70 5961,-36 36-6562,87-89-1056,-154 155 1118,131-129-972,1 2 0,2 0 1,0 2-1,-15 32 0,22-30-52,1 1 1,2 0-1,-13 67 0,-5 21 298,21-99-322,2 0-1,1 0 1,0 1-1,-1 32 1,6-51-58,-1 1-1,1-1 1,1 1 0,-1-1 0,1 1 0,0-1 0,0 1 0,1-1-1,-1 1 1,1-1 0,0 0 0,1 0 0,-1 0 0,1 0 0,0 0-1,0-1 1,1 1 0,-1-1 0,1 0 0,0 0 0,0 0 0,0-1-1,1 1 1,7 3 0,51 31 228,-51-29-234,1 0 0,0-2 1,0 0-1,0 0 1,1-1-1,0-1 1,0 0-1,1-1 1,-1 0-1,17 1 1,-15-4-1,0-1 1,0 0-1,0-1 1,26-5-1,-34 5-4,-1-1-1,1-1 1,-1 1-1,0-1 1,0 0 0,-1-1-1,1 1 1,0-2-1,-1 1 1,0 0 0,10-11-1,6-10 33,0 0-1,24-40 1,-40 56 69,-1 0-1,1 0 1,-1-1-1,-1 0 1,4-11 0,-7 17-86,0 1 1,-1-1 0,1 1 0,-1-1 0,0 1 0,0-1-1,0 1 1,-1-1 0,1 1 0,-1-1 0,0 1 0,0-1-1,0 1 1,0 0 0,-1 0 0,1 0 0,-1-1 0,0 1-1,-3-3 1,0-3 16,-1 2 1,0-1-1,0 1 0,-1 0 0,0 0 0,0 1 0,-1 0 0,0 0 1,0 1-1,0 0 0,0 0 0,-1 1 0,0 0 0,0 0 0,0 1 1,0 1-1,0-1 0,-1 1 0,1 1 0,-1 0 0,0 0 0,1 1 1,-1 0-1,0 1 0,1 0 0,-1 0 0,1 1 0,-13 4 0,-3 1 7,-2 0 197,0 1-1,1 1 1,0 1-1,-37 20 1,37-16 52,-41 15 1,41-18-212,-41 22 0,39-6-28,88-21-10,-39-5-268,-12-1-308,0 0 0,1 0 0,-1 0 0,0-1 0,13-3 1,-17 2-381,-1 1 0,1-1 0,-1 0 0,1-1 0,-1 1 0,0-1 0,0 0 0,6-5 0,42-48-12074</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6.619"/>
    </inkml:context>
    <inkml:brush xml:id="br0">
      <inkml:brushProperty name="width" value="0.025" units="cm"/>
      <inkml:brushProperty name="height" value="0.025" units="cm"/>
    </inkml:brush>
  </inkml:definitions>
  <inkml:trace contextRef="#ctx0" brushRef="#br0">216 68 11298,'-14'-20'7490,"13"18"-7286,1-1 0,-1 1 0,1-1 0,0 1 0,-1 0 0,1-1 0,1 1 0,-1-1 0,0 1 0,0 0 0,1-1 0,0 1 1,-1 0-1,1-1 0,0 1 0,0 0 0,0 0 0,2-4 0,-6 14-147,1-1-1,-1 1 1,1-1 0,1 1 0,-2 9 0,-1 9 141,-96 317 370,37-145-559,55-170-5,1 1 0,-3 30 0,8-51-4,2 0 1,-1 0-1,1 1 0,0-1 1,1 0-1,0 0 0,0 0 1,1 0-1,0 1 0,1-2 0,-1 1 1,5 7-1,-5-11 3,0-1 1,1 0-1,-1-1 0,1 1 1,0 0-1,0-1 0,0 0 1,0 1-1,0-1 0,0 0 0,1-1 1,-1 1-1,1-1 0,-1 1 1,1-1-1,-1 0 0,1 0 1,0-1-1,0 1 0,-1-1 0,1 0 1,0 0-1,0 0 0,5-1 1,10-1 87,-1-1 1,0-1 0,29-9 0,311-110 777,-353 121-1002,0 1 1,-1 0-1,1 0 0,0 0 1,-1 0-1,1 1 0,7 0 0,-10 2-2504,-10 2-472,-25 2-2884</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6.905"/>
    </inkml:context>
    <inkml:brush xml:id="br0">
      <inkml:brushProperty name="width" value="0.025" units="cm"/>
      <inkml:brushProperty name="height" value="0.025" units="cm"/>
    </inkml:brush>
  </inkml:definitions>
  <inkml:trace contextRef="#ctx0" brushRef="#br0">1 167 9882,'6'-15'3713,"2"7"-1865,13-16 113,3 3-225,6 0-536,-1 6-287,7-3-193,6 7-104,-4 2-328,7-3-160,-4 6-80,1 3-40,-6 0-8,-4 9-168,-8 12-768,-3 8-2873,-21 78-2649</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7.207"/>
    </inkml:context>
    <inkml:brush xml:id="br0">
      <inkml:brushProperty name="width" value="0.025" units="cm"/>
      <inkml:brushProperty name="height" value="0.025" units="cm"/>
    </inkml:brush>
  </inkml:definitions>
  <inkml:trace contextRef="#ctx0" brushRef="#br0">0 51 8530,'5'-5'653,"-1"1"1,1 1-1,0-1 0,1 1 1,-1 0-1,1 0 0,-1 0 1,1 1-1,0 0 1,0 0-1,0 1 0,0-1 1,7 0-1,11 1 348,-1 0-1,30 3 1,-32-1-396,-1 0 1,28-4-1,-25-3-2205,-31 1-2491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7.764"/>
    </inkml:context>
    <inkml:brush xml:id="br0">
      <inkml:brushProperty name="width" value="0.025" units="cm"/>
      <inkml:brushProperty name="height" value="0.025" units="cm"/>
    </inkml:brush>
  </inkml:definitions>
  <inkml:trace contextRef="#ctx0" brushRef="#br0">1 75 8314,'0'-5'786,"0"0"1,0 0 0,1-1-1,-1 1 1,1 0-1,1 0 1,-1 0 0,1 1-1,0-1 1,0 0 0,5-8-1,-6 13-710,-1 1 0,1-1 0,-1 0 0,1 0 0,0 1 0,-1-1-1,1 0 1,-1 1 0,1-1 0,-1 1 0,1-1 0,-1 1 0,0-1 0,1 1 0,-1-1 0,1 1-1,-1-1 1,0 1 0,0 0 0,1-1 0,-1 1 0,0-1 0,0 1 0,0 0 0,1-1 0,-1 1 0,0 1-1,14 35 572,-8-21-225,2 4-134,1 5 97,2-1 0,22 37 0,-33-61-378,1 1-1,-1-1 1,1 0-1,0 1 1,-1-1-1,1 0 1,0 0-1,-1 0 1,1 1-1,0-1 1,-1 0-1,1 0 1,0 0-1,0 0 1,-1 0-1,1-1 1,0 1-1,-1 0 1,1 0-1,0 0 1,-1-1 0,1 1-1,0 0 1,-1 0-1,1-1 1,-1 1-1,1-1 1,0 1-1,-1 0 1,1-1-1,-1 1 1,1-1-1,0 0 1,19-19 106,44-61-9,-44 53 62,37-38 0,-57 65-138,1 0 1,0 1-1,0-1 0,-1 1 1,1-1-1,0 1 0,0 0 1,0-1-1,-1 1 0,1 0 1,0 0-1,0-1 0,0 1 1,0 0-1,0 0 0,-1 0 1,1 0-1,0 0 0,0 0 1,0 0-1,0 1 0,0-1 1,0 0-1,-1 0 0,1 1 1,0-1-1,0 0 0,0 1 1,-1-1-1,1 1 0,0-1 1,0 1-1,-1-1 0,1 1 1,0 0-1,0 0 0,29 35 50,-9-11-32,-12-17-163,0-1-1,1-1 1,0 1-1,0-1 1,17 7-1,-19-11-584,0 1 0,0-1-1,0-1 1,0 0 0,0 0-1,14 0 1,88-12-5919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8.241"/>
    </inkml:context>
    <inkml:brush xml:id="br0">
      <inkml:brushProperty name="width" value="0.025" units="cm"/>
      <inkml:brushProperty name="height" value="0.025" units="cm"/>
    </inkml:brush>
  </inkml:definitions>
  <inkml:trace contextRef="#ctx0" brushRef="#br0">169 951 13387,'-32'-27'8614,"28"23"-8261,-1-1 0,1 1 0,-1 0-1,1 0 1,-1 1 0,0 0 0,-1 0 0,1 0 0,-1 0 0,-6-2 0,11 6-341,-1-1 0,1 0 0,0 1-1,-1-1 1,1 1 0,0-1 0,0 1 0,0 0 0,-1 0 0,1-1 0,0 1 0,0 0-1,0 0 1,0 0 0,1 0 0,-1 0 0,0 0 0,0 0 0,0 1 0,0 1 0,-19 31-39,16-27 45,0 3-23,-1 0 0,1 1 0,1-1 0,-1 1 0,2-1 0,0 1 0,0 0 0,1 0 0,0 17 0,1-24 3,0 1 1,0-1-1,0 0 1,1 0-1,-1 0 1,1 0-1,0 0 1,1 0-1,-1 0 1,0 0-1,1 0 1,0-1-1,0 1 1,0 0 0,1-1-1,-1 0 1,1 1-1,0-1 1,-1 0-1,2-1 1,-1 1-1,0 0 1,0-1-1,1 0 1,-1 0-1,1 0 1,0 0-1,4 1 1,-5-2 3,0 0 0,0 0 0,0-1 0,0 1-1,0-1 1,1 0 0,-1 0 0,0 0 0,0-1 0,0 1 0,0-1 0,0 1 0,0-1 0,0 0-1,0 0 1,0 0 0,0-1 0,3-2 0,-1 1 2,0-1-1,0 0 1,-1-1 0,1 1-1,-1-1 1,0 0 0,-1 0-1,6-10 1,3-8-21,-2 0 0,-1-1 0,9-38 1,-16 53-5,33-127-112,-6-2 0,-7 0 0,8-196 0,-29 286 122,-8-77-1,7 121 20,-1 0-1,1 0 1,-1 1-1,0-1 1,-1 0-1,1 0 0,-1 1 1,1-1-1,-3-3 1,4 7-7,-1 0 0,1-1 1,0 1-1,0 0 0,-1 0 1,1-1-1,0 1 1,-1 0-1,1 0 0,0 0 1,0-1-1,-1 1 0,1 0 1,-1 0-1,1 0 0,0 0 1,-1 0-1,1-1 0,0 1 1,-1 0-1,1 0 0,0 0 1,-1 0-1,1 0 1,-1 0-1,1 0 0,0 1 1,-1-1-1,1 0 0,0 0 1,-1 0-1,0 0 0,0 2 0,0-1 1,-1 0-1,1 0 0,0 1 0,0-1 0,0 0 0,0 1 0,0-1 0,0 1 0,1-1 0,-2 4 0,-9 22 39,2 2 0,0-1 0,2 1 0,2 0 0,-5 54 0,8-18 15,9 106 0,3-89 10,38 148 0,44 75-874,-71-243 189,-16-46 308,3 10-1293,0 0 0,-2 0 0,5 43 0,-1 69-4949</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8.959"/>
    </inkml:context>
    <inkml:brush xml:id="br0">
      <inkml:brushProperty name="width" value="0.025" units="cm"/>
      <inkml:brushProperty name="height" value="0.025" units="cm"/>
    </inkml:brush>
  </inkml:definitions>
  <inkml:trace contextRef="#ctx0" brushRef="#br0">126 188 4617,'-5'-2'6173,"-16"-1"-5614,15 6-465,0 0-1,1 1 1,0-1-1,0 1 0,0 1 1,-8 8-1,-17 13-75,28-24-15,-16 8 204,13-12 373,7-9 597,2-4-579,-2 9-475,-1 1-1,0-1 1,1 1-1,0-1 1,1 1-1,-1 0 1,1 0-1,0 0 1,0 0-1,0 1 1,1-1-1,0 1 1,0 0-1,0 0 1,7-5-1,-1 4 10,1 1-1,0-1 1,0 2-1,0 0 0,1 0 1,-1 1-1,1 0 1,-1 1-1,17 1 1,15-3-33,6-1-96,-23 2-168,-1 0-1,1-2 1,-1 0-1,0-2 1,33-12-1,116-55-4753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9.583"/>
    </inkml:context>
    <inkml:brush xml:id="br0">
      <inkml:brushProperty name="width" value="0.025" units="cm"/>
      <inkml:brushProperty name="height" value="0.025" units="cm"/>
    </inkml:brush>
  </inkml:definitions>
  <inkml:trace contextRef="#ctx0" brushRef="#br0">179 62 6161,'-18'-10'7326,"-2"-13"-3041,17 19-3822,0 1 0,0-1 0,0 1 0,0 0 1,-1-1-1,-5-2 0,8 5-427,0 1 1,0 0 0,0 0-1,1-1 1,-1 1 0,0 0-1,0 0 1,0 0 0,0 0-1,0 1 1,0-1-1,0 0 1,0 0 0,0 1-1,0-1 1,0 0 0,0 1-1,1-1 1,-1 1 0,0-1-1,0 1 1,0-1-1,1 1 1,-2 0 0,-18 18 41,19-17-55,-6 4-8,1 1 0,-1 0 0,2 0 0,-1 1 0,1 0 0,0 0 0,1 0-1,0 0 1,0 1 0,1 0 0,0-1 0,0 1 0,1 0 0,0 1 0,1-1-1,0 0 1,0 0 0,1 1 0,0-1 0,1 0 0,0 1 0,0-1 0,1 0 0,4 11-1,-2-6-4,0 0 0,1-1 0,1 1 0,1-1 1,0 0-1,14 20 0,-18-29-3,0-1 0,0 1 0,0-1 0,0 0 0,1 0 0,-1 0 1,1-1-1,0 1 0,0-1 0,0 0 0,6 3 0,-7-4 7,0-1 0,1 1 0,-1-1 0,0 1 0,0-1 0,0 0 0,0 0 0,1-1 0,-1 1-1,0-1 1,0 1 0,0-1 0,0 0 0,0 0 0,0-1 0,0 1 0,0 0 0,3-3 0,-1 0 4,0-1 1,0 1 0,0-1 0,-1 0 0,1 0 0,-1 0 0,-1 0 0,1-1 0,-1 1 0,0-1 0,0 0 0,-1 0 0,1-1 0,-1 1 0,-1 0-1,1-1 1,-1 1 0,0-1 0,-1 1 0,1-1 0,-2-12 0,0 5 8,0 1 1,-1-1-1,0 1 1,-1 0-1,0 0 1,-1 0-1,-1 0 0,0 1 1,-11-21-1,10 24 52,0 0 0,-1 1 0,-9-10 0,14 16-75,-1 0 1,1 0-1,0 0 0,-1 0 0,1 0 0,-1 0 1,1 1-1,-1-1 0,0 1 0,0 0 0,0 0 1,1 0-1,-1 0 0,-5 0 0,7 1-51,0 0 0,0 0 0,0 0 0,0 0 0,0 0 0,0 0 0,0 0 0,0 1 0,0-1 0,0 0 0,0 1 0,0-1 0,1 1 0,-1-1 0,0 1 0,0-1 0,0 1 0,1-1 0,-1 1 0,0 0 0,1-1 0,-1 1 0,-1 2 0,1-1-354,0 0 0,1 1 0,-1-1 1,0 1-1,1-1 0,0 1 0,-1 0 0,1-1 1,0 1-1,0 2 0,5 51-6000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9.996"/>
    </inkml:context>
    <inkml:brush xml:id="br0">
      <inkml:brushProperty name="width" value="0.025" units="cm"/>
      <inkml:brushProperty name="height" value="0.025" units="cm"/>
    </inkml:brush>
  </inkml:definitions>
  <inkml:trace contextRef="#ctx0" brushRef="#br0">546 427 11787,'-3'-32'1311,"-2"2"1,-1-1-1,-1 1 1,-1 0-1,-23-52 1,25 68-1090,-1-1 1,-1 1-1,-1 1 1,0 0 0,0 0-1,-2 0 1,1 1-1,-1 1 1,-1 0-1,0 1 1,-1 0-1,-27-16 1,35 23-157,0 0 0,-1 1 0,1 0 0,-1 0 0,1 1 0,-1 0 0,0 0 0,1 0 0,-1 0 0,0 1 0,0 0-1,1 0 1,-1 1 0,-10 1 0,8 1-23,-1-1 0,1 2-1,1-1 1,-1 1 0,0 0 0,1 0-1,0 1 1,0 0 0,-8 7-1,2 1 2,-1 1 0,2 1-1,0 0 1,1 0 0,0 1 0,1 0-1,1 1 1,-10 25 0,10-15 7,1 1 1,1 1-1,1-1 1,2 1 0,1 0-1,1 0 1,1 0-1,2 0 1,4 30 0,10 35 39,36 129 0,-39-176-103,3 9 15,38 137 6,-42-163-10,0-1 1,2 0-1,1-1 1,21 32 0,-30-53-58,-3-3-71,1 0-1,-1 0 0,1 0 1,0-1-1,0 1 0,0-1 0,6 5 1,-9-8 72,0 0 0,0 0 0,0 0-1,0 0 1,1 0 0,-1 0 0,0 0 0,0 0 0,0 0 0,0 0 0,0 0 0,0 0 0,0 0 0,0 0-1,1 0 1,-1 0 0,0 0 0,0 0 0,0 0 0,0 0 0,0 0 0,0 0 0,0 0 0,0 0 0,0 0-1,0 0 1,1 0 0,-1-1 0,0 1 0,0 0 0,0 0 0,0 0 0,0 0 0,0 0 0,0 0 0,0 0-1,0 0 1,0 0 0,0 0 0,0 0 0,0-1 0,0 1 0,0 0 0,0 0 0,0 0 0,0 0 0,0 0-1,0 0 1,0 0 0,0 0 0,0-1 0,0 1 0,0 0 0,0 0 0,0 0 0,0 0 0,0 0 0,0 0-1,0 0 1,0 0 0,0-1 0,-6-11-6661,-17-18-3839</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0.174"/>
    </inkml:context>
    <inkml:brush xml:id="br0">
      <inkml:brushProperty name="width" value="0.025" units="cm"/>
      <inkml:brushProperty name="height" value="0.025" units="cm"/>
    </inkml:brush>
  </inkml:definitions>
  <inkml:trace contextRef="#ctx0" brushRef="#br0">0 200 2929,'0'-12'9994,"3"0"-6073,3-12-1865,12 3-568,8 0-359,10 10-545,12-1-224,5 3-216,12 3-144,7-6-464,145-47-6482</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1.317"/>
    </inkml:context>
    <inkml:brush xml:id="br0">
      <inkml:brushProperty name="width" value="0.025" units="cm"/>
      <inkml:brushProperty name="height" value="0.025" units="cm"/>
    </inkml:brush>
  </inkml:definitions>
  <inkml:trace contextRef="#ctx0" brushRef="#br0">4 0 7490,'-2'10'8108,"1"51"-5771,0 317-1072,11 163-2148,-9-536 730,-1 0-400,1 1 0,-1 0 1,1-1-1,1 1 0,-1 0 0,4 7 0,-1-12-2883</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1.622"/>
    </inkml:context>
    <inkml:brush xml:id="br0">
      <inkml:brushProperty name="width" value="0.025" units="cm"/>
      <inkml:brushProperty name="height" value="0.025" units="cm"/>
    </inkml:brush>
  </inkml:definitions>
  <inkml:trace contextRef="#ctx0" brushRef="#br0">62 269 6705,'6'-23'2747,"2"1"-1,12-31 1,-12 38-2298,0 0 0,0 1 1,2-1-1,-1 2 0,2-1 0,23-22 0,-29 31-393,1 0 1,-1 1-1,1-1 0,0 1 0,0 1 1,1-1-1,-1 1 0,1 0 0,0 1 1,-1-1-1,1 1 0,0 1 0,1-1 1,-1 1-1,12 0 0,-15 1-48,1 1-1,0 0 1,0-1-1,0 2 1,-1-1-1,1 1 1,-1-1 0,1 1-1,-1 0 1,1 1-1,-1-1 1,0 1-1,0 0 1,0 0 0,-1 0-1,1 0 1,-1 1-1,0 0 1,0-1-1,0 1 1,0 0 0,-1 1-1,4 6 1,-2-4 26,-1 0 0,0-1 0,-1 1-1,0 0 1,0 0 0,0 1 0,-1-1 0,0 0 0,0 0 0,-1 1 0,0-1 0,0 0 0,-1 1 0,0-1-1,0 0 1,-1 0 0,0 0 0,0 0 0,-1 0 0,1 0 0,-2 0 0,1-1 0,-1 0 0,0 1 0,0-1 0,0-1-1,-1 1 1,0-1 0,0 0 0,0 0 0,-1 0 0,0 0 0,0-1 0,-11 6 0,-10 2 13,0-1 0,-1-1 1,0-1-1,0-1 0,-1-2 0,-42 4 1,-2 1-38,73-11-25,-1 0 0,0 0-1,1 1 1,-1-1 0,1 0 0,-1 0-1,1 0 1,-1 0 0,0 1 0,1-1-1,-1 0 1,1 0 0,-1 1 0,1-1-1,-1 0 1,1 1 0,-1-1 0,1 1-1,0-1 1,-1 0 0,1 1 0,0-1-1,-1 1 1,1-1 0,0 1 0,-1-1 0,1 1-1,0-1 1,0 1 0,0 0 0,-1-1-1,1 1 1,0 0 0,7 24-2001,0-3-711,11 58-3789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2.191"/>
    </inkml:context>
    <inkml:brush xml:id="br0">
      <inkml:brushProperty name="width" value="0.025" units="cm"/>
      <inkml:brushProperty name="height" value="0.025" units="cm"/>
    </inkml:brush>
  </inkml:definitions>
  <inkml:trace contextRef="#ctx0" brushRef="#br0">354 40 6593,'-22'-16'4607,"21"14"-4381,-1 0-1,0 0 1,0 0-1,0 0 1,0 1-1,0-1 1,-1 1-1,1-1 1,0 1-1,-1 0 1,1 0-1,-1 0 1,1 0-1,-1 1 1,1-1-1,-1 1 1,1-1-1,-1 1 0,0 0 1,1 0-1,-1 0 1,0 0-1,1 1 1,-1-1-1,0 1 1,1-1-1,-1 1 1,1 0-1,-1 0 1,1 0-1,0 0 1,-5 3-1,-9 7-67,0 0 0,1 0 0,0 2 0,-23 24 0,-43 62 106,71-86-257,1 0 1,0 0-1,1 1 0,1 0 1,0 1-1,-5 15 0,11-24-3,-1 0-1,1 0 0,0 0 0,1 0 0,-1-1 0,1 1 0,0 0 0,1 0 0,-1 0 0,1 0 0,0 0 1,1 0-1,-1-1 0,1 1 0,0 0 0,1-1 0,-1 0 0,1 1 0,4 4 0,-4-5-1,0-1 0,1 1 0,0-1 0,-1 0 0,1 0 0,1 0 0,-1-1 0,0 0 0,1 1 0,7 3 0,-9-6 3,-1-1 1,0 1 0,1 0-1,-1-1 1,1 1-1,-1-1 1,1 0 0,-1 1-1,1-1 1,-1-1-1,0 1 1,1 0-1,-1-1 1,1 1 0,-1-1-1,1 1 1,-1-1-1,0 0 1,0 0-1,1 0 1,-1-1 0,0 1-1,0 0 1,0-1-1,3-2 1,8-9 17,-1 0 0,0 0 0,-1-1 0,-1-1 0,0 0 0,-1 0 0,0-1 0,-1 0 0,8-25 0,-9 20 7,-1-1 0,-1 0-1,0 0 1,-2-1 0,-1 0 0,0 1-1,-3-24 1,-2 27 232,3 19-253,0 0 0,0-1 0,0 1 0,0 0 0,0 0 0,0 0 0,-1 0 0,1 0 0,0 0 0,0-1 0,0 1 0,0 0 0,0 0 0,0 0 0,0 0 0,0 0 0,0 0 0,-1 0 0,1 0 0,0 0 0,0 0 0,0 0 0,0 0 0,0 0 0,0 0 0,-1-1 0,1 1 0,0 0 0,0 0 0,0 0 0,0 0 0,0 0 0,-1 1 0,1-1 0,0 0 0,0 0 0,0 0 0,0 0 0,0 0 0,0 0 0,-1 0 0,1 0 0,0 0 0,0 0 0,0 0 0,0 0 0,0 0 0,0 0 0,0 1 0,0-1 0,-1 0 0,1 0 0,0 0 0,-1 3 33,-1 0 0,1 0 1,-1 0-1,1 0 0,0 0 0,0 0 1,1 0-1,-1 5 0,-2 11-7,1 0 0,2 1 0,0-1 0,3 24-1,-2-34-193,0-1-1,0 0 1,1 0-1,0 0 1,1-1-1,0 1 0,0 0 1,1-1-1,-1 0 1,2 0-1,-1 0 0,10 11 1,-13-17-35,0 0-1,1 0 1,-1 0 0,1 1 0,-1-1-1,1 0 1,-1-1 0,1 1-1,0 0 1,-1 0 0,1-1 0,0 1-1,0-1 1,2 1 0,56 1-4905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2.699"/>
    </inkml:context>
    <inkml:brush xml:id="br0">
      <inkml:brushProperty name="width" value="0.025" units="cm"/>
      <inkml:brushProperty name="height" value="0.025" units="cm"/>
    </inkml:brush>
  </inkml:definitions>
  <inkml:trace contextRef="#ctx0" brushRef="#br0">304 31 10162,'-1'-3'777,"0"1"0,-1 0-1,1 0 1,-1 0 0,1 0-1,-1 0 1,1 0 0,-1 0 0,0 1-1,0-1 1,-3-2 0,3 4-587,1-1 0,-1 0 0,0 0 0,1 1 0,-1-1 0,0 1 0,1 0 0,-1 0 0,0-1 0,0 1 1,1 0-1,-1 0 0,-2 1 0,-1 0-180,0 1 1,0-1-1,0 1 1,0 0-1,1 1 1,-1-1-1,1 1 1,0 0-1,-1 0 1,-4 5-1,-15 12 106,12-10-79,-1 0 0,2 1 0,-1 0 1,2 1-1,0 0 0,-10 15 0,19-25-43,0 0-1,0 0 1,1 1-1,-1-1 1,1 0-1,-1 1 0,1-1 1,0 0-1,0 1 1,0-1-1,0 0 0,0 1 1,1-1-1,-1 0 1,2 4-1,15 37-28,-6-20 42,1 32 43,-6-19-63,-6-35 6,0 0-1,0 0 0,0 0 1,-1 0-1,1 0 0,0 0 1,0 0-1,-1 0 0,1 0 0,0 0 1,-1 0-1,1-1 0,-1 1 1,1 0-1,-1 0 0,0 0 0,1-1 1,-1 1-1,0 0 0,0 0 1,-27 20-21,-33 12 44,29-22-11,31-10-26,17 13-6802,6 4 2578</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3.289"/>
    </inkml:context>
    <inkml:brush xml:id="br0">
      <inkml:brushProperty name="width" value="0.025" units="cm"/>
      <inkml:brushProperty name="height" value="0.025" units="cm"/>
    </inkml:brush>
  </inkml:definitions>
  <inkml:trace contextRef="#ctx0" brushRef="#br0">265 0 1736,'4'3'9358,"-9"4"-3990,-23 15-2064,-42 21-3242,-52 19 418,121-61-480,0-1 0,0 0-1,0 1 1,0-1 0,1 1 0,-1-1-1,0 1 1,0-1 0,0 1-1,1-1 1,-1 1 0,0 0-1,0-1 1,1 1 0,-1 0-1,1 0 1,-1-1 0,1 1 0,-1 0-1,1 0 1,-1 0 0,1 0-1,0 0 1,-1 0 0,1 0-1,0 0 1,0 0 0,0 0 0,0 1-1,0-1 0,1 1 0,0-1-1,0 1 1,0-1 0,0 0 0,1 1-1,-1-1 1,0 0 0,0 0-1,1 0 1,-1 0 0,1 0 0,-1 0-1,1 0 1,1 0 0,13 6-11,0-1 1,26 6 0,-35-10 10,30 8-15,-2 3 0,66 31 0,-99-43 17,-1-1 0,1 1 1,-1 0-1,1 0 0,-1 0 0,0 0 0,0 0 0,1 0 0,-1 0 0,0 0 0,0 0 0,0 1 0,0-1 0,0 0 0,-1 1 1,1-1-1,0 1 0,-1-1 0,1 1 0,-1-1 0,1 1 0,0 2 0,-1-1 5,-1-1 1,1 1-1,-1-1 0,1 0 1,-1 1-1,0-1 0,0 0 1,0 1-1,0-1 0,0 0 0,0 0 1,-1 0-1,-2 3 0,-3 3 20,-1 0 0,0 0 1,0-1-1,-1 0 0,-15 9 0,17-12 23,-1 0 0,1-1 1,-1 0-1,0 0 0,0-1 0,0 0 1,0-1-1,-1 1 0,1-2 0,0 1 1,-1-1-1,-13-1 0,4-2 88,1 0-1,-1-1 1,1-1-1,-30-12 1,36 11-61,13 2-433,27 6-3705,20 6-3446</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3.863"/>
    </inkml:context>
    <inkml:brush xml:id="br0">
      <inkml:brushProperty name="width" value="0.025" units="cm"/>
      <inkml:brushProperty name="height" value="0.025" units="cm"/>
    </inkml:brush>
  </inkml:definitions>
  <inkml:trace contextRef="#ctx0" brushRef="#br0">14 84 6129,'50'-83'6820,"-61"85"212,-5 8-3644,12-2-3181,0 0 1,1 1-1,0 0 0,0 0 1,1 0-1,0 0 0,1 0 1,0 0-1,0 16 0,-1-1 55,-9 333 893,29-3-506,-16-316-598,-1-27-45,10 110 24,-9-105-7,1 0 0,1 0 0,0 0 0,2 0 0,6 16 0,-5-25 410,-5-12 178,-4 2-1499,-3 19-3173,-5 30-3043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4.404"/>
    </inkml:context>
    <inkml:brush xml:id="br0">
      <inkml:brushProperty name="width" value="0.025" units="cm"/>
      <inkml:brushProperty name="height" value="0.025" units="cm"/>
    </inkml:brush>
  </inkml:definitions>
  <inkml:trace contextRef="#ctx0" brushRef="#br0">27 83 8482,'-12'-19'9452,"-1"-38"-2321,12 50-2001,1 16-3209,0-7-1903,1 0-1,-1-1 0,0 1 1,1 0-1,-1-1 0,1 1 1,-1 0-1,1-1 0,0 1 1,0-1-1,0 1 0,0-1 1,0 0-1,0 1 0,1 0 1,0-1-263,16 11-324,-10-2-7011,-7-3 688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6:13.068"/>
    </inkml:context>
    <inkml:brush xml:id="br0">
      <inkml:brushProperty name="width" value="0.025" units="cm"/>
      <inkml:brushProperty name="height" value="0.025" units="cm"/>
    </inkml:brush>
  </inkml:definitions>
  <inkml:trace contextRef="#ctx0" brushRef="#br0">45 0 9226,'-6'3'4289,"3"0"-2801,-9 6-1032,0-3-352,6-3-56,3 3-48,0-6 0,9 6-944,3-3-928,12 3-41,35-9-3576</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5.936"/>
    </inkml:context>
    <inkml:brush xml:id="br0">
      <inkml:brushProperty name="width" value="0.025" units="cm"/>
      <inkml:brushProperty name="height" value="0.025" units="cm"/>
    </inkml:brush>
  </inkml:definitions>
  <inkml:trace contextRef="#ctx0" brushRef="#br0">1 108 5233,'7'13'6403,"-7"-12"-6038,1 0 1,-1-1-1,0 1 0,0-1 1,0 1-1,0-1 0,1 1 0,-1-1 1,0 1-1,0-1 0,1 1 1,-1-1-1,0 0 0,1 1 1,-1-1-1,0 1 0,1-1 1,-1 0-1,1 1 0,-1-1 1,1 0-1,-1 0 0,1 1 0,-1-1 1,1 0-1,-1 0 0,1 0 1,0 1-1,3-1-320,-1 1 0,1 0 0,-1 0 0,1 0 0,-1 0 1,0 1-1,1-1 0,-1 1 0,0 0 0,0 0 0,0 0 0,0 0 0,0 1 0,-1-1 0,1 1 0,3 3 0,1 3 77,0 0-1,0 1 0,10 19 0,-14-22-63,1 1 1,-1 0-1,0 0 0,-1 0 1,0 0-1,0 0 0,-1 1 1,0-1-1,-1 16 1,0-18-24,-1-1 1,1 0 0,-1 0 0,-1 0 0,1 0-1,-1 0 1,0 0 0,0-1 0,0 1 0,0-1 0,-1 1-1,0-1 1,0 0 0,0 0 0,-1 0 0,1 0-1,-5 3 1,8-7-32,0 0-1,-1 0 0,1 0 0,0 0 1,0 0-1,0 0 0,-1 0 0,1 0 1,0 0-1,0 0 0,0-1 0,-1 1 1,1 0-1,0 0 0,0 0 0,0 0 1,0 0-1,0 0 0,-1-1 0,1 1 1,0 0-1,0 0 0,0 0 0,0 0 1,0-1-1,0 1 0,0 0 0,0 0 1,0 0-1,0-1 0,0 1 0,-1 0 1,1 0-1,0 0 0,0-1 0,0 1 1,1 0-1,-1 0 0,0 0 0,0-1 1,0 1-1,0 0 0,0 0 0,0 0 1,0-1-1,0 1 0,0 0 0,0 0 1,0 0-1,1-1 0,1-25 29,10-31-54,10 8 13,3 1-1,1 1 0,52-69 1,-75 111 5,0 0-1,1 1 1,0-1 0,0 1 0,0 0 0,0 0 0,1 1 0,-1-1-1,9-4 1,-10 7 0,0 0 0,0 0-1,0 0 1,0 0 0,0 1-1,0-1 1,0 1 0,0 0-1,0 0 1,0 0 0,0 0-1,0 1 1,0-1 0,0 1-1,0 0 1,0 0 0,0 0-1,0 0 1,5 3 0,-4-2 5,0 0 0,-1 0 1,1 1-1,0-1 0,-1 1 0,0 0 1,1 0-1,-1 0 0,0 0 1,0 1-1,-1-1 0,1 1 1,-1 0-1,0 0 0,0 0 1,0 0-1,0 0 0,-1 0 0,0 0 1,0 0-1,0 1 0,0-1 1,0 1-1,-1-1 0,0 6 1,-1 8 74,-2 1 1,1-1 0,-2 0 0,-11 32 0,0 6 281,15-55-383,-1 1 1,1-1 0,0 0-1,0 0 1,0 0 0,0 1-1,0-1 1,0 0 0,1 0-1,-1 0 1,0 1 0,1-1-1,-1 0 1,0 0 0,1 0-1,-1 0 1,1 0 0,0 0-1,0 1 1,6 2-3494,3-4-4841,-4-2-1443</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6.350"/>
    </inkml:context>
    <inkml:brush xml:id="br0">
      <inkml:brushProperty name="width" value="0.025" units="cm"/>
      <inkml:brushProperty name="height" value="0.025" units="cm"/>
    </inkml:brush>
  </inkml:definitions>
  <inkml:trace contextRef="#ctx0" brushRef="#br0">0 1 1472,'3'16'12524,"6"-9"-7092,-7-7-5207,1 0 0,0 0-1,0 0 1,-1 0 0,1-1 0,0 1 0,-1-1 0,5-1 0,7-1 593,1 1-550,-1 1 0,1 1 0,-1 1 1,1 0-1,-1 0 0,0 2 0,0 0 0,0 0 0,24 10 0,-36-12-258,2 0 6,0 0 0,0 0 1,1-1-1,-1 1 0,0-1 0,0 0 0,1 0 0,-1 0 0,0 0 0,0-1 0,1 0 0,-1 0 0,0 0 1,0 0-1,6-4 0,-9 4-1010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6.706"/>
    </inkml:context>
    <inkml:brush xml:id="br0">
      <inkml:brushProperty name="width" value="0.025" units="cm"/>
      <inkml:brushProperty name="height" value="0.025" units="cm"/>
    </inkml:brush>
  </inkml:definitions>
  <inkml:trace contextRef="#ctx0" brushRef="#br0">27 0 7562,'2'2'1308,"0"0"1,-1 0 0,1 0-1,-1 1 1,0-1 0,1 0-1,-1 0 1,0 1 0,1 4-1,2 26 3580,-14 40-5741,5-43 2094,-4 101-1858,9-128 327,0-3 43,0 1 0,0 0 0,0 0 1,0 0-1,0-1 0,0 1 0,0 0 0,0 0 0,-1-1 0,1 1 0,0 0 0,-1 0 0,1-1 1,0 1-1,-1 0 0,1-1 0,-1 1 0,1 0 0,-1-1 0,0 1 0,-14 6-5854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7.129"/>
    </inkml:context>
    <inkml:brush xml:id="br0">
      <inkml:brushProperty name="width" value="0.025" units="cm"/>
      <inkml:brushProperty name="height" value="0.025" units="cm"/>
    </inkml:brush>
  </inkml:definitions>
  <inkml:trace contextRef="#ctx0" brushRef="#br0">164 1 7226,'1'0'570,"1"0"1,0 0-1,0 0 1,-1 1-1,1-1 0,0 1 1,0-1-1,-1 1 1,1 0-1,0-1 1,-1 1-1,2 1 1,16 17 2833,6 32-1716,-19-36-788,8 16-541,-1 1 0,-2 1 0,-1 0 0,-2 0 0,-1 0 0,-2 1 0,-1 0 0,-1 51 0,-6-62-343,-1-1 0,0 0 1,-2 0-1,-1 0 0,0-1 0,-1 0 0,-2 0 0,0-1 1,-1 0-1,-24 32 0,21-35-1080,0 0 0,-1-1 0,-24 22 0,-5-12-3586,-36 9-2341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8.021"/>
    </inkml:context>
    <inkml:brush xml:id="br0">
      <inkml:brushProperty name="width" value="0.025" units="cm"/>
      <inkml:brushProperty name="height" value="0.025" units="cm"/>
    </inkml:brush>
  </inkml:definitions>
  <inkml:trace contextRef="#ctx0" brushRef="#br0">350 1 5585,'0'0'1803,"6"2"6107,-20 9-4848,-14 5-2695,11-7-195,-7 6-54,1 1 0,0 1 0,2 0 0,0 2 0,1 1 0,0 0 0,2 1 0,1 1 0,-25 41 0,32-45-15,0 1 1,2-1 0,0 2-1,1-1 1,1 1 0,1 0-1,0 0 1,2 1 0,0-1-1,1 1 1,2 0 0,0-1-1,5 37 1,-1-33 198,1 0 0,1 0 0,1 0 0,1-1 1,2 0-1,0-1 0,1 0 0,26 39 0,-29-50-196,1-1 0,0 0 0,0 0 0,1-1 0,0 0 0,1-1 0,0 0 0,0 0 0,1-1 0,0-1 0,0 0 0,0-1-1,1 0 1,0-1 0,0 0 0,0-1 0,22 2 0,-32-4-159,68 1 19,-20-11-3780,-6-9-2670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8.945"/>
    </inkml:context>
    <inkml:brush xml:id="br0">
      <inkml:brushProperty name="width" value="0.025" units="cm"/>
      <inkml:brushProperty name="height" value="0.025" units="cm"/>
    </inkml:brush>
  </inkml:definitions>
  <inkml:trace contextRef="#ctx0" brushRef="#br0">341 0 5289,'-6'26'7169,"-8"0"-4148,-23 20-829,33-41-1516,-37 41 1046,10-12-672,1 2 0,-38 60 1,46-58-546,2 1 1,-18 50-1,31-71-383,1-1 1,2 1 0,-1 0-1,2 0 1,1 0-1,0 1 1,1 35-1,3-41-62,0-1-1,1-1 1,0 1-1,1 0 0,0-1 1,0 0-1,1 0 1,1 0-1,0 0 1,1-1-1,0 0 1,0 0-1,1-1 1,0 0-1,1-1 0,18 15 1,1-2 114,2-2 0,0-2 0,1-1 1,54 21-1,-82-38-2779,-6-5-809,-7-15-3174,-2-20-3794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9.600"/>
    </inkml:context>
    <inkml:brush xml:id="br0">
      <inkml:brushProperty name="width" value="0.025" units="cm"/>
      <inkml:brushProperty name="height" value="0.025" units="cm"/>
    </inkml:brush>
  </inkml:definitions>
  <inkml:trace contextRef="#ctx0" brushRef="#br0">0 81 6401,'2'-2'785,"0"1"-1,0-1 0,0 1 0,-1-1 1,1 0-1,-1 0 0,1 1 0,-1-1 0,0 0 1,0 0-1,2-4 0,-2 4-494,0 0 1,0-1-1,0 1 0,1 0 0,-1 0 1,1 0-1,-1 0 0,1 0 1,0 1-1,-1-1 0,1 0 0,4-2 1,-4 3-116,0 0 0,0 0 0,1 0 0,-1 1 0,0-1 0,0 1 0,0-1 0,1 1 0,-1 0 0,0 0 0,1 0 0,-1 0 0,0 0 0,1 0 0,-1 1 0,0-1 0,0 1 0,0-1 0,1 1 1,-1 0-1,0 0 0,0 0 0,0 0 0,0 0 0,0 1 0,0-1 0,-1 1 0,4 2 0,-1 1-39,0 1 0,0-1 1,-1 1-1,1 0 0,-1 0 0,-1 0 1,1 0-1,-1 0 0,2 8 0,0 3-93,-1-1-1,0 1 1,1 25-1,-4-36-33,0 1 0,0-1 0,-1 1 0,0-1 0,0 0 0,0 0 0,-1 1 0,0-1 0,0 0 0,-1 0 0,0 0 0,-4 7 0,2-12-68,2-10-95,2-10-204,1 18 342,-1-14-70,1 0 1,1-1-1,0 1 0,1 0 0,1 0 0,0 0 0,10-28 1,-10 36 58,1 0-1,-1 0 1,1 0 0,0 0 0,1 1 0,0 0 0,0 0 0,0 0-1,0 0 1,1 1 0,0 0 0,0 0 0,1 1 0,-1-1 0,1 1 0,0 1-1,12-5 1,-17 7 33,0 0-1,-1 1 0,1 0 1,0-1-1,-1 1 0,1 0 1,0 0-1,0 0 0,0 0 1,-1 0-1,1 0 0,0 0 1,0 0-1,-1 1 0,1-1 1,0 1-1,-1-1 0,1 1 1,0 0-1,-1 0 0,1 0 1,1 1-1,0 0 23,-1 1 0,1 0 1,-1 0-1,1 0 0,-1 0 1,0 0-1,0 0 0,0 1 1,2 6-1,0 3 80,0-1 0,-1 1 0,0 0 0,2 26 0,-4-23 52,1 0 0,1 0 0,5 16 0,-2-11-155,-5-4-429,1 9-2510,5-13-2920,12 0-648</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0.013"/>
    </inkml:context>
    <inkml:brush xml:id="br0">
      <inkml:brushProperty name="width" value="0.025" units="cm"/>
      <inkml:brushProperty name="height" value="0.025" units="cm"/>
    </inkml:brush>
  </inkml:definitions>
  <inkml:trace contextRef="#ctx0" brushRef="#br0">1 88 6497,'9'-4'7013,"10"-1"-2478,-16 6-3868,0 1-1,1-1 1,-1 0 0,1 0-1,-1-1 1,1 1-1,5 0 1,29-5 1177,-17-1-2272,34-15 1,-16 6 865,68-26-487,-98 36-1135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0.475"/>
    </inkml:context>
    <inkml:brush xml:id="br0">
      <inkml:brushProperty name="width" value="0.025" units="cm"/>
      <inkml:brushProperty name="height" value="0.025" units="cm"/>
    </inkml:brush>
  </inkml:definitions>
  <inkml:trace contextRef="#ctx0" brushRef="#br0">85 20 9378,'5'-4'8077,"17"-11"-4094,-24 25 391,-3 13-3162,-18 108 1001,-3 10-2264,25-136-410,-1 1 1,0 0-1,0-1 0,0 1 0,-5 5 0,6-9-492,0 0-1,-1 0 1,1 0-1,0-1 0,-1 1 1,0-1-1,1 1 0,-1-1 1,0 0-1,-3 2 0,-15 3-11072</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2.122"/>
    </inkml:context>
    <inkml:brush xml:id="br0">
      <inkml:brushProperty name="width" value="0.025" units="cm"/>
      <inkml:brushProperty name="height" value="0.025" units="cm"/>
    </inkml:brush>
  </inkml:definitions>
  <inkml:trace contextRef="#ctx0" brushRef="#br0">43 30 6129,'-8'-2'5576,"-5"-18"-1722,12 20-3774,1-1 0,-1 0 0,1 1 0,-1-1 0,1 1 0,-1-1 0,1 1 0,-1-1 0,1 1 1,-1 0-1,0-1 0,1 1 0,-1 0 0,0-1 0,1 1 0,-1 0 0,0 0 0,1-1 0,-1 1 0,0 0 0,0 0 1,1 0-1,-1 0 0,0 0 0,0 0 0,1 0 0,-1 1 0,0-1 0,0 0 0,0 0 0,6 6 182,0-2 0,0 1 0,1 0 0,0-1 0,6 3 0,-5-2-89,180 145 2746,-178-144-2806,-1 1-1,0 1 1,-1-1 0,1 1 0,-1 1-1,-1-1 1,0 1 0,0 0 0,-1 0 0,0 1-1,0 0 1,-1 0 0,0 0 0,-1 0-1,0 1 1,-1-1 0,0 1 0,-1 0-1,0-1 1,-1 18 0,-3 17 310,-1-1 1,-3 0-1,-21 76 0,6-27-297,-14 57 384,35-142-423,-1-1 0,0 1 0,0 0 0,-1-1 0,0 0 0,0 0 0,-1 0 1,1 0-1,-2 0 0,1-1 0,-1 0 0,0 0 0,0 0 0,-1 0 0,1-1 0,-1 0 0,0 0 0,-1 0 0,-9 4 1,-44 24 926,60-33-923,2 1-178,0 0 0,1-1 0,-1 1 0,0 0 0,0 0 0,0 0 0,1 1 0,-1-1 0,0 0 0,-1 1 0,4 2 0,13 10-5350,-4-6-1591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8.198"/>
    </inkml:context>
    <inkml:brush xml:id="br0">
      <inkml:brushProperty name="width" value="0.025" units="cm"/>
      <inkml:brushProperty name="height" value="0.025" units="cm"/>
    </inkml:brush>
  </inkml:definitions>
  <inkml:trace contextRef="#ctx0" brushRef="#br0">0 31 5281,'7'0'10287,"22"-2"-7008,80-7-1883,-79 5-1405,-1 1 1,50 2 0,-53 2 1,1-2-1,51-6 1,-69 8-54,-11-2-593,2 1 160,-7-4-6577,-8 5 876</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8.947"/>
    </inkml:context>
    <inkml:brush xml:id="br0">
      <inkml:brushProperty name="width" value="0.025" units="cm"/>
      <inkml:brushProperty name="height" value="0.025" units="cm"/>
    </inkml:brush>
  </inkml:definitions>
  <inkml:trace contextRef="#ctx0" brushRef="#br0">0 18 4393,'5'5'12710,"-2"-2"-10842,1 0-1830,1 0 1,0-1 0,0 0-1,1 0 1,-1 0 0,0-1-1,1 0 1,-1 0 0,7 1-1,20-1 18,0-2 0,0-1-1,-1-1 1,1-1 0,53-16-1,-14 4 112,-33 25 2679,-38-9-2909,1 1 1,-1-1 0,0 1 0,0-1-1,0 0 1,0 1 0,0-1 0,0 1 0,0-1-1,0 1 1,-1-1 0,1 0 0,0 1 0,0-1-1,0 0 1,0 1 0,0-1 0,-1 1 0,1-1-1,0 0 1,0 1 0,-1-1 0,1 0 0,0 1-1,-1-1 1,1 0 0,0 0 0,-1 1 0,1-1-1,-16 11-6142,-31 5-5898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2.076"/>
    </inkml:context>
    <inkml:brush xml:id="br0">
      <inkml:brushProperty name="width" value="0.025" units="cm"/>
      <inkml:brushProperty name="height" value="0.025" units="cm"/>
    </inkml:brush>
  </inkml:definitions>
  <inkml:trace contextRef="#ctx0" brushRef="#br0">1 80 6969,'5'-12'8003,"-2"9"-7421,1-1 1,-1 0 0,1 0 0,-1 1 0,1 0 0,0 0 0,0 0 0,9-5 0,-10 8-521,0-1 0,0 1 1,0 0-1,0 0 0,1 0 0,-1 0 1,0 1-1,0-1 0,0 1 1,0 0-1,0 0 0,0 0 1,0 0-1,-1 0 0,1 0 1,0 1-1,-1 0 0,1-1 0,0 1 1,-1 0-1,0 0 0,0 1 1,1-1-1,-1 0 0,-1 1 1,1-1-1,0 1 0,1 3 1,4 8-42,0 0 0,-1 0 0,-1 1 0,5 20 0,-6-21 68,1 6-65,0 0 0,-1 1-1,1 26 1,-5-37-18,0-1 1,0 1-1,-1-1 1,0 1 0,0-1-1,-1 0 1,0 0-1,-1 0 1,-6 13-1,9-22 8,0 0-1,0 0 1,0 0-1,0 0 1,0 0-1,0-1 1,0 1-1,0 0 0,0 0 1,0 0-1,0 0 1,-1 0-1,1 0 1,0 0-1,0 0 0,0 0 1,0-1-1,0 1 1,0 0-1,0 0 1,-1 0-1,1 0 1,0 0-1,0 0 0,0 0 1,0 0-1,0 0 1,0 0-1,-1 0 1,1 0-1,0 0 0,0 0 1,0 0-1,0 0 1,0 0-1,0 0 1,-1 0-1,1 0 1,0 0-1,0 0 0,0 0 1,0 0-1,0 1 1,0-1-1,0 0 1,-1 0-1,1 0 1,0 0-1,0 0 0,0 0 1,0 0-1,0 0 1,0 0-1,0 1 1,0-1-1,0 0 0,0 0 1,0 0-1,0 0 1,-1 0-1,1 0 1,0 1-1,0-1 1,0 0-1,0 0 0,0 0 1,0 0-1,0 0 1,0 1-1,-3-18 362,0-29-340,3 42-17,0-8-38,0 0-1,1 0 1,1 0 0,0 0 0,1 1 0,0-1-1,0 1 1,10-20 0,4-3-146,30-44 0,-30 51 136,-13 22 8,-1 0 0,0 0 0,1 0 1,0 1-1,0-1 0,0 1 0,1 0 1,-1 0-1,1 1 0,0-1 0,0 1 0,0 0 1,6-2-1,-8 4 18,0 0 1,0 1-1,0-1 1,0 1 0,0 0-1,0-1 1,0 1-1,0 1 1,1-1-1,-1 0 1,0 1-1,0 0 1,0-1-1,-1 1 1,1 0-1,0 1 1,0-1-1,0 0 1,-1 1-1,1 0 1,-1-1-1,1 1 1,-1 0-1,0 0 1,0 1-1,4 3 1,4 4 5,1-1 0,0 0-1,0 0 1,22 11 0,-32-19 0,0 0 1,0 0-1,-1 0 0,1 0 1,0 0-1,0 0 0,0 0 0,-1 0 1,1 0-1,-1 0 0,1 1 0,-1-1 1,1 0-1,-1 0 0,0 1 0,0-1 1,1 0-1,-1 0 0,0 1 0,0-1 1,0 0-1,0 1 0,-1-1 1,1 0-1,-1 2 0,-10 37 126,8-33-108,-18 49 91,11-32 12,1 0 0,1 0 0,1 1 0,-6 46-1,13-68-95,0 1-1,0-1 0,0 1 0,0-1 0,1 1 0,0-1 1,0 0-1,0 1 0,0-1 0,0 0 0,0 0 0,1 1 1,0-1-1,0 0 0,0-1 0,0 1 0,0 0 1,0 0-1,1-1 0,-1 0 0,1 1 0,0-1 0,-1 0 1,1 0-1,0 0 0,0-1 0,1 1 0,4 1 0,8 3 124,1-2-1,-1 1 1,1-2-1,26 2 1,-41-5-150,-1 1-168,1-1 0,-1 0-1,0 1 1,0-1 0,0 0-1,1 0 1,-1 0 0,0 0-1,0 0 1,0 0 0,1-1-1,-1 1 1,0 0 0,0-1-1,0 1 1,0 0 0,1-1-1,-1 0 1,0 1 0,0-1-1,0 1 1,0-1 0,0 0-1,0 0 1,-1 0 0,1 0-1,0 0 1,0 1 0,-1-1-1,1-1 1,0 1-1,-1 0 1,1 0 0,0-2-1,6-28-8126</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3.262"/>
    </inkml:context>
    <inkml:brush xml:id="br0">
      <inkml:brushProperty name="width" value="0.025" units="cm"/>
      <inkml:brushProperty name="height" value="0.025" units="cm"/>
    </inkml:brush>
  </inkml:definitions>
  <inkml:trace contextRef="#ctx0" brushRef="#br0">0 83 7338,'0'0'2601,"0"-5"2942,2-10-3667,-2 13 1332,37-20-2383,-31 17-820,0 1 1,0-1-1,1 2 0,0-1 1,0 1-1,0 0 0,0 0 1,1 1-1,-1 0 1,15-2-1,-21 4-5,-1 0 0,1 0 0,-1 0 0,0 0 0,1 0-1,-1 0 1,0 0 0,1 0 0,-1 1 0,0-1 0,1 0 0,-1 0 0,0 0 0,1 0 0,-1 1 0,0-1 0,0 0 0,1 0 0,-1 1 0,0-1-1,0 0 1,1 1 0,-1-1 0,0 0 0,0 1 0,0-1 0,0 0 0,1 1 0,-1-1 0,0 0 0,0 1 0,0 17 30,-11 17 110,4-21-112,-1 0 0,-17 21 1,16-24 26,1 1 1,0 1-1,-9 17 1,5 18 41,11-45-84,0 1 1,1-1 0,0 1-1,-1-1 1,2 1 0,-1-1 0,0 1-1,1-1 1,-1 1 0,1-1-1,2 7 1,-2-9 23,1 0-1,-1 0 1,0 1-1,1-1 1,-1 0-1,0 0 1,1 0-1,-1 0 1,1-1-1,0 1 1,-1 0-1,1-1 1,0 1-1,-1-1 1,1 1-1,0-1 1,0 0-1,-1 0 1,1 0-1,0 0 1,0 0-1,0 0 1,-1 0-1,1-1 1,0 1-1,-1-1 1,3 0-1,5-1 192,-1-1-1,1 0 1,14-8 0,-21 9-164,0 1 1,0 0 0,0-1 0,1 1 0,-1 0 0,0 0 0,0 0 0,1 1 0,-1-1 0,1 1 0,-1-1 0,1 1 0,-1 0 0,1 0 0,-1 0 0,1 0 0,-1 0 0,1 0-1,4 2 1,20 16 1133,-27-18-1291,1 0 0,0 0-1,-1 1 1,1-1 0,0 0 0,-1 1 0,1-1 0,-1 1 0,1-1 0,0 1-1,-1-1 1,1 1 0,-1-1 0,1 1 0,-1 0 0,0-1 0,1 1-1,-1 0 1,0-1 0,1 1 0,-1 0 0,0-1 0,0 1 0,1 1 0,-6 2-4011,-1 11-2212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5.889"/>
    </inkml:context>
    <inkml:brush xml:id="br0">
      <inkml:brushProperty name="width" value="0.025" units="cm"/>
      <inkml:brushProperty name="height" value="0.025" units="cm"/>
    </inkml:brush>
  </inkml:definitions>
  <inkml:trace contextRef="#ctx0" brushRef="#br0">0 85 2096,'2'-1'148,"10"-2"646,1 0 1,-1-1-1,17-8 1,-26 11-668,0-1 1,0 1 0,-1-1 0,1 0-1,-1 0 1,1 0 0,-1 0 0,0-1-1,0 1 1,0 0 0,0-1-1,0 0 1,0 1 0,-1-1 0,1 0-1,-1 0 1,0 0 0,0 0 0,1-3-1,-2 5 22,0 1 0,1 0 0,-1 0 0,0-1 0,0 1 0,0 0 0,0 0 0,0-1 0,1 1 0,-1 0 0,0 0 0,0-1 0,0 1 0,0 0 0,0 0 0,0-1 0,0 1 0,0 0 0,0-1 0,0 1 0,0 0 0,0 0 0,0-1 0,-1 1 0,1 0 0,0 0 0,0-1 0,0 1 0,0 0 0,0 0 0,0-1 0,-1 1 0,1 0 0,0 0 0,0 0 0,0-1 0,-1 1 0,1 0 0,0 0 0,0 0 0,-1 0-1,1-1 1,0 1 0,0 0 0,-1 0 0,1 0 0,0 0 0,0 0 0,-1 0 0,1 0 0,0 0 0,0 0 0,-1 0 0,1 0 0,-4 5 4958,6 1-5520,1-2 1531,6-2 21,151-8-368,28 1-591,-148 6-52,0 2 0,66 13 0,-83-10-75,-10-3 31,0 0-1,0-1 0,14 2 1,-21-6 1077,-7 0-1277</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6.670"/>
    </inkml:context>
    <inkml:brush xml:id="br0">
      <inkml:brushProperty name="width" value="0.025" units="cm"/>
      <inkml:brushProperty name="height" value="0.025" units="cm"/>
    </inkml:brush>
  </inkml:definitions>
  <inkml:trace contextRef="#ctx0" brushRef="#br0">0 65 8530,'9'2'9280,"14"2"-7038,-18-4-2102,0 1-1,-1-1 1,1 1-1,0 0 1,-1 0-1,1 0 0,-1 1 1,1-1-1,-1 1 1,0 0-1,1 1 1,-1-1-1,0 1 1,7 5-1,-6-3-68,0 1 1,0-1-1,-1 1 0,1 0 0,-1 0 0,-1 0 1,1 1-1,-1-1 0,3 9 0,-3-5-50,0-1 0,0 1 0,-1 0 0,0 0 0,-1 0 0,0 0 0,-1 0 0,0 0 0,0 1 0,-1-1 1,-1 0-1,1 0 0,-2-1 0,-3 13 0,5-20-18,0 0 1,1 0 0,-1-1 0,0 1 0,0-1-1,0 1 1,0-1 0,0 1 0,-1-1 0,1 1-1,0-1 1,-3 2 0,3-3-3,1 0 0,-1 1 0,1-1 0,-1 0 0,1 0 1,-1 0-1,1 0 0,-1 1 0,0-1 0,1 0 0,-1 0 0,1 0 0,-1 0 0,1-1 0,-1 1 0,0 0 0,1 0 1,-1 0-1,1 0 0,-1 0 0,1-1 0,-1 1 0,1 0 0,-1-1 0,1 1 0,-1-1 0,-1-1-6,0 0 1,1 0-1,-1 0 0,1 0 0,-1 0 0,1-1 0,0 1 1,0 0-1,0-1 0,0 1 0,1-1 0,-1 1 0,1-1 1,-1 0-1,1-4 0,0-3-4,0-1 1,1 1-1,1-1 1,-1 1-1,2 0 1,-1 0-1,2-1 0,-1 2 1,1-1-1,1 0 1,0 1-1,0 0 1,1 0-1,0 0 1,0 1-1,1 0 0,15-14 1,-2 4-12,1 1 1,0 2-1,2 0 0,0 1 1,46-21-1,-68 34 22,1 1 0,-1-1 0,0 0 0,0 1 0,1-1 0,-1 1 0,0 0 0,0-1-1,1 1 1,-1 0 0,0 0 0,1 0 0,-1 0 0,0 0 0,1 0 0,-1 0 0,0 0 0,1 0 0,-1 1 0,0-1 0,1 1 0,-1-1 0,0 1 0,0-1 0,0 1 0,1 0 0,-1-1 0,0 1 0,0 0-1,0 0 1,0 0 0,1 1 0,1 3 9,-1 0 1,1 0-1,-1 1 0,0-1 0,0 0 0,1 9 0,-1-8-9,5 19 18,-4-15 33,0 0 0,0 0 0,0 1-1,-2-1 1,1 1 0,-1-1 0,-1 1 0,0 0-1,-1 11 1,-10 0 1979,4-17-10283,-9-2 359</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7.434"/>
    </inkml:context>
    <inkml:brush xml:id="br0">
      <inkml:brushProperty name="width" value="0.025" units="cm"/>
      <inkml:brushProperty name="height" value="0.025" units="cm"/>
    </inkml:brush>
  </inkml:definitions>
  <inkml:trace contextRef="#ctx0" brushRef="#br0">52 37 7170,'-2'0'1084,"-12"7"4030,11-5-4397,-1 0-1,0-1 1,1 0 0,-1 1 0,0-2 0,0 1 0,-5 0 0,9-1-141,13 0 1872,58-17-2175,0 3 1,1 4-1,74-2 0,-122 12 6,1 1 1,0 1-1,-1 2 1,1 0 0,36 12-1,-53-14-16,-1-1 0,1 0 0,0 0 0,0-1-1,14 0 1,-3-1 618,-19 1-910,-1 0 0,1 0 0,-1 1 0,1-1 0,-1 0 0,1 0 0,0 1 0,-1-1 0,1 0 0,-1 0 0,1 1 0,0-1 0,-1 0 0,1 1 0,0-1 0,0 0 0,-1 1 0,1-1 0,0 1 0,0-1 0,-1 0 0,1 1 0,0-1 0,0 1 0,0-1 0,0 1 0,0-1 0,0 1 0,0-1 0,0 1 0,0-1 0,0 0 0,0 1 0,0-1 0,0 1 0,0-1 0,0 1 0,0-1 0,1 1 0,5 17-4768,10-9-579,27-4-2284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8.135"/>
    </inkml:context>
    <inkml:brush xml:id="br0">
      <inkml:brushProperty name="width" value="0.025" units="cm"/>
      <inkml:brushProperty name="height" value="0.025" units="cm"/>
    </inkml:brush>
  </inkml:definitions>
  <inkml:trace contextRef="#ctx0" brushRef="#br0">0 1 7770,'4'3'5514,"13"12"-2184,-9-6-2112,1 0 0,-2 1 0,14 20 0,-15-20-917,-2-1-1,1 1 0,-1 0 0,3 15 0,-4-11-272,-1 1 1,0-1-1,-1 1 0,0 0 0,-2-1 0,0 1 1,-4 24-1,4-32-32,-5 23 34,6-29-30,0 0 0,-1 0 0,1 1 1,-1-1-1,1 0 0,0 0 0,-1 0 1,0 0-1,1 0 0,-1 0 1,0 0-1,0 0 0,1 0 0,-1 0 1,0 0-1,0 0 0,-2 1 1,2-2 3,0 0 0,0 0 1,0 0-1,0-1 0,0 1 0,0 0 1,0 0-1,0-1 0,0 1 1,0-1-1,0 1 0,0-1 1,0 1-1,0-1 0,0 1 0,0-1 1,1 0-1,-1 0 0,0 1 1,0-1-1,1 0 0,-2-1 1,1 0-5,-1 0 0,1 0 0,-1 0 1,1 0-1,0 0 0,0 0 0,0 0 0,0 0 1,-1-5-1,3-1-10,-1 0 0,1 0 0,0 0 0,1 0 0,0 0 0,0 0 0,1 0 1,0 1-1,1-1 0,-1 1 0,1 0 0,0 0 0,9-11 0,-3 5-10,1 1 0,0-1-1,1 2 1,0 0 0,26-18 0,-33 25 24,1 0 0,0 1-1,0 0 1,0 0 0,0 1 0,0 0-1,0 0 1,1 0 0,-1 1 0,1 0 0,-1 0-1,1 0 1,0 1 0,-1 0 0,1 0 0,-1 1-1,1 0 1,10 3 0,-3-2 4,0 0 0,0 1 0,-1 1 0,24 10 0,-35-13 2,-1 0 1,0 0-1,0 0 0,0 0 1,0 0-1,0 0 1,0 0-1,0 0 0,-1 1 1,1-1-1,0 0 0,-1 1 1,1-1-1,0 0 0,-1 1 1,0-1-1,1 1 1,-1-1-1,0 1 0,0-1 1,0 1-1,0-1 0,0 1 1,0-1-1,0 1 0,-1-1 1,1 2-1,-13 42 575,12-43-535,-12 29 544,-11 34 13,23-61-574,-1 1 0,1 0 0,1 0 0,-1 0 0,1-1 0,0 1 0,0 0 0,0 0 0,0 0 0,1 0 0,1 5 0,-1-10-42,-1 1 0,0-1-1,0 0 1,0 1 0,0-1 0,0 0 0,0 1 0,1-1 0,-1 0 0,0 0 0,0 1-1,0-1 1,1 0 0,-1 0 0,0 0 0,0 1 0,1-1 0,-1 0 0,0 0 0,1 0-1,-1 0 1,0 1 0,1-1 0,-1 0 0,0 0 0,0 0 0,1 0 0,-1 0 0,0 0-1,1 0 1,-1 0 0,0 0 0,1 0 0,-1 0 0,0 0 0,1 0 0,-1 0 0,0 0-1,1-1 1,-1 1 0,0 0 0,1 0 0,16-12-4382,-10 7 557,26-18-8075</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8.631"/>
    </inkml:context>
    <inkml:brush xml:id="br0">
      <inkml:brushProperty name="width" value="0.025" units="cm"/>
      <inkml:brushProperty name="height" value="0.025" units="cm"/>
    </inkml:brush>
  </inkml:definitions>
  <inkml:trace contextRef="#ctx0" brushRef="#br0">47 12 8370,'5'-12'5505,"-4"18"-475,-5 23-1702,-5 25-2091,2 1 0,1 86 0,7-135-1679,-1 6-3949,0-12 4045,-1 1 1,1-1 0,0 0 0,0 1 0,-1-1-1,1 1 1,-1-1 0,1 0 0,0 1-1,-1-1 1,1 0 0,-1 1 0,1-1-1,0 0 1,-1 1 0,1-1 0,-1 0-1,1 0 1,-1 0 0,1 0 0,-1 1 0,1-1-1,-1 0 1,1 0 0,-2 0 0,-13 0-7213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8.884"/>
    </inkml:context>
    <inkml:brush xml:id="br0">
      <inkml:brushProperty name="width" value="0.025" units="cm"/>
      <inkml:brushProperty name="height" value="0.025" units="cm"/>
    </inkml:brush>
  </inkml:definitions>
  <inkml:trace contextRef="#ctx0" brushRef="#br0">1 32 8514,'4'-5'4273,"1"1"-2705,1-1-304,1 1 137,-3 4-425,5 0-184,-2 4 8,2 1-152,2 2-192,3 1-312,-1-3-80,0-1-16,5-4-48,2 0-120,7-4-392,8-5-3368,72-24-6203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9.412"/>
    </inkml:context>
    <inkml:brush xml:id="br0">
      <inkml:brushProperty name="width" value="0.025" units="cm"/>
      <inkml:brushProperty name="height" value="0.025" units="cm"/>
    </inkml:brush>
  </inkml:definitions>
  <inkml:trace contextRef="#ctx0" brushRef="#br0">25 34 9322,'15'-12'5951,"-11"9"-5532,1 0-1,-1 0 1,1 0 0,-1 1 0,1 0-1,0 0 1,7-2 0,-21 30 2917,0-2-2561,1 0 0,1 0 1,1 1-1,1-1 0,-3 45 0,9 124 172,2-113-357,-4 0 173,-13 93-1,13-168-1127,-1 13 998,1-13-5646,-16-11-622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0.457"/>
    </inkml:context>
    <inkml:brush xml:id="br0">
      <inkml:brushProperty name="width" value="0.025" units="cm"/>
      <inkml:brushProperty name="height" value="0.025" units="cm"/>
    </inkml:brush>
  </inkml:definitions>
  <inkml:trace contextRef="#ctx0" brushRef="#br0">0 8 6985,'92'-4'9203,"-55"1"-8018,1 2 0,43 4 0,21 4-882,29 4-922,-125-9-2104,-14 4-2038,-21 6-277</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0.759"/>
    </inkml:context>
    <inkml:brush xml:id="br0">
      <inkml:brushProperty name="width" value="0.025" units="cm"/>
      <inkml:brushProperty name="height" value="0.025" units="cm"/>
    </inkml:brush>
  </inkml:definitions>
  <inkml:trace contextRef="#ctx0" brushRef="#br0">19 1 7322,'-2'0'334,"1"0"0,0 1 0,0-1 0,0 1 0,0-1 0,0 1 0,0 0 0,1-1 0,-1 1 0,0 0 0,0 0 1,0 0-1,1-1 0,-1 1 0,0 0 0,1 0 0,-1 0 0,1 0 0,-1 0 0,1 0 0,-1 0 0,1 0 1,-1 2-1,2-1-158,-1-1 0,0 0 0,0 1 0,1-1 0,-1 0 0,1 1 0,-1-1 0,1 0 0,0 0 0,0 0 0,-1 1 0,1-1 0,0 0 0,0 0 0,0 0 1,2 1-1,3 3 321,0 0 0,0-1 0,1 0 0,0 0 0,12 4 0,-5-3-99,0-1-1,-1-1 1,1 0-1,1-1 1,-1 0-1,0-1 1,0-1 0,19-1-1,12-5-685,58-15-1,-10 2-3099,-30 7-4105</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1.987"/>
    </inkml:context>
    <inkml:brush xml:id="br0">
      <inkml:brushProperty name="width" value="0.025" units="cm"/>
      <inkml:brushProperty name="height" value="0.025" units="cm"/>
    </inkml:brush>
  </inkml:definitions>
  <inkml:trace contextRef="#ctx0" brushRef="#br0">1 103 6889,'9'-2'7415,"33"-7"-4603,-40 9-2707,7-2 476,0 0-1,0 1 1,0 0 0,17 1 0,-22 1-515,-1 0 1,1-1 0,-1 1-1,0 1 1,1-1 0,-1 0-1,0 1 1,0 0 0,0-1-1,0 1 1,0 0 0,0 1-1,-1-1 1,1 0 0,-1 1-1,4 3 1,0 2-26,1 1 0,-1 0 0,0 0-1,-1 0 1,0 1 0,-1 0 0,0 0 0,0 0 0,-1 0 0,0 1 0,-1-1 0,0 1 0,-1 0-1,0-1 1,-1 1 0,0 0 0,0 0 0,-1-1 0,-1 1 0,0 0 0,0-1 0,-1 1 0,-5 10-1,3-10 5,-1 2 3,0 0 0,-1-1 1,-12 17-1,17-41 89,0 1 1,1-1-1,1 0 0,0-14 1,3 8-149,0 1 1,1 0 0,0 0-1,2 0 1,0 1-1,1 0 1,0 0 0,1 0-1,1 1 1,14-18 0,-4 8-5,1 1 0,1 1-1,1 0 1,46-34 0,-62 53 14,0 1-1,1 0 0,-1 0 1,0 0-1,1 1 1,-1 0-1,1 0 1,0 1-1,0 0 0,-1 0 1,1 0-1,0 1 1,0 0-1,0 0 0,0 1 1,0 0-1,0 0 1,-1 1-1,1 0 0,0 0 1,-1 0-1,0 1 1,1 0-1,-1 0 0,10 8 1,-14-9 5,0 0 0,0 1-1,-1-1 1,1 0 0,-1 1 0,0 0 0,0-1 0,0 1 0,0 0-1,0-1 1,0 1 0,-1 0 0,1 5 0,1 42 80,-3-39-71,2 7 56,-2 0 0,-5 31 0,4-41 24,0 0 0,0-1 0,-1 0 0,0 1 0,0-1 1,-1-1-1,0 1 0,-8 10 0,11-15-45,0 0-1,0 0 1,0 0 0,0 0-1,1 1 1,-1-1-1,1 0 1,-1 0 0,1 0-1,0 1 1,-1-1-1,1 0 1,0 0 0,1 0-1,-1 1 1,0-1-1,1 0 1,-1 0 0,1 0-1,0 1 1,-1-1-1,1 0 1,0 0 0,0 0-1,3 3 1,-4-4-46,1 1 0,-1-1 1,0 1-1,0 0 0,0-1 0,0 1 1,0-1-1,0 1 0,0 0 1,-1-1-1,1 1 0,-1-1 1,1 1-1,-2 2 0,1-2-1,1 0 0,-1-1 0,1 1 0,-1 0 0,1 0 0,-1-1 0,1 1 0,0 0 0,0 0 0,0 0 0,1 3 0,6-38-6499,-1-14-126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2.768"/>
    </inkml:context>
    <inkml:brush xml:id="br0">
      <inkml:brushProperty name="width" value="0.025" units="cm"/>
      <inkml:brushProperty name="height" value="0.025" units="cm"/>
    </inkml:brush>
  </inkml:definitions>
  <inkml:trace contextRef="#ctx0" brushRef="#br0">0 42 6217,'11'-3'4929,"9"-8"-3288,-2 1-692,-10 6-414,1 1-1,0 0 0,0 1 0,0 0 1,13-1-1,-20 3-512,-1 0 1,1 0-1,0 0 1,-1 0-1,1 0 1,0 0-1,0 0 1,-1 1-1,1-1 1,0 1-1,-1-1 1,1 1-1,-1 0 1,1 0-1,-1 0 1,1-1-1,-1 1 1,1 1-1,-1-1 1,0 0-1,0 0 1,1 0 0,-1 1-1,0-1 1,0 0-1,0 1 1,-1-1-1,1 1 1,0 0-1,0-1 1,-1 1-1,1-1 1,-1 1-1,0 0 1,1-1-1,-1 1 1,0 3-1,0-3-14,0 1-1,0 0 1,0 0 0,0 0-1,-1 0 1,0 0-1,1 0 1,-1 0 0,0-1-1,0 1 1,-1 0 0,1-1-1,0 1 1,-4 4-1,-32 32 26,7-9 43,29-28-36,33-2 1293,34 3 214,-49-1-1492,1-1 1,0 0 0,-1-2-1,1 0 1,0-1-1,-1 0 1,23-7 0,-12 1-3739,35-10-2224</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3.447"/>
    </inkml:context>
    <inkml:brush xml:id="br0">
      <inkml:brushProperty name="width" value="0.025" units="cm"/>
      <inkml:brushProperty name="height" value="0.025" units="cm"/>
    </inkml:brush>
  </inkml:definitions>
  <inkml:trace contextRef="#ctx0" brushRef="#br0">14 0 4945,'-1'0'613,"1"0"0,-1 0 0,0 0 0,1 1 1,-1-1-1,0 0 0,1 0 0,-1 0 0,0 1 0,1-1 0,-1 0 0,1 0 0,-1 1 0,1-1 1,-1 1-1,0-1 0,1 1 0,0-1 0,-1 1 0,1-1 0,-1 1 0,18 3 3847,15-5-3661,-5 1-623,61 6 228,126 15 1234,-203-19-1451,21 3 1046,47 2 0,-78-7-887,-5 9 231,2-5-1202,4-7-736,5-9-1985,12-23-3700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4.962"/>
    </inkml:context>
    <inkml:brush xml:id="br0">
      <inkml:brushProperty name="width" value="0.025" units="cm"/>
      <inkml:brushProperty name="height" value="0.025" units="cm"/>
    </inkml:brush>
  </inkml:definitions>
  <inkml:trace contextRef="#ctx0" brushRef="#br0">44 180 7170,'28'-29'3351,"63"-58"-164,-80 78-2853,0 0 0,1 1 0,0 0 0,0 1 0,1 0 0,19-7 0,-30 14-251,1-1-1,-1 1 1,1-1 0,-1 1-1,0 0 1,1 0 0,-1 0-1,1 1 1,-1-1 0,1 0-1,-1 1 1,1 0 0,-1-1-1,0 1 1,1 0 0,-1 0-1,0 0 1,0 1 0,0-1-1,0 0 1,0 1 0,0 0-1,0-1 1,0 1 0,-1 0 0,1 0-1,1 2 1,6 8 218,-1 1 1,-1-1 0,10 22-1,-6-12-256,0-3-5,-2 0 0,0 1 0,-1 0-1,6 22 1,-12-32 21,-1 0 0,1 0-1,-1-1 1,-1 1 0,0 0 0,0 0 0,-1 0-1,-1 0 1,1-1 0,-1 1 0,-4 10-1,-2-1-34,-1-1-1,0 1 0,-1-1 0,-1-1 0,-1 0 1,0-1-1,-2 0 0,1 0 0,-2-2 0,0 0 1,-1 0-1,0-2 0,-1 0 0,0-1 0,-1 0 1,0-2-1,-1 0 0,0-1 0,-21 6 0,32-12-11,0-1 0,0 1-1,0-1 1,0-1-1,0 0 1,0 0-1,0 0 1,1-1-1,-11-2 1,17 2-8,-1 1-1,0-1 1,1 1 0,-1-1-1,1 0 1,-1 0 0,1 0-1,-1 0 1,1 0 0,0 0-1,-1 0 1,1 0 0,0 0-1,0-1 1,0 1 0,0 0-1,0-1 1,-1-2 0,1 1-2,1 1 1,-1-1 0,1 1-1,0-1 1,0 1 0,0-1-1,0 0 1,0 1 0,0-1-1,1 1 1,0-1 0,-1 1-1,1 0 1,0-1 0,0 1 0,2-4-1,1-2 23,1 0 0,0 1 1,0 0-1,1 0 0,0 0 0,0 1 0,12-10 0,58-39 128,-17 14-72,-58 40-72,0 1 0,0 0 0,0 0-1,0 0 1,0 0 0,0 0 0,0 0 0,0 0 0,0 0-1,0 0 1,-1 1 0,1-1 0,0 0 0,0 1 0,0-1-1,0 0 1,0 1 0,-1-1 0,1 1 0,0-1 0,1 2-1,26 19 233,-8-7-181,15 5 293,1-3 1,1-1-1,49 13 0,19 8 566,-102-35-860,0 1 0,0-1 0,0 1 0,0 0 0,-1 0 0,1 1 0,0-1 0,-1 0 0,0 1 0,0-1 0,1 1 0,-1 0 0,-1 0 0,4 6 0,15 19 300,-17-23-314,-3-9-362,8 3-7324,8 1 1061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5.695"/>
    </inkml:context>
    <inkml:brush xml:id="br0">
      <inkml:brushProperty name="width" value="0.025" units="cm"/>
      <inkml:brushProperty name="height" value="0.025" units="cm"/>
    </inkml:brush>
  </inkml:definitions>
  <inkml:trace contextRef="#ctx0" brushRef="#br0">1 16 7282,'7'12'9734,"19"7"-5365,-20-15-4112,-1-1 0,1 1-1,-1 0 1,8 8 0,-7-3-120,0 0-1,0 0 1,-1 1 0,0 0-1,-1 0 1,0 1 0,-1-1-1,4 21 1,-2-5-70,-2 1 0,-1 39 0,-3-55-37,-3-11 48,-2-19-25,7 5-69,0 1 1,1-1-1,0 0 0,1 1 1,1-1-1,0 1 0,1 0 1,0 0-1,1 1 0,0 0 1,1 0-1,1 0 0,0 1 0,0 0 1,1 0-1,0 1 0,1 0 1,1 1-1,-1 0 0,1 0 1,0 1-1,1 1 0,0 0 0,0 1 1,24-9-1,-32 14 19,-1 1 0,0-1 0,1 1 0,-1 0 1,0 0-1,1 1 0,-1-1 0,0 1 0,1-1 0,-1 1 0,0 0 0,0 0 0,0 1 0,0-1 0,0 1 0,0-1 1,0 1-1,0 0 0,-1 0 0,1 0 0,-1 0 0,1 1 0,2 3 0,3 2 19,-1 1-1,0 0 1,0 1 0,-1 0-1,7 15 1,-10-17 97,-1 0 1,0 0-1,-1 0 0,0 0 0,0 1 0,-1-1 1,1 0-1,-2 0 0,0 0 0,0 1 1,0-1-1,-4 11 0,-2 37 144,6-59-844,0-9-5196,1-15-1628</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6.334"/>
    </inkml:context>
    <inkml:brush xml:id="br0">
      <inkml:brushProperty name="width" value="0.025" units="cm"/>
      <inkml:brushProperty name="height" value="0.025" units="cm"/>
    </inkml:brush>
  </inkml:definitions>
  <inkml:trace contextRef="#ctx0" brushRef="#br0">3 13 3849,'0'-12'9330,"3"11"-5185,1 13-1001,-1 26-1840,0 1 0,-5 58 0,0-21-883,-1-17-156,1-38-240,1 0 0,2 26-1,0-44-816,1 21 2039,-2-20-4471,-9-36-14282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6.954"/>
    </inkml:context>
    <inkml:brush xml:id="br0">
      <inkml:brushProperty name="width" value="0.025" units="cm"/>
      <inkml:brushProperty name="height" value="0.025" units="cm"/>
    </inkml:brush>
  </inkml:definitions>
  <inkml:trace contextRef="#ctx0" brushRef="#br0">2 0 4257,'-2'3'9635,"5"3"-3809,-3-5-5643,1 0-1,0 0 0,-1-1 1,1 1-1,0 0 1,0 0-1,0 0 0,0-1 1,0 1-1,0 0 1,0-1-1,0 1 0,0-1 1,2 1-1,23 3 60,0 0-1,1-2 0,43-3 1,-33 1-157,108-7 2405,-166 26 210,14-8-5011,7-10 2097,0-1 0,0 0 0,0 0 0,1 0-1,-1 0 1,0 1 0,0-1 0,0 0 0,0 0 0,0 0 0,0 0 0,1 0 0,-1 1 0,0-1 0,0 0 0,0 0 0,0 0 0,1 0 0,-1 0 0,0 0-1,0 0 1,0 0 0,1 0 0,-1 0 0,0 0 0,0 0 0,0 0 0,1 0 0,-1 0 0,0 0 0,0 0 0,0 0 0,1 0 0,-1 0 0,0 0 0,0 0 0,0 0-1,0 0 1,1 0 0,-1 0 0,0-1 0,0 1 0,0 0 0,0 0 0,1 0 0,-1 0 0,0 0 0,0 0 0,0-1 0,0 1 0,0 0 0,32-15-11438</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7.882"/>
    </inkml:context>
    <inkml:brush xml:id="br0">
      <inkml:brushProperty name="width" value="0.025" units="cm"/>
      <inkml:brushProperty name="height" value="0.025" units="cm"/>
    </inkml:brush>
  </inkml:definitions>
  <inkml:trace contextRef="#ctx0" brushRef="#br0">99 22 2545,'4'-16'5928,"-10"11"242,5 5-5928,0 0 1,0 1 0,0-1 0,0 0-1,0 1 1,1-1 0,-1 1 0,0-1-1,0 1 1,0-1 0,0 1-1,1-1 1,-1 1 0,0 0 0,1 0-1,-1-1 1,0 1 0,1 0 0,-1 0-1,1 0 1,0 0 0,-1 0 0,1-1-1,-1 1 1,1 2 0,-12 47 3920,4 28-2251,6-45-1450,-12 89 482,-6 118 587,29-151-209,-9-88-1269,6-1 774,-16-1-11717,-17-7 1238</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9.561"/>
    </inkml:context>
    <inkml:brush xml:id="br0">
      <inkml:brushProperty name="width" value="0.025" units="cm"/>
      <inkml:brushProperty name="height" value="0.025" units="cm"/>
    </inkml:brush>
  </inkml:definitions>
  <inkml:trace contextRef="#ctx0" brushRef="#br0">37 49 7490,'3'3'3459,"6"-9"-1722,10-13-813,-15 14-516,8-7-149,-2 3 3905,-9 9-4058,-1 0 0,0 1 0,1-1 0,-1 1 0,1-1 0,-1 1 0,1-1 0,-1 1-1,0-1 1,0 1 0,1-1 0,-1 1 0,0 0 0,0-1 0,1 1 0,-1-1 0,0 1 0,0 0 0,0-1 0,0 1 0,0 0-1,0-1 1,0 1 0,0-1 0,-1 2 0,4 51 444,-3 0 0,-3 0-1,-1 0 1,-3 0 0,-21 79-1,-28 122-286,52-213-517,4-41 210,0 0 0,0 0-1,0 0 1,0 0 0,0 0-1,0 0 1,1 0 0,-1 0-1,0 0 1,0 0 0,0 0 0,0 0-1,0 0 1,0 0 0,0-1-1,0 1 1,0 0 0,0 0-1,0 0 1,0 0 0,0 0 0,1 0-1,-1 0 1,0 0 0,0 0-1,0 0 1,0 0 0,0 0-1,4-26-2842,-3-11-1864,-5-44-2826</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0.150"/>
    </inkml:context>
    <inkml:brush xml:id="br0">
      <inkml:brushProperty name="width" value="0.025" units="cm"/>
      <inkml:brushProperty name="height" value="0.025" units="cm"/>
    </inkml:brush>
  </inkml:definitions>
  <inkml:trace contextRef="#ctx0" brushRef="#br0">0 1 7242,'19'3'4986,"3"0"-3199,15 4 374,68 3 0,111-13-124,-17-1-1093,-63 9-528,308 0 1104,-397-7-1227,107-7 920,-137 7-537,-26 3 273,-26 3-538,19-5-763,-25 2-5094,34 6 795,3 15-2422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0.804"/>
    </inkml:context>
    <inkml:brush xml:id="br0">
      <inkml:brushProperty name="width" value="0.025" units="cm"/>
      <inkml:brushProperty name="height" value="0.025" units="cm"/>
    </inkml:brush>
  </inkml:definitions>
  <inkml:trace contextRef="#ctx0" brushRef="#br0">310 87 7770,'3'-11'3543,"6"-26"731,-9 35-4129,0 0 0,1 0 0,-1 0 0,0 0-1,0 0 1,0 0 0,0 0 0,0 0 0,-1 0 0,1 0-1,-1 0 1,1 1 0,-1-1 0,-1-3 0,1 5-71,0-1 1,0 0-1,0 0 1,0 1 0,0-1-1,0 1 1,0-1-1,0 1 1,-1-1-1,1 1 1,0 0-1,0 0 1,-1-1 0,1 1-1,0 0 1,0 0-1,-1 0 1,1 0-1,0 1 1,0-1-1,-1 0 1,1 0 0,0 1-1,0-1 1,0 1-1,-2 0 1,-33 16 614,30-14-529,-15 8 81,2 1-1,-1 1 1,2 1 0,0 0 0,0 1-1,1 1 1,1 0 0,1 2 0,-16 22-1,25-31-210,0 0-1,0 0 0,1 1 1,1 0-1,-1 0 0,2 0 1,-1 1-1,1-1 0,1 1 1,0 0-1,0-1 0,1 1 1,1 0-1,0 0 0,0 0 1,1 0-1,0 0 0,1 0 0,0-1 1,1 1-1,6 15 0,-6-20 32,1 1 0,-1-1 0,1 0 0,1 0 0,0 0 0,-1 0 0,2-1 0,-1 1 0,0-1 0,1-1 0,0 1 0,0-1 0,1 0 0,9 4 0,-11-6-191,0 0-1,0 0 0,0-1 1,0 0-1,0 0 1,0 0-1,0 0 0,0-1 1,1 0-1,-1 0 0,0 0 1,6-2-1,-7 1-456,1 0 0,-1 0 0,0-1 0,1 0 0,-1 0 0,0 0 0,0 0 0,0 0 0,5-5 0,13-13-4856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1.343"/>
    </inkml:context>
    <inkml:brush xml:id="br0">
      <inkml:brushProperty name="width" value="0.025" units="cm"/>
      <inkml:brushProperty name="height" value="0.025" units="cm"/>
    </inkml:brush>
  </inkml:definitions>
  <inkml:trace contextRef="#ctx0" brushRef="#br0">1 45 7138,'3'-17'9331,"-2"15"-9104,0 0-1,-1 1 0,1-1 0,0 1 0,0-1 0,0 1 0,0-1 0,0 1 1,0 0-1,0-1 0,0 1 0,1 0 0,-1 0 0,0 0 0,1 0 1,-1 0-1,1 0 0,-1 0 0,1 1 0,0-1 0,-1 0 0,1 1 1,3-1-1,-5 2-82,1-1 0,0 1 0,0 0 0,-1 0 0,1 0 0,-1-1 0,1 1 0,-1 0 0,1 0 0,-1 0 0,1 0 1,-1 0-1,0 0 0,0 0 0,1 0 0,-1 0 0,0 0 0,0 0 0,0 0 0,0 1 0,2 28 948,-2-28-932,-4 98 985,0-18-1081,6-88-79,1 0 0,0 0-1,1 0 1,0 1 0,-1-1-1,2 1 1,4-6 0,-2 3-19,12-14-4,0 1 0,1 1 0,1 1 0,0 1 0,31-20 0,-57 86 94,5-40 33,0-1-1,1 0 1,0 1 0,0-1-1,0 0 1,4 11 0,-4-16-194,0 1 0,0 0 0,1-1 1,-1 1-1,1-1 0,0 1 1,0-1-1,3 3 0,-3-3-549,1 0 0,0 0 0,-1 0 0,1-1 0,0 1-1,0-1 1,0 1 0,7 1 0,23 6-5173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1.917"/>
    </inkml:context>
    <inkml:brush xml:id="br0">
      <inkml:brushProperty name="width" value="0.025" units="cm"/>
      <inkml:brushProperty name="height" value="0.025" units="cm"/>
    </inkml:brush>
  </inkml:definitions>
  <inkml:trace contextRef="#ctx0" brushRef="#br0">1 0 8010,'6'0'6132,"21"1"-2263,-22 2-3488,1 0 1,-1 1 0,0 0 0,0 0-1,0 0 1,0 0 0,-1 1 0,0 0 0,7 10-1,28 51 399,-38-65-738,12 26 144,-1 0-1,-1 0 1,-2 1-1,10 47 1,-15-53-71,0 0 1,-2 0-1,-1 0 0,-1 0 1,0 0-1,-7 40 0,5-52-22,-1 0 0,0 1 0,-1-1-1,0-1 1,0 1 0,-1 0 0,0-1-1,-1 0 1,-8 10 0,11-15-43,-1 0 0,1 0 1,-1-1-1,0 1 0,0-1 0,0 0 0,-1 0 1,1 0-1,-1-1 0,1 1 0,-1-1 0,0 0 0,0-1 1,0 1-1,0-1 0,0 0 0,0 0 0,-1-1 1,1 1-1,-9-1 0,13 0-49,1 0 1,-1 0 0,0 0-1,1 0 1,-1 0 0,0 0-1,1 0 1,-1 0 0,1 0-1,-1-1 1,0 1 0,1 0-1,-1 0 1,0 0 0,1-1-1,-1 1 1,1 0 0,-1-1-1,1 1 1,-1 0-1,1-1 1,-1 1 0,1-1-1,-1 1 1,1-1 0,0 1-1,-1-1 1,1 1 0,0-1-1,-1 1 1,1-1 0,0 1-1,-1-2 1,30-6-2551,-4 2-1546,31-2-2833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3.869"/>
    </inkml:context>
    <inkml:brush xml:id="br0">
      <inkml:brushProperty name="width" value="0.025" units="cm"/>
      <inkml:brushProperty name="height" value="0.025" units="cm"/>
    </inkml:brush>
  </inkml:definitions>
  <inkml:trace contextRef="#ctx0" brushRef="#br0">16 180 7001,'-3'-2'12794,"-3"-2"-10100,5 3-2690,1 1 1,-1-1-1,0 0 0,1 1 1,-1-1-1,1 0 1,0 0-1,-1 0 0,1 1 1,0-1-1,-1 0 1,1 0-1,0 0 0,0 0 1,0 1-1,0-1 1,0 0-1,0 0 1,0 0-1,0 0 0,0 0 1,0 0-1,0 1 1,0-1-1,1 0 0,-1 0 1,0 0-1,1-1 1,11-23-65,-4 13 59,2 0 0,-1 1 0,1 1 0,1 0 1,0 0-1,1 1 0,0 0 0,0 1 0,1 0 0,26-11 0,-38 18 2,1 0 0,0 1 0,-1-1 0,1 0 0,0 1 0,0 0 0,0-1 0,0 1 0,-1 0 0,1 0 0,0 0 0,0 0 0,0 0 0,0 0 0,0 1 0,-1-1 0,1 0 0,0 1 0,0 0 0,0-1 0,1 2-1,0 0 7,-1 0-1,1 0 0,-1 0 0,0 1 0,0-1 0,0 0 1,0 1-1,0 0 0,0-1 0,-1 1 0,3 5 0,0 2 29,-1 0-1,0 0 0,0 1 0,-1-1 1,-1 1-1,1 18 0,-2-26-25,0-1-1,0 1 1,1-1 0,-1 0-1,1 1 1,-1-1-1,1 1 1,0-1 0,0 0-1,0 0 1,0 1-1,0-1 1,0 0 0,1 0-1,-1 0 1,1 0-1,-1-1 1,1 1 0,0 0-1,0 0 1,0-1-1,0 0 1,0 1-1,0-1 1,0 0 0,3 1-1,5 2 8,0 0 0,1-2-1,-1 1 1,19 1-1,-10-1 15,-17-3 17,0 0 1,0 1-1,0-2 0,0 1 0,0 0 0,1 0 0,-1-1 0,0 1 0,0-1 1,0 1-1,0-1 0,0 0 0,0 0 0,-1 0 0,1 0 0,0 0 0,0 0 0,-1-1 1,1 1-1,-1-1 0,1 1 0,1-3 0,3-4 196,0 0-1,-1 0 1,8-15 0,-1 1-108,26-44 2371,-30 55-1941,-1 2-120,-7 9-390,0 0 0,0 0 0,1 0 0,-1 0-1,0 0 1,0 0 0,0 0 0,0-1 0,0 1-1,0 0 1,0 0 0,0 0 0,0 0 0,0 0 0,0 0-1,0-1 1,0 1 0,0 0 0,0 0 0,0 0 0,0 0-1,0 0 1,0 0 0,0-1 0,0 1 0,0 0-1,0 0 1,0 0 0,-1 0 0,1 0 0,0 0 0,0-1-1,0 1 1,0 0 0,0 0 0,0 0 0,0 0 0,0 0-1,-1 0 1,1 0 0,0 0 0,0 0 0,0 0 0,0 0-1,0 0 1,0 0 0,-1 0 0,1 0 0,0-1-1,-7 28-4974,-1-3-3729,-6 6-1305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3.228"/>
    </inkml:context>
    <inkml:brush xml:id="br0">
      <inkml:brushProperty name="width" value="0.025" units="cm"/>
      <inkml:brushProperty name="height" value="0.025" units="cm"/>
    </inkml:brush>
  </inkml:definitions>
  <inkml:trace contextRef="#ctx0" brushRef="#br0">178 374 4257,'33'-40'15743,"-33"41"-15665,1 0 0,-1 1 1,0-1-1,0 1 0,0-1 0,0 0 0,0 1 0,0-1 1,-1 0-1,1 1 0,0-1 0,-1 0 0,1 1 1,-1-1-1,1 0 0,-1 0 0,-1 3 0,-13 10 46,-1-1-1,0 0 0,-1-1 0,0 0 1,0-2-1,-2 0 0,1-1 1,-37 12-1,54-21-123,1 0 0,-1-1 1,1 1-1,-1 0 0,0 0 0,1-1 1,-1 1-1,1 0 0,-1-1 1,0 1-1,1 0 0,-1-1 0,1 1 1,-1-1-1,1 1 0,0-1 1,-1 1-1,1-1 0,-1 1 0,1-1 1,0 0-1,-1 1 0,1-1 0,0 0 1,0 1-1,0-1 0,0 1 1,-1-1-1,1 0 0,0 1 0,0-1 1,0 0-1,0 0 0,-3-30 7,3 29-7,0-14-17,1 0 0,1 0 0,1-1 0,0 2 0,0-1-1,2 0 1,0 1 0,1 0 0,0 0 0,2 0 0,16-26 0,9-6-83,77-85-1,-105 126 111,18-16-7,-23 22 1,1 0-1,-1-1 1,1 1-1,0-1 1,-1 1-1,1 0 0,0 0 1,-1-1-1,1 1 1,0 0-1,-1 0 1,1 0-1,0 0 1,0 0-1,-1 0 1,1 0-1,0 0 0,-1 0 1,1 0-1,0 0 1,0 1-1,-1-1 1,1 0-1,0 0 1,-1 1-1,1-1 0,-1 0 1,1 1-1,0-1 1,-1 1-1,1-1 1,-1 1-1,1-1 1,-1 1-1,1-1 1,-1 1-1,1 0 0,8 13 24,-1 0 0,0 1 0,-2 0-1,1 0 1,-2 1 0,5 19 0,16 100 148,-17-47 386,-3 160-1,-7-156-413,1-79-109,0 1 0,-1 0 0,-1-1 0,-6 26 0,2-32 107,5-8-1533,5-6-3619,17-19-792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3.740"/>
    </inkml:context>
    <inkml:brush xml:id="br0">
      <inkml:brushProperty name="width" value="0.025" units="cm"/>
      <inkml:brushProperty name="height" value="0.025" units="cm"/>
    </inkml:brush>
  </inkml:definitions>
  <inkml:trace contextRef="#ctx0" brushRef="#br0">343 138 8794,'2'-2'368,"-1"1"1,0 0-1,1-1 0,-1 1 1,0-1-1,0 0 0,0 1 1,0-1-1,0 0 0,0 0 1,0 0-1,-1 1 0,1-1 1,0 0-1,-1 0 0,0 0 1,1 0-1,-1 0 0,0 0 1,0 0-1,-1-3 0,0 2-84,0 0-1,0 0 1,0 0-1,-1 0 1,1 1-1,-1-1 1,1 0-1,-1 1 1,0-1-1,0 1 1,0 0-1,-4-3 1,-6-4-91,0 0-1,0 2 1,0-1 0,-22-8 0,29 14-190,0 1 0,-1-1 0,1 1-1,-1 0 1,0 0 0,1 0 0,-1 1 0,1 0-1,-1 0 1,0 0 0,1 1 0,-1 0 0,1 0-1,-1 0 1,1 1 0,-1 0 0,1 0 0,0 0-1,0 1 1,0 0 0,0 0 0,0 0 0,1 0-1,-1 1 1,-3 4 0,-3 2 9,1 0 1,0 1 0,0 0-1,1 1 1,1 0-1,0 1 1,1 0-1,-9 21 1,11-19 28,0 1-1,1 0 1,1 0 0,0 0 0,1 0 0,1 1 0,2 32 0,23 119 120,-5-47-91,-1 50 12,-18-170-202,0 0 1,0 0-1,0 0 1,0 0-1,-1 0 1,1 0-1,0 0 1,0 0-1,-1 0 1,1 0-1,-1 0 1,1 0-1,-1-1 1,1 1-1,-1 0 0,0 0 1,1 0-1,-1-1 1,0 1-1,1 0 1,-1-1-1,0 1 1,-1 0-1,1 0-229,0-1 1,0 1-1,1-1 0,-1 0 0,0 0 0,0 1 0,0-1 0,0 0 1,0 0-1,1 0 0,-1 0 0,0 0 0,0 0 0,0 0 1,0 0-1,0 0 0,0 0 0,-1-1 0,-26-12-6910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3.930"/>
    </inkml:context>
    <inkml:brush xml:id="br0">
      <inkml:brushProperty name="width" value="0.025" units="cm"/>
      <inkml:brushProperty name="height" value="0.025" units="cm"/>
    </inkml:brush>
  </inkml:definitions>
  <inkml:trace contextRef="#ctx0" brushRef="#br0">0 150 11298,'0'-5'4921,"7"1"-3496,8-3-633,14-4 144,9-2-144,4-1-440,8 3-200,1-2-80,4 2-72,6 0-88,1-3-904,96-21-4209</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4.645"/>
    </inkml:context>
    <inkml:brush xml:id="br0">
      <inkml:brushProperty name="width" value="0.025" units="cm"/>
      <inkml:brushProperty name="height" value="0.025" units="cm"/>
    </inkml:brush>
  </inkml:definitions>
  <inkml:trace contextRef="#ctx0" brushRef="#br0">0 62 7362,'0'-1'353,"0"1"1,0-1-1,0 0 1,0 1-1,0-1 1,1 1-1,-1-1 1,0 1-1,0-1 1,0 1-1,1-1 1,-1 1-1,0-1 1,0 1 0,1 0-1,-1-1 1,1 1-1,-1-1 1,0 1-1,1 0 1,-1-1-1,1 1 1,-1 0-1,1-1 1,-1 1-1,1 0 1,0 0-1,19-3 2972,-16 4-3058,0-1 1,0 1 0,0 0-1,0 0 1,0 0 0,0 0 0,6 4-1,-5-1-130,0 1 0,0 0 0,0-1 0,-1 2 0,0-1 0,0 1 0,0-1 0,0 1 0,-1 0 0,0 0 0,-1 0 0,1 1 1,2 10-1,-2-7-114,-1 1 1,0 0 0,0 0 0,-1 0 0,-1 0 0,0 1 0,-2 15 0,-8 6 36,10-32-58,0 0 1,0 0-1,-1 0 1,1 0-1,0 0 0,-1 0 1,1 0-1,-1 0 1,1 0-1,-1 0 0,0 0 1,0 0-1,1 0 1,-1 0-1,0 0 0,0-1 1,0 1-1,0 0 1,1-1-1,-1 1 0,0-1 1,0 1-1,0-1 1,-2 1-1,2-3-19,1 1 1,-1-1-1,0 0 0,1 1 0,-1-1 1,1 0-1,-1 0 0,1 0 0,0 1 1,0-1-1,0 0 0,0 0 0,0 0 1,0 0-1,1 0 0,-1 1 0,1-3 1,0-3-67,0-5 7,1-1 0,1 1-1,0 0 1,1 0 0,0 0 0,1 1 0,0-1 0,0 1 0,2 0-1,-1 1 1,11-13 0,-6 9 59,0 1-1,1 0 1,0 1-1,1 0 1,0 1-1,1 1 1,23-14-1,-36 23 22,-1 1 0,1 0 0,-1 0 0,1 0-1,-1-1 1,1 1 0,-1 0 0,1 0-1,-1 0 1,1 0 0,-1 0 0,1 0 0,-1 0-1,1 0 1,-1 0 0,1 0 0,-1 0-1,1 0 1,-1 0 0,1 1 0,-1-1 0,0 0-1,1 0 1,-1 0 0,1 1 0,-1-1 0,1 0-1,-1 1 1,1-1 0,9 18 113,2 31 111,-10-39-157,1 12 120,-1 0 0,0 0 0,-2-1 0,-1 1 0,0 0 0,-1 0 0,-7 24 0,4-15 44,5-28-335,-2 16 173,3-18-151,-1-1 0,0 1 0,0-1 0,0 1 0,0-1 0,1 1 0,-1-1 0,0 0 0,1 1 0,-1-1 0,0 1 0,1-1 0,-1 0 0,0 1 0,1-1 0,-1 0 0,1 1 0,-1-1 0,0 0 0,1 0 0,-1 1 0,1-1 0,-1 0 0,1 0 0,-1 0 0,1 0 0,-1 0 0,1 0 0,-1 1 0,1-1 0,-1 0 0,1 0 0,0-1 0,-1 1 0,1 0 0,-1 0 0,1 0 0,-1 0 0,1-1 0,38-11-5454</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4.996"/>
    </inkml:context>
    <inkml:brush xml:id="br0">
      <inkml:brushProperty name="width" value="0.025" units="cm"/>
      <inkml:brushProperty name="height" value="0.025" units="cm"/>
    </inkml:brush>
  </inkml:definitions>
  <inkml:trace contextRef="#ctx0" brushRef="#br0">52 1 6513,'0'13'9311,"1"4"-3564,1 18-1854,-1-25-3880,-1 0 0,0 0 0,-1 0 1,0 0-1,-1 0 0,-3 12 0,-3-8-2588,-5 0-5188,-12 4 251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5.235"/>
    </inkml:context>
    <inkml:brush xml:id="br0">
      <inkml:brushProperty name="width" value="0.025" units="cm"/>
      <inkml:brushProperty name="height" value="0.025" units="cm"/>
    </inkml:brush>
  </inkml:definitions>
  <inkml:trace contextRef="#ctx0" brushRef="#br0">10 1 12979,'-5'0'6073,"3"4"-4209,4 1-1551,-2 6-137,0-2-104,0 6-64,-2-4-8,0 7-232,2-2-1257,0 4-2696,4 24-3480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5.681"/>
    </inkml:context>
    <inkml:brush xml:id="br0">
      <inkml:brushProperty name="width" value="0.025" units="cm"/>
      <inkml:brushProperty name="height" value="0.025" units="cm"/>
    </inkml:brush>
  </inkml:definitions>
  <inkml:trace contextRef="#ctx0" brushRef="#br0">139 10 5081,'18'-9'9276,"-13"11"-7215,-8 9 1021,-4-1-2554,0 0 0,-1-1-1,0 0 1,0 0 0,-1-1-1,-1 0 1,-13 10 0,10-9-361,1 1 1,0 0-1,-17 20 1,29-29-173,0-1 0,-1 0 0,1 0 0,0 0 0,0 0 0,0 0 0,0 0 0,0 1 0,0-1 0,0 0 1,0 0-1,0 0 0,0 0 0,0 0 0,0 1 0,0-1 0,0 0 0,0 0 0,0 0 0,0 0 0,0 0 0,0 1 0,0-1 0,0 0 0,0 0 0,0 0 0,0 0 1,0 0-1,0 1 0,0-1 0,0 0 0,0 0 0,0 0 0,0 0 0,0 0 0,0 0 0,1 1 0,-1-1 0,0 0 0,0 0 0,0 0 0,0 0 0,0 0 0,0 0 1,1 0-1,-1 0 0,0 0 0,12 3-66,12-3-5,-18-1 67,3 0-178,1 0-1,-1 0 1,1 1 0,0 0-1,-1 0 1,1 1 0,-1 1-1,13 3 1,-21-5 184,0 0 1,-1 0-1,1 0 1,0 1-1,-1-1 1,1 0-1,0 1 1,-1-1-1,1 0 1,-1 1-1,1-1 1,-1 1-1,1-1 1,-1 1-1,1-1 1,-1 1-1,1-1 1,-1 1-1,1 0 1,-1-1-1,0 1 1,0 0-1,1-1 1,-1 1-1,0 0 1,0-1 0,1 2-1,-2-1 19,1 1 0,0-1 1,0 1-1,-1-1 0,1 0 0,-1 1 1,0-1-1,1 0 0,-1 0 0,0 1 0,1-1 1,-1 0-1,-1 1 0,-38 33 748,33-30-617,-15 12 209,10-8-339,1 0 0,-1 0 0,2 1 0,-1 0 0,1 1 0,-14 20 0,24-31-62,0 0 1,0 0-1,0 0 1,1 0-1,-1 0 1,0 0-1,0 0 1,0 0-1,0 0 0,0 0 1,0 0-1,0 0 1,0 0-1,0 0 1,0 0-1,0 0 1,1 0-1,-1 0 1,0 0-1,0 0 1,0 0-1,0 0 1,0 1-1,0-1 0,0 0 1,0 0-1,0 0 1,0 0-1,0 0 1,0 0-1,0 0 1,0 0-1,0 0 1,0 0-1,0 0 1,0 0-1,0 1 1,0-1-1,1 0 0,-1 0 1,0 0-1,0 0 1,0 0-1,0 0 1,-1 0-1,1 0 1,0 0-1,0 0 1,0 0-1,0 1 1,19-17-5450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6.669"/>
    </inkml:context>
    <inkml:brush xml:id="br0">
      <inkml:brushProperty name="width" value="0.025" units="cm"/>
      <inkml:brushProperty name="height" value="0.025" units="cm"/>
    </inkml:brush>
  </inkml:definitions>
  <inkml:trace contextRef="#ctx0" brushRef="#br0">103 9 7298,'-4'-9'9891,"-5"29"-7305,1-7-2349,1 0 1,0 0-1,1 1 1,1 0-1,0 1 1,1-1-1,1 1 1,-3 17-1,-5 126 179,11-142-310,-9 340 225,9-348-517,0-1 0,0 0 0,-1 0 0,1 1 0,-2-1 0,1 0 1,-1 0-1,0 0 0,-3 8 0,-1 1-1840,7-17 1923,-1 1 0,0 0 0,0 0 0,0 0 0,0 0 0,0 0 0,1 0 0,-1-1 0,0 1 0,0 0 0,0 0 0,1 0 0,-1 0 0,0 0 0,0 0 0,0 0 0,0 0 0,1 0 0,-1 0 1,0 0-1,0 0 0,0 0 0,1 0 0,-1 0 0,0 0 0,0 0 0,0 0 0,1 0 0,-1 0 0,0 0 0,0 0 0,0 1 0,1-1 0,-1 0 0,0 0 0,0 0 0,0 0 0,0 0 0,0 0 0,1 1 0,-1-1 0,0 0 0,0 0 0,0 0 0,0 0 0,0 1 0,0-1 0,0 0 0,0 0 0,0 0 0,1 1 0,-1-1 0,0 0 0,0 0 0,0 0 0,0 1 0,0-1 0,32-28-5426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7.209"/>
    </inkml:context>
    <inkml:brush xml:id="br0">
      <inkml:brushProperty name="width" value="0.025" units="cm"/>
      <inkml:brushProperty name="height" value="0.025" units="cm"/>
    </inkml:brush>
  </inkml:definitions>
  <inkml:trace contextRef="#ctx0" brushRef="#br0">237 36 8258,'1'-2'752,"0"0"0,0 0 1,0 0-1,0-1 0,0 1 1,-1 0-1,1-1 0,-1 1 1,1-4-1,-1 5-668,0 0-1,-1 1 1,1-1 0,-1 1-1,1-1 1,0 1 0,-1-1-1,1 1 1,-1 0 0,1-1-1,-1 1 1,1-1-1,-1 1 1,1 0 0,-1-1-1,1 1 1,-1 0 0,0 0-1,1-1 1,-1 1 0,1 0-1,-1 0 1,0 0 0,1 0-1,-1 0 1,0 0-1,1 0 1,-1 0 0,0 0-1,1 0 1,-1 0 0,1 1-1,-1-1 1,0 0 0,1 0-1,-1 0 1,1 1-1,-1-1 1,0 1 0,-15 5 204,0 0-1,1 1 1,0 1 0,0 1 0,0 0 0,-24 21 0,28-22-152,3-2-89,0 1-1,0-1 1,1 1 0,0 1-1,0-1 1,1 1 0,0 0-1,0 0 1,-4 11 0,9-17-44,0 1 0,0 0 0,0 0 0,0-1 1,0 1-1,1 0 0,-1 0 0,1 0 0,0-1 1,0 1-1,0 0 0,0 0 0,1 0 0,-1 0 0,1 0 1,-1-1-1,1 1 0,0 0 0,0-1 0,1 1 1,-1 0-1,0-1 0,1 1 0,-1-1 0,1 0 1,0 0-1,0 1 0,0-1 0,0 0 0,0-1 0,1 1 1,-1 0-1,0-1 0,1 1 0,3 1 0,-3-1 0,1-1-1,0 1 0,-1-1 0,1 1 1,0-1-1,0 0 0,0-1 1,0 1-1,0-1 0,-1 1 0,1-1 1,0 0-1,0-1 0,0 1 1,0-1-1,0 0 0,0 0 0,0 0 1,-1 0-1,1 0 0,0-1 1,-1 0-1,1 0 0,5-4 0,6-5 1,0-1 0,0-1 0,24-26 0,-18 17 18,-19 20 10,1 0-27,3 10-26,-6-7 25,17 31-29,13 21-372,-3-24-2643,-25-27 2680,-1-1 0,1 0 0,0 1 0,0-1 0,0 0 0,0 0 0,0-1 1,0 1-1,0 0 0,4 0 0,42 1-4631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7.590"/>
    </inkml:context>
    <inkml:brush xml:id="br0">
      <inkml:brushProperty name="width" value="0.025" units="cm"/>
      <inkml:brushProperty name="height" value="0.025" units="cm"/>
    </inkml:brush>
  </inkml:definitions>
  <inkml:trace contextRef="#ctx0" brushRef="#br0">0 197 3697,'1'6'7806,"2"2"-3981,10 18-2892,-6-12 358,2 5-241,-3-8-421,-1 0-1,0 1 1,-1-1-1,0 1 1,0 0 0,2 18-1,-22-64-153,12 18-459,0-1 0,1 1 0,1-1 0,0 1 0,1-1 0,1 0 0,4-32 0,-2 36-350,0 0 0,1 0 0,1 0 0,0 0 0,1 1 0,0 0 0,1 0 0,0 0 0,1 0 0,13-16 0,-19 26 17,11-11-1271,-11 13 1479,-1 0 0,0 0 0,1 0 0,-1-1 0,0 1 0,1 0 0,-1 0 0,0 0 1,1 0-1,-1 0 0,0 0 0,1 0 0,-1 0 0,0 0 0,1 0 0,-1 0 0,1 0 0,-1 0 0,0 0 0,1 0 0,-1 0 0,0 0 0,1 0 0,-1 0 1,0 0-1,1 1 0,-1-1 0,0 0 0,1 0 0,-1 0 0,0 1 0,1-1 0,-1 0 0,0 0 0,0 1 0,1-1 0,-1 0 0,0 1 0,0-1 0,0 0 0,0 1 1,1-1-1,-1 0 0,0 1 0,0-1 0,9 25-5016</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8.372"/>
    </inkml:context>
    <inkml:brush xml:id="br0">
      <inkml:brushProperty name="width" value="0.025" units="cm"/>
      <inkml:brushProperty name="height" value="0.025" units="cm"/>
    </inkml:brush>
  </inkml:definitions>
  <inkml:trace contextRef="#ctx0" brushRef="#br0">185 38 9074,'-6'-5'7524,"-7"6"-4805,-11 5-1566,7 0-887,1 0 1,-20 11-1,33-16-254,-1 1-1,1-1 1,0 1-1,0 0 1,0 0-1,0 1 1,1-1-1,-1 1 1,1-1-1,-1 1 0,1 0 1,0 0-1,0 0 1,0 0-1,0 0 1,1 0-1,-1 1 1,0 4-1,2-6-7,0 1 0,1-1-1,-1 0 1,1 0-1,0 0 1,0 0 0,0 0-1,0 0 1,0 0 0,0 0-1,1 0 1,-1 0 0,0-1-1,1 1 1,0-1-1,-1 1 1,1-1 0,0 1-1,3 1 1,39 22 49,-40-24-53,0 0 0,0 0 0,0 0 0,0 0 0,0-1 0,0 0 1,1 0-1,-1 0 0,0 0 0,0 0 0,0-1 0,0 0 0,0 0 0,0 0 1,0-1-1,0 1 0,0-1 0,0 0 0,-1 0 0,1 0 0,-1 0 0,1-1 1,-1 0-1,0 1 0,4-5 0,3-4 1,-1 0 0,0 0 0,0-1 0,-2 0 0,1 0 0,6-15 0,-3-5-31,-10 31 72,-1-1 1,1 1 0,-1 0 0,0 0 0,0 0 0,1-1-1,-1 1 1,0 0 0,0 0 0,0-1 0,0 1 0,0 0 0,-1 0-1,1-1 1,0 1 0,-1 0 0,1 0 0,0 0 0,-1-1-1,1 1 1,-1 0 0,0 0 0,0-1 0,0 2-8,1 0 0,-1 0-1,1-1 1,-1 1 0,1 0 0,-1 1 0,1-1 0,-1 0 0,1 0-1,-1 0 1,1 0 0,-1 0 0,1 0 0,-1 1 0,1-1 0,0 0-1,-1 0 1,1 1 0,-1-1 0,1 0 0,0 0 0,-1 1 0,1-1-1,0 0 1,-1 1 0,1-1 0,0 1 0,-1-1 0,1 1 0,-11 15 179,10-14-161,-4 7-5,0 0 0,1 0 0,1 0 0,0 1 0,0-1-1,0 1 1,1 0 0,1 0 0,0-1 0,0 1 0,1 11 0,2 15 255,12 61 1,-7-54-84,-4-23-157,3 15 79,-2 1 1,-1 0-1,-2 41 0,-2-67-90,1 0 0,-2 0-1,0 0 1,0 0-1,0-1 1,-1 1-1,-1-1 1,0 0-1,0 0 1,-1 0-1,0 0 1,0-1-1,-1 0 1,0 0-1,0 0 1,-11 8-1,15-13-48,-1-1-1,1 0 1,-1-1-1,0 1 1,0 0-1,0-1 1,0 0-1,0 1 0,0-1 1,0 0-1,0-1 1,0 1-1,0 0 1,-1-1-1,1 0 1,0 0-1,-6 0 0,4-1 4,0 0-1,-1-1 1,1 1-1,0-1 1,0 0-1,1 0 1,-1 0-1,0-1 1,1 0-1,-7-5 1,6 4-2,-1 0 1,1-1-1,0 0 1,1 0-1,-1-1 1,1 1-1,0-1 1,0 0-1,1 0 1,-1 0-1,1 0 1,1-1-1,-1 1 1,1-1-1,0 0 1,1 0-1,-1-9 1,2 13-5,0 0 1,0-1-1,1 1 1,0 0-1,0-1 0,0 1 1,0 0-1,0 0 1,1 0-1,-1 0 1,1 0-1,0 0 1,0 0-1,4-5 1,3-1-2,0 1 0,19-14 0,-21 17-3,-1 0 0,1 0 0,-1 0 0,0-1 0,-1 0 0,8-9 0,-12 13-312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9.439"/>
    </inkml:context>
    <inkml:brush xml:id="br0">
      <inkml:brushProperty name="width" value="0.025" units="cm"/>
      <inkml:brushProperty name="height" value="0.025" units="cm"/>
    </inkml:brush>
  </inkml:definitions>
  <inkml:trace contextRef="#ctx0" brushRef="#br0">1 120 2192,'0'0'2500,"9"-22"7653,-9 24-9823,0 0 0,0-1 0,1 1 0,-1-1 0,1 1 0,-1-1 0,1 1 0,0-1 0,-1 1 0,1-1 0,0 0 0,0 1 0,0-1 0,0 0 0,0 0 0,0 0 1,0 0-1,1 0 0,0 1 0,3 2-51,0-1 1,0 0 0,0-1-1,1 1 1,9 2 0,-8-2-261,0-1 1,0-1-1,1 1 1,-1-1-1,1 0 1,-1-1-1,1 0 0,-1 0 1,15-3-1,-6-1 27,-8 2-35,-1 0 0,1 0 1,-1 0-1,0-1 0,1-1 1,-1 1-1,-1-1 0,1 0 1,11-9-1,-17 12-10,0 1 1,0-1-1,0 0 0,0 0 1,-1 0-1,1 0 0,0 0 1,0 0-1,-1 0 0,1 0 1,0 0-1,-1 0 0,1 0 1,-1 0-1,0 0 0,1 0 0,-1-1 1,0 1-1,0 0 0,0 0 1,0 0-1,1-1 0,-2 1 1,1 0-1,0 0 0,0-1 1,0 1-1,-1 0 0,1 0 1,0 0-1,-1 0 0,1 0 1,-1-1-1,1 1 0,-1 0 1,0 0-1,1 0 0,-1 0 1,0 1-1,0-1 0,0 0 0,0 0 1,0 0-1,0 1 0,0-1 1,0 0-1,0 1 0,-1-1 1,-8-4-4,1 0 0,-1 1 0,0 0 0,-14-3 1,14 4-20,-63-29-291,72 32 311,0 0 0,0 1-1,0-1 1,0 1 0,0-1 0,0 1 0,0-1 0,0 1 0,1 0 0,-1-1 0,0 1 0,0 0 0,0 0 0,1-1 0,-1 1 0,0 0 0,1 0 0,-1 0 0,1 0 0,-1 0 0,1 0 0,0 0 0,-1 0 0,1 0 0,0 2-1,-11 29 66,9-19-42,0 1-1,0 0 1,2 0 0,0 0 0,3 26 0,-2-33 36,0 1 0,1-1-1,0 1 1,0-1 0,0 0 0,1 0 0,1 0-1,-1 0 1,1-1 0,0 1 0,0-1 0,8 9-1,-9-13-7,0 0 0,-1 0-1,1-1 1,0 1 0,0 0-1,0-1 1,0 0 0,1 0-1,-1 0 1,0 0 0,0 0-1,1-1 1,3 1 0,51-2 756,-33 0-503,43-3 4071,-70 4-3749,8 9-13983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5.622"/>
    </inkml:context>
    <inkml:brush xml:id="br0">
      <inkml:brushProperty name="width" value="0.025" units="cm"/>
      <inkml:brushProperty name="height" value="0.025" units="cm"/>
    </inkml:brush>
  </inkml:definitions>
  <inkml:trace contextRef="#ctx0" brushRef="#br0">221 1 9146,'0'0'5353,"-2"0"-3889,2 2-55,0 0-161,0 1-184,2 1 633,-2 0-969,-2 1 32,-5 6-184,-2 0-160,-9 14-80,-4 8-152,-5 3-184,-6 4-72,4 4-1552,-44 41-4874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6.132"/>
    </inkml:context>
    <inkml:brush xml:id="br0">
      <inkml:brushProperty name="width" value="0.025" units="cm"/>
      <inkml:brushProperty name="height" value="0.025" units="cm"/>
    </inkml:brush>
  </inkml:definitions>
  <inkml:trace contextRef="#ctx0" brushRef="#br0">400 0 12475,'-9'14'2194,"1"1"0,-9 21 1,-7 35 632,-5 75-1267,24-120-991,4-16-511,-53 251 920,45-227-1107,-3 0 1,0-1-1,-2 0 0,-1-1 0,-29 43 0,44-75 111,-9 15-1043,-1-2 0,-17 19 0,22-27 44,0-1-1,-1 1 1,1-1 0,-1 0 0,-9 5 0,-43 12-7003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6.704"/>
    </inkml:context>
    <inkml:brush xml:id="br0">
      <inkml:brushProperty name="width" value="0.025" units="cm"/>
      <inkml:brushProperty name="height" value="0.025" units="cm"/>
    </inkml:brush>
  </inkml:definitions>
  <inkml:trace contextRef="#ctx0" brushRef="#br0">0 593 9786,'8'-10'1699,"0"0"0,1 1 1,16-14-1,35-20 956,-25 24-1611,63-25 0,129-31 159,-139 49-998,125-55 1,-193 72-197,0-2 0,-1-1 1,0 0-1,-1-1 1,0-1-1,-1-1 1,-1 0-1,0-1 1,-1-1-1,-1 0 0,-1-1 1,19-32-1,-25 28-2,-7 21-8,0 1 1,0 0-1,0-1 1,0 1 0,0-1-1,0 1 1,-1-1-1,1 1 1,0-1-1,0 1 1,0-1 0,0 1-1,-1 0 1,1-1-1,0 1 1,0-1-1,-1 1 1,1 0 0,0-1-1,0 1 1,-1 0-1,1-1 1,0 1-1,-1 0 1,0-1 0,0 1-7,-1 0 0,0 0 1,0-1-1,0 1 0,1 0 1,-1 1-1,0-1 0,0 0 1,1 0-1,-1 1 1,0-1-1,1 1 0,-1 0 1,0-1-1,1 1 0,-1 0 1,1 0-1,-3 1 1,-13 10-31,0 0 0,1 1 0,0 1 0,1 0 0,-17 22 0,-62 87-135,83-107 153,-16 22 29,3 0-1,1 2 0,-29 70 0,42-82 2,0 0-1,2 1 0,2 0 1,0 0-1,2 1 0,-1 46 1,7-57-11,5-14-25,-5-6 19,0 0 1,0 0 0,0 0 0,0 0 0,0 0 0,-1 0 0,1 0-1,0-1 1,2-2 0,11-8 24,29-24-49,-28 23 15,32-21-1,-48 34 26,1 0 0,-1-1-1,0 1 1,1 0 0,-1 0 0,0 0-1,1 0 1,-1 0 0,0 0-1,1 0 1,-1 0 0,1 0 0,-1 0-1,0 0 1,1 0 0,-1 0 0,0 0-1,1 1 1,-1-1 0,0 0-1,1 0 1,-1 0 0,0 0 0,1 1-1,-1-1 1,0 0 0,0 0 0,1 1-1,-1-1 1,0 0 0,0 0-1,1 1 1,-1-1 0,0 0 0,0 1-1,0-1 1,0 0 0,1 1 0,-1-1-1,0 0 1,0 1 0,0-1-1,0 0 1,0 1 0,0-1 0,0 1-1,6 30 278,-6-25-275,1-1 1,0 1-1,0-1 1,0 1-1,5 9 1,16 9-1333,-1-15-5786,7-7 1341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7.151"/>
    </inkml:context>
    <inkml:brush xml:id="br0">
      <inkml:brushProperty name="width" value="0.025" units="cm"/>
      <inkml:brushProperty name="height" value="0.025" units="cm"/>
    </inkml:brush>
  </inkml:definitions>
  <inkml:trace contextRef="#ctx0" brushRef="#br0">34 1 5401,'3'4'5338,"12"15"-2707,-11-17-2236,0 1 0,0-1 0,0 0 0,1 0 0,-1-1 0,0 1 0,1-1 0,-1 0 0,1 0 0,0 0 0,-1-1 0,9 0 0,0-1 15,0-1 1,0 0-1,14-5 1,-11 3-504,-6 2 162,-15 3 126,-21 2-59,20-3-46,0 0 1,1 0-1,-1 1 1,0 0-1,0 0 1,1 0-1,-1 1 1,1 0-1,-1 0 1,1 0 0,0 1-1,-1 0 1,2 0-1,-1 0 1,0 0-1,0 1 1,1 0-1,0 0 1,0 0-1,-6 8 1,1 0 54,1 0 1,0 0 0,1 1-1,0 1 1,1-1-1,1 1 1,-5 16 0,9-28-146,0 1 1,1-1 0,-1 1-1,1-1 1,0 1-1,0-1 1,-1 1 0,2-1-1,-1 1 1,0-1 0,0 1-1,2 3 1,-2-5 6,1 0 0,-1 0 0,1 1 0,0-1 0,-1 0 0,1 0 0,0 0 1,0 0-1,0 0 0,0 0 0,0-1 0,0 1 0,0 0 0,0 0 0,0-1 0,0 1 0,0-1 0,3 2 0,1-1-230,0-1-1,0 1 0,0-1 0,0 0 0,0 0 0,0-1 0,0 1 0,0-1 0,0 0 0,0 0 0,0-1 0,0 0 0,5-2 0,63-29-4940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7.644"/>
    </inkml:context>
    <inkml:brush xml:id="br0">
      <inkml:brushProperty name="width" value="0.025" units="cm"/>
      <inkml:brushProperty name="height" value="0.025" units="cm"/>
    </inkml:brush>
  </inkml:definitions>
  <inkml:trace contextRef="#ctx0" brushRef="#br0">0 58 9098,'24'1'7177,"-19"-1"-6773,0 1 0,0-1 0,0 1-1,0 0 1,0 0 0,0 1 0,0-1 0,0 1 0,7 4 0,-10-4-262,1 0 1,-1 0 0,0 1 0,0-1-1,0 0 1,-1 1 0,1-1 0,0 1-1,-1 0 1,0-1 0,0 1 0,0 0-1,0 0 1,0 0 0,0 0 0,-1 0-1,1 0 1,-1 0 0,0 6 0,-1 2-44,0 1 0,-1 0 0,-6 20 1,5-20-38,8-25-159,0 0 0,0 1 0,1 0 0,1 0 1,0 1-1,1-1 0,12-13 0,72-75-679,-92 100 778,0 0 0,0 0 0,0 0 1,0-1-1,0 1 0,1 0 0,-1 0 0,0 0 1,0 0-1,0 0 0,1 0 0,-1 0 0,0 0 1,0-1-1,0 1 0,0 0 0,1 0 0,-1 0 1,0 0-1,0 0 0,0 0 0,1 0 0,-1 0 1,0 0-1,0 0 0,0 0 0,1 1 1,-1-1-1,0 0 0,0 0 0,0 0 0,1 0 1,-1 0-1,0 0 0,0 0 0,0 0 0,0 0 1,1 1-1,-1-1 0,0 0 0,0 0 0,0 0 1,0 0-1,0 1 0,1-1 0,4 14 247,1 14 353,-4-4-451,2 0 0,1 0 0,11 32 0,-11-50-5244,3-11-7790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9.161"/>
    </inkml:context>
    <inkml:brush xml:id="br0">
      <inkml:brushProperty name="width" value="0.025" units="cm"/>
      <inkml:brushProperty name="height" value="0.025" units="cm"/>
    </inkml:brush>
  </inkml:definitions>
  <inkml:trace contextRef="#ctx0" brushRef="#br0">1 69 696,'11'8'10565,"1"-4"-7032,-10-4-3289,0 1 1,0-1-1,0 1 1,0 0-1,0 0 1,0 0 0,0 0-1,-1 0 1,1 0-1,0 0 1,0 1-1,-1-1 1,3 3-1,5 9 877,0 0-1,12 27 1,-16-30-1059,0 1 0,-1 1-1,-1-1 1,0 0 0,0 1 0,-1 0 0,0 0 0,-1-1 0,-1 1-1,0 0 1,0 0 0,-1 0 0,-3 14 0,2-22 27,0 1 1,1 0-1,-2 0 1,1-1 0,0 0-1,-1 1 1,0-1-1,-3 4 1,4-5-82,0-1 1,1-1 0,-1 1-1,0 0 1,0 0 0,0-1-1,0 1 1,-1-1 0,1 1-1,0-1 1,0 0-1,-1 0 1,1 0 0,-1 0-1,1 0 1,-1-1 0,-3 1-1,5-1-8,1-1 0,-1 1 0,0-1 0,1 1 0,-1-1-1,0 1 1,1-1 0,-1 1 0,1-1 0,-1 1 0,1-1 0,-1 0-1,1 0 1,0 1 0,-1-1 0,1 0 0,0 1 0,-1-1 0,1 0-1,0 0 1,0 0 0,0 1 0,0-1 0,0 0 0,0 0-1,0 1 1,0-1 0,0 0 0,0 0 0,0 0 0,0 1 0,1-3-1,4-29-27,2 10 30,0 0 0,1 1 0,2 0 0,0 0 0,19-28 0,74-91-63,-97 133 48,20-24-118,-24 30 123,-1-1 0,1 0 0,-1 1 0,1-1 0,0 1 1,0 0-1,-1 0 0,1 0 0,0 0 0,0 0 0,0 0 0,0 0 0,5-1 0,-1 2 8,1 1-1,0-1 1,-1 1-1,1 0 1,-1 1 0,1-1-1,-1 1 1,9 4 0,-12-4 4,-1-1 1,1 0-1,-1 1 1,0-1-1,1 1 1,-1 0 0,0 0-1,0 0 1,0 0-1,-1 0 1,1 0 0,0 1-1,-1-1 1,1 0-1,-1 1 1,0-1-1,0 1 1,0 0 0,0-1-1,-1 1 1,2 5-1,-1-1 11,2 20 142,-1 0-1,0 0 0,-4 33 0,-1-46 144,-1 1 0,0-1 0,-1 0 0,-1 0 0,-9 17 0,8-17-147,0 1 0,1 1 0,-6 19 0,13-33-105,-1 1 0,1 0 1,-1-1-1,1 1 1,0-1-1,0 1 0,0-1 1,0 1-1,1-1 0,-1 0 1,1 0-1,-1 1 1,1-1-1,2 2 0,9 15 31,-13-19-87,0 0 0,0 0 0,0 0 1,0 0-1,0 0 0,0 0 0,1 0 1,-1 1-1,0-1 0,0 0 0,0 0 1,0 0-1,0 0 0,1 0 0,-1 0 0,0 0 1,0 0-1,0 0 0,0 0 0,0 0 1,1 0-1,-1 0 0,0 0 0,0 0 0,0 0 1,0 0-1,1 0 0,-1 0 0,0 0 1,0 0-1,0 0 0,0 0 0,0 0 1,1-1-1,-1 1 0,0 0 0,0 0 0,0 0 1,0 0-1,0 0 0,0 0 0,1 0 1,-1-1-1,0 1 0,0 0 0,0 0 1,0 0-1,0 0 0,0 0 0,0-1 0,0 1 1,0 0-1,0 0 0,0 0 0,0 0 1,0 0-1,0-1 0,0 1 0,5-11-717,-4 10 538,9-25-2639,8-38-2923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0.081"/>
    </inkml:context>
    <inkml:brush xml:id="br0">
      <inkml:brushProperty name="width" value="0.025" units="cm"/>
      <inkml:brushProperty name="height" value="0.025" units="cm"/>
    </inkml:brush>
  </inkml:definitions>
  <inkml:trace contextRef="#ctx0" brushRef="#br0">0 29 5361,'2'-2'10959,"3"0"-6757,30-15-3964,24 10 302,-56 7-526,0 0 0,0-1 0,-1 2 0,1-1 0,0 0 0,0 0 0,0 1 0,-1-1-1,1 1 1,0 0 0,-1 0 0,1 0 0,-1 0 0,1 1 0,-1-1 0,0 1 0,1-1 0,2 3 0,-5-2-7,1 0 1,0 0-1,-1 0 0,1 0 1,-1 0-1,0 0 1,0 0-1,0 0 1,0 0-1,0 0 1,0 0-1,0 0 0,-1 0 1,1 0-1,-1 0 1,1 0-1,-1 0 1,0 0-1,0-1 1,0 1-1,0 0 0,-2 2 1,-30 42 38,27-39-33,3-4-12,-6 9 13,0 0 0,-15 25 1,23-33-13,-1-1 0,0 0 0,1 1 0,0 0 0,0-1 0,0 1 0,0 0 1,1-1-1,-1 1 0,1 0 0,0 0 0,0 0 0,0-1 0,1 1 0,-1 0 0,1 0 1,1 3-1,-1-5 8,0-1 0,0 0 0,0 1 1,0-1-1,1 0 0,-1 0 0,0 0 0,0 0 1,1 0-1,-1 0 0,1 0 0,-1-1 1,1 1-1,-1 0 0,1-1 0,-1 0 0,1 1 1,0-1-1,-1 0 0,1 1 0,0-1 1,-1 0-1,1 0 0,0 0 0,-1-1 0,1 1 1,0 0-1,-1-1 0,3 0 0,50-14 353,-49 12-229,1 1 0,-1-1-1,1 1 1,0 1 0,0-1-1,0 1 1,0 0 0,0 1-1,0-1 1,0 1 0,0 0-1,0 1 1,0-1 0,0 1 0,11 4-1,-15-5 11,0 1 0,0-1-1,-1 0 1,1 0 0,0 0-1,0 0 1,0 0 0,0 0-1,0 0 1,0-1 0,2 0-1,-4 1 164,-17 11-1228,-14 13-5035,2 0-136</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1.320"/>
    </inkml:context>
    <inkml:brush xml:id="br0">
      <inkml:brushProperty name="width" value="0.025" units="cm"/>
      <inkml:brushProperty name="height" value="0.025" units="cm"/>
    </inkml:brush>
  </inkml:definitions>
  <inkml:trace contextRef="#ctx0" brushRef="#br0">69 1 4073,'0'0'7722,"1"3"-3091,2 14-3469,-6-2-504,0 0-1,-1 0 1,-1-1 0,-12 26-1,9-23-615,1 1 0,-5 20 0,4-9-198,6-24-3778,-2-18-1304</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1.525"/>
    </inkml:context>
    <inkml:brush xml:id="br0">
      <inkml:brushProperty name="width" value="0.025" units="cm"/>
      <inkml:brushProperty name="height" value="0.025" units="cm"/>
    </inkml:brush>
  </inkml:definitions>
  <inkml:trace contextRef="#ctx0" brushRef="#br0">0 1 11466,'0'0'4065,"0"2"-1896,2 7-1833,-2 0-144,3 4-32,-1 0-160,5 5-40,-3-4-1184,16 19-3497</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1.923"/>
    </inkml:context>
    <inkml:brush xml:id="br0">
      <inkml:brushProperty name="width" value="0.025" units="cm"/>
      <inkml:brushProperty name="height" value="0.025" units="cm"/>
    </inkml:brush>
  </inkml:definitions>
  <inkml:trace contextRef="#ctx0" brushRef="#br0">136 1 9322,'-1'0'7100,"-1"-1"-3477,-18 3-2821,12 1-756,-42 17 161,47-18-200,0-1-1,1 1 1,-1 0-1,1-1 0,-1 1 1,1 0-1,-1 1 1,1-1-1,0 0 1,0 1-1,0-1 0,1 1 1,-1-1-1,-2 6 1,4-7-9,0 0 0,0 0 0,0-1 1,0 1-1,0 0 0,0 0 0,0 0 1,1 0-1,-1 0 0,0 0 0,0-1 1,1 1-1,-1 0 0,0 0 1,1 0-1,-1-1 0,1 1 0,-1 0 1,1-1-1,0 1 0,-1 0 0,1-1 1,0 1-1,-1-1 0,1 1 1,0-1-1,1 1 0,27 15-68,-21-12 61,-4-2 8,8 3-4,-1 1 0,0 1 0,-1 0 0,17 13 0,-25-18 5,0-1 0,0 0 0,-1 1 1,1 0-1,-1-1 0,0 1 0,1 0 1,-1 0-1,0 0 0,0-1 0,0 1 0,0 0 1,0 1-1,-1-1 0,1 0 0,-1 0 1,1 0-1,-1 0 0,0 0 0,0 1 1,0-1-1,0 0 0,0 0 0,0 0 1,0 1-1,-1-1 0,1 0 0,-1 0 1,0 0-1,0 0 0,0 0 0,0 0 0,0 0 1,0 0-1,-2 2 0,0 0 10,0-1-1,0 0 1,-1 0 0,1-1-1,-1 1 1,1-1 0,-1 1-1,0-1 1,0 0 0,0-1-1,-8 3 1,-52 10 83,36-8-62,19 0-242,9-6 148,0 0-1,0 1 0,0-1 0,0 0 0,0 0 0,0 1 0,0-1 0,0 0 0,0 0 0,0 1 0,0-1 0,0 0 0,0 0 0,0 1 0,1-1 0,-1 0 1,0 0-1,0 1 0,0-1 0,0 0 0,0 0 0,1 0 0,-1 1 0,0-1 0,0 0 0,1 0 0,-1 0 0,0 0 0,0 1 0,0-1 0,1 0 1,-1 0-1,0 0 0,0 0 0,1 0 0,-1 0 0,0 0 0,1 0 0,-1 0 0,0 0 0,0 0 0,1 0 0,-1 0 0,0 0 0,0 0 0,1 0 0,-1 0 1,0 0-1,0 0 0,1 0 0,-1-1 0,33 2-4889</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2.239"/>
    </inkml:context>
    <inkml:brush xml:id="br0">
      <inkml:brushProperty name="width" value="0.025" units="cm"/>
      <inkml:brushProperty name="height" value="0.025" units="cm"/>
    </inkml:brush>
  </inkml:definitions>
  <inkml:trace contextRef="#ctx0" brushRef="#br0">275 1 8642,'0'6'8587,"-3"25"-5757,-6 12-733,-1 0 0,-22 57 1,-1 4-1438,18-44-738,-16 51 468,27-97-842,-1-1 0,-1 0 0,0 0 1,-1-1-1,-15 21 0,21-32 311,-1 2-395,1-1 0,-1 0-1,0 1 1,0-1 0,0 0-1,-1 0 1,1 0 0,0 0-1,-1-1 1,1 1 0,-1-1 0,0 1-1,1-1 1,-1 0 0,0 0-1,-4 1 1,-40 0-7921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2.856"/>
    </inkml:context>
    <inkml:brush xml:id="br0">
      <inkml:brushProperty name="width" value="0.025" units="cm"/>
      <inkml:brushProperty name="height" value="0.025" units="cm"/>
    </inkml:brush>
  </inkml:definitions>
  <inkml:trace contextRef="#ctx0" brushRef="#br0">1 387 9970,'58'-16'5094,"27"-14"-3393,-21 8-527,-16 5-237,0-1 0,84-47 1,-113 54-757,-1-1 0,0-1 0,-1 0 0,0-2 1,-1 1-1,-1-2 0,0 0 0,-1-1 0,15-24 0,-26 36-117,1-1 1,-1 0-1,0 1 0,-1-1 0,3-11 1,-5 17-56,0 0 0,0-1 0,0 1 0,-1 0 0,1-1 0,0 1 0,0-1 0,-1 1 0,1 0 0,0 0 0,-1-1 0,1 1 0,0 0 0,-1 0 0,1-1 0,0 1 0,-1 0 0,1 0 0,-1 0 0,1-1 0,0 1 0,-1 0 0,1 0 0,-1 0 0,1 0 0,-1 0 0,1 0 0,0 0 1,-1 0-1,1 0 0,-1 0 0,1 0 0,-1 0 0,1 1 0,0-1 0,-1 0 0,1 0 0,-1 0 0,1 1 0,-21 4 48,-14 13-35,1 1 0,0 2 0,-53 44 0,65-49-14,10-6 7,0 0-1,0 0 1,1 1-1,1 1 1,0 0-1,1 0 1,0 1-1,1 0 1,0 0-1,1 1 1,0 0-1,2 0 1,-1 1-1,2 0 1,0 0-1,1 0 0,0 0 1,1 0-1,1 1 1,0 23-1,1-28-4,0-3-9,0-1 1,0 1-1,1-1 1,1 10-1,-1-15 5,-1 0 0,1-1 0,0 1-1,-1 0 1,1 0 0,0-1 0,0 1 0,0 0 0,0-1 0,0 1 0,0-1 0,1 0 0,-1 1-1,0-1 1,1 0 0,-1 0 0,1 1 0,-1-1 0,1-1 0,0 1 0,0 0 0,1 1-1,3-3-2,-1 1 0,1-1 0,-1 0 0,1-1 0,-1 1 0,0-1 0,10-4 0,-7 2-1,1-1-1,-1 1 0,0-1 1,0-1-1,8-7 0,-16 14-1,0-1-1,-1 0 0,1 1 1,0-1-1,0 1 0,0-1 0,0 1 1,-1-1-1,1 1 0,0-1 0,0 1 1,0-1-1,0 1 0,0-1 1,0 1-1,0-1 0,0 1 0,0-1 1,0 1-1,1-1 0,-1 1 0,0-1 1,0 1-1,0-1 0,1 0 1,-1 1-1,0-1 0,1 1 0,14 18 71,20 10-689,-33-28 200,0 0 1,0 0 0,1 0-1,-1 0 1,0 0 0,1 0-1,-1-1 1,0 1 0,1-1 0,-1 0-1,4 0 1,31-1-4955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3.281"/>
    </inkml:context>
    <inkml:brush xml:id="br0">
      <inkml:brushProperty name="width" value="0.025" units="cm"/>
      <inkml:brushProperty name="height" value="0.025" units="cm"/>
    </inkml:brush>
  </inkml:definitions>
  <inkml:trace contextRef="#ctx0" brushRef="#br0">1 39 6241,'17'20'8096,"8"-5"-4441,30 2-941,-50-16-2225,-2 0-468,0-1 0,0 0-1,-1 0 1,1 0 0,0 0 0,0 0-1,0-1 1,-1 0 0,1 1 0,0-1-1,0 0 1,-1 0 0,1 0 0,-1-1-1,1 1 1,-1 0 0,0-1 0,1 0-1,2-2 1,-4 3-18,0 0 0,0 0-1,0 0 1,0 0 0,0-1 0,0 1-1,0 0 1,0 0 0,-1 0 0,1-1-1,0 1 1,-1 0 0,1-1 0,-1 1 0,0 0-1,1-1 1,-1 1 0,0-1 0,0 1-1,0-1 1,0 1 0,0-1 0,0 1-1,0 0 1,-1-1 0,1 1 0,0-1 0,-1 1-1,1 0 1,-1-1 0,1 1 0,-1 0-1,0-1 1,0 1 0,1 0 0,-1 0-1,0 0 1,-2-2 0,2 1 20,-1 1 0,1-1 0,-1 0 0,1 1-1,-1-1 1,0 1 0,0-1 0,0 1 0,0 0 0,0 0 0,0 0 0,0 0 0,0 0-1,0 0 1,0 1 0,-1-1 0,1 1 0,0-1 0,0 1 0,-1 0 0,1 0 0,0 0 0,-1 0-1,1 0 1,0 1 0,0-1 0,-1 1 0,1-1 0,0 1 0,0 0 0,0 0 0,0 0-1,0 0 1,0 0 0,-3 3 0,-3-1 66,0 2 1,1-1-1,-1 1 0,1 1 1,1-1-1,-1 1 0,1 0 0,-9 11 1,13-15-67,1 0-1,0-1 1,0 1 0,0 0 0,0 0 0,1 0 0,-1 0 0,0 0 0,1 0-1,0 0 1,-1 0 0,1 0 0,0 0 0,0 0 0,0 0 0,0 0 0,1 3-1,-1-3-4,1 1 0,1-1-1,-1 0 1,0 0-1,1 1 1,-1-1-1,1 0 1,-1 0-1,1 0 1,0-1-1,0 1 1,0 0-1,0-1 1,0 1 0,0-1-1,1 1 1,2 0-1,3 2-200,0-1 0,0 0 0,0-1 0,0 0 0,0 0-1,1-1 1,-1 0 0,0 0 0,1-1 0,-1 0 0,1-1 0,15-2 0,37-7-4794</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8.737"/>
    </inkml:context>
    <inkml:brush xml:id="br0">
      <inkml:brushProperty name="width" value="0.025" units="cm"/>
      <inkml:brushProperty name="height" value="0.025" units="cm"/>
    </inkml:brush>
  </inkml:definitions>
  <inkml:trace contextRef="#ctx0" brushRef="#br0">219 0 7042,'-2'3'7054,"-3"9"-5020,-4 12-922,1 2 0,1-1 0,2 1 0,-5 48 0,-9 42-50,4-64-860,-29 69 0,12-49-2632,1-19-4761,0-2 4442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9.071"/>
    </inkml:context>
    <inkml:brush xml:id="br0">
      <inkml:brushProperty name="width" value="0.025" units="cm"/>
      <inkml:brushProperty name="height" value="0.025" units="cm"/>
    </inkml:brush>
  </inkml:definitions>
  <inkml:trace contextRef="#ctx0" brushRef="#br0">0 17 7250,'3'1'7252,"13"5"-5168,-8-4-1619,0 0 0,0 0 0,0-1 0,0 0 0,0-1 0,0 0 0,12-1 0,59-11 514,-48 7-554,-19 3-350,73-9 408,-75 10-447,-1 1-1,0 0 1,0 1-1,1 0 1,-1 0-1,17 5 1,6 15-5695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9.485"/>
    </inkml:context>
    <inkml:brush xml:id="br0">
      <inkml:brushProperty name="width" value="0.025" units="cm"/>
      <inkml:brushProperty name="height" value="0.025" units="cm"/>
    </inkml:brush>
  </inkml:definitions>
  <inkml:trace contextRef="#ctx0" brushRef="#br0">1 177 8138,'3'2'648,"0"0"-1,0 0 1,0-1 0,0 0 0,1 1 0,-1-1 0,0 0 0,1 0 0,-1-1 0,1 1-1,3-1 1,42 1 1800,-41-2-2323,1-1-1,-1-1 1,1 1 0,-1-1-1,0-1 1,0 0-1,0 0 1,10-6 0,-13 7-110,-1-1 0,1 1 0,-1 0 0,1-1 0,-1 0 0,-1 0 0,1 0 1,0-1-1,-1 1 0,0-1 0,0 0 0,0 0 0,-1 0 0,3-6 0,-5 8-1,1 0 1,-1 0-1,0 0 0,0-1 0,0 1 0,0 0 0,0 0 1,-1 0-1,1-1 0,-1 1 0,0 0 0,0 0 0,0 0 1,0 0-1,-1 0 0,1 0 0,-1 1 0,0-1 1,1 0-1,-1 1 0,-1-1 0,1 1 0,0 0 0,-1 0 1,1 0-1,-1 0 0,1 0 0,-1 0 0,0 1 0,0-1 1,0 1-1,0 0 0,0 0 0,0 0 0,0 0 0,0 0 1,0 1-1,0-1 0,-1 1 0,1 0 0,0 0 0,-4 1 1,-3 1 47,0 1 0,1 0 1,0 0-1,0 1 1,0 1-1,-13 7 0,17-9-42,0 1 0,0 0 0,0 0 0,0 0 0,1 0 0,0 1 0,0-1 0,0 1 0,0 0 0,1 1 0,-5 8 0,7-10 10,0-1 0,1 1 1,-1-1-1,1 1 0,0-1 1,0 1-1,0 0 0,1-1 1,-1 1-1,1-1 0,0 1 1,0-1-1,0 1 0,0-1 1,1 0-1,0 0 0,-1 1 0,4 3 1,1 3 15,1-1 0,0 1 0,1-1 0,9 9 1,-12-13-241,-1-1 0,1 0 0,0 0 1,1-1-1,-1 1 0,1-1 1,-1 0-1,1 0 0,0-1 0,0 0 1,0 0-1,0 0 0,0-1 0,12 2 1,61 11-4843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9.835"/>
    </inkml:context>
    <inkml:brush xml:id="br0">
      <inkml:brushProperty name="width" value="0.025" units="cm"/>
      <inkml:brushProperty name="height" value="0.025" units="cm"/>
    </inkml:brush>
  </inkml:definitions>
  <inkml:trace contextRef="#ctx0" brushRef="#br0">18 192 9042,'0'3'842,"-1"-1"0,0 0 1,1 0-1,-1 1 0,1-1 0,0 1 1,-1-1-1,1 0 0,0 1 0,1 2 1,11 47 761,-7-33 24,-1-5-851,-3-12-635,0 1 1,0-1 0,0 1 0,-1-1 0,1 1 0,-1-1 0,1 1 0,-1-1 0,0 1 0,0-1 0,0 1 0,0 0 0,-2 3 0,-17-26 1229,15 14-1377,1 0-1,1-1 0,-1 0 1,1 1-1,0-1 0,0 0 1,1 0-1,0 0 0,1 0 1,-1 0-1,1 0 0,0 0 0,1 0 1,0 0-1,0 0 0,0 0 1,3-7-1,6-16-34,0 0-1,21-40 1,-25 56 5,-3 8-245,0 0 0,0 0 1,1 0-1,-1 1 0,1-1 1,7-7-1,-11 13 263,5-3-2891,1 14-1773,8 23-3232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50.534"/>
    </inkml:context>
    <inkml:brush xml:id="br0">
      <inkml:brushProperty name="width" value="0.025" units="cm"/>
      <inkml:brushProperty name="height" value="0.025" units="cm"/>
    </inkml:brush>
  </inkml:definitions>
  <inkml:trace contextRef="#ctx0" brushRef="#br0">1 112 8426,'0'-2'775,"1"0"1,0 0 0,0 0 0,0 0-1,0 1 1,1-1 0,-1 0-1,0 0 1,1 1 0,-1-1-1,4-2 1,-3 3-419,1-1-1,-1 1 1,0 0-1,1 0 1,-1 0-1,0 0 0,1 0 1,-1 0-1,5 0 1,-5 0-262,0 1-1,0 0 1,0 0 0,0 0 0,0 0-1,0 0 1,0 0 0,0 1 0,0-1-1,0 1 1,-1-1 0,1 1 0,0 0-1,0 0 1,0 0 0,-1 0 0,1 0-1,0 0 1,-1 0 0,1 0 0,-1 1-1,1-1 1,-1 1 0,0-1 0,1 1-1,-1-1 1,0 1 0,1 2-1,1 6 35,1-1-1,-2 1 1,0 0-1,0 0 0,0-1 1,-1 1-1,-1 0 1,0 1-1,0-1 0,-1 0 1,0-1-1,-1 1 0,0 0 1,-5 15-1,7-24-127,0-1-1,0 0 1,0 1-1,-1-1 1,1 0-1,0 1 1,0-1-1,0 0 1,0 1 0,0-1-1,0 0 1,-1 1-1,1-1 1,0 0-1,0 1 1,0-1-1,-1 0 1,1 0-1,0 1 1,0-1-1,-1 0 1,1 0 0,0 0-1,0 1 1,-1-1-1,1 0 1,0 0-1,-1 0 1,1 0-1,0 0 1,-1 1-1,-6-10-153,1-20-204,8 22 319,-1 0 1,1 0-1,0 0 1,1 1-1,0-1 1,0 0-1,0 1 1,1 0-1,-1 0 0,2 0 1,-1 0-1,9-8 1,2-1 17,0 2 0,0 0 1,22-13-1,-36 26 26,0 0 0,1 0 1,-1 0-1,0 0 0,0 0 0,0 1 0,0-1 0,0 0 1,0 1-1,0-1 0,0 1 0,0-1 0,0 1 1,0-1-1,0 1 0,0 0 0,0-1 0,-1 1 1,1 0-1,0 0 0,-1 0 0,1 0 0,0-1 0,-1 1 1,1 0-1,-1 0 0,1 0 0,0 2 0,17 33 143,-15-27-93,-1 1-1,0 0 0,-1 0 1,1 16-1,0-30-61,-1 0 0,1 1-1,-1-1 1,1 0-1,0 1 1,0-1-1,1 1 1,-1-1-1,1 1 1,0 0-1,0 0 1,0 0 0,0 1-1,6-5 1,56-39-324,-23 24 186,1 1 1,1 2 0,46-13-1,-89 32 153,-1 0-1,0 0 1,0 0 0,1 0-1,-1-1 1,0 1-1,1 0 1,-1 0-1,0 0 1,1 0 0,-1 0-1,0 0 1,1 0-1,-1 0 1,0 0-1,1 0 1,-1 0 0,0 0-1,1 0 1,-1 0-1,0 0 1,1 1-1,-1-1 1,0 0 0,1 0-1,-1 0 1,0 0-1,0 0 1,1 1 0,-1-1-1,-2 11 211,-19 22 119,11-18-170,5-3-10,0 0 1,1 1-1,0-1 0,-3 20 0,6-27-146,0-1 1,0 1-1,0 0 0,1-1 1,-1 1-1,1 0 0,0 0 1,1 0-1,-1 0 0,1-1 1,2 8-1,-11-14-3129,-20-4-3321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4.633"/>
    </inkml:context>
    <inkml:brush xml:id="br0">
      <inkml:brushProperty name="width" value="0.025" units="cm"/>
      <inkml:brushProperty name="height" value="0.025" units="cm"/>
    </inkml:brush>
  </inkml:definitions>
  <inkml:trace contextRef="#ctx0" brushRef="#br0">264 518 8698,'11'-6'4444,"-1"0"-1599,-10 6-2759,0-1 0,-1 1 1,1 0-1,0-1 0,-1 1 1,1 0-1,0-1 0,-1 1 1,1 0-1,0 0 1,-1-1-1,1 1 0,-1 0 1,1 0-1,-1 0 0,1 0 1,-1-1-1,1 1 0,0 0 1,-1 0-1,1 0 0,-1 0 1,1 0-1,-1 0 1,1 0-1,-1 0 0,1 0 1,-1 0-1,0 1 0,-11-3 82,-1 2 0,0-1-1,0 1 1,1 1-1,-1 1 1,0 0 0,-13 4-1,17-3-169,0 0 0,1 1-1,-1 0 1,1 0 0,0 1-1,0 0 1,1 1-1,0 0 1,0 0 0,-10 11-1,7-6 10,1 0-1,-13 22 1,19-29 0,1 1 0,-1-1 0,1 1 0,0 0 0,1-1 0,-1 1-1,1 0 1,0 0 0,0 0 0,1 0 0,-1 5 0,1-8-4,0 0-1,1-1 1,-1 1 0,0 0-1,1-1 1,-1 1 0,1 0-1,0-1 1,-1 1 0,1-1-1,0 1 1,0-1 0,0 0-1,0 1 1,0-1 0,0 0-1,0 0 1,1 0 0,-1 0-1,0 0 1,1 0 0,-1 0-1,1 0 1,-1 0 0,1-1-1,-1 1 1,1 0 0,0-1-1,-1 1 1,1-1 0,0 0-1,-1 0 1,1 0 0,0 0-1,-1 0 1,1 0 0,0 0-1,2-1 1,4 0 18,-1 0 0,1 0 0,-1-1 1,0 0-1,0 0 0,0-1 0,9-5 0,7-7-29,0-2 0,-1 0 0,30-32 0,-20 18-12,33-29-21,124-119-1296,-141 129-9,71-96-1,-111 135 1187,31-47-424,-37 53 572,1 1 0,-1-1 0,0 1 0,0-1-1,0 0 1,-1 1 0,0-1 0,0 0 0,0 0-1,0-7 1,-1 11 28,0 1 0,0-1 0,0 1 0,0-1 0,0 1 0,0-1 0,0 1 0,0-1 0,0 1 0,0-1 0,-1 1 0,1-1 0,0 1 0,0-1 0,-1 1 0,1-1 0,0 1 0,0 0-1,-1-1 1,1 1 0,0 0 0,-1-1 0,1 1 0,-1 0 0,1-1 0,0 1 0,-1 0 0,1 0 0,-1-1 0,1 1 0,-1 0 0,1 0 0,-2 0 0,-17 6 329,-13 19 76,-6 23 72,3 2 0,1 1 0,3 2 0,3 0 0,1 2 0,-29 91 0,47-117-422,-9 42-1,16-61-78,1 0-1,0-1 0,0 1 0,1 0 1,0 0-1,1 0 0,0-1 0,4 15 1,-4-21-41,-1-2-41,0 0-1,0 0 0,1 0 1,-1 0-1,0 0 1,1 0-1,-1 0 1,1 0-1,-1 0 1,1 0-1,-1 0 1,1 0-1,0-1 0,-1 1 1,1 0-1,0 0 1,0-1-1,0 1 1,0 0-1,-1-1 1,1 1-1,0-1 1,0 1-1,0-1 0,0 0 1,0 1-1,0-1 1,0 0-1,0 0 1,0 0-1,2 1 1,45 0-4835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4.952"/>
    </inkml:context>
    <inkml:brush xml:id="br0">
      <inkml:brushProperty name="width" value="0.025" units="cm"/>
      <inkml:brushProperty name="height" value="0.025" units="cm"/>
    </inkml:brush>
  </inkml:definitions>
  <inkml:trace contextRef="#ctx0" brushRef="#br0">129 11 8250,'-3'0'859,"0"1"1,0-1-1,0 1 1,0-1-1,1 1 1,-1 0-1,0 0 1,1 0-1,-5 3 1,-23 18 1509,19-10-1997,1 0-1,-13 19 0,20-27-333,0 0-1,1 0 1,0 0-1,-1 1 1,1-1-1,1 0 1,-1 1-1,1 0 1,0-1-1,0 1 1,0 0-1,1-1 1,-1 1-1,1 0 1,0 0-1,1 0 1,-1-1-1,1 1 1,0 0-1,0-1 1,0 1-1,1-1 0,0 1 1,0-1-1,0 1 1,0-1-1,0 0 1,1 0-1,0 0 1,0-1-1,0 1 1,0 0-1,1-1 1,0 0-1,-1 0 1,7 4-1,-8-6-13,-1 0-1,1 0 1,0 0-1,0 0 1,0 0-1,0 0 1,0 0-1,0 0 1,0-1-1,0 1 1,0-1-1,0 1 1,0-1-1,0 0 1,0 0-1,0 0 0,1 0 1,-1 0-1,0-1 1,0 1-1,0 0 1,0-1-1,0 0 1,0 1-1,0-1 1,0 0-1,0 0 1,0 0-1,-1 0 1,1-1-1,0 1 1,-1 0-1,1-1 1,-1 1-1,1-1 1,-1 0-1,1 1 1,-1-1-1,1-3 0,1 0 65,0-1 0,0 0 0,0 1 0,-1-2 0,0 1 0,0 0 0,-1 0 0,0 0-1,0-1 1,0 1 0,-1-13 0,-2 2-139,0 0-1,-1 0 1,-1 1-1,-1-1 1,-1 1-1,-12-28 1,7 30-2096,7 17-650,2 10-1277,2 33-5376</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5.654"/>
    </inkml:context>
    <inkml:brush xml:id="br0">
      <inkml:brushProperty name="width" value="0.025" units="cm"/>
      <inkml:brushProperty name="height" value="0.025" units="cm"/>
    </inkml:brush>
  </inkml:definitions>
  <inkml:trace contextRef="#ctx0" brushRef="#br0">0 89 8498,'1'-1'384,"-1"0"0,0-1 0,1 1 1,-1 0-1,1 0 0,0 0 0,-1 0 0,1 0 0,0 0 1,0 0-1,0 0 0,-1 0 0,1 0 0,0 0 1,0 0-1,0 0 0,2 0 0,-2 1-239,0-1 0,-1 1 0,1 0 0,0 0 0,0 0 0,0-1 1,0 1-1,0 0 0,0 0 0,0 0 0,0 1 0,0-1 0,0 0 0,0 0 0,0 0 0,0 1 0,2 0 0,-1 0 18,0 0 0,1 1 0,-1 0 0,0-1-1,0 1 1,0 0 0,0 0 0,0 0 0,-1 0 0,1 0 0,-1 0-1,1 1 1,-1-1 0,0 0 0,2 5 0,0 3 187,-1 1 0,0-1 0,-1 1 0,0 0 0,0 0 0,-1-1 0,-2 17 1,1-19-298,0 0 0,-1 1 0,0-1 0,0 0 1,0-1-1,-1 1 0,-1 0 0,1-1 0,-1 1 1,-6 7-1,10-15-52,0 0 0,0 0 1,0 1-1,0-1 0,0 0 0,0 0 0,0 0 1,0 0-1,0 0 0,-1 0 0,1 1 1,0-1-1,0 0 0,0 0 0,0 0 1,0 0-1,0 0 0,0 0 0,0 0 1,-1 0-1,1 0 0,0 0 0,0 0 1,0 0-1,0 1 0,0-1 0,-1 0 0,1 0 1,0 0-1,0 0 0,0 0 0,0 0 1,0 0-1,-1 0 0,1 0 0,0 0 1,0-1-1,0 1 0,0 0 0,0 0 1,0 0-1,-1 0 0,1 0 0,0 0 1,0 0-1,0 0 0,0 0 0,0 0 0,0 0 1,0 0-1,-1-1 0,1 1 0,-2-11 6,2-15-97,3 15 54,-1 0-1,2-1 0,-1 2 0,1-1 1,1 0-1,0 1 0,1 0 0,0 0 1,0 0-1,12-13 0,-4 8 38,1 0-1,0 1 1,1 0 0,0 2 0,20-13-1,-34 23 3,0 1 0,1 0-1,-1-1 1,0 1 0,0 0 0,0 0-1,1 0 1,-1 1 0,0-1-1,1 0 1,-1 1 0,1 0-1,3-1 1,-5 2 2,0-1 0,0 1 0,1-1-1,-1 1 1,0 0 0,0 0 0,0-1-1,-1 1 1,1 0 0,0 0 0,0 0 0,0 0-1,-1 0 1,1 0 0,0 0 0,-1 0 0,1 0-1,-1 0 1,1 0 0,-1 1 0,0-1 0,1 0-1,-1 0 1,0 0 0,0 1 0,0-1 0,0 1-1,7 109 62,-3-109-196,5-9 79,13-19 30,-11 12-57,3-1 41,0 0-1,1 1 1,0 1 0,1 0 0,1 1 0,0 1-1,26-13 1,-42 23 59,0 1-1,1-1 1,-1 1-1,0-1 1,0 1-1,1 0 1,-1-1-1,0 1 1,0 0-1,1 0 1,-1 0-1,0 0 1,1 0-1,-1 0 1,0 0-1,1 0 1,-1 1-1,0-1 1,2 1-1,-1 1 30,0 0 0,0 0 0,0 0-1,-1 0 1,1 0 0,-1 1 0,0-1-1,0 0 1,1 3 0,2 2-24,19 29-62,-16-28 229,-1 1-1,0 0 1,5 12 0,-10-19-601,0 1 0,0 0 1,0-1-1,0 1 0,-1-1 1,1 1-1,-1 0 0,0 0 1,0-1-1,0 1 0,0 0 1,0-1-1,-1 1 0,1 0 0,-1 0 1,1-1-1,-2 4 0,-3 4-7377</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5.845"/>
    </inkml:context>
    <inkml:brush xml:id="br0">
      <inkml:brushProperty name="width" value="0.025" units="cm"/>
      <inkml:brushProperty name="height" value="0.025" units="cm"/>
    </inkml:brush>
  </inkml:definitions>
  <inkml:trace contextRef="#ctx0" brushRef="#br0">19 1 12083,'-5'4'4513,"1"8"-2833,-5 8-288,9 0-504,2 0-327,5-11-249,0 6-224,-3-10-88,-2-1-88,-4-26-12843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6.003"/>
    </inkml:context>
    <inkml:brush xml:id="br0">
      <inkml:brushProperty name="width" value="0.025" units="cm"/>
      <inkml:brushProperty name="height" value="0.025" units="cm"/>
    </inkml:brush>
  </inkml:definitions>
  <inkml:trace contextRef="#ctx0" brushRef="#br0">3 34 14027,'0'-13'4625,"0"11"-2649,-2-14-103,4 14-769,0 2-720,3 4-336,1 10-48,3 1-288,4 10-2112,21 39-3410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6.499"/>
    </inkml:context>
    <inkml:brush xml:id="br0">
      <inkml:brushProperty name="width" value="0.025" units="cm"/>
      <inkml:brushProperty name="height" value="0.025" units="cm"/>
    </inkml:brush>
  </inkml:definitions>
  <inkml:trace contextRef="#ctx0" brushRef="#br0">1 28 6873,'1'-1'511,"0"0"-1,0 0 0,0 1 0,0-1 0,0 0 0,0 1 1,0-1-1,0 0 0,0 1 0,0 0 0,0-1 0,0 1 1,1 0-1,-1-1 0,0 1 0,0 0 0,0 0 0,1 0 1,-1 0-1,0 0 0,2 1 0,0 0-48,0-1 1,0 1-1,0 1 0,-1-1 0,1 0 1,0 1-1,0 0 0,2 2 1,5 4-164,-1 0 0,0 1 0,8 11 0,-16-20-221,28 45 48,-28-49-186,-1-1 1,1 0-1,0 1 0,1-1 0,-1 1 0,1-1 0,0 1 0,0 0 0,0 0 0,1 0 0,3-5 1,36-41-63,-38 46 126,-4 3 3,1 0-1,0 0 0,0 0 0,0 0 1,-1 1-1,1-1 0,0 0 1,0 0-1,0 1 0,0-1 1,0 1-1,0-1 0,0 1 1,0-1-1,1 1 0,-1 0 1,0-1-1,0 1 0,0 0 1,0 0-1,1 0 0,-1 0 1,0 0-1,0 0 0,0 0 1,0 0-1,1 1 0,-1-1 0,1 1 1,2 1 51,0 0-1,-1 1 1,1-1 0,-1 1-1,0 0 1,5 6 0,0-1-41,39 50-837,-38-55-2217,11-4-2872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6.989"/>
    </inkml:context>
    <inkml:brush xml:id="br0">
      <inkml:brushProperty name="width" value="0.025" units="cm"/>
      <inkml:brushProperty name="height" value="0.025" units="cm"/>
    </inkml:brush>
  </inkml:definitions>
  <inkml:trace contextRef="#ctx0" brushRef="#br0">217 23 6929,'1'-2'15491,"-7"-7"-14023,4 7-1401,-1 1 0,1-1 1,-1 1-1,0 0 1,1 0-1,-1 0 0,0 1 1,0-1-1,1 1 0,-1-1 1,0 1-1,0 0 0,0 0 1,0 0-1,0 0 1,1 1-1,-1-1 0,0 1 1,0 0-1,-5 1 0,-4 2-25,0 1 0,1 0 0,-17 9-1,22-11-38,0 2 0,0-1-1,0 0 1,0 1 0,1 0-1,0 1 1,0-1 0,0 1-1,1 0 1,-1 0 0,2 0-1,-1 1 1,1-1 0,0 1-1,0 0 1,0 0 0,1 0-1,1 0 1,-1 1 0,1-1-1,0 0 1,0 1 0,1-1-1,0 0 1,1 1 0,0-1-1,0 0 1,0 1 0,4 8-1,-5-14-1,0-1-1,1 0 0,-1 0 0,1 0 0,-1 0 0,1 0 0,-1 0 0,1 0 0,0 0 0,-1 0 0,1 0 0,0 0 0,0-1 0,0 1 0,0 0 0,0 0 0,0-1 0,0 1 0,0-1 0,0 1 0,0-1 0,2 1 0,0 0 1,-1-1-1,1 0 0,0 1 0,-1-1 1,1-1-1,0 1 0,-1 0 0,1-1 1,4-1-1,5-2 1,-1-1 1,1 0-1,14-9 0,-22 11 0,54-34 23,-58 37-20,1 1 0,0-1 0,-1 1 0,1 0 0,0 0 0,-1-1 0,1 1 0,-1 0 0,1 0 0,-1 0 0,0 0 0,1 0 0,-1-1 0,0 1 0,1 0 0,-1 0 0,0 0 0,0 2 0,14 32-749,-13-33 369,0-1 1,0 1 0,0 0 0,0 0-1,0-1 1,0 1 0,1-1 0,-1 1-1,1-1 1,-1 1 0,1-1-1,-1 0 1,1 0 0,0 0 0,2 1-1,41 9-5314</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7.386"/>
    </inkml:context>
    <inkml:brush xml:id="br0">
      <inkml:brushProperty name="width" value="0.025" units="cm"/>
      <inkml:brushProperty name="height" value="0.025" units="cm"/>
    </inkml:brush>
  </inkml:definitions>
  <inkml:trace contextRef="#ctx0" brushRef="#br0">1 1 9690,'0'0'7255,"2"5"-3551,11 18-1183,18 42 731,-28-69-3265,1-1 0,-1 1 0,1 1 1,-1-1-1,1 0 0,9-5 0,-4 3-51,0 0 0,0 0 0,0 1 0,1 0 0,0 0 0,0 1 0,1 1 0,12-3 0,-22 6 65,-1 0 0,1 1 0,0-1 0,-1 0 1,1 1-1,0-1 0,-1 1 0,1-1 0,0 1 0,-1-1 0,1 1 0,-1-1 0,1 1 0,-1 0 0,1-1 0,-1 1 0,1 0 1,-1-1-1,0 1 0,1 0 0,-1 0 0,0-1 0,0 1 0,1 0 0,-1 0 0,0-1 0,0 1 0,0 0 0,0 0 0,0 0 1,0-1-1,0 2 0,1 35 21,-1-31-24,-1 1-137,4 35-26,-3-41-100,0 1 1,0-1-1,0 1 0,1-1 0,-1 1 1,0-1-1,1 0 0,-1 1 0,1-1 1,0 0-1,-1 0 0,1 1 0,0-1 1,0 0-1,0 0 0,0 0 0,0 0 1,0 0-1,0 0 0,0 0 0,0 0 1,1-1-1,-1 1 0,2 1 0,21-1-5445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7.736"/>
    </inkml:context>
    <inkml:brush xml:id="br0">
      <inkml:brushProperty name="width" value="0.025" units="cm"/>
      <inkml:brushProperty name="height" value="0.025" units="cm"/>
    </inkml:brush>
  </inkml:definitions>
  <inkml:trace contextRef="#ctx0" brushRef="#br0">73 1 9842,'-1'2'8351,"0"5"-3898,-9 40-1688,-44 204 454,52-245-3223,1 1-1,-1 0 1,2 0-1,-1 0 1,1-1-1,0 1 0,0 0 1,1 0-1,0 0 1,0 0-1,0-1 1,5 13-1,-4-14-138,1-1 0,0 1 0,0-1 0,0 1 0,0-1 0,0 0 0,1 0 0,0-1 0,0 1-1,0-1 1,0 0 0,1 0 0,-1 0 0,1 0 0,0-1 0,8 4 0,12-3-4152,-7-10-3187,2-13-3287</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7.926"/>
    </inkml:context>
    <inkml:brush xml:id="br0">
      <inkml:brushProperty name="width" value="0.025" units="cm"/>
      <inkml:brushProperty name="height" value="0.025" units="cm"/>
    </inkml:brush>
  </inkml:definitions>
  <inkml:trace contextRef="#ctx0" brushRef="#br0">0 12 13499,'7'-2'4033,"2"-3"-2281,13 1-760,3 4-512,6 4-192,5 1-215,4-1-73,9 0-1425,89-17-8313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52.850"/>
    </inkml:context>
    <inkml:brush xml:id="br0">
      <inkml:brushProperty name="width" value="0.025" units="cm"/>
      <inkml:brushProperty name="height" value="0.025" units="cm"/>
    </inkml:brush>
  </inkml:definitions>
  <inkml:trace contextRef="#ctx0" brushRef="#br0">29 231 4073,'-11'-6'5243,"-4"-10"-1891,12 13-1300,3 3-2014,0 0-1,0-1 0,0 1 1,0 0-1,0-1 0,1 1 1,-1 0-1,0-1 0,0 1 1,0 0-1,0-1 0,0 1 1,0 0-1,1-1 0,-1 1 1,0 0-1,0-1 0,0 1 1,1 0-1,-1 0 0,0 0 1,0-1-1,1 1 0,-1 0 1,0 0-1,1 0 0,-1-1 1,0 1-1,1 0 0,-1 0 1,0 0-1,1 0 0,-1 0 1,0 0-1,1 0 0,-1 0 1,0 0-1,1 0 0,-1 0 1,1 0-1,21-6-9,-19 6 147,9-2 66,0 1-1,0 0 0,25 3 1,14-2-132,275-27 1173,-277 26-955,64 8 0,-78-4-324,0-1 0,0-1 1,0-2-1,42-6 0,-35-3 59,68-25-1,-77 22 10,0 2 0,0 2 0,58-10 0,243-2 659,-258 23-623,62-2 184,28-18 64,75-2 73,-173 19-373,-7 0 186,106 11-1,-113-2 348,80 0-1,-32-7-552,103-17 458,-162 6-242,-37 8-207,1 0 0,1 0 0,-1 0 0,0 1 0,8 0 0,11 0 17,15 1 6,9 4 501,87-6 1,-83 1 3315,-60 1-3805,1 0-1,-1 0 0,1 1 0,0-1 1,-1 1-1,-5 2 0,10-2-192,0-1-1,0 1 1,0-1-1,0 1 1,0-1-1,0 1 1,0 0 0,0 0-1,0-1 1,0 1-1,0 0 1,0 0-1,1 0 1,-1 0-1,0 0 1,1 0-1,-1 0 1,0 0 0,1 0-1,-1 0 1,1 0-1,0 1 1,-1-1-1,1 0 1,0 0-1,0 0 1,0 1-1,0-1 1,0 0 0,0 0-1,0 0 1,0 1-1,0-1 1,1 1-1,4 6-4142,12 4-2867</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54.122"/>
    </inkml:context>
    <inkml:brush xml:id="br0">
      <inkml:brushProperty name="width" value="0.025" units="cm"/>
      <inkml:brushProperty name="height" value="0.025" units="cm"/>
    </inkml:brush>
  </inkml:definitions>
  <inkml:trace contextRef="#ctx0" brushRef="#br0">58 131 5785,'9'-16'8175,"14"-26"-1499,-22 41-6505,-1 0 0,1 0 1,-1 0-1,1 0 0,-1 0 0,0 0 0,0-1 0,1 1 1,-1 0-1,0 0 0,0 0 0,0-1 0,0 1 1,0 0-1,0 0 0,-1 0 0,1-1 0,0 1 1,-1 0-1,1 0 0,0 0 0,-1 0 0,1 0 1,-1 0-1,0 0 0,1 0 0,-1 0 0,0 0 0,0 0 1,-1-1-1,-2 1-96,0 1 0,0-1 0,-1 1 0,1 0 0,0 0-1,0 1 1,0-1 0,-1 1 0,1 0 0,-4 1 0,8-2-83,-1 0 1,1 0-1,0 0 0,0-1 1,0 1-1,-1 0 0,1-1 0,0 1 1,0 0-1,0 0 0,0-1 1,-1 1-1,1 0 0,0-1 0,0 1 1,0 0-1,0-1 0,0 1 1,0 0-1,0-1 0,0 1 1,0 0-1,0-1 0,0 1 0,0 0 1,0-1-1,0 1 0,0 0 1,0 0-1,1-1 0,-1 1 0,0 0 1,0-1-1,0 1 0,0 0 1,1 0-1,-1-1 0,0 1 1,0 0-1,1 0 0,-1-1 0,11-15-252,-10 15 254,0 0 0,-1 1 1,1-1-1,0 1 0,0-1 1,0 1-1,0-1 0,0 1 0,1 0 1,-1 0-1,0-1 0,0 1 0,0 0 1,0 0-1,0 0 0,0 0 1,0 0-1,0 0 0,1 0 0,0 1 1,-1 0 5,-1-1 0,1 1 0,0-1 1,-1 1-1,1-1 0,-1 1 0,0-1 0,1 1 1,-1 0-1,1-1 0,-1 1 0,0 0 1,0 0-1,1-1 0,-1 1 0,0 0 1,0-1-1,0 1 0,0 0 0,0 0 1,0 0-1,0 0 0,0 3 8,0-1-1,-1 1 1,1-1-1,-1 1 1,0-1-1,0 0 1,0 1 0,-1-1-1,1 0 1,-1 0-1,-3 5 1,2-4 6,0 0 0,-1-1 0,0 1 0,0-1 0,0 0 1,0 0-1,-7 3 0,10-5-12,1-1 0,-1 0 0,1 1 0,-1-1 0,0 0 0,1 0 0,-1 0 0,0 1 0,1-1 0,-1 0 0,0 0 0,1 0 0,-1 0 0,0 0 0,1 0 0,-1-1-1,1 1 1,-1 0 0,0 0 0,1 0 0,-1-1 0,0 1 0,1 0 0,-2-1 0,1 0-1,1-1 0,-1 1 0,0 0-1,1 0 1,-1-1 0,1 1 0,-1 0-1,1-1 1,0 1 0,0 0 0,-1-1-1,1 1 1,0-1 0,0 1 0,0 0-1,0-1 1,1-1 0,0-2-1,0 0 0,1 0 1,-1 0-1,1 0 0,0 0 0,5-9 0,-6 12 3,0 0-1,0 0 1,0 0-1,1 1 0,-1-1 1,0 0-1,1 1 1,-1-1-1,1 1 0,-1-1 1,1 1-1,0 0 1,0-1-1,-1 1 0,1 0 1,0 0-1,0 0 1,0 1-1,3-2 0,-4 3 5,0-1 0,0 0 0,0 1 0,0-1 0,0 1 0,0 0 0,0-1 0,-1 1 0,1 0 0,0-1 0,0 1 0,-1 0 0,1 0 0,0 0 0,-1 0 0,1 0 0,-1-1 0,1 3 0,12 25 97,-6-13-38,-5-10 56,-6-5-812,-14-9-3477,12 5 1861,-41-22-8506</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4.139"/>
    </inkml:context>
    <inkml:brush xml:id="br0">
      <inkml:brushProperty name="width" value="0.025" units="cm"/>
      <inkml:brushProperty name="height" value="0.025" units="cm"/>
    </inkml:brush>
  </inkml:definitions>
  <inkml:trace contextRef="#ctx0" brushRef="#br0">163 67 6633,'-10'-17'10616,"5"-19"-7580,4 23 759,0 35-3759,-1 0 1,-6 23 0,1-7-28,-50 247-51,23-166-2709,33-115 2462,1-1-88,-1-1 1,0 1-1,0-1 0,0 1 0,0-1 1,0 0-1,-1 1 0,1-1 0,-1 0 1,1 0-1,-1 0 0,-2 2 0,-15 10-4512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4.868"/>
    </inkml:context>
    <inkml:brush xml:id="br0">
      <inkml:brushProperty name="width" value="0.025" units="cm"/>
      <inkml:brushProperty name="height" value="0.025" units="cm"/>
    </inkml:brush>
  </inkml:definitions>
  <inkml:trace contextRef="#ctx0" brushRef="#br0">207 84 8178,'-1'0'267,"1"-1"-1,0 1 1,0 0 0,-1-1 0,1 1 0,0-1 0,0 1 0,-1 0 0,1-1-1,0 1 1,0-1 0,0 1 0,0-1 0,0 1 0,0 0 0,0-1 0,0 1-1,0-1 1,0 1 0,0-1 0,0 1 0,0-1 0,0 1 0,0 0 0,0-1-1,0 1 1,0-1 0,1 1 0,-1 0 0,0-1 0,0 1 0,1-1-1,-1 1 1,17-15 1946,21-5-2238,-16 12 134,0 1 0,1 2 1,-1 0-1,31-3 0,-46 7-107,1 1-1,-1 0 0,1 0 1,0 0-1,-1 1 1,1 0-1,-1 1 1,0 0-1,1 0 0,-1 0 1,0 1-1,0 0 1,0 1-1,-1-1 1,1 1-1,-1 0 1,7 6-1,-11-7-2,1 0 1,-1 0-1,0 1 0,1-1 0,-1 1 1,-1-1-1,1 1 0,0-1 0,-1 1 1,0 0-1,0 0 0,0 0 1,0 0-1,-1 0 0,1 0 0,-1 0 1,0 0-1,-1 0 0,1-1 1,0 1-1,-1 0 0,0 0 0,0 0 1,0 0-1,-1 0 0,1-1 1,-4 6-1,-1 4 1,-1-1 0,0 0 0,0-1 0,-2 1 0,1-2 0,-18 18 0,-16 7 33,0-2 0,-59 35 1,-34 24-25,118-74-378,17-17 355,0-1 0,0 0 0,0 0 0,0 1-1,0-1 1,0 0 0,0 0 0,0 1 0,0-1-1,0 0 1,0 0 0,1 0 0,-1 1 0,0-1-1,0 0 1,0 0 0,0 0 0,0 1 0,0-1-1,1 0 1,-1 0 0,0 0 0,0 0 0,0 0-1,1 1 1,-1-1 0,0 0 0,0 0 0,0 0-1,1 0 1,-1 0 0,0 0 0,0 0 0,0 0-1,1 0 1,-1 0 0,0 0 0,0 0 0,1 0-1,-1 0 1,0 0 0,0 0 0,1 0 0,-1 0-1,43-7-386,-17 1 366,0 1 0,0 2 0,0 1 0,0 0 0,31 4 1,-44-2-48,0 2 1,0 0 0,0 0-1,-1 1 1,1 0 0,-1 1 0,0 1-1,0 0 1,0 1 0,-1 0 0,1 0-1,14 13 1,-24-17 48,0-1 0,1 2 1,-1-1-1,0 0 0,0 0 0,-1 1 0,1-1 0,0 1 0,-1 0 1,0-1-1,0 1 0,1 0 0,-2 0 0,1 0 0,0-1 1,0 1-1,-1 0 0,1 4 0,-2-3 39,1 0 0,-1 1 1,0-1-1,0 0 0,0 0 0,0 0 0,-1 0 1,0 0-1,0-1 0,0 1 0,-4 5 0,-4 4 194,0-1 0,-1 0 1,-1-1-1,0 0 0,-21 14 0,4-6 390,0 0 1,-1-2-1,-1-1 1,0-1-1,-44 13 1,58-23-418,0 0 0,0-1 0,-1-1 0,1-1 0,-1 0 0,0-1 0,1-1 0,-1-1 0,0 0 0,1-2 0,-1 0 0,-20-6 0,39 9-175,28 5-1976,-23-5 1317,1-1-1,0 0 1,-1 0 0,1 0 0,-1-1 0,1 0-1,9-5 1,90-44-5751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5.202"/>
    </inkml:context>
    <inkml:brush xml:id="br0">
      <inkml:brushProperty name="width" value="0.025" units="cm"/>
      <inkml:brushProperty name="height" value="0.025" units="cm"/>
    </inkml:brush>
  </inkml:definitions>
  <inkml:trace contextRef="#ctx0" brushRef="#br0">74 0 6969,'-3'29'7919,"-8"15"-4088,-1 3-2092,8-30-1464,0-1 0,-1 0 0,-8 17 0,-8 27-6348,23-61 2014,13-21-622</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5.345"/>
    </inkml:context>
    <inkml:brush xml:id="br0">
      <inkml:brushProperty name="width" value="0.025" units="cm"/>
      <inkml:brushProperty name="height" value="0.025" units="cm"/>
    </inkml:brush>
  </inkml:definitions>
  <inkml:trace contextRef="#ctx0" brushRef="#br0">7 25 2521,'-2'-6'10306,"0"1"-7802,0-6-1095,4 9-377,0 2-616,2 2-416,3 7-24,2 2-1520,29 36-3826</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6.046"/>
    </inkml:context>
    <inkml:brush xml:id="br0">
      <inkml:brushProperty name="width" value="0.025" units="cm"/>
      <inkml:brushProperty name="height" value="0.025" units="cm"/>
    </inkml:brush>
  </inkml:definitions>
  <inkml:trace contextRef="#ctx0" brushRef="#br0">626 71 6425,'0'-2'737,"0"-1"0,-1 1-1,1-1 1,0 1 0,-1 0 0,1-1-1,-1 1 1,0 0 0,0-1-1,0 1 1,0 0 0,0 0-1,-1 0 1,1 0 0,-2-2-1,0 1-366,0 1 0,1-1 1,-1 1-1,0 0 0,0 0 0,-1 0 0,1 0 0,0 1 0,-5-2 0,1 0-339,-1 1 1,0 0-1,0 1 1,1 0-1,-1 0 1,0 1 0,0 0-1,-12 1 1,6 1-34,0 1 0,0 0 0,0 1 0,0 0 0,1 1 0,0 1 0,-21 12 0,30-16-8,0 0 0,1 0-1,-1 1 1,1-1 0,0 1 0,0 0 0,0 0 0,0 0-1,0 0 1,1 0 0,0 1 0,-1 0 0,1-1 0,1 1 0,-1 0-1,0 0 1,1 0 0,0 0 0,0 0 0,0 0 0,0 0-1,1 0 1,-1 0 0,1 0 0,0 1 0,0-1 0,1 0-1,-1 0 1,1 0 0,3 8 0,-3-9 8,0 1-1,0-1 1,0 0-1,1 0 1,0 0-1,-1 0 1,1 0-1,0 0 1,1-1-1,-1 1 1,0-1-1,1 1 1,-1-1-1,1 0 1,0 0-1,0 0 1,4 3-1,-2-4 2,-1 1 0,1-1-1,-1 0 1,1 0 0,0 0-1,-1-1 1,1 0 0,0 0-1,0 0 1,-1 0 0,8-2-1,4-2 2,1-1 0,-1 0 0,0-2-1,-1 1 1,1-2 0,13-9-1,1-1-2,26-21-1,-47 31 5,0 1 1,-1-1 0,0 0-1,0 0 1,-1-1-1,0 0 1,6-11 0,-13 19 5,1 1 0,-1 0 0,0 0 0,1-1 0,-1 1 0,0 0 0,0-1 0,1 1 0,-1 0 1,0-1-1,0 1 0,0-1 0,1 1 0,-1 0 0,0-1 0,0 1 0,0-1 0,0 1 0,0 0 0,0-1 1,0 1-1,0-1 0,0 1 0,0-1 0,0 1 0,0 0 0,0-1 0,0 1 0,0-1 0,0 1 0,0-1 0,-1 1 1,1 0-1,0-1 0,0 1 0,-1-1 0,0 2 1,0-1-1,0 1 1,0-1 0,1 1 0,-1 0 0,0 0 0,0 0-1,1-1 1,-1 1 0,0 0 0,1 0 0,-1 0-1,1 0 1,-1 0 0,1 0 0,-1 0 0,1 1-1,-19 49 3,3-1 0,-17 94 0,5 109 48,27-219-47,-3 0-1,-1 0 0,-1-1 0,-18 54 1,20-75 19,-1 0 1,0 0 0,-1-1 0,0 0 0,-1 0 0,0 0-1,-1-1 1,0 0 0,-1 0 0,0-1 0,0 0-1,-1-1 1,0 0 0,-1 0 0,-16 8 0,17-12 31,0 0 0,-1-1 0,1 0 0,-1 0 1,0-1-1,0-1 0,0 0 0,0 0 1,0-1-1,0-1 0,0 0 0,0 0 1,0-1-1,0 0 0,1-1 0,-1 0 1,-15-8-1,10 5-26,0-2 1,1 0 0,0-1-1,1 0 1,0-1 0,0-1-1,1 0 1,0-1-1,1 0 1,-16-21 0,23 26-49,-2-2-31,1 0 1,0-1 0,-5-11-1,11 21-27,0 0-1,0-1 1,0 1 0,0 0-1,0-1 1,0 1-1,0 0 1,0 0 0,1-1-1,-1 1 1,0 0-1,0 0 1,0-1 0,0 1-1,1 0 1,-1 0-1,0 0 1,0-1 0,0 1-1,1 0 1,-1 0 0,0 0-1,0 0 1,1 0-1,-1-1 1,0 1 0,0 0-1,1 0 1,-1 0-1,0 0 1,1 0 0,-1 0-1,0 0 1,0 0-1,1 0 1,-1 0 0,0 0-1,1 0 1,-1 0-1,0 0 1,0 0 0,1 0-1,-1 1 1,0-1 0,0 0-1,1 0 1,-1 0-1,0 0 1,1 1 0,27 4-3663,-19-3 2091,62 14-5687</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7.780"/>
    </inkml:context>
    <inkml:brush xml:id="br0">
      <inkml:brushProperty name="width" value="0.025" units="cm"/>
      <inkml:brushProperty name="height" value="0.025" units="cm"/>
    </inkml:brush>
  </inkml:definitions>
  <inkml:trace contextRef="#ctx0" brushRef="#br0">524 163 5209,'0'-2'409,"1"0"0,-1 1 0,1-1 0,0 0 0,0 0 0,0 1 0,0-1 0,0 1 0,0-1 0,0 1 0,0-1 0,0 1 0,1 0 0,-1 0 0,2-2 0,8-11 4255,-12 13-4529,1 0 0,-1 1-1,1-1 1,-1 0-1,0 1 1,1-1-1,-1 1 1,0-1 0,0 1-1,0-1 1,1 1-1,-1-1 1,0 1-1,0 0 1,0 0-1,0-1 1,0 1 0,0 0-1,1 0 1,-1 0-1,0 0 1,0 0-1,0 0 1,-2 0 0,-3 0-61,-1 0 1,1 1 0,0-1-1,-1 1 1,1 0 0,0 1 0,0 0-1,0 0 1,-9 4 0,-52 30 49,58-31-81,7-4-38,-60 36 224,-79 60 1,124-84-198,1 1 0,1 0 1,0 1-1,1 1 0,1 0 0,0 1 0,1 0 1,1 1-1,-14 30 0,19-30 1,1 2-1,0-1 1,1 0 0,1 1-1,1 0 1,1 0 0,1-1-1,0 1 1,2 0 0,0 0-1,1-1 1,1 1 0,7 19-1,-8-31-19,1 0-1,-1-1 0,1 0 1,1 1-1,0-1 0,0-1 1,0 1-1,1-1 0,-1 0 1,2 0-1,-1 0 0,1-1 1,-1 0-1,2 0 0,-1-1 1,0 0-1,1 0 0,8 2 1,3 2 49,1-1 0,-1-2 1,1 0-1,0-1 0,0 0 1,30 0-1,-13-3 4,-1-2 0,0-1 0,58-12-1,-76 10-45,0-1 0,-1 0 1,0-1-1,0-2 0,-1 1 0,0-2 0,0 0 0,0-1 0,16-14 0,-1-2 18,-2-1-1,0-2 1,43-57-1,-62 72 55,-1 1-1,-1-1 1,0-1 0,-1 0-1,0 0 1,-2 0-1,1-1 1,-2 0-1,0 1 1,-1-2-1,-1 1 1,1-20 0,-3-3 229,-2 1 0,-12-70 0,12 95-287,-2-1-1,0 1 1,0-1-1,-1 2 1,-1-1-1,0 0 1,-1 1-1,0 0 1,-1 1-1,0-1 1,-12-11-1,-3-1-21,12 11 113,0 1 0,-1 1-1,-16-13 1,25 22-91,0 0-1,-1 0 1,1 0 0,0 0 0,-1 1-1,1-1 1,-1 1 0,1 0 0,-1 0-1,0 0 1,0 0 0,1 1 0,-1 0-1,0-1 1,0 1 0,0 1 0,1-1-1,-1 0 1,-5 2 0,-20 10 18,0 1 1,0 1-1,1 1 1,-34 25 0,19-12-28,-43 26-4435,86-63-6631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9.018"/>
    </inkml:context>
    <inkml:brush xml:id="br0">
      <inkml:brushProperty name="width" value="0.025" units="cm"/>
      <inkml:brushProperty name="height" value="0.025" units="cm"/>
    </inkml:brush>
  </inkml:definitions>
  <inkml:trace contextRef="#ctx0" brushRef="#br0">1 163 8810,'3'-20'7923,"7"-2"-4676,-9 20-3181,0 1-1,-1 0 0,1 0 0,0 0 1,-1 0-1,1 0 0,0 0 1,0 0-1,0 0 0,0 0 1,0 0-1,0 0 0,1 1 1,-1-1-1,0 0 0,0 1 0,0-1 1,1 1-1,-1-1 0,0 1 1,0 0-1,1-1 0,-1 1 1,1 0-1,-1 0 0,0 0 0,1 0 1,-1 0-1,0 0 0,3 1 1,0 1-62,1 1-1,-1 0 1,0-1 0,0 1 0,0 1 0,0-1 0,-1 1 0,1-1 0,-1 1 0,0 0-1,0 0 1,0 0 0,-1 1 0,1-1 0,-1 1 0,0-1 0,0 1 0,-1 0 0,0 0-1,2 7 1,0 4-2,0 0-1,-2 0 0,1 1 0,-2-1 1,-1 19-1,0-31-4,1 1 0,-1-1-1,0 1 1,0-1 0,0 0-1,0 1 1,-1-1 0,-3 6 0,19-67-107,-7 36 102,1-1 0,1 1 1,1 1-1,1 0 0,0 0 0,22-26 0,-23 33 2,1 1 0,1 0 0,0 0 1,1 1-1,0 1 0,1 0 0,0 1 1,1 0-1,20-9 0,-33 17 7,0 0-1,0 0 1,1 0-1,-1 0 1,1 0-1,-1 1 1,0-1-1,1 1 1,-1-1-1,1 1 1,0 0-1,-1 0 1,1 0-1,-1 0 1,1 1-1,-1-1 1,1 1-1,-1-1 1,1 1-1,-1 0 1,0 0 0,1 0-1,2 2 1,-2 0 7,-1-1 0,0 1 0,0-1 0,0 1 0,-1 0 0,1 0 0,-1 0 0,1 0 0,-1 0 0,0 0 0,0 0 0,0 1 0,-1-1 0,1 0 0,-1 0 0,0 1 0,0 3 0,-1 3 77,0 1 0,-1 0 0,0-1 0,0 1-1,-1-1 1,-1 0 0,0 0 0,0 0 0,-1-1-1,0 1 1,-11 13 0,0 4-1,16-27-105,0 0 1,0 0-1,-1 0 1,1 0-1,0 1 1,0-1-1,0 0 1,-1 0-1,1 0 1,0 0-1,0 1 1,0-1-1,0 0 1,0 0-1,-1 1 1,1-1 0,0 0-1,0 0 1,0 1-1,0-1 1,0 0-1,0 0 1,0 1-1,0-1 1,0 0-1,0 0 1,0 1-1,0-1 1,0 0-1,0 0 1,0 1-1,0-1 1,0 0-1,0 0 1,1 1-1,-1-1 1,0 0-1,0 0 1,0 0-1,0 1 1,0-1-1,1 0 1,-1 0-1,0 0 1,0 1-1,0-1 1,1 0-1,-1 0 1,0 0-1,0 0 1,0 0-1,1 0 1,-1 1-1,0-1 1,0 0-1,1 0 1,-1 0-1,0 0 1,0 0-1,1 0 1,-1 0-1,1 0 1,25-9-3702,28-20-2427</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9.384"/>
    </inkml:context>
    <inkml:brush xml:id="br0">
      <inkml:brushProperty name="width" value="0.025" units="cm"/>
      <inkml:brushProperty name="height" value="0.025" units="cm"/>
    </inkml:brush>
  </inkml:definitions>
  <inkml:trace contextRef="#ctx0" brushRef="#br0">215 24 8930,'-61'6'10172,"49"-4"-9215,1 2 0,-1-1 0,-14 7 1,20-7-875,0 0 0,0 0 0,0 1 0,0-1 1,0 2-1,1-1 0,0 0 0,-1 1 0,2 0 0,-1 0 0,1 1 1,-1-1-1,2 1 0,-1 0 0,-5 12 0,7-15-75,1 0-1,0 0 1,1 1-1,-1-1 1,0 0 0,1 1-1,0-1 1,-1 1-1,2-1 1,-1 0-1,0 1 1,1-1-1,-1 0 1,1 1 0,0-1-1,0 0 1,0 0-1,0 1 1,1-1-1,-1 0 1,1 0-1,0-1 1,0 1 0,0 0-1,0-1 1,1 1-1,-1-1 1,1 1-1,-1-1 1,1 0-1,5 3 1,-3-2-1,0-1 1,0 1-1,0-1 1,0 0-1,0 0 1,1 0-1,-1-1 0,1 0 1,0 0-1,-1-1 1,1 1-1,0-1 0,-1 0 1,1-1-1,-1 1 1,1-1-1,0 0 1,8-3-1,-9 2 0,0 0 1,1-1 0,-1 0-1,-1 1 1,1-1-1,0-1 1,-1 1-1,0-1 1,0 1-1,0-1 1,5-6-1,-7 7-1,-1 0-1,1 1 1,-1-1-1,0 0 1,0 0-1,0 0 1,0 0-1,0 0 1,-1 0-1,1 0 1,-1 0 0,0 0-1,0-1 1,0 1-1,0 0 1,0 0-1,-1 0 1,0 0-1,1 0 1,-1 0-1,0 0 1,-2-3-1,-4-8-7,-1 0-1,0 0 0,-1 1 1,-1 0-1,0 1 0,-1 0 1,0 0-1,-19-14 0,27 25-2751,7 8 58,-2-5 2221,0 0 1,0-1-1,1 1 0,-1 0 1,1-1-1,-1 1 0,1-1 1,0 0-1,-1 0 0,1 0 1,3 0-1,79 15-6823</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9.638"/>
    </inkml:context>
    <inkml:brush xml:id="br0">
      <inkml:brushProperty name="width" value="0.025" units="cm"/>
      <inkml:brushProperty name="height" value="0.025" units="cm"/>
    </inkml:brush>
  </inkml:definitions>
  <inkml:trace contextRef="#ctx0" brushRef="#br0">256 0 11554,'-4'1'902,"0"1"-1,-1 0 0,1-1 0,0 2 0,0-1 0,0 0 0,-7 5 0,-21 28 2228,18-15-2156,-21 42 0,28-48-263,-19 36 202,2 1 0,-26 84 0,43-114-1053,2 0-1,0 1 0,2 0 0,0 0 1,1 0-1,1 0 0,2 0 0,0 1 1,6 32-1,-6-49-725,5 19-1957,-5-17-6217,-20-20-1774</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147"/>
    </inkml:context>
    <inkml:brush xml:id="br0">
      <inkml:brushProperty name="width" value="0.025" units="cm"/>
      <inkml:brushProperty name="height" value="0.025" units="cm"/>
    </inkml:brush>
  </inkml:definitions>
  <inkml:trace contextRef="#ctx0" brushRef="#br0">0 21 8314,'5'-1'647,"0"0"1,0 0-1,0 1 1,-1 0-1,1 0 1,0 0-1,0 0 1,6 2-1,12 0 507,57 1 502,1-3 0,-1-5-1,82-14 1,-177 24-1314,1 0 1,-1 1-1,1 1 1,0 0-1,-15 12 0,-12 5-248,-47 28-21,78-45-68,1-1 0,0 2 0,1-1 0,0 1 0,0 0 0,-13 18 0,20-24-6,0-1-1,0 0 0,0 1 1,0-1-1,1 1 0,-1-1 0,0 1 1,1 0-1,-1-1 0,1 1 1,-1 0-1,1-1 0,0 1 0,0 0 1,0-1-1,0 1 0,0 0 0,0 0 1,0-1-1,1 1 0,-1 0 1,0-1-1,1 1 0,1 2 0,-1-2 2,1 0-1,0 0 1,-1 0-1,1-1 0,0 1 1,0 0-1,1-1 1,-1 0-1,0 1 0,0-1 1,1 0-1,-1 0 1,1 0-1,3 0 0,4 2 2,1-1-1,0-1 1,0 0-1,0 0 0,-1-1 1,20-2-1,-15-1-34,-1 0-1,0-2 1,0 1-1,0-2 1,0 0 0,-1 0-1,0-2 1,-1 1-1,1-2 1,-1 0-1,-1 0 1,0-1 0,0 0-1,-1-1 1,13-16-1,-22 25 64,0 0 0,0 0-1,-1 1 1,1-1 0,0 0-1,-1 0 1,1 0 0,-1 0 0,1 0-1,-1 0 1,0 0 0,0 0-1,0-3 1,0 5-4,0-1-1,0 1 1,0-1-1,0 1 1,-1-1-1,1 1 1,0-1-1,0 1 1,0-1 0,0 1-1,-1-1 1,1 1-1,0-1 1,-1 1-1,1-1 1,0 1 0,-1 0-1,1-1 1,0 1-1,-1 0 1,1-1-1,-1 1 1,1 0 0,0-1-1,-1 1 1,1 0-1,-1 0 1,1 0-1,-1 0 1,1-1-1,-1 1 1,1 0 0,-1 0-1,1 0 1,-1 0-1,1 0 1,-1 0-1,0 0 1,1 0 0,-1 0-1,1 0 1,-1 1-1,1-1 1,-1 0-1,1 0 1,0 0 0,-1 1-1,1-1 1,-1 0-1,1 0 1,-1 1-1,0 0-26,-1 0-1,1 0 1,0 0-1,0 1 1,0-1 0,0 0-1,0 0 1,1 0-1,-1 1 1,0-1-1,0 1 1,1-1-1,-1 0 1,1 1-1,0-1 1,-1 1-1,1-1 1,0 1-1,0 0 1,0-1-1,0 1 1,0-1-1,0 1 1,0-1-1,0 1 1,1-1-1,-1 1 1,1 1-1,15 41-275,-15-39 1,1-1 1,0 0-1,0 0 1,0 0 0,1 0-1,-1 0 1,1 0-1,0-1 1,0 0 0,0 1-1,1-1 1,-1 0-1,1 0 1,0-1 0,-1 1-1,1-1 1,0 0-1,1 0 1,-1 0 0,0 0-1,0-1 1,7 2-1,89 13-4937</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402"/>
    </inkml:context>
    <inkml:brush xml:id="br0">
      <inkml:brushProperty name="width" value="0.025" units="cm"/>
      <inkml:brushProperty name="height" value="0.025" units="cm"/>
    </inkml:brush>
  </inkml:definitions>
  <inkml:trace contextRef="#ctx0" brushRef="#br0">335 1 12643,'-18'11'5057,"-2"9"-3569,-18 22 521,0 12 159,2 6-536,7 7-647,5-3-217,4 3-312,2-2-288,2-1-120,5-4-48,7-8-96,-3-14-408,5-12-873,0-8-1039,-1-13-1601,-1-10-400,-41-48-3969</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705"/>
    </inkml:context>
    <inkml:brush xml:id="br0">
      <inkml:brushProperty name="width" value="0.025" units="cm"/>
      <inkml:brushProperty name="height" value="0.025" units="cm"/>
    </inkml:brush>
  </inkml:definitions>
  <inkml:trace contextRef="#ctx0" brushRef="#br0">0 14 9634,'125'-11'9438,"-68"9"-8568,0 2-1,-1 3 0,63 12 0,-116-15-840,0 0 0,0 0 0,0 1-1,0 0 1,0-1 0,0 1 0,0 0 0,0 1 0,0-1 0,-1 0 0,1 1 0,-1 0 0,1-1 0,-1 1-1,1 0 1,-1 0 0,0 0 0,0 1 0,0-1 0,3 4 0,-4-1 76,0 0 0,0-1 1,0 1-1,0 0 0,-1 0 0,0-1 0,0 1 1,0 0-1,-1 0 0,1-1 0,-3 10 1,-6 18 233,6-24-448,1 0-1,0 0 1,0 0-1,0 12 1,1-18-1489,11-10-10253</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864"/>
    </inkml:context>
    <inkml:brush xml:id="br0">
      <inkml:brushProperty name="width" value="0.025" units="cm"/>
      <inkml:brushProperty name="height" value="0.025" units="cm"/>
    </inkml:brush>
  </inkml:definitions>
  <inkml:trace contextRef="#ctx0" brushRef="#br0">11 23 11747,'-2'-9'6665,"0"4"-5057,-2-1-199,1 3-305,6 6-1104,1 8-264,0 6-1505,8 8-2231,28 37-3170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1.599"/>
    </inkml:context>
    <inkml:brush xml:id="br0">
      <inkml:brushProperty name="width" value="0.025" units="cm"/>
      <inkml:brushProperty name="height" value="0.025" units="cm"/>
    </inkml:brush>
  </inkml:definitions>
  <inkml:trace contextRef="#ctx0" brushRef="#br0">223 89 12571,'-18'1'3606,"0"0"-1,-27 5 1,33-3-2984,0 0-1,0 1 1,0 0-1,-21 11 0,29-13-619,1 0 1,-1 0-1,0 0 0,0 1 0,1-1 0,-1 1 0,1 0 0,0 0 0,0 0 0,0 1 0,0-1 1,1 1-1,-1-1 0,1 1 0,0 0 0,0 0 0,1 0 0,-1 0 0,1 0 0,-1 0 0,1 1 1,1-1-1,-1 0 0,1 1 0,-1-1 0,1 1 0,0-1 0,1 0 0,-1 1 0,1-1 1,0 0-1,0 1 0,0-1 0,1 0 0,2 5 0,-1-1-2,1 0 0,0 0 0,0 0 0,1-1 0,0 1 0,0-1 0,1-1 0,0 1 0,0-1 0,1 0 0,0 0 0,0-1 0,0 1 0,12 5 0,-14-9-15,0 1 0,-1-2-1,1 1 1,0 0-1,0-1 1,0 0-1,0 0 1,1-1 0,-1 0-1,0 1 1,0-2-1,0 1 1,0-1-1,0 1 1,1-1 0,-1-1-1,-1 1 1,1-1-1,0 0 1,0 0-1,0 0 1,-1 0 0,0-1-1,1 0 1,-1 0-1,4-4 1,0 0-49,0-1 0,0 0 0,-1 0 0,0-1 0,-1 0 0,0 0-1,0 0 1,-1-1 0,0 1 0,6-19 0,-5 7 0,-1 0-1,-1 0 1,-1 0-1,0-34 1,-3 39 32,0 9 19,0-1 0,0 1 0,1-1 0,0 1 0,3-11 0,-3 16 11,0 0 0,-1 1 1,1-1-1,0 1 0,0-1 0,0 1 0,0 0 1,0-1-1,0 1 0,0 0 0,0 0 1,1-1-1,-1 1 0,1 0 0,-1 0 1,0 1-1,1-1 0,-1 0 0,1 0 1,0 1-1,-1-1 0,1 1 0,0-1 0,-1 1 1,1 0-1,0 0 0,-1 0 0,4 0 1,4 0 9,0 1 1,-1 1 0,1-1 0,-1 1-1,0 1 1,0 0 0,1 0 0,-2 0 0,1 1-1,0 0 1,-1 1 0,0 0 0,0 0-1,0 0 1,-1 1 0,1 0 0,6 9-1,-7-9 1,-1 1-1,0 0 1,0 0-1,-1 0 1,0 0-1,0 1 0,-1 0 1,0-1-1,0 1 1,-1 0-1,1 1 1,-2-1-1,0 0 0,0 1 1,0-1-1,-1 0 1,-1 17-1,-1-19 51,0 1 0,-1-1-1,1 0 1,-1 0 0,0 0 0,-1-1-1,1 1 1,-1-1 0,0 0 0,-1 0 0,1 0-1,-1 0 1,0-1 0,-8 6 0,74-82-203,-46 55 120,1 2 1,1 0-1,1 1 1,0 1-1,0 0 1,2 1 0,-1 2-1,1 0 1,1 1-1,0 0 1,0 2-1,1 1 1,25-5-1,-45 11 31,1 0-1,-1-1 0,0 1 0,0 0 0,0 0 0,1 0 0,-1 0 0,0 0 0,0 1 0,0-1 0,0 1 0,0-1 0,1 1 0,-1 0 0,0 0 0,0 0 0,0 0 0,-1 0 0,1 0 0,0 1 0,2 1 0,-2 0 13,-1-1 1,1 1 0,-1-1-1,0 1 1,1 0-1,-1-1 1,0 1-1,-1 0 1,1 0 0,0 0-1,-1 0 1,0-1-1,0 1 1,0 3 0,-1 9 70,0-1 1,-2 1 0,1-1 0,-11 27 0,13-40-101,-10 37-54,9-14-3270,-1-13-2354,-5 6-3204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3.833"/>
    </inkml:context>
    <inkml:brush xml:id="br0">
      <inkml:brushProperty name="width" value="0.025" units="cm"/>
      <inkml:brushProperty name="height" value="0.025" units="cm"/>
    </inkml:brush>
  </inkml:definitions>
  <inkml:trace contextRef="#ctx0" brushRef="#br0">0 696 4201,'27'-12'5507,"50"-16"1,85-12-2947,-123 32-1946,13-1-535,0 4 0,0 1 1,59 4-1,45-3 28,447-53 482,-306 26-362,220 7 28,-115 10-124,-223 4-118,-67 6 19,209-34 0,464-84 895,-597 104-848,125-17 83,-112 14-71,-43 5-72,387-12-36,-226 19 8,-4-34 42,-22 0 205,296 25 271,-41 26-401,1-40-5,-1-8 688,-456 35-538,-53 2-119,18-2 514,1 3 0,97 10-1,-85-4 1505,-74-5-1947,1 1 0,0 0 0,1 0 1,-1 1-1,0-1 0,0 1 0,0-1 0,1 1 1,-1 0-1,1 0 0,-3 3 0,-31 19-2429,30-21 1300,1 0 1,-1-1-1,1 1 0,-1-1 0,0-1 1,-10 2-1,-73 5-8853</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7.950"/>
    </inkml:context>
    <inkml:brush xml:id="br0">
      <inkml:brushProperty name="width" value="0.025" units="cm"/>
      <inkml:brushProperty name="height" value="0.025" units="cm"/>
    </inkml:brush>
  </inkml:definitions>
  <inkml:trace contextRef="#ctx0" brushRef="#br0">34 1 4729,'1'0'465,"-1"1"1,1 0-1,0-1 1,0 1-1,-1-1 0,1 1 1,0-1-1,0 1 1,0-1-1,-1 0 0,1 1 1,0-1-1,0 0 1,0 0-1,0 0 0,0 0 1,0 0-1,0 0 1,1 0-1,5 3 5546,-8 17-3642,-9 39-2277,-28 194 906,32-192-2131,3 0-1,4 71 1,0-125-185,1-41-11158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8.494"/>
    </inkml:context>
    <inkml:brush xml:id="br0">
      <inkml:brushProperty name="width" value="0.025" units="cm"/>
      <inkml:brushProperty name="height" value="0.025" units="cm"/>
    </inkml:brush>
  </inkml:definitions>
  <inkml:trace contextRef="#ctx0" brushRef="#br0">227 67 8610,'3'-4'754,"0"0"0,0 0 0,0 1 0,1-1 0,0 1-1,0 0 1,8-5 0,-4 3-314,0 1-1,1 0 1,16-5-1,-14 6-370,0 0 0,0 1 0,1 1 0,-1-1 0,1 2 0,22 1 0,-27-1-32,-1 1-1,0 1 0,0-1 1,0 1-1,0 0 0,0 0 1,0 1-1,-1 0 0,1 0 1,-1 0-1,1 1 0,-1-1 0,-1 1 1,1 0-1,0 1 0,-1-1 1,0 1-1,0 0 0,0 0 1,-1 0-1,1 1 0,-1-1 1,-1 1-1,1 0 0,2 10 1,-2-8-24,-2 1 0,1 0 0,-1 0 0,0 0 0,-1 0 0,0 0 0,-1-1 1,0 1-1,0 0 0,-1 0 0,0 0 0,0-1 0,-1 1 0,0-1 0,-1 0 0,1 0 0,-10 14 1,1-6 12,-1-1 1,0 0 0,-1-1 0,0 0 0,-26 18 0,-86 51-272,104-72 85,-10 7-253,72-15-143,-21-2 510,0 1 0,0 1-1,28 7 1,-39-8 30,-1 1-1,0-1 1,0 1-1,0 0 1,0 1-1,-1-1 1,1 2-1,-1-1 1,0 0-1,0 1 1,9 10 0,-14-13 1,0-1 0,0 1 0,0-1 0,0 1 0,0 0 1,0-1-1,-1 1 0,1 0 0,0 0 0,-1-1 0,1 1 1,-1 0-1,0 0 0,0 0 0,0 0 0,0-1 1,0 1-1,0 0 0,0 0 0,-1 0 0,1 0 0,0-1 1,-1 1-1,0 0 0,1 0 0,-1-1 0,0 1 1,0 0-1,0-1 0,0 1 0,0-1 0,0 0 0,-1 1 1,1-1-1,0 0 0,-3 3 0,-6 3 56,0 0 1,0 0-1,-1 0 0,-15 6 1,21-11-7,-40 19 968,-2-3 0,0-2-1,-1-2 1,-97 16 0,140-29-812,0 0 0,-1-1 0,1 1 0,0-1 0,0 0 0,-9-2-1,14 2-185,-1 0-1,1 0 1,0 0-1,0 0 1,0 0-1,0 0 1,-1 0-1,1 0 0,0 0 1,0-1-1,0 1 1,0 0-1,-1 0 1,1 0-1,0 0 1,0 0-1,0 0 0,0-1 1,0 1-1,0 0 1,0 0-1,0 0 1,-1 0-1,1-1 1,0 1-1,0 0 0,0 0 1,0 0-1,0-1 1,0 1-1,0 0 1,0 0-1,0 0 0,0 0 1,0-1-1,0 1 1,0 0-1,0 0 1,0 0-1,1-1 1,-1 1-1,0 0 0,0 0 1,0 0-1,0 0 1,0-1-1,0 1 1,0 0-1,0 0 1,1 0-1,-1 0 0,0 0 1,0 0-1,0-1 1,0 1-1,0 0 1,1 0-1,-1 0 1,0 0-1,0 0 0,0 0 1,1 0-1,-1 0 1,0 0-1,12-8-67,-1 4-497,0 1-1,0 0 1,1 0 0,21-1-1,45-9-4764,32-14-1995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8.922"/>
    </inkml:context>
    <inkml:brush xml:id="br0">
      <inkml:brushProperty name="width" value="0.025" units="cm"/>
      <inkml:brushProperty name="height" value="0.025" units="cm"/>
    </inkml:brush>
  </inkml:definitions>
  <inkml:trace contextRef="#ctx0" brushRef="#br0">10 0 8498,'0'0'242,"0"0"0,-1 0 0,1 0 0,-1 0 0,1 0 0,-1 0-1,1 1 1,0-1 0,-1 0 0,1 0 0,0 0 0,-1 0 0,1 1 0,-1-1 0,1 0 0,0 0 0,-1 1 0,1-1 0,0 0 0,0 0 0,-1 1 0,1-1 0,0 0 0,0 1 0,-1-1 0,1 0 0,0 1 0,0-1-1,0 1 1,0-1 0,-1 0 0,1 1 0,0-1 0,0 1 0,0-1 0,0 0 0,0 1 0,0-1 0,0 1 0,4 23 2487,0-4-1781,-4-12-846,0 1 0,1 0 0,0 0 0,1 0 0,0 0 0,0-1 0,4 12 0,-5-18-102,0 0 0,0-1 0,0 1 0,0 0 0,0 0 0,0 0 0,1-1 0,-1 1 0,0 0 0,1-1 0,-1 1 0,1-1 0,0 0 0,0 0 0,-1 1 0,1-1 0,0 0 0,0 0 0,0-1 0,0 1 0,0 0 0,0-1 0,0 1 0,0-1 0,1 0 0,-1 1 0,0-1 0,0 0 0,0-1 0,0 1 0,0 0 0,0 0 0,1-1 0,-1 1 0,3-2 0,0 0-2,0 1 1,0-1 0,0 0-1,0 0 1,0 0-1,0-1 1,-1 0-1,1 0 1,-1 0 0,0 0-1,0-1 1,0 0-1,0 1 1,-1-2-1,1 1 1,-1 0 0,0-1-1,0 1 1,-1-1-1,1 0 1,-1 0-1,0 0 1,-1 0 0,1 0-1,-1 0 1,0 0-1,0-1 1,0-9 0,0 22-375,0 0 0,1-1 0,0 1 0,0-1 0,0 1 0,1-1 1,0 0-1,0 0 0,0 0 0,1 0 0,5 6 0,-8-10 194,0-1-1,1 1 1,-1-1-1,1 0 1,-1 1-1,1-1 0,0 0 1,0 0-1,0 0 1,-1 0-1,1 0 1,0 0-1,0 0 1,0-1-1,2 1 1,70 8-4373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9.433"/>
    </inkml:context>
    <inkml:brush xml:id="br0">
      <inkml:brushProperty name="width" value="0.025" units="cm"/>
      <inkml:brushProperty name="height" value="0.025" units="cm"/>
    </inkml:brush>
  </inkml:definitions>
  <inkml:trace contextRef="#ctx0" brushRef="#br0">80 0 13123,'-2'16'5466,"-7"9"-4022,2-4-609,-4 30 769,2 0 0,-2 103-1,-1 0-783,-5-79-748,19-75-112,1-1-1,-1 0 1,0 0 0,0 0 0,0-1-1,0 1 1,0-1 0,0 1 0,2-3-1,9-6-80,9-8-329,28-17 0,-45 31 383,1 1 0,-1 0 1,1 0-1,0 1 0,0 0 1,0 0-1,0 0 0,0 1 1,0-1-1,0 2 0,10-1 1,-15 1 53,1 0 1,-1 1 0,1-1-1,-1 1 1,1 0 0,-1-1-1,1 1 1,-1 0 0,0 0-1,1 0 1,-1 0 0,0 0 0,0 0-1,0 0 1,1 1 0,-1-1-1,-1 0 1,1 0 0,0 1-1,0-1 1,0 1 0,-1-1-1,1 1 1,-1-1 0,1 1 0,-1-1-1,0 1 1,1 0 0,-1 2-1,1 4-30,0 1 0,-1-1 0,1 1 0,-2 8 0,1-14 49,0-1-1,0 1 0,-1 0 1,1-1-1,-1 1 0,1-1 1,-1 1-1,0-1 0,0 1 0,0-1 1,0 1-1,0-1 0,0 0 1,-1 1-1,1-1 0,-1 0 1,0 0-1,0 0 0,1 0 1,-1-1-1,0 1 0,0 0 0,-1-1 1,-3 3-1,1-3 59,-1 0-1,0 0 1,1 0 0,-1 0 0,0-1-1,1 0 1,-1 0 0,0-1-1,1 0 1,-11-2 0,1 1-66,-1-2-1,1 1 1,0-2 0,1 0 0,-26-13 0,40 18-74,0-1 1,0 1 0,0 0 0,0-1 0,0 1-1,0 0 1,0-1 0,1 1 0,-1 0 0,0 0-1,0-1 1,0 1 0,1 0 0,-1-1 0,0 1-1,0 0 1,1 0 0,-1 0 0,0-1 0,1 1 0,-1 0-1,0 0 1,0 0 0,1 0 0,-1 0 0,0-1-1,1 1 1,-1 0 0,0 0 0,1 0 0,-1 0-1,0 0 1,1 0 0,-1 0 0,0 0 0,1 0-1,26-7-3938,-25 6 3665,59-16-5229</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9.974"/>
    </inkml:context>
    <inkml:brush xml:id="br0">
      <inkml:brushProperty name="width" value="0.025" units="cm"/>
      <inkml:brushProperty name="height" value="0.025" units="cm"/>
    </inkml:brush>
  </inkml:definitions>
  <inkml:trace contextRef="#ctx0" brushRef="#br0">126 0 11723,'-4'32'7365,"-9"17"-5267,4-21-822,-45 257 2841,13-50-3885,37-190-244,22-58-296,0-6-129,0 1 0,42-32 0,-51 44 347,1 0 1,-1 0-1,1 1 0,0 0 0,0 0 1,1 2-1,-1-1 0,1 1 0,17-2 1,-26 4 80,-1 1 1,1 0-1,0 0 1,-1 0-1,1 0 1,-1 0 0,1 1-1,0-1 1,-1 0-1,1 1 1,-1 0 0,1-1-1,-1 1 1,1 0-1,-1-1 1,1 1-1,-1 0 1,0 0 0,1 0-1,-1 0 1,0 1-1,2 1 1,-1 0 5,0 0-1,-1 0 1,1 0 0,-1 1-1,1-1 1,-1 0 0,0 1 0,0-1-1,-1 1 1,1 3 0,0 2 6,0 0-1,-1-1 1,-1 1 0,1-1 0,-1 1 0,-1-1 0,0 1 0,-2 7-1,1-10 53,0-1 0,0 0 0,-1 0 0,0-1 0,1 1 0,-1-1 0,-1 0 0,1 0 0,-1 0-1,1-1 1,-1 1 0,0-1 0,0 0 0,-1-1 0,1 1 0,-1-1 0,1 0 0,-12 2-1,-3 1 177,0-2-1,0 0 1,0-1-1,-21-1 1,31 0-311,3-1 311,16-6-5809,15-9 270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0.338"/>
    </inkml:context>
    <inkml:brush xml:id="br0">
      <inkml:brushProperty name="width" value="0.025" units="cm"/>
      <inkml:brushProperty name="height" value="0.025" units="cm"/>
    </inkml:brush>
  </inkml:definitions>
  <inkml:trace contextRef="#ctx0" brushRef="#br0">166 1 8402,'0'1'7079,"0"1"-3500,-3 10-1488,-35 138 1727,16-56-3088,-9 18-382,6-27-17,-19 127 1,43-205-342,0-1 1,0 1-1,1 0 0,0-1 1,0 1-1,1 0 1,0-1-1,0 1 0,0-1 1,5 13-1,-6-18-46,1 0 1,-1-1-1,0 1 0,0-1 0,1 1 0,-1-1 0,1 1 0,-1-1 0,0 1 1,1-1-1,-1 1 0,1-1 0,-1 0 0,1 1 0,-1-1 0,1 0 0,-1 1 1,1-1-1,0 0 0,-1 0 0,1 1 0,-1-1 0,1 0 0,0 0 0,-1 0 0,1 0 1,-1 0-1,1 0 0,0 0 0,-1 0 0,1 0 0,0 0 0,-1 0 0,1-1 1,-1 1-1,1 0 0,0 0 0,-1-1 0,1 1 0,-1 0 0,1 0 0,-1-1 1,1 1-1,-1-1 0,1 1 0,-1-1 0,1 0 0,31-34-4907,-28 30 4159,55-73-6181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0.752"/>
    </inkml:context>
    <inkml:brush xml:id="br0">
      <inkml:brushProperty name="width" value="0.025" units="cm"/>
      <inkml:brushProperty name="height" value="0.025" units="cm"/>
    </inkml:brush>
  </inkml:definitions>
  <inkml:trace contextRef="#ctx0" brushRef="#br0">1 136 10082,'2'2'5183,"8"10"-3508,-5-6-1370,1-1 0,0 1 1,0-1-1,1 0 0,-1 0 1,1 0-1,0-1 1,0 0-1,1-1 0,-1 0 1,1 0-1,0 0 0,0-1 1,13 2-1,-17-4-300,0 1 1,0-1-1,0 0 0,0 0 0,-1-1 0,1 1 1,0-1-1,0 0 0,-1 0 0,1 0 0,0-1 0,-1 1 1,1-1-1,-1 0 0,0 0 0,1 0 0,-1 0 1,0 0-1,0-1 0,0 0 0,-1 1 0,1-1 0,-1 0 1,1 0-1,-1 0 0,0-1 0,0 1 0,-1-1 1,1 1-1,-1-1 0,1 1 0,0-7 0,0 3-5,-1 0 0,1 0 1,-1 0-1,-1 0 0,0 0 0,0 0 0,0 0 0,-1 0 0,0 0 0,0 1 0,-1-1 0,1 0 0,-2 0 0,1 1 0,-1-1 0,0 1 1,-6-10-1,8 15 12,0 0 0,0 0 1,0 0-1,0 0 0,0 1 1,0-1-1,0 0 0,-1 1 1,1-1-1,0 1 0,0-1 1,0 1-1,-1-1 0,1 1 0,0 0 1,-1 0-1,1 0 0,0 0 1,-1 0-1,1 0 0,0 0 1,-2 0-1,-1 1 16,1 0-1,-1 0 1,1 1-1,0-1 1,-1 1-1,1 0 1,-6 4-1,-2 3 85,0 0 0,-18 21 0,29-29-106,-3 2 5,-4 4 39,1 0 1,0 1-1,0 0 1,1 0-1,-6 11 1,10-17-37,0 1 1,0 0-1,0 0 0,1 0 1,-1 0-1,1 0 0,-1 0 1,1 0-1,0 0 0,0-1 1,1 1-1,-1 0 0,0 0 1,1 0-1,0 0 1,0 0-1,0 0 0,0 0 1,0-1-1,0 1 0,3 3 1,1 1-30,0 0 1,0-1-1,0 1 1,1-1-1,0 0 1,0-1-1,1 0 1,-1 0-1,1 0 1,0 0-1,1-1 1,-1-1-1,12 5 1,-10-5-548,-1-1 1,1 0-1,0 0 1,0-1-1,-1 0 0,1 0 1,0-1-1,0 0 1,11-2-1,101-25-9065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1.293"/>
    </inkml:context>
    <inkml:brush xml:id="br0">
      <inkml:brushProperty name="width" value="0.025" units="cm"/>
      <inkml:brushProperty name="height" value="0.025" units="cm"/>
    </inkml:brush>
  </inkml:definitions>
  <inkml:trace contextRef="#ctx0" brushRef="#br0">567 0 10010,'-7'0'8750,"-12"1"-7016,-11 1-1057,1 2 0,-1 2-1,1 1 1,-31 11 0,5 2-92,-59 31 0,16 3-400,86-46-183,0 0-1,0 1 1,1 1 0,0-1-1,-13 17 1,22-24-5,1-1-1,0 0 1,0 1 0,0-1 0,0 1-1,0-1 1,0 1 0,0 0 0,1-1 0,-1 1-1,0 0 1,1-1 0,-1 1 0,1 0 0,0 0-1,0 0 1,0-1 0,0 1 0,0 0 0,0 0-1,0 0 1,0-1 0,1 3 0,1-2-4,-1 1 1,0-1 0,1 0-1,-1-1 1,1 1-1,0 0 1,-1 0 0,1-1-1,0 1 1,0-1-1,0 1 1,0-1 0,1 0-1,3 2 1,8 2-70,0-1 0,0 0 0,1-1-1,19 2 1,60 3-341,-53-6 46,0 2-1,41 10 1,-77-13 340,-1 0 0,1 0 0,-1 1 1,1-1-1,-1 1 0,0 1 0,0-1 0,0 0 0,5 5 0,-8-6 30,0 0 1,0 0 0,-1 0-1,1 0 1,0 0-1,-1 0 1,1 0-1,-1 0 1,1 0-1,-1 1 1,1-1-1,-1 0 1,0 0 0,1 1-1,-1-1 1,0 0-1,0 0 1,0 1-1,0-1 1,0 0-1,-1 0 1,1 1-1,0-1 1,-1 0-1,1 0 1,0 1 0,-1-1-1,1 0 1,-1 0-1,0 0 1,1 0-1,-1 0 1,0 0-1,0 0 1,0 0-1,0 0 1,-1 1 0,-22 22 355,-1-1 0,-1 0 0,-1-2 0,-38 23 1,21-15-255,24-15-99,12-10-75,0 0 1,1 1 0,0 1-1,0-1 1,1 1 0,-1 0-1,1 0 1,-9 13 0,64-48-7563,59-39 1116</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1.644"/>
    </inkml:context>
    <inkml:brush xml:id="br0">
      <inkml:brushProperty name="width" value="0.025" units="cm"/>
      <inkml:brushProperty name="height" value="0.025" units="cm"/>
    </inkml:brush>
  </inkml:definitions>
  <inkml:trace contextRef="#ctx0" brushRef="#br0">124 35 8874,'-9'-5'8544,"-1"6"-3428,-14 10-2063,-16 24-3912,39-34 1256,-3 4-362,0-1 1,0 1-1,0 1 0,1-1 0,0 0 0,0 1 0,0 0 0,1 0 0,0-1 0,0 1 0,0 1 0,1-1 0,0 0 0,-1 10 0,2-12-32,0 0-1,0-1 0,0 1 1,1 0-1,-1 0 0,1 0 1,0 0-1,0-1 0,0 1 1,1 0-1,-1-1 0,1 1 1,0-1-1,0 1 0,0-1 1,0 0-1,1 0 0,-1 0 1,1 0-1,0 0 0,0-1 1,0 1-1,0-1 0,6 3 0,-6-4 4,0 0-1,0 0 1,0 0-1,1-1 0,-1 0 1,0 1-1,1-1 0,-1 0 1,0-1-1,0 1 0,1-1 1,-1 1-1,0-1 0,0 0 1,0 0-1,1 0 0,-1-1 1,-1 1-1,1-1 0,0 1 1,4-5-1,7-3 1,0-2 0,20-19 1,-27 23 9,-1 1 0,1-1 1,-1-1-1,-1 1 1,1-1-1,-1 0 0,-1 0 1,1-1-1,3-10 1,-7 16-12,-1 0 0,1 0 1,0-1-1,-1 1 1,0 0-1,0-1 1,0 1-1,0 0 1,0-1-1,0 1 1,-1 0-1,0 0 1,0-1-1,0 1 1,0 0-1,0 0 0,-1 0 1,1 0-1,-1 0 1,0 0-1,0 1 1,0-1-1,0 1 1,0-1-1,0 1 1,-1 0-1,1-1 1,-1 1-1,-4-2 1,-16-9-891,22 12 787,0 1-1,0-1 0,0 1 0,1-1 0,-1 1 0,0-1 0,0 1 1,0 0-1,0 0 0,0-1 0,0 1 0,0 0 0,0 0 0,0 0 1,0 0-1,0 0 0,0 0 0,0 0 0,0 1 0,0-1 0,0 0 1,0 0-1,-1 1 0,4 8-3902,17 13-1464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1.929"/>
    </inkml:context>
    <inkml:brush xml:id="br0">
      <inkml:brushProperty name="width" value="0.025" units="cm"/>
      <inkml:brushProperty name="height" value="0.025" units="cm"/>
    </inkml:brush>
  </inkml:definitions>
  <inkml:trace contextRef="#ctx0" brushRef="#br0">34 156 8346,'0'18'5711,"3"6"-1584,0 16 1037,-18-65-1984,11 17-3138,0 0 0,1-1-1,0 1 1,0-1 0,1 0 0,0 0-1,0 0 1,1 0 0,1 0-1,-1 0 1,1 0 0,1 0 0,0 0-1,0 0 1,1 0 0,0 0-1,0 0 1,1 1 0,1-1-1,-1 1 1,9-15 0,-5 17-807,-4 15-2879,2 8-1451,14 11-1789</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2.279"/>
    </inkml:context>
    <inkml:brush xml:id="br0">
      <inkml:brushProperty name="width" value="0.025" units="cm"/>
      <inkml:brushProperty name="height" value="0.025" units="cm"/>
    </inkml:brush>
  </inkml:definitions>
  <inkml:trace contextRef="#ctx0" brushRef="#br0">242 1 11915,'0'0'466,"-1"-1"1,1 1-1,0 0 1,-1 0-1,1 0 1,-1 0-1,1 0 1,0 0 0,-1 0-1,1 0 1,0 0-1,-1 0 1,1 0-1,-1 0 1,1 1-1,0-1 1,-1 0 0,1 0-1,0 0 1,-1 0-1,1 1 1,0-1-1,-1 0 1,1 0-1,0 1 468,-1-1-468,1 1 1,-16 15 3572,-20 27-5707,28-32 3248,-12 13-1369,2 1 0,0 0 1,2 2-1,1 0 0,1 1 1,1 0-1,1 1 1,2 0-1,-11 52 0,21-78-214,-14 105 4,13-98-69,1 0-1,1 1 0,-1-1 0,2 0 0,-1 0 0,1 1 1,1-1-1,5 14 0,-5-20-73,0 0 0,-1 0 1,1 0-1,1 0 0,-1-1 0,1 1 1,-1-1-1,1 0 0,0 0 0,0 0 1,0-1-1,1 1 0,-1-1 0,0 0 1,1 0-1,0-1 0,-1 0 0,1 1 1,0-1-1,0-1 0,9 1 0,-1 0-643,0 0 1,0-1-1,0-1 0,0 0 0,0-1 0,0 0 0,12-5 0,-17 4-188,-1 1 0,0-2 0,0 1 0,0-1 1,7-5-1,62-50-7703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2.502"/>
    </inkml:context>
    <inkml:brush xml:id="br0">
      <inkml:brushProperty name="width" value="0.025" units="cm"/>
      <inkml:brushProperty name="height" value="0.025" units="cm"/>
    </inkml:brush>
  </inkml:definitions>
  <inkml:trace contextRef="#ctx0" brushRef="#br0">1 105 11522,'4'0'5618,"1"-2"-3578,1 0-464,8 0 353,8-3-617,9 1-464,11-3-272,10-2-264,1 0-223,-4 0-89,-2 0-601,-3-4-3712,41-20-5769</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4.325"/>
    </inkml:context>
    <inkml:brush xml:id="br0">
      <inkml:brushProperty name="width" value="0.025" units="cm"/>
      <inkml:brushProperty name="height" value="0.025" units="cm"/>
    </inkml:brush>
  </inkml:definitions>
  <inkml:trace contextRef="#ctx0" brushRef="#br0">454 186 4873,'14'-11'2460,"0"-1"0,-1 0 1,20-25-1,-31 35-2235,0 0 0,0 1 1,-1-1-1,1 0 0,-1 0 1,0 0-1,0 0 0,1-1 0,-1 1 1,-1 0-1,1 0 0,0-1 1,0 1-1,-1-1 0,0 1 1,1 0-1,-1-1 0,0 1 0,0-1 1,0 1-1,0-1 0,-1 1 1,1-1-1,-1 1 0,1 0 1,-1-1-1,0 1 0,0 0 0,0 0 1,-3-4-1,2 3-142,0 1 0,-1 0 1,1 0-1,-1 0 0,0 0 0,1 0 0,-1 1 1,0-1-1,0 1 0,0 0 0,0 0 0,0 0 0,0 0 1,-1 0-1,1 1 0,0 0 0,0-1 0,-1 1 1,1 0-1,0 1 0,0-1 0,0 0 0,-5 2 0,-10 3-71,0 1 0,1 0-1,0 1 1,0 1-1,0 1 1,1 0-1,1 1 1,-19 15 0,-8 11-9,-55 59 0,79-76 11,2 0 0,0 1 1,1 0-1,1 2 0,1-1 0,0 2 0,2 0 1,-11 32-1,18-43 5,1 0 1,0 0-1,1 0 1,1 0-1,-1 0 0,2 0 1,0 1-1,0-1 1,1 0-1,1 0 0,0 0 1,1 0-1,0 0 1,0 0-1,1 0 1,1-1-1,0 0 0,1 0 1,8 13-1,-2-8 4,0 0 0,1-1 0,0-1-1,1 0 1,1-1 0,0 0 0,1-1-1,0-1 1,1 0 0,0-2 0,32 14-1,-36-18-7,1 0-1,0-1 0,-1-1 0,1 0 1,0-1-1,0-1 0,1 0 0,-1-1 1,0 0-1,0-1 0,0-1 0,0 0 0,0-1 1,0 0-1,0-1 0,-1-1 0,14-6 1,5-5-16,-1-2 1,-1-1 0,-1-1 0,-1-1 0,0-2 0,42-46-1,-53 51 6,-2-1 0,-1 0 0,0-1 0,-1-1 0,-1 0-1,-1-1 1,-1 0 0,-2-1 0,0 0 0,10-44 0,-17 54 1,0 0 0,-1 1 0,0-1 1,0 0-1,-2 0 0,0 1 0,0-1 1,-1 1-1,0 0 0,-9-20 0,-7-8 18,-39-66-1,49 92-21,5 8 21,1-1 0,-2 2 0,1-1 0,-1 0 0,1 1 0,-2 0 0,1 0 0,0 0 0,-1 1 0,0-1 0,0 1 0,0 1 0,-1-1 0,1 1 0,-1 0 0,0 1 0,0 0 0,0 0 0,0 0 0,0 1 0,0 0 0,0 0 0,0 1 0,-1 0 0,-10 1-1,-57 18 270,54-13-79,1 0-1,-36 4 1,55-10-150,-1-1 1,1 1-1,0 0 1,0 0-1,-1-1 1,1 1-1,0-1 1,0 1-1,-1-1 1,1 1-1,0-1 1,0 0-1,0 0 1,0 1-1,0-1 1,-1-2-1,-6-1 327,5 20-437,3-10-99,0 0 0,0-1 0,1 1 0,0 0 0,2 7 0,-2-11-88,-1 0 0,1-1-1,0 1 1,-1 0 0,1-1 0,0 1 0,0-1-1,0 1 1,1-1 0,-1 1 0,0-1 0,0 0-1,1 1 1,-1-1 0,1 0 0,-1 0 0,1 0-1,-1 0 1,1-1 0,0 1 0,-1 0 0,1-1-1,0 1 1,2 0 0,41 1-5729</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5.407"/>
    </inkml:context>
    <inkml:brush xml:id="br0">
      <inkml:brushProperty name="width" value="0.025" units="cm"/>
      <inkml:brushProperty name="height" value="0.025" units="cm"/>
    </inkml:brush>
  </inkml:definitions>
  <inkml:trace contextRef="#ctx0" brushRef="#br0">590 2 5809,'-2'0'8270,"-13"-2"-5933,3 5-1875,-1-1 0,0 1 0,1 1 0,0 1 0,0 0 0,0 0 0,-16 10 0,-77 56 1454,96-63-1698,-53 41 332,2 3-1,-56 62 0,104-101-476,1-1-1,1 2 0,0-1 0,1 1 1,0 1-1,1 0 0,1 0 0,0 0 1,-5 20-1,9-22-16,0 1 1,1-1-1,0 1 0,1-1 1,1 1-1,0-1 1,1 1-1,0-1 0,1 1 1,1-1-1,7 24 0,2-6 25,2-1-1,1 0 0,1-1 1,1-1-1,2-1 0,1 0 1,0-1-1,43 39 0,-50-53 43,0-1 0,1 0 0,1-1 0,0-1 0,0 0 0,33 13 0,-37-18 3,1 0-1,0-1 1,0 0 0,0-1 0,1 0 0,-1-1-1,0-1 1,1 0 0,-1 0 0,22-5 0,-29 6 1203,-5-11-17057,9-25 5499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6.222"/>
    </inkml:context>
    <inkml:brush xml:id="br0">
      <inkml:brushProperty name="width" value="0.025" units="cm"/>
      <inkml:brushProperty name="height" value="0.025" units="cm"/>
    </inkml:brush>
  </inkml:definitions>
  <inkml:trace contextRef="#ctx0" brushRef="#br0">1 177 6257,'5'-15'2335,"4"-8"1911,-8 22-3890,-1 1 0,1-1-1,0 1 1,-1-1 0,1 1 0,-1-1-1,1 1 1,0 0 0,-1-1-1,1 1 1,0 0 0,-1-1-1,1 1 1,0 0 0,-1 0-1,1 0 1,0 0 0,0 0 0,1-1 1110,11 20 771,-5-11-2058,-1 1-1,-1-1 1,0 2 0,0-1 0,0 1 0,-1 0 0,-1 0 0,0 0 0,3 11 0,-5-14-116,0 1 0,0-1 0,0 1 0,-1-1 0,-1 1 0,1 0 1,-1 0-1,-1-1 0,1 1 0,-1 0 0,-1-1 0,1 1 0,-6 12 0,7-19-47,0 0 0,-1 1 1,1-1-1,-1 0 0,1 0 0,-1 0 0,1 0 0,-1 0 0,0 0 0,0 0 1,1 0-1,-1 0 0,0 0 0,0-1 0,0 1 0,0 0 0,0 0 0,0-1 1,0 1-1,0-1 0,-1 1 0,1-1 0,0 1 0,0-1 0,0 0 0,-1 1 0,1-1 1,0 0-1,0 0 0,-1 0 0,1 0 0,0 0 0,0 0 0,0 0 0,-1-1 1,1 1-1,0 0 0,0-1 0,0 1 0,-1-1 0,1 1 0,0-1 0,0 0 1,0 1-1,0-1 0,-1-1 0,-1 0-6,1 0 1,-1-1-1,1 1 0,-1-1 1,1 0-1,0 0 0,0 0 0,0 0 1,0 0-1,0 0 0,1-1 1,-1 1-1,1 0 0,0-1 1,-1-4-1,2 0-10,0-1 1,1 0-1,-1 1 1,2-1-1,-1 1 0,1 0 1,0 0-1,1-1 0,0 1 1,0 1-1,1-1 1,0 0-1,0 1 0,1 0 1,11-13-1,3-2-9,0 2 0,2 0 0,32-24-1,20-8-71,-63 46 77,0 0 0,0 1 0,1 0 0,-1 1 0,21-6 0,-29 9 2,-1 1 1,0 0-1,1 0 1,-1 0-1,0 0 0,0 0 1,1 0-1,-1 0 0,0 0 1,0 0-1,1 0 1,-1 1-1,0-1 0,0 1 1,1-1-1,-1 1 1,0-1-1,0 1 0,0 0 1,0-1-1,0 1 0,0 0 1,0 0-1,2 1 1,-2 1 4,1-1 0,-1 1 0,1 0 0,-1 0 0,0-1 0,0 1 0,0 0 0,-1 0 0,1 0 0,0 4 0,-1 9 116,0-1 0,0 0 1,-4 20-1,3-31-47,-12 156 921,4-131-697,7-24-234,1 0-1,-1-1 0,1 1 1,0 1-1,-1 8 0,4-13-2866,-4-14-3081,-9-23-2138</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7.034"/>
    </inkml:context>
    <inkml:brush xml:id="br0">
      <inkml:brushProperty name="width" value="0.025" units="cm"/>
      <inkml:brushProperty name="height" value="0.025" units="cm"/>
    </inkml:brush>
  </inkml:definitions>
  <inkml:trace contextRef="#ctx0" brushRef="#br0">5 3 6849,'-2'5'7735,"0"4"-3766,6-8-3728,-1 0-1,1-1 0,0 1 0,0-1 1,0 1-1,0-1 0,0-1 0,-1 1 1,1 0-1,0-1 0,7-2 0,-1 2 45,26-6 155,10-1-283,-46 8-156,1 0-1,-1 0 1,1 0-1,-1 0 1,1 0-1,-1 0 1,1 1-1,-1-1 1,1 0-1,-1 0 1,0 0-1,1 0 1,-1 0-1,1 1 1,-1-1-1,1 0 1,-1 0-1,0 1 1,1-1-1,-1 0 1,0 1 0,1-1-1,-1 0 1,0 1-1,0-1 1,1 1-1,-1-1 1,0 0-1,0 1 1,1-1-1,-1 1 1,-2 18 9,-15 13 114,2-15-51,-2 0 1,-22 17-1,20-18 65,-26 29 0,45-45-133,0 0 0,-1 0 0,1 0 0,0 0 0,0 0 1,0 1-1,0-1 0,0 0 0,0 0 0,0 0 0,0 0 0,0 0 0,-1 0 1,1 1-1,0-1 0,0 0 0,0 0 0,0 0 0,0 0 0,0 0 0,0 1 0,0-1 1,0 0-1,0 0 0,0 0 0,0 0 0,0 0 0,0 1 0,0-1 0,0 0 0,0 0 1,0 0-1,1 0 0,-1 0 0,0 1 0,0-1 0,0 0 0,0 0 0,0 0 0,0 0 1,0 0-1,0 0 0,0 0 0,1 1 0,-1-1 0,0 0 0,0 0 0,11 2 220,21-3 190,-24 1-241,9 1 111,0 1 0,0 0-1,19 6 1,-21-4-122,1-1 0,1 0 0,18 0 0,-12-10-430,-18-1-3823,-6-3-1349</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7.862"/>
    </inkml:context>
    <inkml:brush xml:id="br0">
      <inkml:brushProperty name="width" value="0.025" units="cm"/>
      <inkml:brushProperty name="height" value="0.025" units="cm"/>
    </inkml:brush>
  </inkml:definitions>
  <inkml:trace contextRef="#ctx0" brushRef="#br0">2 2 6481,'0'-1'7885,"-1"3"-4983,8 6-1509,2-2-811,-1 1 0,0-1 0,0 1 0,0 1 0,-1 0 1,10 13-1,37 60-50,-13-18-312,-18-33-164,-2 2-1,-1 0 1,-1 1 0,-2 1 0,-1 0 0,-2 1 0,-1 1 0,12 54-1,-21-71 169,-1 1 0,0-1 0,-2 0 0,0 1-1,-1-1 1,-1 1 0,-1-1 0,0 1-1,-2-1 1,0 0 0,-1 0 0,-1-1-1,-11 25 1,-2-8 314,0-1 1,-3-1-1,0-1 0,-2 0 1,-44 43-1,71-77-538,1 0 0,0 0 0,0 0-1,0 1 1,0-1 0,0 1 0,5-1 0,28-9-7262,-7-1 1168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6"/>
    </inkml:context>
    <inkml:brush xml:id="br0">
      <inkml:brushProperty name="width" value="0.025" units="cm"/>
      <inkml:brushProperty name="height" value="0.025" units="cm"/>
    </inkml:brush>
  </inkml:definitions>
  <inkml:trace contextRef="#ctx0" brushRef="#br0">225 121 1280,'-36'-6'4150,"27"6"-3606,-1-2 1,1 1-1,0-1 0,-15-5 0,21 5-417,0 1 0,0-1 0,0 0 0,0 1 0,0-1 0,0-1 0,1 1 0,-1 0 0,1-1 0,0 1 0,0-1 0,0 0 0,0 0 0,0 0 0,0 0 0,1 0 0,-2-3 0,-4-14 1092,-7-16 5428,15 49-3208,-5 28-2386,0 15-788,6 87 746,2-59-625,-5 1-1,-14 112 1,8-164-324,4-19-42,0-1 0,0 24-1,2-37-98,0 0-1,0 0 0,0-1 0,0 1 1,0 0-1,0-1 0,1 1 1,-1-1-1,0 1 0,0-1 0,1 1 1,-1-1-1,0 1 0,1-1 0,-1 0 1,0 1-1,1-1 0,-2-2 0,0-2-714,0 0-1,0 0 0,0 0 1,0-1-1,1 1 0,0-1 1,0 1-1,1-1 0,-1 0 1,1 1-1,0-1 0,1 0 1,0 1-1,-1-1 0,4-8 1,12-63-5917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7"/>
    </inkml:context>
    <inkml:brush xml:id="br0">
      <inkml:brushProperty name="width" value="0.025" units="cm"/>
      <inkml:brushProperty name="height" value="0.025" units="cm"/>
    </inkml:brush>
  </inkml:definitions>
  <inkml:trace contextRef="#ctx0" brushRef="#br0">57 296 3737,'-26'16'4521,"17"-9"-1680,15-9 2331,10-11-2005,-15 12-3163,0-1-1,0 1 0,0 0 1,1-1-1,-1 1 0,1 0 0,-1 0 1,1 0-1,-1 0 0,1 1 1,-1-1-1,1 0 0,0 0 0,0 1 1,-1-1-1,1 1 0,2 0 1,77-5 458,-48 4-350,-1-1 0,44-9 0,109-39 15,-102 26 191,141-23 0,-102 32-249,25-1 415,246-61-1,-356 66-295,1 2-1,-1 2 0,1 1 1,1 2-1,-1 2 0,51 2 0,-82 1-143,0 0 0,0 1 0,0-1 0,0 1-1,0 1 1,0-1 0,-1 1 0,1 0 0,-1 1 0,0-1-1,0 1 1,0 0 0,9 10 0,-13-12-7,-1 1 0,0 0 0,0-1 0,0 1 0,0 0-1,0 0 1,-1 0 0,1 0 0,-1 0 0,0 0 0,0 0 0,0 0 0,-1 5 0,-8 43 202,5-36-190,-40 148 370,24-94-295,-17 99 0,21-47-40,1 146 0,15-224-28,1-17-34,0 0 0,-3 0 0,-7 46 0,8-68-9,0 0-1,0-1 1,-1 1-1,1 0 1,-1-1-1,0 1 1,0-1-1,0 1 1,-1-1-1,-5 6 1,7-8-12,-1 0 1,0 0 0,1 0 0,-1 0 0,0 0 0,0-1 0,0 1 0,0 0 0,0-1 0,1 0 0,-1 1-1,0-1 1,0 0 0,0 0 0,0 0 0,0 0 0,-3-1 0,-38-7-5,29 5 10,-70-12-15,0 4 1,-1 4-1,0 4 0,-145 12 1,-127 28 11,37-3 0,198-30-10,89-5 47,0 2 0,1 1 0,-1 1 0,1 2 0,-36 10 0,68-15-35,0 0 1,-1 0-1,1 0 0,0 0 1,0 0-1,0 0 1,0 0-1,0 0 1,0 0-1,0 0 1,0 0-1,0 0 0,0 0 1,0 0-1,-1 0 1,1 0-1,0 0 1,0 0-1,0 0 1,0 0-1,0 0 1,0 0-1,0 0 0,0 0 1,0 0-1,0 0 1,-1 0-1,1 0 1,0 0-1,0 0 1,0 0-1,0 0 1,0 0-1,0 0 0,0 0 1,0 0-1,0-1 1,0 1-1,0 0 1,0 0-1,0 0 1,0 0-1,0 0 1,0 0-1,0 0 0,-1 0 1,1 0-1,0 0 1,0 0-1,0-1 1,0 1-1,0 0 1,0 0-1,0 0 1,0 0-1,0 0 0,0 0 1,0 0-1,0 0 1,1 0-1,-1 0 1,0-1-1,0 1 1,0 0-1,0 0 0,0 0 1,0 0-1,0 0 1,10-4 474,39 0-2347,17-11-3782,45-18-1727</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8"/>
    </inkml:context>
    <inkml:brush xml:id="br0">
      <inkml:brushProperty name="width" value="0.025" units="cm"/>
      <inkml:brushProperty name="height" value="0.025" units="cm"/>
    </inkml:brush>
  </inkml:definitions>
  <inkml:trace contextRef="#ctx0" brushRef="#br0">9 303 4441,'-8'-1'5785,"8"-2"-1890,15-5-218,31-5-1880,91 3-511,472-44-493,289-99-617,-884 150-171,62-13 38,1 3 0,1 4 0,79 0 0,-121 9-15,-4 1 199,49 5 1,-72-3 929,-16-3-1615,-20-5-4458,0-10-582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9"/>
    </inkml:context>
    <inkml:brush xml:id="br0">
      <inkml:brushProperty name="width" value="0.025" units="cm"/>
      <inkml:brushProperty name="height" value="0.025" units="cm"/>
    </inkml:brush>
  </inkml:definitions>
  <inkml:trace contextRef="#ctx0" brushRef="#br0">168 1 8426,'19'14'8982,"-5"6"-4540,3 30-3395,1 2-622,-12-42-398,1-1-1,0 1 1,1-1-1,0 0 1,0-1-1,1 0 1,0 0-1,0-1 1,1 0-1,-1 0 0,2-1 1,-1-1-1,1 0 1,0 0-1,17 4 1,16 4 19,0-3 0,72 8-1,-113-17-35,40-2 632,-61 3-255,-1 0 1,1 0-1,0 2 0,-21 7 1,-76 28-269,109-37-66,-43 17 73,0 1 0,-70 43 0,100-52-104,1 1 0,0 1 0,1 1 0,1 0 0,0 1 0,1 1 0,1 0 0,-25 37 0,35-47-32,0 1 0,1 0 0,0 0 0,1 0 0,-1 0 0,-1 8-1,4-14-93,0 0-1,-1 1 0,1-1 0,0 0 0,0 0 0,0 1 0,0-1 0,0 0 0,0 0 0,0 1 0,0-1 0,1 0 0,-1 0 1,0 1-1,1-1 0,-1 0 0,1 0 0,0 0 0,-1 0 0,1 0 0,0 0 0,-1 0 0,1 0 0,0 0 0,0 0 0,0 0 1,0 0-1,0-1 0,0 1 0,0 0 0,0-1 0,0 1 0,0-1 0,1 1 0,-1-1 0,0 1 0,0-1 0,0 0 0,1 1 0,-1-1 1,0 0-1,0 0 0,2 0 0,0 0-361,0-1 0,0 1 0,0 0 1,0-1-1,0 0 0,-1 1 0,1-1 0,0 0 1,0-1-1,4-1 0,77-43-7509</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0"/>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1"/>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2"/>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3"/>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4"/>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5"/>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6"/>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7"/>
    </inkml:context>
    <inkml:brush xml:id="br0">
      <inkml:brushProperty name="width" value="0.025" units="cm"/>
      <inkml:brushProperty name="height" value="0.025" units="cm"/>
    </inkml:brush>
  </inkml:definitions>
  <inkml:trace contextRef="#ctx0" brushRef="#br0">97 136 6625,'4'-4'3403,"18"-19"2124,-22 23-5446,1-1 0,-1 1 0,1-1 0,-1 1 0,1-1 0,-1 0 1,0 1-1,1-1 0,-1 0 0,0 1 0,1-1 0,-1 0 0,0 1 0,0-1 1,1 0-1,-1 0 0,0 1 0,0-1 0,0 0 0,0 0 0,0 1 0,0-1 0,0 0 1,-1 0-1,1 1 0,0-1 0,0 0 0,0 0 0,-1 1 0,1-1 0,-1 0 1,1 0 536,-17 10 1231,8-3-1798,-1 1 0,1 0 0,0 0 1,1 1-1,0 0 0,0 1 0,1 0 1,0 0-1,-10 18 0,14-23-47,1 0 0,0 0 0,0 0 0,1 1 1,-1-1-1,1 0 0,0 1 0,0-1 0,0 1 0,1-1 0,-1 1 0,1-1 0,0 1 0,1-1 0,-1 1 0,1-1 1,0 1-1,0-1 0,0 1 0,0-1 0,1 0 0,0 0 0,0 0 0,0 0 0,0 0 0,1 0 0,5 6 1,-6-7-5,1-1 0,-1 0 0,1 1 1,0-1-1,0-1 0,0 1 0,-1 0 1,2-1-1,-1 1 0,0-1 0,0 0 1,0 0-1,1 0 0,-1-1 0,7 1 1,-3-1 0,0 0 1,1 0-1,-1-1 1,0 0 0,0-1-1,0 0 1,8-3 0,4-2 55,0-2 1,-1-1 0,0 0 0,22-17 0,-36 24-6,0-1-1,0 1 1,-1-1-1,1 0 1,-1 1 0,0-2-1,0 1 1,0 0-1,-1-1 1,1 1-1,-1-1 1,0 0-1,0 1 1,-1-1 0,0 0-1,0 0 1,0 0-1,0 0 1,-1 0-1,1-1 1,-1 1-1,-1 0 1,1 0 0,-1 0-1,0 0 1,0 0-1,-3-8 1,0 0-15,-2 0 0,1 0-1,-1 0 1,-1 1 0,0 0 0,-1 0 0,-1 1 0,1 0 0,-12-10 0,17 19-44,19 7-1925,-12-3 1473,-1-1-1,0 0 1,1 1 0,-1-1-1,1 0 1,0-1-1,-1 1 1,6 0-1,84 0-6212</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8"/>
    </inkml:context>
    <inkml:brush xml:id="br0">
      <inkml:brushProperty name="width" value="0.025" units="cm"/>
      <inkml:brushProperty name="height" value="0.025" units="cm"/>
    </inkml:brush>
  </inkml:definitions>
  <inkml:trace contextRef="#ctx0" brushRef="#br0">1 45 5361,'-1'-9'2899,"1"-14"647,0 22-3292,0 1 1,0-1-1,0 1 1,0-1-1,0 1 1,0-1-1,0 1 1,0-1-1,1 1 1,-1-1-1,0 1 1,0-1-1,0 1 1,0 0-1,1-1 1,-1 1-1,0-1 1,0 1-1,1 0 1,-1-1-1,0 1 1,1 0-1,-1-1 1,0 1-1,1 0 1,-1-1-1,1 1 1,-1 0-1,1 0 1,-1 0-1,1-1 1,0 1 374,8 39 3094,-1-10-3017,-6-11-558,-1 0 0,-1 0-1,-3 31 1,0 11-110,2-60-91,1 0 0,0 1 0,0-1 0,0 0-1,0 0 1,0 0 0,0 0 0,0 0-1,0 1 1,0-1 0,0 0 0,0 0-1,0 0 1,0 0 0,0 1 0,0-1-1,0 0 1,0 0 0,0 0 0,0 0-1,0 1 1,1-1 0,-1 0 0,0 0 0,0 0-1,0 0 1,0 0 0,0 1 0,0-1-1,0 0 1,1 0 0,-1 0 0,0 0-1,0 0 1,0 0 0,0 0 0,0 0-1,1 1 1,-1-1 0,0 0 0,0 0-1,0 0 1,0 0 0,1 0 0,-1 0 0,0 0-1,0 0 1,0 0 0,0 0 0,1 0-1,-1 0 1,13-10-3921,18-24-1726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9"/>
    </inkml:context>
    <inkml:brush xml:id="br0">
      <inkml:brushProperty name="width" value="0.025" units="cm"/>
      <inkml:brushProperty name="height" value="0.025" units="cm"/>
    </inkml:brush>
  </inkml:definitions>
  <inkml:trace contextRef="#ctx0" brushRef="#br0">1 5 7354,'13'-4'7926,"17"6"-5756,-16 0-1387,-6-3-610,-1 1 0,1 1 0,0 0 0,-1 0 0,1 0 1,-1 1-1,1 0 0,-1 0 0,0 1 0,0 0 0,0 0 0,0 1 0,0 0 0,-1 0 0,1 0 0,-1 1 0,0 0 0,-1 0 0,1 1 0,6 9 0,-9-13-141,-1 1 0,1 0-1,-1 1 1,0-1 0,0 0-1,0 1 1,0-1 0,0 1-1,-1-1 1,0 1 0,0 0-1,1 4 1,-2-6 1,0 1 0,-1-1 0,1 1 0,-1-1 0,0 1 0,0-1-1,0 0 1,0 1 0,0-1 0,0 0 0,-1 0 0,1 0 0,-1 0 0,1 0 0,-1 0 0,0 0 0,0 0 0,1-1-1,-1 1 1,-3 1 0,-23 18 186,17-14-133,1 0-1,0 1 0,0 0 1,1 1-1,1 0 0,-1 0 0,-9 14 1,18-22-73,0 0 0,-1 0 0,1 0 0,-1-1 1,1 1-1,0 0 0,-1 0 0,1 0 0,0 0 0,0 0 0,0 0 1,0 0-1,0 0 0,0 0 0,0 0 0,0-1 0,0 1 1,0 0-1,1 0 0,-1 0 0,0 0 0,1 0 0,-1 0 1,0 0-1,1-1 0,0 2 0,1 0 68,-1 0 0,1-1-1,0 1 1,0 0 0,0-1 0,0 0 0,0 1-1,1-1 1,3 2 0,5 1 252,0-1 0,0 0 0,15 2 0,8-1 90,0-2 0,-1-1 0,1-1 0,0-2 0,35-7 0,-47 3-170,-23 6-448,-9 4-1127,-16 7-4828,-13-2-898</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0"/>
    </inkml:context>
    <inkml:brush xml:id="br0">
      <inkml:brushProperty name="width" value="0.025" units="cm"/>
      <inkml:brushProperty name="height" value="0.025" units="cm"/>
    </inkml:brush>
  </inkml:definitions>
  <inkml:trace contextRef="#ctx0" brushRef="#br0">1 48 5601,'8'-2'13555,"-3"3"-8991,-4 7-4524,0 1 1,1-1 0,0 0-1,0 0 1,1 0-1,4 10 1,-2-8-17,-1 1 0,-1-1 0,3 16 0,-5-22-30,1 38 48,-2-41-34,-1 1 0,1 0 1,0 0-1,-1-1 0,0 1 0,1 0 1,-1-1-1,0 1 0,0 0 0,0-1 1,0 1-1,0-1 0,0 0 0,0 1 1,-1-1-1,1 0 0,0 0 0,-1 0 0,1 0 1,-1 0-1,-1 1 0,2-3 35,0-1 0,0 0 0,0 0 0,1 0 0,-1 1 0,1-1 0,-1 0 0,1 0 0,0 0 0,0 0-1,0 0 1,0 0 0,0 0 0,0 0 0,0 0 0,1-3 0,5-45-45,-3 39-8,1 0-1,0 0 1,0 0 0,2 1-1,-1 0 1,1 0-1,0 1 1,1-1-1,0 1 1,1 1 0,0-1-1,0 1 1,1 1-1,0-1 1,0 2-1,12-8 1,-21 14 6,0 0 0,1 0 0,-1 0 0,0-1 0,1 1 0,-1 0 0,0 0 0,1 0 0,-1 0 0,1 0 0,-1 0 0,0 0 0,1 0 1,-1 0-1,1 0 0,-1 0 0,0 0 0,1 0 0,-1 0 0,0 0 0,1 0 0,-1 0 0,1 0 0,-1 0 0,0 1 0,1-1 0,-1 0 0,0 0 0,1 0 0,-1 1 0,0-1 0,0 0 0,1 1 0,9 16-14,1 26 125,-10-38-89,32 160 690,-32-158-594,-2-8-684,-2-17-5162,7-10-441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1"/>
    </inkml:context>
    <inkml:brush xml:id="br0">
      <inkml:brushProperty name="width" value="0.025" units="cm"/>
      <inkml:brushProperty name="height" value="0.025" units="cm"/>
    </inkml:brush>
  </inkml:definitions>
  <inkml:trace contextRef="#ctx0" brushRef="#br0">26 10 4409,'0'0'5145,"-8"5"3332,-9 4-5822,146 1-335,-20-18-2280,-87 5-33,-10-1 198,-11 2-601,-9 1-1904,-7-6-3784,7-2 1408</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2"/>
    </inkml:context>
    <inkml:brush xml:id="br0">
      <inkml:brushProperty name="width" value="0.025" units="cm"/>
      <inkml:brushProperty name="height" value="0.025" units="cm"/>
    </inkml:brush>
  </inkml:definitions>
  <inkml:trace contextRef="#ctx0" brushRef="#br0">37 0 8106,'0'3'5752,"-1"15"-3291,-11 24 1102,9-35-3095,0 1 0,1 0 0,0-1-1,0 1 1,0 0 0,1 11 0,3 45 959,0-38-864,-2-1 0,-4 49-1,-4-24-270,13-64-3268,4-7-3639,3-13-3220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3"/>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4"/>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5"/>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6"/>
    </inkml:context>
    <inkml:brush xml:id="br0">
      <inkml:brushProperty name="width" value="0.025" units="cm"/>
      <inkml:brushProperty name="height" value="0.025" units="cm"/>
    </inkml:brush>
  </inkml:definitions>
  <inkml:trace contextRef="#ctx0" brushRef="#br0">70 68 6513,'8'-16'4940,"-5"9"-3555,0 0-1,1 0 1,0 0-1,0 0 1,9-9-1,-18 39 1563,2-9-2850,-32 87 6,21-64-76,1 2 1,-10 50-1,7 13-11,16-101-16,1 0 0,-1 0-1,0 0 1,0 0 0,0 0 0,1 0 0,-1-1-1,1 1 1,-1 0 0,1 0 0,-1 0 0,1-1-1,-1 1 1,1 0 0,-1 0 0,1-1 0,0 1-1,-1-1 1,1 1 0,0 0 0,0-1 0,0 1-1,-1-1 1,1 0 0,0 1 0,0-1 0,0 0-1,0 0 1,0 1 0,0-1 0,0 0 0,0 0-1,0 0 1,-1 0 0,3 0 0,42-1 48,-36 1-34,41-2 178,309-27 971,-290 22-517,-75 11-1633,4-3 635,1 1 0,-1-1 1,0 0-1,0 0 0,0 0 1,1 0-1,-1 0 0,0 0 1,0-1-1,0 1 0,0 0 1,-1-1-1,1 0 0,0 0 1,0 1-1,0-1 0,0 0 1,0 0-1,0-1 0,0 1 0,-3-1 1,-25-12-4279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7"/>
    </inkml:context>
    <inkml:brush xml:id="br0">
      <inkml:brushProperty name="width" value="0.025" units="cm"/>
      <inkml:brushProperty name="height" value="0.025" units="cm"/>
    </inkml:brush>
  </inkml:definitions>
  <inkml:trace contextRef="#ctx0" brushRef="#br0">10 0 9426,'1'30'7964,"0"0"-4096,0 64-1132,-6-33-1825,1-19-767,1 0 0,3 0 0,7 70 0,-6-107-370,0 0 0,0 0 0,0 0 0,1 0 0,0-1 0,0 1 0,5 7 0,-6-11 16,-1 1-1,1-1 1,0 0 0,0 0 0,0 0-1,0-1 1,0 1 0,1 0 0,-1 0-1,0-1 1,0 1 0,0 0-1,1-1 1,-1 1 0,2 0 0,-1-1-247,0 0 0,0 0 0,0 0 0,0-1 0,0 1 1,0 0-1,0-1 0,0 1 0,-1-1 0,1 1 0,0-1 1,0 0-1,-1 0 0,4-2 0,48-34-8110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8"/>
    </inkml:context>
    <inkml:brush xml:id="br0">
      <inkml:brushProperty name="width" value="0.025" units="cm"/>
      <inkml:brushProperty name="height" value="0.025" units="cm"/>
    </inkml:brush>
  </inkml:definitions>
  <inkml:trace contextRef="#ctx0" brushRef="#br0">27 28 4185,'-7'-12'9048,"5"-1"-4000,3 11-2363,2 20-747,6 76-1060,-3-1 0,-9 118 1,1-189-761,-2 0-1,-8 25 1,-3 18 50,15-49-365,16-28-4024,-6 4 2169,42-34-2727</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9"/>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0"/>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1"/>
    </inkml:context>
    <inkml:brush xml:id="br0">
      <inkml:brushProperty name="width" value="0.025" units="cm"/>
      <inkml:brushProperty name="height" value="0.025" units="cm"/>
    </inkml:brush>
  </inkml:definitions>
  <inkml:trace contextRef="#ctx0" brushRef="#br0">68 70 4833,'-36'-64'8351,"29"58"-6111,9 10-1035,18 33 3209,-16-33-4230,0 0-1,0 1 0,-1-1 1,0 1-1,0 0 1,0 0-1,0 0 0,-1 1 1,0-1-1,0 1 1,-1-1-1,1 1 0,-1 0 1,0-1-1,-1 1 1,1 0-1,-1 0 1,-1 6-1,-7 26 240,6-38-406,1 0 0,0 0 0,-1 0 0,1 0 0,0-1 0,0 1 0,-1 0 0,1-1 1,0 1-1,0-1 0,-1 1 0,0-2 0,2 2-17,-5-2 0,1-1-1,0 1 1,0-1-1,1 0 1,-1 0-1,0-1 0,1 1 1,0-1-1,0 1 1,0-1-1,0 0 1,0 0-1,1-1 1,0 1-1,0 0 0,0-1 1,0 0-1,-1-7 1,4 11-5,-1 0 0,0-1 0,1 1 0,-1 0 0,1-1 0,-1 1 1,1 0-1,-1 0 0,1 0 0,0-1 0,0 1 0,0 0 0,0 0 0,-1 0 1,1 0-1,1 0 0,-1 0 0,0 1 0,0-1 0,0 0 0,0 1 0,1-1 1,-1 0-1,0 1 0,0-1 0,1 1 0,-1 0 0,0-1 0,1 1 0,-1 0 1,1 0-1,1 0 0,-2 0 11,0 0 0,0-1 0,1 1 0,-1 0 1,0 0-1,0 0 0,0 0 0,1 0 0,-1 1 0,0-1 0,0 0 1,0 0-1,0 1 0,0-1 0,0 1 0,0-1 0,1 1 1,-1-1-1,-1 1 0,1 0 0,0-1 0,0 1 0,0 0 0,0 0 1,0 0-1,-1 0 0,1 0 0,0 0 0,-1 0 0,1 0 0,0 0 1,-1 0-1,0 0 0,1 0 0,-1 0 0,1 1 0,-1 2-7,2 16 277,11-39 2,-12 17-353,6-9-26,-7 10 16,1 1 0,-1 0 0,0 0 0,0 0 0,0 0 0,1 0 0,-1-1 0,0 1 0,0 0 0,1 0 0,-1 0 0,0 0 0,0 0 0,1 0 0,-1 0 0,0 0 0,0 0 0,1 0 0,-1 0 0,0 0 0,0 0 0,1 0 0,-1 0 0,0 0 0,1 0 0,-1 0 0,0 1 0,0-1 0,0 0 0,1 0 0,-1 0 0,0 0 0,0 0 0,1 1 0,-1-1 0,0 0 0,0 0 0,0 0 0,0 1 0,1-1 0,-1 0 0,0 0 0,0 1 0,0-1 0,0 0 0,0 0 0,0 1 0,11 22-6110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2"/>
    </inkml:context>
    <inkml:brush xml:id="br0">
      <inkml:brushProperty name="width" value="0.025" units="cm"/>
      <inkml:brushProperty name="height" value="0.025" units="cm"/>
    </inkml:brush>
  </inkml:definitions>
  <inkml:trace contextRef="#ctx0" brushRef="#br0">78 7 6089,'-21'-5'9201,"18"4"-6709,10 7-1087,-2-3-1181,31 16 805,-8-5-857,-31-12-62,1 0 0,-1-1 0,1 1-1,-1-1 1,0 1 0,0-1 0,0 0-1,0 0 1,-4 1 0,-20 8 23,22-8-125,1 0-1,0 0 1,0 0 0,-1-1-1,1 1 1,-1-1-1,1-1 1,-1 1 0,0-1-1,1 1 1,-1-1-1,-7-1 1,11 1 3,1 0-1,0-1 1,0 1-1,-1 0 1,1 0-1,0 0 1,0-1-1,-1 1 1,1 0-1,0 0 1,0-1-1,0 1 1,-1 0 0,1 0-1,0-1 1,0 1-1,0 0 1,0-1-1,0 1 1,0 0-1,-1-1 1,1 1-1,0 0 1,0 0-1,0-1 1,0 1-1,0 0 1,0-1 0,0 1-1,0 0 1,0-1-1,1 1 1,-1 0-1,0-1 1,0 1-1,0 0 1,0-1-1,0 1 1,1 0-1,-1 0 1,0-1-1,0 1 1,0 0 0,1 0-1,-1-1 1,0 1-1,1 0 1,13-18 196,-10 13-120,0 1-39,-1 0 0,1 0 0,0 0 0,0 1 0,1 0 0,-1 0 0,1 0 0,0 0 0,-1 1 0,1 0 0,0 0 0,0 0 0,1 0 0,7 0 0,-13 2-13,1 1 0,-1-1 0,1 1 0,-1-1-1,1 1 1,-1-1 0,1 1 0,-1 0-1,0-1 1,1 1 0,-1 0 0,0-1 0,0 1-1,1 0 1,-1-1 0,0 1 0,0 0 0,0 0-1,0-1 1,0 1 0,0 0 0,0 0 0,0-1-1,0 1 1,0 0 0,-1-1 0,1 1-1,0 0 1,-1 1 0,-4 30 251,4-30-241,-1 6 3,4-12-305,1-5-1843,4 2-3382,15-4-2474</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3"/>
    </inkml:context>
    <inkml:brush xml:id="br0">
      <inkml:brushProperty name="width" value="0.025" units="cm"/>
      <inkml:brushProperty name="height" value="0.025" units="cm"/>
    </inkml:brush>
  </inkml:definitions>
  <inkml:trace contextRef="#ctx0" brushRef="#br0">131 83 4441,'-3'-1'1023,"-23"-9"5292,26 10-6220,-1 0 1,1 0-1,0 0 0,-1-1 1,1 1-1,0 0 0,-1 0 1,1 0-1,0 0 0,-1 0 0,1 0 1,0-1-1,0 1 0,-1 0 1,1 0-1,0 0 0,0-1 1,-1 1-1,1 0 0,0 0 1,0-1-1,0 1 0,-1 0 0,1-1 1,0 1-1,0 0 0,0-1 1,0 1-1,0 0 0,0-1 1,0 1-1,0 0 0,0-1 0,0 1 1,0 0-1,0-1 0,0 1 1,0 0-1,0-1 0,0 1 1,0 0-1,0 0 0,0-1 1,0 1-1,0 0 0,1-1 0,-1 1 1,0 0-1,0-1 0,0 1 1,0 0-1,1 0 0,-1-1 1,0 1-1,0 0 0,1 0 0,-1 0 1,0-1-1,1 1 0,-1 0 1,0 0-1,0 0 0,1 0 1,-1 0-1,1-1 0,1 11 2797,4 31-1863,-6-37-965,-1 0 0,0-1 0,0 1 0,0 0 0,-1-1 0,1 1 0,-1-1 0,0 1 0,0-1-1,0 0 1,-1 0 0,1 0 0,-1 0 0,1 0 0,-1 0 0,0-1 0,-3 3 0,4-4-50,1 0 1,-1 0-1,0 0 1,1 0-1,-1-1 1,0 1-1,0-1 1,1 1-1,-1-1 1,0 1-1,0-1 1,0 0-1,0 0 0,0 0 1,1 0-1,-1 0 1,0-1-1,0 1 1,0 0-1,0-1 1,1 1-1,-1-1 1,0 0-1,1 0 0,-1 1 1,0-1-1,1 0 1,-1 0-1,1-1 1,-1 1-1,1 0 1,0 0-1,-1-1 1,1 1-1,0-1 0,0 1 1,-1-2-1,1 0-6,0 1 1,0 0-1,0 0 0,0-1 0,0 1 0,0 0 0,1-1 0,-1 1 0,1-1 0,0 1 0,-1-1 0,1 1 0,0 0 0,1-1 1,-1 1-1,0-1 0,1 1 0,-1-1 0,1 1 0,0 0 0,0-1 0,0 1 0,0 0 0,0 0 0,0 0 0,1-1 0,-1 1 1,1 1-1,-1-1 0,1 0 0,0 0 0,2-1 0,7-8 53,1 1-1,0 1 1,23-14-1,-34 22-51,44-22 452,-45 23-452,0 0-1,0 0 1,1 0-1,-1 0 1,0 0 0,0 0-1,0 0 1,0 0-1,0 0 1,1 0-1,-1 0 1,0 0-1,0 0 1,0 0-1,0 0 1,1 0-1,-1 0 1,0 0 0,0 0-1,0 0 1,0 0-1,0 0 1,1 0-1,-1 0 1,0 1-1,0-1 1,0 0-1,0 0 1,0 0-1,0 0 1,0 0 0,0 0-1,1 1 1,-1-1-1,0 0 1,0 0-1,0 0 1,0 0-1,0 0 1,0 1-1,0-1 1,0 0 0,0 0-1,0 0 1,0 0-1,0 0 1,0 1-1,0-1 1,0 0-1,1 16 359,-4 13 109,3-24-291,-6 26 26,6-30-182,0 0-1,0-1 1,0 1 0,0-1-1,0 1 1,-1 0 0,1-1-1,0 1 1,0-1 0,0 1-1,-1-1 1,1 1 0,0-1-1,-1 1 1,1-1 0,0 1-1,-1-1 1,1 1 0,0-1-1,-1 0 1,1 1 0,-1-1-1,1 0 1,-1 1 0,1-1-1,-1 0 1,1 1 0,-1-1-1,0 0 1,1 0 0,-1 0 0,1 0-1,-1 0 1,1 1 0,-1-1-1,0 0 1,1 0 0,-1 0-1,1-1 1,-1 1 0,0 0-1,-1-1 81,0-1-1,1 0 1,-1 1 0,1-1-1,-1 0 1,1 0-1,0 0 1,0 0 0,0 0-1,0 0 1,0 0-1,0 0 1,0-4 0,2 6 328</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3.022"/>
    </inkml:context>
    <inkml:brush xml:id="br0">
      <inkml:brushProperty name="width" value="0.025" units="cm"/>
      <inkml:brushProperty name="height" value="0.025" units="cm"/>
    </inkml:brush>
  </inkml:definitions>
  <inkml:trace contextRef="#ctx0" brushRef="#br0">7 11 3657,'-2'-11'8126,"1"11"-8086,1 1 1,0-1 0,0 0-1,-1 0 1,1 1 0,0-1-1,0 0 1,-1 1 0,1-1-1,0 0 1,0 1 0,0-1 0,-1 0-1,1 1 1,0-1 0,0 0-1,0 1 1,0-1 0,0 0-1,0 1 1,0-1 0,0 1 0,0-1-1,0 0 1,0 1 0,0-1-1,0 1 1,0-1 0,0 0-1,1 1 1,0 6-1417,1 13-2602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3.775"/>
    </inkml:context>
    <inkml:brush xml:id="br0">
      <inkml:brushProperty name="width" value="0.025" units="cm"/>
      <inkml:brushProperty name="height" value="0.025" units="cm"/>
    </inkml:brush>
  </inkml:definitions>
  <inkml:trace contextRef="#ctx0" brushRef="#br0">771 305 3673,'0'9'7619,"0"-3"-608,1-18-6669,1 0 0,0 0 1,4-13-1,5-38-362,-11 56 54,1 0-1,-1 1 0,-1-1 1,1 0-1,-1 1 0,-1-1 1,1 1-1,-1-1 0,0 1 1,0-1-1,-1 1 0,0 0 1,0 0-1,0 0 0,-1 1 1,0-1-1,0 1 0,-1 0 1,1 0-1,-1 0 0,0 1 1,0 0-1,-1-1 0,1 2 1,-8-5-1,3 2-29,0 0 1,0 0-1,-1 1 1,0 1-1,1 0 1,-1 0-1,-1 1 1,-12-2-1,19 5-16,0 0-1,0-1 1,-1 2 0,1-1-1,0 1 1,0-1 0,0 1-1,0 1 1,-1-1 0,2 1-1,-1 0 1,0 0 0,0 0 0,1 1-1,-1-1 1,1 1 0,-1 0-1,1 1 1,0-1 0,-4 6-1,-10 12 3,1 1-1,0 0 0,2 1 0,1 1 1,-16 37-1,-44 135 12,67-177-2,-98 354-24,54-179 248,7-46 463,16-61 182,4 1 0,-13 98 0,30-148-545,-2 13 365,11-48-426,1-14-920,1-25-3307,-2-15-878</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4.280"/>
    </inkml:context>
    <inkml:brush xml:id="br0">
      <inkml:brushProperty name="width" value="0.025" units="cm"/>
      <inkml:brushProperty name="height" value="0.025" units="cm"/>
    </inkml:brush>
  </inkml:definitions>
  <inkml:trace contextRef="#ctx0" brushRef="#br0">1 60 4425,'0'0'2077,"18"-12"6372,-12 7-7823,0 2 0,1-1 0,-1 1 0,13-5 0,2 5 98,0 1 0,0 1 0,0 1 0,33 4 0,18 0 93,36-6 455,128-20 1,-163 19 810,-77 4-1488,-8 0-827,9-2-3780,10 18-12267</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4.852"/>
    </inkml:context>
    <inkml:brush xml:id="br0">
      <inkml:brushProperty name="width" value="0.025" units="cm"/>
      <inkml:brushProperty name="height" value="0.025" units="cm"/>
    </inkml:brush>
  </inkml:definitions>
  <inkml:trace contextRef="#ctx0" brushRef="#br0">365 56 2985,'-28'-24'9428,"-4"7"-3551,23 14-5153,0 0 0,0 1 0,1 0-1,-2 0 1,-15 0 0,13 2-552,-1 0 0,1 1 1,0 0-1,0 1 0,-1 1 0,2 0 0,-1 1 0,0 0 0,-20 10 1,24-9-117,1 0 1,-1 0-1,1 1 1,1 0-1,-1 0 1,1 1-1,0-1 1,0 1-1,1 1 1,0-1-1,-6 11 1,10-15-63,-1-1 1,1 1-1,-1 0 1,1 0-1,0 0 1,0 0-1,0 0 1,1 0-1,-1 0 1,1 0-1,0 0 1,-1 0-1,1 0 1,1 0-1,-1 0 1,0 0-1,1 0 1,-1 0-1,1 0 1,0 0-1,0 0 1,0 0-1,1 0 1,-1-1-1,1 1 1,-1 0-1,1-1 1,0 1-1,0-1 1,0 0-1,0 0 1,0 0-1,1 0 1,-1 0-1,5 3 1,1-1 27,-1-1 0,1 1 0,0-2 0,0 1 0,0-1 0,1 0 0,-1 0 1,0-1-1,1 0 0,-1-1 0,1 0 0,-1 0 0,12-3 0,-6 1 5,0-1 0,0 0 0,0-2-1,-1 1 1,0-2 0,0 1 0,15-10 0,-26 13-7,1 0 0,0 0 0,-1 0 0,1 0 0,-1-1 0,0 1 0,0 0 1,0-1-1,0 0 0,0 0 0,-1 1 0,1-1 0,-1 0 0,0 0 0,0 0 0,0-1 0,0 1 0,0 0 1,-1 0-1,0 0 0,1-1 0,-1 1 0,0 0 0,0 0 0,-1-1 0,1 1 0,-1 0 0,0 0 1,1 0-1,-1 0 0,-1 0 0,1 0 0,-3-5 0,1 2-141,0 0 0,0 0 0,-1 0 0,1 0 0,-1 1 0,-1 0 0,1 0 0,-1 0 0,0 0-1,0 1 1,0 0 0,0 0 0,-1 0 0,0 0 0,-8-3 0,12 7-574,1-1 505,5 2-6130,20 1-1114</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5.315"/>
    </inkml:context>
    <inkml:brush xml:id="br0">
      <inkml:brushProperty name="width" value="0.025" units="cm"/>
      <inkml:brushProperty name="height" value="0.025" units="cm"/>
    </inkml:brush>
  </inkml:definitions>
  <inkml:trace contextRef="#ctx0" brushRef="#br0">29 163 2240,'-1'0'728,"0"0"0,0 0 0,0 0 0,0 0-1,-1 0 1,1 0 0,0-1 0,0 1-1,0 0 1,0-1 0,1 1 0,-1-1-1,0 1 1,0-1 0,0 0 0,0 1-1,0-1 1,1 0 0,-1 1 0,0-1-1,0 0 1,0-2 0,-6-4 1570,38 17 1208,-25-5-3392,-1 1 1,0 0-1,0 0 1,0 1-1,-1-1 1,0 1-1,0 0 1,0 0 0,-1 0-1,0 1 1,2 9-1,-3-11-102,-1 0-1,1 0 1,-1 1 0,0-1-1,0 0 1,-1 1-1,0-1 1,0 1-1,-1-1 1,0 1 0,0-1-1,0 0 1,-1 1-1,-2 6 1,3-13 0,1 0 0,0 1 1,-1-1-1,1 0 0,-1 1 0,1-1 0,-1 0 1,1 0-1,-1 0 0,1 1 0,-1-1 1,0 0-1,1 0 0,-1 0 0,1 0 0,-1 0 1,1 0-1,-1 0 0,1 0 0,-1 0 1,1 0-1,-1 0 0,0-1 0,1 1 0,-1 0 1,1 0-1,-1 0 0,1-1 0,-1 1 1,1 0-1,0-1 0,-1 1 0,1 0 0,-1-1 1,1 1-1,0-1 0,-1 1 0,1-1 0,-19-16 153,14 10-152,1 0 0,0 0 0,0 0 0,0 0 0,1-1 0,0 1 0,0-1 0,1 0 0,0 0-1,1 1 1,-1-1 0,1-1 0,1 1 0,0 0 0,0 0 0,0 0 0,1 0 0,1 0 0,3-13-1,-2 10-19,1 1 0,0-1 0,0 1 0,1 0 0,1 0 0,0 0 0,0 1 0,1 0 0,0 0 0,1 0-1,-1 1 1,2 0 0,14-11 0,-20 18-216,0-1-1,0 1 1,1 0 0,-1-1-1,0 2 1,0-1 0,1 0-1,-1 1 1,0-1 0,0 1-1,1 0 1,3 0 0,12-1-3407,19-2-3829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6.384"/>
    </inkml:context>
    <inkml:brush xml:id="br0">
      <inkml:brushProperty name="width" value="0.025" units="cm"/>
      <inkml:brushProperty name="height" value="0.025" units="cm"/>
    </inkml:brush>
  </inkml:definitions>
  <inkml:trace contextRef="#ctx0" brushRef="#br0">541 65 2841,'2'-10'7533,"4"-3"-4436,-5 11-2889,0 1-1,0-1 0,0 1 1,-1-1-1,1 1 0,0-1 1,-1 0-1,1 0 0,-1 1 1,0-1-1,1 0 0,-1 0 1,0 1-1,0-1 0,0 0 0,0 0 1,-1 0-1,1-1 0,-2 2-26,1 0-1,0 0 1,-1 0-1,1 1 1,0-1-1,-1 0 0,1 1 1,-1 0-1,1-1 1,-1 1-1,1 0 1,-1-1-1,0 1 1,1 0-1,-1 0 0,1 1 1,-1-1-1,1 0 1,-1 0-1,1 1 1,-4 0-1,-34 11 358,6 2-344,1 1 1,0 2-1,1 0 1,1 3-1,1 0 1,1 2-1,1 1 1,0 1-1,2 1 1,1 2-1,-22 31 1,30-36-50,1 2 0,2 0 0,0 0 0,1 1 0,2 1 0,-11 37 0,16-42-69,1 0 0,1 1 0,0-1 0,2 1 0,0-1 0,2 1 0,0-1 0,9 40 0,-7-45 46,2 0 1,0-1-1,1 1 1,0-1-1,13 20 1,-16-28-34,2-1 1,-1 1 0,1-1 0,0 0 0,0 0 0,1-1-1,0 0 1,0 0 0,0 0 0,0-1 0,1 1 0,0-1-1,10 4 1,29 10 522,-45-18-649,0 0-1,-1 0 0,1-1 0,-1 1 1,1 0-1,0-1 0,-1 1 0,1 0 1,-1-1-1,1 1 0,-1 0 1,1-1-1,-1 1 0,1-1 0,-1 1 1,1-1-1,-1 0 0,0 1 0,1-1 1,-1 1-1,0-1 0,1 1 0,-1-1 1,0 0-1,0 1 0,0-1 0,0 0 1,1 1-1,-1-2 0,0-1-737,2 0-42,-1 1 40,0 0-1,0 0 0,0 0 0,1 1 0,-1-1 1,0 0-1,1 0 0,0 1 0,-1-1 0,4-1 1,28-12-8625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6.733"/>
    </inkml:context>
    <inkml:brush xml:id="br0">
      <inkml:brushProperty name="width" value="0.025" units="cm"/>
      <inkml:brushProperty name="height" value="0.025" units="cm"/>
    </inkml:brush>
  </inkml:definitions>
  <inkml:trace contextRef="#ctx0" brushRef="#br0">151 32 3601,'-4'-23'11455,"4"22"-11214,0 1-1,-1-1 1,1 1-1,0-1 1,0 1-1,-1-1 1,1 1-1,0-1 1,-1 1-1,1 0 1,0-1 0,-1 1-1,1 0 1,-1-1-1,1 1 1,-1 0-1,1-1 1,-1 1-1,1 0 1,-1 0-1,1 0 1,-1-1-1,0 1 1,-1 1-42,0-1-1,0 1 1,0-1 0,0 1 0,0 0-1,1 0 1,-1 0 0,0 0 0,0 0-1,1 0 1,-1 1 0,1-1 0,-1 1-1,1-1 1,-1 1 0,1-1 0,-2 3 0,-12 16 336,0 0 0,-18 34 0,28-45-553,0 0-1,1 0 1,0 1 0,1 0-1,0 0 1,1 0 0,0 0-1,-2 20 1,4-29-64,0-1 0,0 0 0,0 0 0,0 1 0,0-1 0,0 0 0,0 0 1,0 1-1,0-1 0,0 0 0,0 0 0,0 0 0,0 1 0,0-1 0,0 0 0,0 0 0,0 1 0,-1-1 0,1 0 1,0 0-1,0 0 0,0 1 0,0-1 0,-1 0 0,1 0 0,0 0 0,0 0 0,0 0 0,-1 1 0,1-1 0,0 0 1,0 0-1,0 0 0,-1 0 0,1 0 0,0 0 0,0 0 0,-1 0 0,1 0 0,0 0 0,-1 0-131,1 0-1,0 0 1,0 0-1,-1 0 1,1-1-1,0 1 1,0 0-1,-1 0 0,1 0 1,0 0-1,0-1 1,0 1-1,0 0 1,-1 0-1,1 0 1,0-1-1,0 1 1,0 0-1,0 0 1,0-1-1,0 1 1,0 0-1,0-1 0,-1 1 1,1 0-1,0 0 1,0-1-1,0 1 1,0 0-1,0 0 1,1-1-1,-1 1 1,0 0-1,0 0 1,0-1-1,0 1 1,0 0-1,0 0 0,0-1 1,9-18-7589</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6.922"/>
    </inkml:context>
    <inkml:brush xml:id="br0">
      <inkml:brushProperty name="width" value="0.025" units="cm"/>
      <inkml:brushProperty name="height" value="0.025" units="cm"/>
    </inkml:brush>
  </inkml:definitions>
  <inkml:trace contextRef="#ctx0" brushRef="#br0">18 17 3961,'-7'-7'14803,"-2"-2"-13011,7 9-607,2 4-953,0 8-232,5 3-256,4 10-1497,0 4-2912,13 37-4673</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7.448"/>
    </inkml:context>
    <inkml:brush xml:id="br0">
      <inkml:brushProperty name="width" value="0.025" units="cm"/>
      <inkml:brushProperty name="height" value="0.025" units="cm"/>
    </inkml:brush>
  </inkml:definitions>
  <inkml:trace contextRef="#ctx0" brushRef="#br0">5 105 3889,'-2'-10'6067,"0"-12"-1184,2 21-4697,-1 0 0,1 0 0,0 1 0,0-1 0,0 0 0,0 0 0,0 0 0,0 0 0,0 0 1,1 0-1,-1 1 0,0-1 0,0 0 0,1 0 0,-1 0 0,1 1 0,-1-1 0,0 0 0,1 0 0,-1 1 0,1-1 0,0 0 0,-1 1 1,1-1-1,0 0 0,-1 1 0,1-1 0,0 1 0,-1 0 0,1-1 0,0 1 0,1-1 0,1 4 90,-1-1 1,0 1-1,0 0 0,-1 0 1,1 0-1,0 0 0,-1 0 1,0 1-1,0-1 0,2 7 0,1 11-104,-1 0-1,-1 0 0,-1 0 0,-3 38 0,1-9-128,43-143-137,-33 72 54,1 1 1,0 0 0,2 1 0,0 0 0,1 1 0,1 0-1,30-29 1,-44 47 43,0-1 0,1 1 0,-1-1 0,1 1 0,-1 0-1,0-1 1,1 1 0,-1-1 0,1 1 0,-1 0 0,1-1 0,0 1 0,-1 0-1,1 0 1,-1 0 0,1-1 0,-1 1 0,1 0 0,0 0 0,-1 0-1,1 0 1,-1 0 0,1 0 0,0 0 0,-1 0 0,1 0 0,-1 0 0,2 1-1,-1 0 9,-1-1 0,1 1-1,-1 0 1,0 0 0,1 0 0,-1 0-1,0-1 1,0 1 0,1 0-1,-1 0 1,0 0 0,0 0-1,0 0 1,0 0 0,0 0-1,-1 1 1,-8 44 360,9-43-352,-13 34 222,10-31-197,0 0 1,0 0-1,1 1 1,0-1 0,1 1-1,-1 0 1,1 0-1,1-1 1,-1 13 0,1-18-66,0-1 0,1 0 0,-1 1 0,0-1 0,0 0 0,0 0 0,0 1 0,0-1 0,1 0 0,-1 0 0,0 1 0,0-1 0,0 0 0,1 0 0,-1 0 0,0 1 0,0-1 0,1 0 0,-1 0 0,0 0 0,1 0 0,-1 0 0,0 0 0,0 0 0,1 1 0,-1-1 0,0 0 0,1 0 0,-1 0 0,0 0 0,1 0 0,-1 0 0,0 0 0,1 0 0,-1-1 0,0 1 1,0 0-1,1 0 0,-1 0 0,0 0 0,1 0 0,-1 0 0,0-1 0,0 1 0,1 0 0,15-9-2243,-14 8 1850,23-16-3847,36-19-2425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7.893"/>
    </inkml:context>
    <inkml:brush xml:id="br0">
      <inkml:brushProperty name="width" value="0.025" units="cm"/>
      <inkml:brushProperty name="height" value="0.025" units="cm"/>
    </inkml:brush>
  </inkml:definitions>
  <inkml:trace contextRef="#ctx0" brushRef="#br0">285 56 4009,'4'-29'9618,"-4"28"-9274,1-1 0,-1 1 0,0 0 1,0-1-1,0 1 0,-1-1 0,1 1 0,0 0 0,0-1 0,-1 1 1,1 0-1,-1-1 0,1 1 0,-1 0 0,0 0 0,1-1 0,-1 1 1,-1-1-1,2 2-226,-1 0 0,1 0 0,-1 0 0,1-1 0,0 1 0,-1 0 0,1 0 0,-1 0 0,1 0 0,-1 0 0,1 0 0,-1 1 0,1-1 0,0 0 0,-1 0 0,1 0 0,-1 0 0,1 0 0,-1 1 0,1-1 0,0 0 0,-1 0 0,1 1 0,0-1 0,-1 0 0,1 0 0,0 1 0,-1-1 0,1 0 0,0 1 0,-1 0 0,-9 14 736,8-12-590,-12 18 400,-36 56 464,-56 115 1,89-155-1101,1-1 1,2 2 0,1 0 0,-12 69 0,25-105-45,-1 0 0,1-1 0,0 1 0,0 0 0,0 0 1,0 0-1,0-1 0,1 1 0,-1 0 0,1 0 0,-1 0 1,1-1-1,-1 1 0,1 0 0,0-1 0,0 1 0,0-1 1,0 1-1,0-1 0,0 1 0,0-1 0,1 0 0,-1 1 0,0-1 1,1 0-1,-1 0 0,1 0 0,-1 0 0,1 0 0,0 0 1,-1-1-1,1 1 0,0 0 0,-1-1 0,1 0 0,0 1 0,0-1 1,0 0-1,-1 0 0,1 0 0,3 0 0,9 0-332,0-1 0,0 0 0,0-1 0,17-5 0,-26 6 113,52-16-2642,-22 2-2157,-30 9 747,-13-4-1701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8.325"/>
    </inkml:context>
    <inkml:brush xml:id="br0">
      <inkml:brushProperty name="width" value="0.025" units="cm"/>
      <inkml:brushProperty name="height" value="0.025" units="cm"/>
    </inkml:brush>
  </inkml:definitions>
  <inkml:trace contextRef="#ctx0" brushRef="#br0">48 37 2785,'-5'-4'3134,"-6"-7"2713,10 9-5438,-1 1 0,1 0 0,-1 0 0,0 0 0,1 0 0,-1 0 0,0 1 0,0-1 0,0 0 0,1 1 0,-1 0 0,0-1 0,0 1 0,0 0 0,0 0 0,-2 0 0,68-2 5610,2-2-3630,-9 0-1817,99 5 0,-145 2-291,-16 2-195,-3-4-1829,8-1 1456,-1 0-1,0-1 1,1 1 0,-1 0 0,0 0 0,1 0-1,-1 0 1,0 0 0,1 1 0,-1-1 0,0 0-1,1 0 1,-1 0 0,1 1 0,-1-1 0,0 0 0,1 0-1,-1 1 1,1-1 0,-1 1 0,1-1 0,-1 0-1,1 1 1,-1-1 0,1 1 0,-1-1 0,0 2-1,-16 17-6931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2.557"/>
    </inkml:context>
    <inkml:brush xml:id="br0">
      <inkml:brushProperty name="width" value="0.025" units="cm"/>
      <inkml:brushProperty name="height" value="0.025" units="cm"/>
    </inkml:brush>
  </inkml:definitions>
  <inkml:trace contextRef="#ctx0" brushRef="#br0">3 133 2929,'5'3'-398,"2"4"9302,-13-12-6157,-2-4 2459,17 3-3780,5-2-1516,48-28 224,-27 16-53,53-38-1,-88 58-43,-123 107 1589,121-104-1618,-1-1 0,1 1 1,0 0-1,-1 0 0,1 0 0,0 0 0,1 0 0,-1 1 0,1-1 0,-1 0 1,1 1-1,0-1 0,0 1 0,1-1 0,-1 1 0,1 0 0,-1-1 0,1 1 1,0 0-1,1-1 0,-1 1 0,0 0 0,1-1 0,0 1 0,0-1 0,0 1 0,3 5 1,0-3 1,0 1 0,0-1 1,1 0-1,0 0 0,0 0 0,0-1 1,1 0-1,0 0 0,0 0 1,0-1-1,1 0 0,7 4 1,7 4-81,38 17 261,-54-27-345,-1-1 0,1 1 1,-1-1-1,1 0 0,-1 0 1,1-1-1,0 1 0,-1-1 1,1 0-1,0 0 0,5-1 1,-8 0-131,0 0 1,0 1 0,0-1 0,0 0 0,0 0 0,0-1 0,0 1 0,0 0-1,3-3 1,32-33-5163</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3.282"/>
    </inkml:context>
    <inkml:brush xml:id="br0">
      <inkml:brushProperty name="width" value="0.025" units="cm"/>
      <inkml:brushProperty name="height" value="0.025" units="cm"/>
    </inkml:brush>
  </inkml:definitions>
  <inkml:trace contextRef="#ctx0" brushRef="#br0">132 68 3937,'-3'15'6954,"-5"4"-3291,6-13-3095,-1 0 0,0 0 0,-1-1 0,1 1 0,-1-1 1,-9 9-1,13-13-510,-1-1 1,0 0-1,0 1 0,0-1 1,1 0-1,-1 0 1,0 0-1,0 0 1,0 0-1,0 0 1,1 0-1,-1 0 0,0 0 1,0 0-1,0 0 1,0 0-1,1 0 1,-1-1-1,0 1 0,0 0 1,0-1-1,1 1 1,-1-1-1,0 1 1,1-1-1,-1 1 1,0-1-1,1 1 0,-1-1 1,1 0-1,-1 1 1,1-1-1,-1 0 1,1 0-1,-1 0 1,-19-33 533,17 29-381,2 3-192,0-1 1,0 1-1,1 0 1,-1-1 0,1 1-1,-1-1 1,1 1-1,0-1 1,0 1-1,0-1 1,0 1-1,0-1 1,1 1-1,-1 0 1,1-1-1,0 1 1,-1-1-1,1 1 1,0 0-1,1-1 1,-1 1-1,0 0 1,0 0-1,1 0 1,0 0-1,-1 0 1,1 1-1,0-1 1,4-3-1,-4 3-23,1-1 0,0 1 0,0 0 0,1 0 0,-1 0 0,0 0-1,1 1 1,-1-1 0,1 1 0,-1 0 0,1 0 0,0 0 0,-1 1 0,1-1-1,0 1 1,0 0 0,-1 0 0,1 0 0,7 1 0,-10 0 13,0-1 1,0 1 0,-1 0 0,1-1-1,0 1 1,0 0 0,0 0 0,0-1-1,-1 1 1,1 0 0,0 0 0,-1 0-1,1 0 1,0 0 0,-1 0 0,1 0-1,-1 0 1,0 0 0,1 0 0,-1 0-1,0 0 1,0 1 0,0-1 0,0 0-1,0 0 1,0 0 0,0 0 0,0 2-1,-6 35 507,5-32-449,-2 4 116,0 1 0,-1 0 0,0-1-1,0 0 1,-1 0 0,-11 16 0,14-24-149,0 0 1,1 0-1,-1 0 1,0 0-1,0 0 1,0 0-1,0 0 1,0-1-1,-1 1 0,1-1 1,0 0-1,-1 1 1,1-1-1,-4 1 1,4-2-26,0 0 1,0 0 0,0 0-1,0 0 1,0-1 0,0 1-1,1 0 1,-1-1 0,0 1-1,0-1 1,0 0 0,1 1-1,-1-1 1,0 0 0,1 0-1,-1 0 1,1-1 0,-1 1-1,1 0 1,-1 0 0,1-1-1,0 1 1,-2-3 0,0-1 2,0 0 1,0-1-1,0 1 1,0-1 0,1 0-1,0 0 1,0 0 0,0 0-1,1 0 1,0-1-1,0 1 1,1 0 0,0 0-1,0-1 1,1-6 0,-1 10-11,0 0 0,0 0 1,1 0-1,-1 0 1,1 0-1,0 0 1,0 0-1,0 0 1,0 0-1,0 0 1,1 0-1,-1 0 1,1 1-1,0-1 1,-1 1-1,1-1 1,1 1-1,-1 0 1,0 0-1,0 0 1,1 0-1,-1 0 1,1 0-1,0 1 1,0-1-1,-1 1 1,1 0-1,0 0 1,0 0-1,0 0 1,0 0-1,4 0 1,-6 1 11,1 0 0,-1 0 0,1 0 0,-1 0 0,1 0 0,0 0 1,-1 0-1,1 0 0,-1 1 0,1-1 0,-1 1 0,1-1 0,-1 1 0,0-1 0,1 1 1,-1 0-1,1 0 0,-1 0 0,0 0 0,0 0 0,0 0 0,0 0 0,0 0 0,0 0 1,0 0-1,0 1 0,0-1 0,0 0 0,0 1 0,-1-1 0,1 1 0,-1-1 0,1 1 1,-1 1-1,1 3-363,0 0-1,-1 0 1,1 0 0,-2 1 0,1-1 0,-1 0 0,-2 9 0,3-11-4855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4.365"/>
    </inkml:context>
    <inkml:brush xml:id="br0">
      <inkml:brushProperty name="width" value="0.025" units="cm"/>
      <inkml:brushProperty name="height" value="0.025" units="cm"/>
    </inkml:brush>
  </inkml:definitions>
  <inkml:trace contextRef="#ctx0" brushRef="#br0">69 1 4297,'-20'17'1680,"19"-16"-1551,1 0 0,-1 0 0,0 0 0,0-1 0,0 1 0,0 0 0,0-1 0,0 1 0,0-1 0,0 1-1,0-1 1,0 1 0,0-1 0,0 0 0,0 0 0,0 1 0,0-1 0,-2 0 0,-2-8 4642,5 8-4643,0-1 0,0 1 1,0-1-1,0 1 0,0 0 1,0-1-1,0 1 0,0-1 0,-1 1 1,1 0-1,0-1 0,0 1 1,0 0-1,-1-1 0,1 1 1,0 0-1,0-1 0,-1 1 1,1 0-1,0 0 0,-1-1 1,1 1-1,0 0 0,-1 0 1,1 0-1,0-1 0,-1 1 1,1 0-1,-1 0 0,1 0 1,0 0-1,-1 0 0,1 0 1,0 0-1,-1 0 0,1 0 1,-1 0-1,1 0 0,0 0 1,-1 0-1,1 0 0,-1 0 1,1 0-1,0 0 0,-1 1 1,1-1-1,0 0 0,-1 0 1,1 0-1,0 1 0,-1-1 1,1 0-1,0 0 0,-1 1 1,1-1-1,0 0 0,0 1 1,-1-1-1,1 0 0,0 1 1,0 0-1,-1 0 6,0-1 1,1 1 0,-1 0-1,0 0 1,1 0-1,-1 0 1,1 1 0,0-1-1,-1 0 1,1 0-1,0 0 1,0 0 0,-1 0-1,1 0 1,0 1-1,0-1 1,0 0-1,1 0 1,-1 0 0,0 2-1,0-2-92,1-1 0,-1 1 0,0 0 0,0-1 0,0 1 0,1-1 0,-1 1 0,0 0 0,1-1-1,-1 1 1,1-1 0,-1 1 0,0-1 0,1 1 0,-1-1 0,1 1 0,-1-1 0,1 1 0,0-1 0,-1 0 0,1 1 0,-1-1-1,1 0 1,0 0 0,-1 0 0,1 1 0,0-1 0,-1 0 0,1 0 0,0 0 0,-1 0 0,1 0 0,0 0 0,-1 0 0,2 0-1,41-6 148,0 2-1,83 3 0,-17 1-156,-42 0-7,-46 2-8,0-2 1,0-1 0,0 0-1,27-6 1,-50 8-94,-19 3-9801,-9 0 4049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5.101"/>
    </inkml:context>
    <inkml:brush xml:id="br0">
      <inkml:brushProperty name="width" value="0.025" units="cm"/>
      <inkml:brushProperty name="height" value="0.025" units="cm"/>
    </inkml:brush>
  </inkml:definitions>
  <inkml:trace contextRef="#ctx0" brushRef="#br0">13 1 3681,'-13'17'1411,"14"-17"-1120,0 0-1,0 0 1,-1 0 0,1 0 0,0 0 0,-1 0 0,1 0-1,0 0 1,0 0 0,-1 0 0,1-1 0,0 1 0,-1 0 0,1-1-1,0 1 1,-1 0 0,1-1 0,0 1 0,0-1 0,0 0-1,-1 1 0,1-1-1,0 1 1,-1-1 0,1 1 0,0-1 0,0 1 0,-1 0 0,1 0 0,0-1 0,0 1 0,0 0 0,-1 0 0,1 0 0,0 0 0,0 0 0,0 0 0,0 0 0,0 0 0,-1 0 0,3 0 0,16 7 1040,0-1-1,0-1 1,1-1 0,37 3 0,53-6-754,-57-1-239,99 11 0,-145-10-258,0 0 0,0 0 1,0-1-1,1 0 0,-1 0 0,0-1 1,0 1-1,1-2 0,-1 1 0,0-1 1,0 0-1,0 0 0,-1-1 0,1 0 1,6-4-1,-10 4-184,-11 6 1449,1-1-2063,14-7-6164,11-6 834</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6.023"/>
    </inkml:context>
    <inkml:brush xml:id="br0">
      <inkml:brushProperty name="width" value="0.025" units="cm"/>
      <inkml:brushProperty name="height" value="0.025" units="cm"/>
    </inkml:brush>
  </inkml:definitions>
  <inkml:trace contextRef="#ctx0" brushRef="#br0">369 143 3713,'4'-3'7165,"-12"-4"-5180,-9-10 1999,9 8-2882,0 1-1,-1 0 1,-16-12-1,22 18-993,0 0-1,0 1 1,-1-1-1,1 1 1,-1-1-1,1 1 1,-1 0-1,1 0 1,-1 1-1,0-1 1,1 1-1,-1 0 1,0 0-1,0 0 0,-7 1 1,-1 2-17,0 1 1,0 0-1,0 0 1,0 1-1,0 1 1,1 0-1,0 1 1,1 0-1,-1 0 1,1 1-1,1 0 0,-1 1 1,1 0-1,1 1 1,0 0-1,0 0 1,1 1-1,0-1 1,1 2-1,1-1 1,-1 1-1,2 0 1,-6 17-1,7-16-67,0 0-1,1 0 1,0 0-1,1 1 1,0-1 0,2 23-1,0-28-17,1 0 0,0 0-1,0-1 1,1 1 0,0-1 0,0 1 0,0-1-1,1 0 1,0 0 0,1 0 0,0-1-1,7 9 1,-2-4 9,0 0 0,1-1 0,0 0 0,1-1 0,0 0 0,0-1 0,19 9 0,-25-14-13,0-1-1,0 0 1,1 0 0,-1 0 0,1-1 0,0 0 0,-1 0 0,1-1 0,0 1 0,0-2 0,0 1 0,-1-1 0,1 0 0,0 0-1,-1-1 1,1 1 0,-1-2 0,9-3 0,-1-1 38,0 0 0,-1-2 0,0 1 0,0-2 0,-1 0 0,0 0 0,-1-1 0,0-1 0,-1 0 0,11-16 0,-13 17 25,-1 0 0,-1-1 0,0 0 0,0 0-1,-1-1 1,-1 1 0,0-1 0,-1 0 0,0 0 0,-1 0-1,0-1 1,-1-18 0,-2 8-19,-1 1 1,0-1-1,-9-31 0,8 46-29,0 0 0,0 0 0,0 0 0,-1 0 0,-1 1 0,1 0 0,-1 0 0,-1 0 0,1 0 0,-1 1 0,-11-10 0,12 13 0,0 0 0,-1 1-1,1-1 1,-1 1-1,1 1 1,-1-1 0,0 1-1,0 0 1,0 0-1,-1 1 1,1-1-1,0 1 1,-1 1 0,1-1-1,0 1 1,-1 1-1,1-1 1,0 1-1,-1 0 1,-8 3 0,-1 0 85,0 2 1,1 0-1,-1 0 1,1 2-1,1 0 1,-23 16-1,31-19-85,12-5-39,8 0-240,52 33-5616,9-4-516</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6.931"/>
    </inkml:context>
    <inkml:brush xml:id="br0">
      <inkml:brushProperty name="width" value="0.025" units="cm"/>
      <inkml:brushProperty name="height" value="0.025" units="cm"/>
    </inkml:brush>
  </inkml:definitions>
  <inkml:trace contextRef="#ctx0" brushRef="#br0">106 62 3609,'0'0'122,"0"1"1,-1 0 0,1-1-1,-1 1 1,0-1 0,1 1-1,-1-1 1,1 1-1,-1-1 1,0 1 0,1-1-1,-1 0 1,0 1 0,0-1-1,1 0 1,-1 1-1,0-1 1,0 0 0,1 0-1,-1 0 1,0 0 0,0 0-1,0 0 1,1 0 0,-1 0-1,0 0 1,0 0-1,1 0 1,-1-1 0,0 1-1,0 0 1,1 0 0,-1-1-1,0 1 1,0-1-1,1 1 1,-1 0 0,1-1-1,-1 1 1,0-1 0,1 0-1,-1 1 1,1-1-1,-1 1 1,1-1 0,-1 0-1,1 1 1,0-1 0,-1-1-1,-1 0 255,1 0 0,0 0 0,-1-1-1,1 1 1,0-1 0,0 1 0,1-1-1,-1 1 1,0-1 0,1 1 0,0-1 0,-1 0-1,1 1 1,0-1 0,1-3 0,-2 5-256,1 1 0,0-1 0,0 1 0,0-1 0,0 1 1,0-1-1,0 1 0,0-1 0,1 1 0,-1-1 0,0 1 1,0-1-1,0 1 0,0 0 0,0-1 0,1 1 0,-1-1 0,0 1 1,1-1-1,-1 1 0,0 0 0,0-1 0,1 1 0,-1 0 1,1-1-1,-1 1 0,0 0 0,1-1 0,-1 1 0,1 0 0,-1 0 1,1 0-1,-1-1 0,1 1 0,-1 0 0,0 0 0,2 0 0,8 17 1616,4 36-970,-14-52-651,1 0-79,-1 1 0,0-1 0,1 1 0,-1-1 1,0 1-1,0-1 0,0 0 0,0 1 1,0-1-1,0 1 0,0-1 0,0 1 0,-1-1 1,1 1-1,0-1 0,-1 0 0,0 2 0,0-3 4,1 1 0,-1-1 0,1 0-1,-1 1 1,1-1 0,-1 0-1,1 1 1,-1-1 0,1 0-1,-1 0 1,1 0 0,-1 0-1,1 0 1,-1 0 0,0 0-1,1 0 1,-1 0 0,1 0 0,-1 0-1,0 0 1,1 0 0,-1 0-1,1 0 1,-1-1 0,1 1-1,-1 0 1,0-1 0,-3-1 23,1 0 0,-1 0 1,1-1-1,-1 1 0,1-1 1,0 0-1,0 0 0,1 0 0,-1 0 1,-3-5-1,4 5-61,1 0 0,-1 0 0,1 0 1,0-1-1,0 1 0,0 0 0,0-1 0,0-4 0,1 7-7,0 1 1,0-1-1,0 1 0,0 0 1,0-1-1,0 1 0,0 0 1,0-1-1,0 1 0,0-1 1,0 1-1,1 0 1,-1-1-1,0 1 0,0 0 1,0-1-1,1 1 0,-1 0 1,0 0-1,0-1 0,1 1 1,-1 0-1,0-1 0,0 1 1,1 0-1,-1 0 0,0 0 1,1-1-1,0 1 0,0 0-4,0 0-1,0 0 1,1 0-1,-1 0 0,0 1 1,0-1-1,0 0 1,1 1-1,-1-1 0,0 1 1,0-1-1,0 1 1,0 0-1,2 1 0,-1 0 13,0 0 0,0 0 0,0 0 0,-1 1 0,1-1 0,-1 0 0,1 1 0,-1 0-1,0-1 1,0 1 0,0 0 0,0-1 0,-1 1 0,1 0 0,-1 0 0,0 0-1,1 0 1,-1 0 0,-1-1 0,1 1 0,0 0 0,-1 0 0,1 0 0,-1 0 0,0-1-1,0 1 1,0 0 0,0-1 0,0 1 0,-1-1 0,1 1 0,-1-1 0,0 0 0,-2 4-1,2-6 15,1 1-1,0-1 0,-1 1 1,1-1-1,-1 1 0,1-1 1,-1 0-1,1 1 0,-1-1 1,1 0-1,-1 0 0,1 0 0,-1 0 1,1 0-1,-1-1 0,1 1 1,-1 0-1,1-1 0,-1 1 1,1-1-1,-1 0 0,1 1 1,0-1-1,-1 0 0,1 0 0,0 0 1,0 0-1,-1 0 0,0-1 1,1 1-18,0 0 0,0 1 0,0-1 0,0 0 0,0 0 0,1 0 0,-1 0 0,0 0 1,0 0-1,1 0 0,-1 0 0,0 0 0,1 0 0,-1 0 0,1 0 0,0-1 0,-1 1 0,1 0 0,0 0 1,0-1-1,0 1 0,0 0 0,0 0 0,0 0 0,0-1 0,0 1 0,0 0 0,0 0 0,1-1 1,-1 1-1,1 0 0,-1 0 0,1 0 0,-1 0 0,1 0 0,-1 0 0,2-2 0,31-21-24,-32 22 20,1 1 0,0 0 0,-1 0 0,1 0 0,0 1 0,0-1-1,0 0 1,0 1 0,0-1 0,-1 1 0,1 0 0,0-1-1,0 1 1,0 0 0,0 0 0,0 0 0,0 1 0,4 0 0,-34 21 1041,23-33 149,3 7-4059,8 10-1664,8 12-1927</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7.707"/>
    </inkml:context>
    <inkml:brush xml:id="br0">
      <inkml:brushProperty name="width" value="0.025" units="cm"/>
      <inkml:brushProperty name="height" value="0.025" units="cm"/>
    </inkml:brush>
  </inkml:definitions>
  <inkml:trace contextRef="#ctx0" brushRef="#br0">468 65 2737,'-14'-6'11477,"7"2"-5736,23 3-4114,-29 10-786,0-1-1,-20 10 1,30-17-810,-1 0 1,0 0-1,1 0 0,-1 0 1,0-1-1,1 0 1,-1 1-1,-3-2 0,6 1-23,1 0 0,-1 0 0,1 0 0,-1 0 0,1 0 0,0 0 0,-1-1 0,1 1 0,-1 0 0,1 0 0,0-1 0,-1 1 0,1 0 0,0 0 0,-1-1 0,1 1 0,0 0 0,-1-1 0,1 1 0,0-1 0,0 1-1,-1 0 1,1-1 0,0 1 0,0-1 0,-1-1 2,1 1 0,1 0 0,-1-1 0,0 1 0,0 0 0,0-1 0,1 1 0,-1 0 0,0-1 0,1 1 0,-1 0 0,1 0 0,1-2 0,2-4 2,0 1 0,1-1 0,-1 1 0,1 0 0,10-8 0,-13 12-11,0 0-1,0 0 0,0 0 1,1 1-1,-1-1 1,0 1-1,1 0 0,-1-1 1,1 1-1,0 0 1,-1 0-1,1 1 0,0-1 1,0 1-1,-1-1 1,1 1-1,0 0 0,0 0 1,3 0-1,-5 1 7,0-1 0,0 1-1,1-1 1,-1 1-1,0 0 1,0-1 0,0 1-1,0 0 1,0 0 0,0 0-1,0 0 1,0 0 0,-1 0-1,1 0 1,0 0 0,0 0-1,-1 0 1,1 0-1,-1 0 1,1 1 0,-1-1-1,0 0 1,1 0 0,-1 1-1,0-1 1,0 0 0,0 1-1,0-1 1,0 0-1,0 1 1,0-1 0,0 0-1,0 0 1,-1 1 0,1-1-1,-1 0 1,0 2 0,0 2 51,-1 0 0,0 0 1,0 0-1,0-1 0,0 1 1,-1-1-1,1 1 0,-6 5 1,9-11-51,0 0 0,0-1 0,-1 1 0,1 0 0,0 0 0,0-1 0,-1 1 0,1 0 0,-1-1 0,1 1 0,-1-1 0,0 1 0,1-1 0,-1 1 0,0-1 1,0 1-1,0-1 0,0 1 0,0-1 0,-1 1 0,1-1 0,0 1 0,-1-1 0,1 1 0,-1 0 0,1-1 0,-1 1 0,0 0 0,0-1 0,1 1 0,-1 0 0,0 0 0,0-1 0,0 1 0,0 0 0,0 0 0,-1 0 1,1 1-1,0-1 0,0 0 0,-1 0 0,1 1 0,0-1 0,-1 0 0,1 1 0,-1-1 0,1 1 0,-1 0 0,1 0 0,-1-1 0,1 1 0,-1 0 0,1 0 0,-1 0 0,1 1 0,-1-1 0,1 0 0,0 0 0,-1 1 0,-2 0 1,6-2-13,0 0 0,-1 0 1,1 0-1,0 0 0,0 0 1,0 1-1,0-1 0,0 0 1,0 1-1,0 0 1,0-1-1,0 1 0,0 0 1,0 0-1,0 0 0,0 0 1,0 1-1,0-1 0,0 0 1,0 1-1,0-1 1,0 1-1,0 0 0,0 0 1,2 1-1,-3-1 28,1 1 0,-1 0-1,0-1 1,0 1 0,1 0 0,-1 0 0,0 0 0,-1 0 0,1 0-1,0 0 1,0 0 0,-1 0 0,0 0 0,1 0 0,-1 0-1,0 1 1,0-1 0,0 0 0,0 0 0,0 0 0,-1 0-1,1 0 1,-1 0 0,0 3 0,-2 6 125,-1 0 0,0 0 0,-1-1 0,0 1-1,0-1 1,-1 0 0,-1-1 0,0 1 0,0-1 0,0-1 0,-14 12 0,-10 7-447,-67 43 1,32-25-2283,-1 6-2569,-62 51-2638</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9.635"/>
    </inkml:context>
    <inkml:brush xml:id="br0">
      <inkml:brushProperty name="width" value="0.025" units="cm"/>
      <inkml:brushProperty name="height" value="0.025" units="cm"/>
    </inkml:brush>
  </inkml:definitions>
  <inkml:trace contextRef="#ctx0" brushRef="#br0">34 228 2312,'-5'12'615,"5"-11"-357,0-1 0,0 1-1,0 0 1,-1-1-1,1 1 1,0 0 0,0-1-1,0 1 1,-1 0-1,1-1 1,0 1-1,-1 0 1,1-1 0,-1 1-1,1-1 1,-1 1-1,1-1 1,-1 1 0,1-1-1,-1 1 1,1-1-1,-1 1 1,1-1 0,-1 0-1,0 1 1,1-1-1,-1 0 1,0 0-1,1 1 1,-1-1 0,0 0-1,0 0 1,1 0-1,-1 0 1,0 0 0,1 0-1,-1 0 1,0 0-1,0 0 1,1 0-1,-1 0 1,0-1 0,1 1-1,-1 0 1,0 0-1,1-1 1,-1 1 0,0 0-1,1-1 1,-1 1-1,1-1 1,-2 0 0,10-7 3529,14-9-2499,123-63-434,-123 66-859,-1-1 1,-1-1-1,0-1 1,23-27-1,-30 32 10,-11 10 0,1 0-1,-1 0 1,0 0-1,1-1 0,-1 1 1,0-1-1,-1 1 1,1-1-1,2-3 0,-53 44 299,8-3-135,29-26-7,1 1 1,-1 0-1,2 0 1,-16 19-1,24-26-134,0 0 1,0 1-1,1-1 0,-1 0 1,0 1-1,1-1 0,0 0 0,0 1 1,0 0-1,0-1 0,1 1 0,-1-1 1,1 1-1,0 0 0,0-1 1,0 1-1,1 0 0,-1-1 0,1 1 1,0-1-1,0 1 0,0-1 1,3 6-1,0 0 3,1 0 0,0 0 0,1-1 1,-1 0-1,2 0 0,7 8 0,-12-13-26,1 0 0,0-1 0,0 1 0,0-1 0,0 0 0,1 0 0,-1 0 0,0 0 1,1-1-1,-1 0 0,1 1 0,0-1 0,0 0 0,-1-1 0,1 1 0,0-1 0,0 1 0,0-1 0,3 0 0,12-3-31,-1-1-1,0 0 1,28-12-1,-5-2-3145,-29 8-900,-8-11-2001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0.078"/>
    </inkml:context>
    <inkml:brush xml:id="br0">
      <inkml:brushProperty name="width" value="0.025" units="cm"/>
      <inkml:brushProperty name="height" value="0.025" units="cm"/>
    </inkml:brush>
  </inkml:definitions>
  <inkml:trace contextRef="#ctx0" brushRef="#br0">127 22 1880,'-15'-15'15253,"3"8"-7786,9 7-7134,1 0 1,0 0 0,0 0-1,-1 0 1,1 1 0,0-1 0,0 1-1,-1-1 1,1 1 0,0 0-1,0 0 1,0-1 0,-3 3 0,2-1-243,-35 18 558,36-19-633,0 0 0,1 0 0,-1 0 0,1 0 0,-1 1 0,1-1 0,-1 0 0,1 1 0,0-1 0,-1 1 1,1-1-1,0 1 0,0 0 0,0 0 0,0-1 0,1 1 0,-1 0 0,-1 3 0,41-24-676,3 7-39,-36 12-2958</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0.906"/>
    </inkml:context>
    <inkml:brush xml:id="br0">
      <inkml:brushProperty name="width" value="0.025" units="cm"/>
      <inkml:brushProperty name="height" value="0.025" units="cm"/>
    </inkml:brush>
  </inkml:definitions>
  <inkml:trace contextRef="#ctx0" brushRef="#br0">90 37 2889,'1'0'82,"-1"0"1,1 0-1,0 0 1,0 0-1,-1 0 1,1 0-1,0-1 0,0 1 1,-1 0-1,1 0 1,0-1-1,-1 1 1,1 0-1,0-1 1,-1 1-1,1 0 1,0-1-1,-1 1 1,1-1-1,0 0 1,-1-11 4958,0 11-4497,-1 0 1,1-1-1,-1 1 0,1 0 0,-1 0 0,0 0 0,0 0 0,0 0 0,1 1 0,-1-1 0,0 0 0,0 0 0,0 0 0,0 1 0,0-1 0,-1 1 0,1-1 0,0 1 0,0-1 0,0 1 0,0 0 0,-2-1 0,2 1-392,0 1 0,0-1 0,0 0 0,1 1 0,-1-1 0,0 1-1,0-1 1,1 1 0,-1 0 0,0-1 0,1 1 0,-1 0 0,1-1 0,-1 1-1,1 0 1,-1 0 0,1-1 0,-1 1 0,1 0 0,0 1 0,-10 23 656,6-15-407,-3 10-69,0 1 0,1-1 0,-3 24 0,-8 31-49,14-64-288,1 0 0,0 0-1,1 0 1,0 19 0,5-28-2250,7 3-8007,-9-1 4990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1.369"/>
    </inkml:context>
    <inkml:brush xml:id="br0">
      <inkml:brushProperty name="width" value="0.025" units="cm"/>
      <inkml:brushProperty name="height" value="0.025" units="cm"/>
    </inkml:brush>
  </inkml:definitions>
  <inkml:trace contextRef="#ctx0" brushRef="#br0">18 54 2529,'0'3'4579,"-6"-5"349,-6-8 2261,46 7-3934,23-8-2521,3-1-668,-26 10-749,-24 2-1438,0-1 0,0 0-1,15-3 1,21-6-6038</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2.053"/>
    </inkml:context>
    <inkml:brush xml:id="br0">
      <inkml:brushProperty name="width" value="0.025" units="cm"/>
      <inkml:brushProperty name="height" value="0.025" units="cm"/>
    </inkml:brush>
  </inkml:definitions>
  <inkml:trace contextRef="#ctx0" brushRef="#br0">104 3 2889,'3'8'543,"-4"-3"4646,-12-8 4662,5 0-9731,4-5 3290,4 8-3356,0 0 0,0 1-1,0-1 1,0 0 0,0 0 0,0 0 0,0 0-1,0 0 1,0 0 0,-1 0 0,1 0-1,0 0 1,0 0 0,0 0 0,0 0 0,0 0-1,0 0 1,0 0 0,0 0 0,-1 0-1,1 0 1,0 0 0,0 0 0,0 0 0,0 0-1,0 0 1,0 0 0,0 0 0,0 0-1,-1 0 1,1 0 0,0 0 0,0 0 0,0 0-1,0 0 1,0 0 0,0-1 0,0 1 0,0 0-1,0 0 1,0 0 0,0 0 0,-1 0-1,1 0 1,0 0 0,0 0 0,0 0 0,0 0-1,0-1 1,0 1 0,0 0 0,0 0-1,0 0 1,0 0 0,0 0 0,0 0 0,0 0-1,-13 18 1378,3 0-1292,1 1 0,1 0 0,1 0 0,1 1 0,0 0 0,2 0 0,0 1 0,1-1 0,0 25 0,2-33-503,0-10 196,0 1 1,1-1-1,0 0 0,-1 0 1,1 1-1,0-1 0,0 0 1,0 0-1,1 1 0,-1-1 0,1 0 1,-1 0-1,1 0 0,0 3 1,5-8-5697,-3-4-878,1-14-258</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2.704"/>
    </inkml:context>
    <inkml:brush xml:id="br0">
      <inkml:brushProperty name="width" value="0.025" units="cm"/>
      <inkml:brushProperty name="height" value="0.025" units="cm"/>
    </inkml:brush>
  </inkml:definitions>
  <inkml:trace contextRef="#ctx0" brushRef="#br0">7 32 4057,'6'0'5697,"-18"-8"6325,13 7-10508,5 3-1242,1 0-1,0 0 0,-1 0 1,1-1-1,0 1 0,0-2 1,0 1-1,0-1 0,0 0 1,10-2-1,71-14-80,-68 11 26,31-4 795,-30 7 88,-17 2-552,-6 2-57,2-2-511,1 0-1,-1 0 1,0 0-1,0 0 1,0 0-1,0 0 1,0 0-1,0 0 0,0 0 1,0 0-1,0 0 1,0 0-1,0 0 1,0 0-1,0 0 1,0 0-1,1 0 1,-1 0-1,0 1 0,0-1 1,0 0-1,0 0 1,0 0-1,0 0 1,0 0-1,0 0 1,0 0-1,0 0 1,0 0-1,0 0 0,0 0 1,0 0-1,0 0 1,0 0-1,0 1 1,0-1-1,0 0 1,0 0-1,0 0 1,0 0-1,0 0 0,0 0 1,0 0-1,0 0 1,0 0-1,0 0 1,0 0-1,0 0 1,0 0-1,0 1 1,0-1-1,0 0 0,0 0 1,0 0-1,-1 0 1,1 0-1,0 0 1,0 0-1,0 0 1,0 0-1,0 0 1,0 0-1,0 0 0,0 0 1,0 0-1,0 0 1,0 0-1,0 0 1,-1 0-1,11 3-2528,0 1-4901,6 3 1384</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4.320"/>
    </inkml:context>
    <inkml:brush xml:id="br0">
      <inkml:brushProperty name="width" value="0.025" units="cm"/>
      <inkml:brushProperty name="height" value="0.025" units="cm"/>
    </inkml:brush>
  </inkml:definitions>
  <inkml:trace contextRef="#ctx0" brushRef="#br0">479 0 3913,'0'1'92,"0"-1"0,0 1 0,0-1 0,0 1 0,0-1 0,0 1 0,0-1 0,0 0 0,0 1 1,0-1-1,0 1 0,0-1 0,-1 1 0,1-1 0,0 0 0,0 1 0,0-1 0,-1 1 0,1-1 0,0 0 0,-1 1 0,1-1 0,0 0 0,-1 1 1,1-1-1,-1 0 0,0 1 328,1-1 1,-1 0 0,0 0 0,0 0-1,0 0 1,1 0 0,-1-1 0,0 1-1,0 0 1,0 0 0,1 0 0,-1-1-1,0 1 1,0 0 0,1-1 0,-1 1-1,0-1 1,0 0 0,-4-5 6197,20 14-3872,101 52-673,-107-54-1899,-1-1 0,0 1 0,0 1 0,-1-1 0,0 1 0,0 1 0,-1-1 0,7 11 0,-9-11-34,-1-1 1,0 1-1,-1 0 0,1 0 0,-1 0 1,-1 0-1,1 0 0,-1 1 1,-1-1-1,1 0 0,-2 13 1,-3 28 787,-12 56 1,1-15-499,9-60-330,0 0 0,-2-1 1,-16 38-1,7-23 60,8-15-117,-2-1 0,-2-1 0,0 0 0,-20 28 0,20-39-11,-1-1-1,-1-1 1,0 0 0,0-1 0,-1 0-1,-26 13 1,31-17-29,-5-1 75,0 1-1,0-2 1,0 0-1,-29 6 1,0 1-67,-11 5-11,25-6 0,-61 12 0,80-23 0,11-1 0,0 0 0,0 0 0,0 0 0,0 0 0,0 0 0,0 0 0,0 0 0,0 1 0,0-1 0,0 0 0,0 0 0,0 1 0,1-1 0,-1 1 0,0-1 0,0 0 0,0 2 0,2-3 0,3 2-35,-1 0 1,0 0-1,0 0 1,0 0-1,0 0 1,0 0-1,0 1 1,0-1-1,-1 1 1,1 0-1,-1 0 1,1 0-1,2 4 1,14 8-1924,8 1-2562,16 15-3362</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9.060"/>
    </inkml:context>
    <inkml:brush xml:id="br0">
      <inkml:brushProperty name="width" value="0.025" units="cm"/>
      <inkml:brushProperty name="height" value="0.025" units="cm"/>
    </inkml:brush>
  </inkml:definitions>
  <inkml:trace contextRef="#ctx0" brushRef="#br0">0 325 2377,'5'-2'639,"0"-1"0,-1 0 0,1 0 0,-1 0 0,0-1 0,0 0 1,0 1-1,0-1 0,-1 0 0,1-1 0,-1 1 0,0-1 1,-1 1-1,4-7 0,22-29 1713,104-81-50,-18 20-133,-130 117-1559,1 2 1,1 0-1,0 0 1,2 1-1,-15 29 1,24-41-613,0 0 0,0 0 1,1 0-1,0 0 0,0 0 0,1 1 1,-1-1-1,2 1 0,-1-1 1,2 10-1,-1-13 18,1 0 1,0 0-1,0 0 0,0 0 1,1 0-1,-1 0 1,1-1-1,0 1 1,0 0-1,1-1 0,-1 1 1,1-1-1,-1 0 1,1 0-1,0 0 0,0 0 1,1 0-1,-1-1 1,0 0-1,5 3 1,-2-2 12,1 0 1,0 0-1,0 0 0,0-1 1,1 0-1,-1-1 1,0 1-1,1-2 1,-1 1-1,1-1 1,13-1-1,-11 0-165,0 0-1,-1-1 0,1 0 0,-1 0 0,1-1 0,-1-1 1,0 1-1,12-8 0,-19 10-44,0 0 1,-1 0-1,1-1 0,0 1 1,-1 0-1,1-1 1,-1 1-1,0-1 0,1 1 1,1-3-1,12-35-3551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9.634"/>
    </inkml:context>
    <inkml:brush xml:id="br0">
      <inkml:brushProperty name="width" value="0.025" units="cm"/>
      <inkml:brushProperty name="height" value="0.025" units="cm"/>
    </inkml:brush>
  </inkml:definitions>
  <inkml:trace contextRef="#ctx0" brushRef="#br0">167 1 2256,'-20'11'10193,"4"1"-4526,13-8-5221,-1 0 1,1 0-1,0 1 1,0-1-1,1 0 1,-1 1-1,1 0 1,0 0-1,-2 8 1,2-9-310,-9 23 372,11-27-496,0 1 0,0-1 1,0 1-1,-1-1 1,1 0-1,0 1 0,0-1 1,-1 0-1,1 1 1,0-1-1,0 0 1,-1 1-1,1-1 0,0 0 1,-1 1-1,1-1 1,-1 0-1,1 0 0,0 0 1,-1 1-1,1-1 1,-1 0-1,1 0 0,0 0 1,-1 0-1,1 0 1,-1 0-1,1 0 0,-1 0 1,1 0-1,0 0 1,-1 0-1,1 0 0,-1 0 1,1 0-1,-1 0 1,1 0-1,0-1 1,-1 1-1,1 0 0,-1 0 1,1 0-1,0-1 1,-1 1-1,1 0 0,0-1 1,-1 1-1,1 0 1,0 0-1,-1-1 0,1 0 1,-3-1-3,1 0 0,0-1 0,0 1-1,1-1 1,-1 1 0,0-1 0,1 0 0,0 0 0,-1 0 0,0-5 0,2 6-14,0 0-1,0 1 1,1-1 0,-1 0-1,1 0 1,-1 1 0,1-1-1,0 0 1,0 1 0,0-1 0,0 0-1,0 1 1,0 0 0,0-1-1,1 1 1,-1 0 0,0-1-1,1 1 1,-1 0 0,2-1-1,13-13-19,-3 3 211,-23 23 625,5-5-610,-4 4 139,0 0-1,-1 0 1,0 0-1,-1-1 1,-22 14-1,30-64 366,3 40-749,0 1 0,0-1 0,0 1-1,0-1 1,0 1 0,0 0 0,0-1-1,0 1 1,1-1 0,-1 1 0,0-1-1,0 1 1,0 0 0,0-1 0,1 1-1,-1-1 1,0 1 0,1 0 0,-1-1-1,0 1 1,0 0 0,1-1 0,-1 1-1,1 0 1,19 5-3985,28 22-1237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1.083"/>
    </inkml:context>
    <inkml:brush xml:id="br0">
      <inkml:brushProperty name="width" value="0.025" units="cm"/>
      <inkml:brushProperty name="height" value="0.025" units="cm"/>
    </inkml:brush>
  </inkml:definitions>
  <inkml:trace contextRef="#ctx0" brushRef="#br0">716 3 2889,'2'-1'9452,"-1"1"-9182,-4-1 2833,2 7-1213,-39 3 4104,-43 18-5324,-1-4 0,-2-4 0,-127 12 0,177-27-647,-136 8 176,188-6 37,1 0-1,-1 2 0,0 0 1,15 10-1,-4-3-131,39 22 118,-35-18-18,-1-2 0,2-1 0,0-1 0,48 14 1,-73-27-184,-1 0 0,1 1 0,-1 0 1,1 0-1,-1 1 0,0 0 0,0 0 1,-1 0-1,8 7 0,-4-3-1,0-1 87,1-2 0,-1 1 0,14 5 0,-7-4 149,1 7 54,-14-9-28,-13-8 2,9 2-619,0 0 0,0 0 0,1 0-1,-1 0 1,0 0 0,0 0 0,1 0 0,-1 0 0,1 0 0,-1 0 0,1 0-1,-1 0 1,1 0 0,-1-1 0,1 1 0,0 0 0,0 0 0,0 0 0,0-1 0,-1 1-1,2 0 1,-1 0 0,0 0 0,0-1 0,0 1 0,1 0 0,-1-1 0,5-53-9207</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1.829"/>
    </inkml:context>
    <inkml:brush xml:id="br0">
      <inkml:brushProperty name="width" value="0.025" units="cm"/>
      <inkml:brushProperty name="height" value="0.025" units="cm"/>
    </inkml:brush>
  </inkml:definitions>
  <inkml:trace contextRef="#ctx0" brushRef="#br0">18 14 1320,'0'-2'2041,"-2"2"-1849,2-3-96,-2 1-16,-1-2-32,-1 4 0,2-3 24,-1 3-64,1 0 8,2 3 32,0 1-40,5-4-1312,6-7-553</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7.377"/>
    </inkml:context>
    <inkml:brush xml:id="br0">
      <inkml:brushProperty name="width" value="0.025" units="cm"/>
      <inkml:brushProperty name="height" value="0.025" units="cm"/>
    </inkml:brush>
  </inkml:definitions>
  <inkml:trace contextRef="#ctx0" brushRef="#br0">98 70 3889,'-5'-5'7423,"-8"-6"-507,13 10-6780,0 1-1,0 0 0,0 0 0,-1 0 0,1-1 0,0 1 0,0 0 0,0 0 0,0 0 0,-1 0 0,1 0 0,0-1 0,0 1 1,0 0-1,-1 0 0,1 0 0,0 0 0,0 0 0,-1 0 0,1 0 0,0 0 0,0 0 0,0 0 0,-1 0 0,1 0 0,0 0 0,0 0 1,-1 0-1,1 0 0,0 0 0,0 0 0,-1 0 0,1 0 0,0 0 0,0 0 0,0 0 0,-1 0 0,1 0 0,0 1 0,0-1 1,0 0-1,-1 0 0,1 0 0,-2 3 45,0 0 1,0-1-1,0 1 1,0-1-1,0 0 1,-1 0 0,1 0-1,-1 0 1,1 0-1,-1 0 1,0-1-1,0 0 1,0 1-1,-5 1 1,-15 3 232,23-6-409,0 0 0,0 0 0,0 1 1,0-1-1,0 0 0,0 0 0,-1 0 0,1 0 0,0 0 0,0 0 1,0 0-1,0 0 0,0 0 0,0 1 0,0-1 0,-1 0 0,1 0 1,0 0-1,0 0 0,0 0 0,0 0 0,0 0 0,-1 0 0,1 0 1,0 0-1,0 0 0,0 0 0,0 0 0,0 0 0,-1 0 0,1 0 1,0 0-1,0 0 0,0-1 0,0 1 0,0 0 0,0 0 1,-1 0-1,1 0 0,0 0 0,0 0 0,0 0 0,0 0 0,0 0 1,0-1-1,0 1 0,0 0 0,-1 0 0,1 0 0,0 0 0,0 0 1,0 0-1,0-1 0,0 1 0,0 0 0,0 0 0,0 0 0,0 0 1,0 0-1,0-1 0,0 1 0,0 0 0,0 0 0,0 0 0,0 0 1,0 0-1,0-1 0,0 1 0,0 0 0,20-27-102,-18 22 95,1 0 0,0 0 0,1 1 0,-1-1 0,1 1 0,0 0 1,0 0-1,1 0 0,-1 0 0,1 1 0,0-1 0,9-3 0,-14 6 0,0 1-1,0 0 1,0 0 0,1 0-1,-1 0 1,0 0-1,0 0 1,1 0-1,-1 0 1,0 0 0,1 0-1,-1 0 1,0 0-1,0 0 1,1 0 0,-1 0-1,0 0 1,0 0-1,1 0 1,-1 0 0,0 0-1,0 0 1,0 1-1,1-1 1,-1 0-1,0 0 1,0 0 0,1 0-1,-1 0 1,0 1-1,0-1 1,0 0 0,0 0-1,1 0 1,-1 1-1,0-1 1,0 0-1,0 0 1,0 1 0,0-1-1,0 0 1,0 1-1,0 15 52,-11 16 418,9-29-365,1 0 0,-2 0 0,1 0 0,0 0 0,-1 0 0,1 0 0,-1-1 0,-4 4 0,19-28 718,-8 12-861,-5 11-22,-3 3-985,0-1-1271,0 3-3956,-2 10-7546</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8.126"/>
    </inkml:context>
    <inkml:brush xml:id="br0">
      <inkml:brushProperty name="width" value="0.025" units="cm"/>
      <inkml:brushProperty name="height" value="0.025" units="cm"/>
    </inkml:brush>
  </inkml:definitions>
  <inkml:trace contextRef="#ctx0" brushRef="#br0">640 47 8,'0'0'210,"1"0"0,-1 0 0,0 0 0,0 0 0,0 0 0,0 1-1,1-1 1,-1 0 0,0 0 0,0 0 0,0 0 0,0 1 0,0-1 0,0 0 0,1 0 0,-1 0 0,0 1 0,0-1 0,0 0-1,0 0 1,0 1 0,0-1 0,0 0 0,0 0 0,0 1 0,0-1 0,0 0 0,0 0 0,0 0 0,0 1 0,0-1 0,0 0-1,0 0 1,-1 1 0,1-1 0,0 0 0,0 0 0,0 0 0,0 0 0,0 1 0,0-1 0,-1 0 0,1 0 0,0 0 0,0 0-1,0 1 1,0-1 0,-1 0 0,-12-4 9614,-1 1-4787,1 7-4812,-1-1 0,1 0 1,-1-1-1,1 0 1,-1-1-1,-23-1 0,36 0-224,1 0 0,0 0-1,0 0 1,0 0-1,0 0 1,0 0 0,0 0-1,0 0 1,0-1 0,0 1-1,0 0 1,-1 0-1,1 0 1,0 0 0,0 0-1,0 0 1,0 0 0,0 0-1,0-1 1,0 1-1,0 0 1,0 0 0,0 0-1,0 0 1,0 0 0,0 0-1,0 0 1,0-1-1,0 1 1,0 0 0,0 0-1,0 0 1,0 0 0,0 0-1,0 0 1,0 0-1,0-1 1,0 1 0,0 0-1,0 0 1,1 0 0,-1 0-1,0 0 1,0 0-1,0 0 1,0 0 0,0 0-1,0 0 1,0-1 0,0 1-1,0 0 1,1 0-1,-1 0 1,0 0 0,0 0-1,0 0 1,0 0 0,0 0-1,0 0 1,0 0-1,1 0 1,11-10 1,16-8-11,-22 14-3,1 0-1,0 1 0,-1-1 0,2 1 0,-1 0 0,0 1 0,0 0 1,1 0-1,-1 1 0,15-2 0,-21 4 10,-1-1 1,0 1-1,0-1 0,1 0 1,-1 1-1,0-1 0,0 1 1,0-1-1,0 1 0,1-1 1,-1 1-1,0-1 0,0 1 1,0 0-1,0-1 0,0 1 1,0-1-1,0 1 0,-1-1 1,1 1-1,0-1 0,0 1 1,0-1-1,0 1 0,-1-1 1,1 0-1,0 1 0,0-1 1,-1 1-1,1-1 0,0 1 1,-1-1-1,1 0 0,-1 1 1,0 0-1,-14 19 388,12-15-288,-2-1-1,1 0 1,0 1 0,-1-2-1,0 1 1,0 0-1,0-1 1,0 0-1,-1 0 1,1-1-1,-1 1 1,-6 1-1,36-29 147,-12 14-297,-9 8 53,-1 1 0,0-1 0,1 1 0,-1 0 0,1 0 0,0 0 0,0 0 0,0 0 0,0 0 0,0 1 0,0-1 0,0 1 0,7-1 0,-33 31 216,-5 14 185,-45 90 0,9-13-168,56-106-252,-2-1 0,1 0 1,-2 0-1,1-1 0,-2 0 0,1-1 1,-2-1-1,1 0 0,-1 0 0,-15 7 1,11-8-763,-1-1 1,1-1-1,-1 0 1,0-1-1,-32 5 1,-108 10-6810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08.643"/>
    </inkml:context>
    <inkml:brush xml:id="br0">
      <inkml:brushProperty name="width" value="0.025" units="cm"/>
      <inkml:brushProperty name="height" value="0.025" units="cm"/>
    </inkml:brush>
  </inkml:definitions>
  <inkml:trace contextRef="#ctx0" brushRef="#br0">1 98 3697,'9'-12'5831,"-6"8"-4805,0 0 0,0 0 0,1 0 0,-1 1 0,9-7 0,-12 10-938,1-1 1,0 1-1,0 0 0,0-1 0,-1 1 1,1 0-1,0 0 0,0-1 0,0 1 1,0 0-1,0 0 0,-1 0 0,1 0 1,0 0-1,0 0 0,0 0 0,0 0 1,0 1-1,0-1 0,-1 0 0,1 0 1,0 1-1,0-1 0,0 1 0,-1-1 1,1 1-1,0-1 0,0 1 0,-1-1 1,1 1-1,-1-1 0,1 1 1,0 0-1,-1-1 0,1 1 0,-1 0 1,1 0-1,-1-1 0,0 1 0,1 0 1,-1 1-1,5 7 185,-1 1 0,0-1 0,-1 1 0,0 0 1,0 1-1,1 18 0,2 68 563,-5-68-629,-10 93 929,3-186-320,4 52-822,0 0 0,1 0 0,0 0-1,1 0 1,0 0 0,3-17 0,2 14-2,0 1 0,1-1 0,0 1 0,1 0-1,0 0 1,1 1 0,1 0 0,0 0 0,1 1 0,0 0 0,1 1 0,0 0 0,1 1 0,0 0 0,1 1 0,0 1 0,0-1 0,28-11 0,-39 20 5,-1-1 0,0 1 0,0 0-1,0-1 1,0 1 0,1 0-1,-1 0 1,0 0 0,0 0-1,0 0 1,1 0 0,-1 0-1,0 1 1,0-1 0,0 0 0,0 1-1,0-1 1,1 1 0,-1-1-1,0 1 1,0-1 0,0 1-1,0 0 1,0-1 0,0 1-1,-1 0 1,1 0 0,0 0 0,0 0-1,-1 0 1,1 0 0,0 0-1,-1 0 1,1 0 0,-1 0-1,1 0 1,-1 0 0,1 0-1,-1 2 1,2 5 15,0 1 0,0-1 0,-1 1-1,0 11 1,-1-11 37,3 73 819,-3 1-1,-12 89 0,11-165-1378,-2 15 2377,6-19-3695,7-13-4956,3-13 455</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09.261"/>
    </inkml:context>
    <inkml:brush xml:id="br0">
      <inkml:brushProperty name="width" value="0.025" units="cm"/>
      <inkml:brushProperty name="height" value="0.025" units="cm"/>
    </inkml:brush>
  </inkml:definitions>
  <inkml:trace contextRef="#ctx0" brushRef="#br0">18 34 4089,'-6'4'921,"5"-4"-616,1 0-1,0 0 1,0 1-1,-1-1 1,1 0 0,0 0-1,-1 0 1,1 0-1,0 0 1,-1 0-1,1 0 1,0 0 0,-1 0-1,1 0 1,0 0-1,-1 0 1,1 0 0,0 0-1,0 0 1,-1 0-1,1 0 1,0-1-1,-1 1 1,1 0 0,0 0-1,0 0 1,-1 0-1,1-1 1,0 1 0,0 0-1,-1 0 1,1 0-1,0-1 1,0 1-1,0 0 1,-1 0 0,1-1-1,0 1 1,0 0-1,0-1 1,0 1 0,0 0-1,-1 0 1,1-1-1,0 1 1,0-1-1,6-1 3129,11 0-3309,-14 1 224,98-11 1095,127 0-1,-217 14-454,5 2-7495,0-5 893,21-6-4111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1.600"/>
    </inkml:context>
    <inkml:brush xml:id="br0">
      <inkml:brushProperty name="width" value="0.025" units="cm"/>
      <inkml:brushProperty name="height" value="0.025" units="cm"/>
    </inkml:brush>
  </inkml:definitions>
  <inkml:trace contextRef="#ctx0" brushRef="#br0">1 64 4601,'13'4'7385,"6"-7"-4200,9 0-2124,-27 3-985,0 1 0,0-1 0,0 0 0,0 0 0,0 0 1,0 1-1,0-1 0,0 1 0,0-1 0,-1 0 0,1 1 0,0 0 0,0-1 1,0 1-1,0-1 0,-1 1 0,1 0 0,0 0 0,-1-1 0,1 1 0,0 0 0,0 2 1,3 7 166,0 0 0,-1 1 1,0-1-1,0 1 1,-2 0-1,1 0 1,-1 0-1,-1-1 1,0 1-1,0 0 1,-1 0-1,-3 13 0,2-14-161,0 0 0,0 0-1,-1 0 1,-1 0-1,0 0 1,0-1-1,-1 1 1,0-1-1,-1-1 1,0 1-1,0-1 1,-15 15-1,21-22-77,0-1 0,0 0 0,-1 1 0,1-1 1,0 0-1,-1 0 0,1 1 0,0-1 0,-1 0 0,1 0 0,0 0 0,-1 1 0,1-1 0,0 0 0,-1 0 0,1 0 0,-1 0 0,1 0 0,0 0 0,-1 0 0,1 0 0,-1 0 0,1 0 0,0 0 0,-1 0 0,1 0 0,-1 0 0,1 0 0,0 0 0,-1 0 0,1 0 0,0-1 0,-1 1 0,1 0 0,0 0 0,-1-1 0,-6-16 276,4-23 113,3 31-400,1 0 0,0 0 0,1 0 0,0 0 0,0 0 0,1 0 0,0 1 0,0 0 0,1-1 0,1 1 0,-1 0 0,1 1 0,0-1 0,1 1 0,0 0 0,0 1 0,12-11 0,9-4-29,1 0 0,0 2 0,41-20 0,-54 31 34,-5 2 1,-1 0 3,0 1-1,0 0 1,0 1 0,1 0 0,-1 0-1,1 1 1,0 0 0,17-2 0,-26 5 1,0 1 1,1-1 0,-1 1 0,0-1-1,0 1 1,1-1 0,-1 1 0,0 0-1,0-1 1,0 1 0,0 0 0,0 0-1,0 0 1,0 0 0,0 0 0,0 0 0,-1 0-1,1 0 1,0 0 0,-1 1 0,1-1-1,0 0 1,-1 0 0,0 1 0,1-1-1,-1 0 1,0 1 0,1 1 0,5 43 446,-6-44-425,2 38 337,3 113 984,-6-146-1203,-1-1 1,1 0-1,-1 0 0,0 1 0,-1-1 1,1-1-1,-1 1 0,0 0 0,-1-1 1,1 1-1,-1-1 0,0 0 1,-1 0-1,1-1 0,-1 1 0,-9 6 1,7-5-33,0 1 0,0-1 0,1 2 0,0-1 1,0 1-1,-6 10 0,22-20-521,5-5-968,13-6-1246,37-20-2462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2.015"/>
    </inkml:context>
    <inkml:brush xml:id="br0">
      <inkml:brushProperty name="width" value="0.025" units="cm"/>
      <inkml:brushProperty name="height" value="0.025" units="cm"/>
    </inkml:brush>
  </inkml:definitions>
  <inkml:trace contextRef="#ctx0" brushRef="#br0">0 31 3713,'4'1'10040,"7"-1"-7379,9-2 163,36 4 0,11-1-1704,142-25-696,-194 17-2050,-18 5-1649,-12 4-1576,-26 5-1673</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2.428"/>
    </inkml:context>
    <inkml:brush xml:id="br0">
      <inkml:brushProperty name="width" value="0.025" units="cm"/>
      <inkml:brushProperty name="height" value="0.025" units="cm"/>
    </inkml:brush>
  </inkml:definitions>
  <inkml:trace contextRef="#ctx0" brushRef="#br0">2 1 4521,'0'0'313,"0"0"1,0 0-1,0 0 1,0 1-1,-1-1 1,1 0-1,0 0 1,0 1-1,0-1 0,0 0 1,0 1-1,0-1 1,0 0-1,0 0 1,0 1-1,0-1 1,0 0-1,0 0 0,0 1 1,0-1-1,0 0 1,0 1-1,0-1 1,0 0-1,0 0 1,1 1-1,-1-1 1,0 0-1,0 0 0,0 0 1,0 1-1,1-1 1,-1 0-1,0 0 1,0 0-1,0 1 1,1-1-1,-1 0 0,0 0 1,0 0-1,1 0 1,-1 1-1,20 9 4138,23 2-2593,-27-9-1520,0-1 0,0-1-1,1 0 1,-1-1 0,0-1 0,1 0 0,-1-2 0,30-7 0,-39 8-217,3-2 316,-15 7-186,9-1-963,13 2-4903,7-3 428</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7.434"/>
    </inkml:context>
    <inkml:brush xml:id="br0">
      <inkml:brushProperty name="width" value="0.025" units="cm"/>
      <inkml:brushProperty name="height" value="0.025" units="cm"/>
    </inkml:brush>
  </inkml:definitions>
  <inkml:trace contextRef="#ctx0" brushRef="#br0">581 14 3945,'1'2'164,"0"-1"0,1 0 1,-1 0-1,0 0 0,1 0 0,-1 0 1,0 0-1,1 0 0,-1-1 1,1 1-1,0 0 0,-1-1 0,1 1 1,-1-1-1,1 0 0,0 1 0,1-1 1,-2 0 94,0-1 0,0 1 1,0 0-1,0-1 0,0 1 1,0-1-1,0 1 0,0-1 0,0 1 1,0-1-1,0 0 0,0 1 1,-1-1-1,1 0 0,0 0 1,0 1-1,-1-1 0,1 0 1,-1 0-1,1 0 0,-1 0 1,1 0-1,-1 0 0,1 0 0,-1 0 1,0 0-1,0 0 0,1-2 1,-1 3-198,0 0-1,0 0 1,0 0 0,0 0 0,0 0 0,0-1 0,0 1 0,0 0-1,0 0 1,0 0 0,0 0 0,0 0 0,0-1 0,0 1-1,0 0 1,0 0 0,0 0 0,0 0 0,0 0 0,0-1 0,0 1-1,0 0 1,0 0 0,0 0 0,-1 0 0,1 0 0,0 0-1,0-1 1,0 1 0,0 0 0,0 0 0,0 0 0,0 0 0,-1 0-1,1 0 1,0 0 0,0 0 0,0 0 0,0 0 0,0-1 0,0 1-1,-1 0 1,1 0 0,0 0 0,0 0 0,-11 2 1344,-15 10-788,22-9-465,-60 28 264,-98 65-1,113-65-313,24-15-26,0 1 0,1 1 0,0 1-1,2 1 1,0 1 0,2 1 0,0 1-1,1 0 1,2 2 0,-26 45 0,39-60 16,-4 4 39,0 1 0,2 0 0,0 0 0,1 1 0,-6 26 0,10-39-114,1 0 1,0 1-1,0-1 0,0 0 1,0 0-1,1 0 1,-1 1-1,1-1 0,0 0 1,0 0-1,0 0 1,0 0-1,0 0 0,4 5 1,-3-6-8,1 1 1,-1 0-1,1-1 1,0 0-1,0 1 1,0-1-1,0 0 1,0 0 0,0-1-1,1 1 1,-1-1-1,1 0 1,-1 0-1,1 0 1,6 1-1,12 3 24,-1-2-1,1-1 0,33 0 1,-48-2-24,1 0 1,-1-1 0,0-1 0,0 1-1,0-1 1,0 0 0,0-1-1,0 0 1,0 0 0,-1 0 0,0-1-1,1 0 1,-1 0 0,7-7 0,-9 8 1,4-4 12,-1 0 0,0-1 0,0 1-1,9-15 1,-15 20-7,0 0 0,1 0 0,-1 0 0,-1-1 0,1 1 0,0 0 0,0-1 0,-1 1 0,1 0 0,-1-1 0,0 1 0,0-1 0,0 1-1,0 0 1,0-1 0,0 1 0,-1-1 0,1 1 0,-1 0 0,0-1 0,1 1 0,-1 0 0,0 0 0,0 0 0,-3-4 0,-2-4 9,-1 0 0,-1 1 0,0 0 0,0 0 0,0 0 0,-1 1 0,-1 0 1,-11-7-1,13 10 146,-1 1 0,0 0 0,0 1 1,0 0-1,-1 0 0,1 0 0,-1 1 1,1 1-1,-1 0 0,-17 0 0,-12 1 1433,38 0-1254,3 3 1438,9 18-5067,-10-19 2585,0 0 0,0 0 0,1-1-1,-1 1 1,1-1 0,-1 1 0,1-1-1,0 0 1,0 1 0,-1-1 0,1 0-1,4 1 1,46 10-10752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7.847"/>
    </inkml:context>
    <inkml:brush xml:id="br0">
      <inkml:brushProperty name="width" value="0.025" units="cm"/>
      <inkml:brushProperty name="height" value="0.025" units="cm"/>
    </inkml:brush>
  </inkml:definitions>
  <inkml:trace contextRef="#ctx0" brushRef="#br0">52 20 4353,'-4'-2'9693,"-4"-1"-4305,-17-6 1288,10 8-2538,27-4-4970,-1 7-4878,-5 9-784</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8.262"/>
    </inkml:context>
    <inkml:brush xml:id="br0">
      <inkml:brushProperty name="width" value="0.025" units="cm"/>
      <inkml:brushProperty name="height" value="0.025" units="cm"/>
    </inkml:brush>
  </inkml:definitions>
  <inkml:trace contextRef="#ctx0" brushRef="#br0">239 0 3049,'0'0'816,"-5"3"5945,3-1-3016,-5-2-1961,1 7 113,-3 1 63,-7 10-351,0 5-385,-1 3-496,-6-1-416,1 1-312,0 1-24,-3 0-1872,-44 58-5722</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11.493"/>
    </inkml:context>
    <inkml:brush xml:id="br0">
      <inkml:brushProperty name="width" value="0.025" units="cm"/>
      <inkml:brushProperty name="height" value="0.025" units="cm"/>
    </inkml:brush>
  </inkml:definitions>
  <inkml:trace contextRef="#ctx0" brushRef="#br0">40 17 5361,'-3'-7'3566,"-3"-2"4303,6 9-7721,0 0 468,-1 3-396,0-1 1,0 1 0,0-1-1,1 1 1,-1 0 0,1-1-1,-1 1 1,1 0-1,0 0 1,0-1 0,0 1-1,1 4 1,-1-4 10,4 112 749,-1-71-351,-1 0 0,-3-1 1,-11 79-1,7-93-110,1 57 1,-1-2 181,2 5 1198,4-60-1136,-7 45 0,7-35-633,1-25 39,-1-17 592,5-9-447,3 6-5102,1 4-1075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1.974"/>
    </inkml:context>
    <inkml:brush xml:id="br0">
      <inkml:brushProperty name="width" value="0.025" units="cm"/>
      <inkml:brushProperty name="height" value="0.025" units="cm"/>
    </inkml:brush>
  </inkml:definitions>
  <inkml:trace contextRef="#ctx0" brushRef="#br0">20 211 3841,'-12'2'11015,"10"5"-5155,13 14-3420,1 0-2580,-9-14 153,0 1 0,-1-1 0,0 1 0,0 0 0,0 12 0,-1-18 18,-1 0 1,0-1-1,0 1 0,1 0 1,-1 0-1,0 0 1,-1-1-1,1 1 0,0 0 1,0 0-1,-1 0 0,1-1 1,-1 1-1,0 0 1,1-1-1,-1 1 0,0 0 1,0-1-1,0 1 0,0-1 1,0 0-1,0 1 1,-1-1-1,1 0 0,0 1 1,-1-1-1,1 0 0,-1 0 1,1 0-1,-3 1 0,3-2 0,0 0-1,1 0 0,-1 0 0,0 0 0,1 0 0,-1 0 1,0 0-1,0 0 0,1-1 0,-1 1 0,0 0 0,1 0 1,-1-1-1,0 1 0,1 0 0,-1-1 0,1 1 0,-1 0 1,1-1-1,-1 1 0,1-1 0,-1 1 0,1-1 0,-1 1 1,1-1-1,-1 0 0,1 1 0,0-1 0,-1 1 0,1-1 1,0 0-1,0 1 0,-1-1 0,1 0 0,0 1 0,0-1 1,0 0-1,0 0 0,0 1 0,0-1 0,0 0 0,0 1 0,0-2 1,4-32-225,3 18 122,0 0 1,1 0-1,0 0 1,2 1-1,-1 0 0,2 1 1,0 0-1,15-14 0,-1 4-69,2 0 1,0 2-1,35-22 0,2 9 47,-57 32 73,-1 1 0,1 0 0,0-1 0,0 2 0,0-1 0,0 1 0,0 0 0,8 0 0,-14 2 19,0-1 0,1 0 0,-1 0 0,0 1 0,0-1-1,0 1 1,1-1 0,-1 1 0,0-1 0,0 1 0,0 0 0,0 0 0,0-1 0,0 1-1,0 0 1,0 0 0,-1 0 0,1 0 0,0 0 0,0 0 0,-1 0 0,1 0 0,-1 0-1,1 1 1,-1-1 0,1 0 0,-1 0 0,0 0 0,1 3 0,1 42 223,-2-36-179,0 15 297,-2 0 0,-1-1 0,0 1 0,-2-1 0,-10 32 0,63-66-4993,37-11-1552</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2.337"/>
    </inkml:context>
    <inkml:brush xml:id="br0">
      <inkml:brushProperty name="width" value="0.025" units="cm"/>
      <inkml:brushProperty name="height" value="0.025" units="cm"/>
    </inkml:brush>
  </inkml:definitions>
  <inkml:trace contextRef="#ctx0" brushRef="#br0">1 1 2929,'32'0'12613,"24"-1"-5316,8 3-6979,-41-1-1167,-1 1 0,0 2 0,39 10 1,-57-13 385,-3-1 295,-1 0 0,1 0 1,0 0-1,0 1 0,0-1 0,-1 0 0,1 0 0,0 1 0,0-1 1,-1 1-1,1-1 0,0 0 0,-1 1 0,1-1 0,0 1 0,-1 0 1,1-1-1,-1 1 0,1-1 0,-1 1 0,1 0 0,-1-1 0,0 1 1,1 0-1,-1 0 0,0-1 0,1 2 0,-4 14-3981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2.542"/>
    </inkml:context>
    <inkml:brush xml:id="br0">
      <inkml:brushProperty name="width" value="0.025" units="cm"/>
      <inkml:brushProperty name="height" value="0.025" units="cm"/>
    </inkml:brush>
  </inkml:definitions>
  <inkml:trace contextRef="#ctx0" brushRef="#br0">9 0 5961,'-2'4'2657,"-2"-1"4232,1 3-4552,10-1-441,7-1-95,6-1-481,13 1-576,5-4-440,6-2-304,5 0-408,12-5-2153,135-7-3568</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172"/>
    </inkml:context>
    <inkml:brush xml:id="br0">
      <inkml:brushProperty name="width" value="0.025" units="cm"/>
      <inkml:brushProperty name="height" value="0.025" units="cm"/>
    </inkml:brush>
  </inkml:definitions>
  <inkml:trace contextRef="#ctx0" brushRef="#br0">5 678 3721,'-5'27'9762,"16"-40"-2482,7-10-7423,332-437-279,-196 252 115,-154 208 329,0 0 1,0 0 0,0 0-1,-1 1 1,1-1-1,0 0 1,0 0-1,0 0 1,0 1-1,0-1 1,0 0-1,0 0 1,0 0 0,0 0-1,0 1 1,0-1-1,0 0 1,1 0-1,-1 0 1,0 1-1,0-1 1,0 0-1,0 0 1,0 0-1,0 0 1,0 1 0,0-1-1,1 0 1,-1 0-1,0 0 1,0 0-1,0 0 1,0 0-1,0 1 1,1-1-1,-1 0 1,0 0 0,0 0-1,0 0 1,1 0-1,-1 0 1,0 0-1,0 0 1,0 0-1,0 0 1,1 0-1,-1 0 1,0 0-1,0 0 1,0 0 0,1 0-1,-1 0 1,0 0-1,0 0 1,0 0-1,1 0 1,-1 0-1,0 0 1,0-1-1,0 1 1,0 0 0,0 0-1,1 0 1,-1 0-1,0 0 1,0 0-1,0-1 1,0 1-1,3 31 887,-8 38 62,-20 86 691,9-75-1238,5 2 0,-2 90 0,15-155-277,-2-17-169,1 0 0,-1 0 1,0 1-1,0-1 0,0 0 0,0 0 0,0 0 0,0 0 0,0 0 1,1 0-1,-1 0 0,0 1 0,0-1 0,0 0 0,0 0 0,0 0 1,1 0-1,-1 0 0,0 0 0,0 0 0,0 0 0,0 0 0,1 0 1,-1 0-1,0 0 0,0 0 0,0 0 0,0 0 0,0 0 0,1 0 1,-1 0-1,0 0 0,0 0 0,0 0 0,0 0 0,1 0 0,-1-1 1,0 1-1,0 0 0,0 0 0,0 0 0,0 0 0,0 0 0,1 0 1,-1 0-1,0-1 0,2-1-577,0-1 1,-1 0-1,1 0 0,-1 0 1,1 0-1,-1 0 0,0-1 1,0 1-1,0-5 0,11-53-5751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348"/>
    </inkml:context>
    <inkml:brush xml:id="br0">
      <inkml:brushProperty name="width" value="0.025" units="cm"/>
      <inkml:brushProperty name="height" value="0.025" units="cm"/>
    </inkml:brush>
  </inkml:definitions>
  <inkml:trace contextRef="#ctx0" brushRef="#br0">0 0 9578,'3'0'7770,"1"2"-5562,10 3 169,10-1-225,12 5-1088,8-4-680,5-3-272,3 0-112,-6-2-784,1-2-1816,71 0-3394</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538"/>
    </inkml:context>
    <inkml:brush xml:id="br0">
      <inkml:brushProperty name="width" value="0.025" units="cm"/>
      <inkml:brushProperty name="height" value="0.025" units="cm"/>
    </inkml:brush>
  </inkml:definitions>
  <inkml:trace contextRef="#ctx0" brushRef="#br0">29 1 13203,'-7'2'7441,"3"-2"-4648,-3 4 64,3-2-361,-3-2 833,14 0-3329,-5 0-8,5-2-664,4 4-969,9 1-1119,67-1-3850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890"/>
    </inkml:context>
    <inkml:brush xml:id="br0">
      <inkml:brushProperty name="width" value="0.025" units="cm"/>
      <inkml:brushProperty name="height" value="0.025" units="cm"/>
    </inkml:brush>
  </inkml:definitions>
  <inkml:trace contextRef="#ctx0" brushRef="#br0">273 11 2593,'-14'-8'13592,"4"6"-7705,9 2-5709,-1 1-1,1 0 1,0 0 0,0 0-1,0 0 1,-1 0-1,1 0 1,0 0 0,0 0-1,0 1 1,1-1 0,-1 0-1,0 0 1,0 1 0,1-1-1,-2 3 1,-111 219 3990,37-74-3856,66-128-342,4-11-90,0 1 1,1 0-1,0 0 0,-3 15 1,8-25 37,0-1 0,-1 0 1,1 1-1,0-1 1,0 1-1,0-1 1,0 1-1,0-1 0,0 0 1,-1 1-1,1-1 1,0 1-1,0-1 1,0 1-1,1-1 0,-1 1 1,0-1-1,0 0 1,0 1-1,0-1 1,0 1-1,0-1 1,1 0-1,-1 1 0,0-1 1,0 0-1,1 1 1,-1-1-1,0 1 1,1-1-1,-1 0 0,0 0 1,1 1-1,-1-1 1,0 0-1,1 0 1,-1 1-1,1-1 0,1 0-436,0 0-1,0 0 0,0-1 1,0 1-1,1-1 0,-1 1 0,0-1 1,0 0-1,0 0 0,-1 0 0,5-2 1,56-33-7458</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4.255"/>
    </inkml:context>
    <inkml:brush xml:id="br0">
      <inkml:brushProperty name="width" value="0.025" units="cm"/>
      <inkml:brushProperty name="height" value="0.025" units="cm"/>
    </inkml:brush>
  </inkml:definitions>
  <inkml:trace contextRef="#ctx0" brushRef="#br0">86 85 4337,'-1'0'554,"0"0"0,1 1 0,-1-1 0,0 0 0,1 1 0,-1-1 0,0 1 0,1-1 0,-1 1 0,1-1 0,-1 1 0,1-1 0,-1 1 1,1 0-1,-1-1 0,1 1 0,0 0 0,-1-1 0,1 1 0,0 0 0,-1 0 0,1-1 0,0 1 0,0 0 0,0 0 0,0 1 0,0-1-219,0 1 0,1-1 1,-1 1-1,1 0 0,0-1 0,-1 1 0,1-1 0,0 0 0,0 1 1,0-1-1,0 0 0,1 2 0,2 1-151,0 0-1,0 0 0,1 0 1,0 0-1,-1-1 1,8 4-1,-4-4-70,0-1-1,0 1 1,0-1-1,0-1 1,0 0-1,1 0 1,16 0 0,-20-1-99,0 0 0,0-1 0,0 1 1,0-1-1,0 0 0,0 0 1,0-1-1,0 1 0,0-1 1,-1 0-1,1-1 0,-1 1 1,1-1-1,4-4 0,-7 5-28,-1 0 0,0 0-1,0 0 1,0 0 0,0 0-1,0 0 1,0 0 0,0-1-1,-1 1 1,1 0-1,-1 0 1,0-1 0,0 1-1,0 0 1,0-1 0,0 1-1,0 0 1,0-1 0,-1 1-1,1 0 1,-1 0 0,0-1-1,0 1 1,0 0 0,0 0-1,0 0 1,0 0 0,0 0-1,-2-2 1,-1-2-73,0 0 0,-1 0-1,1 0 1,-1 1 0,-1-1 0,1 1-1,-12-9 1,11 11 80,0 1-1,0-1 1,0 1 0,0 0 0,0 0-1,0 1 1,-1 0 0,1 0-1,0 0 1,-1 1 0,1 0 0,-1 0-1,1 0 1,-1 1 0,1 0-1,0 1 1,0-1 0,-1 1 0,-9 5-1,10-5 27,0 1-1,0 0 0,0 1 1,0-1-1,0 1 0,1 1 1,0-1-1,0 1 0,0-1 1,0 2-1,1-1 0,0 0 1,0 1-1,0 0 0,1 0 1,0 0-1,0 0 0,-3 10 1,5-12-32,0 0 0,1 1 0,0-1 0,0 0 0,0 1 0,0-1 0,1 1 0,-1-1 0,1 0 0,0 0 0,1 1 0,-1-1 0,1 0 0,-1 0 0,1 0 0,0-1 0,1 1 0,-1 0 0,1-1 0,0 1 0,0-1 0,0 0 0,5 5 0,0-1-537,1 0 0,0-1 0,0 0 0,1 0-1,0-1 1,0 0 0,0-1 0,13 5 0,-15-7-305,1 0 1,-1-1-1,0 0 0,13 0 0,81-3-4341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4.636"/>
    </inkml:context>
    <inkml:brush xml:id="br0">
      <inkml:brushProperty name="width" value="0.025" units="cm"/>
      <inkml:brushProperty name="height" value="0.025" units="cm"/>
    </inkml:brush>
  </inkml:definitions>
  <inkml:trace contextRef="#ctx0" brushRef="#br0">1 78 1992,'2'-2'950,"1"-1"0,-1 1-1,0-1 1,0 0-1,0 0 1,0 0 0,-1 0-1,1 0 1,-1 0-1,1 0 1,-1-1 0,0 1-1,-1 0 1,1-1-1,0 1 1,-1-1 0,0 1-1,0-1 1,0 1-1,0-1 1,-1-3 0,1 7-879,0-1 1,0 1 0,0 0 0,0 0 0,0 0-1,0 0 1,0-1 0,-1 1 0,1 0 0,0 0-1,0 0 1,0 0 0,0-1 0,0 1 0,0 0-1,0 0 1,0 0 0,-1 0 0,1 0 0,0-1 0,0 1-1,0 0 1,0 0 0,0 0 0,-1 0 0,1 0-1,0 0 1,0 0 0,0 0 0,0 0 0,-1 0-1,1-1 1,0 1 0,0 0 0,0 0 0,-1 0-1,1 0 1,0 0 0,0 0 0,0 1 0,-1-1 0,1 0-1,0 0 1,0 0 0,0 0 0,0 0 0,-1 0-1,1 0 1,0 0 0,0 0 0,0 0 0,0 1-1,0-1 1,-1 0 0,1 0 0,0 0 0,0 0-1,0 0 1,0 1 0,0-1 0,0 0 0,0 0-1,-1 0 1,-5 14 839,8-7-863,-1 0 0,1-1 0,0 1 1,1-1-1,-1 1 0,1-1 0,0 0 0,1 0 0,0 0 0,0-1 0,0 1 0,8 7 1,-10-13-113,-1 1 0,1 0 0,0-1 0,-1 0 0,1 1 1,0-1-1,0 0 0,-1 0 0,1 0 0,0 0 0,0 0 1,-1 0-1,1-1 0,0 1 0,0-1 0,-1 1 1,1-1-1,0 1 0,-1-1 0,3-1 0,34-21-504,-35 22 603,28-28-82,-27 23 149,1 1 0,0 1 0,0-1 0,1 1 0,9-7 0,-16 12-49,0 0 1,1 0-1,-1 0 0,1 1 0,-1-1 0,1 0 0,0 0 0,0 0 0,-1 1 1,1-1-1,0 0 0,0 0 0,0 1 0,0-1 0,0 0 0,1 0 1,-1 0-1,0 1 0,0-1 0,1 0 0,0 2 0,10 29-111,-11-30-125,1 1 0,1-1 0,-1 0 0,0 1 0,1-1-1,-1 0 1,1 0 0,0 0 0,-1 0 0,1 0 0,0 0 0,0-1 0,0 1 0,1-1-1,-1 1 1,4 1 0,0-1-832,0-1-1,1 1 1,-1-1-1,1 0 1,-1-1-1,1 1 1,12-2-1,87-8-8387</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5.161"/>
    </inkml:context>
    <inkml:brush xml:id="br0">
      <inkml:brushProperty name="width" value="0.025" units="cm"/>
      <inkml:brushProperty name="height" value="0.025" units="cm"/>
    </inkml:brush>
  </inkml:definitions>
  <inkml:trace contextRef="#ctx0" brushRef="#br0">790 1 6513,'-29'6'9553,"0"1"-3479,-28 11-1222,45-13-4688,-1 1 0,1 0 0,0 1 0,0 0 0,0 0-1,-16 16 1,27-22-160,-1 0-1,1 0 1,0 0-1,0 1 0,0-1 1,0 0-1,0 0 1,0 1-1,0-1 0,0 1 1,1-1-1,-1 1 1,0-1-1,1 1 1,-1 0-1,1 2 0,0-3-18,0 0-1,0 0 1,0 0-1,0 0 1,1 0-1,-1 0 1,0 0 0,1 0-1,-1-1 1,1 1-1,-1 0 1,1 0-1,-1 0 1,1-1-1,0 1 1,-1 0-1,1-1 1,0 1-1,0 0 1,1 0-1,2 1-66,-1 0-1,1 0 0,0-1 0,0 0 0,0 0 1,0 0-1,0 0 0,0 0 0,0-1 1,0 0-1,0 0 0,5 0 0,6-2-122,0 0-1,0 0 1,0-2-1,-1 0 0,1-1 1,-1 0-1,0-1 1,0-1-1,-1 0 0,0-1 1,17-12-1,-30 20 229,-1 0 0,1 0-1,0 0 1,0 0 0,0 0 0,0 0-1,0 0 1,0 0 0,0 0 0,0 0-1,0-1 1,-1 1 0,1 0 0,0 0-1,0 0 1,0 0 0,0 0 0,0 0-1,0 0 1,0 0 0,0 0 0,0 0-1,0 0 1,0-1 0,0 1-1,0 0 1,0 0 0,0 0 0,0 0-1,0 0 1,0 0 0,0 0 0,0 0-1,0 0 1,0-1 0,0 1 0,0 0-1,0 0 1,0 0 0,0 0 0,0 0-1,0 0 1,0 0 0,0 0 0,0 0-1,0-1 1,0 1 0,0 0 0,0 0-1,0 0 1,0 0 0,1 0-1,-1 0 1,-18 4 597,-24 13-431,30-10-181,0 0-1,0 1 1,1 0 0,0 1 0,1 1 0,-1-1 0,2 2 0,0-1 0,0 1 0,1 1-1,0 0 1,0 0 0,2 0 0,-8 19 0,-4 17 66,2 2 0,-15 83-1,-8 24-54,38-153-8,-5 13 8,1 0 1,-2-1 0,0 0 0,-17 27-1,22-40 10,0-1-1,0 1 0,0 0 0,0-1 1,0 0-1,0 0 0,0 1 0,-1-1 1,1 0-1,-1-1 0,1 1 0,-1 0 1,0-1-1,0 0 0,0 1 0,0-1 1,0 0-1,0-1 0,0 1 0,0 0 1,0-1-1,0 0 0,0 0 0,-1 0 1,1 0-1,0 0 0,0 0 0,0-1 0,0 0 1,0 0-1,0 0 0,0 0 0,0 0 1,-5-3-1,-12-7 69,1-1 0,0-2 1,-30-26-1,-47-55-55,67 65-26,8 9-50,-37-40 87,54 56-140,-1-1 1,1 1 0,1-1-1,-1 0 1,1 0 0,0 0-1,1-1 1,-1 1 0,-1-9 0,4 14-29,0-1 0,-1 1 1,1-1-1,1 1 1,-1-1-1,0 1 1,0-1-1,0 1 0,1-1 1,-1 1-1,1-1 1,-1 1-1,1 0 1,0-1-1,-1 1 1,1 0-1,0-1 0,0 1 1,0 0-1,0 0 1,0 0-1,0 0 1,0 0-1,0 0 1,1 0-1,-1 0 0,2-1 1,3-1-586,1 0 1,0 0-1,0 0 0,9-2 1,-13 4 398,73-17-5422,86-17-4227</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5.415"/>
    </inkml:context>
    <inkml:brush xml:id="br0">
      <inkml:brushProperty name="width" value="0.025" units="cm"/>
      <inkml:brushProperty name="height" value="0.025" units="cm"/>
    </inkml:brush>
  </inkml:definitions>
  <inkml:trace contextRef="#ctx0" brushRef="#br0">336 1 7578,'-2'0'1402,"0"0"0,0 0 1,0 1-1,-1-1 1,1 1-1,0-1 1,0 1-1,0 0 1,-3 2-1,-17 14 4040,-12 31-5264,21-29 1464,-23 34-757,2 2 0,-49 108 0,65-119-1037,-16 37-323,9-28-4051,19-46-1452,-1-15-3912</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5.972"/>
    </inkml:context>
    <inkml:brush xml:id="br0">
      <inkml:brushProperty name="width" value="0.025" units="cm"/>
      <inkml:brushProperty name="height" value="0.025" units="cm"/>
    </inkml:brush>
  </inkml:definitions>
  <inkml:trace contextRef="#ctx0" brushRef="#br0">0 395 4217,'50'-8'13431,"25"7"-9994,-15 0-1952,-6-2-1130,0-3-1,0-2 0,103-29 1,-122 25-620,0-1 0,-1-2 0,0-1 0,-1-2 0,-1-2 0,49-38 0,-76 54 178,8-5-111,-2 0-1,1-1 1,-1 0-1,-1 0 1,0-1-1,-1-1 1,0 0 0,0 0-1,9-19 1,-18 30 206,1 0 0,0 0 1,-1-1-1,1 1 0,-1 0 1,1-1-1,-1 1 0,0 0 1,0-1-1,0 1 0,1-1 1,-1 1-1,0 0 0,-1-1 1,1 1-1,0-1 0,0 1 1,-1 0-1,1-1 0,0 1 1,-1 0-1,0-1 0,1 1 0,-1 0 1,0 0-1,-1-2 0,1 1 32,-1 1 0,0 0 0,-1 0-1,1 0 1,0 0 0,0 0-1,0 0 1,-1 0 0,1 1 0,0-1-1,-1 1 1,1 0 0,0-1-1,-3 1 1,-10 1 184,1 0 1,0 0-1,0 1 0,-15 5 0,-9 4 173,0 2 1,1 2-1,1 1 0,0 2 0,-64 44 0,62-34-204,2 0 0,1 3 0,1 1 0,-54 66 0,68-71-101,0 1 1,-27 53-1,41-69-88,0 1 0,1-1 0,1 1-1,0 1 1,1-1 0,0 0-1,1 1 1,0-1 0,1 24-1,0-35-7,1 0-1,0 0 0,0 0 0,0 0 0,1 0 0,-1 0 1,0 0-1,1 0 0,-1 0 0,1 0 0,0-1 0,0 1 1,-1 0-1,1 0 0,1 0 0,-1-1 0,0 1 0,0 0 0,0-1 1,1 0-1,-1 1 0,1-1 0,-1 1 0,1-1 0,0 0 1,0 0-1,-1 0 0,1 0 0,0 0 0,0-1 0,0 1 1,0-1-1,0 1 0,0-1 0,0 1 0,0-1 0,0 0 0,0 0 1,0 0-1,0 0 0,0 0 0,0-1 0,0 1 0,3-1 1,8-3 48,-1 0 1,1-1 0,-1 0 0,0-1-1,15-9 1,-15 8-2,1 0 8,-1 0-1,1-1 1,-1-1 0,-1 0-1,20-19 1,-28 23 1403,-7 8-346,-10 14-165,12-10-823,1 1 1,-1 0 0,1 0-1,1-1 1,-1 1 0,1 0-1,0 0 1,1 0 0,0 0-1,3 12 1,-3-17-282,-1 0 0,1 0-1,0 0 1,0 0 0,0-1 0,0 1-1,1 0 1,-1 0 0,1-1 0,0 1-1,-1-1 1,1 0 0,0 1-1,0-1 1,1 0 0,-1 0 0,0 0-1,1 0 1,-1-1 0,1 1 0,0-1-1,-1 1 1,1-1 0,0 0 0,0 0-1,0 0 1,0 0 0,0-1 0,0 1-1,0-1 1,5 0 0,62-11-7418</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28.276"/>
    </inkml:context>
    <inkml:brush xml:id="br0">
      <inkml:brushProperty name="width" value="0.025" units="cm"/>
      <inkml:brushProperty name="height" value="0.025" units="cm"/>
    </inkml:brush>
  </inkml:definitions>
  <inkml:trace contextRef="#ctx0" brushRef="#br0">601 1 4353,'-3'2'1446,"0"1"0,0 0 0,0 1 0,0-1 0,1 0 0,0 1 0,-1-1 0,1 1-1,1 0 1,-1 0 0,0 0 0,0 4 0,-25-19 1424,15 6-2835,0 2-1,1 0 0,-1 0 1,0 1-1,-1 1 0,1 0 0,0 0 1,0 1-1,0 1 0,-1 0 1,1 1-1,-23 6 0,8-1-30,0 2 0,1 1 0,0 1 0,-37 23 0,57-30 0,-1 0 1,1 0-1,0 1 1,1 0-1,-1 0 0,1 1 1,0-1-1,0 1 1,1 0-1,-1 1 1,1-1-1,1 1 1,-1 0-1,-2 7 1,5-10 0,0 0 0,0 0 0,0 0 0,1 0 0,-1 0 0,1 0 0,0 0 0,0-1 0,1 1 0,-1 0 1,1 0-1,0 0 0,0 0 0,0 0 0,0 0 0,1-1 0,-1 1 0,1-1 0,0 1 0,0-1 0,0 1 1,1-1-1,-1 0 0,1 0 0,0 0 0,-1-1 0,8 6 0,5 2 11,0-1 0,1 0 0,0-1-1,22 7 1,-21-8-16,1 0 1,-1 1-1,27 18 0,-41-24 0,-1 0 0,0 0-1,0 0 1,0 0 0,0 0-1,0 1 1,0-1 0,0 0 0,-1 1-1,1-1 1,-1 1 0,1 0 0,-1-1-1,0 1 1,0 0 0,-1 0 0,1 0-1,0 5 1,-1-3 0,0 1 1,-1-1-1,1 0 0,-1 0 0,0 0 1,-1 0-1,1 0 0,-1 0 1,0-1-1,-3 6 0,-3 4 5,-1-1-1,0 0 1,-1 0-1,0-1 0,-1 0 1,-13 10-1,14-13 2,-1-1 0,0-1 0,0 0 0,0 0 0,-1-1-1,-12 4 1,19-8-1,0 0 0,0 0 1,0-1-1,0 0 0,0 0 0,0 0 0,0-1 0,0 1 0,0-1 0,0 0 0,0-1 0,-1 1 0,1-1 0,0 0 0,0-1 1,1 1-1,-1-1 0,-6-2 0,11 3-6,-1 1 1,1 0 0,-1 0-1,1-1 1,-1 1 0,1 0-1,-1-1 1,1 1 0,0 0-1,-1-1 1,1 1-1,0-1 1,-1 1 0,1-1-1,0 1 1,0-1 0,-1 1-1,1-1 1,0 1 0,0-1-1,0 1 1,0-1 0,0 1-1,0-1 1,0 0-1,0 1 1,0-1 0,0 1-1,0-1 1,0 1 0,0-2-1,13-15-123,-9 13 87,0 1 0,0 0 0,0 1-1,0-1 1,1 1 0,-1 0 0,6-2-1,-8 4 32,0-1 0,1 1 0,-1 0 0,0 0 0,1 0-1,-1 0 1,0 1 0,1-1 0,-1 1 0,0-1 0,0 1-1,1 0 1,-1 0 0,0 0 0,0 0 0,0 0 0,3 2-1,-1 0 1,0 1 0,-1-1 0,1 1 0,-1 0 0,0 0-1,0 0 1,5 9 0,-3-4-30,-1 1 0,0-1 0,-1 1 0,0 0 0,0 0 0,-1 0 0,2 17 0,-4-18 30,-1-1-1,0 0 1,0 0-1,0 0 1,-1 1-1,-1-2 1,1 1-1,-1 0 1,-1 0-1,1-1 0,-9 13 1,-6 6-22,-38 42 1,18-24 18,22-24 7,5-8 0,0 1 0,1 1 1,0 0-1,1 0 0,1 1 0,-8 20 0,15-30 12,0-1 1,1 0-1,0 1 0,0-1 1,0 0-1,0 1 0,1-1 1,-1 1-1,1-1 0,0 0 1,1 0-1,-1 0 0,1 1 1,-1-1-1,1-1 0,1 1 1,-1 0-1,0 0 0,1-1 1,0 1-1,0-1 0,0 0 1,0 0-1,7 5 0,-1 0 74,1-1 1,1 0-1,0 0 0,-1-1 0,2 0 0,-1-1 0,17 5 0,-14-7 161,0-1 1,1 0 0,-1-1-1,1 0 1,-1-1-1,29-4 1,20 0 1207,-63 4-1267,-36 5-2471,7 1-1969,-37 10-3292</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9.034"/>
    </inkml:context>
    <inkml:brush xml:id="br0">
      <inkml:brushProperty name="width" value="0.025" units="cm"/>
      <inkml:brushProperty name="height" value="0.025" units="cm"/>
    </inkml:brush>
  </inkml:definitions>
  <inkml:trace contextRef="#ctx0" brushRef="#br0">529 1 3601,'-5'14'11157,"5"-13"-10999,0-1 0,0 1 0,0 0 0,0-1-1,0 1 1,-1-1 0,1 1 0,0-1 0,0 1 0,0-1 0,0 1-1,-1 0 1,1-1 0,0 1 0,-1-1 0,1 0 0,0 1 0,-1-1-1,1 1 1,0-1 0,-1 1 0,1-1 0,-1 0 0,1 1 0,-1-1-1,1 0 1,-1 0 0,1 1 0,-1-1 0,1 0 0,-1 0 0,1 0-1,-1 0 1,0 1 0,1-1 0,-1 0 0,1 0 0,-1 0 0,0 0 0,-195 5 2571,134-6-2748,-96 11 0,145-8 19,2-1-1,0 0 0,0 1-1,0 1 1,1 0 0,-16 6 0,28-10 79,0 0 1,0 0-1,0 0 0,0 1 1,0-1-1,0 1 0,0-1 1,0 1-1,0 0 0,0 0 1,0 0-1,0 0 0,0 0 1,0 0-1,0 0 0,0 1 1,-1-1-1,1 1 0,0-1 1,2 2-1,-1 0-28,0 0 1,0 0-1,-1 0 1,1 0-1,0 0 1,-1 1-1,0-1 1,0 1-1,1 0 1,-1 0-1,1 2 1,2 5-27,0 0 1,-1 1-1,0-1 1,-1 1-1,0 0 0,3 18 1,-1 42 54,-3 1 0,-3 0 1,-3 0-1,-17 92 0,4-87-17,10-49-30,-6 47-1,13-74-26,0-1 0,0 0 0,0 1 0,0-1 0,0 1-1,0-1 1,0 1 0,1-1 0,-1 1 0,0-1 0,0 0 0,0 1-1,0-1 1,1 1 0,-1-1 0,0 0 0,0 1 0,1-1 0,-1 1-1,0-1 1,0 0 0,1 1 0,-1-1 0,0 0 0,1 0-1,-1 1 1,1-1 0,-1 0 0,0 0 0,1 0 0,-1 1 0,1-1-1,-1 0 1,1 0 0,-1 0 0,0 0 0,1 0 0,-1 0 0,1 0-1,-1 0 1,1 0 0,-1 0 0,1 0 0,-1 0 0,1 0-1,-1 0 1,0-1 0,1 1 0,-1 0 0,1 0 0,-1 0 0,0-1-1,1 1 1,30-15 672,-24 12-523,29-16 102,1 2 1,0 2 0,1 1-1,1 2 1,45-8 0,-83 20-250,1-1-79,-2 1-116,-1-1 0,1 1-1,0 0 1,-1 0 0,1 0-1,0 0 1,-1-1-1,1 1 1,-1 0 0,1-1-1,0 1 1,-1 0 0,1 0-1,0-1 1,0 1 0,-1-1-1,1 1 1,0 0 0,0-1-1,0 1 1,-1 0-1,1-1 1,0 1 0,0-1-1,0 1 1,0-1 0,0 1-1,0 0 1,0-1 0,0 1-1,0-1 1,3-19-6449</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9.542"/>
    </inkml:context>
    <inkml:brush xml:id="br0">
      <inkml:brushProperty name="width" value="0.025" units="cm"/>
      <inkml:brushProperty name="height" value="0.025" units="cm"/>
    </inkml:brush>
  </inkml:definitions>
  <inkml:trace contextRef="#ctx0" brushRef="#br0">25 127 3865,'-10'14'2013,"-5"10"6959,36-41-3321,5-4-5453,129-105-106,-164 135-104,0 1 0,1 0 0,0 1 0,1-1 0,0 1 1,1 1-1,-8 20 0,11-25 11,0-1 1,1 1 0,0 0 0,0-1-1,0 1 1,1 0 0,0 0 0,1 0-1,-1 0 1,1 0 0,1 0 0,-1 0 0,1 0-1,0 0 1,1 0 0,0 0 0,0 0-1,5 9 1,-7-14-21,1-1 0,0 0 0,-1 0 0,1 0 0,0 0 0,0 0-1,0 1 1,0-2 0,0 1 0,0 0 0,0 0 0,0 0 0,0 0 0,0-1 0,1 1 0,-1 0-1,0-1 1,0 1 0,1-1 0,-1 0 0,0 1 0,1-1 0,1 0 0,1 0-306,-1-1 0,1 0 1,0 0-1,0 0 1,-1 0-1,1-1 0,-1 0 1,1 1-1,5-6 0,54-34-4212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9.750"/>
    </inkml:context>
    <inkml:brush xml:id="br0">
      <inkml:brushProperty name="width" value="0.025" units="cm"/>
      <inkml:brushProperty name="height" value="0.025" units="cm"/>
    </inkml:brush>
  </inkml:definitions>
  <inkml:trace contextRef="#ctx0" brushRef="#br0">14 7 6049,'-7'-2'10274,"3"2"-7321,1-2-768,3-1 47,3 3-2232,-1 3-576,2 1-1769,19 9-5064</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0.403"/>
    </inkml:context>
    <inkml:brush xml:id="br0">
      <inkml:brushProperty name="width" value="0.025" units="cm"/>
      <inkml:brushProperty name="height" value="0.025" units="cm"/>
    </inkml:brush>
  </inkml:definitions>
  <inkml:trace contextRef="#ctx0" brushRef="#br0">19 0 4881,'-1'21'11754,"-1"1"-6879,3-7-3814,0 1 1,-1-1 0,-4 24-1,0 8-650,0 23-124,1-43-298,1 1-1,2-1 1,5 51-1,-5-78-80,0 0-1,0 1 0,0-1 0,0 0 0,0 0 1,0 1-1,0-1 0,0 0 0,0 1 1,0-1-1,0 0 0,0 1 0,0-1 1,0 0-1,0 0 0,0 1 0,0-1 0,0 0 1,0 1-1,1-1 0,-1 0 0,0 0 1,0 1-1,0-1 0,0 0 0,1 0 1,-1 0-1,0 1 0,0-1 0,1 0 0,-1 0 1,0 0-1,0 0 0,1 1 0,-1-1 1,0 0-1,0 0 0,1 0 0,0 0 1,4-18-5822,1-21 1389</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0.662"/>
    </inkml:context>
    <inkml:brush xml:id="br0">
      <inkml:brushProperty name="width" value="0.025" units="cm"/>
      <inkml:brushProperty name="height" value="0.025" units="cm"/>
    </inkml:brush>
  </inkml:definitions>
  <inkml:trace contextRef="#ctx0" brushRef="#br0">5 0 4353,'-2'5'8514,"2"-3"-4625,-2 0-1881,4 1-416,3-3-511,4 2-337,2 4-200,2-3-136,0 1-16,5-2-176,-2-2-144,-1 3-56,5-1-16,-2 0-328,7 0-1568,-3-4-3297,47-14-8923</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1.070"/>
    </inkml:context>
    <inkml:brush xml:id="br0">
      <inkml:brushProperty name="width" value="0.025" units="cm"/>
      <inkml:brushProperty name="height" value="0.025" units="cm"/>
    </inkml:brush>
  </inkml:definitions>
  <inkml:trace contextRef="#ctx0" brushRef="#br0">51 8 2617,'5'-8'10603,"-16"21"-2628,6-2-8041,-7 54 2569,3-25-2162,2 0-1,1 1 1,1 77 0,5-116-433,0-1-80,-1 0 0,1 0-1,0 0 1,1 0 0,-1 1 0,0-1 0,0 0 0,0 0-1,1 0 1,-1 0 0,0 0 0,1 0 0,-1 0 0,1 0-1,-1 0 1,1 0 0,0 0 0,-1 0 0,1 0 0,0 0-1,0-1 1,1 2 0,12 2-5488</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2.041"/>
    </inkml:context>
    <inkml:brush xml:id="br0">
      <inkml:brushProperty name="width" value="0.025" units="cm"/>
      <inkml:brushProperty name="height" value="0.025" units="cm"/>
    </inkml:brush>
  </inkml:definitions>
  <inkml:trace contextRef="#ctx0" brushRef="#br0">37 1 2569,'-16'20'5146,"-1"0"4201,17-20-9246,-1 1 0,1-1 1,0 1-1,-1-1 0,1 1 0,0 0 0,-1-1 0,1 1 0,0-1 0,0 1 0,0 0 0,-1-1 0,1 1 1,0 0-1,0-1 0,0 1 0,0 0 0,0-1 0,0 1 0,0 0 0,1-1 0,-1 1 0,0 0 0,0-1 1,0 1-1,1 0 0,-1-1 0,0 1 0,1-1 0,-1 1 0,0 0 0,1-1 0,-1 1 0,1-1 0,-1 1 1,1-1-1,-1 0 0,1 1 0,-1-1 0,1 1 0,0-1 0,-1 0 0,1 0 0,-1 1 0,1-1 0,0 0 1,-1 0-1,2 0 0,32 13 1984,-14-12-1872,1-1 0,0 0 0,0-1 0,-1-2 0,26-5 0,-1 1-127,9-2-52,-31 4 51,0 1-1,32 0 0,-55 4-50,1-1 0,-1 1 0,1 0 0,-1 0 0,1 0 0,-1 0 0,1 0 0,-1 0 0,1 0 0,-1 0 0,0 0 0,1 0 0,-1 0 0,1 0 0,-1 0 1,1 0-1,-1 0 0,1 0 0,-1 1 0,1-1 0,-1 0 0,1 0 0,-1 1 0,0-1 0,1 0 0,-1 0 0,0 1 0,1-1 0,-1 0 0,0 1 0,1-1 0,-1 1 0,1 0 0,-12 11 1750,-5 8-1744,6 7 20,1 2 0,1-1 1,2 1-1,1 0 1,1 1-1,1-1 0,2 35 1,3-30-28,1-1 1,2 0 0,12 45 0,6 40 92,-17-95-70,-6-18 331,-5-9 22,-5-3-227,6 6-182,1-1 0,0 1 1,-1 0-1,0 0 1,1 0-1,-1 0 1,1 1-1,-1-1 1,0 1-1,0 0 1,1 0-1,-1 0 0,-6 2 1,-50 11-7,52-10 6,-24 5-9,7-2-30,-44 17 0,63-21 34,0 1 0,1 0-1,-1 0 1,1 0 0,-1 1 0,1 0-1,0 0 1,1 0 0,-1 1 0,1-1-1,-1 1 1,-5 9 0,10-14-20,0 1 1,0-1-1,-1 0 1,1 1-1,0-1 1,0 1-1,0-1 1,0 1-1,-1-1 1,1 0-1,0 1 1,0-1-1,0 1 0,0-1 1,0 1-1,0-1 1,0 1-1,0-1 1,0 0-1,1 1 1,-1-1-1,0 1 1,0-1-1,0 1 1,0-1-1,1 0 1,-1 1-1,0-1 1,0 1-1,1-1 1,-1 0-1,0 1 1,0-1-1,1 0 1,-1 1-1,0-1 0,1 0 1,-1 0-1,1 1 1,-1-1-1,0 0 1,1 0-1,-1 0 1,1 0-1,-1 0 1,1 1-1,0-1 1,35 3-4219,32-5-1361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3.101"/>
    </inkml:context>
    <inkml:brush xml:id="br0">
      <inkml:brushProperty name="width" value="0.025" units="cm"/>
      <inkml:brushProperty name="height" value="0.025" units="cm"/>
    </inkml:brush>
  </inkml:definitions>
  <inkml:trace contextRef="#ctx0" brushRef="#br0">171 64 3961,'-32'10'747,"27"-9"-738,0 0 0,0 1 0,0-1 0,1 1-1,-1 0 1,-5 4 0,9-6-10,0 1-1,1-1 0,-1 1 0,0-1 0,0 1 1,1-1-1,-1 1 0,0-1 0,0 0 0,1 1 1,-1-1-1,0 0 0,0 0 0,0 0 0,0 0 1,0 0-1,1 1 0,-1-2 0,0 1 0,0 0 1,0 0-1,0 0 0,0 0 0,1 0 0,-1-1 1,0 1-1,0 0 0,0-1 0,1 1 0,-1-1 1,0 1-1,0-1 0,1 1 0,-1-1 0,-1 0 1,0-3-28,-1 0 0,1-1 1,0 1-1,0 0 1,-3-9-1,-10-19 891,-7 16 4558,10 11 232,12 5-5539,-1 0 0,1 0 0,0 0 0,0 0 0,-1 0-1,1 0 1,0 0 0,0 1 0,0-1 0,0 0 0,-1 0 0,1 0-1,0 0 1,0 1 0,0-1 0,0 0 0,0 0 0,-1 0 0,1 0 0,0 1-1,0-1 1,0 0 0,0 0 0,0 1 0,0-1 0,0 0 0,0 0-1,0 0 1,0 1 0,0-1 0,0 0 0,0 0 0,0 1 0,0-1 0,0 0-1,0 0 1,0 0 0,0 1 0,0-1 0,0 0 0,0 0 0,0 1-1,1-1 1,-1 0 0,2 5 186,1 0 1,-1 0-1,1-1 0,0 1 0,1-1 0,-1 0 0,1 0 0,5 5 0,6 7 139,139 146 1633,-39-44-1748,-103-106-237,-1 0-1,0 1 1,-1 1-1,-1 0 1,0 0 0,-1 1-1,0 0 1,-2 0-1,1 1 1,-2-1 0,0 2-1,-1-1 1,0 0-1,-2 1 1,0 0-1,-1-1 1,0 1 0,-1 0-1,-1 0 1,-1-1-1,0 1 1,-8 26 0,-11 20 144,-3-1 1,-3 0 0,-54 90 0,49-93 207,23-41-253,-1-1 0,-1 0 0,0-1 0,-1 0 0,-1 0-1,0-1 1,-1-1 0,-1-1 0,0 0 0,-25 17 0,40-30-171,0-1 0,0 1 0,0 0 0,0 0 0,0 0 0,0 0 0,0 0 0,0 0-1,0 0 1,0 0 0,0 0 0,0 0 0,0 0 0,0-1 0,0 1 0,0 0 0,0 0 0,0 0 0,-1 0 0,1 0 0,0 0 0,0 0 0,0 0 0,0 0 0,0 0 0,0 0 0,0 0 0,0 0-1,0 0 1,0 0 0,0 0 0,0 0 0,-1 0 0,1 0 0,0 0 0,0 0 0,0 0 0,0 0 0,0 0 0,0 0 0,0 0 0,0 0 0,0 0 0,0 0 0,0 0 0,-1 0 0,1 0-1,0 0 1,0 0 0,0 0 0,0 0 0,7-8-1018,-7 7 927,0 1 0,0 0 0,0 0-1,0 0 1,0 0 0,0-1-1,1 1 1,-1 0 0,0 0-1,0 0 1,0 0 0,0 0 0,0 0-1,1 0 1,-1 0 0,0-1-1,0 1 1,0 0 0,0 0-1,0 0 1,1 0 0,-1 0 0,0 0-1,0 0 1,0 0 0,1 0-1,-1 0 1,0 0 0,0 0-1,0 0 1,0 0 0,1 0 0,-1 0-1,0 0 1,0 1 0,0-1-1,0 0 1,1 0 0,-1 0-1,0 0 1,0 0 0,0 0 0,0 1-1,-3 20-6388,-13 27-1812</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5.713"/>
    </inkml:context>
    <inkml:brush xml:id="br0">
      <inkml:brushProperty name="width" value="0.025" units="cm"/>
      <inkml:brushProperty name="height" value="0.025" units="cm"/>
    </inkml:brush>
  </inkml:definitions>
  <inkml:trace contextRef="#ctx0" brushRef="#br0">549 110 3833,'1'0'191,"0"0"0,-1-1 1,1 1-1,0 0 0,-1-1 1,1 1-1,0-1 0,-1 1 0,1 0 1,-1-1-1,1 0 0,-1 1 0,1-1 1,-1 1-1,1-1 0,-1 0 1,1 1-1,-1-1 0,0 0 0,1 1 1,-1-1-1,0 0 0,0 0 1,0 1-1,1-1 0,-1 0 0,0-1 1,4-28 3760,-3 19-3650,0 9-116,-1-1 0,1 1 0,-1-1 1,0 1-1,1-1 0,-1 0 0,0 1 1,-1-1-1,1 1 0,0-1 0,-1 1 0,1-1 1,-1 1-1,-1-4 0,0 5 19,1 0 0,-1 0 0,0 0 0,1 0 0,-1 0 0,0 0-1,0 0 1,0 0 0,0 1 0,0-1 0,0 1 0,0 0 0,0-1 0,0 1 0,0 0 0,0 0 0,0 0 0,-3 1 0,-200 9 1574,178-7-1621,1 2 0,0 1-1,1 1 1,-1 1 0,-40 18 0,64-25-151,-1 0 0,1 1 0,0-1 1,0 0-1,0 0 0,0 1 0,0 0 1,0-1-1,0 1 0,0 0 0,1 0 1,-1 0-1,1 0 0,-1 0 0,1 0 1,0 0-1,0 0 0,0 1 0,0-1 1,0 0-1,-1 5 0,2-4-6,1-1 1,-1 1-1,0-1 1,1 0-1,0 1 0,-1-1 1,1 0-1,0 1 0,0-1 1,0 0-1,1 0 0,-1 0 1,0 0-1,1 0 0,-1 0 1,1 0-1,0 0 0,0-1 1,0 1-1,0-1 1,0 1-1,3 1 0,77 45 1,-60-37 66,0 1-1,-1 1 1,0 1-1,36 32 1,-52-41-45,-1 1 1,1-1-1,-1 1 1,0 0-1,0 0 1,0 0-1,-1 1 1,0 0-1,-1-1 1,1 1-1,-1 0 1,0 0-1,-1 0 1,0 0-1,0 0 1,-1 1-1,1-1 1,-1 0-1,-1 0 0,0 1 1,-2 10-1,1-12-4,0 1-1,-1-1 0,1 0 1,-1 0-1,0 0 0,-1-1 0,0 1 1,1-1-1,-2 0 0,1 0 0,-1 0 1,1 0-1,-1-1 0,-1 0 0,1 0 1,-1 0-1,1-1 0,-1 0 1,0 0-1,0 0 0,-7 2 0,-17 5 33,0-1-1,-1-1 1,-35 4 0,42-8-19,8-1-5,8-1 11,1 0-1,-1-1 0,0 0 1,0-1-1,-11 0 1,18-3-97,6-1-111,8-2-388,-11 6 525,1-1 0,-1 1 0,1 1 0,-1-1 0,1 0 0,-1 0 1,1 1-1,-1 0 0,0-1 0,1 1 0,-1 0 0,0 0 0,1 0 0,-1 0 0,0 1 0,0-1 1,0 1-1,0-1 0,0 1 0,0 0 0,1 2 0,-2-2 20,1 1 1,-1 0-1,0 0 1,0 0-1,0-1 0,-1 1 1,1 0-1,-1 0 0,1 0 1,-1 0-1,0 0 1,0 0-1,0 0 0,-2 6 1,-2 7 16,0 0 0,-1 0-1,-1 0 1,-15 27 0,10-22 12,0 1 0,2 0 0,0 0 0,2 1-1,-8 36 1,14-53 22,0 1 0,0-1 1,1 1-1,0-1 0,0 0 0,1 1 0,-1-1 0,2 1 0,-1-1 0,1 0 1,-1 0-1,2 0 0,-1 0 0,1 0 0,0 0 0,0 0 0,0-1 0,1 0 1,0 1-1,0-1 0,0-1 0,1 1 0,0-1 0,-1 0 0,2 0 0,5 4 1,-1-2 152,1 0 1,1-1 0,-1-1 0,1 0 0,0 0 0,0-1 0,0 0 0,14 0 0,102 3 1549,-124-6-1699,10-3 309,-10-1-2059,-8-5-5296,-17-9-4514</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05.555"/>
    </inkml:context>
    <inkml:brush xml:id="br0">
      <inkml:brushProperty name="width" value="0.025" units="cm"/>
      <inkml:brushProperty name="height" value="0.025" units="cm"/>
    </inkml:brush>
  </inkml:definitions>
  <inkml:trace contextRef="#ctx0" brushRef="#br0">3 0 4969,'-2'7'16,"4"-3"-8,2 7 0,10-4 184,6 2-120,4-5 248,7 3 8,5 6-128,2 1-104,2 8-96,2 5-48,56 49-1560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08.040"/>
    </inkml:context>
    <inkml:brush xml:id="br0">
      <inkml:brushProperty name="width" value="0.025" units="cm"/>
      <inkml:brushProperty name="height" value="0.025" units="cm"/>
    </inkml:brush>
  </inkml:definitions>
  <inkml:trace contextRef="#ctx0" brushRef="#br0">78 68 4313,'-9'0'1763,"2"0"-1131,0 0 1,0 0-1,0 0 1,0-1-1,0 0 1,0-1-1,-13-3 1,20 2-469,1 1 1,-1 0 0,0-1 0,1 1 0,0 0-1,-1-1 1,1 1 0,0 0 0,0 0-1,0-1 1,1 1 0,-1 0 0,3-3-1,-1 0 122,-3-5 314,-12 2 6196,7 7-913,18 9-4829,9 1-1020,-1-2 0,1 0 0,0-1 0,1-1 0,0-1 0,-1-1 0,32 0 0,-28-2-9,34 6 1,-43-4 20,1 0 0,-1-2 1,1 0-1,32-3 0,-34-1 39,6 0 38,44-2 0,-60 6-113,1-1 0,0 1 0,0 0 0,0 0-1,0 1 1,-1-1 0,1 2 0,-1-1 0,1 1-1,9 5 1,-4-2 52,0 0-1,1-1 1,-1-1-1,1 0 1,0-1-1,0-1 1,0 0-1,1 0 1,-1-1 0,19-2-1,-12 2-54,1 0 0,-1 1 0,35 8-1,63 16 26,45-1-25,-142-18-12,-20-7 10,-2-1 14,1 0 0,-1-1 0,0 1 0,1 0 0,-1 0-1,0 0 1,0 0 0,0 0 0,0 1 0,0-1 0,0 0 0,0 0 0,0 1 0,0-1-1,0 0 1,0 1 0,-1-1 0,1 1 0,0 0 0,0-1 0,-3 1 0,-31-8-66,23 8 36,0 0 0,0 1 0,0 0 0,0 1 0,-22 6 0,-60 25 11,60-20-4,-31 14 2,46-18 8,0-1-1,0 0 1,-1-2-1,0 0 1,-1-1 0,-25 2-1,28-6-7,1 1 1,0 1-1,0 0 0,0 1 0,0 1 0,0 1 1,1 0-1,-31 17 0,-69 30 18,4 0 14,75-38 23,2 2-1,-62 39 1,77-41-32,-35 21 169,57-36-168,-1 0 1,0-1-1,0 1 0,0 0 1,1 0-1,-1 0 1,0 0-1,0 0 1,0 0-1,1 0 0,-1 0 1,0 1-1,0-1 1,0 0-1,1 1 0,-1-1 1,0 1-1,0-1 1,0 1-1,0 0 0,1 0 1,38 32-5788,-3 5 357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12.383"/>
    </inkml:context>
    <inkml:brush xml:id="br0">
      <inkml:brushProperty name="width" value="0.025" units="cm"/>
      <inkml:brushProperty name="height" value="0.025" units="cm"/>
    </inkml:brush>
  </inkml:definitions>
  <inkml:trace contextRef="#ctx0" brushRef="#br0">0 1 456,'7'6'0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12.528"/>
    </inkml:context>
    <inkml:brush xml:id="br0">
      <inkml:brushProperty name="width" value="0.025" units="cm"/>
      <inkml:brushProperty name="height" value="0.025" units="cm"/>
    </inkml:brush>
  </inkml:definitions>
  <inkml:trace contextRef="#ctx0" brushRef="#br0">0 14 472,'7'-3'456,"-7"1"152,4 0 104,5-5-712</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0"/>
    </inkml:context>
    <inkml:brush xml:id="br0">
      <inkml:brushProperty name="width" value="0.025" units="cm"/>
      <inkml:brushProperty name="height" value="0.025" units="cm"/>
    </inkml:brush>
  </inkml:definitions>
  <inkml:trace contextRef="#ctx0" brushRef="#br0">411 0 8706,'-2'3'8815,"-4"5"-4517,-36 42-3372,-7 3-358,-16 15-15,-55 79 0,102-123-519,2 1-1,0 1 0,2 0 1,1 1-1,1 1 1,2 0-1,-11 42 1,19-62-24,0 1 1,1-1 0,0 1 0,0-1 0,1 1 0,0 0 0,1-1 0,0 1 0,0-1-1,5 16 1,-4-19 6,0 0-1,0-1 0,1 1 0,-1-1 1,1 0-1,0 0 0,1 0 1,-1 0-1,1 0 0,-1-1 0,1 0 1,0 1-1,1-2 0,-1 1 1,0 0-1,1-1 0,-1 0 0,1 0 1,8 2-1,5 1-4,0-1 1,1-1-1,0-1 0,0-1 1,0-1-1,-1 0 0,1-1 0,27-6 1,-44 7-102,-1 0-1,1 0 1,0-1 0,0 1 0,-1 0 0,1-1 0,-1 0 0,1 1-1,0-1 1,-1 0 0,1 0 0,-1 0 0,1 0 0,-1 0 0,0 0-1,1 0 1,-1 0 0,0 0 0,0-1 0,0 1 0,0-1 0,0 1 0,0-1-1,1-2 1,-2 1-384,0 1 0,0-1 0,-1 0-1,1 0 1,0 0 0,-1 0 0,0 1 0,0-1-1,0 0 1,0 1 0,0-1 0,0 1-1,-1-1 1,1 1 0,-1-1 0,0 1 0,-2-2-1,-41-50-7533</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1"/>
    </inkml:context>
    <inkml:brush xml:id="br0">
      <inkml:brushProperty name="width" value="0.025" units="cm"/>
      <inkml:brushProperty name="height" value="0.025" units="cm"/>
    </inkml:brush>
  </inkml:definitions>
  <inkml:trace contextRef="#ctx0" brushRef="#br0">0 19 6329,'8'-3'1576,"-1"0"0,0 0 0,1 1 0,-1 0-1,15-2 1,-10 3-492,0 0 1,-1 1-1,16 2 0,7 3-777,58 17-1,-11-2 36,-11-10-1700,-18-6-4577,4-1-2855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2"/>
    </inkml:context>
    <inkml:brush xml:id="br0">
      <inkml:brushProperty name="width" value="0.025" units="cm"/>
      <inkml:brushProperty name="height" value="0.025" units="cm"/>
    </inkml:brush>
  </inkml:definitions>
  <inkml:trace contextRef="#ctx0" brushRef="#br0">6 90 7914,'0'1'284,"-1"0"0,1-1 0,-1 1 0,1-1 1,-1 1-1,1 0 0,0-1 0,-1 1 0,1 0 0,0-1 1,0 1-1,-1 0 0,1-1 0,0 1 0,0 0 0,0 0 1,0-1-1,0 1 0,0 0 0,0 0 0,0-1 1,0 1-1,0 0 0,1 1 0,12 17 3397,-9-15-3284,0 0 0,0 0 0,1-1 0,-1 0 0,11 6 0,-9-7-346,1-1 1,-1 1-1,1-1 1,-1 0-1,1-1 1,0 1-1,-1-1 1,1-1 0,0 1-1,-1-1 1,8-2-1,-8 2-53,-1 0-1,1-1 0,-1 1 1,0-1-1,0 0 0,0-1 1,0 1-1,0-1 0,0 0 1,-1-1-1,1 1 0,-1-1 1,6-5-1,-9 7 4,0-1 0,-1 1 0,1 0 0,0-1 0,-1 1 0,1-1 0,-1 1 0,0-1 0,1 1 0,-1-1 0,-1 1 1,1-1-1,0 1 0,0-1 0,-1 1 0,0-1 0,1 1 0,-1-1 0,0 1 0,0 0 0,0 0 0,-1-1 0,1 1 0,0 0 0,-1 0 0,0 0 0,-2-2 0,1-1 1,-1 1-1,0 0 1,0-1-1,0 1 1,0 1-1,-1-1 0,1 1 1,-1 0-1,0 0 1,-10-5-1,12 7-1,0 1 0,0-1-1,0 0 1,0 1 0,0 0-1,0 0 1,0 0 0,0 0-1,0 0 1,0 0 0,0 1-1,1-1 1,-1 1 0,0 0-1,-4 2 1,5-2 12,0 0 0,0 1 0,0-1 0,1 1 0,-1-1 0,1 1 0,-1-1 0,1 1 0,-1 0 0,1 0 0,0 0 0,0 0 0,0 0 0,0 0 0,0 0 0,0 3 0,0 0 8,0 0 1,0-1 0,1 1-1,0 0 1,0 0 0,0-1-1,1 1 1,-1 0 0,1-1-1,0 1 1,1 0 0,-1-1-1,1 1 1,0-1-1,0 0 1,0 0 0,1 1-1,2 3 1,2 0-119,-1 0 0,2 0-1,-1-1 1,1 0 0,0-1-1,0 1 1,12 6 0,-15-11-1284,0 1 0,0-1 1,0 0-1,0-1 0,9 2 1,11-1-6888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3"/>
    </inkml:context>
    <inkml:brush xml:id="br0">
      <inkml:brushProperty name="width" value="0.025" units="cm"/>
      <inkml:brushProperty name="height" value="0.025" units="cm"/>
    </inkml:brush>
  </inkml:definitions>
  <inkml:trace contextRef="#ctx0" brushRef="#br0">1 0 7506,'3'7'7323,"4"3"-4518,5 10-171,-8-2-1261,1 1 0,1 19 1,-1 79-405,-4-123-1040,0 0 0,0 0 0,0 0 0,0 0 0,1 0-1,0 0 1,1 0 0,4-9 0,30-44-687,-27 44 561,51-70-127,-58 99 407,-3 8 112,-1-16-136,0 0 0,1-1 0,0 1 0,0 0 0,1-1 0,-1 1 0,1-1 0,3 10 0,-3-13-53,-1-1 1,1 0-1,0 1 1,-1-1 0,1 0-1,0 0 1,0 0-1,0 1 1,0-1-1,0 0 1,0 0-1,0 0 1,0 0 0,0-1-1,0 1 1,1 0-1,-1 0 1,0-1-1,1 1 1,-1-1-1,0 1 1,1-1 0,-1 0-1,1 1 1,-1-1-1,0 0 1,1 0-1,-1 0 1,1 0 0,-1 0-1,1 0 1,-1-1-1,1 1 1,-1 0-1,0-1 1,1 1-1,-1-1 1,2 0 0,8-4 0,-1-1 0,0 0 1,0 0-1,0-1 0,-1 0 1,11-10-1,16-12-4,-35 28 47,1 1 1,0 0-1,-1 0 0,1-1 0,0 1 0,-1 1 1,1-1-1,0 0 0,-1 0 0,1 1 0,-1-1 1,1 0-1,0 1 0,-1 0 0,1-1 0,-1 1 0,0 0 1,3 1-1,45 28 469,-3-3-1188,-5-15-1575,44-1-2957</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4"/>
    </inkml:context>
    <inkml:brush xml:id="br0">
      <inkml:brushProperty name="width" value="0.025" units="cm"/>
      <inkml:brushProperty name="height" value="0.025" units="cm"/>
    </inkml:brush>
  </inkml:definitions>
  <inkml:trace contextRef="#ctx0" brushRef="#br0">101 0 13707,'-3'5'861,"1"0"1,-1-1-1,1 1 0,0 0 1,1 0-1,-2 9 0,-4 61 2264,6-53-2261,-41 344 1096,36-329-2441,4-20-268,-1 0 0,0 0 0,-1-1 0,-12 31 0,15-52-5144,1-3 4527,1 1 0,0 0 0,0-1 0,3-9 1,21-71-5996</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5"/>
    </inkml:context>
    <inkml:brush xml:id="br0">
      <inkml:brushProperty name="width" value="0.025" units="cm"/>
      <inkml:brushProperty name="height" value="0.025" units="cm"/>
    </inkml:brush>
  </inkml:definitions>
  <inkml:trace contextRef="#ctx0" brushRef="#br0">1 91 7754,'6'-10'1295,"1"0"0,0 1 0,0-1-1,1 2 1,0-1 0,12-9 0,-17 16-1136,1 0 1,-1 0-1,1 0 0,0 1 0,0-1 0,-1 1 0,1 0 0,0 0 0,0 0 1,1 0-1,-1 1 0,0 0 0,0 0 0,0 0 0,0 0 0,0 0 0,0 1 1,0 0-1,0 0 0,0 0 0,7 3 0,3 1 167,-1 0 0,0 1-1,0 0 1,0 1 0,-1 0 0,20 16-1,-32-23-300,1 0 0,-1 0-1,0 1 1,1-1 0,-1 0-1,0 1 1,0-1-1,1 0 1,-1 1 0,0-1-1,0 0 1,0 1 0,1-1-1,-1 1 1,0-1-1,0 0 1,0 1 0,0-1-1,0 1 1,0-1 0,0 0-1,0 1 1,0-1-1,0 1 1,0-1 0,0 1-1,0-1 1,0 0 0,0 1-1,0-1 1,0 1-1,0-1 1,-1 1 0,-14 8 651,-22-2-77,-9-6-535,36-2-244,0 1 1,1 0-1,-1 0 0,0 1 1,0 1-1,1-1 0,-1 1 1,1 1-1,-16 6 1,24-7-3378,13-4-203,32-9-3309</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6"/>
    </inkml:context>
    <inkml:brush xml:id="br0">
      <inkml:brushProperty name="width" value="0.025" units="cm"/>
      <inkml:brushProperty name="height" value="0.025" units="cm"/>
    </inkml:brush>
  </inkml:definitions>
  <inkml:trace contextRef="#ctx0" brushRef="#br0">0 1 2064,'4'1'14208,"16"3"-11993,20-2-135,-21-1-1726,1 0 0,-1 1 0,1 1-1,-1 1 1,0 0 0,26 11 0,-23-9-69,-13-4-1468,-40 4-10057</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7"/>
    </inkml:context>
    <inkml:brush xml:id="br0">
      <inkml:brushProperty name="width" value="0.025" units="cm"/>
      <inkml:brushProperty name="height" value="0.025" units="cm"/>
    </inkml:brush>
  </inkml:definitions>
  <inkml:trace contextRef="#ctx0" brushRef="#br0">1 16 5865,'2'-2'4777,"4"2"-2168,8-2-201,6 0-351,0 2-441,2 0-304,5 2-151,-7 2-129,2 3-384,-4-2-248,0 3-128,0-1-152,-5-2-56,0-3-56,3-2-8,-5-2-264,3-7-1808,37-29-4650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8"/>
    </inkml:context>
    <inkml:brush xml:id="br0">
      <inkml:brushProperty name="width" value="0.025" units="cm"/>
      <inkml:brushProperty name="height" value="0.025" units="cm"/>
    </inkml:brush>
  </inkml:definitions>
  <inkml:trace contextRef="#ctx0" brushRef="#br0">333 18 9522,'-29'-3'8138,"3"-3"-5186,18 4-2743,1 0 1,-1 0-1,0 1 0,0 0 0,0 0 0,-9 2 1,6 0-82,1 1 0,-1 1 0,1 0 0,-1 0 0,1 1 0,0 0 0,0 1 0,1 0 0,-1 1 0,1-1 0,-9 10 0,10-9-95,1 0-1,-1 1 1,2 0-1,-1 0 1,1 1-1,0 0 1,1 0-1,-1 0 1,2 1-1,-1 0 1,1-1-1,-4 17 1,7-23-35,0 0-1,0-1 1,1 1 0,-1 0 0,1 0-1,0 0 1,0 0 0,-1 0-1,1-1 1,0 1 0,1 0 0,-1 0-1,0 0 1,0 0 0,1 0 0,-1-1-1,1 1 1,0 0 0,-1 0 0,1-1-1,0 1 1,0 0 0,0-1 0,0 1-1,0-1 1,1 1 0,-1-1 0,0 0-1,1 1 1,-1-1 0,1 0 0,-1 0-1,4 2 1,-1-2-9,0-1 1,-1 1-1,1 0 0,0-1 1,0 0-1,0 0 0,0 0 0,0-1 1,0 1-1,-1-1 0,1 0 1,0 0-1,0 0 0,-1 0 0,8-4 1,15-10-72,0-1 1,0-2 0,43-39-1,-66 56 109,-1-2 0,1 1 0,-1 0 0,1 0 0,-1-1 0,0 1 0,0-1 0,-1 0 0,1 1 0,0-1 0,-1 0 0,0 0 0,1 0 0,-1 0 0,0-4 0,0 13 52,1 0-1,0 0 0,-1 0 0,2 0 0,-1 0 0,1 0 1,0 0-1,7 9 0,18 23-2554,-26-36 1839,0 1-1,1-1 1,0 0 0,-1 0 0,1 0-1,0 0 1,6 2 0,50 20-8257</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9"/>
    </inkml:context>
    <inkml:brush xml:id="br0">
      <inkml:brushProperty name="width" value="0.025" units="cm"/>
      <inkml:brushProperty name="height" value="0.025" units="cm"/>
    </inkml:brush>
  </inkml:definitions>
  <inkml:trace contextRef="#ctx0" brushRef="#br0">659 11 10250,'-5'-5'9112,"-9"2"-5747,-20 2-3895,24 1 1541,-58-1-540,0 3 1,1 3 0,-88 18 0,137-20-469,0 1 1,0 0-1,1 1 0,0 1 1,0 0-1,0 2 1,1 0-1,-22 14 0,37-21-5,1-1-1,-1 1 1,1-1-1,-1 1 1,1-1-1,0 1 1,-1-1-1,1 1 1,0-1-1,-1 1 1,1-1-1,0 1 1,0 0-1,0-1 1,-1 1-1,1-1 1,0 1-1,0 0 1,0-1-1,0 1 1,0-1-1,0 1 1,0 0-1,0-1 1,1 1-1,-1 0 1,0-1-1,0 1 1,0-1-1,1 1 1,-1-1-1,0 1 1,0 0-1,1-1 1,-1 1-1,1 0 1,19 20 4,-13-13 7,3 4 6,1 1 0,-2 0 0,0 0-1,-1 1 1,0 0 0,7 20 0,-11-24-12,-2 0 1,1 0 0,-1 0-1,-1 0 1,0 0-1,0 0 1,-1 1-1,0-1 1,-1 0 0,0 0-1,-3 13 1,-5 9 1,-2-1 1,-2 0-1,0-1 1,-2 0-1,-24 36 1,-11 22 6,47-83-12,1 0-1,0 1 1,0-1 0,0 0-1,1 1 1,-1 6-1,2-12 3,0 1-1,-1 0 0,1 0 0,0 0 0,0-1 0,0 1 0,0 0 0,0 0 0,0 0 0,0 0 0,0-1 0,1 1 0,-1 0 0,0 0 0,0 0 0,1-1 0,-1 1 0,1 0 0,-1-1 0,0 1 0,1 0 0,-1-1 0,1 1 0,0 0 0,-1-1 0,1 1 0,-1-1 0,1 1 0,0-1 0,-1 1 0,1-1 0,0 0 0,0 1 0,-1-1 0,1 0 0,0 1 0,0-1 0,0 0 0,-1 0 0,1 0 0,0 0 0,0 0 0,0 0 0,0 0 0,-1 0 0,1 0 0,0 0 0,0 0 0,0-1 0,1 0 0,27-6 61,0-2 1,41-19-1,-50 19-66,0 0 1,1 1 0,0 2-1,0 0 1,1 1-1,43-4 1,-63 8-981,-7 0-3808,-5 3-533</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0"/>
    </inkml:context>
    <inkml:brush xml:id="br0">
      <inkml:brushProperty name="width" value="0.025" units="cm"/>
      <inkml:brushProperty name="height" value="0.025" units="cm"/>
    </inkml:brush>
  </inkml:definitions>
  <inkml:trace contextRef="#ctx0" brushRef="#br0">0 54 4913,'24'-3'11468,"1"-4"-5813,-12 2-5198,0-1 1,-1 0-1,1 0 0,18-15 1,-46 35-248,6-7-155,0 0 1,1 1-1,0 0 1,1 0-1,-11 15 1,16-20-56,1 0 0,-1 1 0,1-1 0,0 0 0,0 1 0,0-1 0,0 0 1,0 1-1,1-1 0,0 1 0,0 0 0,0-1 0,0 1 0,0-1 0,1 1 0,-1-1 0,1 1 0,0-1 1,0 0-1,0 1 0,1-1 0,2 5 0,-3-5-67,1 0 0,0 0 1,0 1-1,0-1 0,0 0 1,0-1-1,1 1 0,-1 0 0,1-1 1,0 1-1,0-1 0,0 0 0,3 2 1,-3-3-275,1 0 0,-1 0 0,0 0 0,1 0 0,-1-1 0,0 1 0,1-1 0,-1 0 0,1 0 0,-1 0 0,0-1 0,1 1 0,-1-1 0,0 1 0,1-1 0,5-3 0,60-26-4937</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1"/>
    </inkml:context>
    <inkml:brush xml:id="br0">
      <inkml:brushProperty name="width" value="0.025" units="cm"/>
      <inkml:brushProperty name="height" value="0.025" units="cm"/>
    </inkml:brush>
  </inkml:definitions>
  <inkml:trace contextRef="#ctx0" brushRef="#br0">1 1 13875,'0'0'4697,"0"2"-2697,0 0-247,0 0-985,0 1-568,0-1-200,0 2-240,2 3-1128,0-3-2753</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2"/>
    </inkml:context>
    <inkml:brush xml:id="br0">
      <inkml:brushProperty name="width" value="0.025" units="cm"/>
      <inkml:brushProperty name="height" value="0.025" units="cm"/>
    </inkml:brush>
  </inkml:definitions>
  <inkml:trace contextRef="#ctx0" brushRef="#br0">55 0 11707,'7'9'7097,"9"-2"-4857,18 3-1626,-33-9-254,46 8 41,-1-1 1,1-2-1,76 0 1,-115-6-513,3 1 827,-15 5 467,-7 10-924,-2 7-213,2-1 1,1 2-1,1-1 1,1 1-1,1 1 0,1-1 1,1 1-1,1 0 1,1 1-1,2-1 1,0 0-1,2 1 0,0-1 1,2 0-1,7 30 1,-6-43-47,-2-4 0,0-1 0,0 1 0,-1 0 1,1 11-1,-3-21 25,0 0-1,0 1 1,0-1 0,-1 1 0,1-1-1,0 1 1,-1 0 0,1-1 0,-1 1-1,0 0 1,1 0 0,-1 0 0,0 0-1,-3-1 1,-29-13-47,17 9 12,0 2-1,0 0 0,0 1 0,0 0 0,-1 2 0,1 0 0,-1 1 0,1 0 0,0 2 0,-1 0 1,-24 6-1,16 2-112,26-10 44,-1 0 0,0 0 1,1 0-1,-1 1 0,1-1 1,-1 0-1,1 0 1,-1 0-1,0 1 0,1-1 1,-1 0-1,1 1 0,-1-1 1,1 0-1,0 1 0,-1-1 1,1 1-1,-1-1 1,1 1-1,0-1 0,-1 1 1,1-1-1,0 1 0,-1-1 1,1 1-1,0-1 0,0 1 1,0-1-1,-1 1 1,1 0-1,0-1 0,0 1 1,0-1-1,0 1 0,0 0 1,0 0-1,17 2-3075,38-7-1458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3"/>
    </inkml:context>
    <inkml:brush xml:id="br0">
      <inkml:brushProperty name="width" value="0.025" units="cm"/>
      <inkml:brushProperty name="height" value="0.025" units="cm"/>
    </inkml:brush>
  </inkml:definitions>
  <inkml:trace contextRef="#ctx0" brushRef="#br0">45 1 15307,'0'0'5193,"0"4"-2624,-4 1 71,-3-3-1007,0 2-481,-2 1-296,3-1-400,1 3-312,3-3-136,2-1-8,2 3-80,0 1-856,1 4-1560,-3 0-3266,-12 16-5256</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4"/>
    </inkml:context>
    <inkml:brush xml:id="br0">
      <inkml:brushProperty name="width" value="0.025" units="cm"/>
      <inkml:brushProperty name="height" value="0.025" units="cm"/>
    </inkml:brush>
  </inkml:definitions>
  <inkml:trace contextRef="#ctx0" brushRef="#br0">197 1 12587,'-2'11'6937,"-3"5"-4312,-4 13 135,0 0-751,1-3-1193,-8 5-568,3 3-248,-3-1-816,-9 3-2137,-68 66-4440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5"/>
    </inkml:context>
    <inkml:brush xml:id="br0">
      <inkml:brushProperty name="width" value="0.025" units="cm"/>
      <inkml:brushProperty name="height" value="0.025" units="cm"/>
    </inkml:brush>
  </inkml:definitions>
  <inkml:trace contextRef="#ctx0" brushRef="#br0">161 108 5641,'20'-23'4696,"20"-39"660,-40 61-5272,1 1 1,-1-1-1,0 1 1,1 0 0,-1-1-1,0 1 1,1-1-1,-1 1 1,0-1 0,0 0-1,1 1 1,-1-1-1,0 1 1,0-1 0,0 1-1,0-1 1,0 0-1,0 1 1,0-1 0,0 1-1,0-1 1,0 1-1,0-1 1,0 0 0,0 1-1,0-1 1,0 1-1,-1-1 1,1 1 0,0-1-1,-1 1 1,1-1-1,0 1 1,-1-1 0,0 0-1,0 0-10,-1 1-1,1 0 1,-1-1-1,0 1 1,1 0-1,-1 0 1,0 0 0,1 0-1,-1 0 1,0 0-1,1 0 1,-3 1-1,-51 17 65,42-13-133,0 1-1,0 1 1,1 0-1,0 1 0,0 1 1,1-1-1,-14 15 1,22-21-4,0 1 0,0 0 0,1 0 0,-1 0 0,1 0-1,0 0 1,0 0 0,0 1 0,0-1 0,1 1 0,0 0 0,-1-1 0,1 1 0,0 0 0,1 0 0,-1-1 0,1 1 0,-1 0 0,1 0 0,0 0 0,1 0 0,-1 0-1,1-1 1,-1 1 0,1 0 0,0 0 0,1-1 0,-1 1 0,1-1 0,-1 1 0,1-1 0,3 4 0,-3-4 3,0-1 0,0 0 0,0 0-1,1 1 1,-1-1 0,1-1 0,0 1 0,-1 0 0,1-1 0,0 1 0,0-1 0,0 0-1,0 0 1,0 0 0,0 0 0,0 0 0,1-1 0,-1 0 0,0 1 0,0-1-1,0-1 1,1 1 0,-1 0 0,0-1 0,0 1 0,4-2 0,10-3 2,-1 0 1,0-1 0,25-13-1,-30 14-6,-2 0-1,41-23 42,-47 27-36,-1-1 1,0 0-1,1 0 0,-1 0 1,0-1-1,0 1 1,0 0-1,-1-1 0,1 1 1,-1-1-1,1 0 1,-1 0-1,0 1 0,0-1 1,0 0-1,1-4 1,-2 7 34,0-1 1,0 0 0,0 1 0,1-1 0,-1 0 0,0 1-1,0-1 1,0 0 0,0 1 0,0-1 0,0 0 0,0 1-1,-1-1 1,1 0 0,0 1 0,0-1 0,0 0 0,-1 1-1,1-1 1,0 1 0,-1-1 0,1 1 0,-1-1-1,1 0 1,0 1 0,-1-1 0,1 1 0,-1 0 0,1-1-1,-1 1 1,0-1 0,1 1 0,-1 0 0,1-1 0,-1 1-1,0 0 1,1 0 0,-1 0 0,-1-1 0,1 2-16,1-1 1,-1 0 0,0 1-1,0-1 1,0 1 0,1-1-1,-1 1 1,0-1 0,0 1-1,1-1 1,-1 1 0,1 0-1,-1-1 1,0 1 0,1 0-1,-1 0 1,1 0 0,0-1-1,-1 1 1,1 0 0,0 0-1,-1 0 1,1 0 0,0 0-1,0-1 1,0 1 0,0 0-1,0 0 1,0 0 0,0 0-1,0 0 1,0 0 0,0 0-1,1 1 1,0 10 19,0 1 1,1-1-1,1 0 1,4 15-1,-5-22-210,-1-1-1,1 0 0,0 1 0,0-1 0,1 0 0,-1 0 0,1 0 0,0 0 1,0-1-1,0 1 0,1-1 0,-1 0 0,1 0 0,5 4 0,-7-6-123,-1 0 0,0-1 0,1 1 0,-1-1 0,1 1 0,-1-1 0,1 0 0,0 0 0,-1 1 0,1-1 0,-1 0 0,1 0 0,-1-1 0,1 1 0,-1 0 0,4-1 0,52-20-8365</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6"/>
    </inkml:context>
    <inkml:brush xml:id="br0">
      <inkml:brushProperty name="width" value="0.025" units="cm"/>
      <inkml:brushProperty name="height" value="0.025" units="cm"/>
    </inkml:brush>
  </inkml:definitions>
  <inkml:trace contextRef="#ctx0" brushRef="#br0">443 1 7802,'2'1'6430,"2"5"89,-9-4-6286,-1 0 0,1-1 0,-1 1 0,0-1 0,1-1 1,-1 1-1,0-1 0,0 0 0,1 0 0,-11-2 0,-10 2-114,-21 1-110,-143 11-14,183-12-1,1 1 0,-1 1 0,1-1 1,0 1-1,-1 1 0,-7 3 0,13-6 4,0 1 1,1-1 0,-1 1-1,0 0 1,0-1-1,0 1 1,1 0 0,-1 0-1,0-1 1,1 1 0,-1 0-1,1 0 1,-1 0 0,1 0-1,-1 0 1,1 0-1,-1 0 1,1 0 0,0 1-1,0-1 2,0 1-1,0-1 0,0 1 1,1-1-1,-1 1 0,0-1 1,1 1-1,0-1 0,-1 1 0,1-1 1,0 0-1,-1 1 0,1-1 1,0 0-1,0 0 0,0 0 1,2 2-1,25 25 2,-19-20 0,0 0 0,-1 1-1,-1 0 1,9 12 0,-14-17-1,0 1 1,0-1-1,0 0 0,0 1 0,-1 0 0,1-1 1,-1 1-1,-1 0 0,1 0 0,-1 0 0,1-1 0,-1 1 1,-1 0-1,0 5 0,-7 32 9,-3-1 0,-1 0 1,-2-1-1,-38 74 0,9-18 9,41-91-18,0 0 1,0 0-1,1 1 0,0-1 0,0 1 0,0-1 1,0 1-1,1-1 0,0 1 0,0-1 1,0 1-1,2 6 0,-1-10 4,-1 0-1,1 0 0,0 0 1,0 0-1,0 0 0,0 0 1,0 0-1,0-1 0,1 1 1,-1 0-1,1-1 0,-1 1 1,1-1-1,-1 1 0,1-1 1,0 0-1,0 0 0,0 0 1,0 0-1,0 0 0,0 0 1,0 0-1,0-1 0,0 1 1,0-1-1,0 1 0,0-1 1,0 0-1,1 0 0,-1 0 1,0 0-1,0 0 0,0 0 1,3-1-1,18-4 173,0 0-1,0-1 0,0-1 1,34-17-1,17-5 184,-74 28-1673,-10 4-3532,-11 7-704</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7"/>
    </inkml:context>
    <inkml:brush xml:id="br0">
      <inkml:brushProperty name="width" value="0.025" units="cm"/>
      <inkml:brushProperty name="height" value="0.025" units="cm"/>
    </inkml:brush>
  </inkml:definitions>
  <inkml:trace contextRef="#ctx0" brushRef="#br0">0 82 10290,'32'-26'6995,"23"-6"-5015,-13 8-891,-48 33 598,-9 11-1530,1 1 1,1 1-1,-17 37 0,29-56-152,0 0 0,0 0 0,1 0 0,0 1 0,-1-1-1,1 0 1,0 1 0,1-1 0,-1 0 0,1 0 0,-1 1 0,1-1 0,0 0-1,0 0 1,0 0 0,1 0 0,-1 0 0,1 0 0,0 0 0,-1 0 0,4 2-1,-4-3-40,1-1 0,0 1 0,0-1 0,0 1 0,0-1 0,0 0 0,0 1 0,1-1 0,-1 0 0,0-1 0,0 1 0,1 0-1,-1-1 1,1 1 0,-1-1 0,0 0 0,1 0 0,-1 0 0,1 0 0,-1 0 0,1 0 0,-1-1 0,0 1 0,1-1 0,-1 0 0,0 1-1,1-1 1,2-2 0,5-2-1162,-1 0 0,-1-1-1,1 0 1,-1 0 0,0-1-1,0 0 1,-1 0 0,12-15-1,35-42-5282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8"/>
    </inkml:context>
    <inkml:brush xml:id="br0">
      <inkml:brushProperty name="width" value="0.025" units="cm"/>
      <inkml:brushProperty name="height" value="0.025" units="cm"/>
    </inkml:brush>
  </inkml:definitions>
  <inkml:trace contextRef="#ctx0" brushRef="#br0">12 8 12675,'-5'-3'6137,"1"-1"-4273,1 4-903,6 0-665,-3 2-296,4 3 0,1 1-296,8 1-1841,31 0-3856</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9"/>
    </inkml:context>
    <inkml:brush xml:id="br0">
      <inkml:brushProperty name="width" value="0.025" units="cm"/>
      <inkml:brushProperty name="height" value="0.025" units="cm"/>
    </inkml:brush>
  </inkml:definitions>
  <inkml:trace contextRef="#ctx0" brushRef="#br0">30 23 6497,'52'-4'11589,"0"-4"-7923,-33 4-3426,0 1 0,1 1 0,0 0 0,36 3 0,-56-1-223,1 1 1,-1-1 0,1 0-1,-1 1 1,1-1 0,-1 1-1,1-1 1,-1 1-1,0-1 1,1 1 0,-1-1-1,0 1 1,1-1 0,-1 1-1,0-1 1,0 1 0,0-1-1,1 1 1,-1 0 0,0-1-1,0 1 1,0-1 0,0 1-1,0 0 1,0-1 0,0 1-1,0-1 1,0 1 0,0 0-1,-1-1 1,1 1 0,0-1-1,0 1 1,-1 0 0,-9 31 515,7-22-356,-6 18-120,2 0-1,1 0 1,1 1 0,1-1 0,2 1-1,2 45 1,10 138-26,-10-211-27,1 0-1,-1-1 1,0 1-1,0 0 1,0-1 0,0 1-1,0 0 1,0-1 0,0 1-1,0 0 1,0-1-1,0 1 1,-1 0 0,1-1-1,0 1 1,0 0 0,0-1-1,-1 1 1,1-1-1,0 1 1,-1 0 0,1-1-1,-1 1 1,1-1 0,-1 1-1,1-1 1,-1 1-1,1-1 1,-1 0 0,1 1-1,-1-1 1,1 0 0,-1 1-1,0-1 1,1 0-1,-2 1 1,-26-6 197,10 1-197,-28-4-24,-88-27 1,140 40-1814,-5-4 1598,-1-1-1,1 1 1,0 0 0,0 0-1,0 0 1,0-1 0,0 1 0,0 0-1,0-1 1,0 1 0,0-1-1,0 1 1,1-1 0,-1 1-1,0-1 1,0 0 0,0 0 0,1 0-1,-1 0 1,0 1 0,0-2-1,1 1 1,0 0 0,60-4-5771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0"/>
    </inkml:context>
    <inkml:brush xml:id="br0">
      <inkml:brushProperty name="width" value="0.025" units="cm"/>
      <inkml:brushProperty name="height" value="0.025" units="cm"/>
    </inkml:brush>
  </inkml:definitions>
  <inkml:trace contextRef="#ctx0" brushRef="#br0">1 1 10306,'53'5'9772,"25"12"-5594,16 3-4203,-89-20 496,-4 0-621,0 0 0,-1 0 0,1 0 0,0 0 0,0 0 0,-1 0 0,1 0 0,0 0 0,-1 0 0,1 1 0,0-1 0,-1 0 0,1 0 0,0 1 0,-1-1 0,1 0 0,0 1 0,-1-1 0,1 1 0,0 0 0,-3 0-371,0 1 1,1 0-1,-1-1 1,0 1-1,0-1 1,0 1-1,-1-1 1,1 0-1,0 0 1,-4 1-1,-57 31-4439</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1"/>
    </inkml:context>
    <inkml:brush xml:id="br0">
      <inkml:brushProperty name="width" value="0.025" units="cm"/>
      <inkml:brushProperty name="height" value="0.025" units="cm"/>
    </inkml:brush>
  </inkml:definitions>
  <inkml:trace contextRef="#ctx0" brushRef="#br0">0 60 7770,'3'0'5089,"-1"-2"-3001,9-2-191,9-3 119,2-2-576,12-2-551,-3 4-385,0 3-336,3 1-168,-1 3-40,9 0-1977,85-13-7265</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2"/>
    </inkml:context>
    <inkml:brush xml:id="br0">
      <inkml:brushProperty name="width" value="0.025" units="cm"/>
      <inkml:brushProperty name="height" value="0.025" units="cm"/>
    </inkml:brush>
  </inkml:definitions>
  <inkml:trace contextRef="#ctx0" brushRef="#br0">355 39 8194,'1'0'354,"-1"0"1,1-1-1,-1 1 1,1 0-1,0-1 1,-1 1-1,1 0 1,-1-1-1,1 1 1,-1 0-1,1-1 1,-1 1-1,0-1 1,1 1-1,-1-1 1,1 1-1,-1-1 1,0 0-1,1 1 1,-1-1-1,0 1 1,0-1-1,0 0 1,1 0-1,-10-11 3455,6 10-3544,0 0 0,0 0 0,0 1-1,-1-1 1,1 1 0,0 0 0,-6-1 0,-5 1-139,0 1 0,0 0 1,0 1-1,1 0 0,-1 1 1,0 1-1,1 0 0,-1 1 1,-18 8-1,15-4-125,0 0 0,1 1 0,0 0 0,0 2 0,1 0 0,-19 18 1,30-25-2,0 0 1,1 0-1,-1 0 1,1 0 0,0 0-1,0 1 1,1 0 0,-1-1-1,1 1 1,0 0 0,1 0-1,-1 0 1,0 6-1,2-10 0,0 1 0,-1 0 0,2-1-1,-1 1 1,0-1 0,0 1 0,0 0-1,1-1 1,-1 1 0,1-1 0,-1 1-1,1-1 1,-1 1 0,1-1-1,0 0 1,0 1 0,0-1 0,1 2-1,0-2 2,0 1-1,0-1 0,1 1 0,-1-1 0,0 0 0,0 0 1,1 0-1,-1 0 0,1 0 0,-1-1 0,1 1 1,-1-1-1,1 1 0,4-1 0,5 0 2,-1-1-1,0 0 0,1 0 1,-1-1-1,0-1 0,0 0 1,-1 0-1,1-1 1,-1-1-1,1 0 0,-1 0 1,10-7-1,-9 4-20,0 0 0,-1 0-1,0-1 1,0 0 0,-1 0 0,0-1-1,-1-1 1,0 0 0,12-21-1,-15 15 156,-5 17-123,0 0 1,0 0-1,0 0 0,0-1 1,0 1-1,0 0 0,0 0 1,0 0-1,0 0 0,0 0 1,0-1-1,0 1 0,0 0 0,0 0 1,0 0-1,0 0 0,0 0 1,0 0-1,-1 0 0,1-1 1,0 1-1,0 0 0,0 0 1,0 0-1,0 0 0,0 0 1,-1 0-1,1 0 0,0 0 1,0 0-1,0 0 0,0 0 1,0 0-1,-1 0 0,1 0 0,0 0 1,0 0-1,0 0 0,0 0 1,0 0-1,-1 0 0,1 0 1,0 0-1,0 0 0,0 0 1,0 0-1,-1 0 0,0 1 40,-1 0 0,1 0 1,0 0-1,-1 0 0,1 0 0,0 0 0,0 0 0,-1 0 0,1 1 0,0-1 0,0 1 0,1-1 1,-1 1-1,0-1 0,0 2 0,-1 2-9,1 0 1,0 0-1,0 0 0,1 0 1,-1-1-1,1 1 1,0 0-1,0 0 1,1 0-1,0 0 0,0 0 1,0 0-1,0-1 1,1 1-1,-1 0 1,1-1-1,1 1 0,-1-1 1,0 0-1,1 0 1,5 7-1,-3-5-305,0 0-1,0 0 1,1-1-1,-1 0 1,1 0-1,0 0 1,0 0-1,1-1 1,-1 0-1,1-1 1,0 1 0,0-1-1,11 3 1,-12-5-489,0 0 0,-1-1 0,1 0 0,0 1 0,0-2 0,9 0 0,79-19-8154</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3"/>
    </inkml:context>
    <inkml:brush xml:id="br0">
      <inkml:brushProperty name="width" value="0.025" units="cm"/>
      <inkml:brushProperty name="height" value="0.025" units="cm"/>
    </inkml:brush>
  </inkml:definitions>
  <inkml:trace contextRef="#ctx0" brushRef="#br0">558 0 9986,'-5'3'9185,"-20"8"-6634,0-6-1484,-1-1 0,0-2-1,-50 0 1,-12 1-430,13 2-452,-54 7-182,128-12-4,1 0 1,-1 0-1,1-1 1,-1 1 0,1 0-1,-1 0 1,1 0-1,-1 0 1,1 0 0,-1 1-1,1-1 1,-1 0-1,1 0 1,0 0-1,-1 0 1,1 0 0,-1 1-1,1-1 1,-1 0-1,1 0 1,0 1-1,-1-1 1,1 0 0,0 1-1,-1-1 1,1 0-1,0 1 1,-1-1 0,1 1-1,0-1 1,0 0-1,-1 1 1,1-1-1,0 1 1,0 0 0,12 12-23,4 3 13,-9-5 11,-2 0-1,1 1 1,-1 0 0,-1 0 0,0 0 0,-1 0 0,0 1 0,-1-1 0,0 1-1,-1 0 1,-1 0 0,0-1 0,0 1 0,-2 0 0,-2 15 0,-3 12 3,-3-1 1,-1 0-1,-24 57 1,11-43 2,14-32-7,1 0 1,1 0-1,-8 29 1,16-49-1,-1 1 1,1-1-1,-1 1 1,1-1-1,0 1 0,0-1 1,0 1-1,0 0 1,0-1-1,0 1 0,0-1 1,1 1-1,-1-1 1,0 1-1,1-1 0,-1 1 1,1-1-1,0 1 0,-1-1 1,1 0-1,0 1 1,0-1-1,0 0 0,0 0 1,0 1-1,0-1 1,0 0-1,0 0 0,1 0 1,-1 0-1,0-1 1,0 1-1,1 0 0,-1 0 1,1-1-1,-1 1 1,3 0-1,5 0 6,-1 1 0,1-1 0,0-1 0,0 0 1,13-1-1,-6 0 14,-15 1-20,114-7 118,-98 5-109,-1-1 0,0 0 1,0-1-1,0-1 0,15-6 0,-30 11-20,-1 0-1,1-1 1,-1 1-1,1 0 1,-1 0-1,1 0 0,0-1 1,-1 1-1,1 0 1,-1-1-1,1 1 0,-1 0 1,1-1-1,-1 1 1,1-1-1,-1 1 1,0 0-1,1-1 0,-1 1 1,0-1-1,1 0 1,-1 1-1,0-1 1,1 1-1,-1-2 0,-12-8-2888,3 5 871,-19-16-3734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4"/>
    </inkml:context>
    <inkml:brush xml:id="br0">
      <inkml:brushProperty name="width" value="0.025" units="cm"/>
      <inkml:brushProperty name="height" value="0.025" units="cm"/>
    </inkml:brush>
  </inkml:definitions>
  <inkml:trace contextRef="#ctx0" brushRef="#br0">0 112 9618,'23'-20'7231,"1"1"-3750,55-28-3377,-34 22 2368,-62 46-1781,2 0 1,-14 26-1,24-38-688,0 0 1,2 0-1,-1 0 0,1 0 0,-4 16 1,7-22-13,-1-1 0,0 1 1,1-1-1,0 1 0,0 0 1,0-1-1,0 1 1,0-1-1,0 1 0,1 0 1,-1-1-1,1 1 0,0-1 1,-1 1-1,1-1 1,0 1-1,1-1 0,-1 0 1,0 0-1,1 1 0,-1-1 1,1 0-1,0 0 1,0 0-1,-1-1 0,4 3 1,-2-3-100,-1 0 0,0 0 1,1 0-1,-1-1 0,1 1 1,0-1-1,-1 0 1,1 0-1,-1 0 0,1 0 1,0 0-1,-1 0 0,1-1 1,-1 1-1,1-1 1,-1 0-1,1 0 0,-1 0 1,5-2-1,43-28-4225,-49 30 4157,38-32-4642,19-31-1371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5"/>
    </inkml:context>
    <inkml:brush xml:id="br0">
      <inkml:brushProperty name="width" value="0.025" units="cm"/>
      <inkml:brushProperty name="height" value="0.025" units="cm"/>
    </inkml:brush>
  </inkml:definitions>
  <inkml:trace contextRef="#ctx0" brushRef="#br0">0 14 11090,'0'-4'4985,"0"1"-3256,0-1 751,0 2 417,3 4-2897,-1 2-192,0 1-344,7 8-1569,15 7-2960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6"/>
    </inkml:context>
    <inkml:brush xml:id="br0">
      <inkml:brushProperty name="width" value="0.025" units="cm"/>
      <inkml:brushProperty name="height" value="0.025" units="cm"/>
    </inkml:brush>
  </inkml:definitions>
  <inkml:trace contextRef="#ctx0" brushRef="#br0">51 1 4761,'2'1'10201,"-1"3"-4465,-2 9-1819,-4 12-2823,-5 0-707,1 0 0,1 1 0,1 0 0,2 0 0,-4 43 0,11-28-103,3-19-1160,5-7-3391,-5-16-1173,-1-13-2042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7"/>
    </inkml:context>
    <inkml:brush xml:id="br0">
      <inkml:brushProperty name="width" value="0.025" units="cm"/>
      <inkml:brushProperty name="height" value="0.025" units="cm"/>
    </inkml:brush>
  </inkml:definitions>
  <inkml:trace contextRef="#ctx0" brushRef="#br0">0 23 13243,'0'-7'5521,"3"7"-4177,5-4-215,6-1-433,6 3-400,4-2-104,1 4-96,2 0-32,-5 2-64,5 0-80,2 0-1120,42 0-4170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8"/>
    </inkml:context>
    <inkml:brush xml:id="br0">
      <inkml:brushProperty name="width" value="0.025" units="cm"/>
      <inkml:brushProperty name="height" value="0.025" units="cm"/>
    </inkml:brush>
  </inkml:definitions>
  <inkml:trace contextRef="#ctx0" brushRef="#br0">38 0 10938,'0'5'5081,"-2"-3"-2880,-5 2-233,1 7-471,-3 5-417,2 4-176,3 5 136,1 1-256,3 1-327,0 0-209,0-5-160,0 0-88,0 1-72,0-5-1577,3-5-3264,17 2-5033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9"/>
    </inkml:context>
    <inkml:brush xml:id="br0">
      <inkml:brushProperty name="width" value="0.025" units="cm"/>
      <inkml:brushProperty name="height" value="0.025" units="cm"/>
    </inkml:brush>
  </inkml:definitions>
  <inkml:trace contextRef="#ctx0" brushRef="#br0">119 1 7490,'7'13'8555,"11"-1"-5977,18 3-1193,-15-12-971,1 0 0,0-1 1,-1-2-1,1 0 0,-1-1 0,23-4 0,49-2 381,-110 36 1054,8-14-1737,1 1 0,1-1 0,0 1 0,1 0 0,1 1 0,0 0 1,1-1-1,1 1 0,-1 19 0,2-8-117,2-1-1,1 1 1,1 0 0,11 52 0,-9-65 7,1 1 0,1-1 0,12 23 0,-10-23 4,-1 1-1,9 29 1,-16-44-1,-1 0-1,1 0 1,-1 0 0,1-1 0,-1 1-1,1 0 1,-1 0 0,0-1-1,1 1 1,-1 0 0,0-1-1,1 1 1,-1-1 0,0 1 0,0-1-1,0 1 1,0-1 0,1 1-1,-1-1 1,0 0 0,0 0-1,0 1 1,0-1 0,0 0-1,0 0 1,0 0 0,0 0 0,0 0-1,-1 0 1,-43 4 96,36-4-92,-70 4 15,-52 5 30,111-6-52,-1 1 1,1 0-1,-1 1 1,-21 10-1,39-14-58,1 0-1,-1 0 0,1 1 0,-1-1 0,1 1 0,0-1 1,0 1-1,0 0 0,-1 0 0,2 0 0,-1 0 1,0 0-1,0 0 0,1 1 0,-3 3 0,4-6-22,0 1 0,0-1 0,0 1 0,0-1 0,0 1 0,0-1-1,0 1 1,0-1 0,0 1 0,0-1 0,0 1 0,0-1 0,0 0 0,0 1-1,1-1 1,-1 1 0,0-1 0,0 1 0,0-1 0,1 0 0,-1 1 0,0-1 0,1 0-1,-1 1 1,0-1 0,1 0 0,-1 1 0,0-1 0,1 0 0,-1 0 0,1 1-1,-1-1 1,1 0 0,-1 0 0,1 0 0,3 1-443,0 0 0,0 0 0,0-1 0,0 0-1,0 0 1,0 0 0,-1 0 0,6-1 0,92-16-7864</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0"/>
    </inkml:context>
    <inkml:brush xml:id="br0">
      <inkml:brushProperty name="width" value="0.025" units="cm"/>
      <inkml:brushProperty name="height" value="0.025" units="cm"/>
    </inkml:brush>
  </inkml:definitions>
  <inkml:trace contextRef="#ctx0" brushRef="#br0">29 3 13219,'2'-2'13187,"1"2"-11331,-6 0-632,1 0 121,0 0-1129,2 2-168,-2 5-48,0-3-272,-1 7-593,-3 5-975,-1-3-2321,0 29-2248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1"/>
    </inkml:context>
    <inkml:brush xml:id="br0">
      <inkml:brushProperty name="width" value="0.025" units="cm"/>
      <inkml:brushProperty name="height" value="0.025" units="cm"/>
    </inkml:brush>
  </inkml:definitions>
  <inkml:trace contextRef="#ctx0" brushRef="#br0">241 1 14491,'-6'9'4849,"-3"6"-1984,-11 8 111,0 8-1343,-5 0-1113,-1-2-520,1 2-568,-4 3-2489,-51 48-4785</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2"/>
    </inkml:context>
    <inkml:brush xml:id="br0">
      <inkml:brushProperty name="width" value="0.025" units="cm"/>
      <inkml:brushProperty name="height" value="0.025" units="cm"/>
    </inkml:brush>
  </inkml:definitions>
  <inkml:trace contextRef="#ctx0" brushRef="#br0">331 5 5641,'-5'-4'11478,"-5"4"-8999,-6 1-2367,1 1 0,1 0 0,-1 2 0,0 0 0,1 0 0,0 1 0,0 1 0,0 0 0,0 1 1,1 1-1,1 0 0,-1 1 0,1 0 0,1 1 0,-20 20 0,23-22-90,-36 42 58,41-46-77,0 1 0,0 0 0,0 0 0,1 0 0,-1 0 0,1 0 0,0 0 0,1 0 0,-2 9 0,3-14-2,-1 1 0,1 0-1,0 0 1,0-1-1,0 1 1,0 0 0,0 0-1,0 0 1,0-1 0,0 1-1,0 0 1,1 0 0,-1 0-1,0-1 1,1 1-1,-1 0 1,0-1 0,1 1-1,-1 0 1,0 0 0,1-1-1,-1 1 1,1-1 0,0 1-1,-1-1 1,1 1 0,-1-1-1,1 1 1,0-1-1,-1 1 1,1-1 0,0 0-1,0 1 1,-1-1 0,1 0-1,0 0 1,0 1 0,-1-1-1,1 0 1,0 0-1,0 0 1,0 0 0,-1 0-1,1 0 1,0 0 0,0 0-1,1-1 1,4 0 11,1 0 0,-1-1 0,0 1 0,11-6 0,17-9 17,0-2 0,-1-2-1,38-29 1,13-8 21,-81 54 1838,-13 8-1003,7-3-831,0 0 1,0 0-1,0 0 1,1 1-1,-1-1 1,0 1-1,-2 3 1,2 0-26,0 0 1,1-1-1,-1 1 1,2 0-1,-1 0 0,1 0 1,-1 0-1,2 0 1,-1 0-1,1 1 0,0-1 1,0 0-1,0 0 0,2 8 1,-1-9-219,1-1 1,-1 1-1,1 0 1,-1-1-1,2 1 1,-1-1-1,0 1 1,5 5-1,-5-7-314,1 0 0,0 0-1,0 0 1,0-1 0,0 1 0,0-1-1,0 0 1,0 0 0,1 0 0,-1 0-1,8 2 1,49 9-7188</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3"/>
    </inkml:context>
    <inkml:brush xml:id="br0">
      <inkml:brushProperty name="width" value="0.025" units="cm"/>
      <inkml:brushProperty name="height" value="0.025" units="cm"/>
    </inkml:brush>
  </inkml:definitions>
  <inkml:trace contextRef="#ctx0" brushRef="#br0">579 1 8258,'1'0'429,"0"0"-1,0 0 1,0 0 0,0 0-1,0 0 1,0 0 0,0 0 0,0 1-1,0-1 1,0 0 0,0 1 0,0-1-1,-1 0 1,1 1 0,0-1 0,0 1-1,0 0 1,-1-1 0,1 1 0,0 0-1,0 0 1,-1 0-325,0-1-1,0 1 1,0-1 0,0 1-1,0-1 1,0 1 0,0-1-1,-1 1 1,1-1 0,0 1-1,0-1 1,0 1 0,-1-1 0,1 1-1,0-1 1,-1 0 0,1 1-1,0-1 1,-1 1 0,1-1-1,0 0 1,-1 1 0,1-1-1,-1 0 1,1 0 0,-1 1-1,1-1 1,-1 0 0,1 0-1,-1 0 1,1 0 0,-1 1-1,1-1 1,-1 0 0,1 0-1,-1 0 1,1 0 0,-1 0-1,1 0 1,-1-1 0,-46 11 403,0-2 1,-1-2-1,1-2 1,-54-3 0,64-4-494,26 1-11,0 0 0,0 1 0,-1 1 0,1 0 0,0 1 0,-1 0 0,-11 3 0,23-4-3,-1 1-1,1-1 0,-1 1 1,1-1-1,0 1 1,-1-1-1,1 1 1,0-1-1,-1 1 0,1-1 1,0 1-1,0 0 1,0-1-1,0 1 0,0-1 1,-1 1-1,1 0 1,0-1-1,0 1 1,0-1-1,0 1 0,1 0 1,-1-1-1,0 1 1,0-1-1,0 1 0,0 0 1,1-1-1,-1 1 1,0-1-1,1 1 1,-1 0-1,15 30 5,-8-16 3,-5-7-2,1 1 0,-2-1 0,0 0 1,0 1-1,0-1 0,-1 1 0,0-1 0,-1 0 0,1 1 0,-4 8 0,-3 14 49,-15 41 0,17-58-35,-14 36 24,-28 53 0,25-60-42,-28 83 0,48-121-1,1 0-1,-1-1 1,2 1-1,-1 0 1,0 0-1,1 0 1,0 0-1,0 0 1,0 0 0,1 0-1,0 0 1,1 5-1,-1-8 4,0 0-1,0 0 1,0 0 0,0 0-1,0-1 1,1 1-1,-1 0 1,0-1 0,1 1-1,0-1 1,-1 1-1,1-1 1,0 0-1,-1 0 1,1 0 0,0 0-1,0 0 1,0 0-1,0 0 1,0 0 0,0-1-1,0 1 1,0-1-1,1 0 1,-1 0 0,0 1-1,0-1 1,0-1-1,3 1 1,17-3 96,-1 0 0,1-2 0,-1 0 0,0-1 0,30-14 0,-25 10 29,1 1 0,44-10 0,-71 19-281,14-3 775,-10-1-1543,-10 0-4073,-17-4-1123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4"/>
    </inkml:context>
    <inkml:brush xml:id="br0">
      <inkml:brushProperty name="width" value="0.025" units="cm"/>
      <inkml:brushProperty name="height" value="0.025" units="cm"/>
    </inkml:brush>
  </inkml:definitions>
  <inkml:trace contextRef="#ctx0" brushRef="#br0">1 138 9130,'21'-19'6192,"0"-1"-3970,24-21-614,25-16 142,-82 69-1446,0 2-1,1-1 1,1 1 0,0 1-1,1 0 1,1 0 0,-10 24 0,16-32-293,0 0 1,0 0 0,0 0-1,1 0 1,0 0 0,0 1-1,1 8 1,0-13-175,0 0-1,1 0 1,-1 0 0,1 0 0,0 1 0,-1-1 0,1 0-1,1 0 1,-1-1 0,0 1 0,1 0 0,0 0-1,-1-1 1,1 1 0,0-1 0,0 1 0,1-1 0,4 4-1,-7-5-22,1-1-1,0 1 0,-1-1 0,1 0 0,0 1 0,-1-1 1,1 0-1,0 0 0,0 0 0,-1 1 0,1-1 0,0 0 0,0 0 1,-1 0-1,1 0 0,0 0 0,0 0 0,-1 0 0,1-1 1,1 1-1,26-12-6236</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5"/>
    </inkml:context>
    <inkml:brush xml:id="br0">
      <inkml:brushProperty name="width" value="0.025" units="cm"/>
      <inkml:brushProperty name="height" value="0.025" units="cm"/>
    </inkml:brush>
  </inkml:definitions>
  <inkml:trace contextRef="#ctx0" brushRef="#br0">10 1 14043,'0'2'3921,"-2"0"-2705,-1 2-344,3-1-376,0 6-352,-4-5-144,8 0-384,1-1-2664,19-6-3818</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6"/>
    </inkml:context>
    <inkml:brush xml:id="br0">
      <inkml:brushProperty name="width" value="0.025" units="cm"/>
      <inkml:brushProperty name="height" value="0.025" units="cm"/>
    </inkml:brush>
  </inkml:definitions>
  <inkml:trace contextRef="#ctx0" brushRef="#br0">41 0 10666,'4'7'3713,"-2"-2"-2041,7 3 585,-4 8-161,-1 6-199,-6 7-129,-5 5-416,-2-1-543,-4 1-417,2-3-224,4-7-152,0-1-8,5-6-8,0-3-232,2-5-913,0-7-999,-5-20-7674</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7"/>
    </inkml:context>
    <inkml:brush xml:id="br0">
      <inkml:brushProperty name="width" value="0.025" units="cm"/>
      <inkml:brushProperty name="height" value="0.025" units="cm"/>
    </inkml:brush>
  </inkml:definitions>
  <inkml:trace contextRef="#ctx0" brushRef="#br0">0 31 10138,'2'0'6089,"5"-4"-4416,9-3-545,6 0-208,9 1-296,-2 6-248,0 0-223,0 0-89,-4 9-64,1-7-289,3-2-1743,45-18-3849</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8"/>
    </inkml:context>
    <inkml:brush xml:id="br0">
      <inkml:brushProperty name="width" value="0.025" units="cm"/>
      <inkml:brushProperty name="height" value="0.025" units="cm"/>
    </inkml:brush>
  </inkml:definitions>
  <inkml:trace contextRef="#ctx0" brushRef="#br0">98 0 12979,'-2'7'3865,"-7"4"-2545,-4 14 472,-1 10-231,-6 8-481,5-3-184,3-2-328,1-5-392,9 0-176,4-4-32,0-15-1288,5-1-3153,11-11-3329</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9"/>
    </inkml:context>
    <inkml:brush xml:id="br0">
      <inkml:brushProperty name="width" value="0.025" units="cm"/>
      <inkml:brushProperty name="height" value="0.025" units="cm"/>
    </inkml:brush>
  </inkml:definitions>
  <inkml:trace contextRef="#ctx0" brushRef="#br0">0 60 9490,'0'0'3860,"3"2"71,16 6-2247,-2-7-990,-1-1-1,0-1 0,1-1 0,-1 0 0,0-1 0,29-9 0,-15 5-385,28-10-55,-38 11-186,1 0-1,-1 1 1,1 1 0,32-2 0,-54 9 55,1-1 1,-1 0-1,1 1 0,-1-1 0,0 0 1,0 1-1,0-1 0,0 0 1,-2 3-1,-4 9 17,0 1 0,1-1 0,1 2-1,0-1 1,1 0 0,1 1 0,0 0 0,1 0 0,1 0 0,0 0 0,3 24 0,4 13-187,3 0 1,16 57 0,-2-15 162,-22-91-112,0 0 0,0 0 0,0 0 0,-1 0 0,0 1 0,0-1 0,0 0 0,0 0 1,0 0-1,-1 0 0,0 0 0,0 0 0,0 0 0,0 0 0,-1 0 0,1 0 0,-1 0 0,0-1 0,0 1 0,-1-1 0,1 1 0,-1-1 0,1 0 0,-1 0 0,0 0 0,0 0 0,-1-1 0,1 1 0,0-1 0,-1 0 0,0 0 0,1 0 0,-1 0 0,0-1 0,0 1 0,0-1 1,0 0-1,0 0 0,-6 0 0,-89 4 28,70-5-46,0 1 1,0 2 0,0 1 0,-47 12 0,152-28-6217,14-9 168</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0"/>
    </inkml:context>
    <inkml:brush xml:id="br0">
      <inkml:brushProperty name="width" value="0.025" units="cm"/>
      <inkml:brushProperty name="height" value="0.025" units="cm"/>
    </inkml:brush>
  </inkml:definitions>
  <inkml:trace contextRef="#ctx0" brushRef="#br0">0 20 10722,'3'-2'769,"0"0"-1,0 0 0,1 0 1,-1 0-1,0 1 0,1-1 1,-1 1-1,1 0 0,-1 0 0,1 0 1,0 0-1,-1 1 0,1-1 1,0 1-1,3 0 0,65 6 2998,-50-3-3556,10-1-117,0 0 0,47-5 0,-24-6-7293,-74 14 1133</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1"/>
    </inkml:context>
    <inkml:brush xml:id="br0">
      <inkml:brushProperty name="width" value="0.025" units="cm"/>
      <inkml:brushProperty name="height" value="0.025" units="cm"/>
    </inkml:brush>
  </inkml:definitions>
  <inkml:trace contextRef="#ctx0" brushRef="#br0">0 61 14019,'3'0'5321,"1"-3"-4017,7 3 89,14-4 39,4-3-616,11-2-520,4-4-272,3 4-24,2 0-1416,71 3-5722</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2"/>
    </inkml:context>
    <inkml:brush xml:id="br0">
      <inkml:brushProperty name="width" value="0.025" units="cm"/>
      <inkml:brushProperty name="height" value="0.025" units="cm"/>
    </inkml:brush>
  </inkml:definitions>
  <inkml:trace contextRef="#ctx0" brushRef="#br0">245 38 7522,'3'-8'1961,"2"-14"3810,-5 22-5683,0 0 1,0-1 0,0 1-1,0 0 1,0 0-1,0-1 1,0 1 0,0 0-1,0-1 1,0 1 0,0 0-1,-1 0 1,1-1 0,0 1-1,0 0 1,0 0-1,0 0 1,0-1 0,0 1-1,0 0 1,-1 0 0,1 0-1,0-1 1,0 1 0,0 0-1,-1 0 1,1 0-1,0 0 1,0-1 0,0 1-1,-1 0 1,1 0 0,0 0-1,0 0 1,-1 0 0,1 0-1,0 0 1,0 0 0,-1 0-1,1 0 1,0 0-1,0 0 1,-1 0 0,1 0-1,0 0 1,0 0 0,-1 0-1,1 0 1,0 0 0,0 0-1,-1 0 1,1 0-1,0 0 1,0 1 0,-1-1-1,1 0 1,0 0 0,0 0-1,0 0 1,0 1 0,-1-1-1,1 0 1,0 0 0,0 1-1,-9 5 319,0 1 0,0 0 0,1 0-1,0 1 1,1 0 0,0 0 0,0 1 0,1 0-1,0 0 1,-8 17 0,-1 5 160,2 0-1,-11 40 1,13-36-447,2-1-1,1 2 1,1-1 0,3 1 0,0 0 0,3 57 0,2-82-559,2 35 292,-3-45-81,0 0 0,-1 0 0,1 0 0,0 1 0,-1-1 0,1 0 0,0 0 0,-1 0 0,1 0 0,-1 0 0,1 0 0,-1 0 0,0-1 0,-1 2 0,2-1-140,-1-1-1,0 1 1,0-1-1,1 0 1,-1 1-1,0-1 1,0 0-1,1 0 1,-1 1-1,0-1 1,0 0-1,0 0 1,0 0-1,1 0 1,-1 0-1,0 0 1,0-1-1,0 1 0,1 0 1,-1 0-1,0 0 1,-1-1-1,-31-12-8385</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3"/>
    </inkml:context>
    <inkml:brush xml:id="br0">
      <inkml:brushProperty name="width" value="0.025" units="cm"/>
      <inkml:brushProperty name="height" value="0.025" units="cm"/>
    </inkml:brush>
  </inkml:definitions>
  <inkml:trace contextRef="#ctx0" brushRef="#br0">1 51 12123,'9'-6'5209,"4"-1"-3721,21-6 120,8 2-263,9 6-553,12 5-192,-1-2-248,7 2-176,0 0-160,-4 0-16,-10 0-336,59-7-4473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4"/>
    </inkml:context>
    <inkml:brush xml:id="br0">
      <inkml:brushProperty name="width" value="0.025" units="cm"/>
      <inkml:brushProperty name="height" value="0.025" units="cm"/>
    </inkml:brush>
  </inkml:definitions>
  <inkml:trace contextRef="#ctx0" brushRef="#br0">1 208 14187,'22'1'5521,"0"3"-3572,27 2-732,-22-6-832,-4 1-133,1-1 1,37-6-1,-55 5-239,0 0-1,-1 0 1,1-1-1,-1 0 1,1 0 0,-1 0-1,0 0 1,0-1 0,0 0-1,0 0 1,0-1-1,-1 1 1,1-1 0,-1 0-1,0 0 1,4-6 0,-6 8-12,-1 0 1,0 0 0,1-1 0,-1 1 0,0-1 0,-1 1-1,1-1 1,0 1 0,-1-1 0,1 1 0,-1-1 0,0 1-1,1-1 1,-1 0 0,-1 1 0,1-1 0,0 1 0,-1-4-1,-1 2 0,1-1-1,-1 1 0,0-1 1,-1 1-1,1 0 0,-1 0 1,1 0-1,-1 0 0,-5-4 1,1 0-4,-1 1 1,0 0-1,0 1 1,-1-1-1,0 2 1,0-1-1,-1 1 1,-11-4 0,18 7 13,-1 1 1,1 0 0,0 0 0,-1 1 0,1-1 0,-1 1 0,1-1 0,-1 1 0,1 0 0,-1 0 0,1 1 0,0-1-1,-1 1 1,1-1 0,-1 1 0,1 0 0,0 1 0,-1-1 0,1 0 0,0 1 0,0 0 0,0 0 0,0 0-1,1 0 1,-1 0 0,0 0 0,1 1 0,0-1 0,-3 4 0,2-2 4,1 1 0,-1-1 0,1 1 0,0-1 0,1 1 0,-1 0 0,1-1 0,0 1 0,0 0 0,0 0 0,1 0 0,0 0 0,0 0 0,0 0 0,0 0 0,1 0 0,0 0 0,0-1 0,3 9 0,0-2-148,0-1 1,1-1-1,0 1 1,1-1-1,0 0 1,0 0-1,1 0 1,8 7-1,-10-11-427,1 0-1,0 0 1,-1-1-1,2 0 1,11 6-1,-13-7-251,0-1-1,1-1 1,-1 1-1,1-1 1,-1 0 0,1 0-1,-1 0 1,9-1-1,57-7-7755</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5"/>
    </inkml:context>
    <inkml:brush xml:id="br0">
      <inkml:brushProperty name="width" value="0.025" units="cm"/>
      <inkml:brushProperty name="height" value="0.025" units="cm"/>
    </inkml:brush>
  </inkml:definitions>
  <inkml:trace contextRef="#ctx0" brushRef="#br0">1 43 7154,'10'-7'8996,"3"9"-4199,-11-1-4243,0 0 0,0 0-1,0 0 1,0 1 0,0-1-1,0 1 1,0-1 0,0 1 0,2 3-1,20 38 1049,-19-32-1551,2 1 1,-1-1 0,16 19 0,-20-29-76,0 0 1,-1 0 0,1 0 0,0 0-1,0 0 1,0 0 0,0 0-1,1-1 1,-1 1 0,0-1 0,0 1-1,0-1 1,0 0 0,1 0 0,-1 0-1,0 0 1,0 0 0,0-1-1,0 1 1,1-1 0,-1 1 0,0-1-1,0 0 1,0 0 0,3-2-1,11-4-416,-1-1 0,18-11 0,-23 12 196,77-52-162,-87 58 936,1 5-506,0-1 0,0 0-1,0 1 1,0-1 0,1 0 0,0 0 0,3 5 0,2 0-139,0-1 1,1-1 0,0 0-1,0 0 1,1 0 0,0-1 0,0 0-1,0-1 1,16 5 0,-20-7-42,-1-1 0,1 0 1,0-1-1,0 1 0,0-1 1,0 0-1,0 0 0,0 0 0,0-1 1,-1 0-1,1 0 0,0 0 1,0-1-1,-1 1 0,1-1 1,-1 0-1,1 0 0,-1-1 1,0 1-1,0-1 0,0 0 1,4-4-1,2-3 54,0 0 1,-1-1-1,12-17 0,-17 23 460,-1 0 0,0-1-1,0 1 1,0-1 0,-1 0-1,1 0 1,-1 0-1,-1 0 1,1 0 0,0-8-1,-3 24 1251,0-7-1814,0 1 1,0-1 0,1 1-1,0 0 1,0-1 0,0 8-1,1-9-205,-1 1 0,1-1 1,0 0-1,0 1 0,0-1 0,0 0 0,0 1 0,1-1 0,-1 0 0,1 0 0,-1 0 0,1 0 0,0 0 0,0-1 0,-1 1 0,4 2 0,36 24-4875</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6"/>
    </inkml:context>
    <inkml:brush xml:id="br0">
      <inkml:brushProperty name="width" value="0.025" units="cm"/>
      <inkml:brushProperty name="height" value="0.025" units="cm"/>
    </inkml:brush>
  </inkml:definitions>
  <inkml:trace contextRef="#ctx0" brushRef="#br0">172 1 9354,'3'14'9112,"-9"14"-7187,4-20-649,-31 126 3420,12-56-4183,-15 120 0,32-155-691,-4 39 157,6-74-629,1 0-1,-1 0 1,-1 0-1,0 0 1,0-1-1,0 1 1,-6 8-1,8-14 236,0-1-74,0 0 0,1 0 0,-1 0 1,0 0-1,0 1 0,0-1 0,0 0 0,0-1 0,0 1 0,0 0 0,0 0 0,0 0 1,-1-1-1,-1 2 0,-17 0-5499</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7"/>
    </inkml:context>
    <inkml:brush xml:id="br0">
      <inkml:brushProperty name="width" value="0.025" units="cm"/>
      <inkml:brushProperty name="height" value="0.025" units="cm"/>
    </inkml:brush>
  </inkml:definitions>
  <inkml:trace contextRef="#ctx0" brushRef="#br0">0 17 12771,'3'-2'593,"-1"0"0,0 1 1,1 0-1,-1-1 1,1 1-1,-1 0 0,1 0 1,0 0-1,-1 1 0,1-1 1,0 1-1,5-1 0,38 1 1061,-31 0-912,31-1 160,-27 0-692,0 0 0,0 2 0,0 0 0,23 5 0,-41-6-200,1 0 1,-1 1-1,0-1 0,1 1 0,-1-1 1,0 1-1,0-1 0,0 1 0,1 0 1,-1 0-1,0 0 0,0 0 1,0 0-1,0 0 0,0 0 0,-1 0 1,1 0-1,0 0 0,0 0 0,-1 0 1,1 1-1,0 1 0,0 0 68,-1 0 0,1 0 0,-1 0 0,0 0 0,0 0 0,0 0 0,0 0 0,0 0 0,-2 5 0,-1 3 202,0 0 1,-1-1 0,0 0-1,-9 16 1,10-20-256,0-1 1,1 0-1,-2 0 0,1 0 1,-1-1-1,1 1 0,-1-1 0,0 0 1,-1 0-1,1 0 0,-1 0 1,0-1-1,0 0 0,0 0 1,0 0-1,0-1 0,-1 1 0,1-1 1,-1-1-1,1 1 0,-1-1 1,0 0-1,0 0 0,0 0 0,1-1 1,-7 0-1,5 0-68,1 0 0,-1 0 1,0-1-1,1 0 0,-1 0 0,1 0 1,-1-1-1,1 0 0,0 0 0,-1 0 0,1-1 1,-10-7-1,15 10-53,1 0 0,-1-1 0,1 1 0,-1-1 0,1 1 0,-1 0 0,1-1 0,-1 1 0,1-1 1,0 0-1,-1 1 0,1-1 0,0 1 0,-1-1 0,1 0 0,0 1 0,0-1 0,0 0 0,-1 1 0,1-1 0,0 1 0,0-2 0,1 1-206,-1 0 0,0 0 0,1 0 0,-1 0 0,1 0 0,0 0 0,-1 0 0,1 0-1,0 0 1,-1 1 0,1-1 0,0 0 0,0 1 0,0-1 0,0 0 0,0 1 0,2-2 0,33-16-6437</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8"/>
    </inkml:context>
    <inkml:brush xml:id="br0">
      <inkml:brushProperty name="width" value="0.025" units="cm"/>
      <inkml:brushProperty name="height" value="0.025" units="cm"/>
    </inkml:brush>
  </inkml:definitions>
  <inkml:trace contextRef="#ctx0" brushRef="#br0">1 18 1016,'2'-2'16652,"3"0"-11411,-3-3-1576,0 1-1249,-2 1-823,0 1-665,-2 2-256,2 2-672,0 7-152,2 0-328,0 7-1033,-2 2-1151,-2 2-3473,-2 24-6714</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9"/>
    </inkml:context>
    <inkml:brush xml:id="br0">
      <inkml:brushProperty name="width" value="0.025" units="cm"/>
      <inkml:brushProperty name="height" value="0.025" units="cm"/>
    </inkml:brush>
  </inkml:definitions>
  <inkml:trace contextRef="#ctx0" brushRef="#br0">257 0 16243,'0'0'6538,"-4"7"-3906,-5 6 9,0 0-977,-2 10-1016,2 6-415,-2 2-233,-3 11-168,-4 5-1217,-13 2-2592,-109 100-4648</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41.360"/>
    </inkml:context>
    <inkml:brush xml:id="br0">
      <inkml:brushProperty name="width" value="0.25" units="cm"/>
      <inkml:brushProperty name="height" value="0.25" units="cm"/>
    </inkml:brush>
  </inkml:definitions>
  <inkml:trace contextRef="#ctx0" brushRef="#br0">0 1 4761,'9'13'16083,"-4"-13"-15594,-1-4-249,3 2-80,-1-3-112,-3 3-48,1 2-96</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55.472"/>
    </inkml:context>
    <inkml:brush xml:id="br0">
      <inkml:brushProperty name="width" value="0.025" units="cm"/>
      <inkml:brushProperty name="height" value="0.025" units="cm"/>
    </inkml:brush>
  </inkml:definitions>
  <inkml:trace contextRef="#ctx0" brushRef="#br0">367 10 7474,'0'0'3916,"14"1"1055,-14-1-4911,1 0 1,-1 0-1,0 0 1,0 0-1,0 0 1,1 0-1,-1 0 1,0 0-1,0 0 0,1 0 1,-1 0-1,0 0 1,0 0-1,0 0 1,1 0-1,-1 0 1,0 0-1,0 0 0,1 0 1,-1 0-1,0 0 1,0 0-1,0 0 1,1 0-1,-1 1 1,0-1-1,0 0 0,0 0 1,0 0-1,1 0 1,-1 1-1,0-1 1,0 0-1,0 0 1,0 0-1,0 0 0,1 1 1,-1-1-1,0 0 1,0 0-1,0 1 1,0-1-1,0 0 1,0 0-1,0 0 0,0 1 1,0-1-1,0 1 1,-45-12 1819,43 10-1888,0 0 0,-1 0 0,1 0 0,-1 1 0,1-1 0,-1 1 0,0 0 0,1 0-1,-1 0 1,1 0 0,-1 0 0,0 0 0,1 1 0,-1-1 0,1 1 0,-1 0 0,1 0 0,-1 0 0,1 0 0,0 0-1,0 0 1,-4 3 0,-6 4-82,0 1 0,-19 17 0,20-16 109,-27 24-91,-40 47 0,63-64 68,1 1-1,1 0 1,1 1-1,0 1 1,-10 24-1,19-35 5,0 0 0,1 0-1,0 0 1,1 1 0,-1 8 0,2-13 0,-1-1 0,1 1 0,0-1 0,1 0 1,-1 1-1,1-1 0,0 0 0,0 1 1,0-1-1,0 0 0,1 0 0,2 5 0,-2-6 0,0-1 0,-1 0 0,1-1 0,0 1 0,0 0 0,0 0 0,0-1 0,0 1 0,0-1 0,0 0 0,0 0 0,1 1 0,-1-2 0,0 1 0,1 0 0,-1 0 0,1-1 0,4 1 0,-3-1-5,0 0 1,0 0 0,0-1 0,0 0-1,0 0 1,0 0 0,0 0-1,0 0 1,-1-1 0,7-3 0,4-4-1,-1 0 0,-1-1 0,0 0 0,21-23 0,-28 28 4,-1 0 0,-1 0 1,1-1-1,-1 0 0,0 1 0,0-1 0,0 0 0,-1 0 0,0-1 0,2-11 0,-1-5 16,1-42 0,-2 19 5,0 20-153,0-3 1783,2 33-874,2 21-599,1 12-79,3 62 1,-1-2-1,-6-80-56,20 111 276,-18-110-257,0-1 0,1 1 0,1-1 0,1 0 0,9 15-1,-16-30-28,1 1-1,-1-2 1,1 1-1,-1 0 0,1 0 1,0 0-1,-1-1 1,1 1-1,0-1 1,0 1-1,0-1 0,0 0 1,1 1-1,-1-1 1,0-1-1,0 1 0,1 0 1,-1 0-1,0-1 1,1 1-1,-1-1 0,1 0 1,-1 0-1,0 0 1,1 0-1,-1 0 0,1 0 1,-1-1-1,4 0 1,5-3 65,0 0 0,0-1 0,0 0 0,19-12 0,-11 6-132,41-22 58,-2-3 1,60-47-1,-106 71-271,-13 5 1566,-21 5 494,12 20-7700,-7 10-588</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1.150"/>
    </inkml:context>
    <inkml:brush xml:id="br0">
      <inkml:brushProperty name="width" value="0.025" units="cm"/>
      <inkml:brushProperty name="height" value="0.025" units="cm"/>
    </inkml:brush>
  </inkml:definitions>
  <inkml:trace contextRef="#ctx0" brushRef="#br0">93 1 3865,'0'0'377,"0"1"0,0-1 0,1 1 0,-1 0 0,0-1-1,0 1 1,0-1 0,0 1 0,0-1 0,0 1 0,0 0 0,0-1 0,0 1 0,0-1 0,0 1 0,0 0 0,0-1 0,-1 1 0,1-1 0,0 1-1,0-1 1,-1 1 0,1-1 0,0 1 0,-1-1 0,0 2 0,-14 18 5298,6-7-4105,-2 13-760,2 1 1,1 0-1,1 0 0,-4 32 0,8-43-664,-3 10-54,4-18-112,-1 1 0,1 0 0,1 1 0,-1-1 0,1 0 0,1 0 0,0 1 0,0-1 0,4 17 0,-4-26-66,0 0-1,0 0 0,0 1 1,0-1-1,0 0 1,0 0-1,0 1 1,0-1-1,1 0 1,-1 0-1,0 0 0,0 1 1,0-1-1,0 0 1,1 0-1,-1 0 1,0 0-1,0 1 1,0-1-1,1 0 1,-1 0-1,0 0 0,0 0 1,0 0-1,1 0 1,-1 0-1,0 0 1,0 0-1,1 0 1,-1 0-1,0 0 0,0 0 1,1 0-1,-1 0 1,0 0-1,0 0 1,1 0-1,-1 0 1,0 0-1,0 0 1,1 0-1,-1 0 0,11-14-5977,5-23-1172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1.419"/>
    </inkml:context>
    <inkml:brush xml:id="br0">
      <inkml:brushProperty name="width" value="0.025" units="cm"/>
      <inkml:brushProperty name="height" value="0.025" units="cm"/>
    </inkml:brush>
  </inkml:definitions>
  <inkml:trace contextRef="#ctx0" brushRef="#br0">12 1 3737,'7'0'11722,"-14"4"-9321,3-2-265,1 3-583,1-1-441,0-1-400,2 1-280,2-2-424,0 0-8,1 1-200,1-1-1448,1-2-3529,23 0-5554</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2.071"/>
    </inkml:context>
    <inkml:brush xml:id="br0">
      <inkml:brushProperty name="width" value="0.025" units="cm"/>
      <inkml:brushProperty name="height" value="0.025" units="cm"/>
    </inkml:brush>
  </inkml:definitions>
  <inkml:trace contextRef="#ctx0" brushRef="#br0">489 136 3625,'2'-9'8038,"-10"-4"-4369,-15-10-1936,17 18-849,-5-5-359,0-1-1,-1 1 1,-1 1 0,0 1-1,0-1 1,-25-10 0,33 17-486,0 0 0,-1 1 1,1 0-1,-1 0 0,1 0 0,0 0 1,-1 1-1,0 0 0,1 0 0,-1 0 1,1 1-1,0 0 0,-1 0 0,1 0 1,-1 1-1,1 0 0,0 0 1,0 0-1,0 1 0,0-1 0,1 1 1,-8 6-1,3-1-21,0 0 0,1 0 0,0 1 0,1 0 0,-1 0-1,2 1 1,0 0 0,0 0 0,0 1 0,-4 14 0,-4 14 211,-13 65 0,21-80-119,-14 75 266,3 1-1,5 0 1,1 132-1,8-142 428,-18 115 0,21-200-1297,2-14-1238,5-22-4053,-3-11 129</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2.356"/>
    </inkml:context>
    <inkml:brush xml:id="br0">
      <inkml:brushProperty name="width" value="0.025" units="cm"/>
      <inkml:brushProperty name="height" value="0.025" units="cm"/>
    </inkml:brush>
  </inkml:definitions>
  <inkml:trace contextRef="#ctx0" brushRef="#br0">1 32 4225,'0'2'734,"0"0"-1,0 0 1,0-1-1,0 1 1,0 0 0,1 0-1,-1 0 1,1 0-1,0 0 1,-1 0 0,1-1-1,0 1 1,0 0 0,2 2-1,-2-2-324,1-1 0,-1 0 0,0 0 0,1 0 0,-1 0 0,1-1 0,-1 1 0,1 0 0,-1 0 0,1-1 0,-1 1 0,1-1-1,-1 0 1,3 1 0,6-1 159,-1 0 0,1-1-1,-1 0 1,0 0 0,13-4-1,16-2-316,-8 8-176,-24 0-205,-1-1 0,0 0 1,1 0-1,-1 0 0,1 0 0,5-2 1,-7 1-635,0-1 0,1 1 0,-1-1 0,0 0 0,0 0 0,5-4 0,48-36-7921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3.525"/>
    </inkml:context>
    <inkml:brush xml:id="br0">
      <inkml:brushProperty name="width" value="0.025" units="cm"/>
      <inkml:brushProperty name="height" value="0.025" units="cm"/>
    </inkml:brush>
  </inkml:definitions>
  <inkml:trace contextRef="#ctx0" brushRef="#br0">267 0 224,'57'1'4077,"-36"2"-1291,-21-3-2633,0 0 0,0 0 0,-1 0 0,1 1 0,0-1 153,0 0-153,0 0 1,0 0-1,0 0 0,0 0 0,0 0 0,0 0 0,0 1 0,0-1 0,0 0 0,0 0 0,0 0 0,-1 0 0,1 0 1,0 0-1,0 1 0,0-1 0,0 0 0,0 0 0,0 0 0,0 0 0,0 0 0,1 0 0,-1 0 0,0 1 0,0-1 1,0 0-1,0 0 0,0 0 0,0 0 0,0 0 0,0 0 0,0 0 0,0 1 0,0-1 153,0 0-153,0 0 1,1 0-1,-1 0 0,0 0 0,0 0 0,0 0 0,0 0 0,0 0 0,0 0 0,0 0 0,1 0 0,-1 0 0,0 1 1,0-1-1,0 0 0,0 0 0,0 0 0,0 0 0,1 0 0,-1 0 0,0-1 0,0 1 0,-5 4 319,-36 20 2143,-47 37 0,74-49-2477,1 0 1,0 1-1,1 0 0,0 1 0,1 0 1,-16 28-1,7-5 113,2 0 0,1 2 0,-17 62 0,28-81-164,1 0 1,1 1-1,1-1 0,1 1 1,1 0-1,0 0 0,2 0 1,0 0-1,5 21 1,-4-35-38,0 1 1,0 0 0,1-1 0,-1 0 0,2 1 0,-1-1 0,1 0 0,0-1 0,1 1 0,0-1 0,0 0 0,0 0 0,0 0 0,1-1 0,0 0 0,0 0 0,1 0-1,-1-1 1,1 0 0,0 0 0,0-1 0,1 0 0,-1 0 0,16 4 0,-21-7-290,1 0-1,0 0 1,-1 1-1,1-2 1,-1 1-1,1 0 1,-1 0-1,1-1 1,-1 1-1,5-3 1,17-11-6601,18-19-6560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5.216"/>
    </inkml:context>
    <inkml:brush xml:id="br0">
      <inkml:brushProperty name="width" value="0.025" units="cm"/>
      <inkml:brushProperty name="height" value="0.025" units="cm"/>
    </inkml:brush>
  </inkml:definitions>
  <inkml:trace contextRef="#ctx0" brushRef="#br0">611 1 4585,'-4'3'1057,"1"0"0,-1 0 0,1-1 0,-1 1 0,0-1 0,0 0 0,-5 2 0,-34 7 3631,20-9-3181,-45-3 0,43 0-1116,-117-10 288,79 5-643,-73 1 0,130 5-37,4 0 3,-1 0-1,1 0 0,-1 0 0,1 1 0,-1-1 0,1 0 0,0 1 1,-1 0-1,1-1 0,-1 1 0,1 0 0,-4 3 0,22 23 650,-8-7-251,0 0-1,-2 1 1,-1 0-1,4 26 1,-5-24-296,1 5-4,-2 0 0,-1-1 0,-2 1-1,0 0 1,-5 28 0,-30 137 525,32-178-602,-4 10 74,-15 37 0,14-39 35,-12 44-1,20-67-123,0 0 0,0 1-1,0-1 1,-1 0 0,1 0 0,0 1-1,0-1 1,0 0 0,0 0-1,0 1 1,0-1 0,0 0 0,1 0-1,-1 1 1,0-1 0,0 0-1,0 0 1,0 1 0,0-1 0,0 0-1,0 0 1,1 1 0,-1-1-1,0 0 1,0 0 0,0 0-1,0 1 1,1-1 0,-1 0 0,0 0-1,0 0 1,0 0 0,1 0-1,-1 1 1,0-1 0,0 0 0,1 0-1,-1 0 1,16-1 461,23-14 521,-31 12-763,96-43 717,36-12-370,-140 58-576,-1 0-1,1 0 1,0 0-1,0 0 1,0 0-1,0 0 1,0 0-1,0 0 1,0 0-1,0 1 1,-1-1 0,1 0-1,0 0 1,0 0-1,0 0 1,0 0-1,0 0 1,0 0-1,0 0 1,0 0-1,0 0 1,0 1-1,0-1 1,0 0 0,0 0-1,0 0 1,0 0-1,0 0 1,0 0-1,0 0 1,0 0-1,0 1 1,0-1-1,0 0 1,0 0-1,0 0 1,0 0 0,0 0-1,0 0 1,0 0-1,0 1 1,0-1-1,0 0 1,0 0-1,0 0 1,0 0-1,0 0 1,0 0-1,0 0 1,0 0 0,0 0-1,1 0 1,-1 0-1,0 1 1,0-1-1,0 0 1,0 0-1,0 0 1,0 0-1,0 0 1,0 0-1,1 0 1,-1 0 0,0 0-1,0 0 1,0 0-1,0 0 1,0 0-1,0 0-153,0 0-1,0 0 1,0 0-1,-1 1 1,1-1-1,0 0 1,0 0-1,0 0 1,0 1-1,0-1 1,0 0-1,0 0 1,0 0-1,-1 1 1,1-1-1,0 0 1,0 0-1,0 0 1,0 1-1,0-1 1,0 0-1,0 0 1,0 1-1,0-1 1,0 0-1,0 0 1,0 0-1,1 1 1,-1-1-1,0 0 1,0 0-1,0 0 1,0 1-1,0-1 1,0 0-1,0 0 1,1 0-1,-1 1 1,11-1-5708</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5.614"/>
    </inkml:context>
    <inkml:brush xml:id="br0">
      <inkml:brushProperty name="width" value="0.025" units="cm"/>
      <inkml:brushProperty name="height" value="0.025" units="cm"/>
    </inkml:brush>
  </inkml:definitions>
  <inkml:trace contextRef="#ctx0" brushRef="#br0">1 128 3721,'9'-13'11802,"25"-29"-7638,2-4-2677,-19 20 730,-17 25-2131,-10 17 434,2-2-366,1-3-108,0 0 0,1 0 0,1 1 1,-8 22-1,12-32-47,0 0 0,1 0 1,0 0-1,-1 0 0,1 0 1,0 0-1,0 0 0,0 0 1,0 0-1,0 0 0,0 0 1,1 0-1,-1 0 0,1 0 1,-1 0-1,1 0 0,0 0 0,0 0 1,0 0-1,0 0 0,0-1 1,0 1-1,0 0 0,1-1 1,-1 1-1,1-1 0,-1 1 1,1-1-1,-1 0 0,1 0 1,0 0-1,0 0 0,-1 0 1,1 0-1,0 0 0,0 0 1,2 0-1,-1 0-56,1 0 1,-1 0 0,0-1-1,0 1 1,0-1-1,0 0 1,0 1-1,1-1 1,-1-1 0,0 1-1,0 0 1,0-1-1,6-2 1,-3 1-528,-1-1 1,0 1 0,0-2 0,0 1-1,0 0 1,0-1 0,-1 0-1,4-5 1,39-38-4938</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5.821"/>
    </inkml:context>
    <inkml:brush xml:id="br0">
      <inkml:brushProperty name="width" value="0.025" units="cm"/>
      <inkml:brushProperty name="height" value="0.025" units="cm"/>
    </inkml:brush>
  </inkml:definitions>
  <inkml:trace contextRef="#ctx0" brushRef="#br0">34 18 3865,'-9'-5'11034,"4"3"-6473,-4-2-2096,5-3-665,2 7-832,-1 0-568,1 0-304,4 5-96,-2 1-96,0 1-504,3 2-1808,3 22-3466</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6.553"/>
    </inkml:context>
    <inkml:brush xml:id="br0">
      <inkml:brushProperty name="width" value="0.025" units="cm"/>
      <inkml:brushProperty name="height" value="0.025" units="cm"/>
    </inkml:brush>
  </inkml:definitions>
  <inkml:trace contextRef="#ctx0" brushRef="#br0">1 0 2961,'0'6'439,"0"-2"602,-1 0 0,1 0 0,1 0 0,-1 0 0,1 0 0,-1 0 0,1 0 0,2 5 0,-2-8-715,-1 1-1,1-1 0,0 0 1,0 0-1,0 0 0,0 0 1,0 1-1,0-2 1,1 1-1,-1 0 0,0 0 1,0 0-1,2 0 0,17 6-456,14-2 608,0-2 1,-1-1-1,1-2 1,59-6-1,-47 2-377,-36 3-42,161-14-57,-140 10 470,0-1 1,0-1 0,42-16 0,-61 19 1327,-19 11 104,-10 9-1492,11-7-328,1 1 1,0-1-1,0 1 1,1 0-1,1 0 1,0 1-1,0-1 1,1 1-1,-1 10 1,-7 25 220,-28 148 650,27-125-261,-33 111 0,20-95-175,23-83-401,-8-10-9,0 0-1,0 0 1,-1 1-1,0 0 1,-1 1-1,1 1 1,-1-1 0,0 2-1,-1-1 1,1 1-1,-24-4 1,19 6-113,0 0 0,-1 1 1,1 1-1,-1 0 0,1 1 1,-1 1-1,1 1 0,-19 5 0,35-8 1,-1 0 0,1 0 0,0 0-1,0 0 1,0 0 0,-1 0 0,1 0 0,0 0-1,0 0 1,0 0 0,-1 0 0,1 0 0,0 0-1,0 0 1,0 0 0,0 0 0,-1 0 0,1 1-1,0-1 1,0 0 0,0 0 0,0 0 0,0 0-1,-1 0 1,1 1 0,0-1 0,0 0 0,0 0-1,0 0 1,0 0 0,0 1 0,0-1-1,0 0 1,0 0 0,0 0 0,0 1 0,0-1-1,0 0 1,0 0 0,0 0 0,0 1 0,0-1-1,0 0 1,0 0 0,0 0 0,0 0 0,0 1-1,0-1 1,0 0 0,0 1 0,12 8-193,22 6-601,-29-13 572,39 7-2912,0-9-2780,67-17-11523</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04.377"/>
    </inkml:context>
    <inkml:brush xml:id="br0">
      <inkml:brushProperty name="width" value="0.025" units="cm"/>
      <inkml:brushProperty name="height" value="0.025" units="cm"/>
    </inkml:brush>
  </inkml:definitions>
  <inkml:trace contextRef="#ctx0" brushRef="#br0">229 16 3937,'-2'-8'7876,"2"7"-7607,-1 1 0,1 0 0,0-1 0,0 1 1,-1-1-1,1 1 0,0-1 0,-1 1 0,1 0 0,0-1 1,-1 1-1,1 0 0,-1-1 0,1 1 0,0 0 0,-1 0 0,1-1 1,-1 1-1,1 0 0,-1 0 0,1 0 0,-1 0 0,1 0 1,-1-1-1,1 1 0,-1 0 0,1 0 0,-1 0 0,1 0 1,-1 0-1,1 1 0,-1-1 0,-33 25 404,21-17-662,0 2 0,1 0 0,-19 19-1,18-13-14,0 1 0,1 0-1,1 0 1,1 1 0,0 0-1,-11 32 1,16-38-5,1 0 0,1 1-1,1-1 1,-1 1 0,2 0 0,0 0-1,0 0 1,1 0 0,1 0-1,0 0 1,6 22 0,-6-31 15,0 0 1,0 0-1,1 0 0,0 0 1,0 0-1,0 0 0,0 0 1,0-1-1,1 1 1,0-1-1,4 4 0,-6-6-3,0 0 0,1 0-1,-1 0 1,0 0 0,1 0 0,-1-1-1,1 1 1,-1-1 0,1 1-1,0-1 1,-1 1 0,1-1-1,-1 0 1,1 0 0,0 0-1,-1 0 1,1 0 0,-1 0 0,1 0-1,0-1 1,-1 1 0,1 0-1,-1-1 1,1 0 0,-1 1-1,1-1 1,-1 0 0,1 1-1,-1-1 1,0 0 0,1 0 0,1-2-1,13-13 1,0 0-1,-1-1 0,-1 0 0,0-1 1,-2-1-1,0 0 0,-1 0 1,-1-1-1,-1-1 0,0 0 0,-2 0 1,0 0-1,6-42 0,-14 2 71,-2 37 297,3 24-281,-1 0 0,1 0 0,0 0 0,0 0 0,0 0 0,0 0 1,0 0-1,0 0 0,0 0 0,0 0 0,0 0 0,-1 0 0,1 0 0,0 0 0,2 44 617,3 1 1,1-1-1,23 85 0,-27-121-655,1 0 0,-1 0 0,1-1 0,0 1 1,1 0-1,0-1 0,0 0 0,1 0 0,5 7 0,-7-12-41,-1 0 0,0 0 0,1 0 1,-1 0-1,1-1 0,0 1 0,-1-1 0,1 1 0,0-1 0,0 0 0,0 0 0,0 0 1,0 0-1,0-1 0,0 1 0,0-1 0,0 0 0,0 0 0,1 0 0,-1 0 0,0-1 1,0 1-1,0-1 0,0 0 0,0 0 0,5-2 0,8-5-25,-1 0 0,0-1 0,0-1 1,-1 0-1,-1-1 0,16-16 0,9-6-557,18-7-1859,38-16-2841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05.844"/>
    </inkml:context>
    <inkml:brush xml:id="br0">
      <inkml:brushProperty name="width" value="0.025" units="cm"/>
      <inkml:brushProperty name="height" value="0.025" units="cm"/>
    </inkml:brush>
  </inkml:definitions>
  <inkml:trace contextRef="#ctx0" brushRef="#br0">266 52 6513,'0'1'164,"0"-1"0,1 0 0,-1 1-1,1-1 1,-1 0 0,0 1 0,1-1-1,-1 0 1,1 0 0,-1 1 0,1-1-1,-1 0 1,1 0 0,-1 0 0,1 0-1,-1 0 1,1 0 0,-1 0 0,1 0-1,-1 0 1,1 0 0,-1 0 0,1 0-1,-1 0 1,1 0 0,-1 0 0,1 0-1,-1 0 1,1-1 0,-1 1 0,1 0-1,-1 0 1,1-1 0,-1 1 0,0 0-1,1-1 1,-1 1 0,1 0 0,-1-1-1,0 1 1,0-1 0,1 1 0,-1 0-1,0-1 1,1 1 0,-1-1 0,0 0-1,1-1 30,0 1-1,-1 0 0,1-1 0,-1 1 1,1-1-1,-1 1 0,1-1 0,-1 1 0,0-1 1,0 1-1,0-1 0,0 1 0,0-1 0,0 1 1,0-1-1,-1-1 0,0 1-112,1 1 0,-1 0 0,1 0 0,-1 0 0,0 0-1,0 0 1,1 0 0,-1 0 0,0 0 0,0 0 0,0 0 0,0 0 0,0 0-1,0 0 1,0 1 0,-1-1 0,1 1 0,0-1 0,0 1 0,0-1 0,-1 1 0,1-1-1,0 1 1,-2 0 0,0 0-18,-1 0-1,1 0 0,-1 0 1,1 1-1,-1 0 0,1 0 1,0 0-1,0 0 1,-4 2-1,-7 4-32,1 0 0,0 1-1,-14 11 1,27-19-25,-16 12-1,0 1 0,1 1 1,1 1-1,0 0 0,-22 32 0,30-37-29,-1 0 0,2 1 0,-1 0 0,2 0 0,-1 0 0,2 1 0,-1-1 0,2 1 0,-1 0 0,2 0 0,-1 17 0,1-19 43,2 0-1,-1 1 1,2-1 0,-1 0 0,1 0 0,1 1 0,5 13 0,-7-21-7,0-1 1,0 0-1,1 1 0,-1-1 0,0 0 1,1 0-1,0 0 0,0 0 0,-1-1 0,1 1 1,0 0-1,0-1 0,1 1 0,-1-1 1,0 0-1,0 1 0,1-1 0,-1 0 1,1-1-1,-1 1 0,1 0 0,-1-1 1,1 1-1,-1-1 0,1 0 0,-1 0 1,1 0-1,0 0 0,-1 0 0,1 0 1,-1-1-1,1 0 0,-1 1 0,1-1 0,4-2 1,-3 1-1,-1 0 1,1 0-1,0-1 1,-1 1-1,1-1 0,-1 0 1,0 0-1,0 0 1,0 0-1,0 0 1,0-1-1,-1 0 1,0 1-1,1-1 1,-1 0-1,-1 0 0,1 0 1,-1 0-1,2-6 1,2-10 73,0 1 1,2-34-1,-6 35 593,-1 0 0,-3-31-1,20 109-522,-13-41 37,1 1 0,1-1 0,1 0 0,1 0 1,13 23-1,-18-38-152,-1 0 0,1 0 1,1 0-1,-1 0 0,1-1 1,-1 1-1,1-1 0,0 0 1,0 0-1,1-1 0,-1 1 0,0-1 1,1 0-1,-1 0 0,1 0 1,0-1-1,0 1 0,0-1 1,0 0-1,0-1 0,0 1 1,0-1-1,0 0 0,0 0 0,0-1 1,7-1-1,18-8 74,-5 2-1119,-10 6-2613,-2 7-4126</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08.474"/>
    </inkml:context>
    <inkml:brush xml:id="br0">
      <inkml:brushProperty name="width" value="0.025" units="cm"/>
      <inkml:brushProperty name="height" value="0.025" units="cm"/>
    </inkml:brush>
  </inkml:definitions>
  <inkml:trace contextRef="#ctx0" brushRef="#br0">21 163 6201,'-1'0'357,"0"-1"-1,0 1 1,0 0-1,0-1 1,0 1-1,0 0 1,1-1-1,-1 1 1,0-1 0,0 1-1,0-1 1,1 0-1,-1 1 1,0-1-1,1 0 1,-1 1-1,1-1 1,-1 0-1,1 0 1,-1 0-1,1 1 1,-1-1-1,1 0 1,0 0-1,-1 0 1,1 0-1,0 0 1,0 0-1,-1-1 1,1 1-56,0-1-1,-1 0 1,1 0-1,0 0 1,0 0 0,0 0-1,0 1 1,0-1-1,1 0 1,-1 0 0,0 0-1,1 0 1,0 1-1,0-3 1,2 0-273,43-59 137,-42 58-169,0 0-1,1 1 0,-1 0 1,1 0-1,0 0 1,0 1-1,0-1 0,0 1 1,1 0-1,8-3 1,-13 6 4,-1 0 0,1 0 0,-1 0 0,1 0 0,0 0 0,-1 1 0,1-1 0,-1 0 0,1 0 0,-1 1 0,1-1 0,-1 0 0,1 1 0,-1-1 0,1 0 0,-1 1 0,1-1 0,-1 1 0,0-1 0,1 1 0,-1-1 0,0 1 0,1-1 0,-1 1 0,0-1 0,1 1 0,-1-1 0,0 1 0,0 0 0,0-1 0,0 1 0,0 0 0,6 27 47,-4-21-45,10 70 10,-10-57 0,1 1-1,1-1 0,1 0 0,14 38 0,-16-52-7,0 0-1,1 0 0,-1-1 0,1 1 1,1-1-1,-1 0 0,1 0 0,-1-1 1,1 1-1,1-1 0,-1 0 0,0 0 1,1-1-1,0 0 0,0 0 0,0 0 1,0 0-1,1-1 0,10 2 0,-8-2 13,0 0-1,0-1 1,0-1-1,0 1 1,0-1-1,11-2 1,-15 2-11,-1-1 0,0 0 0,0 0 0,0 0 1,0 0-1,0-1 0,-1 1 0,1-1 0,0 0 0,-1 0 0,1 0 0,-1-1 1,0 1-1,1-1 0,2-4 0,-5 6 6,0 0-1,0 1 1,-1-1 0,1 0-1,-1 0 1,1 0 0,-1 0-1,0 0 1,1 0 0,-1-1-1,0 1 1,0 0 0,1 0-1,-1 0 1,0 0 0,0 0-1,0 0 1,0 0 0,-1 0-1,1-1 1,-1-1 0,1 3-4,0-1 0,-1 1 0,1 0 0,0-1 0,-1 1 1,1 0-1,0 0 0,-1-1 0,1 1 0,-1 0 0,1 0 0,-1-1 1,1 1-1,-1 0 0,1 0 0,0 0 0,-1 0 0,1 0 0,-1 0 1,1 0-1,-1 0 0,1 0 0,-1 0 0,1 0 0,-1 0 0,1 0 1,-1 0-1,1 0 0,-1 0 0,1 1 0,-1-1 0,1 0 0,-1 0 1,1 0-1,0 1 0,-1-1 0,1 0 0,-1 1 0,1-1 0,0 0 1,-1 1-1,1-1 0,0 1 0,0-1 0,-1 0 0,1 1 0,0 0 0,-5 3-21,1 1 0,0-1 0,1 1 0,-1 0 0,1 0 0,0 0 0,0 1 0,1-1 0,-1 1 0,1 0 0,1-1 0,-1 1 0,1 0 0,0 0 0,0 0 0,0 0 0,1 0 0,0 0 0,0 0 0,1 0 0,0 0 0,0 0 0,0 0 0,4 11 0,-1-8 8,0 0 0,1 0 0,-1 0 0,2 0 0,-1-1 0,1 0 0,1 0 0,-1-1 0,1 1 0,1-2 0,-1 1 0,1-1 0,0 0 0,12 7 0,-6-6 3,-7-5 5,-1 1 1,-1 1-1,1-1 0,0 1 0,8 7 0,-13-10 3,-1 0 1,1 0 0,0 0-1,0 0 1,0 0 0,-1 0-1,1 0 1,0 0-1,-1 0 1,1 1 0,-1-1-1,0 0 1,1 0 0,-1 1-1,0-1 1,0 0 0,0 1-1,0-1 1,0 0-1,0 1 1,0-1 0,0 0-1,0 1 1,-1-1 0,1 0-1,0 0 1,-1 1 0,1-1-1,-1 0 1,0 0 0,1 0-1,-1 0 1,0 0-1,-1 2 1,-8 10 144,-1-1 1,0-1-1,0 0 1,-1 0-1,-1-1 0,0 0 1,0-1-1,-1-1 0,0 0 1,0-1-1,-1-1 0,0 0 1,0-1-1,-1 0 1,-20 3-1,34-8-122,0 0 1,0 0-1,0 0 0,0 0 0,0 0 1,-1-1-1,1 1 0,0-1 1,0 1-1,0-1 0,0 0 1,0 0-1,1 0 0,-1 0 0,0 0 1,0 0-1,1 0 0,-1-1 1,0 1-1,1 0 0,-1-1 1,1 0-1,0 1 0,-1-1 1,1 0-1,0 0 0,0 0 0,-1-2 1,2 4-30,-2 54-2691,-3-13-1909,-12 51-3468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10.399"/>
    </inkml:context>
    <inkml:brush xml:id="br0">
      <inkml:brushProperty name="width" value="0.025" units="cm"/>
      <inkml:brushProperty name="height" value="0.025" units="cm"/>
    </inkml:brush>
  </inkml:definitions>
  <inkml:trace contextRef="#ctx0" brushRef="#br0">43 219 2256,'-5'-26'6007,"-11"-8"-2923,0 1 556,10 22 985,7 12-4569,-1-1 0,0 0 0,1 0 0,-1 0 0,0 0 0,1 0 1,-1 0-1,0 0 0,1 0 0,-1 0 0,1 0 0,-1 0 0,0 0 0,1 0 0,-1 0 0,1 0 0,-1 0 0,0 0 0,1 0 0,-1 0 0,0 0 0,1-1 0,-1 1 0,0 0 0,1 0 0,-1-1 1,0 1-1,1 0 0,-1 0 0,0-1 0,0 1 0,1 0 0,-1-1 0,0 1 0,0-1 0,16-10-7,0 1 1,28-15-1,0 2-38,-36 17-6,0 1 1,0 0 0,0 1 0,1 0 0,0 1-1,0 0 1,0 0 0,0 0 0,0 1-1,1 1 1,13-1 0,-21 2-6,-1 1-1,1-1 1,0 1-1,-1-1 1,1 1-1,-1 0 1,1 0 0,-1 0-1,0 0 1,1 0-1,-1 0 1,0 0-1,0 0 1,1 0 0,-1 1-1,0-1 1,0 0-1,-1 1 1,1-1-1,0 1 1,0-1 0,-1 1-1,1-1 1,-1 1-1,1 0 1,-1-1-1,0 1 1,1 1-1,3 51 32,-4-48-30,0 17 6,0-1 0,7 36 1,-6-52-7,0 0 0,1 0 0,0 0 0,0 0 1,0 0-1,0-1 0,1 1 0,0-1 0,0 0 1,1 0-1,-1 0 0,1 0 0,0-1 0,8 8 1,-8-10-1,0-1 1,-1 1-1,1-1 1,0 1-1,0-1 1,0 0-1,0 0 1,0-1-1,0 1 1,0-1 0,0 0-1,1 0 1,-1 0-1,0-1 1,0 1-1,0-1 1,0 0-1,0 0 1,6-3-1,3-1 9,0-1-1,0 0 0,-1 0 1,17-13-1,-85 118 475,52-92-455,1 1 1,-1-1-1,1 1 0,0-1 0,1 1 0,0 0 0,0 0 1,1 0-1,0 1 0,0-1 0,1 0 0,0 0 1,1 0-1,0 0 0,0 1 0,0-1 0,1 0 0,0-1 1,1 1-1,0 0 0,0-1 0,1 1 0,-1-1 1,2 0-1,4 7 0,-6-10-7,-1 0 1,0 0-1,0 0 1,0 0-1,0 1 0,-1-1 1,1 1-1,-1-1 1,0 1-1,-1-1 1,1 1-1,-1 0 0,0-1 1,0 1-1,0 0 1,-2 7-1,0-6 187,0 1 0,0-1 0,-1 1 0,1-1 0,-2 0 0,1 0 0,-1 0 0,1 0 0,-2-1 0,-7 9 0,7-9-15,-1 1 0,1-1-1,-2 1 1,1-2-1,0 1 1,-1-1 0,0 0-1,0 0 1,0-1-1,-1 0 1,1 0-1,-1-1 1,1 0 0,-1 0-1,0-1 1,0 0-1,0 0 1,0-1-1,-13 0 1,17-2-74,-1 1 0,1-1 0,0 0 1,0 0-1,0 0 0,0-1 0,0 1 0,0-1 0,1 0 1,-4-4-1,11 14-654,16 16 1277,-8-16-3078,1-11-4323,9-16-2474</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3.251"/>
    </inkml:context>
    <inkml:brush xml:id="br0">
      <inkml:brushProperty name="width" value="0.025" units="cm"/>
      <inkml:brushProperty name="height" value="0.025" units="cm"/>
      <inkml:brushProperty name="color" value="#E71224"/>
    </inkml:brush>
  </inkml:definitions>
  <inkml:trace contextRef="#ctx0" brushRef="#br0">1 0 4577,'4'3'0,"1"1"-48,1-2 48,1 0-8,0-2 8,2 0-64,-3 0 56,1-2-488,2 2-280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3.984"/>
    </inkml:context>
    <inkml:brush xml:id="br0">
      <inkml:brushProperty name="width" value="0.025" units="cm"/>
      <inkml:brushProperty name="height" value="0.025" units="cm"/>
      <inkml:brushProperty name="color" value="#E71224"/>
    </inkml:brush>
  </inkml:definitions>
  <inkml:trace contextRef="#ctx0" brushRef="#br0">345 246 2665,'0'-2'9486,"-2"-4"-4756,-2-10-777,18-7-3582,-11 18-309,0 0-1,0 0 1,0 0 0,-1 0 0,3-10-1,-4 12-58,4-12 18,-2 0 0,0 0 0,0 0-1,-1-24 1,-1 36-16,-2 0 0,1 0 0,0 1 0,-1-1 0,1 0 0,-1 0 0,0 0 0,0 1 0,0-1 0,0 0 0,-1 1 0,1-1 0,-4-3 0,4 4-1,-1 1-1,0-1 1,1 1-1,-1 0 1,0 0-1,0 0 1,0 0 0,0 0-1,0 0 1,0 1-1,0-1 1,0 1 0,-1-1-1,1 1 1,0 0-1,0 0 1,0 0 0,-1 0-1,1 0 1,-4 1-1,-1 0 5,0 1 0,0 0-1,0 1 1,0-1 0,0 1-1,1 1 1,0-1 0,-1 1-1,1 0 1,0 1 0,1-1-1,-10 11 1,-5 6 27,-30 43 0,50-64-35,-5 8 6,1-1 1,-1 1 0,2 0-1,-1 1 1,1-1 0,0 0-1,1 1 1,0 0 0,-1 10-1,0 12 57,1 41 0,0 3 183,-59 390 1883,17-164-799,34-257-1016,8-34-160,-1 0-1,1 0 1,-1 20 0,20-70-5742,-2-12-964,0-37-2578</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4.318"/>
    </inkml:context>
    <inkml:brush xml:id="br0">
      <inkml:brushProperty name="width" value="0.025" units="cm"/>
      <inkml:brushProperty name="height" value="0.025" units="cm"/>
      <inkml:brushProperty name="color" value="#E71224"/>
    </inkml:brush>
  </inkml:definitions>
  <inkml:trace contextRef="#ctx0" brushRef="#br0">9 173 3737,'-1'-3'960,"0"1"1,0 0-1,0-1 1,0 1-1,0-1 1,0 1-1,1-1 1,-1 1-1,1-4 1,0 5-797,0 1 0,0-1 0,0 0 0,0 1 0,0-1 0,1 0 0,-1 1 0,0-1 0,0 1 0,1-1 0,-1 1 0,0-1 0,1 0 0,-1 1 0,0-1 0,1 1 0,-1-1 1,1 1-1,-1 0 0,1-1 0,-1 1 0,1-1 0,1 0 0,2 0 150,0 1 1,0-1-1,0 0 0,0 1 1,0 0-1,0 0 1,1 0-1,-1 0 1,7 2-1,6 0 134,-1-1 0,1-1 0,0-1 0,0 0 0,0-1 0,23-7 1,96-34-347,-55 14 33,-32 14-1010,1 2-1,51-7 1,-76 21-2033,3 10-1744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4.812"/>
    </inkml:context>
    <inkml:brush xml:id="br0">
      <inkml:brushProperty name="width" value="0.025" units="cm"/>
      <inkml:brushProperty name="height" value="0.025" units="cm"/>
      <inkml:brushProperty name="color" value="#E71224"/>
    </inkml:brush>
  </inkml:definitions>
  <inkml:trace contextRef="#ctx0" brushRef="#br0">257 64 4889,'-9'-9'9237,"1"1"-3767,7 7-5293,-1 0-1,1 0 0,0 1 1,-1-1-1,1 0 0,0 1 1,-1-1-1,1 1 0,-1-1 1,1 1-1,-1 0 0,1 0 1,-1 0-1,1 0 0,-1 0 1,1 0-1,-3 0 0,-5 2-17,0-1-1,0 1 1,0 1-1,0 0 0,0 0 1,1 0-1,0 1 1,0 1-1,0-1 1,0 1-1,1 1 1,-1-1-1,2 1 1,-1 0-1,0 1 0,1 0 1,-7 10-1,5-7-131,1 1 0,0 0 0,1 0-1,0 1 1,1 0 0,0 0-1,0 0 1,2 0 0,0 1-1,0 0 1,-2 22 0,5-30-29,0 0 0,0 0 0,0 0 0,1 0 0,-1 0 0,1 0 0,0 0 0,1 0 0,-1 0 0,1-1 0,0 1 0,0-1 0,1 1 0,-1-1 0,1 0 0,0 0 0,0 0 0,0 0 0,1 0 0,-1-1 0,1 1 0,0-1 0,0 0 0,0 0 0,0-1 0,0 1 0,1-1 0,-1 0 0,1 0 0,8 2 0,-5-2 6,1 0 0,0-1 0,-1 0 0,1-1 0,0 0 0,0 0 0,-1-1 0,1 0 0,0 0 0,-1-1 0,1 0-1,-1-1 1,1 1 0,-1-2 0,0 1 0,13-9 0,-13 7 7,0 0 0,0-1 0,-1 0 0,0-1-1,0 0 1,0 0 0,-1 0 0,0-1 0,0 1 0,-1-2 0,0 1-1,-1 0 1,1-1 0,-2 0 0,1 0 0,-1 0 0,-1-1 0,1 1-1,-2 0 1,1-1 0,-1-17 0,0 10 22,-2 0 0,0 0 0,-1 0 0,0 1 0,-8-24 0,9 35-17,-1-1-1,0 1 1,-1 0 0,0 0-1,1 0 1,-1 0 0,-1 0-1,-6-7 1,7 9-14,1 1 0,-1 0-1,0 0 1,0 0 0,1 1 0,-1-1 0,0 0 0,0 1 0,-1 0 0,1 0-1,0 0 1,0 0 0,-1 1 0,1-1 0,0 1 0,-5 0 0,6 0-62,0 0 0,1 0 0,-1 0 0,0 1 0,1-1 0,-1 1 0,1-1 0,-1 1 1,0 0-1,1-1 0,-1 1 0,1 0 0,0 0 0,-1 0 0,1 0 0,0 0 0,-1 1 0,1-1 0,0 0 1,0 1-1,0-1 0,0 0 0,0 1 0,1-1 0,-1 1 0,0 0 0,1-1 0,-2 4 0,2-2-375,-1-1 0,1 1 0,0-1 1,0 1-1,0 0 0,0-1 0,0 1 0,0 0 0,1-1 0,-1 1 0,1-1 0,0 1 0,1 3 0,24 42-6149</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5.272"/>
    </inkml:context>
    <inkml:brush xml:id="br0">
      <inkml:brushProperty name="width" value="0.025" units="cm"/>
      <inkml:brushProperty name="height" value="0.025" units="cm"/>
      <inkml:brushProperty name="color" value="#E71224"/>
    </inkml:brush>
  </inkml:definitions>
  <inkml:trace contextRef="#ctx0" brushRef="#br0">13 187 4033,'-13'-6'15196,"22"19"-10546,7 8-3589,2 9-314,-2-3-399,20 45-1,-33-65-329,0 1-1,0-1 0,-1 1 0,0 0 0,-1 0 0,1-1 1,-2 1-1,1 0 0,-1 1 0,0-1 0,-2 10 0,2-17-8,0-1 0,0 0 0,0 1 0,0-1 0,0 1-1,0-1 1,0 1 0,0-1 0,0 1 0,0-1 0,0 1-1,0-1 1,-1 0 0,1 1 0,0-1 0,0 1 0,-1-1-1,1 0 1,0 1 0,0-1 0,-1 0 0,1 1 0,0-1-1,-1 0 1,1 1 0,0-1 0,-1 0 0,1 0 0,-1 0-1,1 1 1,-1-1 0,1 0 0,0 0 0,-1 0 0,1 0-1,-2 0 1,-12-13 193,-11-31 36,24 41-200,-5-10-10,1-1 1,1 0 0,0 0 0,1 0 0,0 0-1,1 0 1,1-1 0,1 1 0,0 0 0,0-1 0,1 1-1,1-1 1,1 1 0,4-17 0,-4 22-137,-1-1 0,1 1 0,1 0 0,0 0-1,0 0 1,1 0 0,0 1 0,0 0 0,1 0 0,0 0 0,1 0 0,0 1 0,0 0 0,0 1-1,1 0 1,0 0 0,0 0 0,0 1 0,1 0 0,0 1 0,15-6 0,15 6-2801,44 5-2537</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5.715"/>
    </inkml:context>
    <inkml:brush xml:id="br0">
      <inkml:brushProperty name="width" value="0.025" units="cm"/>
      <inkml:brushProperty name="height" value="0.025" units="cm"/>
      <inkml:brushProperty name="color" value="#E71224"/>
    </inkml:brush>
  </inkml:definitions>
  <inkml:trace contextRef="#ctx0" brushRef="#br0">770 58 4081,'1'-3'933,"0"-1"148,1 0-1,-1 0 1,0-1 0,0 1 0,0 0-1,0-1 1,-1 1 0,0-5 0,0 8-971,0 1 0,0-1-1,0 1 1,0-1 0,-1 0 0,1 1 0,0-1 0,0 1 0,-1 0 0,1-1 0,0 1 0,-1-1-1,1 1 1,-1-1 0,1 1 0,0 0 0,-1-1 0,1 1 0,-1 0 0,1-1 0,-1 1 0,1 0-1,-1 0 1,1-1 0,-1 1 0,0 0 0,-2 0 135,1 0-1,-1 0 1,1 0-1,-1 0 1,1 0-1,-1 1 1,1-1 0,-1 1-1,-3 1 1,-32 13 664,2 1 0,0 2 0,-35 23 0,-97 75 798,127-86-1449,2 2 0,1 2-1,1 1 1,2 2-1,2 1 1,-39 58-1,57-73-175,2 1 0,1 0-1,1 0 1,1 1 0,-13 48-1,19-54-57,1 1-1,1-1 0,0 1 1,2-1-1,0 1 1,1-1-1,1 1 0,8 35 1,-6-43 5,0 1 0,1-1 0,0 0 0,1 0 0,1 0 0,0-1-1,0 0 1,1 0 0,0-1 0,1 0 0,0-1 0,1 0 0,0 0 0,0-1 0,1 0 0,15 8 0,-13-9-166,0 0 0,1-1 0,-1-1 0,2 0 0,-1-1 0,22 4 0,-22-6-512,0-1-1,1 0 0,-1-1 0,0-1 0,1 0 0,-1-1 0,16-4 0,71-25-5346</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5.971"/>
    </inkml:context>
    <inkml:brush xml:id="br0">
      <inkml:brushProperty name="width" value="0.025" units="cm"/>
      <inkml:brushProperty name="height" value="0.025" units="cm"/>
      <inkml:brushProperty name="color" value="#E71224"/>
    </inkml:brush>
  </inkml:definitions>
  <inkml:trace contextRef="#ctx0" brushRef="#br0">67 16 5337,'0'-7'9786,"-2"3"-7177,-3-1-161,3 5-311,-2 5-569,-1 8-320,-4 7-167,0 9-369,-2 5-320,5-1-224,1-4-104,-2 2-64,5-8-80,2-1-472,0 0-1193,2-6-2143,12-7-2378</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6.161"/>
    </inkml:context>
    <inkml:brush xml:id="br0">
      <inkml:brushProperty name="width" value="0.025" units="cm"/>
      <inkml:brushProperty name="height" value="0.025" units="cm"/>
      <inkml:brushProperty name="color" value="#E71224"/>
    </inkml:brush>
  </inkml:definitions>
  <inkml:trace contextRef="#ctx0" brushRef="#br0">28 30 9506,'-9'-9'7618,"4"4"-3818,-6-10-2119,9 15-41,2 9-784,0 11-616,7 9-240,-1 4-280,5 5-1960,7 0-3977,22 40-4594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6.593"/>
    </inkml:context>
    <inkml:brush xml:id="br0">
      <inkml:brushProperty name="width" value="0.025" units="cm"/>
      <inkml:brushProperty name="height" value="0.025" units="cm"/>
      <inkml:brushProperty name="color" value="#E71224"/>
    </inkml:brush>
  </inkml:definitions>
  <inkml:trace contextRef="#ctx0" brushRef="#br0">1 47 6849,'0'-9'8408,"1"-1"-534,12 16-5450,-8-1-2240,-1 0 0,1 0 0,-1 1 0,0 0 0,0-1 0,-1 1 0,0 0 0,0 1 0,0-1 0,-1 0 0,0 1 0,0-1 0,-1 1 1,0 0-1,1 12 0,8 28-71,-10-46-125,0-1 0,0 0 0,0 1 0,1-1 0,-1 0 0,0 1 0,0-1 0,1 0 0,-1 0 1,0 1-1,0-1 0,1 0 0,-1 0 0,0 0 0,1 1 0,-1-1 0,0 0 0,1 0 0,-1 0 0,0 0 0,1 0 0,-1 1 0,1-1 1,-1 0-1,0 0 0,1 0 0,-1 0 0,1 0 0,-1 0 0,0-1 0,1 1 0,-1 0 0,0 0 0,1 0 0,-1 0 0,0 0 0,1 0 1,-1-1-1,0 1 0,1 0 0,-1 0 0,0 0 0,1-1 0,-1 1 0,0 0 0,0-1 0,1 1 0,-1 0 0,0 0 0,0-1 0,1 0 1,17-17-467,-16 16 482,103-102-1012,-36 39 929,-71 70 211,1 0 0,-1 1-1,1-1 1,0 1-1,1-1 1,0 1 0,-1-1-1,2 1 1,1 10 0,-1-8-97,0-1 0,0 1 0,1-1 0,1 0 0,-1 0 0,1 0 0,4 9 0,-5-14-214,-1 0 1,0 0-1,1 0 0,-1 0 1,1 0-1,0 0 1,0 0-1,-1 0 0,1-1 1,0 1-1,1-1 1,-1 1-1,0-1 0,0 0 1,1 0-1,-1 0 0,0 0 1,1 0-1,-1 0 1,1-1-1,-1 1 0,1-1 1,-1 0-1,1 0 0,0 0 1,-1 0-1,4-1 1,58-16-5518</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6.940"/>
    </inkml:context>
    <inkml:brush xml:id="br0">
      <inkml:brushProperty name="width" value="0.025" units="cm"/>
      <inkml:brushProperty name="height" value="0.025" units="cm"/>
      <inkml:brushProperty name="color" value="#E71224"/>
    </inkml:brush>
  </inkml:definitions>
  <inkml:trace contextRef="#ctx0" brushRef="#br0">123 1 7786,'-3'27'11066,"-4"4"-4854,-7 8-3336,-10 21-3241,-3 9 2091,15-38-1368,3 1 0,0 0 0,2 0 1,-3 39-1,9-61-355,1 0-1,0 0 1,1 0 0,0 0 0,1 0 0,0 0 0,6 18 0,-6-22-24,1-1 0,-1 0 1,1 0-1,1 0 0,-1 0 0,1 0 1,-1-1-1,1 1 0,1-1 0,-1 0 1,0 0-1,1-1 0,0 1 1,8 3-1,-7-4-238,0-1 1,0 1-1,0-2 1,0 1-1,0-1 1,0 0-1,0 0 0,0 0 1,12-1-1,-14 0-258,0-1-1,0 1 1,0-1-1,0 0 1,0 0-1,0 0 1,0 0-1,-1-1 0,1 1 1,0-1-1,-1 0 1,0 0-1,1 0 1,-1-1-1,0 1 1,0-1-1,4-4 1,24-46-8448</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7.163"/>
    </inkml:context>
    <inkml:brush xml:id="br0">
      <inkml:brushProperty name="width" value="0.025" units="cm"/>
      <inkml:brushProperty name="height" value="0.025" units="cm"/>
      <inkml:brushProperty name="color" value="#E71224"/>
    </inkml:brush>
  </inkml:definitions>
  <inkml:trace contextRef="#ctx0" brushRef="#br0">10 76 4217,'-5'-4'10546,"3"-3"-6305,0 0-2209,11-2-351,11 5 7,9-5-223,11 7-217,9 0-240,6-1-336,10 1-152,-3-2-184,-4-1-168,-9-1-112,-13 1-56,-14 1-200,-6 1-1248,-12 3-3497,-37 7-7858</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0.027"/>
    </inkml:context>
    <inkml:brush xml:id="br0">
      <inkml:brushProperty name="width" value="0.025" units="cm"/>
      <inkml:brushProperty name="height" value="0.025" units="cm"/>
      <inkml:brushProperty name="color" value="#E71224"/>
    </inkml:brush>
  </inkml:definitions>
  <inkml:trace contextRef="#ctx0" brushRef="#br0">276 79 2385,'15'1'1376,"-11"-1"-1087,0 1 1,-1-1-1,1 0 0,0-1 0,0 1 1,-1 0-1,5-2 0,-7 1-82,0 1-1,1-1 0,-1 0 0,0 0 0,0 0 0,1 0 0,-1 0 0,0 0 0,0 0 0,0 0 0,0 0 1,0 0-1,-1 0 0,1-1 0,0 1 0,-1 0 0,1-1 0,0 1 0,-1 0 0,0-1 0,1 1 1,-1-3-1,5-9 1635,-4 11-1497,0 0-1,0 0 1,0 0 0,0 0-1,-1 0 1,1 0 0,-1 0 0,1 0-1,-1 0 1,0 0 0,0 0-1,0 0 1,0 0 0,0 0-1,-1-3 1,1 5-281,0 0 1,0 0-1,0 0 1,0 0-1,0-1 1,0 1-1,-1 0 1,1 0-1,0 0 1,0 0-1,0 0 1,0 0-1,0 0 1,0-1-1,-1 1 1,1 0-1,0 0 1,0 0-1,0 0 1,0 0-1,0 0 1,-1 0-1,1 0 1,0 0-1,0 0 1,0 0-1,0 0 1,0 0-1,-1 0 1,1 0-1,0 0 1,0 0-1,0 0 1,0 0-1,-1 0 1,1 0-1,0 0 1,0 1-1,0-1 0,0 0 1,0 0-1,0 0 1,-1 0-1,1 0 1,0 0-1,-8 10 694,-4 10-696,-2 30 198,1 1-1,3 1 1,-5 80-1,-9 47-266,19-153 25,-2 1 0,0-1 1,-2-1-1,-19 40 0,27-64-14,0 1 1,0 0-1,0 0 0,0 0 0,0 0 0,0-1 0,-1 1 0,1 0 0,-1-1 1,1 1-1,-1-1 0,1 0 0,-1 0 0,0 1 0,0-1 0,-3 1 0,4-2 2,0 0 0,0 1 0,-1-1 0,1 0 0,0 0 0,0 0 0,-1-1 0,1 1 0,0 0 0,0 0 0,-1-1 0,1 1 0,0-1 0,0 1 0,0-1 0,0 1 0,0-1 0,-1 0 0,1 0 0,-1-1 0,-3-3 19,0-1-1,0 0 0,0 0 0,0-1 1,1 0-1,1 1 0,-6-12 0,-9-27 228,2-1 0,-13-60-1,-12-100 1160,59 241-1190,8 31-309,8 44-3703,-34-109 3572,1 1-1,-1-1 0,1 0 0,-1 0 1,1 1-1,-1-1 0,1 0 0,0 0 1,-1 0-1,1 1 0,0-1 0,0 0 1,0 0-1,0-1 0,0 1 0,2 1 1,30 4-5116</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0.552"/>
    </inkml:context>
    <inkml:brush xml:id="br0">
      <inkml:brushProperty name="width" value="0.025" units="cm"/>
      <inkml:brushProperty name="height" value="0.025" units="cm"/>
      <inkml:brushProperty name="color" value="#E71224"/>
    </inkml:brush>
  </inkml:definitions>
  <inkml:trace contextRef="#ctx0" brushRef="#br0">241 50 3681,'3'15'1811,"-5"-13"1263,0-11 1433,1 9-4207,1-1 0,0 0 0,0 0 0,-1 0 0,1 1 0,0-1 0,-1 0 0,1 1 0,-1-1 0,1 0 0,-1 1 0,1-1 0,-1 0 0,1 1 0,-1-1 0,0 1 0,1-1 0,-1 1 0,0 0 0,1-1 0,-1 1 0,-1-1 0,-22-1 2276,-25 12-1775,45-9-483,-36 11 194,18-5-220,0-1 0,-36 6 0,58-12-285,0 0-1,0 0 1,0 0-1,-1 0 1,1 0 0,0 0-1,0 0 1,-1 0-1,1 0 1,0 0-1,0 0 1,0 0 0,-1 0-1,1 0 1,0 0-1,0 0 1,0 0-1,-1 0 1,1 0 0,0 0-1,0 0 1,0 0-1,-1 0 1,1 0 0,0-1-1,0 1 1,0 0-1,-1 0 1,1 0-1,0 0 1,0 0 0,0-1-1,0 1 1,0 0-1,-1 0 1,1 0 0,0 0-1,0-1 1,0 1-1,0 0 1,0 0-1,0 0 1,0-1 0,0 1-1,0 0 1,0 0-1,0-1 1,0 1 0,0 0-1,0 0 1,0 0-1,0-1 1,0 1-1,0 0 1,0-1 0,11-15 112,19-14-95,16 1 18,-19 21 14,-26 8-47,-1 0 1,1 0-1,0 0 1,0 0-1,0 1 1,0-1-1,-1 0 1,1 0-1,0 0 1,0 1-1,0-1 1,-1 0-1,1 1 1,0-1-1,-1 1 1,1-1-1,0 1 1,-1-1-1,1 1 0,0-1 1,-1 1-1,1 0 1,-1-1-1,1 2 1,0 0 46,-1 1 0,1-1 0,-1 1 0,0-1-1,0 1 1,0-1 0,-1 1 0,1-1 0,0 1 0,-1-1 0,0 0 0,1 1 0,-1-1 0,0 0 0,0 1 0,0-1-1,-1 0 1,1 0 0,0 0 0,-3 2 0,1 1 10,0-1 0,0 0 1,-1 0-1,1 0 0,-1-1 0,0 1 0,0-1 0,-8 5 1,13-17-1065,5 6-2233,6 10-2857,8 12-6555</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0.983"/>
    </inkml:context>
    <inkml:brush xml:id="br0">
      <inkml:brushProperty name="width" value="0.025" units="cm"/>
      <inkml:brushProperty name="height" value="0.025" units="cm"/>
      <inkml:brushProperty name="color" value="#E71224"/>
    </inkml:brush>
  </inkml:definitions>
  <inkml:trace contextRef="#ctx0" brushRef="#br0">0 105 2625,'7'-11'4496,"15"-36"4189,-21 47-8369,0-1 1,0 0-1,0 0 0,1 1 1,-1-1-1,0 1 0,0-1 1,1 1-1,-1 0 0,0-1 0,1 1 1,-1 0-1,0 0 0,1 0 1,-1 0-1,0 0 0,1 0 1,1 1-1,3-1 135,17-3 327,0 0-1,37-12 0,-43 10-759,1 0 0,0 2 0,0 0 0,0 1 0,28 0 0,-44 2-93,-1 0 0,0 0 1,0 0-1,0 0 1,0 0-1,0 0 1,0 0-1,0 1 0,0-1 1,0 1-1,0-1 1,0 1-1,0-1 1,0 1-1,-1-1 0,3 2 1,-3-1-122,0 0 0,0 0 0,0 0-1,0-1 1,0 1 0,0 0 0,0 0 0,-1 0 0,1 0 0,0-1 0,0 1 0,-1 0-1,1 0 1,0 0 0,-1-1 0,1 1 0,-1 0 0,1-1 0,-1 1 0,1 0 0,-1-1 0,0 1-1,1-1 1,-1 1 0,0-1 0,1 1 0,-1-1 0,0 1 0,-1-1 0,-34 28-5181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1.205"/>
    </inkml:context>
    <inkml:brush xml:id="br0">
      <inkml:brushProperty name="width" value="0.025" units="cm"/>
      <inkml:brushProperty name="height" value="0.025" units="cm"/>
      <inkml:brushProperty name="color" value="#E71224"/>
    </inkml:brush>
  </inkml:definitions>
  <inkml:trace contextRef="#ctx0" brushRef="#br0">3 25 4945,'-2'0'10858,"11"0"-9417,4-2 631,3-3-400,2 5-487,4-2-105,-2 2-248,7 0-440,-3 0-248,-2 0-80,5 0-64,-5-4-344,3 2-1744,37-7-4162</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1.763"/>
    </inkml:context>
    <inkml:brush xml:id="br0">
      <inkml:brushProperty name="width" value="0.025" units="cm"/>
      <inkml:brushProperty name="height" value="0.025" units="cm"/>
      <inkml:brushProperty name="color" value="#E71224"/>
    </inkml:brush>
  </inkml:definitions>
  <inkml:trace contextRef="#ctx0" brushRef="#br0">347 127 4017,'1'-2'673,"0"-2"1177,1-1 1,-1 0 0,0 0 0,0 0 0,1-8-1,-2 12-1709,0 1 0,0-1-1,0 0 1,-1 0 0,1 1-1,0-1 1,0 0 0,0 1-1,-1-1 1,1 0 0,0 0-1,-1 1 1,1-1 0,-1 1-1,1-1 1,-1 0 0,1 1-1,-1-1 1,1 1 0,-1-1-1,1 1 1,-1-1 0,0 1-1,1 0 1,-1-1 0,0 1-1,1 0 1,-1-1 0,0 1-1,1 0 1,-1 0 0,0 0-1,0-1 1,1 1-1,-1 0 1,0 0 0,0 0-1,1 0 1,-1 1 0,0-1-1,0 0 1,1 0 0,-1 0-1,0 0 1,-1 1 0,-19 5 349,0 1-1,0 1 1,0 1 0,1 1 0,1 1-1,0 0 1,-22 18 0,25-18-419,1 0 0,1 2-1,0-1 1,1 2 0,0-1 0,1 2 0,-11 16-1,20-26-56,-1 0 0,1 1 0,0-1-1,1 1 1,-1 0 0,1 0 0,0 0 0,1 0-1,0 0 1,0 1 0,0-1 0,0 0-1,1 0 1,0 1 0,0-1 0,1 0 0,0 1-1,0-1 1,1 0 0,-1 0 0,1 0-1,0 0 1,1 0 0,5 9 0,-6-11-15,1-1 1,-1 1-1,1-1 0,0 0 1,0 0-1,0 0 1,0 0-1,0-1 1,0 1-1,1-1 0,-1 0 1,1 0-1,0 0 1,0 0-1,0-1 1,6 2-1,-2-1-1,-1-1 0,0-1 0,0 1 0,0-1 0,0-1 0,1 1 0,-1-1 0,0-1 0,7-1 0,4-3-1,0-1 1,0 0-1,-1-1 0,0-1 1,-1-1-1,25-18 1,-30 19 9,0-1-1,-1 1 1,0-2 0,-1 0 0,0 0-1,-1 0 1,0-1 0,0-1 0,-2 1-1,1-1 1,-2 0 0,7-22 0,-9 27 30,-1-1 0,-1 0 0,0 1 1,0-1-1,0 0 0,-1 1 0,-1-1 0,1 0 1,-2 0-1,1 1 0,-1-1 0,0 1 1,-1-1-1,0 1 0,0 0 0,-1 0 1,0 0-1,0 1 0,-1-1 0,0 1 0,-8-10 1,7 11-3,1 0 1,-1 1-1,0 0 1,-1 0-1,1 0 1,-1 1-1,-7-4 1,13 8-53,1 0 0,0-1 0,-1 1 1,1 0-1,0 0 0,-1-1 0,1 1 0,-1 0 1,1 0-1,-1 0 0,1 0 0,0 0 0,-1 0 1,1 0-1,-1 0 0,1 0 0,-1 0 0,1 0 1,0 0-1,-1 0 0,1 0 0,-1 0 0,1 0 1,-1 0-1,1 0 0,0 1 0,-1-1 0,1 0 1,-1 0-1,1 1 0,0-1 0,-1 0 0,1 0 1,0 1-1,-1-1 0,1 0 0,0 1 0,0-1 1,-1 0-1,1 1 0,0-1 0,0 1 0,0-1 1,-1 0-1,1 1 0,0-1 0,0 1 0,0-1 1,0 1-1,0-1 0,0 0 0,0 1 0,0-1 1,0 1-1,0-1 0,0 1 0,0 0 1,1 1-354,-1 1 1,0-1 0,1 0 0,-1 1 0,1-1 0,0 0 0,0 1 0,0-1 0,0 0 0,0 0 0,0 0 0,2 3 0,34 31-5292</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2.065"/>
    </inkml:context>
    <inkml:brush xml:id="br0">
      <inkml:brushProperty name="width" value="0.025" units="cm"/>
      <inkml:brushProperty name="height" value="0.025" units="cm"/>
      <inkml:brushProperty name="color" value="#E71224"/>
    </inkml:brush>
  </inkml:definitions>
  <inkml:trace contextRef="#ctx0" brushRef="#br0">51 15 1968,'-11'-8'15547,"1"3"-6760,9 5-8349,0-1 0,0 1 1,0 0-1,0 0 1,0 0-1,0 0 0,0 0 1,0 0-1,0 0 0,0 0 1,0 0-1,0 0 1,0 0-1,0 1 0,-1-1 1,1 1-594,0 0 1,0 0 0,0 0 0,0 0 0,0 0-1,0 0 1,1 0 0,-1 0 0,0 0-1,1 0 1,-1 0 0,1 0 0,-1 1 0,1-1-1,-1 0 1,1 0 0,0 1 0,0-1 0,0 0-1,0 1 1,0-1 0,0 0 0,0 0-1,0 1 1,0-1 0,0 0 0,1 0 0,-1 1-1,1-1 1,-1 0 0,2 2 0,6 17-5518,12 15-3498</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2.255"/>
    </inkml:context>
    <inkml:brush xml:id="br0">
      <inkml:brushProperty name="width" value="0.025" units="cm"/>
      <inkml:brushProperty name="height" value="0.025" units="cm"/>
      <inkml:brushProperty name="color" value="#E71224"/>
    </inkml:brush>
  </inkml:definitions>
  <inkml:trace contextRef="#ctx0" brushRef="#br0">337 1 3737,'-36'15'13267,"3"-1"-8746,-32 17-2865,5 7-8,9 0-687,6 4-689,16-4-272,14 0-673,12-9-3159,41 0-5426</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6.322"/>
    </inkml:context>
    <inkml:brush xml:id="br0">
      <inkml:brushProperty name="width" value="0.025" units="cm"/>
      <inkml:brushProperty name="height" value="0.025" units="cm"/>
      <inkml:brushProperty name="color" value="#E71224"/>
    </inkml:brush>
  </inkml:definitions>
  <inkml:trace contextRef="#ctx0" brushRef="#br0">261 7 2497,'11'5'866,"8"4"2924,-15-13-845,-6-8 785,2 12-3674,0 0-1,0-1 1,0 1-1,0 0 1,0 0-1,0 0 1,0 0-1,0 0 0,0-1 1,0 1-1,0 0 1,0 0-1,0 0 1,0 0-1,0 0 1,-1-1-1,1 1 1,0 0-1,0 0 0,0 0 1,0 0-1,0 0 1,0 0-1,0-1 1,0 1-1,-1 0 1,1 0-1,0 0 1,0 0-1,0 0 1,0 0-1,0 0 0,0 0 1,-1 0-1,1 0 1,0 0-1,0 0 1,0 0-1,0 0 1,-1 0-1,1 0 1,0 0-1,0 0 0,0 0 1,0 0-1,0 0 1,-1 0-1,1 0 1,0 0-1,0 0 1,0 0-1,0 0 1,0 0-1,-1 0 1,-5 11 1053,-3 18-362,5 16-502,2 0 0,2-1 0,6 46 0,-1-14-212,-4-49-19,2 25 143,-3 0 0,-9 89 1,8-136-109,0 0 0,0 1 0,-1-1 0,0 0 0,0 0 0,0 0 0,0 0 0,-1 0 0,0-1 1,0 1-1,0-1 0,-6 6 0,7-9-33,1 1 0,-1-1 0,0 0 0,0 0 0,0 1-1,0-1 1,0-1 0,0 1 0,0 0 0,0 0 0,0-1 0,0 1 0,0-1 0,-1 0 0,1 1 0,0-1 0,0 0 0,0-1 0,-1 1 0,1 0 0,0-1 0,0 1 0,0-1-1,0 1 1,-1-1 0,1 0 0,0 0 0,0 0 0,1 0 0,-1 0 0,0-1 0,0 1 0,-2-3 0,-5-4 10,0 0 0,1-1 0,0 0 0,0-1-1,1 0 1,0 0 0,-6-13 0,-37-85 402,38 77-147,-23-57 793,48 90-5887,16-7 49</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6.594"/>
    </inkml:context>
    <inkml:brush xml:id="br0">
      <inkml:brushProperty name="width" value="0.025" units="cm"/>
      <inkml:brushProperty name="height" value="0.025" units="cm"/>
      <inkml:brushProperty name="color" value="#E71224"/>
    </inkml:brush>
  </inkml:definitions>
  <inkml:trace contextRef="#ctx0" brushRef="#br0">64 33 7802,'-7'-7'5938,"5"4"-4330,-1 0-1,0 0 1,0 0 0,-1 0 0,1 1 0,0-1-1,-5-1 1,8 4-1548,-1-1 0,0 1 0,0 0 0,0 0 0,0 0 0,0 0 0,0 0 0,1 0 0,-1 0 0,0 0 0,0 0 0,0 1 0,0-1 0,0 0 0,1 1 0,-1-1 0,0 0 0,0 1-1,0-1 1,1 1 0,-1-1 0,0 1 0,1-1 0,-1 1 0,0 0 0,1-1 0,-1 1 0,1 0 0,-1-1 0,1 1 0,-1 0 0,1 0 0,0-1 0,-1 1 0,1 0 0,0 0 0,0 0 0,0 0 0,-1 0 0,1 0 0,0 1-191,-1 0 0,1-1 1,0 1-1,-1 0 0,1 0 1,0-1-1,0 1 0,0 0 1,0 0-1,1-1 0,-1 1 0,0 0 1,1 0-1,-1-1 0,2 3 1,-1-2-310,0 0 1,0 0 0,0 0 0,0 0 0,1 0-1,-1-1 1,1 1 0,-1 0 0,1-1-1,0 1 1,0-1 0,-1 0 0,5 3-1,39 13-6641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7.837"/>
    </inkml:context>
    <inkml:brush xml:id="br0">
      <inkml:brushProperty name="width" value="0.025" units="cm"/>
      <inkml:brushProperty name="height" value="0.025" units="cm"/>
      <inkml:brushProperty name="color" value="#E71224"/>
    </inkml:brush>
  </inkml:definitions>
  <inkml:trace contextRef="#ctx0" brushRef="#br0">827 1 2264,'8'1'663,"0"2"0,-1-1-1,1 1 1,-1 0 0,0 0-1,12 8 1,-25-15 5762,-11-5 1318,14 7-7290,0 1-1,-1-1 1,1 1-1,-1 0 1,1 1-1,-1-1 1,1 1 0,-6-1-1,2 1 12,-26 0-10,32 0-449,0 0 0,0 0-1,1 0 1,-1 0 0,0 0-1,0 0 1,0 0 0,1 0-1,-1 0 1,0 1 0,0-1-1,1 0 1,-1 1 0,0-1 0,0 0-1,1 1 1,-1-1 0,0 1-1,1-1 1,-1 1 0,1-1-1,-1 1 1,1-1 0,-1 1-1,1 0 1,-1-1 0,1 1 0,-1 0-1,1 1 1,-98 26 1058,-199 77-774,217-83-283,29-8-5,1 1 0,0 3 1,-67 34-1,89-35 244,51-16-234,-1 1-1,1 0 0,-1 2 1,24 7-1,21 2-2,0-3 0,106 3-1,-98-9-4,-32-2-4,-22-2 5,1 1 0,-1 1 0,-1 0 0,1 2 0,0 1-1,30 10 1,-48-13 47,8 3 82,-11-5-110,0 0 0,0 0-1,-1 0 1,1 0 0,0 0-1,0 0 1,0 0 0,0 0 0,0-1-1,0 1 1,0 0 0,0 1-1,0-1 1,-1 0 0,1 0-1,0 0 1,0 0 0,0 0 0,0 0-1,0 0 1,0 0 0,0 0-1,0 0 1,0 0 0,-1 0-1,1 0 1,0 0 0,0 0 0,0 0-1,0 0 1,0 0 0,0 0-1,0 0 1,0 1 0,0-1-1,0 0 1,0 0 0,0 0-1,0 0 1,0 0 0,0 0 0,0 0-1,0 0 1,0 0 0,0 1-1,0-1 1,0 0 0,0 0-1,0 0 1,0 0 0,0 0 0,2-4 1041,7 3-4301,2-1-962,18-13-2049</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8.537"/>
    </inkml:context>
    <inkml:brush xml:id="br0">
      <inkml:brushProperty name="width" value="0.025" units="cm"/>
      <inkml:brushProperty name="height" value="0.025" units="cm"/>
      <inkml:brushProperty name="color" value="#E71224"/>
    </inkml:brush>
  </inkml:definitions>
  <inkml:trace contextRef="#ctx0" brushRef="#br0">22 106 7674,'-1'-3'6895,"5"4"-3833,8 8-562,-9-3-2091,0 0-1,-1 0 1,0-1 0,0 1 0,0 1 0,-1-1-1,0 0 1,0 0 0,0 0 0,-1 1-1,0 6 1,-8 71 1119,7-78-1352,0-1-110,1 0 0,-1 0 0,0 0 0,0 0-1,0 0 1,-1 0 0,0-1 0,0 1 0,0 0-1,0-1 1,-5 6 0,7-10-60,0 0 0,-1 1 0,1-1 0,-1 0 1,1 0-1,0 1 0,-1-1 0,1 0 0,-1 0 0,1 0 0,-1 0 1,1 0-1,-1 0 0,1 0 0,-1 0 0,1 0 0,-1 0 0,1 0 1,0 0-1,-1 0 0,1 0 0,-1 0 0,1 0 0,-1 0 0,1-1 1,0 1-1,-1 0 0,1 0 0,-1-1 0,1 1 0,0 0 0,-1 0 1,1-1-1,0 1 0,-1 0 0,1-1 0,0 1 0,-1-1 0,1 1 1,0 0-1,0-1 0,0 1 0,-1-1 0,1 0 0,-7-20 82,10 8-92,0 1 1,1 0-1,0 0 0,1 0 0,0 0 1,0 1-1,2 0 0,-1 0 1,15-17-1,-7 11-71,0 1-1,2 1 1,-1 0 0,34-23 0,-31 25 59,0 1 1,1 1 0,1 1 0,0 0-1,0 1 1,34-9 0,-53 18 16,0 0 1,0-1-1,1 1 1,-1 0-1,0 0 1,0 0-1,1 0 1,-1 0-1,0 0 1,1 1-1,-1-1 1,0 0 0,0 1-1,1-1 1,-1 1-1,0-1 1,0 1-1,0-1 1,0 1-1,0 0 1,0 0-1,0 0 1,0-1-1,0 1 1,0 0-1,0 0 1,0 0-1,0 0 1,-1 0-1,1 1 1,0-1-1,-1 0 1,1 0-1,-1 0 1,0 1-1,1-1 1,-1 0-1,0 0 1,0 1-1,1-1 1,-1 0-1,-1 3 1,2 6 76,-1 1 0,-1 0 0,1-1 0,-4 12 0,4-18-42,-6 22 355,0-1 1,-17 41 0,6-18 428,16-48-850,1 0 1,0 0 0,0 0 0,0 0 0,0 1-1,0-1 1,0 0 0,0 0 0,0 0-1,0 0 1,0 1 0,0-1 0,0 0-1,0 0 1,0 0 0,0 0 0,0 1-1,0-1 1,0 0 0,0 0 0,0 0 0,0 0-1,0 1 1,1-1 0,-1 0 0,0 0-1,0 0 1,0 0 0,0 0 0,0 1-1,0-1 1,0 0 0,1 0 0,-1 0-1,0 0 1,0 0 0,0 0 0,0 0 0,0 0-1,1 0 1,-1 0 0,0 0 0,0 1-1,0-1 1,0 0 0,1 0 0,-1 0-1,0 0 1,0 0 0,0 0 0,0 0-1,1 0 1,-1-1 0,0 1 0,0 0 0,0 0-1,0 0 1,1 0 0,-1 0 0,0 0-1,0 0 1,0 0 0,0 0 0,22-8-6522,17-9-1268</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9.045"/>
    </inkml:context>
    <inkml:brush xml:id="br0">
      <inkml:brushProperty name="width" value="0.025" units="cm"/>
      <inkml:brushProperty name="height" value="0.025" units="cm"/>
      <inkml:brushProperty name="color" value="#E71224"/>
    </inkml:brush>
  </inkml:definitions>
  <inkml:trace contextRef="#ctx0" brushRef="#br0">12 33 9322,'-8'4'6291,"8"-4"-6179,0-1 1,0 1-1,0 0 1,0 0 0,0 0-1,0 0 1,0 0-1,0 0 1,0 0 0,0 0-1,0-1 1,0 1-1,0 0 1,0 0 0,0 0-1,0 0 1,0 0-1,0 0 1,0 0 0,0-1-1,0 1 1,0 0-1,0 0 1,0 0 0,0 0-1,-1 0 1,1 0-1,0 0 1,0 0 0,0 0-1,0 0 1,0-1-1,0 1 1,0 0 0,0 0-1,0 0 1,0 0-1,0 0 1,-1 0-1,1 0 1,0 0 0,0 0-1,0 0 1,0 0-1,0 0 1,-1 0 1965,15 0 283,152-10-675,45-4-1693,-121 8 523,-86 5-383,0 0 1,1 1-1,-1 0 0,0 0 0,1 0 0,-1 0 1,0 1-1,1-1 0,-1 1 0,7 3 1,-13 2-421,1-5 67,1-1 1,0 1 0,0 0-1,-1-1 1,1 1 0,0-1 0,0 1-1,0 0 1,0-1 0,-1 1-1,1 0 1,0-1 0,0 1-1,0 0 1,1-1 0,-1 1-1,0 0 1,0-1 0,0 1-1,0 0 1,1-1 0,-1 1-1,0 0 1,1-1 0,-1 1-1,0-1 1,1 1 0,-1-1-1,1 1 1,-1-1 0,1 1-1,-1-1 1,1 1 0,-1-1-1,1 0 1,0 1 0,19 8-6476</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9.619"/>
    </inkml:context>
    <inkml:brush xml:id="br0">
      <inkml:brushProperty name="width" value="0.025" units="cm"/>
      <inkml:brushProperty name="height" value="0.025" units="cm"/>
      <inkml:brushProperty name="color" value="#E71224"/>
    </inkml:brush>
  </inkml:definitions>
  <inkml:trace contextRef="#ctx0" brushRef="#br0">172 54 5457,'-17'-16'7988,"16"15"-7649,1 0-1,-1-1 0,1 1 1,-1 0-1,1-1 0,0 1 1,-1-1-1,1 1 1,0-1-1,0 1 0,0 0 1,0-1-1,0 1 0,1-3 1,-1-10 1222,-9 35 4320,-4 10-5192,-1 24 59,2 1-1,-6 65 0,14-76-335,-3-1-1,-1 0 1,-2 0-1,-29 75 1,36-111-327,-9 19 103,11-26-181,1 0 0,0 0 0,-1 0 0,1 0-1,0 0 1,0 0 0,0 0 0,0 0 0,0 0 0,0 0 0,0 0-1,0 0 1,0 0 0,0 0 0,0 0 0,1 0 0,-1 0 0,0 0-1,1 0 1,-1 0 0,2 1 0,0-3-5,-1 0 1,1 0-1,-1-1 0,1 1 0,-1-1 0,1 1 1,-1-1-1,0 0 0,0 1 0,0-1 1,2-3-1,0 0-109,1 0-784,0 0-1,1 0 1,0 0-1,9-6 1,0 0-4065,19-18-4676</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9.856"/>
    </inkml:context>
    <inkml:brush xml:id="br0">
      <inkml:brushProperty name="width" value="0.025" units="cm"/>
      <inkml:brushProperty name="height" value="0.025" units="cm"/>
      <inkml:brushProperty name="color" value="#E71224"/>
    </inkml:brush>
  </inkml:definitions>
  <inkml:trace contextRef="#ctx0" brushRef="#br0">3 3 11426,'0'0'8866,"0"-3"-6673,-2 3-41,4 0 1025,0 0-2793,0 0-168,1 3-216,-1-1-8,0 4-816,3 1-1929,8 18-4192</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0.046"/>
    </inkml:context>
    <inkml:brush xml:id="br0">
      <inkml:brushProperty name="width" value="0.025" units="cm"/>
      <inkml:brushProperty name="height" value="0.025" units="cm"/>
      <inkml:brushProperty name="color" value="#E71224"/>
    </inkml:brush>
  </inkml:definitions>
  <inkml:trace contextRef="#ctx0" brushRef="#br0">413 0 7642,'-27'9'10130,"3"7"-5633,-30 10-2233,1 6 233,4-1-777,4-4-976,7-3-544,7 5-200,7-2-40,-1 8-424,7-3-800,3-3-1281,6 35-3240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0.763"/>
    </inkml:context>
    <inkml:brush xml:id="br0">
      <inkml:brushProperty name="width" value="0.025" units="cm"/>
      <inkml:brushProperty name="height" value="0.025" units="cm"/>
      <inkml:brushProperty name="color" value="#E71224"/>
    </inkml:brush>
  </inkml:definitions>
  <inkml:trace contextRef="#ctx0" brushRef="#br0">494 25 4113,'0'0'84,"0"0"0,0 0 0,1-1 0,-1 1-1,0 0 1,0 0 0,0 0 0,1-1 0,-1 1 0,0 0 0,0 0 0,0 0 0,0-1 0,0 1 0,0 0 0,1 0-1,-1-1 1,0 1 0,0 0 0,0 0 0,0-1 0,0 1 0,0 0 0,0 0 0,0-1 0,0 1 0,0 0 0,0 0-1,0-1 1,0 1 0,0 0 0,-1 0 0,1-1 0,0 1 0,0 0 0,0 0 0,0-1 0,0 1 0,0 0-1,-1 0 1,1 0 0,0-1 0,0 1 0,0 0 0,-1 0 0,1 0 0,0 0 0,-1-1 0,-12-11 7077,12 12-6961,0 0-1,0 0 1,1-1-1,-1 1 1,0 0-1,0 0 1,1 0-1,-1 0 1,0 0 0,0 0-1,1 0 1,-1 0-1,0 0 1,0 0-1,0 1 1,1-1-1,-1 0 1,0 0 0,1 1-1,-1-1 1,0 1-1,1-1 1,-1 0-1,0 1 1,1-1-1,-1 1 1,1-1 0,-1 1-1,1 0 1,-1-1-1,1 1 1,-1 0-1,1-1 1,0 1-1,-1 0 1,1-1 0,0 1-1,-1 0 1,1 0-1,0 0 1,0 5 236,0-1 1,0 0-1,0 0 1,1 1-1,2 7 1,1 16-180,-18 279 295,14-301-549,-1 9 6,-1-1 1,0 0-1,-1 0 0,-1 0 0,0 0 1,-1-1-1,-1 1 0,0-1 0,-1 0 1,-12 17-1,12-21 2,0-1 0,-1 0-1,-1 0 1,1 0 0,-1-1 0,-1 0 0,0-1 0,0 0-1,0-1 1,0 0 0,-1-1 0,0 0 0,-20 6-1,20-8 18,0-1-1,-1 0 0,1-1 1,0 0-1,-1-1 0,1 0 1,-1-1-1,1 0 0,-1-1 1,1 0-1,0-1 0,-14-5 1,20 7-18,1-1 0,0 0 0,-1 1 0,1-2 0,0 1 0,0 0 0,1-1 0,-1 0 0,0 1 0,1-2 0,0 1 0,0 0 0,0-1 0,0 1 0,0-1-1,1 0 1,-1 0 0,1 0 0,0 0 0,0 0 0,1-1 0,-1 1 0,1 0 0,0-1 0,0 1 0,1-1 0,-1 1 0,1-1 0,0 0 0,0 1 0,0-1 0,1 1 0,1-6 0,-2 8-171,0 1 0,1-1 0,-1 1 0,1-1 0,-1 1 0,1-1 0,0 1 0,-1 0 0,1-1 0,0 1 0,0 0 0,0 0 0,0-1 0,0 1 0,0 0 0,0 0 0,0 0 0,1 0 0,-1 0 0,0 1 0,0-1 0,1 0 0,-1 0 0,1 1 0,-1-1 0,3 0 0,22-12-7485,6-18-2347</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1.098"/>
    </inkml:context>
    <inkml:brush xml:id="br0">
      <inkml:brushProperty name="width" value="0.025" units="cm"/>
      <inkml:brushProperty name="height" value="0.025" units="cm"/>
      <inkml:brushProperty name="color" value="#E71224"/>
    </inkml:brush>
  </inkml:definitions>
  <inkml:trace contextRef="#ctx0" brushRef="#br0">73 42 4129,'0'-2'1249,"-12"-20"8558,0 8-3624,11 13-5936,0 1-1,-1-1 1,1 1 0,0-1-1,0 1 1,-1 0-1,1 0 1,0-1 0,-1 1-1,1 0 1,0 0 0,-1 0-1,1 0 1,0 1 0,-1-1-1,1 0 1,0 0 0,-1 1-1,1-1 1,0 1 0,0-1-1,0 1 1,-1 0-1,1-1 1,0 1 0,0 0-1,-2 2 1,-9 2 2241,19 5-3012,10 20-5401,1 6-992</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1.513"/>
    </inkml:context>
    <inkml:brush xml:id="br0">
      <inkml:brushProperty name="width" value="0.025" units="cm"/>
      <inkml:brushProperty name="height" value="0.025" units="cm"/>
      <inkml:brushProperty name="color" value="#E71224"/>
    </inkml:brush>
  </inkml:definitions>
  <inkml:trace contextRef="#ctx0" brushRef="#br0">110 13 3649,'-9'-4'7575,"-1"-2"-202,0 3-3601,9 3-3625,-1 0 0,1 0 1,0 0-1,-1 0 0,1 1 1,0-1-1,0 0 0,-1 0 1,1 1-1,0-1 0,0 1 1,0-1-1,-1 1 0,1 0 0,0-1 1,0 1-1,0 0 0,0 0 1,0 0-1,0 0 0,1 0 1,-1 0-1,0 0 0,0 0 1,0 2-1,-4 4 132,0 0 0,1 0 0,0 1 0,1 0 0,0 0 0,0 0 0,1 0 0,0 0 0,0 0 0,-1 14 0,1 11 21,3 47 0,0-5-178,-2-55-270,-1 13 65,5-11-4313,-19-31-8572</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1.753"/>
    </inkml:context>
    <inkml:brush xml:id="br0">
      <inkml:brushProperty name="width" value="0.025" units="cm"/>
      <inkml:brushProperty name="height" value="0.025" units="cm"/>
      <inkml:brushProperty name="color" value="#E71224"/>
    </inkml:brush>
  </inkml:definitions>
  <inkml:trace contextRef="#ctx0" brushRef="#br0">7 59 4761,'-4'-7'3905,"4"3"1416,-3-3-3409,3-2-151,3 0 391,5 2-591,-1 1-337,6 3-88,-1-3 8,1 10-448,-2 1-423,2 1-185,5 1-88,0 4-56,11-4-953,-2-3-1615,60-1-3193</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2.053"/>
    </inkml:context>
    <inkml:brush xml:id="br0">
      <inkml:brushProperty name="width" value="0.025" units="cm"/>
      <inkml:brushProperty name="height" value="0.025" units="cm"/>
      <inkml:brushProperty name="color" value="#E71224"/>
    </inkml:brush>
  </inkml:definitions>
  <inkml:trace contextRef="#ctx0" brushRef="#br0">54 1 2881,'-1'2'20364,"-7"12"-17527,1 3-2130,1 0 1,1 1-1,-4 21 1,-8 105-851,17-139-303,0 14-1486,6-10-3416,6-4-844</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2.275"/>
    </inkml:context>
    <inkml:brush xml:id="br0">
      <inkml:brushProperty name="width" value="0.025" units="cm"/>
      <inkml:brushProperty name="height" value="0.025" units="cm"/>
      <inkml:brushProperty name="color" value="#E71224"/>
    </inkml:brush>
  </inkml:definitions>
  <inkml:trace contextRef="#ctx0" brushRef="#br0">0 27 5865,'3'-4'6722,"3"-1"-2713,8-3-1681,10 1 457,5 5-809,0 2-944,0 0-528,2 4-296,-8 1-152,-1 1-56,-4-1-168,-1 1-1536,37-1-3785</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2.851"/>
    </inkml:context>
    <inkml:brush xml:id="br0">
      <inkml:brushProperty name="width" value="0.025" units="cm"/>
      <inkml:brushProperty name="height" value="0.025" units="cm"/>
      <inkml:brushProperty name="color" value="#E71224"/>
    </inkml:brush>
  </inkml:definitions>
  <inkml:trace contextRef="#ctx0" brushRef="#br0">121 1 1280,'-2'7'18070,"10"3"-13687,3 0-3761,14 23 186,0 1 1,-2 2 0,-2 0 0,17 38-1,-22-43-636,-14-27-156,66 135 310,-56-111-297,-2 0-1,-1 0 1,7 34-1,-15-54 16,0 0 0,0 0 0,-1 0 0,0 0 0,0 0 0,-1 0 0,0 0 0,0 0-1,-1 0 1,0-1 0,-1 1 0,-5 12 0,3-10 84,-1 0 1,-1 0-1,1 0 0,-2-1 1,1 0-1,-1-1 0,-17 15 1,-8 0 302,-1 0 0,-1-3-1,-72 32 1,85-41-378,6-4 16,-1 1 80,-34 20 0,62-22-2323,5 7-3302,23 6-4566</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4.322"/>
    </inkml:context>
    <inkml:brush xml:id="br0">
      <inkml:brushProperty name="width" value="0.025" units="cm"/>
      <inkml:brushProperty name="height" value="0.025" units="cm"/>
      <inkml:brushProperty name="color" value="#E71224"/>
    </inkml:brush>
  </inkml:definitions>
  <inkml:trace contextRef="#ctx0" brushRef="#br0">829 135 3777,'-9'-19'8917,"-8"-15"141,14 31-8756,0-1 1,1 1 0,-1-1-1,0 1 1,0 0 0,-1 0 0,1 1-1,-1-1 1,1 1 0,-1 0-1,-7-4 1,-10-2-47,-2 0 0,1 1-1,-1 2 1,0 0 0,0 1-1,-29-1 1,6 4-237,1 1-1,-55 8 1,88-6-20,0 0 0,0 0 0,0 1-1,1 0 1,-1 1 0,1 1 0,0-1 0,-18 12 0,25-13-4,1-1 0,0 1 0,0-1 0,0 1 0,0 0 1,1 0-1,-1 0 0,1 1 0,-1-1 0,1 0 0,0 1 0,1 0 0,-1-1 0,1 1 0,-1 0 1,1 0-1,0 0 0,0 0 0,1 0 0,-1 0 0,1 0 0,0 0 0,0 0 0,0 0 0,1 0 0,0 0 1,-1 0-1,4 8 0,2 3 3,0 1 0,2-1-1,0 0 1,0-1 0,1 0 0,1 0 0,1-1 0,13 14 0,-8-10 16,-1 2 0,24 38-1,-38-55-11,0 0-1,0 0 0,0 0 0,0 0 0,0 0 0,0 0 0,-1 0 0,1 0 0,-1 1 0,1-1 0,-1 0 1,0 1-1,0-1 0,0 0 0,0 0 0,-1 1 0,1-1 0,-1 0 0,1 0 0,-1 0 0,0 1 1,0-1-1,0 0 0,0 0 0,0 0 0,0 0 0,0-1 0,-1 1 0,1 0 0,-1 0 0,1-1 0,-1 1 1,0-1-1,1 1 0,-1-1 0,0 0 0,0 0 0,-3 2 0,-8 3 17,0 0 1,0-1-1,0 0 0,-25 5 0,32-9-17,-44 9 15,-81 4 1,70-8-26,217-15-1500,-154 9 1485,76 1-778,-73-1 749,0 1 0,-1 0 1,1-1-1,0 2 0,-1-1 1,1 0-1,-1 1 0,1 0 1,-1 0-1,0 0 0,0 1 1,0-1-1,6 6 1,-9-6 45,0 0 1,0-1 0,0 1 0,0 0-1,-1-1 1,1 1 0,-1 0 0,1 0-1,-1-1 1,0 1 0,1 0 0,-1 0 0,0 0-1,0 0 1,0-1 0,-1 1 0,1 0-1,0 0 1,-1 0 0,1 0 0,-1-1 0,0 1-1,1 0 1,-1-1 0,0 1 0,-2 2-1,-31 43 48,32-44-46,-122 132 58,-9 11 473,129-142-463,1 1-1,-1 0 0,1 0 1,0 0-1,0 0 0,-3 9 0,5-13-42,1 0 0,0 1 0,-1-1 0,1 0 0,0 1 0,0-1-1,0 0 1,0 1 0,0-1 0,0 1 0,0-1 0,0 0-1,1 1 1,-1-1 0,0 0 0,1 0 0,-1 1 0,1-1 0,0 0-1,-1 0 1,1 0 0,0 0 0,0 1 0,0-1 0,-1 0-1,1-1 1,0 1 0,1 0 0,-1 0 0,0 0 0,0 0 0,0-1-1,2 2 1,6 2 135,-1-1-1,1 0 1,0 0 0,0-1-1,0 0 1,0 0-1,12 0 1,69-2 763,-47-1-490,107 1 1283,-175 7-3969,-7 5-2190,-42 2-2504</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7.375"/>
    </inkml:context>
    <inkml:brush xml:id="br0">
      <inkml:brushProperty name="width" value="0.025" units="cm"/>
      <inkml:brushProperty name="height" value="0.025" units="cm"/>
      <inkml:brushProperty name="color" value="#E71224"/>
    </inkml:brush>
  </inkml:definitions>
  <inkml:trace contextRef="#ctx0" brushRef="#br0">1 178 3793,'13'20'5508,"-11"-20"-5224,-1-1 1,1 1 0,-1-1-1,1 0 1,-1 1 0,1-1-1,-1 0 1,1 0 0,-1 0-1,0 0 1,1 0 0,0-2 0,19-11 2530,2 3-1514,-22 11-1196,-1 0 0,1-1 0,-1 1 0,1 0 0,-1 0 0,1-1 0,-1 1 0,1 0 0,-1 0-1,1-1 1,-1 1 0,1 0 0,-1-1 0,0 1 0,1-1 0,-1 1 0,1-1 0,-1 1 0,0-1 0,0 1 0,1-1 0,-1 1-1,0-1 1,0 1 0,1-1 0,-1 1 0,0-1 0,0 1 0,0-1 0,0 0 0,0 1 0,0-1 0,0 1 0,0-1 0,0 1 0,0-1-1,0 0 1,-1 1 0,1-1 0,0 1-74,-1 0-1,1 0 1,0 0-1,0 0 1,-1 0-1,1 0 1,0 0-1,0 0 1,-1 0-1,1 0 1,0 0-1,0 0 1,0 0-1,-1 0 1,1 0-1,0 0 1,0 1-1,-1-1 1,1 0-1,0 0 1,0 0-1,0 0 1,0 1-1,-1-1 1,1 0-1,0 0 1,0 0-1,0 1 1,0-1-1,0 0 1,0 0-1,0 0 1,-1 1-1,1-1 0,0 0 1,0 0-1,0 1 1,0-1-1,0 1 1,-1 3-53,4-7 394,-3 2-357,35-4 538,63-39-273,131-41 0,-165 72-265,-59 13-14,0-1 0,1 1 0,-1 0-1,0 0 1,0 1 0,1-1 0,-1 1-1,0 0 1,9 4 0,-13-5-1,0 1 0,0-1 0,0 1 0,0 0 0,-1-1 0,1 1 0,0 0 0,0 0 0,-1-1 0,1 1 0,0 0 0,-1 0 0,1 0 0,-1 0 0,0 0 0,1 0 0,-1 0 0,0 0 0,1 0 0,-1 0 0,0 0 0,0 0 0,0 0 0,0 0 0,0 0 0,0 0 0,0 0 0,0 0 0,0 0 0,-1 1 0,1-1 0,0 0 0,-1 0 0,1-1 0,-2 3 0,-22 37 172,19-33-153,-7 9 21,1 1 0,0 1 0,-9 23 0,17-35-36,1 1 1,0-1 0,0 1-1,1 0 1,0-1 0,0 1-1,0 0 1,1 0 0,0-1-1,0 1 1,1 0 0,0 0-1,3 10 1,-1-7-1,0-1 0,1 1 0,0-1 0,1 0 0,0 0 0,0-1 0,1 0 1,0 1-1,12 10 0,-5-6 94,1-1 1,1-1-1,0 0 1,23 12-1,-19-11 43,-15-9-91,1 1-1,1-1 0,-1 0 1,0 0-1,1-1 1,0 0-1,-1 1 0,1-2 1,0 1-1,9 0 0,-17-3 26,0-1 0,0 1 0,-1-1 1,1 0-1,0 0 0,0 0 0,1 0 0,-3-4 0,-1 0-46,1 3-18,-33-31 60,35 31-40,-1 1 1,0 0-1,1 0 0,-1 1 1,0-1-1,0 1 0,0-1 1,0 1-1,0 0 0,-1 0 0,1 0 1,-4 0-1,6 2-19,-1-1 1,1 0-1,-1 1 1,1-1-1,0 1 0,-1 0 1,1-1-1,-1 1 1,1 0-1,0 0 0,0 0 1,-1 0-1,1 0 0,0 0 1,0 0-1,0 1 1,0-1-1,0 0 0,1 1 1,-1-1-1,0 0 0,1 1 1,-1-1-1,0 1 1,1-1-1,0 1 0,-1-1 1,1 1-1,0-1 1,0 1-1,0-1 0,0 1 1,0 1-1,0 8-13,-1-1-1,2 0 0,2 16 1,19 63 105,-15-69-34,-1 0 0,-2 0 0,0 1 0,1 21-1,-5-35-49,0 0-1,0-1 0,-1 1 0,0 0 0,0 0 0,-1 0 0,0-1 0,0 1 0,-1-1 0,1 0 0,-1 1 0,-1-1 0,1 0 0,-1-1 0,0 1 0,-7 6 0,3-3 100,0-1 0,0 0 0,-1 0-1,-1-1 1,-13 9 0,19-14-80,0 0 1,0 0-1,-1 0 0,1-1 1,-1 1-1,1-1 0,-1 0 1,1 0-1,-1 0 1,0-1-1,1 0 0,-1 0 1,0 0-1,1 0 0,-1-1 1,-7-1-1,-7-5 210,0-1 0,0-1 0,-23-14 0,-4-2 845,114-28-1788,-50 39-4140,-7-4-1225</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0.508"/>
    </inkml:context>
    <inkml:brush xml:id="br0">
      <inkml:brushProperty name="width" value="0.025" units="cm"/>
      <inkml:brushProperty name="height" value="0.025" units="cm"/>
    </inkml:brush>
  </inkml:definitions>
  <inkml:trace contextRef="#ctx0" brushRef="#br0">908 55 9266,'-1'12'8059,"0"0"-5010,0 15-407,5-42-2302,-3 13-375,0 0 1,-1-1 0,1 1 0,-1 0 0,1 0 0,-1-1-1,0 1 1,1 0 0,-1 0 0,-1-5 0,0 4-34,1 0 0,-1 0 0,-1 0 0,1 0 0,0 0 0,-1 0 1,0 0-1,1 0 0,-1 0 0,0 1 0,0-1 0,-1 1 0,1-1 1,0 1-1,-1 0 0,0 0 0,1 0 0,-1 0 0,0 1 0,0-1 1,0 1-1,0-1 0,0 1 0,0 0 0,-1 0 0,1 1 0,0-1 1,0 1-1,-7-1 0,-3 1 29,0 0-1,0 0 1,0 1-1,1 1 1,-1 0 0,-20 7-1,-8 5 40,2 2 0,0 2 1,0 1-1,2 2 0,-40 30 0,3 5 32,-88 85 1,120-102 10,-50 62 1,82-88-17,0 0-1,1 0 1,0 1-1,2 0 1,-1 1 0,2-1-1,0 1 1,0 1 0,-5 30-1,10-42 0,0 0 0,1 0 0,0 0 0,0 0 1,0 0-1,0 0 0,1 0 0,-1 0 0,1 0 0,0 0 0,0 0 0,1 0 0,-1 0 0,1-1 0,0 1 0,0 0 0,0-1 0,4 5 1,-2-4 25,0 0 0,0-1 1,1 1-1,0-1 1,-1 0-1,1 0 1,0-1-1,0 1 1,1-1-1,-1 0 1,10 2-1,10 0 68,0-1 0,0-1-1,0-2 1,42-3 0,-61 3-142,18-1-104,1 0-107,-1-1 1,40-9-1,-49 7-1217,0-1 0,0-1 0,21-11 0,48-31-5937</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0.906"/>
    </inkml:context>
    <inkml:brush xml:id="br0">
      <inkml:brushProperty name="width" value="0.025" units="cm"/>
      <inkml:brushProperty name="height" value="0.025" units="cm"/>
    </inkml:brush>
  </inkml:definitions>
  <inkml:trace contextRef="#ctx0" brushRef="#br0">237 6 9826,'-2'-1'476,"-1"0"-1,1 0 1,-1 0-1,1 1 1,0-1 0,-1 1-1,1-1 1,-1 1-1,1 0 1,-1 0-1,1 0 1,-1 1 0,1-1-1,-5 2 1,1-1-88,0 1 0,1 1 0,-1-1 0,1 1 0,-10 7 0,-2 3-212,0 2-1,-22 23 1,32-31 303,-2 3-371,-1 0 0,1 1 0,1 0 0,0 0 0,-12 23 0,18-31-110,1-1 0,0 1 0,0 0 0,0-1 0,1 1 0,-1 0 0,1 0 0,-1 0 0,1-1 0,0 1 0,0 0 0,0 0 0,0 0 0,1-1 0,-1 1 0,1 0 0,0 0 0,-1-1 0,1 1 0,0 0 0,1-1 0,-1 1 0,0-1 0,1 0 0,0 1 0,-1-1 0,1 0 0,0 0 0,0 0 0,0 0 0,0 0 0,0 0 0,1-1 0,-1 1 0,5 2 0,1-1-20,0 1 0,0-1 0,0-1 0,0 1 0,0-1 0,1-1 0,-1 1 0,0-1 0,1-1 0,-1 0 0,1 0 0,-1-1 0,1 0 0,-1 0 0,1-1 0,-1 0 0,0 0 0,0-1 0,0 0 0,13-7 0,-16 7 22,1 0 1,-1 0-1,0 0 0,0-1 0,0 0 0,-1 0 1,1 0-1,-1 0 0,0-1 0,0 0 0,-1 0 0,1 0 1,-1 0-1,0 0 0,0-1 0,-1 1 0,0-1 1,0 0-1,0 0 0,0 0 0,-1 0 0,0 0 0,-1 0 1,1 0-1,-1 0 0,0 0 0,0 0 0,-1 0 0,-2-9 1,2 11 7,-1-1 0,1 1 0,-1 0 1,0 0-1,-1 0 0,1 0 0,-1 1 1,1-1-1,-1 1 0,0 0 0,-1-1 1,1 1-1,0 0 0,-1 1 0,0-1 1,1 1-1,-1 0 0,-6-3 0,7 3-67,-1 1-1,1 0 1,0 0-1,-1 0 0,1 0 1,-1 0-1,1 1 0,-1-1 1,1 1-1,-1 0 1,1 0-1,-1 1 0,1-1 1,-1 1-1,1-1 1,0 1-1,-1 0 0,1 0 1,0 1-1,-1-1 1,1 1-1,0 0 0,0-1 1,-3 4-1,4-3-154,1-1-1,-1 0 1,1 1-1,0-1 1,0 1-1,0-1 1,0 1-1,0 0 1,0 0-1,0-1 1,0 1-1,1 0 1,-1 0 0,1 0-1,0 0 1,-1-1-1,1 1 1,0 0-1,0 0 1,0 0-1,0 0 1,0 0-1,1 0 1,-1 0-1,0 0 1,2 3 0,18 58-5210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1.510"/>
    </inkml:context>
    <inkml:brush xml:id="br0">
      <inkml:brushProperty name="width" value="0.025" units="cm"/>
      <inkml:brushProperty name="height" value="0.025" units="cm"/>
    </inkml:brush>
  </inkml:definitions>
  <inkml:trace contextRef="#ctx0" brushRef="#br0">366 625 8418,'0'-2'898,"0"-1"0,0 1 0,0-1 0,0 1 0,0-1 0,-1 1 0,1-1 0,-1 1 1,0-1-1,-1-3 0,1 5-718,0 0 1,-1 0 0,1 0-1,0 0 1,-1 0-1,1 0 1,0 1-1,-1-1 1,1 0 0,-1 1-1,1-1 1,-1 1-1,0-1 1,1 1 0,-1 0-1,1 0 1,-4 0-1,-17 0 74,0 0 0,1 2 0,-1 0-1,1 2 1,-1 0 0,1 2 0,0 0 0,1 1-1,-37 19 1,51-23-254,0 0 0,0 0 0,0 1 0,0 0 0,1 0 0,0 0 0,0 1 0,0 0 0,0 0-1,1 0 1,0 1 0,-7 10 0,10-13-9,-1 1 0,1-1 0,0 1 0,0 0 0,0-1 0,0 1 0,1 0 1,-1 0-1,1 0 0,0 0 0,0-1 0,1 1 0,-1 0 0,1 0 0,-1 0 0,1-1 0,1 1 0,-1 0 0,0-1 0,1 1 0,0-1 0,0 0 0,4 7 0,-4-7-29,1 1-1,-1-1 1,1 0-1,0 0 0,0 0 1,0 0-1,0-1 1,0 1-1,0-1 1,1 0-1,0 0 1,-1 0-1,1 0 1,0-1-1,0 1 1,0-1-1,0 0 1,0 0-1,0-1 1,0 1-1,0-1 0,0 0 1,0 0-1,0 0 1,0-1-1,0 1 1,0-1-1,0 0 1,0 0-1,7-3 1,3-2-35,-1-1 1,0 0-1,0 0 0,-1-2 1,0 1-1,0-2 1,14-14-1,4-7-123,-3-1-1,0-1 0,-2-1 1,-2-2-1,-1 0 1,29-67-1,72-246 205,-95 258 149,-23 78 130,-4 17 71,-8 27 83,-17 44 359,-43 91 0,-9 23-426,65-156-329,2-1 1,1 1 0,-6 67-1,13-97-64,1 1 0,0 0 0,0 0 0,0-1-1,0 1 1,1 0 0,-1 0 0,1-1 0,0 1 0,0-1-1,1 1 1,-1-1 0,1 1 0,0-1 0,-1 0 0,1 0-1,1 0 1,-1 0 0,5 5 0,-1-4-320,0 1-1,1-1 1,-1 0-1,1-1 1,0 0-1,0 0 1,1 0 0,10 2-1,-9-2-378,-6-2 256,0 0-1,1 0 1,-1 0 0,0 0 0,0-1-1,1 0 1,-1 1 0,0-1 0,1 0-1,-1-1 1,5 0 0,48-15-4694</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1.685"/>
    </inkml:context>
    <inkml:brush xml:id="br0">
      <inkml:brushProperty name="width" value="0.025" units="cm"/>
      <inkml:brushProperty name="height" value="0.025" units="cm"/>
    </inkml:brush>
  </inkml:definitions>
  <inkml:trace contextRef="#ctx0" brushRef="#br0">56 1 12563,'-9'9'2736,"0"0"-863,-11 11-113,9 4-536,4 1-752,7-5-296,5 2-88,-1 0-88,5-2 0,7-2-192,-1-2-1344,8-7-2233,35-27-3416</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1.873"/>
    </inkml:context>
    <inkml:brush xml:id="br0">
      <inkml:brushProperty name="width" value="0.025" units="cm"/>
      <inkml:brushProperty name="height" value="0.025" units="cm"/>
    </inkml:brush>
  </inkml:definitions>
  <inkml:trace contextRef="#ctx0" brushRef="#br0">12 1 13355,'-4'2'3785,"1"3"-3137,-1 3-312,4 10 24,7 5-360,6 1-232,9 1-2105,36 21-3704</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2.303"/>
    </inkml:context>
    <inkml:brush xml:id="br0">
      <inkml:brushProperty name="width" value="0.025" units="cm"/>
      <inkml:brushProperty name="height" value="0.025" units="cm"/>
    </inkml:brush>
  </inkml:definitions>
  <inkml:trace contextRef="#ctx0" brushRef="#br0">1 1 12195,'3'6'8695,"18"24"-7502,17 44 66,-36-75-1349,0 0 0,0 0 1,0 0-1,0 0 0,0 0 0,0 0 0,0 0 0,0-1 0,0 1 0,-1-1 0,1 0 0,-1 1 0,2-3 0,1 0 82,-1 2 27,0-1-1,0 0 0,0 1 1,0 0-1,0 0 0,1 0 1,-1 0-1,1 0 0,5-2 1,-6 4 23,-1 0 1,0 0-1,0 0 1,0 0-1,0 0 1,0 0-1,1 1 1,-1-1-1,0 1 1,0 0-1,0-1 1,0 1-1,0 0 1,0 0-1,-1 0 1,1 0-1,0 1 1,0-1-1,2 3 1,4 2-49,29 22-1208,-1-10-3491,27 4-1853</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2.861"/>
    </inkml:context>
    <inkml:brush xml:id="br0">
      <inkml:brushProperty name="width" value="0.025" units="cm"/>
      <inkml:brushProperty name="height" value="0.025" units="cm"/>
    </inkml:brush>
  </inkml:definitions>
  <inkml:trace contextRef="#ctx0" brushRef="#br0">474 12 11875,'-13'-1'6517,"-11"11"-5136,16-6-688,2-1-599,1 0 1,0 0 0,0 1-1,0-1 1,1 1 0,-1 0-1,1 0 1,0 0 0,0 1 0,0-1-1,0 1 1,1 0 0,0 0-1,-3 7 1,5-10-94,0 1 1,0 0-1,0-1 1,0 1-1,0 0 1,1 0-1,-1-1 1,1 1-1,0 0 1,0 0-1,0 0 0,0 0 1,0 0-1,1 0 1,-1-1-1,1 1 1,0 0-1,-1 0 1,1-1-1,1 1 1,-1 0-1,0-1 1,1 0-1,-1 1 0,1-1 1,0 0-1,0 1 1,0-1-1,0 0 1,0 0-1,3 1 1,-3-1-13,1 0 0,-1 0 0,1-1 0,0 1 0,0-1 1,0 0-1,0 0 0,0 0 0,0 0 0,0 0 0,1-1 0,-1 1 1,0-1-1,0 0 0,0 0 0,7-1 0,-5 0-20,0 0-1,1-1 1,-1 0 0,0 0-1,0 0 1,0-1-1,-1 1 1,1-1 0,5-4-1,0-2-4,1-1 0,-2 1 0,1-1 0,-2-1 0,1 0 0,13-23 0,-19 29 47,0 0 0,-1 0 0,1-1 0,-1 1 0,0-1 0,0 1 0,-1-1 0,1 1 0,-1-1 0,0-11 0,-1 17-10,0 0-1,0-1 1,0 1-1,-1 0 0,1 0 1,0 0-1,0 0 1,0 0-1,0 0 1,0 0-1,-1 0 1,1 0-1,0 0 1,0 0-1,0 0 1,0 0-1,0 0 0,0 0 1,-1 0-1,1 0 1,0 0-1,0 0 1,0 0-1,0 0 1,0 0-1,-1 0 1,1 0-1,0 0 0,0 1 1,0-1-1,0 0 1,0 0-1,0 0 1,0 0-1,-1 0 1,1 0-1,0 0 1,0 1-1,0-1 0,0 0 1,0 0-1,0 0 1,0 0-1,0 0 1,0 0-1,0 1 1,0-1-1,0 0 1,0 0-1,0 0 0,0 0 1,0 0-1,0 1 1,0-1-1,0 0 1,0 0-1,0 0 1,-7 13 18,7-13-14,-12 28 5,1-1 0,1 1 1,2 1-1,1 0 0,1 0 1,1 0-1,2 1 0,1-1 1,3 56-1,9 12 24,34 154 0,-43-248-34,3 17 84,0 1 1,-1 1-1,-1-1 1,-1 39-1,-1-55-56,-1 0 0,1 0 1,-1 0-1,0 0 0,0-1 0,-1 1 0,1 0 0,-1-1 1,0 1-1,-1-1 0,1 1 0,-1-1 0,0 0 0,0 0 1,0-1-1,0 1 0,0 0 0,-1-1 0,0 0 0,0 0 0,0 0 1,0 0-1,0-1 0,0 0 0,-1 1 0,-8 1 1,-3 1 177,1-2 0,-2 0 0,1-1 0,0-1 1,0 0-1,-19-2 0,-102-15 192,7 0-327,95 16-74,27 1-73,0-1 0,0 0 0,0 0-1,0-1 1,0 0 0,-13-4 0,21 5 23,0 0 0,-1 0 0,1 0 1,0 0-1,-1 0 0,1 0 0,0 0 1,0 0-1,-1 0 0,1 0 0,0 0 0,-1 0 1,1-1-1,0 1 0,0 0 0,-1 0 0,1 0 1,0 0-1,0-1 0,0 1 0,-1 0 0,1 0 1,0 0-1,0-1 0,0 1 0,-1 0 1,1 0-1,0-1 0,0 1 0,0 0 0,0-1 1,0 1-1,0 0 0,0 0 0,0-1 0,0 1 1,0 0-1,0-1 0,0 1 0,0 0 1,0 0-1,0-1 0,0 1 0,0 0 0,0-1 1,0 1-1,0 0 0,0-1 0,26-20-3440,71-43-2724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3.521"/>
    </inkml:context>
    <inkml:brush xml:id="br0">
      <inkml:brushProperty name="width" value="0.025" units="cm"/>
      <inkml:brushProperty name="height" value="0.025" units="cm"/>
    </inkml:brush>
  </inkml:definitions>
  <inkml:trace contextRef="#ctx0" brushRef="#br0">401 3 6185,'-13'-2'10191,"-14"8"-7668,17-3-1347,-34 8-127,0 2 0,2 2 0,-78 39 0,109-47-1038,0 0 1,1 0 0,0 1 0,1 0 0,-17 17 0,23-21-18,1-1 0,-1 1 0,1-1 0,0 1 0,-1 0 0,2 0 0,-1 0-1,0 0 1,0 5 0,1-6-4,1-1-1,0 0 1,0 0-1,0 1 1,0-1-1,0 0 1,0 0 0,0 1-1,1-1 1,-1 0-1,1 0 1,0 0-1,0 0 1,0 0-1,0 0 1,0 0-1,0 0 1,3 3-1,-2-2-19,1-1 0,0 1 0,0-1 0,0 0-1,1 0 1,-1 0 0,0-1 0,1 1-1,-1-1 1,1 1 0,-1-1 0,1-1-1,0 1 1,0 0 0,-1-1 0,1 0-1,0 0 1,0 0 0,-1 0 0,5-1 0,5 0-101,0-2 1,0 1-1,-1-1 1,20-8 0,-13 3-57,0 0 0,27-18 0,-40 22 189,1 0 1,-1 0 0,-1-1-1,1 0 1,-1 0-1,0-1 1,0 1 0,0-1-1,-1 0 1,7-12-1,-11 16 142,1-1 0,-1 1 1,1-1-1,-1 1 0,0-1 0,0 1 0,0-1 0,0 1 0,0-1 0,-1 1 0,1-1 0,-1 1 0,0-1 0,1 1 0,-1-1 0,0 1 0,0 0 0,-1 0 0,-1-3 0,1 31 611,3-8-727,0 0 0,2 0 0,0-1 1,6 24-1,-6-34-300,-1-1-1,1 0 1,0 0 0,1 0 0,-1 0-1,9 9 1,-9-11-247,1 0 0,0 0 1,1 0-1,-1-1 0,1 0 0,-1 0 0,1 0 0,0 0 0,8 2 0,86 23-6143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4.333"/>
    </inkml:context>
    <inkml:brush xml:id="br0">
      <inkml:brushProperty name="width" value="0.025" units="cm"/>
      <inkml:brushProperty name="height" value="0.025" units="cm"/>
    </inkml:brush>
  </inkml:definitions>
  <inkml:trace contextRef="#ctx0" brushRef="#br0">502 1 8482,'-3'0'10029,"-4"0"-4978,-43 5-4174,-1 3-678,-66 18 0,91-18-184,1 0 1,1 2-1,-1 1 1,-33 20 0,56-30-34,-1 1 0,1-1 0,0 1 0,-1 0 0,1 0 1,0 0-1,0 0 0,1 0 0,-1 0 0,0 0 0,1 1 0,-1-1 1,1 1-1,0-1 0,0 1 0,0-1 0,-2 6 0,3-6-23,1-1-1,-1 1 0,0 0 0,0 0 1,1 0-1,-1 0 0,1 0 0,0-1 1,-1 1-1,1 0 0,0-1 1,0 1-1,0 0 0,0-1 0,0 1 1,0-1-1,1 1 0,-1-1 1,0 0-1,1 0 0,-1 0 0,1 1 1,0-1-1,-1 0 0,1-1 0,0 1 1,3 1-1,15 6-353,1-1 0,0-1 0,0 0 0,31 2 0,-33-5-36,0 0 0,0 1 0,-1 1 0,1 1 0,-1 0 0,23 12 0,-40-17 412,0-1 1,0 0-1,0 1 0,0-1 0,0 1 0,0-1 0,0 1 1,-1 0-1,1-1 0,0 1 0,0 0 0,-1 0 0,1 0 1,0-1-1,-1 1 0,1 0 0,-1 0 0,1 0 0,-1 0 1,0 0-1,1 0 0,-1 0 0,0 0 0,1 0 0,-1 0 1,0 0-1,0 0 0,0 0 0,0 0 0,0 2 0,-1-1 39,0 0 0,-1 0-1,1 0 1,0 0-1,0-1 1,-1 1-1,1 0 1,-1 0-1,0-1 1,0 1-1,1-1 1,-1 0-1,-3 2 1,-6 3 288,-1 1 0,1-2 0,-23 8 0,-41 8 937,-129 19 0,164-40-1208,40 0-59,0 0 0,-1 0 0,1 0 0,-1 0 0,1 0 0,0 0 0,-1 0 0,1 0 0,0 0 0,-1 0 0,1-1 0,0 1 0,-1 0 1,1 0-1,0 0 0,0 0 0,-1-1 0,1 1 0,0 0 0,-1 0 0,1-1 0,0 1 0,0 0 0,0-1 0,-1 1 0,1 0 0,0-1 1,0 1-1,0 0 0,0 0 0,0-1 0,-1 1 0,1-1 0,0 1 0,0 0 0,0-1 0,1-1-180,0 1-1,0-1 1,0 1-1,0-1 1,1 1-1,-1-1 0,0 1 1,1-1-1,-1 1 1,1 0-1,-1 0 1,4-2-1,58-37-4047</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4.925"/>
    </inkml:context>
    <inkml:brush xml:id="br0">
      <inkml:brushProperty name="width" value="0.025" units="cm"/>
      <inkml:brushProperty name="height" value="0.025" units="cm"/>
    </inkml:brush>
  </inkml:definitions>
  <inkml:trace contextRef="#ctx0" brushRef="#br0">41 105 10026,'-6'2'8000,"-1"10"-5480,-2 12-1409,5-11-861,0 0-1,1 0 1,0 0 0,1 0 0,0 1 0,2-1 0,-1 1 0,2-1-1,-1 1 1,5 17 0,-5-30-254,0 0 0,1 1 0,-1-1 0,0 0 0,1 1 0,-1-1 0,1 0-1,0 0 1,-1 0 0,1 0 0,0 0 0,0 0 0,0 0 0,0 0 0,0 0 0,0 0 0,0 0 0,0 0 0,0-1-1,0 1 1,0 0 0,0-1 0,0 1 0,1-1 0,-1 1 0,2-1 0,0 0-18,0 1 1,0-2-1,0 1 0,0 0 1,0-1-1,0 1 1,0-1-1,0 0 1,0 0-1,0 0 0,3-2 1,7-4-112,0-1 1,-1 0 0,20-17-1,33-34-416,-65 60 532,0 0 1,1 0 0,-1 0-1,0 0 1,1 0-1,-1 0 1,1 0-1,-1 0 1,1 0 0,-1 0-1,1-1 1,0 1-1,0 0 1,-1 0-1,1 0 1,0-1-1,0 1 1,0 0 0,1 0-1,21 18-348,-14-13 307,0 0 0,0-1-1,1 0 1,0-1 0,0 1-1,0-2 1,0 0 0,21 4 0,-29-6 62,0-1 1,1 0 0,-1 1 0,0-1 0,1 0 0,-1 0 0,0 0 0,1 0 0,-1-1 0,1 1 0,-1-1 0,0 1-1,0-1 1,1 0 0,-1 0 0,0 0 0,0 0 0,0 0 0,0 0 0,0-1 0,0 1 0,0-1 0,-1 1 0,1-1-1,0 0 1,-1 0 0,1 0 0,-1 0 0,0 0 0,0 0 0,0 0 0,0 0 0,0 0 0,0 0 0,0-1 0,-1 1-1,1 0 1,-1 0 0,0-1 0,1 1 0,-1-1 0,0 1 0,0 0 0,-1-1 0,0-3 0,-1-14 222,-2 0-1,0 0 1,-1 1 0,-10-25 0,6 20 61,-9-45 1,18 55-231,6 12-1769,18 22-3550,-23-20 5200,41 39-5222</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5.399"/>
    </inkml:context>
    <inkml:brush xml:id="br0">
      <inkml:brushProperty name="width" value="0.025" units="cm"/>
      <inkml:brushProperty name="height" value="0.025" units="cm"/>
    </inkml:brush>
  </inkml:definitions>
  <inkml:trace contextRef="#ctx0" brushRef="#br0">287 0 11442,'-2'1'9359,"-13"3"-7909,-14 3-656,-12 3 20,-41 16 0,72-22-745,-1 0 1,1 1-1,1 0 0,-1 0 0,1 1 0,0 1 0,0-1 0,0 2 0,-7 8 0,14-15-75,1 0-1,0 1 1,-1-1-1,1 1 1,0 0-1,0-1 1,0 1 0,0 0-1,0 0 1,0-1-1,1 1 1,-1 0-1,0 0 1,1 0-1,0 0 1,-1 0 0,1 0-1,0 0 1,0 0-1,0 0 1,0 0-1,1 0 1,-1 0 0,0 0-1,1 0 1,0 0-1,0 2 1,1-2-17,-1 0 0,1 0 0,-1-1 0,1 1 0,0-1 0,0 1 0,0-1 0,0 0 0,0 1 0,0-1 0,0 0 0,0 0 0,1-1 0,-1 1 0,0 0 0,1-1 0,-1 1 0,0-1 0,1 0 0,-1 0 0,0 0 0,5 0 0,3-1 4,-1 0 0,1-1 0,-1 0 0,0 0 0,1-1 1,-1 0-1,-1-1 0,1 0 0,0 0 0,-1-1 0,0 0 0,0 0 1,0-1-1,13-13 0,-21 18 36,1 1 0,-1-1 1,1 1-1,-1-1 0,1 1 0,-1-1 0,1 1 1,-1-1-1,0 0 0,1 1 0,-1-1 0,0 0 1,0 1-1,0-1 0,1 0 0,-1 1 0,0-1 1,0 0-1,0 1 0,0-1 0,0 0 1,0 1-1,0-1 0,0 0 0,-1 0 0,1 1 1,0-1-1,0 0 0,0 1 0,-1-1 0,0 0 1,-4 0 642,4 10-416,2 0-351,1 0 0,-1 0 0,2 0 0,0 0 0,0 0 0,0-1 0,1 0 0,0 1 0,1-1 0,0-1 1,8 11-1,-7-11-539,1 0 1,-1-1 0,1 0-1,1 0 1,-1-1 0,1 0 0,0-1-1,10 5 1,73 29-4296</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5.719"/>
    </inkml:context>
    <inkml:brush xml:id="br0">
      <inkml:brushProperty name="width" value="0.025" units="cm"/>
      <inkml:brushProperty name="height" value="0.025" units="cm"/>
    </inkml:brush>
  </inkml:definitions>
  <inkml:trace contextRef="#ctx0" brushRef="#br0">18 1 7978,'1'6'6722,"3"24"-3135,-2 88 1588,-13 61-3396,0-11-1791,11-160-53,-2 105-910,6-40-3331,3-48-155,8-1-1759</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6.185"/>
    </inkml:context>
    <inkml:brush xml:id="br0">
      <inkml:brushProperty name="width" value="0.025" units="cm"/>
      <inkml:brushProperty name="height" value="0.025" units="cm"/>
    </inkml:brush>
  </inkml:definitions>
  <inkml:trace contextRef="#ctx0" brushRef="#br0">25 147 8234,'3'-9'1419,"0"-1"0,0 1 1,1 0-1,1 0 0,6-11 1,-6 12-875,1 1 1,0-1-1,0 1 0,0 0 1,1 1-1,8-7 1,-12 10-483,1 1 1,-1-1-1,1 1 1,0 0-1,0-1 1,0 2-1,0-1 0,0 0 1,1 1-1,-1 0 1,0 0-1,1 0 1,-1 1-1,0-1 1,1 1-1,-1 0 1,1 0-1,-1 1 0,1-1 1,-1 1-1,0 0 1,1 0-1,-1 1 1,0-1-1,0 1 1,0 0-1,0 0 0,0 0 1,0 0-1,-1 1 1,4 3-1,0 0-65,0 0 1,-1 0-1,0 1 0,0 0 1,-1 0-1,0 1 0,0 0 1,-1-1-1,0 2 0,0-1 0,-1 0 1,3 13-1,-4-16 8,-1-1 0,-1 1 0,1-1 0,0 1-1,-1 0 1,0-1 0,0 1 0,-1 0 0,1-1 0,-1 1 0,0 0 0,0-1-1,0 1 1,-1-1 0,0 0 0,0 1 0,0-1 0,0 0 0,-1 0 0,1 0-1,-1-1 1,0 1 0,0-1 0,0 1 0,-5 3 0,0-2 20,1 1 0,-1-2 0,0 1 0,-1-1 1,1 0-1,-1-1 0,0 0 0,0 0 0,0-1 0,-13 2 1,-3-2 428,0-1 0,-42-4 1,23 5 348,44-2-871,0 0-467,2 0 295,-9 11-8809</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8.254"/>
    </inkml:context>
    <inkml:brush xml:id="br0">
      <inkml:brushProperty name="width" value="0.025" units="cm"/>
      <inkml:brushProperty name="height" value="0.025" units="cm"/>
    </inkml:brush>
  </inkml:definitions>
  <inkml:trace contextRef="#ctx0" brushRef="#br0">0 249 8754,'2'-2'466,"1"1"1,-1 0-1,0-1 1,1 1 0,-1 0-1,1 0 1,-1 0-1,1 0 1,0 0-1,-1 1 1,1-1-1,5 1 1,38-1-1175,-29 2 1197,45 2-143,-1 3-1,79 18 0,43 4-330,225-20 4,-83-6-175,-53 9 144,264 21 9,-369-19 11,0-7-1,246-23 1,-189-8 134,153-11 1135,259 3-648,-306 13-621,190-30-5,-147 9 10,-78 25-5,-83 5-14,280-8-80,183-15 100,139-15-93,-797 49 70,673-16-163,-665 16 268,-10-1 55,0 0 1,0 2-1,-1 0 0,1 1 0,0 0 0,23 7 1,-38-8-72,0-1 0,0 0 0,0 1 0,0-1 1,0 1-1,0-1 0,0 1 0,0-1 1,-1 0-1,1 1 0,0-1 0,0 1 0,0-1 1,-1 0-1,1 1 0,0-1 0,0 0 0,-1 1 1,1-1-1,0 0 0,-1 0 0,1 1 0,0-1 1,-1 0-1,1 0 0,0 1 0,-1-1 1,1 0-1,-1 0 0,1 0 0,0 0 0,-1 0 1,1 0-1,-1 1 0,0-1 0,-26 14 652,18-9-677,2-1-79,-18 7-4288,-1-7-4227</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43.760"/>
    </inkml:context>
    <inkml:brush xml:id="br0">
      <inkml:brushProperty name="width" value="0.025" units="cm"/>
      <inkml:brushProperty name="height" value="0.025" units="cm"/>
      <inkml:brushProperty name="color" value="#E71224"/>
    </inkml:brush>
  </inkml:definitions>
  <inkml:trace contextRef="#ctx0" brushRef="#br0">217 38 408,'3'-5'5441,"7"-19"-1925,-9 16-1937,-5 8 1440,3 1-2856,1-1 0,-1 1 0,1 0 1,-1 0-1,1-1 0,-1 1 0,1 0 0,-1 0 0,1 0 0,0 0 0,-1 0 0,1-1 0,0 1 0,0 0 0,-1 0 0,1 1 1,-2 10 210,-1-1 0,0-1 0,-1 1 1,-1 0-1,-10 18 0,-13 18-235,-2-1 0,-49 55-1,60-71-125,-5 3 240,24-32-238,-1-1 1,1 1 0,-1-1-1,0 0 1,1 1 0,-1-1-1,1 1 1,0-1-1,-1 1 1,1 0 0,-1-1-1,1 1 1,0-1-1,-1 1 1,1 0 0,0-1-1,0 1 1,0 0 0,-1 0-1,1-1 1,0 1-1,0 0 1,0-1 0,0 1-1,0 0 1,0-1 0,0 1-1,1 0 1,-1-1-1,0 2 1,11-3-11,-1-1 0,0 0 0,0-1-1,0 0 1,19-9 0,6-1 41,-15 8-45,0 1 0,1 0 0,-1 2 0,0 1 0,41 1 0,-19 1-1,-10-3 9,-1-2-1,0-1 1,52-15 0,-54 13-12,-17 1 5,-11 6-2,0-1-1,0 0 1,0 1 0,0-1 0,0 1 0,0-1 0,0 1 0,0 0 0,0-1 0,0 1 0,1 0 0,-1 0 0,0 0 0,0 0 0,0 0 0,0 0 0,0 0 0,0 0 0,1 0 0,-1 0 0,0 1-1,0-1 1,0 0 0,1 1 0,1 2-2,0-1 249,-6-5-74,-3-2-203,-5-5-3848,2-2-841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44.732"/>
    </inkml:context>
    <inkml:brush xml:id="br0">
      <inkml:brushProperty name="width" value="0.025" units="cm"/>
      <inkml:brushProperty name="height" value="0.025" units="cm"/>
      <inkml:brushProperty name="color" value="#E71224"/>
    </inkml:brush>
  </inkml:definitions>
  <inkml:trace contextRef="#ctx0" brushRef="#br0">6 3 6737,'1'-2'6525,"1"6"-6181,-1 0 1,1 0 0,-1 0 0,0 0 0,0 1 0,0-1 0,-1 0 0,1 0 0,-1 1 0,0-1 0,0 1 0,-1-1 0,1 0 0,-1 0 0,0 1 0,-2 5 0,-2 13 567,2 4-700,1 0 0,2 1 1,5 53-1,0 11 851,-6-60-374,0-22-602,0 0 0,1 0 0,0-1 1,1 1-1,0 0 0,1 0 1,3 12-1,-5-20 1,0 0 0,0 1 0,0-1 0,0 0 0,0 1 0,0-1 0,-1 1 0,1-1 0,-1 0 0,1 0 0,-3 4 0,2-2 699,1-4-769,0 0 1,0 0-1,0 0 0,0 0 1,0 0-1,-1 0 0,1 0 1,0-1-1,0 1 0,0 0 1,0 0-1,0 0 0,0 0 1,0 0-1,0 0 0,0-1 0,0 1 1,0 0-1,0 0 0,0 0 1,0 0-1,0 0 0,0-1 1,0 1-1,0 0 0,0 0 1,0 0-1,0 0 0,0 0 1,0-1-1,0 1 0,0 0 1,0 0-1,0 0 0,0 0 1,0 0-1,0 0 0,0-1 1,0 1-1,0 0 0,1 0 0,-1 0 1,0 0-1,0 0 0,0 0 1,0 0-1,0 0 0,0 0 1,0 0-1,1-1 0,-1 1 1,0 0-1,0 0 0,0 0 1,0 0-1,0 0 0,1 0 1,-1 0-1,0 0 0,1-1-382,1 1 1,-1-1-1,0 0 0,0 0 0,1 0 0,-1 0 1,0 0-1,0 0 0,0-1 0,0 1 1,0 0-1,0-2 0,15-33-5911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46.836"/>
    </inkml:context>
    <inkml:brush xml:id="br0">
      <inkml:brushProperty name="width" value="0.025" units="cm"/>
      <inkml:brushProperty name="height" value="0.025" units="cm"/>
      <inkml:brushProperty name="color" value="#E71224"/>
    </inkml:brush>
  </inkml:definitions>
  <inkml:trace contextRef="#ctx0" brushRef="#br0">47 8 6105,'-2'-7'9057,"0"9"-5660,2-1-2780,-7 8 3897,4 9-4133,0 1 0,0 32 0,-1 13-247,-2-19 198,1 56 0,1-67 318,3-27-616,0-1 1,0 0-1,1 1 1,0-1-1,0 1 0,0-1 1,2 9-1,-1-4 95,1-1 0,-2 1 0,0 0 0,0 0 0,-1 0 0,-3 12-1,0 31 260,7-67 487,2-7-5432,-2 8-1182,1-12-7333</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1.861"/>
    </inkml:context>
    <inkml:brush xml:id="br0">
      <inkml:brushProperty name="width" value="0.025" units="cm"/>
      <inkml:brushProperty name="height" value="0.025" units="cm"/>
    </inkml:brush>
  </inkml:definitions>
  <inkml:trace contextRef="#ctx0" brushRef="#br0">0 43 4089,'8'-16'8593,"-7"14"-8027,0 0 0,1 0-1,-1 0 1,0 0 0,0 0 0,-1 0-1,1 0 1,0 0 0,-1 0 0,1-5-1,-1 7 25,0 12-358,20 110 1319,13 89-487,-10-34-597,16 159 306,-35-276-379,-6-34-175,2-26-212,0 0 0,0 0 1,1 0-1,-1 1 0,0-1 1,0 0-1,0 0 0,0 0 1,0 0-1,0 1 0,0-1 1,0 0-1,0 0 0,0 0 1,0 1-1,0-1 0,0 0 1,-1 0-1,1 0 0,0 0 1,0 1-1,0-1 0,0 0 1,0 0-1,0 0 0,0 0 1,0 0-1,-1 1 0,1-1 1,0 0-1,0 0 0,0 0 1,0 0-1,0 0 0,-1 0 1,1 0-1,0 1 0,0-1 1,0 0-1,0 0 0,-1 0 1,1 0-1,0 0 0,0 0 1,0 0-1,-1 0 0,1 0 1,0 0-1,0 0 0,0 0 1,0 0-1,-1 0 0,1 0 1,0 0-1,0-1 0,0 1 1,-1 0-1,1 0 0,0 0 1,0 0-1,0 0 0,-3-3-392,0 0-1,0 1 1,1-1-1,0-1 1,-1 1-1,1 0 1,0 0-1,1-1 1,-1 1-1,1-1 1,-1 0-1,-1-6 1,-8-47-6466</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3.477"/>
    </inkml:context>
    <inkml:brush xml:id="br0">
      <inkml:brushProperty name="width" value="0.025" units="cm"/>
      <inkml:brushProperty name="height" value="0.025" units="cm"/>
    </inkml:brush>
  </inkml:definitions>
  <inkml:trace contextRef="#ctx0" brushRef="#br0">18 345 5233,'-9'15'4624,"8"-14"-4481,0 0-1,0 0 0,1 0 1,-1 0-1,0 0 1,1 1-1,-1-1 0,0 0 1,1 1-1,0-1 1,-1 0-1,1 1 0,0-1 1,-1 3-1,13 0 5837,47 8-4467,-6-10-1316,-1-4 0,102-14 0,-39 2-174,115-7-5,117-12 4,-316 30-20,269-38 9,-5-25-5,-83-4-3,49-14 2,-205 69-3,1 2 0,99-8-1,-133 22-3,1 0 0,-1 2-1,0 0 1,0 2-1,0 1 1,-1 0-1,28 12 1,41 11 178,-84-27-103,0 0 63,-1-1 0,0 1 0,1 0 0,-1 0 0,0 1 0,0 0 0,-1 0 0,7 4 0,-11-6-88,-1-1-1,0 1 0,0-1 0,0 1 1,1 0-1,-1-1 0,0 1 0,0 0 1,0-1-1,0 1 0,0-1 0,0 1 1,0 0-1,0-1 0,0 1 0,-1 0 1,1-1-1,0 1 0,0-1 0,0 1 1,-1-1-1,1 1 0,0 0 0,-1-1 1,1 1-1,0-1 0,-1 1 0,1-1 0,-1 0 1,0 1-1,-17 19 799,12-14-577,-21 24 754,-31 45-1,50-62-936,0 0 0,1 1 1,0 0-1,1 0 0,1 1 0,-7 26 1,7-13 6,2 1 0,0 0 1,2 1-1,4 37 0,20 121 178,-6-68-110,31 238 566,-48-344-523,-9-16 134,-6-4-339,-39-6-20,-1 3 0,0 3 0,0 1 0,-57 4 0,-221 26-223,204-12 241,-213 33-70,-54 4-75,180-41 205,-126 12-64,48-6 14,110-10 19,179-5-20,4 1 11,-1-1-1,1 0 1,-1 0 0,1 0-1,0 0 1,-1 0-1,1 0 1,-1 0 0,1 0-1,-1-1 1,1 1 0,-3-2-1,4 2 49,0 0-57,0 2-5,0-2 4,-11 13-807,11-12 429,-1 0-1,1 0 1,-1 0-1,1 0 1,-1 0-1,0 0 1,1 0-1,-1 0 1,0 0-1,0 0 0,0 0 1,1 0-1,-1 0 1,0-1-1,0 1 1,0 0-1,-1-1 1,1 1-1,-1 0 1,-15-7-9092</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8.786"/>
    </inkml:context>
    <inkml:brush xml:id="br0">
      <inkml:brushProperty name="width" value="0.025" units="cm"/>
      <inkml:brushProperty name="height" value="0.025" units="cm"/>
    </inkml:brush>
  </inkml:definitions>
  <inkml:trace contextRef="#ctx0" brushRef="#br0">179 56 3049,'0'0'235,"1"1"0,-1-1 1,1 0-1,0 1 0,-1-1 1,1 0-1,0 0 0,-1 1 1,1-1-1,0 0 0,-1 0 1,1 0-1,0 0 1,0 0-1,-1 0 0,1 0 1,0 0-1,0 0 0,-1 0 1,1 0-1,0 0 0,-1-1 1,1 1-1,0 0 0,-1 0 1,1-1-1,0 1 0,-1-1 1,1 1-1,-1 0 0,2-2 1,8-21 6276,-10 20-6234,1 0-1,0 0 1,0 0 0,1 0 0,-1 0 0,0 0 0,1 0-1,3-4 1,-26 41 263,2 0 1,-16 39-1,20-41-504,-12 23 23,2 2 1,2 0 0,4 1 0,-15 71 0,31-117-57,2 1 1,0-1 0,0 0-1,1 1 1,0-1 0,1 0-1,3 13 1,-3-21 26,-1-1 0,1 1-1,1-1 1,-1 1 0,0-1 0,1 0 0,0 1 0,-1-1-1,1 0 1,0 0 0,1 0 0,-1-1 0,1 1-1,-1 0 1,1-1 0,0 1 0,0-1 0,0 0-1,0 0 1,0 0 0,0-1 0,0 1 0,1-1 0,-1 1-1,1-1 1,-1 0 0,7 0 0,8 1 199,1 0 0,-1-2-1,1 0 1,33-5 0,-45 4-484,1-1 0,-1 1 0,0-1 0,0 0-1,0-1 1,0 0 0,0 0 0,-1 0 0,1-1-1,-1 0 1,0 0 0,0-1 0,-1 0 0,11-10 0,-15 13-237,0 0 0,1 0 0,-1 0 0,0 0 1,0 0-1,0 0 0,-1-1 0,1 1 1,0-4-1,3-40-7690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9.216"/>
    </inkml:context>
    <inkml:brush xml:id="br0">
      <inkml:brushProperty name="width" value="0.025" units="cm"/>
      <inkml:brushProperty name="height" value="0.025" units="cm"/>
    </inkml:brush>
  </inkml:definitions>
  <inkml:trace contextRef="#ctx0" brushRef="#br0">1 147 5881,'1'-4'748,"1"1"0,1-1 0,-1 1 0,0 0 0,1-1 0,0 1 0,-1 0 0,1 1 0,5-5 0,-4 5-284,0 0 0,0-1 1,0 2-1,0-1 0,0 0 0,0 1 1,8-2-1,2 1-195,1 1-1,0 1 1,-1 0 0,20 3 0,22-1 187,-32-3-328,1-2-1,0 0 1,0-2 0,27-9 0,92-39 7,-108 38-165,-29 13-30,-10 6-2606,-19 11-2528</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9.890"/>
    </inkml:context>
    <inkml:brush xml:id="br0">
      <inkml:brushProperty name="width" value="0.025" units="cm"/>
      <inkml:brushProperty name="height" value="0.025" units="cm"/>
    </inkml:brush>
  </inkml:definitions>
  <inkml:trace contextRef="#ctx0" brushRef="#br0">1 134 1920,'-1'5'12051,"1"-5"-11843,18 2 2984,-12-1-2917,0-1 0,0 1 0,0 0 1,11 5-1,-7-2-206,0 0 1,0 0-1,0 0 1,0-2-1,0 1 1,0-1-1,1-1 1,0 0-1,-1 0 1,1-1 0,-1 0-1,16-3 1,-20 2-63,1 0 1,-1-1 0,1 0 0,-1-1-1,1 1 1,-1-1 0,0 0 0,0-1-1,-1 1 1,1-1 0,-1 0 0,0-1 0,0 1-1,0-1 1,0 0 0,-1 0 0,0-1-1,0 1 1,0-1 0,3-9 0,-5 14-5,-1-1-1,0 0 1,0 0 0,-1 0 0,1 0 0,0 0 0,-1 0 0,1 0 0,-1 0 0,0-1 0,1 1 0,-1 0 0,0 0 0,-1 0 0,1 0 0,0 0 0,0 0 0,-1 0 0,1-1 0,-1 1 0,0 0 0,0 0 0,0 1 0,0-1-1,0 0 1,0 0 0,0 0 0,0 1 0,-1-1 0,1 0 0,-1 1 0,1-1 0,-1 1 0,0 0 0,1 0 0,-1-1 0,-2 0 0,-1 0 4,0 0-1,0 0 1,-1 0 0,1 1 0,0-1-1,-1 1 1,1 1 0,-1-1 0,1 1-1,-1 0 1,1 0 0,-1 1 0,-6 0-1,-2 3 1,-1 1-1,1 0 0,0 1 1,1 1-1,0 0 0,0 0 0,0 1 1,1 1-1,0 0 0,1 1 1,0 0-1,0 1 0,1 0 1,-15 23-1,24-32 18,0 0-1,-1 0 1,2 1-1,-1-1 1,0 0 0,0 1-1,1-1 1,0 1 0,-1-1-1,1 1 1,0-1-1,0 1 1,0-1 0,0 0-1,1 1 1,-1-1-1,2 5 1,0-2 90,0 0-1,0 0 1,1 0-1,0 0 1,0 0-1,0 0 1,7 7-1,-3-5 11,0-1-1,0 1 1,0-1 0,0-1-1,1 1 1,0-1 0,0-1-1,1 1 1,13 4 0,-15-8-158,-1 0 0,1-1 0,0 1 0,0-1 0,0-1 0,-1 1 0,1-1 0,0-1 1,-1 1-1,1-1 0,10-4 0,21-5-2549,2 8-3669,-7 8 427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00.675"/>
    </inkml:context>
    <inkml:brush xml:id="br0">
      <inkml:brushProperty name="width" value="0.025" units="cm"/>
      <inkml:brushProperty name="height" value="0.025" units="cm"/>
    </inkml:brush>
  </inkml:definitions>
  <inkml:trace contextRef="#ctx0" brushRef="#br0">1 89 6465,'5'-8'8163,"6"2"-5166,-9 6-2802,0-1 0,0 1 0,-1-1 0,1 1 0,0 0 0,0 0 0,0 0-1,-1 0 1,1 0 0,0 1 0,2-1 0,2 3 12,0 0 0,-1 0 1,0 1-1,0-1 0,0 1 0,0 0 0,0 1 0,-1-1 0,0 1 0,7 8 0,-2 3 136,0-1-1,10 24 1,-3-4-168,35-139 344,-45 94-516,0 0-1,0 1 1,1-1 0,1 2 0,-1-1 0,1 1 0,10-8 0,-15 14-7,1 0 1,-1-1 0,0 1 0,1 0-1,0 0 1,-1 1 0,1-1 0,0 1-1,0 0 1,0 0 0,0 0 0,0 0-1,0 1 1,0 0 0,0 0 0,0 0-1,0 0 1,0 0 0,0 1 0,0 0-1,0 0 1,8 3 0,-10-3 23,1 1 1,-1 0-1,0-1 1,1 1-1,-1 0 1,0 1-1,0-1 1,0 0-1,0 0 1,-1 1-1,1-1 1,-1 1-1,1 0 1,-1-1-1,0 1 1,0 0-1,0 0 1,0 0-1,-1 0 1,1 4-1,1 10 138,0-1-1,-2 25 1,0-30-169,8-17 85,-1 0 0,-1-1 0,1 0 1,10-16-1,-9 13-84,0-1 1,1 1-1,1 1 0,-1-1 1,2 2-1,-1-1 1,1 1-1,0 1 0,1 0 1,0 1-1,0 0 0,0 1 1,1 0-1,24-5 1,-36 10 0,0 0 0,0 0 0,0 0 1,0 1-1,0-1 0,0 0 0,0 1 0,0-1 1,0 1-1,0-1 0,0 1 0,0-1 1,-1 1-1,1 0 0,0 0 0,0-1 0,-1 1 1,1 0-1,0 0 0,-1 0 0,1 0 1,-1 0-1,1 0 0,-1 0 0,1 0 0,-1 0 1,0 0-1,1 0 0,-1 0 0,0 0 1,0 0-1,0 2 0,5 44 137,-5-38-126,0-4-2,0 0 0,1 0 0,0 0 1,0 0-1,0 0 0,4 8 0,9 4-2270,-12-16 1739,-1-1-1,1 1 1,-1 0-1,1-1 1,0 1-1,0-1 1,-1 1-1,1-1 1,0 0-1,0 1 1,-1-1-1,3 0 1,40-5-7488</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00.992"/>
    </inkml:context>
    <inkml:brush xml:id="br0">
      <inkml:brushProperty name="width" value="0.025" units="cm"/>
      <inkml:brushProperty name="height" value="0.025" units="cm"/>
    </inkml:brush>
  </inkml:definitions>
  <inkml:trace contextRef="#ctx0" brushRef="#br0">0 1 10442,'4'85'7747,"-1"1"-5636,-5-34-1397,2 47-102,1-88-685,0-1-1,1 1 1,0-1 0,0 1 0,1-1 0,8 19 0,2-11-3529,-12-17 3097,0 0 0,0-1-1,-1 1 1,1 0 0,0 0-1,0 0 1,0-1 0,0 1 0,1-1-1,-1 1 1,0-1 0,0 1-1,0-1 1,0 1 0,2-1-1,4-1-3752</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01.390"/>
    </inkml:context>
    <inkml:brush xml:id="br0">
      <inkml:brushProperty name="width" value="0.025" units="cm"/>
      <inkml:brushProperty name="height" value="0.025" units="cm"/>
    </inkml:brush>
  </inkml:definitions>
  <inkml:trace contextRef="#ctx0" brushRef="#br0">9 136 5505,'2'-7'610,"-1"0"0,2 0 0,-1 0 0,1 0 0,0 1 0,0-1 0,1 1 0,0 0 0,0 0 0,1 0 0,-1 0 0,1 1 0,1 0-1,-1 0 1,0 0 0,9-4 0,-9 5-366,1 0 1,0 1-1,-1 0 0,1 0 0,1 1 0,-1 0 0,0 0 0,0 0 0,1 1 0,-1 0 1,1 0-1,-1 0 0,1 1 0,0 0 0,-1 0 0,1 1 0,-1 0 0,9 2 0,-13-2-226,-1-1-1,1 1 1,0 0-1,-1-1 0,1 1 1,0 0-1,-1 0 0,1 0 1,-1 0-1,0 1 1,1-1-1,-1 0 0,0 1 1,0-1-1,1 1 0,-1-1 1,0 1-1,-1-1 1,3 4-1,-2-1 10,0-1-1,-1 1 1,1 0-1,0 0 1,-1-1-1,0 1 1,0 0-1,0 0 1,-1 5-1,-1-1 7,0 0 0,0 1 0,-1-1 0,0 0-1,0 0 1,-1-1 0,1 1 0,-7 7 0,7-11-14,0-1 0,0 0 1,-1 0-1,0 0 1,1 0-1,-1-1 1,0 0-1,0 1 0,0-1 1,0-1-1,-1 1 1,1-1-1,-1 1 1,1-1-1,-6 0 0,-8 2 125,-1-2-1,-24 0 1,31-1 12,4 0 383,7 0-628,1 0 1,0-1 0,-1 1-1,1 0 1,0 0-1,-1 0 1,1 0-1,0 0 1,-1 0-1,1 0 1,0 0 0,0 0-1,-1 0 1,1 0-1,0 0 1,-1 0-1,1 1 1,0-1-1,-1 0 1,1 0 0,0 0-1,0 0 1,-1 0-1,1 1 1,0-1-1,0 0 1,-1 0 0,1 0-1,0 1 1,0-1-1,0 0 1,-1 0-1,1 1 1,0-1-1,0 0 1,0 0 0,0 1-1,0-1 1,0 0-1,0 1 1,-1-1-1,1 0 1,0 1-1,-8 18-5221,-14 21-4800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0.438"/>
    </inkml:context>
    <inkml:brush xml:id="br0">
      <inkml:brushProperty name="width" value="0.025" units="cm"/>
      <inkml:brushProperty name="height" value="0.025" units="cm"/>
    </inkml:brush>
  </inkml:definitions>
  <inkml:trace contextRef="#ctx0" brushRef="#br0">0 40 4761,'4'0'558,"0"-1"1,0 0-1,0 0 0,-1 0 1,1 0-1,-1-1 0,1 1 1,-1-1-1,1 0 0,-1 0 1,0-1-1,6-3 0,14-10 3835,-22 15-3197,-5 8 1695,-15 22-2667,13-13-156,1 0 0,0 0-1,1 1 1,-3 31 0,-1 69 199,8-116-267,1 18 88,-1 1 0,2-1 0,1 0 0,9 35 0,31 71 326,-8-26-26,-13-37-199,3 0-1,3-2 1,38 63-1,-51-96 123,-1 0-171,1-1 1,1 0 0,1-1 0,2-1 0,0-1-1,35 33 1,370 265 1733,-403-306-1723,1-1-1,1-1 1,0-1-1,1-1 1,0-1-1,43 11 1,-19-7 108,-28-7-38,0-1 1,0-1 0,1-1 0,28 1 0,-32-6 1072,-28-5-1073,-16-8-2363,-11-17-5429,-1-5 511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1.330"/>
    </inkml:context>
    <inkml:brush xml:id="br0">
      <inkml:brushProperty name="width" value="0.025" units="cm"/>
      <inkml:brushProperty name="height" value="0.025" units="cm"/>
    </inkml:brush>
  </inkml:definitions>
  <inkml:trace contextRef="#ctx0" brushRef="#br0">27 1 5769,'4'4'7246,"2"7"-3350,5 8 184,-6-13-3509,0 1-1,0 0 1,0 1-1,4 10 0,12 18 314,-3-10-523,2-1 0,0-1 0,1 0 0,31 25 0,-45-44-230,1 1-1,-2 0 1,1 1-1,-1 0 0,0 0 1,0 0-1,-1 1 1,0 0-1,7 14 1,-64 20 1525,-139 145-1640,182-177 14,0 1 0,1 0 0,0 0 1,-11 22-1,19-32 226,0-2-242,1 1 1,0 0-1,-1 0 1,1 0-1,0 0 0,-1 0 1,1-1-1,0 1 1,-1 0-1,1 0 1,0 1-1,-1-1 1,1 0-1,0 0 0,-1 0 1,1 0-1,0 1 1,-1-1-1,1 0 1,0 0-1,-1 1 1,1-1-1,-1 1 0,1-1 1,-1 0-1,1 1 1,-1-1-1,1 1 1,23 16-5109,-13-3-1975</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5.175"/>
    </inkml:context>
    <inkml:brush xml:id="br0">
      <inkml:brushProperty name="width" value="0.025" units="cm"/>
      <inkml:brushProperty name="height" value="0.025" units="cm"/>
    </inkml:brush>
  </inkml:definitions>
  <inkml:trace contextRef="#ctx0" brushRef="#br0">5 15 9994,'3'-14'9913,"-1"13"-7853,-1 10-9,13 135-917,-14-144-1307,0 0-1,0 0 1,0 1-1,0-1 1,0 0-1,-1 1 1,1-1-1,0 0 1,0 0 0,0 1-1,0-1 1,0 0-1,0 0 1,-1 1-1,1-1 1,0 0-1,0 0 1,-1 1 0,1-1-1,0 0 1,0 0-1,0 0 1,-1 0-1,1 1 1,0-1-1,-1 0 1,1 0 0,0 0-1,0 0 1,-1 0-1,1 0 1,0 0-1,-1 0 1,1 0 0,-4 1-1848,-10 3-2645</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6.127"/>
    </inkml:context>
    <inkml:brush xml:id="br0">
      <inkml:brushProperty name="width" value="0.025" units="cm"/>
      <inkml:brushProperty name="height" value="0.025" units="cm"/>
    </inkml:brush>
  </inkml:definitions>
  <inkml:trace contextRef="#ctx0" brushRef="#br0">10 96 5169,'-7'27'4645,"7"22"-3338,0-22-672,-1-15-463,0 14 362,0-1 0,2 1-1,7 47 1,-7-66-361,1-1-1,-1 1 1,1-1-1,1 0 1,-1 1-1,1-1 1,0-1-1,1 1 1,-1 0-1,1-1 1,0 1 0,1-1-1,-1-1 1,1 1-1,0 0 1,0-1-1,0 0 1,1 0-1,0-1 1,6 4-1,15 5 95,1-2-1,-1-1 0,2-1 1,-1-1-1,45 5 0,-70-13-236,0 1 0,0 0 1,0-1-1,0 1 0,0-1 0,-1 0 0,1 0 1,0 0-1,0 0 0,-1-1 0,1 1 0,-1-1 0,1 1 1,-1-1-1,0 0 0,0 0 0,0 0 0,0 0 0,0 0 1,0-1-1,0 1 0,-1 0 0,3-4 0,3-8 369,1 0 0,9-28 0,-10 24-160,-1-1 0,-1 1 1,-1-1-1,-1-1 0,0 1 1,-1 0-1,-2-1 1,1 1-1,-2-1 0,-1 1 1,-7-32-1,7 43-196,-1 1 1,-1 0-1,0 0 0,0 0 0,0 0 0,0 1 0,-1 0 1,0 0-1,-1 0 0,1 0 0,-1 1 0,0 0 1,-1 0-1,-11-6 0,-7-3 45,-1 1-1,-44-15 1,66 26-76,0 0-1,0 1 1,-1 0 0,1 0-1,0 0 1,-1 0 0,1 1 0,0 0-1,-1-1 1,1 2 0,-1-1-1,1 0 1,-1 1 0,1 0-1,0 0 1,-1 0 0,1 1-1,0-1 1,0 1 0,0 0 0,0 0-1,0 1 1,1-1 0,-1 1-1,-4 4 1,4-2-4,-1 0 0,1 1 0,0 0 0,1-1 0,0 1 0,0 1 0,0-1 0,0 0 0,1 1 0,0-1 0,1 1 0,-1 0 0,1 0 0,1-1 0,-1 13 0,-1 2 94,3-29-1598,2-12-3483,8-19-5586</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9.701"/>
    </inkml:context>
    <inkml:brush xml:id="br0">
      <inkml:brushProperty name="width" value="0.025" units="cm"/>
      <inkml:brushProperty name="height" value="0.025" units="cm"/>
    </inkml:brush>
  </inkml:definitions>
  <inkml:trace contextRef="#ctx0" brushRef="#br0">420 42 7338,'1'-12'3328,"-1"11"-2947,0 0 1,0 1-1,0-1 0,0 0 1,0 0-1,0 1 0,0-1 1,0 0-1,0 0 0,0 1 1,0-1-1,0 0 1,0 1-1,-1-1 0,1 0 1,0 0-1,-1 1 0,1-1 1,0 1-1,-1-1 1,0 0-1,-14-5 1601,-2 3-1962,1 1-1,-1 0 1,0 2 0,0-1 0,0 2-1,0 1 1,0 0 0,1 1-1,-1 0 1,1 2 0,0 0 0,-28 12-1,34-12-19,-1 0-1,1 1 1,1-1-1,-1 2 1,1 0-1,0 0 1,0 0-1,1 1 1,0 1-1,1-1 1,-1 1-1,2 0 1,-1 1 0,1 0-1,1 0 1,0 0-1,0 0 1,1 1-1,-5 20 1,8-26-6,0-1 1,1 0-1,-1 0 1,1 1 0,0-1-1,0 1 1,1-1 0,-1 0-1,1 0 1,0 1 0,0-1-1,1 0 1,-1 0 0,1 0-1,0 0 1,0 0-1,0 0 1,0-1 0,4 5-1,-3-6 3,-1 1 1,1-1-1,0 1 0,0-1 0,1 0 0,-1 0 0,0-1 0,1 1 0,-1 0 0,1-1 0,-1 0 0,1 0 0,0 0 0,-1-1 0,1 1 0,0-1 0,0 0 1,-1 0-1,1 0 0,0 0 0,0 0 0,4-2 0,7-2 10,0-1 0,0 0-1,0-1 1,-1 0 0,0-1 0,0-1 0,0-1 0,-1 1 0,-1-2-1,0 0 1,12-12 0,15-18 27,57-77 1,-94 114-24,0 1 1,0-1-1,0 0 1,0 1-1,-1-1 1,1 0-1,-1 0 1,0 0 0,0 0-1,0 0 1,1-4-1,-5 8 70,1 1-1,0 0 1,-1-1-1,1 1 1,0 0-1,0 0 1,0 1-1,0-1 1,1 0-1,-3 4 1,2-2-27,-1 1 1,1-1-1,1 0 1,-1 1-1,0 0 0,1-1 1,0 1-1,0 0 1,1 0-1,-1 0 1,1 0-1,0-1 1,0 1-1,1 0 1,-1 0-1,1 0 0,0 0 1,0-1-1,1 1 1,0 0-1,2 5 1,-2-6-102,0 0 1,1 0-1,-1-1 1,0 1-1,1-1 1,0 0-1,0 0 1,0 0-1,0 0 1,1 0-1,-1-1 1,1 1-1,-1-1 1,1 0 0,0 0-1,0 0 1,0-1-1,0 1 1,0-1-1,0 0 1,1 0-1,-1-1 1,0 1-1,8-1 1,-4 0-682,0-1-1,0-1 1,0 0 0,11-3 0,87-32-7942</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2.422"/>
    </inkml:context>
    <inkml:brush xml:id="br0">
      <inkml:brushProperty name="width" value="0.025" units="cm"/>
      <inkml:brushProperty name="height" value="0.025" units="cm"/>
    </inkml:brush>
  </inkml:definitions>
  <inkml:trace contextRef="#ctx0" brushRef="#br0">489 7 744,'-1'-7'11877,"-4"10"-5834,-7 4-4808,-26 7-1019,0-1-1,0-3 1,-71 12 0,-121 1-275,224-23 71,-5 3-50,17 2-33,4 3 96,-4 1 2,-1 0-1,0 1 1,-1-1 0,0 1 0,0 0-1,-1 0 1,0 0 0,2 18-1,3 6 21,4 19-6,-3 1 0,-2-1-1,-2 1 1,-3 86 0,-33 216 15,29-341-53,-22 151 69,24-163-75,0 0 1,0 0 0,0 0-1,0 0 1,1 0 0,-1 0-1,1 0 1,-1 0 0,1-1-1,2 6 1,-2-7 7,-1 0-1,1-1 0,-1 1 1,1 0-1,0-1 1,-1 1-1,1-1 1,0 1-1,-1-1 1,1 1-1,0-1 1,-1 1-1,1-1 0,0 1 1,0-1-1,0 0 1,-1 0-1,1 1 1,0-1-1,0 0 1,0 0-1,0 0 1,0 0-1,-1 0 1,1 0-1,0 0 0,0 0 1,0-1-1,0 1 1,-1 0-1,1 0 1,0-1-1,0 1 1,0 0-1,-1-1 1,1 1-1,0-1 1,0 1-1,-1-1 0,2 0 1,20-14 157,-1 1 158,40-19 0,-51 29-219,-1 0 0,1 1 0,-1 1-1,1-1 1,0 1 0,0 1 0,18 0-1,1 0 65,-18 0-164,1 0-1,0 2 1,14 1-1,-40-16-13231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2.941"/>
    </inkml:context>
    <inkml:brush xml:id="br0">
      <inkml:brushProperty name="width" value="0.025" units="cm"/>
      <inkml:brushProperty name="height" value="0.025" units="cm"/>
    </inkml:brush>
  </inkml:definitions>
  <inkml:trace contextRef="#ctx0" brushRef="#br0">16 98 360,'-5'21'8330,"-5"19"-2681,10-39-5571,0-1-1,0 0 1,0 0 0,0 1-1,0-1 1,0 0 0,0 1-1,0-1 1,0 0 0,0 0-1,0 1 1,0-1 0,0 0-1,0 1 1,0-1 0,0 0-1,0 0 1,0 1 0,0-1-1,1 0 1,-1 0 0,0 1-1,0-1 1,0 0 0,0 0-1,1 0 1,-1 1 0,0-1-1,0 0 1,0 0 0,1 0-1,-1 0 1,0 1 0,0-1-1,1 0 1,-1 0 0,0 0-1,1 0 1,14-2 1212,16-13-675,-30 15-556,34-21 19,-1-1 0,-1-1 1,-1-2-1,35-35 0,-85 75 558,-33 33 0,47-42-635,-1 0 0,0 0-1,1 0 1,1 1 0,-1 0 0,1 0-1,0 0 1,-4 13 0,7-18-8,0 0 1,-1 1-1,1-1 0,0 1 1,0-1-1,0 1 0,1-1 1,-1 0-1,1 1 0,-1-1 1,1 1-1,0-1 0,-1 0 1,1 0-1,1 1 0,-1-1 1,0 0-1,0 0 0,1 0 1,-1 0-1,1 0 0,0-1 0,-1 1 1,1 0-1,0-1 0,0 0 1,0 1-1,0-1 0,0 0 1,1 0-1,2 1 0,0 1-126,0-1 1,0 0-1,1-1 0,-1 1 0,0-1 0,1 0 0,-1-1 0,1 1 0,7-1 0,3-2-1278,0 0 0,24-6 0,38-12-3141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3.148"/>
    </inkml:context>
    <inkml:brush xml:id="br0">
      <inkml:brushProperty name="width" value="0.025" units="cm"/>
      <inkml:brushProperty name="height" value="0.025" units="cm"/>
    </inkml:brush>
  </inkml:definitions>
  <inkml:trace contextRef="#ctx0" brushRef="#br0">14 0 14467,'-5'3'2929,"3"1"-1217,-4 3-616,6 6-568,6 1-384,3 1-144,13-2-512,1-1-2248,55-17-4114</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3.799"/>
    </inkml:context>
    <inkml:brush xml:id="br0">
      <inkml:brushProperty name="width" value="0.025" units="cm"/>
      <inkml:brushProperty name="height" value="0.025" units="cm"/>
    </inkml:brush>
  </inkml:definitions>
  <inkml:trace contextRef="#ctx0" brushRef="#br0">0 175 7394,'44'-28'6828,"33"-2"-4627,114-30 0,-178 56-2098,22-6 42,17-5 141,74-12 0,-126 27-271,1 0-1,-1 0 0,0 0 1,0 0-1,0 0 1,1 0-1,-1 0 1,0 0-1,0 0 0,0 0 1,1 0-1,-1 0 1,0 0-1,0 0 1,1 0-1,-1 0 0,0 0 1,0 0-1,0 0 1,1 0-1,-1 0 1,0 0-1,0 0 0,0 1 1,0-1-1,1 0 1,-1 0-1,0 0 1,0 0-1,0 0 0,0 1 1,0-1-1,1 0 1,-1 0-1,0 0 1,0 1-1,0-1 0,0 0 1,0 0-1,0 0 1,0 1-1,0-1 1,0 0-1,0 0 0,0 1 1,-5 13 572,-25 30 265,10-14-580,9-12-183,2 2-1,0-1 0,1 2 0,1-1 1,1 1-1,1 0 0,1 0 1,0 0-1,2 0 0,0 1 0,2 0 1,0-1-1,2 1 0,4 22 1,23 113 142,-12-76-183,7 84-1,-21-123-13,0-15 42,-1-1-1,-1 0 0,-1 0 0,-4 27 0,3-51-38,1 0 0,0-1 1,-1 1-1,1-1 0,-1 1 1,0-1-1,1 1 0,-1-1 1,0 0-1,0 1 0,0-1 0,0 0 1,0 0-1,0 0 0,0 1 1,0-1-1,-1 0 0,1-1 1,0 1-1,-1 0 0,1 0 0,0 0 1,-1-1-1,1 1 0,-1-1 1,1 1-1,-1-1 0,1 0 1,-1 1-1,0-1 0,1 0 1,-1 0-1,-2 0 0,-6-1 16,1 0 0,-1 0 0,0-1 0,-13-5-1,9 3-67,-11-2 31,1 0-1,-1 1 0,0 2 0,0 0 0,-1 2 0,1 1 0,0 1 0,-35 5 0,59-6-23,-1 1-1,0-1 0,1 1 1,-1-1-1,1 1 0,-1 0 1,0-1-1,1 1 0,0 0 1,-1 0-1,1 0 0,-1 0 1,1 0-1,0 1 0,0-1 1,0 0-1,0 0 0,0 1 1,0-1-1,0 1 0,0-1 1,0 3-1,0-4-47,1 1 1,0 0-1,0-1 0,0 1 1,0 0-1,0-1 0,0 1 1,1 0-1,-1 0 0,0-1 0,0 1 1,0-1-1,1 1 0,-1 0 1,0-1-1,1 1 0,-1 0 1,0-1-1,1 1 0,-1-1 1,1 1-1,-1-1 0,1 1 0,1 1-236,0-1 1,0 0-1,1 0 0,-1 0 0,0 0 0,0 0 0,1 0 0,-1 0 0,0-1 0,4 1 0,56 6-4555</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5.023"/>
    </inkml:context>
    <inkml:brush xml:id="br0">
      <inkml:brushProperty name="width" value="0.025" units="cm"/>
      <inkml:brushProperty name="height" value="0.025" units="cm"/>
    </inkml:brush>
  </inkml:definitions>
  <inkml:trace contextRef="#ctx0" brushRef="#br0">479 39 8010,'0'-2'598,"-1"0"1,0 0-1,0-1 1,0 1-1,0 0 1,0 0-1,-1 0 1,1 0-1,0 1 1,-1-1-1,0 0 1,1 1-1,-1-1 1,0 1-1,-2-2 1,2 2-322,-1 0 1,1 0 0,-1 0-1,1 0 1,-1 0 0,1 1-1,-1-1 1,0 1 0,1 0-1,-1 0 1,-4 0 0,-4 2-251,-1 1 0,1-1 0,0 2 0,-22 9 1,18-7 768,-26 11-254,0 1 0,-49 32 0,75-41-475,0 0 0,1 2 0,1 0-1,0 0 1,0 2 0,1-1 0,1 2-1,0-1 1,-9 16 0,17-23-64,0 0 0,0-1 0,1 1 1,0 0-1,1 1 0,-1-1 0,1 0 1,0 0-1,1 1 0,-1-1 0,2 9 0,-1-12-7,0-1 0,0 1 0,1-1-1,-1 0 1,1 1 0,0-1-1,-1 0 1,1 1 0,0-1 0,0 0-1,1 0 1,-1 0 0,0 0-1,1 0 1,0 0 0,-1 0 0,1-1-1,0 1 1,0 0 0,0-1 0,0 1-1,0-1 1,0 0 0,0 0-1,0 0 1,0 0 0,1 0 0,-1 0-1,0-1 1,1 1 0,-1-1-1,4 1 1,4-1 3,1 0 0,-1-1 0,1 0-1,-1-1 1,0 0 0,1 0 0,-1-1 0,0-1 0,0 1-1,11-8 1,5-2-7,-1-2 0,35-27 0,-43 29 5,-1 0 0,0-2 0,-1 0 0,24-32 0,-33 39 16,0 0-1,-1-1 1,0 0 0,-1 0-1,0 0 1,0-1-1,-1 0 1,0 1 0,-1-1-1,0 0 1,0 0 0,-1-12-1,-4 15 668,-4 14-316,-5 17-14,8-12-285,1 0 1,0 0-1,0 0 0,2 0 1,-1 0-1,1 0 0,1 1 1,0-1-1,3 20 0,-2-26-80,0 0 0,1 0 0,0 0 0,-1 0 0,2-1 0,-1 1 0,1-1 0,0 1-1,0-1 1,1 0 0,-1 0 0,1 0 0,0-1 0,0 1 0,1-1 0,-1 0 0,1 0 0,0-1-1,0 1 1,1-1 0,7 4 0,-3-3-314,-1-1-1,0 0 1,1 0 0,0-1-1,-1 0 1,13 0 0,84-3-5750,57-9-1147</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5.628"/>
    </inkml:context>
    <inkml:brush xml:id="br0">
      <inkml:brushProperty name="width" value="0.025" units="cm"/>
      <inkml:brushProperty name="height" value="0.025" units="cm"/>
    </inkml:brush>
  </inkml:definitions>
  <inkml:trace contextRef="#ctx0" brushRef="#br0">950 3 11779,'-30'-3'7435,"-19"10"-4903,15-2-1743,-411 67 618,400-64-1369,8-1-35,1 0 1,0 3-1,0 1 1,-45 20-1,79-30-5,1 0 0,-1-1 0,1 1-1,0 0 1,0 0 0,0 0 0,-1 0 0,1 0-1,0 1 1,0-1 0,0 0 0,1 0 0,-1 1-1,0-1 1,0 0 0,1 1 0,-1-1 0,1 1-1,-1-1 1,1 1 0,0-1 0,-1 1 0,1-1-1,0 1 1,0-1 0,0 1 0,0 0 0,0-1-1,1 1 1,-1-1 0,1 3 0,2 5 0,0-1 1,0 0-1,1 0 0,7 12 1,1 1 7,-1 5-4,-1 0 0,0 1-1,-2 0 1,-2 0 0,0 1 0,-2 0-1,2 51 1,-6-41-3,-3 0 0,-1 0 0,-2 0 0,-1-1 0,-16 48 0,-51 117 5,2-7 0,70-190-15,0 1 1,0-1-1,1 1 0,0 0 0,1-1 1,-1 1-1,1 0 0,0 0 0,0 0 1,2 8-1,-1-11 7,0-1 0,0 1 0,0-1 0,0 0 0,0 0 0,1 1 0,-1-1 0,1 0 0,-1 0 0,1 0 0,0 0 0,0-1 0,0 1 0,0 0 0,0-1 0,0 0 0,0 1 0,0-1-1,1 0 1,-1 0 0,1 0 0,-1 0 0,1-1 0,-1 1 0,4 0 0,16 2 39,-1-1-1,0-1 0,0 0 1,33-5-1,87-17 61,-92 12-107,-34 7-206,-1-1 1,0-1-1,-1 0 1,1 0-1,-1-1 0,0-1 1,0 0-1,0-1 0,11-9 1,-7-3-4239,-2-19-3387</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039"/>
    </inkml:context>
    <inkml:brush xml:id="br0">
      <inkml:brushProperty name="width" value="0.025" units="cm"/>
      <inkml:brushProperty name="height" value="0.025" units="cm"/>
    </inkml:brush>
  </inkml:definitions>
  <inkml:trace contextRef="#ctx0" brushRef="#br0">4 110 7154,'0'0'238,"0"0"0,-1-1 1,1 1-1,0 0 0,0 0 1,-1 0-1,1 0 0,0-1 1,0 1-1,0 0 0,-1 0 1,1 0-1,0-1 0,0 1 1,0 0-1,0 0 1,0-1-1,-1 1 0,1 0 1,0 0-1,0-1 0,0 1 1,0 0-1,0 0 0,0-1 1,0 1-1,0 0 0,0-1 1,0 1-1,0 0 1,0 0-1,0-1 0,0 1 1,0 0-1,0 0 0,1-1 1,-1 1-1,0 0 0,0 0 1,0-1-1,0 1 0,0 0 1,1 0-1,-1-1 0,0 1 1,1 0-1,17-16 3077,37-15-5118,-43 25 2942,50-26-971,-29 18 1103,-50 29-1100,0 1 0,0 1 0,2 0 0,-16 21 0,28-33-177,-1 0 0,1 0 0,-1 1 0,1-1-1,1 0 1,-1 1 0,1 0 0,0 0 0,1 0 0,-1 0 0,1 0 0,0 0 0,1 0 0,-1 0 0,1 0-1,0 0 1,1 0 0,0 1 0,0-1 0,3 11 0,-3-14-47,0 0 1,1 0-1,-1 0 1,1-1-1,0 1 1,0 0-1,0-1 1,0 0-1,0 1 1,1-1-1,-1 0 1,1 0-1,-1 0 1,1 0-1,0-1 1,0 1-1,0-1 1,0 0-1,0 1 1,3-1-1,-1 0-299,1 0-1,-1 0 1,0-1 0,1 0-1,-1 0 1,0-1 0,1 0-1,-1 0 1,0 0-1,0 0 1,0-1 0,0 0-1,10-4 1,70-42-5463</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213"/>
    </inkml:context>
    <inkml:brush xml:id="br0">
      <inkml:brushProperty name="width" value="0.025" units="cm"/>
      <inkml:brushProperty name="height" value="0.025" units="cm"/>
    </inkml:brush>
  </inkml:definitions>
  <inkml:trace contextRef="#ctx0" brushRef="#br0">16 14 11666,'-5'-5'5474,"1"3"-3466,-3-5 689,9 7-2337,3 5-696,4 4-1121,31 18-3528</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595"/>
    </inkml:context>
    <inkml:brush xml:id="br0">
      <inkml:brushProperty name="width" value="0.025" units="cm"/>
      <inkml:brushProperty name="height" value="0.025" units="cm"/>
    </inkml:brush>
  </inkml:definitions>
  <inkml:trace contextRef="#ctx0" brushRef="#br0">116 0 9266,'-9'0'4473,"2"2"-2577,-8 7 297,-3 7-57,2 4-599,-1 11-225,3 7-224,3 6 16,7 3-247,-1 0-281,7-5-376,3-4-200,4-7-8,2-8-128,5-8-873,-5-6-1727,-2-9-2809,-12-31-5290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794"/>
    </inkml:context>
    <inkml:brush xml:id="br0">
      <inkml:brushProperty name="width" value="0.025" units="cm"/>
      <inkml:brushProperty name="height" value="0.025" units="cm"/>
    </inkml:brush>
  </inkml:definitions>
  <inkml:trace contextRef="#ctx0" brushRef="#br0">1 58 14755,'2'-2'4329,"2"2"-3305,10 2 161,13 0 399,4 3-872,7-5-512,4 0-136,5-2-64,-3-5-608,5-6-3289,56-30-3120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7.119"/>
    </inkml:context>
    <inkml:brush xml:id="br0">
      <inkml:brushProperty name="width" value="0.025" units="cm"/>
      <inkml:brushProperty name="height" value="0.025" units="cm"/>
    </inkml:brush>
  </inkml:definitions>
  <inkml:trace contextRef="#ctx0" brushRef="#br0">96 1 9818,'-2'2'4817,"0"5"-3161,-3 8 849,1 12 200,-1 9-1073,1 11-688,-3 4-352,-2 2-328,0 3-208,1 0-56,-1-3-832,0-2-3833,-14 54-6969</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8.523"/>
    </inkml:context>
    <inkml:brush xml:id="br0">
      <inkml:brushProperty name="width" value="0.025" units="cm"/>
      <inkml:brushProperty name="height" value="0.025" units="cm"/>
    </inkml:brush>
  </inkml:definitions>
  <inkml:trace contextRef="#ctx0" brushRef="#br0">332 1 8178,'2'1'4008,"10"5"-1316,9 3-1052,-1-1 0,38 8 0,-40-13-1328,0 0-1,0-1 1,1-1-1,-1-1 1,1 0 0,26-5-1,-23 2-89,25-4 632,69-3 0,-118 12-742,1 0 0,-1 0 0,0 0 0,1 0 0,-1 0 0,1 0 0,0 0 0,-1 0-1,1 1 1,0-1 0,0 0 0,1 1 0,-1-1 0,0 5 0,-1-1 46,-18 57 20,2 1 0,-10 76 1,-5 136 264,23-179-312,1-26-104,4 0 0,3 1 0,4 0 0,19 133 0,-13-169-20,-4-19 1,0 1 0,-2-1 1,2 19-1,-9-24 94,3-10-52,4-6 39,-2 3-83,0 1-1,0-1 0,0 1 1,0-1-1,0 1 1,0-1-1,-1 1 0,1-1 1,0 1-1,0-1 0,0 1 1,-1-1-1,1 1 1,0-1-1,-1 1 0,1 0 1,0-1-1,-1 1 1,1 0-1,0-1 0,-1 1 1,1 0-1,-1-1 1,1 1-1,-1 0 0,1-1 1,-1 1-1,0 0 1,-16-8 20,-2 2-29,0 1 0,-1 0 0,0 2 1,0 1-1,-35-1 0,-103 14 4,110-7-2,12-1 0,-85 10-14,105-10 5,0 0 1,0 1 0,1 1-1,-1 0 1,-14 8 0,28-12 10,0 0 0,0 0 1,0 1-1,1-1 1,-1 0-1,0 1 1,1-1-1,-1 1 1,1 0-1,0-1 1,-1 1-1,1 0 1,0 0-1,0 0 1,0 0-1,0 0 1,1 0-1,-1 0 1,1 0-1,-1 0 1,1 0-1,-1 0 1,1 3-1,0-3-136,0-1-1,1 1 1,-1-1 0,0 0-1,0 1 1,1-1 0,-1 1-1,1-1 1,0 0 0,-1 1-1,1-1 1,0 0 0,0 0-1,1 3 1,0-3-397,-1 0-1,1 0 1,-1 1 0,1-1 0,0 0-1,-1 0 1,1-1 0,0 1 0,0 0-1,0-1 1,-1 1 0,1-1 0,4 1 0,26 0-9881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2.346"/>
    </inkml:context>
    <inkml:brush xml:id="br0">
      <inkml:brushProperty name="width" value="0.025" units="cm"/>
      <inkml:brushProperty name="height" value="0.025" units="cm"/>
    </inkml:brush>
  </inkml:definitions>
  <inkml:trace contextRef="#ctx0" brushRef="#br0">32 25 6681,'-2'-5'2551,"-9"-13"6310,6 16-5626,1 14-1937,-1 25-949,2 0 0,2 0 0,5 62 0,24 116-295,-12-112-29,-14-92-251,0 0 0,0 0 0,1 0-1,4 11 1,-11-34-6244,-21-33 460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3.393"/>
    </inkml:context>
    <inkml:brush xml:id="br0">
      <inkml:brushProperty name="width" value="0.025" units="cm"/>
      <inkml:brushProperty name="height" value="0.025" units="cm"/>
    </inkml:brush>
  </inkml:definitions>
  <inkml:trace contextRef="#ctx0" brushRef="#br0">108 86 7138,'-6'-2'2510,"14"-2"-1148,-6 4-1103,0-1-1,0 1 0,1-1 1,-1 1-1,0-1 1,0 1-1,1 0 0,-1 0 1,0 0-1,4 1 0,10 3 159,1 0 0,-1-1 0,1-1 0,-1-1 0,29-1 0,86-14-421,-75 6 248,715-49 491,-584 47-284,-145 7-246,0 3 1,-1 2 0,1 1-1,-1 2 1,0 2-1,58 18 1,-73-21 93,-23-5-229,0 2 1,0-1 0,1 0-1,-1 1 1,0-1-1,0 1 1,0 0-1,1 0 1,-1 0-1,0 0 1,-1 1 0,1-1-1,5 4 1,-8-4-34,0 0 0,0 0 0,0-1 0,0 1 0,1 0 0,-1 0 0,0 0 0,-1 0-1,1 0 1,0 0 0,0-1 0,0 1 0,0 0 0,-1 0 0,1 0 0,0 0 0,-1-1 0,1 1 0,0 0 0,-1 0 0,0 0 0,-14 21 642,11-17-462,-12 17-55,2 1-1,1 1 0,0 0 0,2 0 1,1 1-1,1 0 0,1 1 0,1 0 1,2 1-1,-5 51 0,3 21 21,5 1 0,14 133 0,-11-231-151,-1 0 0,1 0 0,-1 0 0,0-1 1,0 1-1,0 0 0,0 0 0,0 0 0,0 0 1,-1-1-1,1 1 0,-1 0 0,0 2 0,0-4 3,0 0-1,1 0 1,-1 0-1,0 0 0,0 0 1,1 0-1,-1 0 1,0 0-1,0-1 0,1 1 1,-1 0-1,0 0 0,0-1 1,1 1-1,-1-1 1,1 1-1,-1 0 0,0-1 1,1 1-1,-2-2 0,-21-11 237,3 6-316,1 0 0,-1 2 1,0 0-1,-1 1 1,-33-1-1,-108 4-379,131 2 374,-317 13-589,-90 2 379,-4-31 335,362 6 1169,80 9-899,41 11-1591,-17-7-1067,40 1-2321</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8.179"/>
    </inkml:context>
    <inkml:brush xml:id="br0">
      <inkml:brushProperty name="width" value="0.025" units="cm"/>
      <inkml:brushProperty name="height" value="0.025" units="cm"/>
    </inkml:brush>
  </inkml:definitions>
  <inkml:trace contextRef="#ctx0" brushRef="#br0">0 46 7017,'2'-3'14006,"2"-3"-10188,11-13-1827,-13 17-1992,0 1-1,1-1 1,-1 0-1,1 1 1,-1-1-1,1 1 0,0 0 1,-1-1-1,1 2 1,0-1-1,0 0 1,0 0-1,0 1 0,0-1 1,0 1-1,0 0 1,0 0-1,-1 0 1,1 1-1,5 0 0,-6 0-24,0 0 0,0 0 0,0 0-1,0 0 1,0 0 0,0 0 0,-1 1 0,1-1-1,-1 1 1,1-1 0,-1 1 0,1 0-1,-1 0 1,0-1 0,0 1 0,0 0 0,0 0-1,0 0 1,0 0 0,0 0 0,-1 0-1,1 1 1,-1-1 0,0 0 0,1 0 0,-1 0-1,0 0 1,-1 4 0,1 0-46,-1 1 1,1-1 0,-2 0-1,1 0 1,-1 0-1,1 0 1,-2 0-1,1 0 1,-5 8 0,-35 47-287,18-27 471,77-18 311,-49-15-397,1 0 0,-1 0 1,0-1-1,1 0 0,-1 0 0,0 0 0,1-1 0,-1 1 1,0-1-1,9-2 0,-12 2-184,1 0 1,0 1-1,-1-1 0,1 0 1,-1 0-1,1 0 0,-1 0 1,0-1-1,1 1 0,-1 0 1,0 0-1,0-1 0,1-1 1,-1 1-408,0 0 0,0 0 0,0 0 0,-1 0 1,1 0-1,-1 0 0,0 0 0,1 0 0,-1 0 1,0 0-1,0 0 0,0 0 0,-1 0 0,1-3 1,-8-30-7020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8.770"/>
    </inkml:context>
    <inkml:brush xml:id="br0">
      <inkml:brushProperty name="width" value="0.025" units="cm"/>
      <inkml:brushProperty name="height" value="0.025" units="cm"/>
    </inkml:brush>
  </inkml:definitions>
  <inkml:trace contextRef="#ctx0" brushRef="#br0">354 8 6105,'-2'-1'322,"-1"0"-1,1 0 1,-1 0-1,1 0 1,-1 0-1,1 1 1,-1-1-1,1 1 0,-1 0 1,0 0-1,1 0 1,-1 0-1,1 0 1,-1 0-1,0 1 1,1-1-1,-1 1 1,1 0-1,-1 0 0,1 0 1,0 0-1,-1 0 1,-1 2-1,-9 4 303,0 1-1,-20 16 0,11-6-405,1 1 0,1 2 0,0 0 0,1 1 0,2 1 0,-22 36 0,28-40-163,0 1-1,2 0 1,0 1 0,1 0 0,1 1 0,1-1 0,1 1 0,-3 40 0,7-53-23,1 0-1,1-1 1,0 1-1,0 0 1,0-1-1,1 1 1,0-1-1,1 0 0,0 0 1,1 0-1,7 14 1,-4-11-12,0-1 0,1-1 0,0 1 0,0-1 0,1-1 0,0 1 0,17 10 0,-6-6-9,1-1 0,0-1 0,1-1 0,0-1 0,0-1 0,1-1 1,0-1-1,27 3 0,-34-7-4,-1-2-1,0 1 1,0-2 0,0 0-1,0-1 1,0-1 0,0 0 0,0-1-1,-1-1 1,1 0 0,-1-1-1,-1 0 1,1-1 0,-1-1-1,0 0 1,-1-1 0,0 0 0,0-1-1,-1 0 1,0 0 0,17-24-1,-19 24 173,-1-1 0,-1 0 0,0-1 0,0 0 0,-1 0 0,0 0 0,-1-1 0,-1 0 0,0 0 0,0 0 0,-2 0 0,0-1 0,0 1 0,-1-1 0,0 1 0,-2-1 0,1 1 0,-2-1 0,0 1 0,0-1 0,-1 1 0,-1 0 0,0 0 0,-9-18 0,0 7-1,0 0 1,-2 2-1,0-1 0,-2 2 0,0 0 0,-21-19 0,37 39-199,1 1-1,-1-1 1,1 1-1,-1-1 0,1 1 1,-1-1-1,1 1 1,-1-1-1,1 1 1,-1 0-1,0-1 0,1 1 1,-1 0-1,0-1 1,1 1-1,-1 0 1,0 0-1,0 0 1,1 0-1,-1-1 0,0 1 1,1 0-1,-1 0 1,0 1-1,0-1 1,1 0-1,-1 0 1,0 0-1,1 0 0,-1 1 1,0-1-1,1 0 1,-1 0-1,0 1 1,1-1-1,-2 1 1,0 2-357,1-1 0,0 0 0,0 0 0,0 1 0,0-1 0,0 0 0,0 1 0,0-1 0,1 1 0,-1-1 0,1 1 1,0 4-1,-3 53-6855</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0.572"/>
    </inkml:context>
    <inkml:brush xml:id="br0">
      <inkml:brushProperty name="width" value="0.025" units="cm"/>
      <inkml:brushProperty name="height" value="0.025" units="cm"/>
    </inkml:brush>
  </inkml:definitions>
  <inkml:trace contextRef="#ctx0" brushRef="#br0">3141 0 5169,'-12'10'9300,"11"-9"-8972,-1 0-1,0 0 0,1 0 1,-1 0-1,0 0 0,0 0 0,0 0 1,0 0-1,0-1 0,0 1 1,0-1-1,0 0 0,0 1 1,-3-1-1,-3-1-296,0 0-1,0 1 1,0 0 0,0 1 0,0 0-1,0 0 1,0 0 0,0 1 0,0 0 0,-7 4-1,-4-1-15,-33 13-217,1 2-1,0 2 1,-88 54 0,54-24 52,17-9-46,-1-4 0,-2-2-1,-79 28 1,101-48 246,1-3 0,-2-1 1,0-3-1,0-3 0,-1-1 1,-69-1-1,2-5 549,-163 21 1,180-12 155,-1-5 0,0-4 0,-115-15 0,196 12-667,1-1-1,-1 0 0,1-2 0,0 0 0,-26-13 1,-89-54 235,-28-17-45,136 78-260,0 2-1,0 0 1,-1 2-1,-38-7 1,54 14-14,1-1 0,-1 0 0,1 0 0,0-1 0,0-1 0,0 0 0,0 0 0,1-1 0,-1-1 0,1 0 0,1 0 0,-1-1 0,-14-13 0,6-1-2,14 15 56,-1 0 0,1 1 1,-1 0-1,0 0 1,0 1-1,-9-7 1,7 10 131,1 1 1,0-1-1,0 2 1,0-1-1,0 1 1,0 0-1,0 0 1,-9 3 0,20 28-1398,-4-18-1749,0-4-3301,1-2 1373</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1.554"/>
    </inkml:context>
    <inkml:brush xml:id="br0">
      <inkml:brushProperty name="width" value="0.025" units="cm"/>
      <inkml:brushProperty name="height" value="0.025" units="cm"/>
    </inkml:brush>
  </inkml:definitions>
  <inkml:trace contextRef="#ctx0" brushRef="#br0">343 1 4945,'-1'4'11385,"-7"12"-7315,-9 7-3842,-2-1-1,-1-1 1,0 0 0,-1-2-1,-2 0 1,0-1-1,-30 17 1,38-27-225,-1-1 0,-24 9 0,-15 6 917,43-13 1523,13-9-2388,-1 0 1,0 0-1,0 0 1,0 0-1,0 0 1,0 0-1,0 0 1,0 0 0,0 0-1,0 1 1,0-1-1,0 0 1,0 0-1,0 0 1,1 0-1,-1 0 1,0 0 0,0 0-1,0 0 1,0 0-1,0 0 1,0 1-1,0-1 1,0 0-1,0 0 1,0 0 0,0 0-1,0 0 1,0 0-1,3 0-51,1-1-1,-1 1 1,1-1-1,-1 1 1,1 0-1,-1 1 1,1-1-1,-1 1 1,1-1 0,-1 1-1,6 2 1,19 2 11,27-2-9,5-1 44,103 17-1,-141-13-218,-11-4 2940,-12-3-2466,-23-5-11710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4.396"/>
    </inkml:context>
    <inkml:brush xml:id="br0">
      <inkml:brushProperty name="width" value="0.025" units="cm"/>
      <inkml:brushProperty name="height" value="0.025" units="cm"/>
    </inkml:brush>
  </inkml:definitions>
  <inkml:trace contextRef="#ctx0" brushRef="#br0">3 134 6409,'0'-1'240,"-1"-1"0,1 0-1,-1 1 1,1-1 0,0 0 0,-1 0-1,1 0 1,0 1 0,0-1-1,0 0 1,1 0 0,-1 0-1,0 1 1,1-1 0,-1 0-1,1 0 1,0 1 0,-1-1-1,1 1 1,0-1 0,0 0 0,0 1-1,0 0 1,2-3 0,41-38 300,-10 8 1420,-22 20 1482,-11 30-162,-2 0-3485,7 243 2823,0-109-2530,-7-105-63,-12 79 0,7-77-177,-2 55 1,8-101 158,3 18-1429,3-16-778,6-14-1413,27-44-2501</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5.587"/>
    </inkml:context>
    <inkml:brush xml:id="br0">
      <inkml:brushProperty name="width" value="0.025" units="cm"/>
      <inkml:brushProperty name="height" value="0.025" units="cm"/>
    </inkml:brush>
  </inkml:definitions>
  <inkml:trace contextRef="#ctx0" brushRef="#br0">147 167 4729,'0'0'1599,"25"0"3001,151 9 74,-57-8-4268,179-22 0,45-29-49,-11 0-15,230 1 190,-276 43-471,-295 14 800,0 0 0,0 0 0,-10 15 0,5-3-634,0 0 1,1 1-1,1 0 0,2 1 1,0 0-1,1 1 0,1 0 1,1 1-1,1 0 0,-3 31 1,0 29 345,2 134 0,7-201-493,-15 163 598,15-176-650,-1-2 0,1 0-1,-1 0 1,0 0 0,0 0 0,0 0-1,0 0 1,0 0 0,0 0 0,0 0 0,-1-1-1,1 1 1,-1-1 0,1 1 0,-1-1-1,1 1 1,-1-1 0,0 0 0,0 1-1,0-1 1,0 0 0,0-1 0,0 1 0,0 0-1,0 0 1,0-1 0,0 1 0,0-1-1,0 0 1,-1 0 0,-2 0 0,-7 1-30,-1-1 0,1 0 0,-25-4 0,-36-5-150,-95 1-1,-80 15-425,196-5 449,-605 54-374,68 35 563,510-79-55,-28 6 669,112-29 1067,-1 5-7097,11-17-2646</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4.508"/>
    </inkml:context>
    <inkml:brush xml:id="br0">
      <inkml:brushProperty name="width" value="0.025" units="cm"/>
      <inkml:brushProperty name="height" value="0.025" units="cm"/>
    </inkml:brush>
  </inkml:definitions>
  <inkml:trace contextRef="#ctx0" brushRef="#br0">0 2413 5865,'4'0'9498,"8"0"-5912,0 8-2418,-11-7-1157,-1-1 1,0 0 0,1 1 0,-1-1 0,0 0-1,1 1 1,-1-1 0,0 0 0,1 0 0,-1 1-1,0-1 1,1 0 0,-1 0 0,1 0 0,-1 1-1,1-1 1,-1 0 0,0 0 0,1 0 0,-1 0-1,1 0 1,-1 0 0,1 0 0,-1 0 0,1 0-1,-1 0 1,0 0 0,1 0 0,-1 0 0,1-1-1,-1 1 1,1 0 0,0-1 0,48-11 1041,-18 1-964,-23 8-72,0 0 1,0 0 0,0 0 0,0-1 0,-1 0 0,1 0 0,-1-1 0,9-8 0,27-29 170,-2-2 1,-2-2-1,-2-2 1,-2-1-1,-2-2 1,-3-1-1,37-85 1,-55 104-170,0-1 1,-3 0-1,-1-1 1,6-47-1,-1-142 9,-11 148-293,3 1 0,16-88-1,-8 91 168,-4 0 1,0-144-1,-9 180 82,1-11-99,-2 0 0,-12-73-1,7 77-117,-1-74-1,0 3 232,0 33 241,1 44-236,1 0 0,0-57 0,6 113 28,-2 1 0,0-1 0,-1 0 0,-1 0 0,-1 0 0,-1 0 0,-1-1 0,0 1-1,-11 22 1,-14 9-41,-1 0 0,-54 62 0,103-137 152,-1-1 1,-1-1-1,-1 0 1,-2-1-1,0 0 1,-2-1 0,-2 0-1,10-56 1,-17 78-135,7-30 98,6 57 280,-1 1 36,20 41 0,-23-40 52,1-1 0,22 31 0,-29-46-412,1-1-1,0 1 1,0-1-1,0 0 0,0-1 1,1 1-1,0-1 1,0 0-1,0 0 0,0-1 1,0 0-1,14 5 0,0-3 125,0-1 1,0 0-1,36 1 0,-66 12-7867,-10 10 1872</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5.431"/>
    </inkml:context>
    <inkml:brush xml:id="br0">
      <inkml:brushProperty name="width" value="0.025" units="cm"/>
      <inkml:brushProperty name="height" value="0.025" units="cm"/>
    </inkml:brush>
  </inkml:definitions>
  <inkml:trace contextRef="#ctx0" brushRef="#br0">90 1 7362,'1'1'7758,"2"2"-4044,9 8-1302,-7-10-2193,-1 0-1,1 0 1,0 0 0,0 0 0,0-1 0,-1 0 0,8 0-1,-7 0-200,-1-1 0,1 1 0,-1 1 0,0-1 0,1 1 0,-1 0 0,1 0 0,6 2 0,-10-2-13,0 0 0,0 0 0,-1 0 0,1 0 0,-1 0 0,1 0 0,-1 0 0,1 0 0,-1 0 1,0 0-1,1 0 0,-1 0 0,0 0 0,0 0 0,0 0 0,0 1 0,0-1 0,0 0 0,0 0 0,0 0 0,0 0 0,-1 0 0,1 0 0,0 0 0,-1 0 0,0 2 0,-11 27 111,-39 65-97,53-95-48,-1 0 0,0 0 1,1-1-1,-1 1 0,1 0 0,-1 1 0,0-1 1,1 0-1,-1 0 0,0 1 0,1-1 1,-1 1-1,0-1 0,1 1 0,-1-1 0,0 1 1,2 1-1,29 15 98,-28-14-68,0 0 1,0 0-1,-1 1 0,1-1 1,-1 1-1,0 0 1,0-1-1,0 1 1,-1 0-1,0 1 1,4 8-1,-5-12 9,0 1 0,-1-1-1,1 0 1,-1 1 0,1 0 0,-1-1-1,0 1 1,0-1 0,1 1 0,-1-1-1,0 1 1,0 0 0,-1-1 0,1 1-1,0-1 1,0 1 0,-1-1-1,1 1 1,-1-1 0,0 1 0,1-1-1,-1 1 1,0-1 0,0 0 0,0 1-1,0-1 1,0 0 0,0 0 0,0 0-1,0 0 1,0 0 0,-1 0 0,1 0-1,0 0 1,-1 0 0,1 0 0,0-1-1,-4 2 1,-7 1 145,-1-1 0,1 0 0,-1-1 0,0 0 0,0 0 0,0-2 0,1 0 0,-20-3 0,-36-2 326,67 6-604,1 0-1,-1 0 0,1 0 0,-1 0 0,1 0 0,-1 0 0,1 0 1,-1 0-1,1 0 0,-1 0 0,1 1 0,-1-1 0,1 0 0,-1 0 1,1 0-1,-1 1 0,1-1 0,0 0 0,-1 1 0,1-1 0,-1 0 1,1 1-1,0-1 0,-1 1 0,1-1 0,0 0 0,0 1 0,-1-1 1,1 1-1,0-1 0,0 1 0,-1-1 0,1 1 0,0-1 0,0 1 1,0-1-1,0 1 0,0-1 0,0 2 0,-1 2-2168,9-19-2808</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6.356"/>
    </inkml:context>
    <inkml:brush xml:id="br0">
      <inkml:brushProperty name="width" value="0.025" units="cm"/>
      <inkml:brushProperty name="height" value="0.025" units="cm"/>
    </inkml:brush>
  </inkml:definitions>
  <inkml:trace contextRef="#ctx0" brushRef="#br0">230 17 6329,'-1'0'556,"0"1"-1,-1-1 1,1 0-1,0 0 1,-1 1-1,1-1 1,0 1-1,0-1 1,-1 1-1,1-1 1,0 1-1,0 0 1,-1 0-1,-14 17 2084,-8 28-3455,17-31 1500,-12 17-276,-28 41 0,29-49-304,1 1 0,2 2 0,-15 30 0,27-48-93,-1 0 1,2 0 0,-1 0-1,1 1 1,0-1-1,1 1 1,0-1-1,1 1 1,0-1 0,0 1-1,1 0 1,1-1-1,-1 0 1,4 11 0,0-6 144,0 0 1,0 0-1,2 0 1,0-1 0,0 0-1,1 0 1,1-1 0,0 0-1,1-1 1,0 0 0,0 0-1,1-1 1,1 0 0,0-1-1,14 8 1,-10-7-84,2-2 0,-1 0 0,1-1 0,0-1 0,0 0 0,1-1 0,0-2 0,0 1 0,0-2 0,0-1 0,26-1 0,-25-1 59,-1-1 0,1 0 0,-1-2 0,0 0 0,-1-1 1,1-1-1,-1-1 0,0 0 0,22-14 0,-30 16-51,0-2 0,-1 1 1,0-1-1,0-1 0,-1 0 0,0 0 0,-1 0 0,1-1 0,-2 0 0,1-1 1,-1 1-1,-1-1 0,1 0 0,-2-1 0,0 1 0,0-1 0,3-14 0,-2-3-24,0 0-1,-2-1 1,-1 1-1,-2-1 1,-1 0-1,-5-37 1,3 48-22,0 1 1,-2 0 0,0 0 0,0 0-1,-2 1 1,0 0 0,-1 0 0,0 0-1,-1 1 1,-1 1 0,-17-21 0,20 29-13,1 0 1,-1 0-1,-1 0 1,1 1-1,-1 0 1,0 0 0,0 1-1,0 0 1,-1 0-1,1 1 1,-1 0-1,-17-3 1,7 3-26,0 2 1,1 0-1,-1 0 0,0 2 0,-23 4 1,28-4 39,12-1-58,0 0-1,0 0 1,1 0-1,-1 1 1,0-1-1,0 1 1,1-1 0,-1 1-1,0-1 1,0 1-1,-1 1 1,2 0-283,-1-1 0,2 1 0,-1-1 0,0 1 0,0-1 0,0 1 1,1 0-1,-1-1 0,1 1 0,-1 0 0,1 0 0,0 0 0,0 3 0,-2 6-3930,0 11-2283</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4.037"/>
    </inkml:context>
    <inkml:brush xml:id="br0">
      <inkml:brushProperty name="width" value="0.025" units="cm"/>
      <inkml:brushProperty name="height" value="0.025" units="cm"/>
    </inkml:brush>
  </inkml:definitions>
  <inkml:trace contextRef="#ctx0" brushRef="#br0">411 0 8706,'-2'3'8815,"-4"5"-4517,-36 42-3372,-7 3-358,-16 15-15,-55 79 0,102-123-519,2 1-1,0 1 0,2 0 1,1 1-1,1 1 1,2 0-1,-11 42 1,19-62-24,0 1 1,1-1 0,0 1 0,0-1 0,1 1 0,0 0 0,1-1 0,0 1 0,0-1-1,5 16 1,-4-19 6,0 0-1,0-1 0,1 1 0,-1-1 1,1 0-1,0 0 0,1 0 1,-1 0-1,1 0 0,-1-1 0,1 0 1,0 1-1,1-2 0,-1 1 1,0 0-1,1-1 0,-1 0 0,1 0 1,8 2-1,5 1-4,0-1 1,1-1-1,0-1 0,0-1 1,0-1-1,-1 0 0,1-1 0,27-6 1,-44 7-102,-1 0-1,1 0 1,0-1 0,0 1 0,-1 0 0,1-1 0,-1 0 0,1 1-1,0-1 1,-1 0 0,1 0 0,-1 0 0,1 0 0,-1 0 0,0 0-1,1 0 1,-1 0 0,0 0 0,0-1 0,0 1 0,0-1 0,0 1 0,0-1-1,1-2 1,-2 1-384,0 1 0,0-1 0,-1 0-1,1 0 1,0 0 0,-1 0 0,0 1 0,0-1-1,0 0 1,0 1 0,0-1 0,0 1-1,-1-1 1,1 1 0,-1-1 0,0 1 0,-2-2-1,-41-50-7533</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4.342"/>
    </inkml:context>
    <inkml:brush xml:id="br0">
      <inkml:brushProperty name="width" value="0.025" units="cm"/>
      <inkml:brushProperty name="height" value="0.025" units="cm"/>
    </inkml:brush>
  </inkml:definitions>
  <inkml:trace contextRef="#ctx0" brushRef="#br0">0 19 6329,'8'-3'1576,"-1"0"0,0 0 0,1 1 0,-1 0-1,15-2 1,-10 3-492,0 0 1,-1 1-1,16 2 0,7 3-777,58 17-1,-11-2 36,-11-10-1700,-18-6-4577,4-1-2855</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4.881"/>
    </inkml:context>
    <inkml:brush xml:id="br0">
      <inkml:brushProperty name="width" value="0.025" units="cm"/>
      <inkml:brushProperty name="height" value="0.025" units="cm"/>
    </inkml:brush>
  </inkml:definitions>
  <inkml:trace contextRef="#ctx0" brushRef="#br0">6 90 7914,'0'1'284,"-1"0"0,1-1 0,-1 1 0,1-1 1,-1 1-1,1 0 0,0-1 0,-1 1 0,1 0 0,0-1 1,0 1-1,-1 0 0,1-1 0,0 1 0,0 0 0,0 0 1,0-1-1,0 1 0,0 0 0,0 0 0,0-1 1,0 1-1,0 0 0,1 1 0,12 17 3397,-9-15-3284,0 0 0,0 0 0,1-1 0,-1 0 0,11 6 0,-9-7-346,1-1 1,-1 1-1,1-1 1,-1 0-1,1-1 1,0 1-1,-1-1 1,1-1 0,0 1-1,-1-1 1,8-2-1,-8 2-53,-1 0-1,1-1 0,-1 1 1,0-1-1,0 0 0,0-1 1,0 1-1,0-1 0,0 0 1,-1-1-1,1 1 0,-1-1 1,6-5-1,-9 7 4,0-1 0,-1 1 0,1 0 0,0-1 0,-1 1 0,1-1 0,-1 1 0,0-1 0,1 1 0,-1-1 0,-1 1 1,1-1-1,0 1 0,0-1 0,-1 1 0,0-1 0,1 1 0,-1-1 0,0 1 0,0 0 0,0 0 0,-1-1 0,1 1 0,0 0 0,-1 0 0,0 0 0,-2-2 0,1-1 1,-1 1-1,0 0 1,0-1-1,0 1 1,0 1-1,-1-1 0,1 1 1,-1 0-1,0 0 1,-10-5-1,12 7-1,0 1 0,0-1-1,0 0 1,0 1 0,0 0-1,0 0 1,0 0 0,0 0-1,0 0 1,0 0 0,0 1-1,1-1 1,-1 1 0,0 0-1,-4 2 1,5-2 12,0 0 0,0 1 0,0-1 0,1 1 0,-1-1 0,1 1 0,-1-1 0,1 1 0,-1 0 0,1 0 0,0 0 0,0 0 0,0 0 0,0 0 0,0 0 0,0 3 0,0 0 8,0 0 1,0-1 0,1 1-1,0 0 1,0 0 0,0-1-1,1 1 1,-1 0 0,1-1-1,0 1 1,1 0 0,-1-1-1,1 1 1,0-1-1,0 0 1,0 0 0,1 1-1,2 3 1,2 0-119,-1 0 0,2 0-1,-1-1 1,1 0 0,0-1-1,0 1 1,12 6 0,-15-11-1284,0 1 0,0-1 1,0 0-1,0-1 0,9 2 1,11-1-6888</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5.519"/>
    </inkml:context>
    <inkml:brush xml:id="br0">
      <inkml:brushProperty name="width" value="0.025" units="cm"/>
      <inkml:brushProperty name="height" value="0.025" units="cm"/>
    </inkml:brush>
  </inkml:definitions>
  <inkml:trace contextRef="#ctx0" brushRef="#br0">1 0 7506,'3'7'7323,"4"3"-4518,5 10-171,-8-2-1261,1 1 0,1 19 1,-1 79-405,-4-123-1040,0 0 0,0 0 0,0 0 0,0 0 0,1 0-1,0 0 1,1 0 0,4-9 0,30-44-687,-27 44 561,51-70-127,-58 99 407,-3 8 112,-1-16-136,0 0 0,1-1 0,0 1 0,0 0 0,1-1 0,-1 1 0,1-1 0,3 10 0,-3-13-53,-1-1 1,1 0-1,0 1 1,-1-1 0,1 0-1,0 0 1,0 0-1,0 1 1,0-1-1,0 0 1,0 0-1,0 0 1,0 0 0,0-1-1,0 1 1,1 0-1,-1 0 1,0-1-1,1 1 1,-1-1-1,0 1 1,1-1 0,-1 0-1,1 1 1,-1-1-1,0 0 1,1 0-1,-1 0 1,1 0 0,-1 0-1,1 0 1,-1-1-1,1 1 1,-1 0-1,0-1 1,1 1-1,-1-1 1,2 0 0,8-4 0,-1-1 0,0 0 1,0 0-1,0-1 0,-1 0 1,11-10-1,16-12-4,-35 28 47,1 1 1,0 0-1,-1 0 0,1-1 0,0 1 0,-1 1 1,1-1-1,0 0 0,-1 0 0,1 1 0,-1-1 1,1 0-1,0 1 0,-1 0 0,1-1 0,-1 1 0,0 0 1,3 1-1,45 28 469,-3-3-1188,-5-15-1575,44-1-2957</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5.809"/>
    </inkml:context>
    <inkml:brush xml:id="br0">
      <inkml:brushProperty name="width" value="0.025" units="cm"/>
      <inkml:brushProperty name="height" value="0.025" units="cm"/>
    </inkml:brush>
  </inkml:definitions>
  <inkml:trace contextRef="#ctx0" brushRef="#br0">101 0 13707,'-3'5'861,"1"0"1,-1-1-1,1 1 0,0 0 1,1 0-1,-2 9 0,-4 61 2264,6-53-2261,-41 344 1096,36-329-2441,4-20-268,-1 0 0,0 0 0,-1-1 0,-12 31 0,15-52-5144,1-3 4527,1 1 0,0 0 0,0-1 0,3-9 1,21-71-5996</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6.092"/>
    </inkml:context>
    <inkml:brush xml:id="br0">
      <inkml:brushProperty name="width" value="0.025" units="cm"/>
      <inkml:brushProperty name="height" value="0.025" units="cm"/>
    </inkml:brush>
  </inkml:definitions>
  <inkml:trace contextRef="#ctx0" brushRef="#br0">1 91 7754,'6'-10'1295,"1"0"0,0 1 0,0-1-1,1 2 1,0-1 0,12-9 0,-17 16-1136,1 0 1,-1 0-1,1 0 0,0 1 0,0-1 0,-1 1 0,1 0 0,0 0 0,0 0 1,1 0-1,-1 1 0,0 0 0,0 0 0,0 0 0,0 0 0,0 0 0,0 1 1,0 0-1,0 0 0,0 0 0,7 3 0,3 1 167,-1 0 0,0 1-1,0 0 1,0 1 0,-1 0 0,20 16-1,-32-23-300,1 0 0,-1 0-1,0 1 1,1-1 0,-1 0-1,0 1 1,0-1-1,1 0 1,-1 1 0,0-1-1,0 0 1,0 1 0,1-1-1,-1 1 1,0-1-1,0 0 1,0 1 0,0-1-1,0 1 1,0-1 0,0 0-1,0 1 1,0-1-1,0 1 1,0-1 0,0 1-1,0-1 1,0 0 0,0 1-1,0-1 1,0 1-1,0-1 1,-1 1 0,-14 8 651,-22-2-77,-9-6-535,36-2-244,0 1 1,1 0-1,-1 0 0,0 1 1,0 1-1,1-1 0,-1 1 1,1 1-1,-16 6 1,24-7-3378,13-4-203,32-9-3309</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6.394"/>
    </inkml:context>
    <inkml:brush xml:id="br0">
      <inkml:brushProperty name="width" value="0.025" units="cm"/>
      <inkml:brushProperty name="height" value="0.025" units="cm"/>
    </inkml:brush>
  </inkml:definitions>
  <inkml:trace contextRef="#ctx0" brushRef="#br0">0 1 2064,'4'1'14208,"16"3"-11993,20-2-135,-21-1-1726,1 0 0,-1 1 0,1 1-1,-1 1 1,0 0 0,26 11 0,-23-9-69,-13-4-1468,-40 4-10057</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6.648"/>
    </inkml:context>
    <inkml:brush xml:id="br0">
      <inkml:brushProperty name="width" value="0.025" units="cm"/>
      <inkml:brushProperty name="height" value="0.025" units="cm"/>
    </inkml:brush>
  </inkml:definitions>
  <inkml:trace contextRef="#ctx0" brushRef="#br0">1 16 5865,'2'-2'4777,"4"2"-2168,8-2-201,6 0-351,0 2-441,2 0-304,5 2-151,-7 2-129,2 3-384,-4-2-248,0 3-128,0-1-152,-5-2-56,0-3-56,3-2-8,-5-2-264,3-7-1808,37-29-4650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7.271"/>
    </inkml:context>
    <inkml:brush xml:id="br0">
      <inkml:brushProperty name="width" value="0.025" units="cm"/>
      <inkml:brushProperty name="height" value="0.025" units="cm"/>
    </inkml:brush>
  </inkml:definitions>
  <inkml:trace contextRef="#ctx0" brushRef="#br0">333 18 9522,'-29'-3'8138,"3"-3"-5186,18 4-2743,1 0 1,-1 0-1,0 1 0,0 0 0,0 0 0,-9 2 1,6 0-82,1 1 0,-1 1 0,1 0 0,-1 0 0,1 1 0,0 0 0,0 1 0,1 0 0,-1 1 0,1-1 0,-9 10 0,10-9-95,1 0-1,-1 1 1,2 0-1,-1 0 1,1 1-1,0 0 1,1 0-1,-1 0 1,2 1-1,-1 0 1,1-1-1,-4 17 1,7-23-35,0 0-1,0-1 1,1 1 0,-1 0 0,1 0-1,0 0 1,0 0 0,-1 0-1,1-1 1,0 1 0,1 0 0,-1 0-1,0 0 1,0 0 0,1 0 0,-1-1-1,1 1 1,0 0 0,-1 0 0,1-1-1,0 1 1,0 0 0,0-1 0,0 1-1,0-1 1,1 1 0,-1-1 0,0 0-1,1 1 1,-1-1 0,1 0 0,-1 0-1,4 2 1,-1-2-9,0-1 1,-1 1-1,1 0 0,0-1 1,0 0-1,0 0 0,0 0 0,0-1 1,0 1-1,-1-1 0,1 0 1,0 0-1,0 0 0,-1 0 0,8-4 1,15-10-72,0-1 1,0-2 0,43-39-1,-66 56 109,-1-2 0,1 1 0,-1 0 0,1 0 0,-1-1 0,0 1 0,0-1 0,-1 0 0,1 1 0,0-1 0,-1 0 0,0 0 0,1 0 0,-1 0 0,0-4 0,0 13 52,1 0-1,0 0 0,-1 0 0,2 0 0,-1 0 0,1 0 1,0 0-1,7 9 0,18 23-2554,-26-36 1839,0 1-1,1-1 1,0 0 0,-1 0 0,1 0-1,0 0 1,6 2 0,50 20-8257</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7.859"/>
    </inkml:context>
    <inkml:brush xml:id="br0">
      <inkml:brushProperty name="width" value="0.025" units="cm"/>
      <inkml:brushProperty name="height" value="0.025" units="cm"/>
    </inkml:brush>
  </inkml:definitions>
  <inkml:trace contextRef="#ctx0" brushRef="#br0">659 11 10250,'-5'-5'9112,"-9"2"-5747,-20 2-3895,24 1 1541,-58-1-540,0 3 1,1 3 0,-88 18 0,137-20-469,0 1 1,0 0-1,1 1 0,0 1 1,0 0-1,0 2 1,1 0-1,-22 14 0,37-21-5,1-1-1,-1 1 1,1-1-1,-1 1 1,1-1-1,0 1 1,-1-1-1,1 1 1,0-1-1,-1 1 1,1-1-1,0 1 1,0 0-1,0-1 1,-1 1-1,1-1 1,0 1-1,0 0 1,0-1-1,0 1 1,0-1-1,0 1 1,0 0-1,0-1 1,1 1-1,-1 0 1,0-1-1,0 1 1,0-1-1,1 1 1,-1-1-1,0 1 1,0 0-1,1-1 1,-1 1-1,1 0 1,19 20 4,-13-13 7,3 4 6,1 1 0,-2 0 0,0 0-1,-1 1 1,0 0 0,7 20 0,-11-24-12,-2 0 1,1 0 0,-1 0-1,-1 0 1,0 0-1,0 0 1,-1 1-1,0-1 1,-1 0 0,0 0-1,-3 13 1,-5 9 1,-2-1 1,-2 0-1,0-1 1,-2 0-1,-24 36 1,-11 22 6,47-83-12,1 0-1,0 1 1,0-1 0,0 0-1,1 1 1,-1 6-1,2-12 3,0 1-1,-1 0 0,1 0 0,0 0 0,0-1 0,0 1 0,0 0 0,0 0 0,0 0 0,0 0 0,0-1 0,1 1 0,-1 0 0,0 0 0,0 0 0,1-1 0,-1 1 0,1 0 0,-1-1 0,0 1 0,1 0 0,-1-1 0,1 1 0,0 0 0,-1-1 0,1 1 0,-1-1 0,1 1 0,0-1 0,-1 1 0,1-1 0,0 0 0,0 1 0,-1-1 0,1 0 0,0 1 0,0-1 0,0 0 0,-1 0 0,1 0 0,0 0 0,0 0 0,0 0 0,0 0 0,-1 0 0,1 0 0,0 0 0,0 0 0,0-1 0,1 0 0,27-6 61,0-2 1,41-19-1,-50 19-66,0 0 1,1 1 0,0 2-1,0 0 1,1 1-1,43-4 1,-63 8-981,-7 0-3808,-5 3-533</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8.242"/>
    </inkml:context>
    <inkml:brush xml:id="br0">
      <inkml:brushProperty name="width" value="0.025" units="cm"/>
      <inkml:brushProperty name="height" value="0.025" units="cm"/>
    </inkml:brush>
  </inkml:definitions>
  <inkml:trace contextRef="#ctx0" brushRef="#br0">0 54 4913,'24'-3'11468,"1"-4"-5813,-12 2-5198,0-1 1,-1 0-1,1 0 0,18-15 1,-46 35-248,6-7-155,0 0 1,1 1-1,0 0 1,1 0-1,-11 15 1,16-20-56,1 0 0,-1 1 0,1-1 0,0 0 0,0 1 0,0-1 0,0 0 1,0 1-1,1-1 0,0 1 0,0 0 0,0-1 0,0 1 0,0-1 0,1 1 0,-1-1 0,1 1 0,0-1 1,0 0-1,0 1 0,1-1 0,2 5 0,-3-5-67,1 0 0,0 0 1,0 1-1,0-1 0,0 0 1,0-1-1,1 1 0,-1 0 0,1-1 1,0 1-1,0-1 0,0 0 0,3 2 1,-3-3-275,1 0 0,-1 0 0,0 0 0,1 0 0,-1-1 0,0 1 0,1-1 0,-1 0 0,1 0 0,-1 0 0,0-1 0,1 1 0,-1-1 0,0 1 0,1-1 0,5-3 0,60-26-4937</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8.432"/>
    </inkml:context>
    <inkml:brush xml:id="br0">
      <inkml:brushProperty name="width" value="0.025" units="cm"/>
      <inkml:brushProperty name="height" value="0.025" units="cm"/>
    </inkml:brush>
  </inkml:definitions>
  <inkml:trace contextRef="#ctx0" brushRef="#br0">1 1 13875,'0'0'4697,"0"2"-2697,0 0-247,0 0-985,0 1-568,0-1-200,0 2-240,2 3-1128,0-3-2753</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9.068"/>
    </inkml:context>
    <inkml:brush xml:id="br0">
      <inkml:brushProperty name="width" value="0.025" units="cm"/>
      <inkml:brushProperty name="height" value="0.025" units="cm"/>
    </inkml:brush>
  </inkml:definitions>
  <inkml:trace contextRef="#ctx0" brushRef="#br0">55 0 11707,'7'9'7097,"9"-2"-4857,18 3-1626,-33-9-254,46 8 41,-1-1 1,1-2-1,76 0 1,-115-6-513,3 1 827,-15 5 467,-7 10-924,-2 7-213,2-1 1,1 2-1,1-1 1,1 1-1,1 1 0,1-1 1,1 1-1,1 0 1,1 1-1,2-1 1,0 0-1,2 1 0,0-1 1,2 0-1,7 30 1,-6-43-47,-2-4 0,0-1 0,0 1 0,-1 0 1,1 11-1,-3-21 25,0 0-1,0 1 1,0-1 0,-1 1 0,1-1-1,0 1 1,-1 0 0,1-1 0,-1 1-1,0 0 1,1 0 0,-1 0 0,0 0-1,-3-1 1,-29-13-47,17 9 12,0 2-1,0 0 0,0 1 0,0 0 0,-1 2 0,1 0 0,-1 1 0,1 0 0,0 2 0,-1 0 1,-24 6-1,16 2-112,26-10 44,-1 0 0,0 0 1,1 0-1,-1 1 0,1-1 1,-1 0-1,1 0 1,-1 0-1,0 1 0,1-1 1,-1 0-1,1 1 0,-1-1 1,1 0-1,0 1 0,-1-1 1,1 1-1,-1-1 1,1 1-1,0-1 0,-1 1 1,1-1-1,0 1 0,-1-1 1,1 1-1,0-1 0,0 1 1,0-1-1,-1 1 1,1 0-1,0-1 0,0 1 1,0-1-1,0 1 0,0 0 1,0 0-1,17 2-3075,38-7-1458</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9.308"/>
    </inkml:context>
    <inkml:brush xml:id="br0">
      <inkml:brushProperty name="width" value="0.025" units="cm"/>
      <inkml:brushProperty name="height" value="0.025" units="cm"/>
    </inkml:brush>
  </inkml:definitions>
  <inkml:trace contextRef="#ctx0" brushRef="#br0">45 1 15307,'0'0'5193,"0"4"-2624,-4 1 71,-3-3-1007,0 2-481,-2 1-296,3-1-400,1 3-312,3-3-136,2-1-8,2 3-80,0 1-856,1 4-1560,-3 0-3266,-12 16-5256</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9.490"/>
    </inkml:context>
    <inkml:brush xml:id="br0">
      <inkml:brushProperty name="width" value="0.025" units="cm"/>
      <inkml:brushProperty name="height" value="0.025" units="cm"/>
    </inkml:brush>
  </inkml:definitions>
  <inkml:trace contextRef="#ctx0" brushRef="#br0">197 1 12587,'-2'11'6937,"-3"5"-4312,-4 13 135,0 0-751,1-3-1193,-8 5-568,3 3-248,-3-1-816,-9 3-2137,-68 66-4440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2.290"/>
    </inkml:context>
    <inkml:brush xml:id="br0">
      <inkml:brushProperty name="width" value="0.025" units="cm"/>
      <inkml:brushProperty name="height" value="0.025" units="cm"/>
    </inkml:brush>
  </inkml:definitions>
  <inkml:trace contextRef="#ctx0" brushRef="#br0">161 108 5641,'20'-23'4696,"20"-39"660,-40 61-5272,1 1 1,-1-1-1,0 1 1,1 0 0,-1-1-1,0 1 1,1-1-1,-1 1 1,0-1 0,0 0-1,1 1 1,-1-1-1,0 1 1,0-1 0,0 1-1,0-1 1,0 0-1,0 1 1,0-1 0,0 1-1,0-1 1,0 1-1,0-1 1,0 0 0,0 1-1,0-1 1,0 1-1,-1-1 1,1 1 0,0-1-1,-1 1 1,1-1-1,0 1 1,-1-1 0,0 0-1,0 0-10,-1 1-1,1 0 1,-1-1-1,0 1 1,1 0-1,-1 0 1,0 0 0,1 0-1,-1 0 1,0 0-1,1 0 1,-3 1-1,-51 17 65,42-13-133,0 1-1,0 1 1,1 0-1,0 1 0,0 1 1,1-1-1,-14 15 1,22-21-4,0 1 0,0 0 0,1 0 0,-1 0 0,1 0-1,0 0 1,0 0 0,0 1 0,0-1 0,1 1 0,0 0 0,-1-1 0,1 1 0,0 0 0,1 0 0,-1-1 0,1 1 0,-1 0 0,1 0 0,0 0 0,1 0 0,-1 0-1,1-1 1,-1 1 0,1 0 0,0 0 0,1-1 0,-1 1 0,1-1 0,-1 1 0,1-1 0,3 4 0,-3-4 3,0-1 0,0 0 0,0 0-1,1 1 1,-1-1 0,1-1 0,0 1 0,-1 0 0,1-1 0,0 1 0,0-1 0,0 0-1,0 0 1,0 0 0,0 0 0,0 0 0,1-1 0,-1 0 0,0 1 0,0-1-1,0-1 1,1 1 0,-1 0 0,0-1 0,0 1 0,4-2 0,10-3 2,-1 0 1,0-1 0,25-13-1,-30 14-6,-2 0-1,41-23 42,-47 27-36,-1-1 1,0 0-1,1 0 0,-1 0 1,0-1-1,0 1 1,0 0-1,-1-1 0,1 1 1,-1-1-1,1 0 1,-1 0-1,0 1 0,0-1 1,0 0-1,1-4 1,-2 7 34,0-1 1,0 0 0,0 1 0,1-1 0,-1 0 0,0 1-1,0-1 1,0 0 0,0 1 0,0-1 0,0 0 0,0 1-1,-1-1 1,1 0 0,0 1 0,0-1 0,0 0 0,-1 1-1,1-1 1,0 1 0,-1-1 0,1 1 0,-1-1-1,1 0 1,0 1 0,-1-1 0,1 1 0,-1 0 0,1-1-1,-1 1 1,0-1 0,1 1 0,-1 0 0,1-1 0,-1 1-1,0 0 1,1 0 0,-1 0 0,-1-1 0,1 2-16,1-1 1,-1 0 0,0 1-1,0-1 1,0 1 0,1-1-1,-1 1 1,0-1 0,0 1-1,1-1 1,-1 1 0,1 0-1,-1-1 1,0 1 0,1 0-1,-1 0 1,1 0 0,0-1-1,-1 1 1,1 0 0,0 0-1,-1 0 1,1 0 0,0 0-1,0-1 1,0 1 0,0 0-1,0 0 1,0 0 0,0 0-1,0 0 1,0 0 0,0 0-1,1 1 1,0 10 19,0 1 1,1-1-1,1 0 1,4 15-1,-5-22-210,-1-1-1,1 0 0,0 1 0,0-1 0,1 0 0,-1 0 0,1 0 0,0 0 1,0-1-1,0 1 0,1-1 0,-1 0 0,1 0 0,5 4 0,-7-6-123,-1 0 0,0-1 0,1 1 0,-1-1 0,1 1 0,-1-1 0,1 0 0,0 0 0,-1 1 0,1-1 0,-1 0 0,1 0 0,-1-1 0,1 1 0,-1 0 0,4-1 0,52-20-8365</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2.951"/>
    </inkml:context>
    <inkml:brush xml:id="br0">
      <inkml:brushProperty name="width" value="0.025" units="cm"/>
      <inkml:brushProperty name="height" value="0.025" units="cm"/>
    </inkml:brush>
  </inkml:definitions>
  <inkml:trace contextRef="#ctx0" brushRef="#br0">443 1 7802,'2'1'6430,"2"5"89,-9-4-6286,-1 0 0,1-1 0,-1 1 0,0-1 0,1-1 1,-1 1-1,0-1 0,0 0 0,1 0 0,-11-2 0,-10 2-114,-21 1-110,-143 11-14,183-12-1,1 1 0,-1 1 0,1-1 1,0 1-1,-1 1 0,-7 3 0,13-6 4,0 1 1,1-1 0,-1 1-1,0 0 1,0-1-1,0 1 1,1 0 0,-1 0-1,0-1 1,1 1 0,-1 0-1,1 0 1,-1 0 0,1 0-1,-1 0 1,1 0-1,-1 0 1,1 0 0,0 1-1,0-1 2,0 1-1,0-1 0,0 1 1,1-1-1,-1 1 0,0-1 1,1 1-1,0-1 0,-1 1 0,1-1 1,0 0-1,-1 1 0,1-1 1,0 0-1,0 0 0,0 0 1,2 2-1,25 25 2,-19-20 0,0 0 0,-1 1-1,-1 0 1,9 12 0,-14-17-1,0 1 1,0-1-1,0 0 0,0 1 0,-1 0 0,1-1 1,-1 1-1,-1 0 0,1 0 0,-1 0 0,1-1 0,-1 1 1,-1 0-1,0 5 0,-7 32 9,-3-1 0,-1 0 1,-2-1-1,-38 74 0,9-18 9,41-91-18,0 0 1,0 0-1,1 1 0,0-1 0,0 1 0,0-1 1,0 1-1,1-1 0,0 1 0,0-1 1,0 1-1,2 6 0,-1-10 4,-1 0-1,1 0 0,0 0 1,0 0-1,0 0 0,0 0 1,0 0-1,0-1 0,1 1 1,-1 0-1,1-1 0,-1 1 1,1-1-1,-1 1 0,1-1 1,0 0-1,0 0 0,0 0 1,0 0-1,0 0 0,0 0 1,0 0-1,0-1 0,0 1 1,0-1-1,0 1 0,0-1 1,0 0-1,1 0 0,-1 0 1,0 0-1,0 0 0,0 0 1,3-1-1,18-4 173,0 0-1,0-1 0,0-1 1,34-17-1,17-5 184,-74 28-1673,-10 4-3532,-11 7-704</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3.332"/>
    </inkml:context>
    <inkml:brush xml:id="br0">
      <inkml:brushProperty name="width" value="0.025" units="cm"/>
      <inkml:brushProperty name="height" value="0.025" units="cm"/>
    </inkml:brush>
  </inkml:definitions>
  <inkml:trace contextRef="#ctx0" brushRef="#br0">0 82 10290,'32'-26'6995,"23"-6"-5015,-13 8-891,-48 33 598,-9 11-1530,1 1 1,1 1-1,-17 37 0,29-56-152,0 0 0,0 0 0,1 0 0,0 1 0,-1-1-1,1 0 1,0 1 0,1-1 0,-1 0 0,1 0 0,-1 1 0,1-1 0,0 0-1,0 0 1,0 0 0,1 0 0,-1 0 0,1 0 0,0 0 0,-1 0 0,4 2-1,-4-3-40,1-1 0,0 1 0,0-1 0,0 1 0,0-1 0,0 0 0,0 1 0,1-1 0,-1 0 0,0-1 0,0 1 0,1 0-1,-1-1 1,1 1 0,-1-1 0,0 0 0,1 0 0,-1 0 0,1 0 0,-1 0 0,1 0 0,-1-1 0,0 1 0,1-1 0,-1 0 0,0 1-1,1-1 1,2-2 0,5-2-1162,-1 0 0,-1-1-1,1 0 1,-1 0 0,0-1-1,0 0 1,-1 0 0,12-15-1,35-42-5282</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3.491"/>
    </inkml:context>
    <inkml:brush xml:id="br0">
      <inkml:brushProperty name="width" value="0.025" units="cm"/>
      <inkml:brushProperty name="height" value="0.025" units="cm"/>
    </inkml:brush>
  </inkml:definitions>
  <inkml:trace contextRef="#ctx0" brushRef="#br0">12 8 12675,'-5'-3'6137,"1"-1"-4273,1 4-903,6 0-665,-3 2-296,4 3 0,1 1-296,8 1-1841,31 0-3856</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4.034"/>
    </inkml:context>
    <inkml:brush xml:id="br0">
      <inkml:brushProperty name="width" value="0.025" units="cm"/>
      <inkml:brushProperty name="height" value="0.025" units="cm"/>
    </inkml:brush>
  </inkml:definitions>
  <inkml:trace contextRef="#ctx0" brushRef="#br0">30 23 6497,'52'-4'11589,"0"-4"-7923,-33 4-3426,0 1 0,1 1 0,0 0 0,36 3 0,-56-1-223,1 1 1,-1-1 0,1 0-1,-1 1 1,1-1 0,-1 1-1,1-1 1,-1 1-1,0-1 1,1 1 0,-1-1-1,0 1 1,1-1 0,-1 1-1,0-1 1,0 1 0,0-1-1,1 1 1,-1 0 0,0-1-1,0 1 1,0-1 0,0 1-1,0 0 1,0-1 0,0 1-1,0-1 1,0 1 0,0 0-1,-1-1 1,1 1 0,0-1-1,0 1 1,-1 0 0,-9 31 515,7-22-356,-6 18-120,2 0-1,1 0 1,1 1 0,1-1 0,2 1-1,2 45 1,10 138-26,-10-211-27,1 0-1,-1-1 1,0 1-1,0 0 1,0-1 0,0 1-1,0 0 1,0-1 0,0 1-1,0 0 1,0-1-1,0 1 1,-1 0 0,1-1-1,0 1 1,0 0 0,0-1-1,-1 1 1,1-1-1,0 1 1,-1 0 0,1-1-1,-1 1 1,1-1 0,-1 1-1,1-1 1,-1 1-1,1-1 1,-1 0 0,1 1-1,-1-1 1,1 0 0,-1 1-1,0-1 1,1 0-1,-2 1 1,-26-6 197,10 1-197,-28-4-24,-88-27 1,140 40-1814,-5-4 1598,-1-1-1,1 1 1,0 0 0,0 0-1,0 0 1,0-1 0,0 1 0,0 0-1,0-1 1,0 1 0,0-1-1,0 1 1,1-1 0,-1 1-1,0-1 1,0 0 0,0 0 0,1 0-1,-1 0 1,0 1 0,0-2-1,1 1 1,0 0 0,60-4-5771</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4.333"/>
    </inkml:context>
    <inkml:brush xml:id="br0">
      <inkml:brushProperty name="width" value="0.025" units="cm"/>
      <inkml:brushProperty name="height" value="0.025" units="cm"/>
    </inkml:brush>
  </inkml:definitions>
  <inkml:trace contextRef="#ctx0" brushRef="#br0">1 1 10306,'53'5'9772,"25"12"-5594,16 3-4203,-89-20 496,-4 0-621,0 0 0,-1 0 0,1 0 0,0 0 0,0 0 0,-1 0 0,1 0 0,0 0 0,-1 0 0,1 1 0,0-1 0,-1 0 0,1 0 0,0 1 0,-1-1 0,1 0 0,0 1 0,-1-1 0,1 1 0,0 0 0,-3 0-371,0 1 1,1 0-1,-1-1 1,0 1-1,0-1 1,0 1-1,-1-1 1,1 0-1,0 0 1,-4 1-1,-57 31-4439</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4.476"/>
    </inkml:context>
    <inkml:brush xml:id="br0">
      <inkml:brushProperty name="width" value="0.025" units="cm"/>
      <inkml:brushProperty name="height" value="0.025" units="cm"/>
    </inkml:brush>
  </inkml:definitions>
  <inkml:trace contextRef="#ctx0" brushRef="#br0">0 60 7770,'3'0'5089,"-1"-2"-3001,9-2-191,9-3 119,2-2-576,12-2-551,-3 4-385,0 3-336,3 1-168,-1 3-40,9 0-1977,85-13-7265</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5.017"/>
    </inkml:context>
    <inkml:brush xml:id="br0">
      <inkml:brushProperty name="width" value="0.025" units="cm"/>
      <inkml:brushProperty name="height" value="0.025" units="cm"/>
    </inkml:brush>
  </inkml:definitions>
  <inkml:trace contextRef="#ctx0" brushRef="#br0">355 39 8194,'1'0'354,"-1"0"1,1-1-1,-1 1 1,1 0-1,0-1 1,-1 1-1,1 0 1,-1-1-1,1 1 1,-1 0-1,1-1 1,-1 1-1,0-1 1,1 1-1,-1-1 1,1 1-1,-1-1 1,0 0-1,1 1 1,-1-1-1,0 1 1,0-1-1,0 0 1,1 0-1,-10-11 3455,6 10-3544,0 0 0,0 0 0,0 1-1,-1-1 1,1 1 0,0 0 0,-6-1 0,-5 1-139,0 1 0,0 0 1,0 1-1,1 0 0,-1 1 1,0 1-1,1 0 0,-1 1 1,-18 8-1,15-4-125,0 0 0,1 1 0,0 0 0,0 2 0,1 0 0,-19 18 1,30-25-2,0 0 1,1 0-1,-1 0 1,1 0 0,0 0-1,0 1 1,1 0 0,-1-1-1,1 1 1,0 0 0,1 0-1,-1 0 1,0 6-1,2-10 0,0 1 0,-1 0 0,2-1-1,-1 1 1,0-1 0,0 1 0,0 0-1,1-1 1,-1 1 0,1-1 0,-1 1-1,1-1 1,-1 1 0,1-1-1,0 0 1,0 1 0,0-1 0,1 2-1,0-2 2,0 1-1,0-1 0,1 1 0,-1-1 0,0 0 0,0 0 1,1 0-1,-1 0 0,1 0 0,-1-1 0,1 1 1,-1-1-1,1 1 0,4-1 0,5 0 2,-1-1-1,0 0 0,1 0 1,-1-1-1,0-1 0,0 0 1,-1 0-1,1-1 1,-1-1-1,1 0 0,-1 0 1,10-7-1,-9 4-20,0 0 0,-1 0-1,0-1 1,0 0 0,-1 0 0,0-1-1,-1-1 1,0 0 0,12-21-1,-15 15 156,-5 17-123,0 0 1,0 0-1,0 0 0,0-1 1,0 1-1,0 0 0,0 0 1,0 0-1,0 0 0,0 0 1,0-1-1,0 1 0,0 0 0,0 0 1,0 0-1,0 0 0,0 0 1,0 0-1,-1 0 0,1-1 1,0 1-1,0 0 0,0 0 1,0 0-1,0 0 0,0 0 1,-1 0-1,1 0 0,0 0 1,0 0-1,0 0 0,0 0 1,0 0-1,-1 0 0,1 0 0,0 0 1,0 0-1,0 0 0,0 0 1,0 0-1,-1 0 0,1 0 1,0 0-1,0 0 0,0 0 1,0 0-1,-1 0 0,0 1 40,-1 0 0,1 0 1,0 0-1,-1 0 0,1 0 0,0 0 0,0 0 0,-1 0 0,1 1 0,0-1 0,0 1 0,1-1 1,-1 1-1,0-1 0,0 2 0,-1 2-9,1 0 1,0 0-1,0 0 0,1 0 1,-1-1-1,1 1 1,0 0-1,0 0 1,1 0-1,0 0 0,0 0 1,0 0-1,0-1 1,1 1-1,-1 0 1,1-1-1,1 1 0,-1-1 1,0 0-1,1 0 1,5 7-1,-3-5-305,0 0-1,0 0 1,1-1-1,-1 0 1,1 0-1,0 0 1,0 0-1,1-1 1,-1 0-1,1-1 1,0 1 0,0-1-1,11 3 1,-12-5-489,0 0 0,-1-1 0,1 0 0,0 1 0,0-2 0,9 0 0,79-19-8154</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5.622"/>
    </inkml:context>
    <inkml:brush xml:id="br0">
      <inkml:brushProperty name="width" value="0.025" units="cm"/>
      <inkml:brushProperty name="height" value="0.025" units="cm"/>
    </inkml:brush>
  </inkml:definitions>
  <inkml:trace contextRef="#ctx0" brushRef="#br0">558 0 9986,'-5'3'9185,"-20"8"-6634,0-6-1484,-1-1 0,0-2-1,-50 0 1,-12 1-430,13 2-452,-54 7-182,128-12-4,1 0 1,-1 0-1,1-1 1,-1 1 0,1 0-1,-1 0 1,1 0-1,-1 0 1,1 0 0,-1 1-1,1-1 1,-1 0-1,1 0 1,0 0-1,-1 0 1,1 0 0,-1 1-1,1-1 1,-1 0-1,1 0 1,0 1-1,-1-1 1,1 0 0,0 1-1,-1-1 1,1 0-1,0 1 1,-1-1 0,1 1-1,0-1 1,0 0-1,-1 1 1,1-1-1,0 1 1,0 0 0,12 12-23,4 3 13,-9-5 11,-2 0-1,1 1 1,-1 0 0,-1 0 0,0 0 0,-1 0 0,0 1 0,-1-1 0,0 1-1,-1 0 1,-1 0 0,0-1 0,0 1 0,-2 0 0,-2 15 0,-3 12 3,-3-1 1,-1 0-1,-24 57 1,11-43 2,14-32-7,1 0 1,1 0-1,-8 29 1,16-49-1,-1 1 1,1-1-1,-1 1 1,1-1-1,0 1 0,0-1 1,0 1-1,0 0 1,0-1-1,0 1 0,0-1 1,1 1-1,-1-1 1,0 1-1,1-1 0,-1 1 1,1-1-1,0 1 0,-1-1 1,1 0-1,0 1 1,0-1-1,0 0 0,0 0 1,0 1-1,0-1 1,0 0-1,0 0 0,1 0 1,-1 0-1,0-1 1,0 1-1,1 0 0,-1 0 1,1-1-1,-1 1 1,3 0-1,5 0 6,-1 1 0,1-1 0,0-1 0,0 0 1,13-1-1,-6 0 14,-15 1-20,114-7 118,-98 5-109,-1-1 0,0 0 1,0-1-1,0-1 0,15-6 0,-30 11-20,-1 0-1,1-1 1,-1 1-1,1 0 1,-1 0-1,1 0 0,0-1 1,-1 1-1,1 0 1,-1-1-1,1 1 0,-1 0 1,1-1-1,-1 1 1,1-1-1,-1 1 1,0 0-1,1-1 0,-1 1 1,0-1-1,1 0 1,-1 1-1,0-1 1,1 1-1,-1-2 0,-12-8-2888,3 5 871,-19-16-3734</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005"/>
    </inkml:context>
    <inkml:brush xml:id="br0">
      <inkml:brushProperty name="width" value="0.025" units="cm"/>
      <inkml:brushProperty name="height" value="0.025" units="cm"/>
    </inkml:brush>
  </inkml:definitions>
  <inkml:trace contextRef="#ctx0" brushRef="#br0">0 112 9618,'23'-20'7231,"1"1"-3750,55-28-3377,-34 22 2368,-62 46-1781,2 0 1,-14 26-1,24-38-688,0 0 1,2 0-1,-1 0 0,1 0 0,-4 16 1,7-22-13,-1-1 0,0 1 1,1-1-1,0 1 0,0 0 1,0-1-1,0 1 1,0-1-1,0 1 0,1 0 1,-1-1-1,1 1 0,0-1 1,-1 1-1,1-1 1,0 1-1,1-1 0,-1 0 1,0 0-1,1 1 0,-1-1 1,1 0-1,0 0 1,0 0-1,-1-1 0,4 3 1,-2-3-100,-1 0 0,0 0 1,1 0-1,-1-1 0,1 1 1,0-1-1,-1 0 1,1 0-1,-1 0 0,1 0 1,0 0-1,-1 0 0,1-1 1,-1 1-1,1-1 1,-1 0-1,1 0 0,-1 0 1,5-2-1,43-28-4225,-49 30 4157,38-32-4642,19-31-1371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177"/>
    </inkml:context>
    <inkml:brush xml:id="br0">
      <inkml:brushProperty name="width" value="0.025" units="cm"/>
      <inkml:brushProperty name="height" value="0.025" units="cm"/>
    </inkml:brush>
  </inkml:definitions>
  <inkml:trace contextRef="#ctx0" brushRef="#br0">0 14 11090,'0'-4'4985,"0"1"-3256,0-1 751,0 2 417,3 4-2897,-1 2-192,0 1-344,7 8-1569,15 7-2960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511"/>
    </inkml:context>
    <inkml:brush xml:id="br0">
      <inkml:brushProperty name="width" value="0.025" units="cm"/>
      <inkml:brushProperty name="height" value="0.025" units="cm"/>
    </inkml:brush>
  </inkml:definitions>
  <inkml:trace contextRef="#ctx0" brushRef="#br0">51 1 4761,'2'1'10201,"-1"3"-4465,-2 9-1819,-4 12-2823,-5 0-707,1 0 0,1 1 0,1 0 0,2 0 0,-4 43 0,11-28-103,3-19-1160,5-7-3391,-5-16-1173,-1-13-2042</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702"/>
    </inkml:context>
    <inkml:brush xml:id="br0">
      <inkml:brushProperty name="width" value="0.025" units="cm"/>
      <inkml:brushProperty name="height" value="0.025" units="cm"/>
    </inkml:brush>
  </inkml:definitions>
  <inkml:trace contextRef="#ctx0" brushRef="#br0">0 23 13243,'0'-7'5521,"3"7"-4177,5-4-215,6-1-433,6 3-400,4-2-104,1 4-96,2 0-32,-5 2-64,5 0-80,2 0-1120,42 0-4170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942"/>
    </inkml:context>
    <inkml:brush xml:id="br0">
      <inkml:brushProperty name="width" value="0.025" units="cm"/>
      <inkml:brushProperty name="height" value="0.025" units="cm"/>
    </inkml:brush>
  </inkml:definitions>
  <inkml:trace contextRef="#ctx0" brushRef="#br0">38 0 10938,'0'5'5081,"-2"-3"-2880,-5 2-233,1 7-471,-3 5-417,2 4-176,3 5 136,1 1-256,3 1-327,0 0-209,0-5-160,0 0-88,0 1-72,0-5-1577,3-5-3264,17 2-5033</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7.605"/>
    </inkml:context>
    <inkml:brush xml:id="br0">
      <inkml:brushProperty name="width" value="0.025" units="cm"/>
      <inkml:brushProperty name="height" value="0.025" units="cm"/>
    </inkml:brush>
  </inkml:definitions>
  <inkml:trace contextRef="#ctx0" brushRef="#br0">119 1 7490,'7'13'8555,"11"-1"-5977,18 3-1193,-15-12-971,1 0 0,0-1 1,-1-2-1,1 0 0,-1-1 0,23-4 0,49-2 381,-110 36 1054,8-14-1737,1 1 0,1-1 0,0 1 0,1 0 0,1 1 0,0 0 1,1-1-1,1 1 0,-1 19 0,2-8-117,2-1-1,1 1 1,1 0 0,11 52 0,-9-65 7,1 1 0,1-1 0,12 23 0,-10-23 4,-1 1-1,9 29 1,-16-44-1,-1 0-1,1 0 1,-1 0 0,1-1 0,-1 1-1,1 0 1,-1 0 0,0-1-1,1 1 1,-1 0 0,0-1-1,1 1 1,-1-1 0,0 1 0,0-1-1,0 1 1,0-1 0,1 1-1,-1-1 1,0 0 0,0 0-1,0 1 1,0-1 0,0 0-1,0 0 1,0 0 0,0 0 0,0 0-1,-1 0 1,-43 4 96,36-4-92,-70 4 15,-52 5 30,111-6-52,-1 1 1,1 0-1,-1 1 1,-21 10-1,39-14-58,1 0-1,-1 0 0,1 1 0,-1-1 0,1 1 0,0-1 1,0 1-1,0 0 0,-1 0 0,2 0 0,-1 0 1,0 0-1,0 0 0,1 1 0,-3 3 0,4-6-22,0 1 0,0-1 0,0 1 0,0-1 0,0 1 0,0-1-1,0 1 1,0-1 0,0 1 0,0-1 0,0 1 0,0-1 0,0 0 0,0 1-1,1-1 1,-1 1 0,0-1 0,0 1 0,0-1 0,1 0 0,-1 1 0,0-1 0,1 0-1,-1 1 1,0-1 0,1 0 0,-1 1 0,0-1 0,1 0 0,-1 0 0,1 1-1,-1-1 1,1 0 0,-1 0 0,1 0 0,3 1-443,0 0 0,0 0 0,0-1 0,0 0-1,0 0 1,0 0 0,-1 0 0,6-1 0,92-16-7864</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7.844"/>
    </inkml:context>
    <inkml:brush xml:id="br0">
      <inkml:brushProperty name="width" value="0.025" units="cm"/>
      <inkml:brushProperty name="height" value="0.025" units="cm"/>
    </inkml:brush>
  </inkml:definitions>
  <inkml:trace contextRef="#ctx0" brushRef="#br0">29 3 13219,'2'-2'13187,"1"2"-11331,-6 0-632,1 0 121,0 0-1129,2 2-168,-2 5-48,0-3-272,-1 7-593,-3 5-975,-1-3-2321,0 29-2248</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8.031"/>
    </inkml:context>
    <inkml:brush xml:id="br0">
      <inkml:brushProperty name="width" value="0.025" units="cm"/>
      <inkml:brushProperty name="height" value="0.025" units="cm"/>
    </inkml:brush>
  </inkml:definitions>
  <inkml:trace contextRef="#ctx0" brushRef="#br0">241 1 14491,'-6'9'4849,"-3"6"-1984,-11 8 111,0 8-1343,-5 0-1113,-1-2-520,1 2-568,-4 3-2489,-51 48-4785</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0.192"/>
    </inkml:context>
    <inkml:brush xml:id="br0">
      <inkml:brushProperty name="width" value="0.025" units="cm"/>
      <inkml:brushProperty name="height" value="0.025" units="cm"/>
    </inkml:brush>
  </inkml:definitions>
  <inkml:trace contextRef="#ctx0" brushRef="#br0">331 5 5641,'-5'-4'11478,"-5"4"-8999,-6 1-2367,1 1 0,1 0 0,-1 2 0,0 0 0,1 0 0,0 1 0,0 1 0,0 0 0,0 1 1,1 1-1,1 0 0,-1 1 0,1 0 0,1 1 0,-20 20 0,23-22-90,-36 42 58,41-46-77,0 1 0,0 0 0,0 0 0,1 0 0,-1 0 0,1 0 0,0 0 0,1 0 0,-2 9 0,3-14-2,-1 1 0,1 0-1,0 0 1,0-1-1,0 1 1,0 0 0,0 0-1,0 0 1,0-1 0,0 1-1,0 0 1,1 0 0,-1 0-1,0-1 1,1 1-1,-1 0 1,0-1 0,1 1-1,-1 0 1,0 0 0,1-1-1,-1 1 1,1-1 0,0 1-1,-1-1 1,1 1 0,-1-1-1,1 1 1,0-1-1,-1 1 1,1-1 0,0 0-1,0 1 1,-1-1 0,1 0-1,0 0 1,0 1 0,-1-1-1,1 0 1,0 0-1,0 0 1,0 0 0,-1 0-1,1 0 1,0 0 0,0 0-1,1-1 1,4 0 11,1 0 0,-1-1 0,0 1 0,11-6 0,17-9 17,0-2 0,-1-2-1,38-29 1,13-8 21,-81 54 1838,-13 8-1003,7-3-831,0 0 1,0 0-1,0 0 1,1 1-1,-1-1 1,0 1-1,-2 3 1,2 0-26,0 0 1,1-1-1,-1 1 1,2 0-1,-1 0 0,1 0 1,-1 0-1,2 0 1,-1 0-1,1 1 0,0-1 1,0 0-1,0 0 0,2 8 1,-1-9-219,1-1 1,-1 1-1,1 0 1,-1-1-1,2 1 1,-1-1-1,0 1 1,5 5-1,-5-7-314,1 0 0,0 0-1,0 0 1,0-1 0,0 1 0,0-1-1,0 0 1,0 0 0,1 0 0,-1 0-1,8 2 1,49 9-7188</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0.806"/>
    </inkml:context>
    <inkml:brush xml:id="br0">
      <inkml:brushProperty name="width" value="0.025" units="cm"/>
      <inkml:brushProperty name="height" value="0.025" units="cm"/>
    </inkml:brush>
  </inkml:definitions>
  <inkml:trace contextRef="#ctx0" brushRef="#br0">579 1 8258,'1'0'429,"0"0"-1,0 0 1,0 0 0,0 0-1,0 0 1,0 0 0,0 0 0,0 1-1,0-1 1,0 0 0,0 1 0,0-1-1,-1 0 1,1 1 0,0-1 0,0 1-1,0 0 1,-1-1 0,1 1 0,0 0-1,0 0 1,-1 0-325,0-1-1,0 1 1,0-1 0,0 1-1,0-1 1,0 1 0,0-1-1,-1 1 1,1-1 0,0 1-1,0-1 1,0 1 0,-1-1 0,1 1-1,0-1 1,-1 0 0,1 1-1,0-1 1,-1 1 0,1-1-1,0 0 1,-1 1 0,1-1-1,-1 0 1,1 0 0,-1 1-1,1-1 1,-1 0 0,1 0-1,-1 0 1,1 0 0,-1 1-1,1-1 1,-1 0 0,1 0-1,-1 0 1,1 0 0,-1 0-1,1 0 1,-1-1 0,-46 11 403,0-2 1,-1-2-1,1-2 1,-54-3 0,64-4-494,26 1-11,0 0 0,0 1 0,-1 1 0,1 0 0,0 1 0,-1 0 0,-11 3 0,23-4-3,-1 1-1,1-1 0,-1 1 1,1-1-1,0 1 1,-1-1-1,1 1 1,0-1-1,-1 1 0,1-1 1,0 1-1,0 0 1,0-1-1,0 1 0,0-1 1,-1 1-1,1 0 1,0-1-1,0 1 1,0-1-1,0 1 0,1 0 1,-1-1-1,0 1 1,0-1-1,0 1 0,0 0 1,1-1-1,-1 1 1,0-1-1,1 1 1,-1 0-1,15 30 5,-8-16 3,-5-7-2,1 1 0,-2-1 0,0 0 1,0 1-1,0-1 0,-1 1 0,0-1 0,-1 0 0,1 1 0,-4 8 0,-3 14 49,-15 41 0,17-58-35,-14 36 24,-28 53 0,25-60-42,-28 83 0,48-121-1,1 0-1,-1-1 1,2 1-1,-1 0 1,0 0-1,1 0 1,0 0-1,0 0 1,0 0 0,1 0-1,0 0 1,1 5-1,-1-8 4,0 0-1,0 0 1,0 0 0,0 0-1,0-1 1,1 1-1,-1 0 1,0-1 0,1 1-1,0-1 1,-1 1-1,1-1 1,0 0-1,-1 0 1,1 0 0,0 0-1,0 0 1,0 0-1,0 0 1,0 0 0,0-1-1,0 1 1,0-1-1,1 0 1,-1 0 0,0 1-1,0-1 1,0-1-1,3 1 1,17-3 96,-1 0 0,1-2 0,-1 0 0,0-1 0,30-14 0,-25 10 29,1 1 0,44-10 0,-71 19-281,14-3 775,-10-1-1543,-10 0-4073,-17-4-1123</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156"/>
    </inkml:context>
    <inkml:brush xml:id="br0">
      <inkml:brushProperty name="width" value="0.025" units="cm"/>
      <inkml:brushProperty name="height" value="0.025" units="cm"/>
    </inkml:brush>
  </inkml:definitions>
  <inkml:trace contextRef="#ctx0" brushRef="#br0">1 138 9130,'21'-19'6192,"0"-1"-3970,24-21-614,25-16 142,-82 69-1446,0 2-1,1-1 1,1 1 0,0 1-1,1 0 1,1 0 0,-10 24 0,16-32-293,0 0 1,0 0 0,0 0-1,1 0 1,0 0 0,0 1-1,1 8 1,0-13-175,0 0-1,1 0 1,-1 0 0,1 0 0,0 1 0,-1-1 0,1 0-1,1 0 1,-1-1 0,0 1 0,1 0 0,0 0-1,-1-1 1,1 1 0,0-1 0,0 1 0,1-1 0,4 4-1,-7-5-22,1-1-1,0 1 0,-1-1 0,1 0 0,0 1 0,-1-1 1,1 0-1,0 0 0,0 0 0,-1 1 0,1-1 0,0 0 0,0 0 1,-1 0-1,1 0 0,0 0 0,0 0 0,-1 0 0,1-1 1,1 1-1,26-12-6236</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347"/>
    </inkml:context>
    <inkml:brush xml:id="br0">
      <inkml:brushProperty name="width" value="0.025" units="cm"/>
      <inkml:brushProperty name="height" value="0.025" units="cm"/>
    </inkml:brush>
  </inkml:definitions>
  <inkml:trace contextRef="#ctx0" brushRef="#br0">10 1 14043,'0'2'3921,"-2"0"-2705,-1 2-344,3-1-376,0 6-352,-4-5-144,8 0-384,1-1-2664,19-6-3818</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618"/>
    </inkml:context>
    <inkml:brush xml:id="br0">
      <inkml:brushProperty name="width" value="0.025" units="cm"/>
      <inkml:brushProperty name="height" value="0.025" units="cm"/>
    </inkml:brush>
  </inkml:definitions>
  <inkml:trace contextRef="#ctx0" brushRef="#br0">41 0 10666,'4'7'3713,"-2"-2"-2041,7 3 585,-4 8-161,-1 6-199,-6 7-129,-5 5-416,-2-1-543,-4 1-417,2-3-224,4-7-152,0-1-8,5-6-8,0-3-232,2-5-913,0-7-999,-5-20-7674</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812"/>
    </inkml:context>
    <inkml:brush xml:id="br0">
      <inkml:brushProperty name="width" value="0.025" units="cm"/>
      <inkml:brushProperty name="height" value="0.025" units="cm"/>
    </inkml:brush>
  </inkml:definitions>
  <inkml:trace contextRef="#ctx0" brushRef="#br0">0 31 10138,'2'0'6089,"5"-4"-4416,9-3-545,6 0-208,9 1-296,-2 6-248,0 0-223,0 0-89,-4 9-64,1-7-289,3-2-1743,45-18-3849</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2.003"/>
    </inkml:context>
    <inkml:brush xml:id="br0">
      <inkml:brushProperty name="width" value="0.025" units="cm"/>
      <inkml:brushProperty name="height" value="0.025" units="cm"/>
    </inkml:brush>
  </inkml:definitions>
  <inkml:trace contextRef="#ctx0" brushRef="#br0">98 0 12979,'-2'7'3865,"-7"4"-2545,-4 14 472,-1 10-231,-6 8-481,5-3-184,3-2-328,1-5-392,9 0-176,4-4-32,0-15-1288,5-1-3153,11-11-3329</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2.767"/>
    </inkml:context>
    <inkml:brush xml:id="br0">
      <inkml:brushProperty name="width" value="0.025" units="cm"/>
      <inkml:brushProperty name="height" value="0.025" units="cm"/>
    </inkml:brush>
  </inkml:definitions>
  <inkml:trace contextRef="#ctx0" brushRef="#br0">0 60 9490,'0'0'3860,"3"2"71,16 6-2247,-2-7-990,-1-1-1,0-1 0,1-1 0,-1 0 0,0-1 0,29-9 0,-15 5-385,28-10-55,-38 11-186,1 0-1,-1 1 1,1 1 0,32-2 0,-54 9 55,1-1 1,-1 0-1,1 1 0,-1-1 0,0 0 1,0 1-1,0-1 0,0 0 1,-2 3-1,-4 9 17,0 1 0,1-1 0,1 2-1,0-1 1,1 0 0,1 1 0,0 0 0,1 0 0,1 0 0,0 0 0,3 24 0,4 13-187,3 0 1,16 57 0,-2-15 162,-22-91-112,0 0 0,0 0 0,0 0 0,-1 0 0,0 1 0,0-1 0,0 0 0,0 0 1,0 0-1,-1 0 0,0 0 0,0 0 0,0 0 0,0 0 0,-1 0 0,1 0 0,-1 0 0,0-1 0,0 1 0,-1-1 0,1 1 0,-1-1 0,1 0 0,-1 0 0,0 0 0,0 0 0,-1-1 0,1 1 0,0-1 0,-1 0 0,0 0 0,1 0 0,-1 0 0,0-1 0,0 1 0,0-1 1,0 0-1,0 0 0,-6 0 0,-89 4 28,70-5-46,0 1 1,0 2 0,0 1 0,-47 12 0,152-28-6217,14-9 168</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3.111"/>
    </inkml:context>
    <inkml:brush xml:id="br0">
      <inkml:brushProperty name="width" value="0.025" units="cm"/>
      <inkml:brushProperty name="height" value="0.025" units="cm"/>
    </inkml:brush>
  </inkml:definitions>
  <inkml:trace contextRef="#ctx0" brushRef="#br0">0 20 10722,'3'-2'769,"0"0"-1,0 0 0,1 0 1,-1 0-1,0 1 0,1-1 1,-1 1-1,1 0 0,-1 0 0,1 0 1,0 0-1,-1 1 0,1-1 1,0 1-1,3 0 0,65 6 2998,-50-3-3556,10-1-117,0 0 0,47-5 0,-24-6-7293,-74 14 1133</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3.255"/>
    </inkml:context>
    <inkml:brush xml:id="br0">
      <inkml:brushProperty name="width" value="0.025" units="cm"/>
      <inkml:brushProperty name="height" value="0.025" units="cm"/>
    </inkml:brush>
  </inkml:definitions>
  <inkml:trace contextRef="#ctx0" brushRef="#br0">0 61 14019,'3'0'5321,"1"-3"-4017,7 3 89,14-4 39,4-3-616,11-2-520,4-4-272,3 4-24,2 0-1416,71 3-5722</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3.828"/>
    </inkml:context>
    <inkml:brush xml:id="br0">
      <inkml:brushProperty name="width" value="0.025" units="cm"/>
      <inkml:brushProperty name="height" value="0.025" units="cm"/>
    </inkml:brush>
  </inkml:definitions>
  <inkml:trace contextRef="#ctx0" brushRef="#br0">245 38 7522,'3'-8'1961,"2"-14"3810,-5 22-5683,0 0 1,0-1 0,0 1-1,0 0 1,0 0-1,0-1 1,0 1 0,0 0-1,0-1 1,0 1 0,0 0-1,-1 0 1,1-1 0,0 1-1,0 0 1,0 0-1,0 0 1,0-1 0,0 1-1,0 0 1,-1 0 0,1 0-1,0-1 1,0 1 0,0 0-1,-1 0 1,1 0-1,0 0 1,0-1 0,0 1-1,-1 0 1,1 0 0,0 0-1,0 0 1,-1 0 0,1 0-1,0 0 1,0 0 0,-1 0-1,1 0 1,0 0-1,0 0 1,-1 0 0,1 0-1,0 0 1,0 0 0,-1 0-1,1 0 1,0 0 0,0 0-1,-1 0 1,1 0-1,0 0 1,0 1 0,-1-1-1,1 0 1,0 0 0,0 0-1,0 0 1,0 1 0,-1-1-1,1 0 1,0 0 0,0 1-1,-9 5 319,0 1 0,0 0 0,1 0-1,0 1 1,1 0 0,0 0 0,0 1 0,1 0-1,0 0 1,-8 17 0,-1 5 160,2 0-1,-11 40 1,13-36-447,2-1-1,1 2 1,1-1 0,3 1 0,0 0 0,3 57 0,2-82-559,2 35 292,-3-45-81,0 0 0,-1 0 0,1 0 0,0 1 0,-1-1 0,1 0 0,0 0 0,-1 0 0,1 0 0,-1 0 0,1 0 0,-1 0 0,0-1 0,-1 2 0,2-1-140,-1-1-1,0 1 1,0-1-1,1 0 1,-1 1-1,0-1 1,0 0-1,1 0 1,-1 1-1,0-1 1,0 0-1,0 0 1,0 0-1,1 0 1,-1 0-1,0 0 1,0-1-1,0 1 0,1 0 1,-1 0-1,0 0 1,-1-1-1,-31-12-8385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4.021"/>
    </inkml:context>
    <inkml:brush xml:id="br0">
      <inkml:brushProperty name="width" value="0.025" units="cm"/>
      <inkml:brushProperty name="height" value="0.025" units="cm"/>
    </inkml:brush>
  </inkml:definitions>
  <inkml:trace contextRef="#ctx0" brushRef="#br0">1 51 12123,'9'-6'5209,"4"-1"-3721,21-6 120,8 2-263,9 6-553,12 5-192,-1-2-248,7 2-176,0 0-160,-4 0-16,-10 0-336,59-7-4473</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4.449"/>
    </inkml:context>
    <inkml:brush xml:id="br0">
      <inkml:brushProperty name="width" value="0.025" units="cm"/>
      <inkml:brushProperty name="height" value="0.025" units="cm"/>
    </inkml:brush>
  </inkml:definitions>
  <inkml:trace contextRef="#ctx0" brushRef="#br0">1 208 14187,'22'1'5521,"0"3"-3572,27 2-732,-22-6-832,-4 1-133,1-1 1,37-6-1,-55 5-239,0 0-1,-1 0 1,1-1-1,-1 0 1,1 0 0,-1 0-1,0 0 1,0-1 0,0 0-1,0 0 1,0-1-1,-1 1 1,1-1 0,-1 0-1,0 0 1,4-6 0,-6 8-12,-1 0 1,0 0 0,1-1 0,-1 1 0,0-1 0,-1 1-1,1-1 1,0 1 0,-1-1 0,1 1 0,-1-1 0,0 1-1,1-1 1,-1 0 0,-1 1 0,1-1 0,0 1 0,-1-4-1,-1 2 0,1-1-1,-1 1 0,0-1 1,-1 1-1,1 0 0,-1 0 1,1 0-1,-1 0 0,-5-4 1,1 0-4,-1 1 1,0 0-1,0 1 1,-1-1-1,0 2 1,0-1-1,-1 1 1,-11-4 0,18 7 13,-1 1 1,1 0 0,0 0 0,-1 1 0,1-1 0,-1 1 0,1-1 0,-1 1 0,1 0 0,-1 0 0,1 1 0,0-1-1,-1 1 1,1-1 0,-1 1 0,1 0 0,0 1 0,-1-1 0,1 0 0,0 1 0,0 0 0,0 0 0,0 0-1,1 0 1,-1 0 0,0 0 0,1 1 0,0-1 0,-3 4 0,2-2 4,1 1 0,-1-1 0,1 1 0,0-1 0,1 1 0,-1 0 0,1-1 0,0 1 0,0 0 0,0 0 0,1 0 0,0 0 0,0 0 0,0 0 0,0 0 0,1 0 0,0 0 0,0-1 0,3 9 0,0-2-148,0-1 1,1-1-1,0 1 1,1-1-1,0 0 1,0 0-1,1 0 1,8 7-1,-10-11-427,1 0-1,0 0 1,-1-1-1,2 0 1,11 6-1,-13-7-251,0-1-1,1-1 1,-1 1-1,1-1 1,-1 0 0,1 0-1,-1 0 1,9-1-1,57-7-7755</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023"/>
    </inkml:context>
    <inkml:brush xml:id="br0">
      <inkml:brushProperty name="width" value="0.025" units="cm"/>
      <inkml:brushProperty name="height" value="0.025" units="cm"/>
    </inkml:brush>
  </inkml:definitions>
  <inkml:trace contextRef="#ctx0" brushRef="#br0">1 43 7154,'10'-7'8996,"3"9"-4199,-11-1-4243,0 0 0,0 0-1,0 0 1,0 1 0,0-1-1,0 1 1,0-1 0,0 1 0,2 3-1,20 38 1049,-19-32-1551,2 1 1,-1-1 0,16 19 0,-20-29-76,0 0 1,-1 0 0,1 0 0,0 0-1,0 0 1,0 0 0,0 0-1,1-1 1,-1 1 0,0-1 0,0 1-1,0-1 1,0 0 0,1 0 0,-1 0-1,0 0 1,0 0 0,0-1-1,0 1 1,1-1 0,-1 1 0,0-1-1,0 0 1,0 0 0,3-2-1,11-4-416,-1-1 0,18-11 0,-23 12 196,77-52-162,-87 58 936,1 5-506,0-1 0,0 0-1,0 1 1,0-1 0,1 0 0,0 0 0,3 5 0,2 0-139,0-1 1,1-1 0,0 0-1,0 0 1,1 0 0,0-1 0,0 0-1,0-1 1,16 5 0,-20-7-42,-1-1 0,1 0 1,0-1-1,0 1 0,0-1 1,0 0-1,0 0 0,0 0 0,0-1 1,-1 0-1,1 0 0,0 0 1,0-1-1,-1 1 0,1-1 1,-1 0-1,1 0 0,-1-1 1,0 1-1,0-1 0,0 0 1,4-4-1,2-3 54,0 0 1,-1-1-1,12-17 0,-17 23 460,-1 0 0,0-1-1,0 1 1,0-1 0,-1 0-1,1 0 1,-1 0-1,-1 0 1,1 0 0,0-8-1,-3 24 1251,0-7-1814,0 1 1,0-1 0,1 1-1,0 0 1,0-1 0,0 8-1,1-9-205,-1 1 0,1-1 1,0 0-1,0 1 0,0-1 0,0 0 0,0 1 0,1-1 0,-1 0 0,1 0 0,-1 0 0,1 0 0,0 0 0,0-1 0,-1 1 0,4 2 0,36 24-4875</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341"/>
    </inkml:context>
    <inkml:brush xml:id="br0">
      <inkml:brushProperty name="width" value="0.025" units="cm"/>
      <inkml:brushProperty name="height" value="0.025" units="cm"/>
    </inkml:brush>
  </inkml:definitions>
  <inkml:trace contextRef="#ctx0" brushRef="#br0">172 1 9354,'3'14'9112,"-9"14"-7187,4-20-649,-31 126 3420,12-56-4183,-15 120 0,32-155-691,-4 39 157,6-74-629,1 0-1,-1 0 1,-1 0-1,0 0 1,0-1-1,0 1 1,-6 8-1,8-14 236,0-1-74,0 0 0,1 0 0,-1 0 1,0 0-1,0 1 0,0-1 0,0 0 0,0-1 0,0 1 0,0 0 0,0 0 0,0 0 1,-1-1-1,-1 2 0,-17 0-5499</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708"/>
    </inkml:context>
    <inkml:brush xml:id="br0">
      <inkml:brushProperty name="width" value="0.025" units="cm"/>
      <inkml:brushProperty name="height" value="0.025" units="cm"/>
    </inkml:brush>
  </inkml:definitions>
  <inkml:trace contextRef="#ctx0" brushRef="#br0">0 17 12771,'3'-2'593,"-1"0"0,0 1 1,1 0-1,-1-1 1,1 1-1,-1 0 0,1 0 1,0 0-1,-1 1 0,1-1 1,0 1-1,5-1 0,38 1 1061,-31 0-912,31-1 160,-27 0-692,0 0 0,0 2 0,0 0 0,23 5 0,-41-6-200,1 0 1,-1 1-1,0-1 0,1 1 0,-1-1 1,0 1-1,0-1 0,0 1 0,1 0 1,-1 0-1,0 0 0,0 0 1,0 0-1,0 0 0,0 0 0,-1 0 1,1 0-1,0 0 0,0 0 0,-1 0 1,1 1-1,0 1 0,0 0 68,-1 0 0,1 0 0,-1 0 0,0 0 0,0 0 0,0 0 0,0 0 0,0 0 0,-2 5 0,-1 3 202,0 0 1,-1-1 0,0 0-1,-9 16 1,10-20-256,0-1 1,1 0-1,-2 0 0,1 0 1,-1-1-1,1 1 0,-1-1 0,0 0 1,-1 0-1,1 0 0,-1 0 1,0-1-1,0 0 0,0 0 1,0 0-1,0-1 0,-1 1 0,1-1 1,-1-1-1,1 1 0,-1-1 1,0 0-1,0 0 0,0 0 0,1-1 1,-7 0-1,5 0-68,1 0 0,-1 0 1,0-1-1,1 0 0,-1 0 0,1 0 1,-1-1-1,1 0 0,0 0 0,-1 0 0,1-1 1,-10-7-1,15 10-53,1 0 0,-1-1 0,1 1 0,-1-1 0,1 1 0,-1 0 0,1-1 0,-1 1 0,1-1 1,0 0-1,-1 1 0,1-1 0,0 1 0,-1-1 0,1 0 0,0 1 0,0-1 0,0 0 0,-1 1 0,1-1 0,0 1 0,0-2 0,1 1-206,-1 0 0,0 0 0,1 0 0,-1 0 0,1 0 0,0 0 0,-1 0 0,1 0-1,0 0 1,-1 1 0,1-1 0,0 0 0,0 1 0,0-1 0,0 0 0,0 1 0,2-2 0,33-16-6437</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961"/>
    </inkml:context>
    <inkml:brush xml:id="br0">
      <inkml:brushProperty name="width" value="0.025" units="cm"/>
      <inkml:brushProperty name="height" value="0.025" units="cm"/>
    </inkml:brush>
  </inkml:definitions>
  <inkml:trace contextRef="#ctx0" brushRef="#br0">1 18 1016,'2'-2'16652,"3"0"-11411,-3-3-1576,0 1-1249,-2 1-823,0 1-665,-2 2-256,2 2-672,0 7-152,2 0-328,0 7-1033,-2 2-1151,-2 2-3473,-2 24-6714</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6.152"/>
    </inkml:context>
    <inkml:brush xml:id="br0">
      <inkml:brushProperty name="width" value="0.025" units="cm"/>
      <inkml:brushProperty name="height" value="0.025" units="cm"/>
    </inkml:brush>
  </inkml:definitions>
  <inkml:trace contextRef="#ctx0" brushRef="#br0">257 0 16243,'0'0'6538,"-4"7"-3906,-5 6 9,0 0-977,-2 10-1016,2 6-415,-2 2-233,-3 11-168,-4 5-1217,-13 2-2592,-109 100-4648</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1.336"/>
    </inkml:context>
    <inkml:brush xml:id="br0">
      <inkml:brushProperty name="width" value="0.025" units="cm"/>
      <inkml:brushProperty name="height" value="0.025" units="cm"/>
    </inkml:brush>
  </inkml:definitions>
  <inkml:trace contextRef="#ctx0" brushRef="#br0">669 1 1880,'0'0'6196,"7"0"-4898,-2 0-2411,14 0 4839,-10 0 699,-23 0-2314,5 0-1995,1 1 0,0 1 0,0 0-1,0 0 1,0 0 0,0 1 0,0 0 0,1 0 0,-15 9 0,-6 7-26,-28 23 0,38-28 12,-42 33 122,2 2 0,2 3 1,-72 86-1,107-111-197,1 0 1,1 2-1,1 0 1,2 1-1,1 1 1,1 0-1,1 1 1,2 1-1,2 0 1,-7 39-1,13-52-16,1 1 0,0 23 0,2-40-10,0 0 1,0 0-1,1 0 0,-1 1 1,1-1-1,0 0 0,0 0 1,0 0-1,1-1 1,-1 1-1,1 0 0,0 0 1,0-1-1,0 1 0,1-1 1,-1 0-1,5 5 1,2-2 29,1 0 0,0-1 1,-1 0-1,2 0 0,-1-1 1,0-1-1,1 0 0,0 0 1,0-1-1,-1 0 0,1-1 1,0 0-1,17-2 0,-27 1-10,0 0-1,0-1 0,1 1 1,-1-1-1,0 1 0,0-1 1,0 0-1,1 1 0,-1-1 1,0 0-1,0 0 0,0 0 1,0 0-1,0 0 0,0 0 1,-1 0-1,1 0 0,0 0 1,-1 0-1,1 0 0,0 0 1,-1-1-1,1 1 0,-1 0 1,0 0-1,1-1 1,-1 1-1,0 0 0,0-1 1,0 1-1,0-3 0,1-54 499,-2 42-392,0 6-68,-1 0 1,-1 0-1,1 1 1,-2-1-1,1 1 1,-1 0-1,-1 0 1,0 0-1,-10-14 1,-3-8 230,16 27-226,0 0 1,-1 0-1,1 0 0,-1 0 0,0 1 1,0-1-1,0 1 0,0 0 0,-1 0 1,1 0-1,-1 0 0,0 1 0,0-1 1,0 1-1,0 0 0,-5-2 0,-2 2-19,0-1 1,-1 2-1,1 0 0,0 0 0,-15 1 0,-1 0-1521,64 0-2959,-18 0-191</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3.132"/>
    </inkml:context>
    <inkml:brush xml:id="br0">
      <inkml:brushProperty name="width" value="0.025" units="cm"/>
      <inkml:brushProperty name="height" value="0.025" units="cm"/>
    </inkml:brush>
  </inkml:definitions>
  <inkml:trace contextRef="#ctx0" brushRef="#br0">0 64 1200,'0'0'14081,"25"10"-13333,77 36-241,-97-44-458,-1 0 1,1 1 0,-1-1 0,0 1 0,0 0 0,-1 1 0,1-1 0,0 0 0,-1 1 0,0 0 0,0 0 0,0 0 0,0 0 0,-1 0 0,3 7 0,-3-4 94,0 1 1,0 0-1,0-1 0,-1 1 0,-1 0 1,0 11-1,1-7 98,0 12 234,0 2 247,-2 37 0,0-56-546,1-1-1,-2 1 0,1 0 1,-1-1-1,0 1 1,0-1-1,-1 1 1,1-1-1,-1 0 1,-6 8-1,9-13-136,0-1 0,-1 0 0,1 1 0,0-1 0,0 0 0,-1 1 0,1-1 0,0 1 0,0-1 0,-1 0 0,1 0 0,-1 1 0,1-1 0,0 0 0,-1 0 0,1 1 0,0-1 0,-1 0 0,1 0 0,-1 0 0,1 0 0,-1 0 0,1 1 0,0-1 0,-1 0 0,1 0 0,-1 0 0,1 0 0,-1 0 0,1 0 0,-1 0 0,1-1 0,-9-11 446,3-20-229,4 13-178,1 1-1,0-1 1,2 0-1,4-31 0,-3 38-77,1 0-1,1 0 1,0 0-1,1 1 1,0 0-1,0 0 0,1 0 1,9-11-1,-4 7-64,1 1-1,0 0 1,1 1-1,0 1 0,1 0 1,0 0-1,1 1 1,0 1-1,1 1 0,0 0 1,1 1-1,0 1 1,0 1-1,0 0 0,29-5 1,-45 10 62,1 1 0,0-1 1,0 1-1,0 0 0,-1 0 1,1 0-1,0 0 0,0 0 1,0 0-1,0 0 0,-1 1 0,1-1 1,0 1-1,0-1 0,-1 1 1,1 0-1,0-1 0,-1 1 1,1 0-1,-1 0 0,1 0 1,-1 0-1,1 1 0,0 0 0,0 2 22,0 0 0,-1 0-1,1-1 1,-1 1-1,0 0 1,0 0 0,-1 0-1,1 8 1,1 2 100,27 198 2412,-8-120-2755,-21-90 59,0 0 1,1 0-1,-1 0 1,1 0-1,-1 0 1,1 0-1,0-1 0,0 1 1,0 0-1,0 0 1,0-1-1,0 1 1,0-1-1,1 1 0,-1-1 1,1 1-1,-1-1 1,1 0-1,2 2 0,23 4-6780,-11-7-3686</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3.418"/>
    </inkml:context>
    <inkml:brush xml:id="br0">
      <inkml:brushProperty name="width" value="0.025" units="cm"/>
      <inkml:brushProperty name="height" value="0.025" units="cm"/>
    </inkml:brush>
  </inkml:definitions>
  <inkml:trace contextRef="#ctx0" brushRef="#br0">1 1 2529,'0'0'14231,"24"1"-13247,163 1 241,-152-3-1076,-24-1-154,1 2 0,-1 0-1,1 0 1,17 4 0,-28-4-44,-1 0 0,0 0 0,0 0-1,1 0 1,-1 0 0,0 0 0,0 1 0,0-1-1,0 0 1,1 0 0,-1 0 0,0 1 0,0-1-1,0 0 1,0 0 0,0 0 0,0 1 0,0-1 0,1 0-1,-1 0 1,0 1 0,0-1 0,0 0 0,0 0-1,0 1 1,0-1 0,0 0 0,0 0 0,0 1 0,0-1-1,0 0 1,0 0 0,-1 0 0,1 1 0,0-1-1,0 0 1,0 0 0,0 1 0,0-1 0,0 0-1,0 0 1,-1 0 0,1 0 0,0 1 0,0-1 0,0 0-1,-1 0 1,1 0 0,0 0 0,0 1 0,0-1-1,-1 0 1,1 0 0,0 0 0,0 0 0,-1 0 0,-12 10-2956,-12-1-1973</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3.655"/>
    </inkml:context>
    <inkml:brush xml:id="br0">
      <inkml:brushProperty name="width" value="0.025" units="cm"/>
      <inkml:brushProperty name="height" value="0.025" units="cm"/>
    </inkml:brush>
  </inkml:definitions>
  <inkml:trace contextRef="#ctx0" brushRef="#br0">0 1 3393,'0'0'9474,"155"6"-7322,-111-6-79,-5 0-545,-3 0-560,-4 0-312,-8 0-360,-3 0-184,-6 0-112,-3 3-88,-7-3-960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4.688"/>
    </inkml:context>
    <inkml:brush xml:id="br0">
      <inkml:brushProperty name="width" value="0.025" units="cm"/>
      <inkml:brushProperty name="height" value="0.025" units="cm"/>
    </inkml:brush>
  </inkml:definitions>
  <inkml:trace contextRef="#ctx0" brushRef="#br0">252 42 2561,'0'0'8428,"18"4"-6820,59 10-51,-74-13-1401,1-1 1,-1 1 0,0-1-1,0 0 1,1-1 0,-1 1-1,0 0 1,0-1-1,1 0 1,-1 0 0,0 0-1,0 0 1,4-3 0,-6 4 39,1-1 1,-1 0-1,0 0 0,0 0 1,0 0-1,0 0 1,0 0-1,0 0 1,0 0-1,-1-1 1,1 1-1,0 0 0,-1 0 1,1-1-1,0 1 1,-1 0-1,0-1 1,1 1-1,-1-1 1,0 1-1,0-3 0,0 3-157,0 1 0,-1-1 0,1 0-1,-1 0 1,1 0 0,-1 0-1,1 1 1,-1-1 0,1 0-1,-1 1 1,0-1 0,0 0 0,1 1-1,-1-1 1,0 1 0,0-1-1,1 1 1,-1-1 0,0 1-1,0 0 1,0-1 0,0 1 0,0 0-1,0 0 1,0 0 0,-1-1-1,-30-4 115,28 5-100,-159-4 433,108 5-357,45-2-98,0 1 0,0 1-1,0 0 1,0 0 0,0 1-1,-15 5 1,22-6-31,1 0-1,-1 0 1,1 1-1,-1-1 1,1 1-1,0 0 0,0 0 1,-1-1-1,1 1 1,0 1-1,1-1 1,-1 0-1,0 0 1,1 1-1,-1-1 1,1 1-1,0-1 1,0 1-1,0 0 1,0-1-1,0 1 0,0 0 1,1 0-1,0 0 1,-1-1-1,1 1 1,0 5-1,1-2-1,0 1-1,0-1 1,0 0 0,1 0-1,0 1 1,0-1 0,0 0-1,1-1 1,0 1 0,0 0-1,0-1 1,1 0-1,4 6 1,10 9 23,36 34 0,-30-32-24,57 52-36,-48-46-114,-1 1-1,-2 1 0,-1 2 0,41 58 1,-68-88 130,0 1 0,0 0 1,-1 0-1,1 1 1,-1-1-1,0 0 0,0 0 1,0 1-1,0-1 0,-1 0 1,1 1-1,-1-1 0,0 1 1,0 3-1,-1-6 16,1 1 0,-1 0-1,1 0 1,-1-1 0,0 1 0,0 0-1,0-1 1,0 1 0,0-1 0,0 1-1,-1-1 1,1 1 0,0-1 0,-1 0-1,1 0 1,-1 0 0,1 0 0,-1 0-1,0 0 1,1 0 0,-1 0 0,0-1-1,0 1 1,0 0 0,-1-1 0,-36 8 62,-1-2 0,1-1 0,-1-2 0,-53-4 0,54 1-44,33 0-2,0 0 0,0 0 0,1-1 1,-1 1-1,0-2 0,0 1 0,1 0 0,-1-1 0,1 0 0,-11-6 0,13 6-5,0 0 1,1 0-1,-1-1 0,1 1 0,0-1 1,-1 1-1,1-1 0,0 0 1,1 0-1,-1 0 0,0 0 0,1 0 1,0 0-1,-1 0 0,1-1 1,1 1-1,-1 0 0,0-1 0,0-6 1,1 3 0,0-1 0,1 0 0,-1 1 0,1-1 0,1 0 1,-1 1-1,1-1 0,1 1 0,-1 0 0,1-1 0,0 1 0,1 1 1,0-1-1,0 0 0,9-10 0,6-4 36,0 1 0,45-35-1,-41 35-26,43-29 46,-42 32 56,-1 0-1,35-36 1,-56 51-50,0-1 1,0 0-1,0 1 1,-1-1-1,1 0 0,-1 0 1,0 0-1,0 0 0,0 0 1,0 0-1,0 0 0,-1-1 1,1 1-1,-1 0 0,0 0 1,0 0-1,0-1 0,0 1 1,-1 0-1,1 0 0,-1 0 1,0-1-1,0 1 0,0 0 1,-2-4-1,-1 0 64,1 0-1,-1 0 0,-1 0 1,1 1-1,-1-1 1,-1 1-1,1 0 1,-11-9-1,12 13-39,0-1 1,1 1-1,-1 0 0,0 0 1,0 0-1,0 0 0,0 1 1,0-1-1,0 1 0,-1 0 1,1 0-1,0 1 0,-1 0 1,-4-1-1,8 5-470,0-1 0,1 1 1,-1-1-1,1 1 0,0-1 0,0 1 1,0 0-1,1 6 0,3 0-5085,6-5-4821</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4.844"/>
    </inkml:context>
    <inkml:brush xml:id="br0">
      <inkml:brushProperty name="width" value="0.025" units="cm"/>
      <inkml:brushProperty name="height" value="0.025" units="cm"/>
    </inkml:brush>
  </inkml:definitions>
  <inkml:trace contextRef="#ctx0" brushRef="#br0">1 70 4521,'0'0'6747,"3"-6"-5587,-2 4-1000,14-32 1503,-14 32-1266,0 0 0,-1-1 0,0 1 0,1 0 0,-1-1-1,0 1 1,0 0 0,0-1 0,-1-3 0,5 29-303,-1 1 0,-1-1 0,-1 26 0,1 12 157,10 139 886,-9-1 1,-27 243-1,21-415-1418,-2 13 725,4-13-8772</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5.796"/>
    </inkml:context>
    <inkml:brush xml:id="br0">
      <inkml:brushProperty name="width" value="0.025" units="cm"/>
      <inkml:brushProperty name="height" value="0.025" units="cm"/>
    </inkml:brush>
  </inkml:definitions>
  <inkml:trace contextRef="#ctx0" brushRef="#br0">134 33 2937,'0'0'10039,"0"-7"-8633,0-13-314,0 14-55,0 19-215,-1 6-406,0 0 0,-1 0 0,-1 0 0,-1 0 0,-10 28 0,-42 85-160,19-51-123,34-73-135,0-1 0,1 1 0,0 0 0,0 0 0,1 1 0,-1-1 0,1 13 0,2-20 1,-1 0 0,1 0 0,-1 0 0,1 0 0,0 0 0,-1 0 0,1 0 0,0 0 0,-1 0 1,1 0-1,0-1 0,0 1 0,0 0 0,0-1 0,0 1 0,0 0 0,0-1 0,0 1 0,0-1 0,0 0 0,0 1 1,0-1-1,0 0 0,1 0 0,-1 0 0,0 1 0,0-1 0,0 0 0,2-1 0,43 3 4,-37-3 0,42 1 75,-1-2-1,73-13 0,-87 6-58,-25 6-14,0 0 0,-1 1 0,20-2 0,-29 4-26,-1-6-8614,-3 0 4218</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6.081"/>
    </inkml:context>
    <inkml:brush xml:id="br0">
      <inkml:brushProperty name="width" value="0.025" units="cm"/>
      <inkml:brushProperty name="height" value="0.025" units="cm"/>
    </inkml:brush>
  </inkml:definitions>
  <inkml:trace contextRef="#ctx0" brushRef="#br0">6 1 8890,'0'0'11294,"0"8"-10249,-1 314 1443,-3-104-7685,3-174 1880,1-10-1724</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8.664"/>
    </inkml:context>
    <inkml:brush xml:id="br0">
      <inkml:brushProperty name="width" value="0.025" units="cm"/>
      <inkml:brushProperty name="height" value="0.025" units="cm"/>
    </inkml:brush>
  </inkml:definitions>
  <inkml:trace contextRef="#ctx0" brushRef="#br0">0 84 3833,'0'0'9122,"7"-8"-7921,-4 3-1072,1 0 73,-1 0 0,1 0 0,0 0 0,0 0 0,0 1 0,0 0 0,1 0 0,0 0 0,0 1 0,0-1-1,0 1 1,8-3 0,14 1 20,1 1 0,0 1 0,0 2 0,0 1 1,34 4-1,-59-4-226,-1 0 0,1 1 1,0-1-1,-1 1 0,1 0 1,0-1-1,-1 1 0,1 0 1,-1 1-1,0-1 0,1 0 1,-1 1-1,0-1 0,0 1 1,0 0-1,0 0 0,0 0 1,0 0-1,0 0 0,-1 0 1,1 0-1,-1 1 0,1-1 1,-1 0-1,0 1 0,0-1 1,0 1-1,-1 0 0,1-1 1,0 1-1,-1 0 0,1 4 1,-1 0 22,0 1 1,0-1 0,0 0 0,-1 1-1,0-1 1,0 0 0,-1 0 0,0 0-1,0 0 1,-1 0 0,-3 8 0,-14 18 83,-30 37 0,28-42-59,-33 62 0,53-89-46,1 1-1,1 0 1,-1 0 0,0 0-1,0 0 1,1-1-1,-1 1 1,1 0 0,-1 0-1,1 0 1,0 1-1,0-1 1,0 0-1,0 0 1,0 0 0,0 0-1,1 0 1,0 3-1,0-4 8,0 0 0,0 1 0,0-1 0,0 0 0,0 0 0,0 0 0,1 0 0,-1 0 0,0 0 0,1 0 0,-1 0 0,0-1 0,1 1 0,-1 0 0,1-1 0,0 1 0,-1-1 0,1 0 0,-1 1-1,1-1 1,-1 0 0,3 0 0,311 7 722,-205-8-7772,-97 1-1117</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9.394"/>
    </inkml:context>
    <inkml:brush xml:id="br0">
      <inkml:brushProperty name="width" value="0.025" units="cm"/>
      <inkml:brushProperty name="height" value="0.025" units="cm"/>
    </inkml:brush>
  </inkml:definitions>
  <inkml:trace contextRef="#ctx0" brushRef="#br0">52 48 7634,'0'0'9554,"20"-8"-9077,66-21-138,-79 26-306,-1 1 0,1 1 0,0-1-1,0 1 1,0 0 0,0 1 0,0-1 0,0 1 0,0 1 0,9 1 0,-6-1-19,-7 0-15,1-1 0,-1 1 1,0-1-1,0 1 0,0 0 0,0 0 0,0 1 1,0-1-1,0 1 0,0-1 0,-1 1 0,1 0 1,0 0-1,-1 0 0,0 0 0,1 1 0,-1-1 1,3 5-1,-2-2 5,-1 0 1,0-1-1,0 1 1,0 0-1,-1 0 1,1 0-1,-1 0 1,-1 0 0,1 0-1,-1 11 1,0-13 32,-1 0 1,0 0 0,0 0-1,0-1 1,0 1 0,0 0 0,-1 0-1,1-1 1,-1 1 0,0-1-1,0 1 1,0-1 0,0 0 0,0 1-1,0-1 1,-1 0 0,1-1-1,-5 4 1,-56 31 325,49-29-313,-57 24 130,71-31-188,-1 1 1,1 0-1,-1-1 0,1 1 0,0-1 0,-1 1 1,1 0-1,0-1 0,-1 1 0,1-1 0,0 1 1,0 0-1,0-1 0,0 1 0,-1 0 1,1 0-1,0-1 0,0 1 0,0 0 0,0-1 1,1 1-1,-1 0 0,0-1 0,0 1 0,0 0 1,0-1-1,1 1 0,-1 0 0,0-1 0,1 1 1,0 0-1,7 9 8,1-1-1,0 0 1,0-1 0,16 11 0,25 24-4,-45-37-11,0 0 1,0 0 0,0 0 0,-1 0-1,0 1 1,0 0 0,-1 0 0,0 0-1,0 0 1,-1 0 0,0 1 0,0-1 0,0 1-1,-1 0 1,0-1 0,-1 1 0,0 13-1,0-19 14,-1 1-1,1 0 0,0-1 0,-1 1 0,1-1 0,-1 1 0,0-1 0,0 0 0,0 1 1,0-1-1,0 0 0,-1 0 0,1 0 0,-1 0 0,1 0 0,-4 4 0,0-2 47,1-1-1,-1 1 0,0-1 0,0 0 0,0 0 0,0-1 0,-7 3 0,-6 1 325,-1-1 0,0-1 0,-30 3 0,-60-3 1316,89-5-1339,20 1-348,0 0 1,0 0 0,0 0-1,0 0 1,0 0-1,0 0 1,0 0-1,0 0 1,0 0-1,0 0 1,0 0-1,0 0 1,0 0 0,0-1-1,0 1 1,0 0-1,0 0 1,0 0-1,1 0 1,-1 0-1,0 0 1,0 0-1,0 0 1,0 0 0,0-1-1,-1 1 1,1 0-1,0 0 1,0 0-1,0 0 1,0 0-1,0 0 1,0 0-1,0 0 1,0 0 0,0 0-1,0-1 1,0 1-1,0 0 1,0 0-1,0 0 1,0 0-1,0 0 1,0 0-1,0 0 1,-1 0 0,1 0-1,0 0 1,0 0-1,0 0 1,0 0-1,0 0 1,0 0-1,0 0 1,0 0-1,0 0 1,0 0 0,-1 0-1,1 0 1,0 0-1,0 0 1,0 0-1,0 0 1,0 0-1,9-5-554,57-1-4302,-31 3-1576</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1.612"/>
    </inkml:context>
    <inkml:brush xml:id="br0">
      <inkml:brushProperty name="width" value="0.025" units="cm"/>
      <inkml:brushProperty name="height" value="0.025" units="cm"/>
    </inkml:brush>
  </inkml:definitions>
  <inkml:trace contextRef="#ctx0" brushRef="#br0">193 1 4729,'0'0'12485,"-2"19"-10100,-3-5-2180,-1 0 1,0-1 0,-1 1-1,0-1 1,-1-1-1,-1 1 1,0-2 0,-16 17-1,13-14-98,0 0 0,1 1 0,1 0 0,-16 31-1,24-43-104,1 0 0,0 0 0,0 1 0,0-1-1,0 0 1,1 1 0,-1-1 0,1 1 0,0-1 0,0 1-1,1 5 1,-1-7-1,1 0-1,-1-1 0,1 1 0,0-1 1,-1 1-1,1 0 0,0-1 1,0 0-1,0 1 0,0-1 1,1 0-1,-1 1 0,0-1 0,0 0 1,1 0-1,-1 0 0,1 0 1,-1 0-1,1 0 0,-1-1 0,1 1 1,0 0-1,-1-1 0,3 1 1,26 5 13,0-2 1,0 0-1,0-3 1,53-2-1,33 1 0,-110 1-17,0-1 0,-1 1 0,1 0 0,-1 0 0,1 0 0,-1 1 0,10 4 0,-13-5-2,0 0 0,-1 0-1,1 1 1,0-1 0,-1 1 0,1-1 0,-1 1-1,1 0 1,-1 0 0,0-1 0,0 1 0,0 0-1,0 0 1,0 0 0,0 0 0,0 0 0,-1 0-1,1 0 1,-1 1 0,1-1 0,-1 0 0,0 4-1,2 8 16,-1 0-1,-1 0 0,0 0 1,-1 0-1,-1 0 0,0 0 1,-1-1-1,0 1 0,-10 25 1,3-22 111,0 0-1,-1 0 1,-1-1 0,0 0 0,-1-1 0,-1 0-1,-25 19 1,30-26-69,-1 0 0,-1-2-1,1 1 1,-1-1 0,-1-1 0,1 0-1,-1 0 1,1-1 0,-1-1 0,0 0-1,-1 0 1,1-1 0,-17 0 0,23-2-236,0 1 1,0-2 0,0 1-1,0-1 1,0 0-1,0 0 1,0 0 0,0-1-1,1 0 1,-1 0 0,1-1-1,-1 1 1,-7-6-1,8 3-769,-1 0 0,2 1 0,-1-2 0,1 1-1,-1-1 1,2 1 0,-6-10 0,-4-12-6233</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1.885"/>
    </inkml:context>
    <inkml:brush xml:id="br0">
      <inkml:brushProperty name="width" value="0.025" units="cm"/>
      <inkml:brushProperty name="height" value="0.025" units="cm"/>
    </inkml:brush>
  </inkml:definitions>
  <inkml:trace contextRef="#ctx0" brushRef="#br0">0 48 4121,'0'0'14718,"28"-5"-13061,94-18-375,-78 15-707,1 2 0,-1 2-1,1 2 1,75 7 0,-111-4-582,-1 1 1,1 0-1,-1 0 0,1 1 0,14 7 1,-14-6-155,0 0 1,0 0-1,0-1 1,0-1 0,18 3-1,50-4-4591,-42-1-1774</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6.368"/>
    </inkml:context>
    <inkml:brush xml:id="br0">
      <inkml:brushProperty name="width" value="0.025" units="cm"/>
      <inkml:brushProperty name="height" value="0.025" units="cm"/>
    </inkml:brush>
  </inkml:definitions>
  <inkml:trace contextRef="#ctx0" brushRef="#br0">140 428 2969,'0'0'4050,"-1"9"1559,63-22-2952,198 8-1648,-35 2-1013,581-66 81,-87 4-95,264 6-922,258 17-106,-513 16 1030,-172 5 24,-398 16 72,1271-61 674,224 3 686,893 63-1628,-1700 34 82,-672-23 102,825 69-42,-651-54 29,19 1 94,-337-27 1004,-26-1-856,0 0 0,-1 1-1,1 0 1,0 0 0,0 0-1,-1 0 1,1 1 0,0-1-1,0 1 1,-1 0 0,1 0-1,-1 1 1,1-1 0,5 4-1,-8-4-226,-1 1-1,0-1 0,1 1 1,-1-1-1,0 1 1,0-1-1,0 1 0,0 0 1,0-1-1,0 1 0,-1 2 1,1-2 16,-2 13 132,1-1-1,-2 1 0,0-1 1,-1 0-1,-6 17 1,-4 13-12,-8 61 248,-18 192-1,-10 59-210,34-289 41,4 0 0,3 0 0,-1 93 0,10-127-30,11 381 680,-7-180-652,-5-132-41,1-101 220,-3-2-360,0-1-1,-1 1 1,1-1 0,0 1-1,0-1 1,0 0 0,0 0-1,0 0 1,-4-5 0,-8-4-15,-4 0-13,-1 2-1,0 0 0,-1 1 0,1 1 0,-1 1 0,-34-5 0,-137-6-39,75 9 33,-312-29-52,-236-27-1240,85 15 1197,1 32 1120,-632 12-451,531 43-464,-21 1-19,-184-18-107,570-15 35,-327 2-1,-649-28-13,627 0-3,-348-23 0,697 14-35,-257-19-44,173 33-434,-556-15 353,634 24 136,-79-29 12,247 23 27,-186 10 0,168 4-25,-45-2 68,209 1-58,0 0 0,-1 1 0,1 0-1,0 0 1,0 1 0,0 0 0,-10 6-1,-11 3 79,9-7-14,14-4 36,18 0-97,10-3-1302,0 0 1,-1-2-1,38-10 0,-40 9-903,28-7-5415</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7.368"/>
    </inkml:context>
    <inkml:brush xml:id="br0">
      <inkml:brushProperty name="width" value="0.025" units="cm"/>
      <inkml:brushProperty name="height" value="0.025" units="cm"/>
    </inkml:brush>
  </inkml:definitions>
  <inkml:trace contextRef="#ctx0" brushRef="#br0">281 1 3513,'0'0'9688,"-5"0"-6915,-19 0-2049,22 0-639,0 1-1,1-1 1,-1 1-1,1-1 1,-1 1-1,1 0 1,-1-1-1,1 1 1,-1 0-1,1 0 1,0 0-1,0 0 1,-1 0-1,1 1 1,0-1-1,0 0 1,0 1-1,0-1 1,0 0-1,1 1 1,-1-1-1,0 1 1,1-1-1,-1 1 1,1 0-1,-1 1 1,-12 55 1076,9-39-780,-70 595 1929,65-501-2206,0 42 34,-4 48 3,8-162 28,-1 0-1,-23 74 1,17-80-53,-2 4 135,-13 64 0,21-77-868</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8.209"/>
    </inkml:context>
    <inkml:brush xml:id="br0">
      <inkml:brushProperty name="width" value="0.025" units="cm"/>
      <inkml:brushProperty name="height" value="0.025" units="cm"/>
    </inkml:brush>
  </inkml:definitions>
  <inkml:trace contextRef="#ctx0" brushRef="#br0">1 1 3169,'0'0'10014,"8"10"-8498,26 30-536,-31-36-661,1-1-1,-1 1 1,0-1-1,1 0 0,0 0 1,-1 0-1,8 4 1,-9-6-286,0-1 0,0 1 1,1 0-1,-1-1 0,0 0 1,0 1-1,1-1 0,-1 0 1,3 0-1,27 3 262,-32-3-284,1 1 0,0-1 0,0 1 0,0-1 0,0 1 0,-1 0 0,1 0 0,0-1 0,-1 1 0,1 0 0,0 0 0,-1 0 0,1 0 0,-1-1 0,1 1 0,-1 0 0,0 0 0,1 0 0,-1 0 0,0 0 0,0 0 0,0 0 0,0 0 0,0 0-1,0 2 1,0 33 411,-1-22-172,-7 892 2868,8-858-3090,-18 427 612,17-457-637,1-14-94,1 0 0,-2 1 0,1-1 1,0 0-1,-1 0 0,0 0 0,0 0 1,0 0-1,0 0 0,0-1 0,-5 8 0,0-10-3712,3-1-28</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9.131"/>
    </inkml:context>
    <inkml:brush xml:id="br0">
      <inkml:brushProperty name="width" value="0.025" units="cm"/>
      <inkml:brushProperty name="height" value="0.025" units="cm"/>
    </inkml:brush>
  </inkml:definitions>
  <inkml:trace contextRef="#ctx0" brushRef="#br0">81 1 4001,'0'0'6268,"1"3"-5712,-1-2-502,0 0-1,0 0 1,1 0-1,-1 0 1,0 0-1,1 0 1,-1 0-1,1 0 1,-1-1-1,1 1 1,0 0 0,-1 0-1,1-1 1,0 1-1,0 0 1,-1-1-1,1 1 1,0 0-1,0-1 1,0 1 0,0-1-1,1 1 1,29 1 3696,-31 33-2093,-4 36-418,-2 0-1,-17 71 1,-8 74-505,25 202 427,8-242-972,0 6 141,-7 230 260,-11-267-426,16-141-287,-1 0 1,0 0 0,0-1-1,0 1 1,0-1-1,-1 1 1,0-1-1,-2 5 1,3-7-372,0 0 0,0 1 0,0-1 0,1 0 0,-1 0 0,-1-1 0,1 1 0,0 0 0,0 0 0,0 0 0,0-1 0,0 1 0,-1-1 0,1 1 0,-2 0 0,-6-1-5070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0.065"/>
    </inkml:context>
    <inkml:brush xml:id="br0">
      <inkml:brushProperty name="width" value="0.025" units="cm"/>
      <inkml:brushProperty name="height" value="0.025" units="cm"/>
    </inkml:brush>
  </inkml:definitions>
  <inkml:trace contextRef="#ctx0" brushRef="#br0">3 1 3569,'0'0'7057,"6"3"-6230,-2 0-677,1 0-1,-1-1 1,0 0-1,1 0 1,-1-1 0,1 1-1,0-1 1,0 0-1,-1 0 1,1-1 0,0 1-1,0-1 1,0 0-1,0 0 1,-1-1 0,1 1-1,8-3 1,-12 3-33,0 0-1,0 0 1,0-1 0,-1 1 0,1 0 0,0 1 0,0-1 0,0 0 0,-1 0 0,1 0 0,0 0-1,0 1 1,0-1 0,-1 0 0,1 1 0,0-1 0,-1 0 0,1 1 0,0-1 0,-1 1-1,1-1 1,-1 1 0,1 0 0,0-1 0,-1 1 0,1 0 0,-1-1 0,0 1 0,1 0 0,-1-1-1,0 1 1,1 0 0,-1 0 0,0-1 0,0 1 0,1 0 0,-1 0 0,0 0 0,0-1-1,0 1 1,0 0 0,0 1 0,-1 47 1030,0-29-466,-11 385 2055,-9 22-2292,-23 195 136,24-370-223,13-139-310,-8 18 48,12-107-4237,3-53-1192,0-11-3920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4.507"/>
    </inkml:context>
    <inkml:brush xml:id="br0">
      <inkml:brushProperty name="width" value="0.025" units="cm"/>
      <inkml:brushProperty name="height" value="0.025" units="cm"/>
    </inkml:brush>
  </inkml:definitions>
  <inkml:trace contextRef="#ctx0" brushRef="#br0">236 33 2841,'0'0'14057,"-10"0"-12756,5 1-1239,0 1 0,0-1 1,0 1-1,1 0 0,-1 0 0,0 1 1,1-1-1,0 1 0,-8 6 1,-36 35 50,41-36-63,-9 7-16,1 2-1,0 0 0,-19 32 1,29-41-28,0 1 0,1 0 1,0 1-1,0-1 1,1 1-1,0 0 1,1 0-1,0 0 1,0 0-1,0 14 0,2-17 2,0 0-1,0 0 1,1 0 0,0 0-1,0-1 1,0 1-1,1 0 1,0-1-1,3 8 1,-2-10-7,0 1 0,1-1 0,-1 1-1,1-1 1,0 0 0,0 0 0,0-1 0,1 1 0,-1-1 0,1 0 0,9 4 0,-4-2 15,0-1 0,0 0 1,1 0-1,-1-1 0,1-1 0,16 2 0,-21-3 1,-1 0-1,0-1 0,0 0 0,0 0 1,1 0-1,-1 0 0,0-1 0,0 0 1,0 0-1,0-1 0,0 1 0,0-1 1,0 0-1,-1-1 0,1 1 0,4-4 1,0-3 28,-1 0 0,-1 0 0,0-1 0,0 0 1,-1 0-1,0-1 0,0 0 0,-2 0 1,6-16-1,25-109 429,-33 128-443,3-16 296,-2 1 1,0-1-1,-2 1 0,-1-28 0,0 49-284,-1-1-1,1 1 0,-1 0 1,1 0-1,-1 0 0,0-1 0,0 1 1,0 0-1,0 0 0,-1 0 1,1 0-1,0 0 0,-1 1 1,0-1-1,1 0 0,-1 1 0,0-1 1,0 1-1,1-1 0,-1 1 1,0 0-1,-1 0 0,1 0 1,0 0-1,0 0 0,0 1 0,-3-2 1,-5 0-69,0 0 1,0 0 0,-1 1-1,-17 0 1,28 1-33,-1 0-1,1 0 1,-1 1 0,1-1-1,-1 0 1,1 0 0,0 0-1,-1 1 1,1-1 0,-1 0-1,1 0 1,0 1 0,-1-1-1,1 0 1,0 1 0,-1-1 0,1 0-1,0 1 1,0-1 0,-1 1-1,1-1 1,0 0 0,0 1-1,-1-1 1,1 1 0,0-1-1,0 1 1,0-1 0,0 1-1,0-1 1,0 0 0,0 2-1,0 17-1381,0-15 988,0 18-2587,0-2-2244</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5.398"/>
    </inkml:context>
    <inkml:brush xml:id="br0">
      <inkml:brushProperty name="width" value="0.025" units="cm"/>
      <inkml:brushProperty name="height" value="0.025" units="cm"/>
    </inkml:brush>
  </inkml:definitions>
  <inkml:trace contextRef="#ctx0" brushRef="#br0">105 9 1792,'0'0'15885,"5"-1"-14910,-1 1-667,-3 1-192,1-1 1,0 0-1,-1 0 1,1 0-1,0-1 0,-1 1 1,1 0-1,0-1 1,-1 1-1,1-1 1,0 1-1,-1-1 0,1 0 1,-1 1-1,1-1 1,1-2 1603,-3 14-1430,-3 213 1692,-32 230-1,26-374-1707,-23-80-4196,-8 0-2724,17-3 1226</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7.008"/>
    </inkml:context>
    <inkml:brush xml:id="br0">
      <inkml:brushProperty name="width" value="0.025" units="cm"/>
      <inkml:brushProperty name="height" value="0.025" units="cm"/>
    </inkml:brush>
  </inkml:definitions>
  <inkml:trace contextRef="#ctx0" brushRef="#br0">1 0 360,'0'0'13480,"0"5"-12037,0-4-1385,0-1 0,0 1 0,0 0 0,0 0-1,0 0 1,1 0 0,-1-1 0,0 1 0,0 0-1,1 0 1,-1 0 0,0-1 0,1 1 0,-1 0 0,1 0-1,-1-1 1,1 1 0,-1-1 0,1 1 0,0 0-1,-1-1 1,1 1 0,0-1 0,-1 1 0,1-1 0,0 1-1,0-1 1,-1 0 0,1 0 0,1 1 0,33-4 1341,-28 2-1461,7-1 68,-1 1 0,1 0 0,27 3 0,-39-2-9,0 1-1,0 0 1,0 0 0,-1 0-1,1 0 1,0 0-1,-1 0 1,1 0-1,-1 0 1,1 1-1,-1-1 1,1 1 0,-1-1-1,0 1 1,0 0-1,0-1 1,0 1-1,0 0 1,0 0-1,0 0 1,-1-1 0,1 1-1,-1 0 1,1 0-1,-1 0 1,0 0-1,1 3 1,0 10 16,1 0 1,-2 22-1,0-26 25,-3 36 90,-1 0 1,-3 0 0,-2-1 0,-16 52 0,-4 8 600,-51 223 1922,79-320-2658,0 0 0,1-1 0,1 16 0,-1-20-2021,-2-12-1741,-2-12-1094,-4-5-5396</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7.294"/>
    </inkml:context>
    <inkml:brush xml:id="br0">
      <inkml:brushProperty name="width" value="0.025" units="cm"/>
      <inkml:brushProperty name="height" value="0.025" units="cm"/>
    </inkml:brush>
  </inkml:definitions>
  <inkml:trace contextRef="#ctx0" brushRef="#br0">1 6 1280,'0'0'14594,"28"0"-13476,203 0 1266,-48-6-1516,-183 6-1157,-17 0-7410,2 0 1884</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0.922"/>
    </inkml:context>
    <inkml:brush xml:id="br0">
      <inkml:brushProperty name="width" value="0.025" units="cm"/>
      <inkml:brushProperty name="height" value="0.025" units="cm"/>
    </inkml:brush>
  </inkml:definitions>
  <inkml:trace contextRef="#ctx0" brushRef="#br0">389 0 3569,'0'0'6989,"-4"6"-6182,-9 8 442,1 0 0,1 1-1,1 0 1,-17 32 0,3 20-50,3 1-1,3 0 0,-17 134 1,6 218-325,8-74-407,-59 237 202,66-509-557,-6 92-1,20-153-107,-6 34 49,6-47-71,0 1 0,0-1 0,0 0 0,0 0 0,0 1 0,0-1 0,0 0 0,0 0 0,0 1-1,-1-1 1,1 0 0,0 0 0,0 0 0,0 1 0,0-1 0,-1 0 0,1 0 0,0 0 0,0 0 0,0 1 0,-1-1 0,1 0-1,0 0 1,0 0 0,-1 0 0,1 0 0,0 0 0,0 0 0,-1 0 0,1 0 0,0 0 0,0 1 0,-1-1 0,1-1-1,0 1 1,0 0 0,-1 0 0,-9-7-713,-4-12-1461,1-7-2912</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1.746"/>
    </inkml:context>
    <inkml:brush xml:id="br0">
      <inkml:brushProperty name="width" value="0.025" units="cm"/>
      <inkml:brushProperty name="height" value="0.025" units="cm"/>
    </inkml:brush>
  </inkml:definitions>
  <inkml:trace contextRef="#ctx0" brushRef="#br0">205 0 3809,'0'0'10431,"3"19"-8570,1 6-1246,7 82 1641,-10 266 2366,-10-295-4395,-3 0 0,-24 77-1,0 2-71,6 28 309,8 0 0,3 288-1,17-406-382,-2 0-1,-19 97 1,19-155-54,0-10-58,-4-22-570,-1-78-6127,4 48-2047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2.840"/>
    </inkml:context>
    <inkml:brush xml:id="br0">
      <inkml:brushProperty name="width" value="0.025" units="cm"/>
      <inkml:brushProperty name="height" value="0.025" units="cm"/>
    </inkml:brush>
  </inkml:definitions>
  <inkml:trace contextRef="#ctx0" brushRef="#br0">226 0 3385,'0'0'6769,"0"4"-5621,2 76 5020,2 2-3593,2 92-1034,-27 267 885,-10-163-1730,-9 68-91,24-197-285,10-81-33,-2-1 0,-33 124 0,30-149-96,2 1 1,2 1 0,2 0 0,2-1 0,2 47 0,1-90 200,0-33-2882,-1 30 1836,0-1 1,0 1-1,0-1 0,-1 1 1,1 0-1,-1-1 1,1 1-1,-1 0 1,0 0-1,-1 0 0,1 1 1,-3-4-1,-9-9-5346</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6.773"/>
    </inkml:context>
    <inkml:brush xml:id="br0">
      <inkml:brushProperty name="width" value="0.025" units="cm"/>
      <inkml:brushProperty name="height" value="0.025" units="cm"/>
    </inkml:brush>
  </inkml:definitions>
  <inkml:trace contextRef="#ctx0" brushRef="#br0">0 33 1688,'0'0'4340,"4"2"-3136,12 8-213,-12-7 372,-4 3 2654,3 23-2622,-4-15-1126,-1 0-1,0 0 1,-4 15-1,-4 28 178,8-40-369,0-7 28,1 0 0,1-1-1,0 1 1,0 0 0,3 13 0,-3-22-85,1 0 1,0 1 0,1-1 0,-1 0-1,0 0 1,0 0 0,0-1 0,1 1 0,-1 0-1,0 0 1,1-1 0,-1 1 0,0-1-1,1 1 1,-1-1 0,1 1 0,-1-1-1,1 0 1,-1 0 0,1 0 0,-1 0-1,4 0 1,0 0 29,1 0 1,0 0-1,0 0 0,-1-1 0,8-2 1,-8 1-19,0 0 0,1-1 1,-1 0-1,0 0 1,-1-1-1,1 1 1,-1-1-1,1 0 1,-1 0-1,0 0 0,0-1 1,-1 0-1,6-8 1,-5 6 0,-1 0 0,1 1 0,-1-2 0,-1 1 1,1 0-1,-1 0 0,0-1 0,-1 1 0,0-1 0,0-8 0,0 13-6,-1 0 0,-1-1 0,1 1 0,0-1 0,-1 1-1,0 0 1,1-1 0,-1 1 0,-1 0 0,1 0 0,0 0 0,-1 0-1,-2-4 1,1 3 6,-1 1-1,1-1 1,-1 1-1,0 0 1,-1 0-1,1 0 1,0 0-1,-8-2 1,7 1 154,0 1 0,0-1 0,0 0 1,1 0-1,0 0 0,0-1 1,0 1-1,0-1 0,0 0 1,-2-6-1,3 3 376,2 7-519,1 0 0,0 0 0,-1-1 0,1 1 0,0 0 0,-1 0 0,1 0 0,-1 0 0,0 0 0,1 0 0,-1 1-1,0-1 1,1 0 0,-1 0 0,0 0 0,0 1 0,0-1 0,0 0 0,0 1 0,0-1 0,0 1 0,0-1 0,0 1 0,0-1 0,0 1 0,0 0 0,0 0 0,0-1 0,0 1 0,-3 0 0,4 1-69,0 1 0,0-1 0,0 0 1,0 1-1,0-1 0,0 0 0,0 1 1,0-1-1,0 0 0,1 1 0,-1-1 0,1 0 1,0 3-1,4-1-681,0-1-1,0 1 1,0-1-1,0 0 1,11 3 0,8-1-6238</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8.332"/>
    </inkml:context>
    <inkml:brush xml:id="br0">
      <inkml:brushProperty name="width" value="0.025" units="cm"/>
      <inkml:brushProperty name="height" value="0.025" units="cm"/>
    </inkml:brush>
  </inkml:definitions>
  <inkml:trace contextRef="#ctx0" brushRef="#br0">129 0 2969,'0'0'3470,"-13"20"-2001,-9 10-868,3-5 374,1 1-1,-19 37 0,33-54-849,1 1 0,0 0 0,0 0 0,1 0 0,0 0 0,1 0 0,0 0 0,0 0 0,2 17 0,0-8 21,-1-18-110,1 0 1,0 0-1,0 0 0,0 0 0,-1 0 0,1-1 1,0 1-1,0 0 0,0-1 0,0 1 1,0-1-1,1 1 0,-1-1 0,0 1 1,0-1-1,0 0 0,0 1 0,0-1 1,1 0-1,-1 0 0,0 0 0,0 0 0,0 0 1,1 0-1,1-1 0,40 0 410,-38 1-398,0-1-11,1-1 0,-1 1 0,1-1 0,-1 0 0,0 0 0,0-1 0,0 1 0,0-1 0,0 0 0,-1 0 0,1-1 0,-1 0 0,0 1 0,0-1 0,0-1 0,0 1 0,-1-1-1,0 1 1,0-1 0,0 0 0,3-8 0,2-3 101,-2 1 0,0-1-1,-1 0 1,0-1-1,-1 1 1,1-19 0,-4-63 5328,-1 125-4092,1-20-1272,0 0 0,0 0 0,1 0 0,0 0 0,0 0 0,0-1 0,1 1 0,0-1 0,0 0 0,1 0 0,0 0 0,5 8 0,10 9 135,34 32 1,-40-42-140,-2-2-60,0 0 0,1 0-1,1-1 1,-1-1 0,20 11 0,-23-18-1030,-2-2-4151</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8.776"/>
    </inkml:context>
    <inkml:brush xml:id="br0">
      <inkml:brushProperty name="width" value="0.025" units="cm"/>
      <inkml:brushProperty name="height" value="0.025" units="cm"/>
    </inkml:brush>
  </inkml:definitions>
  <inkml:trace contextRef="#ctx0" brushRef="#br0">0 1 6529,'0'0'10940,"5"22"-9828,2 7-789,2 11 242,6 57 0,-5 282 386,-11-253-2609,-2-124-2897,-3-2 137</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9.588"/>
    </inkml:context>
    <inkml:brush xml:id="br0">
      <inkml:brushProperty name="width" value="0.025" units="cm"/>
      <inkml:brushProperty name="height" value="0.025" units="cm"/>
    </inkml:brush>
  </inkml:definitions>
  <inkml:trace contextRef="#ctx0" brushRef="#br0">128 98 5617,'0'0'6550,"31"-2"-5414,9-2-787,140-5 968,370 9-280,-498-1-920,0-3 1,0-2-1,-1-2 1,0-2-1,98-34 0,-143 42 122,-1 0 0,1 0 0,-1 1 0,1 0 0,-1 0 0,7 0 0,-9 26 173,0 155 704,4 49-512,13 242-179,-20-470-406,0 0-1,-1 0 0,1-1 0,-1 1 0,1 0 0,-1-1 1,0 1-1,1 0 0,-1-1 0,0 1 0,1-1 0,-1 1 0,0-1 1,0 1-1,0-1 0,1 0 0,-1 1 0,0-1 0,0 0 1,0 0-1,0 0 0,0 1 0,1-1 0,-1 0 0,0 0 0,0 0 1,0 0-1,0 0 0,-1-1 0,-35 0 155,31 1-148,-12-3-16,-1 0 0,-20-6-1,19 4-4,-36-4 0,-51 3 135,-127 10 1,-106 27 454,-175 5 82,516-38-627,-1 1 0,1-1-1,-1 1 1,1 0-1,-1-1 1,1 1 0,0-1-1,-1 1 1,1 0 0,0 0-1,0 0 1,0-1 0,0 1-1,2-1 1,4-2-172,0 0 0,0 0 1,0 1-1,1 0 0,-1 1 0,1 0 1,0 0-1,0 0 0,0 1 0,0 0 1,14 1-1,42-9-7011,-32-2-1614</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0.794"/>
    </inkml:context>
    <inkml:brush xml:id="br0">
      <inkml:brushProperty name="width" value="0.025" units="cm"/>
      <inkml:brushProperty name="height" value="0.025" units="cm"/>
    </inkml:brush>
  </inkml:definitions>
  <inkml:trace contextRef="#ctx0" brushRef="#br0">1 1097 2713,'0'0'4433,"7"5"-3361,-1-1-852,1-1 0,-1 0 1,1 0-1,-1-1 0,1 1 0,0-1 1,0-1-1,0 1 0,0-1 0,0-1 1,14 1-1,164-2 1504,356-49 1,-423 35-1184,-117 15-512,1-1 0,-1 1-1,0 0 1,0-1 0,1 1-1,-1-1 1,0 1 0,0-1-1,0 0 1,0 0 0,0 1-1,0-1 1,0 0 0,0 0-1,0 0 1,0 0 0,-1 0-1,1 0 1,0 0 0,0 0-1,-1 0 1,1 0 0,-1-1-1,1 1 1,-1 0 0,0 0-1,1-1 1,-1 1 0,0-2-1,1-43 809,-2 31-739,-1-19 16,-2 1-1,-1-1 1,-2 1 0,-16-49-1,2 9-75,-115-474 135,126 494 162,8 38-137,-1 0 1,0 0-1,-7-16 0,8 26-102,1 4-181,3 16-74,0-13 172,1 1 0,-1-1-1,1 1 1,0-1 0,0 0-1,0 0 1,0 0 0,0 0-1,0-1 1,0 1 0,6 1-1,44 12 260,-37-12-240,67 15 71,1-4 0,121 5 0,173-15-113,-218-5 30,-128 2-15,0-2-1,0-1 1,1-1 0,-1-2-1,36-10 1,-69 15 43,1 0 1,-1-1-1,0 1 0,0 0 1,0-1-1,0 1 1,0 0-1,0 0 0,0 0 1,0 0-1,0 0 0,0 0 1,0 0-1,0 0 0,0 0 1,0 0-1,0 0 0,0 1 1,0-1-1,0 0 0,1 1 1,-1-1-1,0 1 0,0-1 1,0 1-1,0-1 0,0 2 1,0 1-595,0-1 0,0 1 0,0 0 0,-1-1 0,1 1-1,0-1 1,-1 1 0,-2 2 0,0-1-3835</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1.317"/>
    </inkml:context>
    <inkml:brush xml:id="br0">
      <inkml:brushProperty name="width" value="0.025" units="cm"/>
      <inkml:brushProperty name="height" value="0.025" units="cm"/>
    </inkml:brush>
  </inkml:definitions>
  <inkml:trace contextRef="#ctx0" brushRef="#br0">57 0 6369,'0'0'8115,"6"22"-6512,5-5-1134,1 0 0,0 0-1,1-1 1,1 0 0,26 21-1,-10-12-178,2-1 0,35 19 1,-66-42-210,-1-1 0,0 0 0,1 0 1,-1 1-1,1-1 0,-1 0 0,1 0 1,-1 1-1,0-1 0,1 1 1,-1-1-1,0 0 0,0 1 0,1-1 1,-1 1-1,0-1 0,0 0 0,1 1 1,-1-1-1,0 1 0,0-1 1,0 1-1,0-1 0,0 1 0,0-1 1,0 1-1,0-1 0,0 1 0,0-1 1,0 1-1,0-1 0,0 2 1,-14 14 833,-33 14-1092,36-24 436,-10 7-247,1 0 0,0 2 0,1 0-1,0 2 1,2 0 0,0 0 0,-19 27 0,12-15-2607,6-11-4308,1-3-5551</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2.627"/>
    </inkml:context>
    <inkml:brush xml:id="br0">
      <inkml:brushProperty name="width" value="0.025" units="cm"/>
      <inkml:brushProperty name="height" value="0.025" units="cm"/>
    </inkml:brush>
  </inkml:definitions>
  <inkml:trace contextRef="#ctx0" brushRef="#br0">0 30 4257,'0'0'9021,"4"0"-7312,21 0 2761,-24 0-3673,17 7 1372,-13-2-2116,-1 1-1,1 0 1,-1 0-1,0 0 1,0 1-1,-1-1 1,0 1-1,0 0 1,0 0-1,-1 0 1,0 0-1,1 9 1,0 9 79,-1 0 0,-2 32 1,0-35-60,0-21-67,1-1 0,-1 1 1,0 0-1,0 0 0,0 0 0,0 0 1,0 0-1,-1-1 0,1 1 1,0 0-1,0 0 0,0 0 0,-1 0 1,1-1-1,0 1 0,-1 0 1,1 0-1,-1-1 0,1 1 0,-1 0 1,1-1-1,-1 1 0,0 0 0,1-1 1,-1 1-1,0-1 0,1 1 1,-1-1-1,0 1 0,0-1 0,1 0 1,-1 1-1,0-1 0,0 0 1,0 0-1,0 1 0,1-1 0,-1 0 1,0 0-1,0 0 0,0 0 1,0 0-1,0 0 0,-1-1 0,2-1-3,-1 0-1,0-1 0,1 0 0,-1 1 0,1-1 0,0 1 0,0-1 1,0 0-1,0 1 0,0-4 0,0 1 1,0-3-3,1-1 0,-1 1 0,1 0 0,1-1 0,0 1 0,0 0 0,0 0 0,1 0 0,0 1 0,0-1 0,1 1 0,0 0 0,1-1 0,-1 2 0,1-1 0,8-8 0,-2 3-12,0 0-1,1 0 1,0 1-1,0 0 1,1 1-1,1 1 1,0 0 0,23-11-1,-37 20 14,1 0 0,-1 0 0,0 0 1,0 0-1,1 0 0,-1 0 0,0 0 0,1 0 0,-1 0 0,0 0 1,0 0-1,1 0 0,-1 0 0,0 0 0,1 0 0,-1 0 0,0 0 0,0 0 1,1 0-1,-1 0 0,0 1 0,0-1 0,1 0 0,-1 0 0,0 0 0,0 0 1,0 1-1,1-1 0,-1 0 0,0 0 0,0 1 0,0-1 0,0 0 1,1 0-1,-1 1 0,0-1 0,4 17 105,-4 25 181,-1-31-192,1 84 845,0-54-5772</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3.087"/>
    </inkml:context>
    <inkml:brush xml:id="br0">
      <inkml:brushProperty name="width" value="0.025" units="cm"/>
      <inkml:brushProperty name="height" value="0.025" units="cm"/>
    </inkml:brush>
  </inkml:definitions>
  <inkml:trace contextRef="#ctx0" brushRef="#br0">1 2 6545,'0'0'11048,"3"0"-10108,39-1-454,-1 2-1,1 1 1,-1 3-1,0 1 0,57 16 1,-92-20-347,0-1-1,-1 0 1,1 0-1,0 0 1,6 0 0,6-1-3654,-8-1-1920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3.498"/>
    </inkml:context>
    <inkml:brush xml:id="br0">
      <inkml:brushProperty name="width" value="0.025" units="cm"/>
      <inkml:brushProperty name="height" value="0.025" units="cm"/>
    </inkml:brush>
  </inkml:definitions>
  <inkml:trace contextRef="#ctx0" brushRef="#br0">56 1 4849,'0'0'14087,"3"7"-12831,-1 0-1000,1 0-1,-2 0 0,1 1 1,-1-1-1,0 1 0,-1 0 1,1-1-1,-2 1 0,1-1 1,-1 1-1,0 0 0,-4 11 1,-7 14 43,1 1 1,2 0-1,1 0 1,2 1-1,1 0 1,0 38-1,5-22 1,0-51-657,-6-12-10599</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5.098"/>
    </inkml:context>
    <inkml:brush xml:id="br0">
      <inkml:brushProperty name="width" value="0.025" units="cm"/>
      <inkml:brushProperty name="height" value="0.025" units="cm"/>
    </inkml:brush>
  </inkml:definitions>
  <inkml:trace contextRef="#ctx0" brushRef="#br0">1 1 7298,'0'0'7608,"7"0"-6377,-6 0-950,-1 0-1,1-1 1,0 1 0,-1 0 0,1 0 0,-1 0 0,1 0 0,0 0 0,-1 0 0,1 1 0,0-1 0,-1 0 0,1 0-1,-1 0 1,1 0 0,-1 1 0,1-1 0,-1 0 0,1 1 0,0-1 0,0 1 0,5 427 2433,-6-428-2685,48-1-6041,-25-4-177</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5.874"/>
    </inkml:context>
    <inkml:brush xml:id="br0">
      <inkml:brushProperty name="width" value="0.025" units="cm"/>
      <inkml:brushProperty name="height" value="0.025" units="cm"/>
    </inkml:brush>
  </inkml:definitions>
  <inkml:trace contextRef="#ctx0" brushRef="#br0">1 21 9298,'0'0'9722,"7"-3"-8652,26-3-880,-1 1 1,1 1 0,52 2-1,-83 2-196,0 0-1,0 0 0,0 0 0,0 1 1,0-1-1,0 1 0,0 0 0,0 0 0,0-1 1,-1 1-1,1 0 0,0 0 0,0 1 1,-1-1-1,1 0 0,-1 1 0,1-1 0,-1 1 1,1-1-1,-1 1 0,0-1 0,0 1 0,0 0 1,0 0-1,0 0 0,0 0 0,0-1 1,-1 1-1,1 0 0,-1 0 0,1 0 0,-1 0 1,0 1-1,0-1 0,0 0 0,0 4 1,0 0 0,0 0 1,-1 0 0,1 0 0,-1-1-1,-1 1 1,1 0 0,-1 0 0,0-1 0,0 1-1,0-1 1,-1 0 0,-4 6 0,-7 6 69,-2 0 0,-19 15 1,20-19 151,0 1 1,1 1-1,-13 16 1,26-30-188,1 0 1,-1 0 0,0 0-1,1 0 1,-1 0 0,0 0-1,1 0 1,-1 0 0,1 1-1,0-1 1,-1 0 0,1 0 0,0 0-1,0 0 1,0 1 0,0-1-1,0 0 1,0 2 0,0-2 21,1 0 0,-1 0 0,1-1 1,-1 1-1,1 0 0,-1-1 1,1 1-1,-1 0 0,1-1 0,0 1 1,-1-1-1,1 1 0,0-1 0,-1 0 1,1 1-1,0-1 0,0 1 0,-1-1 1,1 0-1,1 0 0,6 2 312,0-1 0,0-1 0,0 1 0,12-2 0,-8 1-350,19 0 148,0-2-1,49-8 1,-74 10-467,-1 0-3373</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6.685"/>
    </inkml:context>
    <inkml:brush xml:id="br0">
      <inkml:brushProperty name="width" value="0.025" units="cm"/>
      <inkml:brushProperty name="height" value="0.025" units="cm"/>
    </inkml:brush>
  </inkml:definitions>
  <inkml:trace contextRef="#ctx0" brushRef="#br0">48 9 7394,'0'0'11659,"3"0"-10802,210-9 1244,-212 9-2101,0 0 0,0 0 0,-1 0-1,1 1 1,0-1 0,0 0 0,-1 0-1,1 0 1,0 1 0,0-1 0,-1 0 0,1 1-1,0-1 1,-1 1 0,1-1 0,0 1-1,-1-1 1,1 1 0,-1-1 0,1 1-1,-1 0 1,1-1 0,-1 1 0,1 0 0,-1-1-1,0 1 1,1 0 0,-1 0 0,0-1-1,0 1 1,1 0 0,-1 0 0,0-1-1,0 1 1,0 0 0,0 0 0,0 0-1,0-1 1,0 1 0,0 0 0,-1 0 0,1 0-1,0-1 1,0 1 0,-1 0 0,1 0-1,0-1 1,-1 2 0,0 1 11,-1 1 1,1-1-1,0 0 1,-1 0-1,0 1 0,0-1 1,0 0-1,0-1 1,-5 6-1,-52 29 406,44-29-329,0 1 0,0 0 1,-25 23-1,40-32-89,-1 1 1,1-1 0,0 1 0,-1-1 0,1 1 0,0 0 0,0-1 0,0 1 0,-1-1 0,1 1 0,0 0 0,0-1 0,0 1-1,0 0 1,0-1 0,0 1 0,0 0 0,0-1 0,0 1 0,0 0 0,1-1 0,-1 1 0,0-1 0,0 1 0,1 0 0,-1-1-1,0 1 1,1-1 0,-1 1 0,0-1 0,1 1 0,-1-1 0,1 1 0,0 0 0,23 20 5,-14-12-6,-10-9 1,29 37-11,-28-35 19,0 0 1,0 0-1,0 1 0,0-1 1,0 0-1,-1 1 0,1-1 1,0 1-1,-1-1 1,0 1-1,0 0 0,0-1 1,0 1-1,0-1 0,-1 5 1,0-6 31,1 0 0,-1 0 0,0 0 0,1 0 0,-1-1 0,0 1 0,1 0 0,-1 0 0,0-1 0,0 1 0,0-1 0,0 1 0,0-1 0,0 1 0,0-1 0,0 1 0,0-1 0,0 0 0,0 0 0,-2 1 0,-29 3 656,19-2-339,6-1-222,-18 3 548,2 1 0,-25 8 1,34 2-261,14-15-524,-1 1 0,1-1 1,0 0-1,-1 1 0,1-1 0,0 1 1,0-1-1,-1 1 0,1-1 1,0 1-1,0-1 0,-1 0 1,1 1-1,0-1 0,0 1 1,0-1-1,0 1 0,0-1 1,0 1-1,0-1 0,0 1 0,0-1 1,0 1-1,0-1 0,0 1 1,0-1-1,1 1 0,-1-1 1,0 1-1,0-1 0,0 1 1,1-1-1,-1 1 0,0-1 0,1 1 1,4 0-4956</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36.199"/>
    </inkml:context>
    <inkml:brush xml:id="br0">
      <inkml:brushProperty name="width" value="0.025" units="cm"/>
      <inkml:brushProperty name="height" value="0.025" units="cm"/>
    </inkml:brush>
  </inkml:definitions>
  <inkml:trace contextRef="#ctx0" brushRef="#br0">6 0 13555,'0'0'6665,"-5"12"-5360,4-9 2089,11-1-4805,-8 11-5441,-2-6 5394,0 10-3826</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36.829"/>
    </inkml:context>
    <inkml:brush xml:id="br0">
      <inkml:brushProperty name="width" value="0.025" units="cm"/>
      <inkml:brushProperty name="height" value="0.025" units="cm"/>
    </inkml:brush>
  </inkml:definitions>
  <inkml:trace contextRef="#ctx0" brushRef="#br0">48 16 18596,'0'0'9426,"-3"-15"-9338,-8 15-4417,-1 0 264,-9 6-1856</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37.029"/>
    </inkml:context>
    <inkml:brush xml:id="br0">
      <inkml:brushProperty name="width" value="0.025" units="cm"/>
      <inkml:brushProperty name="height" value="0.025" units="cm"/>
    </inkml:brush>
  </inkml:definitions>
  <inkml:trace contextRef="#ctx0" brushRef="#br0">37 1 16412,'0'0'10242,"0"6"-10242,0-3-256,-9-3-5338,-3 0 961,-3 0-2192</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57.648"/>
    </inkml:context>
    <inkml:brush xml:id="br0">
      <inkml:brushProperty name="width" value="0.025" units="cm"/>
      <inkml:brushProperty name="height" value="0.025" units="cm"/>
      <inkml:brushProperty name="color" value="#E71224"/>
    </inkml:brush>
  </inkml:definitions>
  <inkml:trace contextRef="#ctx0" brushRef="#br0">366 0 7570,'0'0'9082,"0"50"-7523,0 25-733,2 32-178,-25 201 1,21-291-602,-2 0 1,0 0 0,-1-1 0,-1 1 0,-1-1-1,-11 21 1,15-32 46,0 0 1,0 0-1,0 0 1,-1-1-1,0 1 0,0-1 1,0 0-1,0 0 0,-1-1 1,1 1-1,-1-1 0,0 0 1,0 0-1,0-1 0,0 1 1,-1-1-1,1 0 0,-1-1 1,1 1-1,-1-1 1,0 0-1,-9 0 0,9-1 15,0 0-1,0 0 0,0 0 1,-1-1-1,1 0 1,0 0-1,0-1 1,0 0-1,0 0 0,1 0 1,-1-1-1,0 0 1,1 0-1,0 0 0,0-1 1,0 1-1,0-1 1,0-1-1,1 1 0,-1 0 1,1-1-1,1 0 1,-5-7-1,6 10-322,-5-6 323,1-1 0,0 1-1,0-1 1,1 0 0,0-1 0,-3-10 0,2-18-8532,6 24 2917</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58.233"/>
    </inkml:context>
    <inkml:brush xml:id="br0">
      <inkml:brushProperty name="width" value="0.025" units="cm"/>
      <inkml:brushProperty name="height" value="0.025" units="cm"/>
      <inkml:brushProperty name="color" value="#E71224"/>
    </inkml:brush>
  </inkml:definitions>
  <inkml:trace contextRef="#ctx0" brushRef="#br0">0 1 5217,'0'0'8501,"4"0"-7447,3 1-841,-2 0 271,1 0 1,-1-1-1,0 1 1,0-1-1,0 0 1,0-1-1,0 1 1,8-3-1,-15 18 3234,2 23-6252,0-32 2344,0 17-2647,0-1-2078</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0.168"/>
    </inkml:context>
    <inkml:brush xml:id="br0">
      <inkml:brushProperty name="width" value="0.025" units="cm"/>
      <inkml:brushProperty name="height" value="0.025" units="cm"/>
      <inkml:brushProperty name="color" value="#E71224"/>
    </inkml:brush>
  </inkml:definitions>
  <inkml:trace contextRef="#ctx0" brushRef="#br0">0 253 2697,'0'0'13050,"8"-8"-12327,13-16-307,0 0-60,0 1 0,37-29 1,-31 32-268,2 1 1,55-28 0,-69 41-80,1 0-1,0 0 0,0 2 1,0 0-1,1 0 1,-1 2-1,31-1 1,-43 2-9,1 2 0,-1-1 0,1 0 0,-1 1 0,0 0 0,1 0 0,-1 0 0,0 0 0,0 1 0,0 0 1,0 0-1,0 0 0,0 0 0,-1 1 0,1-1 0,-1 1 0,1 0 0,-1 0 0,0 0 0,0 0 0,0 1 0,-1-1 0,5 9 0,0-1 17,-1 0-1,0 1 1,-1 0-1,0 1 1,-1-1-1,0 1 0,-1 0 1,2 22-1,-1 9 285,-4 55 0,0-49 186,-3 7-40,-12 72 0,7-73 799,-2 74 0,10-44 1951,-2-86-3189,0-1 1,0 1 0,0-1 0,1 0-1,-1 1 1,0-1 0,0 0 0,1 0-1,-1 0 1,0 0 0,1-1 0,-1 1-1,1 0 1,-1-1 0,-1-2 0,-23-32 94,16 22-88,3 6-24,0 0 0,-1 1 0,0 0 0,0 0 0,0 0 0,-16-8 0,-18-15-15,28 14 35,13 14-10,0 0 0,-1 0-1,1 0 1,-1 1 0,1-1-1,-1 0 1,0 1 0,1-1-1,-1 1 1,-2-2 0,3 3 326,2 0-328,0 0 1,0-1-1,0 1 0,0 0 1,0 0-1,0 0 1,0 0-1,0 0 0,0 0 1,0 0-1,0 1 1,0-1-1,0 0 1,0 0-1,-1 1 0,1-1 1,0 1-1,0-1 1,0 1-1,1 0 0,18 10-1,-20-10 2,42 29-4,-3 2 0,67 68 1,-105-100 2,-1 1 7,0-1 0,0 0 0,0 0 0,1 1 1,-1-1-1,0 0 0,0 0 0,0 1 0,1-1 0,-1 0 1,0 0-1,0 0 0,0 1 0,1-1 0,-1 0 0,0 0 1,0 0-1,1 0 0,-1 0 0,0 0 0,1 0 0,-1 1 1,0-1-1,0 0 0,1 0 0,-1 0 0,0 0 0,1 0 1,-1 0-1,0 0 0,1-1 0,-1 1 0,1 0 0,2-10 589,3-10-564,-1 12-36,1 1 0,0 0 0,0 0 0,0 0 0,1 1 0,0 0 0,0 0 1,9-4-1,9-5-33,32-14 1,-37 20 21,-1 0 1,0-1-1,30-23 0,-48 32-28,8-6-1959,-2 2-3930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2.473"/>
    </inkml:context>
    <inkml:brush xml:id="br0">
      <inkml:brushProperty name="width" value="0.025" units="cm"/>
      <inkml:brushProperty name="height" value="0.025" units="cm"/>
      <inkml:brushProperty name="color" value="#E71224"/>
    </inkml:brush>
  </inkml:definitions>
  <inkml:trace contextRef="#ctx0" brushRef="#br0">1 26 7802,'0'0'16016,"8"-4"-14807,26-11-144,-32 14-1597,0 0-1,0 0 1,0 0-1,0 0 1,0 1-1,0-1 1,1 1-1,-1 0 1,0 0-1,0-1 1,0 1-1,0 1 1,1-1-1,1 1 1,7 0-3846,12-1-8205</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2.742"/>
    </inkml:context>
    <inkml:brush xml:id="br0">
      <inkml:brushProperty name="width" value="0.025" units="cm"/>
      <inkml:brushProperty name="height" value="0.025" units="cm"/>
      <inkml:brushProperty name="color" value="#E71224"/>
    </inkml:brush>
  </inkml:definitions>
  <inkml:trace contextRef="#ctx0" brushRef="#br0">0 0 7762,'0'0'17107,"66"3"-16483,-60-3-319,-1 0-201,4 0-96,3 0-8,0 3-128,3 3-969,9 0-1543,-3 0-2769,-1-3-4818</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2.996"/>
    </inkml:context>
    <inkml:brush xml:id="br0">
      <inkml:brushProperty name="width" value="0.025" units="cm"/>
      <inkml:brushProperty name="height" value="0.025" units="cm"/>
      <inkml:brushProperty name="color" value="#E71224"/>
    </inkml:brush>
  </inkml:definitions>
  <inkml:trace contextRef="#ctx0" brushRef="#br0">1 48 11026,'0'0'17452,"29"-18"-17380,-26 12-64,0 6-8,0 0-48,-3-3-2200,3-3-537,3 0-2416,0-3-1120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3.217"/>
    </inkml:context>
    <inkml:brush xml:id="br0">
      <inkml:brushProperty name="width" value="0.025" units="cm"/>
      <inkml:brushProperty name="height" value="0.025" units="cm"/>
      <inkml:brushProperty name="color" value="#E71224"/>
    </inkml:brush>
  </inkml:definitions>
  <inkml:trace contextRef="#ctx0" brushRef="#br0">1 60 11506,'0'0'19061,"107"-39"-18341,-101 36-304,-1 3-208,-2 0-136,0 0-80,0 0-1240,6-3-1209,3-3-3624,0-3-6922</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4.566"/>
    </inkml:context>
    <inkml:brush xml:id="br0">
      <inkml:brushProperty name="width" value="0.025" units="cm"/>
      <inkml:brushProperty name="height" value="0.025" units="cm"/>
      <inkml:brushProperty name="color" value="#E71224"/>
    </inkml:brush>
  </inkml:definitions>
  <inkml:trace contextRef="#ctx0" brushRef="#br0">39 48 4945,'0'0'9339,"2"-8"-8265,-2 3-729,0 2-208,1 1 0,-1 0 0,0-1 0,1 1 0,-1 0 0,1-1 0,0 1 0,-1 0 0,1 0 0,0 0 0,0 0 0,1-1 0,2-2 3914,-4 8-4035,1 0 1,-1 0-1,1-1 0,-1 1 0,0 0 0,0 0 1,0 0-1,-1 4 0,0 7 12,-10 390 1222,7-317-992,4 94 679,0-181-886,-25-4-11901,11-7 959</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5.026"/>
    </inkml:context>
    <inkml:brush xml:id="br0">
      <inkml:brushProperty name="width" value="0.025" units="cm"/>
      <inkml:brushProperty name="height" value="0.025" units="cm"/>
      <inkml:brushProperty name="color" value="#E71224"/>
    </inkml:brush>
  </inkml:definitions>
  <inkml:trace contextRef="#ctx0" brushRef="#br0">0 0 4297,'0'0'10610,"30"0"-8064,-24 1-2318,0 0 0,-1 0 0,1 0-1,0 0 1,-1 1 0,1 0 0,-1 0 0,1 1-1,-1-1 1,0 1 0,0 0 0,0 1 0,-1-1 0,1 1-1,-1 0 1,8 8 0,6 10-115,-1 0-1,20 34 1,0 0 273,-34-53-375,35 42 184,-36-42-178,1-1 0,-1 1 1,1-1-1,-1 0 0,1 0 1,0 0-1,0-1 0,0 1 1,0 0-1,0-1 0,0 0 1,1 0-1,-1 0 0,5 1 0,-13-11-1860,-22-29-2868,18 19 88</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5.646"/>
    </inkml:context>
    <inkml:brush xml:id="br0">
      <inkml:brushProperty name="width" value="0.025" units="cm"/>
      <inkml:brushProperty name="height" value="0.025" units="cm"/>
      <inkml:brushProperty name="color" value="#E71224"/>
    </inkml:brush>
  </inkml:definitions>
  <inkml:trace contextRef="#ctx0" brushRef="#br0">224 13 3801,'0'0'8915,"-3"-2"-8021,1 1-638,-1 0 1,1-1 0,0 1 0,-1 0 0,1 0 0,-1 0 0,1 0 0,-1 1-1,0-1 1,1 1 0,-1-1 0,1 1 0,-1 0 0,0 0 0,1 0 0,-1 1-1,0-1 1,1 1 0,-1-1 0,-2 2 0,0 0-55,-1 1 1,1-1-1,0 1 1,0 0-1,0 1 0,0 0 1,1-1-1,-8 9 1,-1 4 119,0 0 1,1 1 0,1 1 0,-13 25-1,18-32-191,1 0 0,1 1 0,0-1-1,0 1 1,1 0 0,-2 14-1,-3 10 3955,9-15-9717,4-10-180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3.417"/>
    </inkml:context>
    <inkml:brush xml:id="br0">
      <inkml:brushProperty name="width" value="0.025" units="cm"/>
      <inkml:brushProperty name="height" value="0.025" units="cm"/>
      <inkml:brushProperty name="color" value="#E71224"/>
    </inkml:brush>
  </inkml:definitions>
  <inkml:trace contextRef="#ctx0" brushRef="#br0">45 0 1536,'0'0'2561,"-44"0"-6042</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3.527"/>
    </inkml:context>
    <inkml:brush xml:id="br0">
      <inkml:brushProperty name="width" value="0.025" units="cm"/>
      <inkml:brushProperty name="height" value="0.025" units="cm"/>
      <inkml:brushProperty name="color" value="#E71224"/>
    </inkml:brush>
  </inkml:definitions>
  <inkml:trace contextRef="#ctx0" brushRef="#br0">137 24 592,'-77'-23'528,"68"23"96,-3 0 57,-3 0-313,4 0-368,-1 0-505</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3.671"/>
    </inkml:context>
    <inkml:brush xml:id="br0">
      <inkml:brushProperty name="width" value="0.025" units="cm"/>
      <inkml:brushProperty name="height" value="0.025" units="cm"/>
      <inkml:brushProperty name="color" value="#E71224"/>
    </inkml:brush>
  </inkml:definitions>
  <inkml:trace contextRef="#ctx0" brushRef="#br0">1 0 680,'0'0'9234,"6"0"-8930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48.777"/>
    </inkml:context>
    <inkml:brush xml:id="br0">
      <inkml:brushProperty name="width" value="0.025" units="cm"/>
      <inkml:brushProperty name="height" value="0.025" units="cm"/>
    </inkml:brush>
  </inkml:definitions>
  <inkml:trace contextRef="#ctx0" brushRef="#br0">301 39 1112,'4'0'14788,"12"-3"-14120,-14 1-596,-1 0 0,1 1 0,-1-1 1,1 0-1,-1 1 0,0-1 0,1 0 1,-1 0-1,0 0 0,0 0 0,-1-1 1,1 1-1,0 0 0,-1 0 1,1-4-1,-1 5 287,-14 1 315,-13 0 184,-46 5-1,63-3-862,0 1-1,0-1 1,0 1-1,0 1 1,1 0-1,-1 0 1,-14 11-1,19-12 2,-3 1 22,0 2 0,1-1 0,-14 14-1,20-18-36,-1 1 0,1-1 0,0 1 0,-1 0 0,1-1 0,0 1 0,0 0-1,0 0 1,0 0 0,1 0 0,-1 0 0,0 0 0,1 0 0,0 0-1,-1 0 1,1 0 0,0 0 0,0 0 0,0 1 0,0-1 0,0 0 0,1 0-1,0 3 1,2-1-32,1 0-1,0 0 0,0-1 1,0 0-1,0 0 0,1 0 1,-1 0-1,1 0 0,-1-1 0,1 0 1,5 2-1,5 3-13,93 43-1295,-106-49 1379,-1 0 1,1 0-1,0 0 1,-1 0 0,1 0-1,0 1 1,-1-1-1,1 0 1,-1 1 0,0-1-1,0 1 1,1 0 0,-1-1-1,0 1 1,0 0-1,0 0 1,-1-1 0,1 1-1,0 0 1,-1 0 0,1 0-1,-1 0 1,0 0-1,1 0 1,-1 0 0,0 0-1,0 0 1,-1 0 0,1 0-1,0 0 1,-1 0-1,1 0 1,-1 0 0,1 0-1,-1 0 1,-1 2 0,-1 2 226,0 0 1,0 0 0,0 0 0,-1 0 0,0 0 0,0-1 0,-1 0 0,0 0 0,-7 6 0,3-4-44,-1-1 0,0 0 0,0-1 0,0 0 0,-1-1 0,0 0 0,1-1 0,-15 3 0,0-2 523,0 0 0,-42-1 0,66-3-680,4 0-1311,115 0-5794,-73 0 1668</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49.571"/>
    </inkml:context>
    <inkml:brush xml:id="br0">
      <inkml:brushProperty name="width" value="0.025" units="cm"/>
      <inkml:brushProperty name="height" value="0.025" units="cm"/>
    </inkml:brush>
  </inkml:definitions>
  <inkml:trace contextRef="#ctx0" brushRef="#br0">21 1 2809,'0'0'8203,"-4"2"-6555,-7 4-448,6-5 3525,6-1-4693,0 0-1,0 0 0,1 1 1,-1-1-1,0 1 1,0-1-1,0 1 0,0 0 1,0-1-1,0 1 0,0 0 1,0 0-1,0 0 0,0-1 1,0 1-1,0 0 1,0 0-1,-1 0 0,1 1 1,-1-1-1,1 0 0,0 0 1,-1 0-1,0 0 1,1 1-1,-1 0 0,10 42 227,-8-34-145,1 7-80,0 0 0,-1 1 0,-1-1 0,-1 1 0,0-1 0,-1 1 0,-5 22 0,-1-26 72,7-14-98,0 1 0,0-1 1,0 0-1,0 0 0,0 0 0,0 0 1,0 0-1,0 0 0,-1 0 0,1 0 1,0 0-1,0 0 0,0 0 0,0 0 1,0 0-1,0 0 0,-1 0 0,1 0 1,0 0-1,0 0 0,0 0 0,0 0 1,0 0-1,-1 0 0,1 0 0,0 0 1,0 0-1,0 0 0,0 0 0,0 0 1,0 0-1,0 0 0,-1 0 0,1 0 1,0-1-1,0 1 0,0 0 0,0 0 1,0 0-1,0 0 0,0 0 0,0 0 0,0 0 1,0 0-1,-1-1 0,1 1 0,0 0 1,0-2 3,-1 0 1,1 1 0,0-1-1,-1 0 1,1 0 0,0 1-1,0-1 1,0 0 0,0 0-1,1 0 1,-1 1 0,0-1-1,1-2 1,3-3-43,-1 0-1,1 0 1,0 1 0,0-1-1,1 1 1,0 0 0,0 0-1,0 1 1,1-1-1,0 1 1,0 0 0,11-6-1,4-3-24,1 2 0,37-16 0,-48 23-27,0 1 1,0 0-1,0 1 1,0 0-1,0 1 1,24-2 0,-35 4 103,0 0 0,1 0 1,-1 0-1,1 1 1,-1-1-1,0 0 1,1 0-1,-1 1 1,0-1-1,1 0 1,-1 0-1,0 1 1,1-1-1,-1 0 0,0 1 1,0-1-1,0 0 1,1 1-1,-1-1 1,0 0-1,0 1 1,0-1-1,0 1 1,1-1-1,-1 0 1,0 1-1,0-1 1,0 1-1,0-1 0,0 1 1,0 0-1,-1 15 347,1-13-281,3 44 451,-2-47-555,1 1 1,-1 0 0,0-1 0,1 1 0,-1-1 0,1 0 0,-1 1-1,1-1 1,-1 0 0,1 0 0,-1 0 0,1 0 0,-1 0 0,1 0-1,1-1 1,0 1-107,10-1 11,0-2-1,0 1 1,-1-1-1,1-1 1,-1-1 0,16-7-1,19-6-55,68-15-164,65-25 197,-181 67 3813,-9 17-3804,8-20 434,0 1-348,1-1-1,0 1 1,0 0 0,0 12-1,1-16-352,0-1 0,0 1 0,0 0 0,0 0 0,0-1 0,1 1-1,-1 0 1,1 0 0,0-1 0,0 1 0,0-1 0,0 1 0,0-1-1,2 4 1,13 3-4962</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0.047"/>
    </inkml:context>
    <inkml:brush xml:id="br0">
      <inkml:brushProperty name="width" value="0.025" units="cm"/>
      <inkml:brushProperty name="height" value="0.025" units="cm"/>
    </inkml:brush>
  </inkml:definitions>
  <inkml:trace contextRef="#ctx0" brushRef="#br0">345 24 912,'0'0'19714,"-21"-4"-19326,-67-14-171,81 17-191,1 1 0,0 0 0,-1 0 0,1 0 0,0 1 0,-1-1 0,1 2 0,0-1 0,0 1 0,0 0-1,0 0 1,0 0 0,0 1 0,0 0 0,1 0 0,0 1 0,-1-1 0,1 1 0,1 1 0,-9 7 0,-2 1 45,4-4-17,1 0-1,0 0 0,0 1 1,-13 19-1,19-24-68,1 1 0,0 0 0,0 0 0,1-1 1,-1 1-1,1 1 0,1-1 0,-1 0 0,1 0 0,0 1 0,0 12 0,1-18-16,1 0 0,-1-1-1,0 1 1,1 0 0,-1 0-1,1-1 1,-1 1-1,1 0 1,-1-1 0,1 1-1,0 0 1,-1-1 0,1 1-1,0-1 1,0 1 0,-1-1-1,1 1 1,0-1-1,0 0 1,-1 1 0,1-1-1,0 0 1,0 0 0,0 0-1,0 0 1,0 1-1,-1-1 1,1 0 0,0 0-1,2-1 1,36 1-433,-27-1 275,-7 1 144,-1-1 0,1 0 0,-1 0 1,1 0-1,-1-1 0,1 1 1,-1-1-1,0 0 0,0 0 0,0-1 1,0 1-1,-1-1 0,1 0 0,-1 0 1,1 0-1,-1 0 0,4-5 0,-3 3 191,-1 0-1,1 1 0,-1-1 0,0 0 1,0-1-1,-1 1 0,1 0 0,-1-1 1,0 0-1,-1 1 0,1-1 0,-1 0 1,0-8-1,-1 14 186,0 8-154,-2 37-135,1-27-167,0-1-1,1 1 0,1-1 0,4 27 0,-4-41-6,1-1 0,-1 0-1,0 0 1,1 0 0,-1 0 0,1 0-1,0-1 1,0 1 0,0-1-1,0 1 1,0-1 0,0 1 0,0-1-1,0 0 1,0 0 0,1 0-1,-1 0 1,0 0 0,1-1 0,-1 1-1,0-1 1,1 0 0,3 1 0,1 0-293,41 6-2653,2-6-1174</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0.331"/>
    </inkml:context>
    <inkml:brush xml:id="br0">
      <inkml:brushProperty name="width" value="0.025" units="cm"/>
      <inkml:brushProperty name="height" value="0.025" units="cm"/>
    </inkml:brush>
  </inkml:definitions>
  <inkml:trace contextRef="#ctx0" brushRef="#br0">294 1 1720,'0'0'16352,"-23"26"-14013,-78 87-713,83-93-1259,1 2-1,1 0 1,1 1 0,2 1 0,0 0 0,1 0-1,-11 35 1,16-43-322,5-10-138,-7 16 144,1 1 1,-5 23-1,9-6-2355,4-40 2161,0 1 0,0-1 0,1 1 1,-1-1-1,0 1 0,0-1 0,0 0 0,0 1 0,1-1 1,-1 1-1,0-1 0,0 0 0,1 1 0,-1-1 1,0 0-1,1 1 0,-1-1 0,0 0 0,1 0 0,-1 1 1,1-1-1,-1 0 0,0 0 0,1 0 0,-1 0 0,1 1 1,-1-1-1,0 0 0,1 0 0,-1 0 0,2 0 1,16 1-3821,-14-2 2471,17 1-5343</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0.633"/>
    </inkml:context>
    <inkml:brush xml:id="br0">
      <inkml:brushProperty name="width" value="0.025" units="cm"/>
      <inkml:brushProperty name="height" value="0.025" units="cm"/>
    </inkml:brush>
  </inkml:definitions>
  <inkml:trace contextRef="#ctx0" brushRef="#br0">268 0 704,'0'0'22528,"-15"17"-21415,2-3-854,-2 1 71,0 2 0,2 0 0,0 1 0,-19 33 0,-3 21 168,3 1 1,-37 125 0,65-183-928,0-1 0,1 1 0,1 0 0,0 18 0,2-32 231,1-1 0,0 1 0,0-1 0,-1 1 0,1-1-1,0 1 1,0-1 0,0 0 0,0 1 0,0-1-1,0 0 1,0 0 0,-1 1 0,1-1 0,0 0-1,0 0 1,0 0 0,0 0 0,0 0 0,0-1-1,0 1 1,1 0 0,2 0-758,26-2-4964,-2-5-2138</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1.093"/>
    </inkml:context>
    <inkml:brush xml:id="br0">
      <inkml:brushProperty name="width" value="0.025" units="cm"/>
      <inkml:brushProperty name="height" value="0.025" units="cm"/>
    </inkml:brush>
  </inkml:definitions>
  <inkml:trace contextRef="#ctx0" brushRef="#br0">108 0 4401,'0'0'13975,"-8"19"-13522,-26 59-197,33-76-247,0-1-1,0 1 0,0 0 0,0 0 0,0 0 0,1 1 0,-1-1 0,1 0 0,0 0 0,-1 0 0,1 0 1,0 0-1,0 1 0,0-1 0,1 0 0,-1 0 0,0 0 0,1 0 0,-1 0 0,1 0 0,0 0 1,0 0-1,0 0 0,0 0 0,0 0 0,0 0 0,0 0 0,1-1 0,-1 1 0,1 0 0,-1-1 1,1 1-1,0-1 0,-1 0 0,1 0 0,0 0 0,0 1 0,0-2 0,4 3 0,3 0 24,0-1-1,0 0 0,0-1 0,0 0 1,0 0-1,12-1 0,-20 0-31,3 1-27,-1-1 0,0 0-1,0 0 1,0-1 0,0 1-1,0 0 1,0-1 0,0 0-1,0 0 1,0 0 0,0 0-1,-1 0 1,1-1 0,0 1-1,3-3 1,-4 1-1,0 0 0,0 0 0,0 0 0,0 0 0,-1 0 0,0 0 1,1 0-1,-1 0 0,0-1 0,0 1 0,-1 0 0,1-1 0,0-4 0,-1 6 5,1-2 110,0 0 1,-1 0-1,1 0 0,-1 0 0,0-1 1,0 1-1,0 0 0,-2-6 1,1 8-36,0 1 0,0 0 0,1 0 0,-1 0 1,0 0-1,0 0 0,-1 0 0,1 1 0,0-1 0,0 0 1,0 0-1,-1 1 0,1-1 0,0 1 0,-1-1 0,1 1 1,0-1-1,-1 1 0,1 0 0,0 0 0,-1 0 0,1 0 0,-1 0 1,1 0-1,0 0 0,-3 1 0,-6-2 25,0 2 0,-1 0 0,1 0-1,0 1 1,0 0 0,0 0 0,1 1 0,-1 1 0,0 0-1,1 0 1,0 0 0,0 2 0,0-1 0,1 1 0,0 0-1,0 0 1,-11 12 0,16-13-60,0-1-1,0 1 1,1-1 0,0 1-1,-1 0 1,2 0-1,-1 0 1,0 0 0,1 1-1,0-1 1,0 7 0,-1 64-32,3-46 25,-1-17 19,0-7-77,-1 0-1,1-1 1,1 1-1,-1 0 1,1 0 0,0-1-1,3 9 1,-3-12-35,0 1 1,1-1-1,-1 0 1,1 0-1,-1-1 1,1 1-1,-1 0 0,1 0 1,0-1-1,0 1 1,0-1-1,0 0 1,0 1-1,0-1 1,0 0-1,1 0 1,-1 0-1,0-1 0,1 1 1,-1 0-1,0-1 1,1 0-1,3 1 1,102 1-4856,-70-2 1910,33 0-4783</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1.443"/>
    </inkml:context>
    <inkml:brush xml:id="br0">
      <inkml:brushProperty name="width" value="0.025" units="cm"/>
      <inkml:brushProperty name="height" value="0.025" units="cm"/>
    </inkml:brush>
  </inkml:definitions>
  <inkml:trace contextRef="#ctx0" brushRef="#br0">281 1 2777,'0'0'21105,"-24"6"-20302,-76 22-252,95-27-522,1 0 1,0 0-1,0 1 1,0-1-1,0 1 0,0 0 1,0 0-1,0 1 0,0-1 1,1 1-1,-6 5 1,8-6-44,-1 0 1,2 0-1,-1 0 1,0 0-1,0 1 1,1-1 0,-1 0-1,1 0 1,0 1-1,-1-1 1,1 0 0,0 1-1,1 3 1,-1 5-131,1-5 16,0-1-1,1 1 0,-1 0 0,1-1 0,0 1 0,0-1 0,1 0 0,0 0 0,0 0 1,6 8-1,-5-7 16,0 0 0,0 0 0,0 1 0,-1-1 0,0 1 1,-1 0-1,4 10 0,-6-15 107,1 0 1,-1-1-1,0 1 1,0 0-1,1 0 1,-1 0-1,0 0 1,-1 0-1,1-1 1,0 1-1,0 0 1,-1 0-1,1 0 1,-1-1-1,1 1 1,-1 0-1,0-1 1,0 1-1,0 0 0,0-1 1,0 1-1,0-1 1,0 1-1,-1-1 1,1 0-1,-2 2 1,-3 0 29,1-1-1,-1 0 1,1 0 0,-1-1 0,1 1 0,-1-1 0,-7 0-1,6 1-8,-63 0 231,58-2-9187,26-5 1749</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1.791"/>
    </inkml:context>
    <inkml:brush xml:id="br0">
      <inkml:brushProperty name="width" value="0.025" units="cm"/>
      <inkml:brushProperty name="height" value="0.025" units="cm"/>
    </inkml:brush>
  </inkml:definitions>
  <inkml:trace contextRef="#ctx0" brushRef="#br0">337 0 5265,'0'0'17084,"-28"24"-15711,-90 76-350,109-92-888,1 0 1,-1 0-1,2 1 0,-1 0 0,1 0 0,1 0 0,-8 15 0,2-3 74,11-19-190,-25 41 321,-28 65 0,48-96-349,1 1 0,1 0 0,0 0 0,1 0 0,0 1-1,1-1 1,1 1 0,0 0 0,1-1 0,1 19 0,0-30-23,-1 0 1,1-1 0,-1 1-1,1 0 1,0-1-1,0 1 1,0-1 0,0 1-1,0-1 1,0 1-1,0-1 1,0 0 0,1 0-1,-1 1 1,0-1-1,1 0 1,-1 0 0,1 0-1,-1-1 1,1 1-1,-1 0 1,1-1 0,0 1-1,2 0 1,46 7-970,-27-6 130,-1-1 1,1-1-1,-1 0 0,1-2 1,-1-1-1,1-1 0,40-12 0,5-12-5745</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2"/>
    </inkml:context>
    <inkml:brush xml:id="br0">
      <inkml:brushProperty name="width" value="0.025" units="cm"/>
      <inkml:brushProperty name="height" value="0.025" units="cm"/>
    </inkml:brush>
  </inkml:definitions>
  <inkml:trace contextRef="#ctx0" brushRef="#br0">1 27 5873,'0'0'17412,"220"0"-16020,-134 0-648,0-6-432,-9 0-303,-8 0-9,-16 1-793,-11 5-1079,-16-3-2305</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2.964"/>
    </inkml:context>
    <inkml:brush xml:id="br0">
      <inkml:brushProperty name="width" value="0.025" units="cm"/>
      <inkml:brushProperty name="height" value="0.025" units="cm"/>
    </inkml:brush>
  </inkml:definitions>
  <inkml:trace contextRef="#ctx0" brushRef="#br0">41 4 1616,'0'0'13634,"0"0"-13491,0 0 0,0 0 0,0-1 0,0 1 0,0 0-1,-1 0 1,1 0 0,0-1 0,0 1 0,0 0 0,0 0 0,-1 0 0,1-1 0,0 1 0,0 0 0,0 0 0,-1 0 0,1 0 0,0 0-1,0 0 1,-1 0 0,1-1 0,0 1 0,0 0 0,-1 0 0,1 0 0,0 0 0,0 0 0,-1 0 0,1 0 0,0 0 0,0 0-1,-1 0 1,1 1 0,0-1 0,0 0 0,-1 0 0,1 0 0,0 0 0,-1 0 0,-5 24 86,2 1-1,0-1 1,-1 30 0,1 0-219,0-3 374,2-18-1754,0-19-3878,7-34 297</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3.186"/>
    </inkml:context>
    <inkml:brush xml:id="br0">
      <inkml:brushProperty name="width" value="0.025" units="cm"/>
      <inkml:brushProperty name="height" value="0.025" units="cm"/>
    </inkml:brush>
  </inkml:definitions>
  <inkml:trace contextRef="#ctx0" brushRef="#br0">0 0 1424,'0'0'21325,"65"18"-21325,-53 6 0,-3 5-1032,-6 16-1665,-3-9-3096,0-4-6634</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3.790"/>
    </inkml:context>
    <inkml:brush xml:id="br0">
      <inkml:brushProperty name="width" value="0.025" units="cm"/>
      <inkml:brushProperty name="height" value="0.025" units="cm"/>
    </inkml:brush>
  </inkml:definitions>
  <inkml:trace contextRef="#ctx0" brushRef="#br0">0 36 1528,'0'0'16567,"15"4"-15130,-7 6-1307,-2 0-1,1 0 1,-2 0 0,1 1-1,6 19 1,-12-29-141,0-1 1,1 0 0,-1 1-1,0-1 1,0 0-1,1 0 1,-1 1 0,0-1-1,1 0 1,-1 0 0,0 1-1,0-1 1,1 0 0,-1 0-1,1 0 1,-1 1-1,0-1 1,1 0 0,-1 0-1,0 0 1,1 0 0,-1 0-1,1 0 1,-1 0-1,0 0 1,1 0 0,-1 0-1,0 0 1,1 0 0,-1 0-1,1 0 1,-1 0 0,0-1-1,1 1 1,-1 0-1,0 0 1,1 0 0,-1 0-1,0-1 1,1 1 0,-1 0-1,0 0 1,1-1-1,-1 1 1,0 0 0,0-1-1,0 1 1,1-1 0,16-15-397,-16 14 409,2 0-33,54-57-243,-51 54 290,1 0 0,-1 0 0,1 0-1,0 0 1,1 1 0,-1 1 0,14-6 0,-20 9 12,0 0 0,0 0 1,-1 0-1,1 0 0,0 0 1,-1 0-1,1 0 0,0 0 1,-1 0-1,1 0 0,0 1 1,-1-1-1,1 0 0,0 0 1,-1 1-1,1-1 0,0 0 1,-1 1-1,1-1 1,-1 1-1,1-1 0,-1 1 1,1-1-1,-1 1 0,1-1 1,-1 1-1,0-1 0,1 1 1,-1 0-1,0-1 0,1 1 1,-1 0-1,0-1 0,0 1 1,0 0-1,0-1 0,0 1 1,1 0-1,-1-1 0,0 1 1,0 0-1,-1 1 0,1 40 233,0-30-163,0 48 145,0-47-5492,0 0-5579</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4.140"/>
    </inkml:context>
    <inkml:brush xml:id="br0">
      <inkml:brushProperty name="width" value="0.025" units="cm"/>
      <inkml:brushProperty name="height" value="0.025" units="cm"/>
    </inkml:brush>
  </inkml:definitions>
  <inkml:trace contextRef="#ctx0" brushRef="#br0">116 1 1400,'0'0'19410,"-10"29"-18550,-30 92-168,34-100-418,1 0 0,1 0 0,-3 35 0,0 2-50,-7 1-188,7-37-326,2 1 0,1 0 0,-3 39 0,8-61 144,-1-1 1,1 0-1,-1 1 0,1-1 0,-1 1 1,1-1-1,-1 0 0,1 0 0,0 1 0,-1-1 1,1 0-1,-1 0 0,1 0 0,0 0 1,-1 1-1,1-1 0,-1 0 0,1 0 0,0 0 1,-1 0-1,1-1 0,-1 1 0,1 0 1,0 0-1,3 0-451,12 0-691,19 1-2421,-13-4-2252,-4-7-1398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4.376"/>
    </inkml:context>
    <inkml:brush xml:id="br0">
      <inkml:brushProperty name="width" value="0.025" units="cm"/>
      <inkml:brushProperty name="height" value="0.025" units="cm"/>
    </inkml:brush>
  </inkml:definitions>
  <inkml:trace contextRef="#ctx0" brushRef="#br0">1 9 9114,'0'0'13955,"33"-9"-13347,-7 9-312,7 0-296,6 3-16,32 0-1368,-9-3-3009,-2 0-5185</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5.377"/>
    </inkml:context>
    <inkml:brush xml:id="br0">
      <inkml:brushProperty name="width" value="0.025" units="cm"/>
      <inkml:brushProperty name="height" value="0.025" units="cm"/>
    </inkml:brush>
  </inkml:definitions>
  <inkml:trace contextRef="#ctx0" brushRef="#br0">1 45 1320,'0'0'13565,"33"-8"-7728,11 2-5548,1 1 1,65 3 0,8-1-444,-30-5-547,-75 3-679,-20 1-2174,-26 1-2830,-33 3-2076,36 0 7566</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5.899"/>
    </inkml:context>
    <inkml:brush xml:id="br0">
      <inkml:brushProperty name="width" value="0.025" units="cm"/>
      <inkml:brushProperty name="height" value="0.025" units="cm"/>
    </inkml:brush>
  </inkml:definitions>
  <inkml:trace contextRef="#ctx0" brushRef="#br0">3 1 1424,'0'0'6431,"-3"8"1608,81-7-3815,47 0-4035,-6 0 811,-48-1 4348,-72 0-4888,-1 3 217</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7.563"/>
    </inkml:context>
    <inkml:brush xml:id="br0">
      <inkml:brushProperty name="width" value="0.025" units="cm"/>
      <inkml:brushProperty name="height" value="0.025" units="cm"/>
    </inkml:brush>
  </inkml:definitions>
  <inkml:trace contextRef="#ctx0" brushRef="#br0">488 45 1528,'0'0'14783,"0"-4"-13457,0 3-1160,0 0-1,0 0 0,0-1 1,0 1-1,-1 0 1,1 0-1,0 0 0,-1 0 1,1 0-1,-1 0 1,1-1-1,-1 1 0,0 0 1,1 0-1,-1 1 1,0-1-1,1 0 1,-1 0-1,0 0 0,-2-1 1,0 0-37,0 0 1,0 1 0,0 0 0,0-1-1,-1 1 1,1 0 0,0 0-1,-6 0 1,-4-1-127,0 0 0,-1 1 1,1 0-1,0 1 0,-1 1 0,1 0 0,-1 1 0,1 0 0,0 1 0,0 1 1,0 0-1,1 1 0,-1 0 0,1 0 0,0 2 0,-13 8 0,0 3 1,1 1-1,-44 44 0,56-50-17,0 0 1,2 1-1,-1 0 0,2 1 0,0 0 1,-12 28-1,19-36-9,0 0 0,1 0 0,0 0 0,0 0 0,0 0-1,1 0 1,1 7 0,-1 1-62,0-14 72,1 0 0,-1 0 1,1 0-1,0 0 0,-1 0 0,1 0 0,0 0 0,0 0 0,0 0 0,0 0 0,0-1 0,0 1 0,0 0 0,0-1 0,0 1 0,0 0 0,0-1 0,0 1 1,0-1-1,0 0 0,1 1 0,-1-1 0,0 0 0,0 0 0,0 0 0,1 0 0,-1 0 0,0 0 0,0 0 0,2-1 0,40-2-60,-35 1 71,0-2 1,1 1 0,-1-1 0,-1 0 0,1-1 0,0 0-1,-1 0 1,9-8 0,53-54-401,-60 57 338,1-1 262,34-39-893,-41 47 985,-1-1-1,1 1 1,-1-1-1,0 0 1,0 0-1,0 0 1,-1 0-1,1 0 1,-1 0-1,0-1 1,0 1-1,0-5 1,-2 28-13,2 0 1,0 0 0,1 0 0,1 0-1,8 27 1,-10-41-377,1 0 0,0-1 1,0 1-1,0-1 0,0 0 0,1 0 0,0 0 0,0 0 0,0 0 1,0 0-1,0-1 0,1 0 0,0 1 0,-1-1 0,1 0 0,0-1 0,1 1 1,-1-1-1,0 0 0,1 0 0,-1 0 0,1-1 0,0 1 0,-1-1 1,1 0-1,0-1 0,8 1 0,147 0-12118,-109-1 4006</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8.499"/>
    </inkml:context>
    <inkml:brush xml:id="br0">
      <inkml:brushProperty name="width" value="0.025" units="cm"/>
      <inkml:brushProperty name="height" value="0.025" units="cm"/>
    </inkml:brush>
  </inkml:definitions>
  <inkml:trace contextRef="#ctx0" brushRef="#br0">713 1 2841,'0'0'12858,"-28"6"-6922,-379-6-5086,390 1-850,0 0 0,0 2 0,1 0 0,-1 1 0,1 0 0,-25 12 0,-1-1 0,42-15 36,-1 1 1,1 0-1,-1 0 0,1 0 1,-1 0-1,1 0 0,-1 0 1,1 0-1,0 0 0,-1 0 1,1 0-1,0 0 0,0 0 1,0 0-1,0 0 0,0 0 1,0 0-1,0 0 1,0 0-1,0 0 0,1 0 1,0 2-1,5 24 61,-2-12-70,-1 1 0,-1 0 0,0 1 0,-1-1 0,-1 0 0,-2 19 0,1 9-5,-2-13-13,0 0 0,-2-1 0,-1 0 1,-2 0-1,-1-1 0,-14 32 0,7-17 14,-15 67 1,30-110-32,1-1 1,0 1 0,0 0-1,-1 0 1,1-1-1,0 1 1,0 0 0,0 0-1,0 0 1,0-1 0,0 1-1,0 0 1,0 0 0,0 0-1,0-1 1,0 1-1,0 0 1,1 0 0,-1-1-1,0 1 1,1 0 0,-1 0-1,0-1 1,1 1-1,-1 0 1,1-1 0,-1 1-1,1-1 1,-1 1 0,1 0-1,0-1 1,0 1-1,2 0-3,0-1-1,0 1 0,0-1 0,0 0 1,0 0-1,0 0 0,0-1 1,3 0-1,-3 1 49,21-5 72,-1-1 0,0-1 1,0-1-1,28-15 1,14-4 359,-44 19-207,-15 5-108,0 0 1,1 1 0,-1 0 0,1 0 0,0 0 0,8 0-1,-14 2 415,-1 0-545,59 0-6264,-30 0 225,1 0-6024</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9.008"/>
    </inkml:context>
    <inkml:brush xml:id="br0">
      <inkml:brushProperty name="width" value="0.025" units="cm"/>
      <inkml:brushProperty name="height" value="0.025" units="cm"/>
    </inkml:brush>
  </inkml:definitions>
  <inkml:trace contextRef="#ctx0" brushRef="#br0">1 96 1400,'0'0'11708,"3"-5"-10097,60-60 651,-37 39 915,-27 31-3082,0 0 0,0-1 0,-1 1 1,1-1-1,-1 1 0,-4 6 1,-4 12 25,8-12-97,0 0 1,1 1-1,0-1 1,1 18-1,0-16-76,4-12-318,-1 0 0,1 0 0,0-1-1,0 1 1,0-1 0,0 0 0,0 0-1,5-1 1,-1 1-241,61 0-4226,-40 0 1651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9.354"/>
    </inkml:context>
    <inkml:brush xml:id="br0">
      <inkml:brushProperty name="width" value="0.025" units="cm"/>
      <inkml:brushProperty name="height" value="0.025" units="cm"/>
    </inkml:brush>
  </inkml:definitions>
  <inkml:trace contextRef="#ctx0" brushRef="#br0">45 19 1040,'0'0'20530,"-6"-3"-19131,0-2-823,-9-3-118,-2 6 2969,16 2-2742,5 4-3301,39 11-5913,-24-11 553</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00.561"/>
    </inkml:context>
    <inkml:brush xml:id="br0">
      <inkml:brushProperty name="width" value="0.025" units="cm"/>
      <inkml:brushProperty name="height" value="0.025" units="cm"/>
    </inkml:brush>
  </inkml:definitions>
  <inkml:trace contextRef="#ctx0" brushRef="#br0">4 0 2761,'0'0'9175,"0"4"-7377,-1 2-1875,1-5 217,-1 0 1,1-1-1,0 1 0,-1 0 1,1 0-1,0 0 1,0 0-1,0 0 0,0 0 1,0 0-1,0-1 1,0 1-1,0 0 0,0 0 1,0 0-1,1 0 1,-1 0-1,0 0 1,0-1-1,1 1 0,-1 0 1,1 0-1,-1 0 1,1-1-1,-1 1 0,1 0 1,-1-1-1,1 1 1,0 0-1,-1-1 0,1 1 1,0-1-1,0 1 1,-1-1-1,1 1 0,0-1 1,0 0-1,0 1 1,-1-1-1,2 1 0,42 6 332,0-1 0,1-1 0,73-4-1,-35-1-364,107 1 777,-189 32 1340,-10 177-1485,0-3 269,6-122 840,-21-94-1687,1 4-153,0 1-1,-1 0 1,0 2-1,1 1 1,-44 3-1,12 0-6,41-3-3,-1 1 0,1 1 1,0 0-1,-1 1 1,1 0-1,0 1 0,0 1 1,-20 8-1,32-11 3,1 0 0,-1 0 0,0 0 0,0 0 0,1 0 0,-1 1 0,0-1 0,1 1 0,-1-1 0,1 1 0,0-1 0,-1 1 0,1 0 0,0 0 0,-1 3 0,2-5 296,6 1-847,0 0-1,-1 0 0,1 0 1,0 1-1,0 0 0,-1 0 1,10 4-1,9 4-4886,-2-3-2846</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01.082"/>
    </inkml:context>
    <inkml:brush xml:id="br0">
      <inkml:brushProperty name="width" value="0.025" units="cm"/>
      <inkml:brushProperty name="height" value="0.025" units="cm"/>
    </inkml:brush>
  </inkml:definitions>
  <inkml:trace contextRef="#ctx0" brushRef="#br0">27 1 17860,'0'0'14155,"-26"0"-13907,32 0-2841,11 20 121,1 4-2049,-6-6-3705</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01.304"/>
    </inkml:context>
    <inkml:brush xml:id="br0">
      <inkml:brushProperty name="width" value="0.025" units="cm"/>
      <inkml:brushProperty name="height" value="0.025" units="cm"/>
    </inkml:brush>
  </inkml:definitions>
  <inkml:trace contextRef="#ctx0" brushRef="#br0">318 0 14947,'0'0'12211,"-122"185"-11955,95-150-256,-2 10-88,-22 29-1609,7-11-4120,-1-7-6177</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6.774"/>
    </inkml:context>
    <inkml:brush xml:id="br0">
      <inkml:brushProperty name="width" value="0.025" units="cm"/>
      <inkml:brushProperty name="height" value="0.025" units="cm"/>
    </inkml:brush>
  </inkml:definitions>
  <inkml:trace contextRef="#ctx0" brushRef="#br0">511 180 328,'0'0'5452,"18"-7"-4431,-15-8 7533,-4-2-3682,-4-4-2651,-5-11-3151,-3-18 657,13 49 270,0-1 0,0 0 0,0 1 0,0-1 0,-1 0 0,1 1 0,0-1 0,-1 1 0,1-1 0,-1 1 0,0-1 0,0 1 0,1-1 0,-1 1 0,0 0 1,0 0-1,0-1 0,0 1 0,0 0 0,-1 0 0,-1-2 0,0 2-6,0 0 0,0 1 0,0-1 0,-1 0 0,1 1 0,0 0 0,-1 0 0,-5 0 0,-4 1 40,-116-1-278,128 0 244,-1 0 0,1 0 0,-1 1 0,0-1 1,1 1-1,-1-1 0,1 1 0,-1 0 0,1 0 0,-1-1 0,1 1 0,0 0 0,-1 0 0,1 0 1,0 1-1,0-1 0,0 0 0,0 0 0,0 1 0,0-1 0,0 1 0,0-1 0,1 0 0,-1 1 0,0-1 1,1 1-1,-1 0 0,1 1 0,-3 8-22,0 1 1,-2 23 0,3-14 40,-64 240 61,5-24 124,39-114 230,6 0-1,-2 195 0,18-32 609,-21-288-2599,16-3 851,1 0 1,-1-1-1,1 1 0,1-1 1,-1 0-1,1 0 0,0 0 1,0-1-1,-3-11 0,-1-2-2175,-6-10-2342</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7.264"/>
    </inkml:context>
    <inkml:brush xml:id="br0">
      <inkml:brushProperty name="width" value="0.025" units="cm"/>
      <inkml:brushProperty name="height" value="0.025" units="cm"/>
    </inkml:brush>
  </inkml:definitions>
  <inkml:trace contextRef="#ctx0" brushRef="#br0">0 117 3425,'0'0'11286,"16"-1"-10158,146-24-372,182-53-1,-310 66 1591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7.803"/>
    </inkml:context>
    <inkml:brush xml:id="br0">
      <inkml:brushProperty name="width" value="0.025" units="cm"/>
      <inkml:brushProperty name="height" value="0.025" units="cm"/>
    </inkml:brush>
  </inkml:definitions>
  <inkml:trace contextRef="#ctx0" brushRef="#br0">288 93 6953,'0'0'11583,"-6"0"-11203,-1-1-342,1 1 0,-1 0 0,0 0 0,0 0 0,0 1 0,1 0 1,-1 0-1,0 1 0,1 0 0,-11 5 0,-3 3 34,0 1 0,0 1 1,1 1-1,1 1 1,-27 26-1,40-36-71,0 1 0,0 1 0,0-1 0,1 1 0,0 0 0,0 0 0,1 0 0,-1 0-1,1 1 1,1-1 0,-1 1 0,1 0 0,0 0 0,1-1 0,-1 1 0,2 1 0,-1-1 0,1 0 0,0 0 0,0 0 0,1 0 0,1 10 0,0-14 0,-1 0-1,1 0 1,0 0-1,0 0 1,0-1 0,0 1-1,0-1 1,1 1 0,-1-1-1,1 0 1,0 0 0,-1 0-1,1 0 1,0 0 0,0-1-1,0 1 1,6 1-1,7 3 4,-1-1 0,20 3 0,-11-3-5,-1-2 1,1-1 0,-1-1-1,25-3 1,-43 2 1,-1-1 0,1 0 0,-1 0 0,1-1 0,-1 1 0,1-1-1,-1 0 1,0 0 0,1-1 0,-1 1 0,-1-1 0,1 0 0,0 0 0,-1 0 0,1-1 0,-1 1-1,0-1 1,0 0 0,0 1 0,-1-1 0,1-1 0,-1 1 0,0 0 0,2-9 0,2-1 4,-2 0 1,0-1 0,-1 1 0,0-1-1,-1 0 1,0-25 0,-1 6 36,0 13 66,-1-1 0,-5-38 0,4 55-37,0 0 1,0 0-1,0 0 1,-1 0-1,1 0 0,-1 0 1,-1 1-1,1-1 0,-1 1 1,0-1-1,0 1 0,0 0 1,0 0-1,-1 0 0,1 1 1,-9-7-1,10 9-78,0-1 0,-1 1 1,1 0-1,0 0 0,-1 0 0,1 0 0,-1 0 1,0 1-1,1-1 0,-1 1 0,1-1 0,-1 1 1,0 0-1,1 0 0,-1 1 0,0-1 1,1 0-1,-1 1 0,1-1 0,-1 1 0,1 0 1,-1 0-1,1 0 0,-4 2 0,4-1-357,0-1 0,0 1-1,0-1 1,0 1 0,1 0-1,-1-1 1,0 1 0,1 0 0,0 0-1,-1 0 1,1 0 0,0 1-1,0-1 1,0 0 0,0 0 0,0 5-1,-2 8-5244</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8.312"/>
    </inkml:context>
    <inkml:brush xml:id="br0">
      <inkml:brushProperty name="width" value="0.025" units="cm"/>
      <inkml:brushProperty name="height" value="0.025" units="cm"/>
    </inkml:brush>
  </inkml:definitions>
  <inkml:trace contextRef="#ctx0" brushRef="#br0">1 125 8386,'0'0'11786,"18"19"-10859,56 62-219,-66-72-648,-1 0 0,0 1 0,-1-1-1,0 1 1,-1 1 0,1-1 0,-2 1 0,0 0-1,3 13 1,1-1 5,-6-16-18,0 0-1,0 0 1,-1 0 0,1 13 0,-2-20 259,-1 0-275,0 0 1,0-1-1,-1 1 0,1 0 0,0-1 0,0 1 0,0-1 1,0 0-1,0 1 0,0-1 0,0 0 0,0 1 1,0-1-1,0 0 0,0 0 0,0 0 0,1 0 0,-1 0 1,0 0-1,1 0 0,-1 0 0,1 0 0,-1 0 0,1 0 1,-1-1-1,1 1 0,0 0 0,-1 0 0,1 0 1,0-1-1,0 0 0,-3-46 37,3 40 16,-1-50 59,-1 22-109,5-66 0,-2 93-35,0 1 0,1-1 0,0 1 0,0 0 0,1-1 0,0 1 0,0 0 0,1 1 0,0-1 0,0 1 0,1 0 0,0 0 0,6-7 0,-8 12-265,-1 0-1,1 1 1,0 0-1,0 0 1,-1 0-1,1 0 1,0 0-1,0 0 1,0 1-1,0-1 1,0 1 0,0 0-1,0 0 1,0 0-1,0 0 1,5 1-1,8 0-3453,1-1-3793</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8.948"/>
    </inkml:context>
    <inkml:brush xml:id="br0">
      <inkml:brushProperty name="width" value="0.025" units="cm"/>
      <inkml:brushProperty name="height" value="0.025" units="cm"/>
    </inkml:brush>
  </inkml:definitions>
  <inkml:trace contextRef="#ctx0" brushRef="#br0">605 1 4545,'0'0'13387,"-14"5"-12878,-31 18 22,1 2 0,2 2 0,-55 45-1,44-30-157,2 3 0,-74 83-1,110-110-323,0 1 0,2 0-1,0 2 1,2-1 0,0 1-1,1 1 1,1 0-1,1 0 1,1 1 0,1 0-1,-5 30 1,8-26-11,1-1 0,2 47 0,1-64-17,0-1 0,0 1 0,1-1 0,0 1 0,1-1 0,-1 0 0,2 0 0,-1 0 0,1 0 0,0-1 0,1 0 0,7 10 0,1-2 148,0-2 1,1 0 0,1 0-1,0-1 1,0-1-1,1 0 1,0-1-1,1-1 1,0-1-1,1 0 1,0-2 0,0 0-1,22 5 1,-32-13-1701,-12-7-4034,-2-3 1448,3 0-3424</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1.656"/>
    </inkml:context>
    <inkml:brush xml:id="br0">
      <inkml:brushProperty name="width" value="0.025" units="cm"/>
      <inkml:brushProperty name="height" value="0.025" units="cm"/>
    </inkml:brush>
  </inkml:definitions>
  <inkml:trace contextRef="#ctx0" brushRef="#br0">4 0 4081,'0'0'14066,"0"13"-12453,0 117 712,0-99-8567,-1-51 1888,-1-3-870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1.877"/>
    </inkml:context>
    <inkml:brush xml:id="br0">
      <inkml:brushProperty name="width" value="0.025" units="cm"/>
      <inkml:brushProperty name="height" value="0.025" units="cm"/>
    </inkml:brush>
  </inkml:definitions>
  <inkml:trace contextRef="#ctx0" brushRef="#br0">0 0 4545,'0'0'17084,"24"0"-16668,-21 0-144,0 0-152,0 0-120,0 0-32,-3 6-256,3 6-1145,0 6-1615,0 0-2761,0-3-4850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2.384"/>
    </inkml:context>
    <inkml:brush xml:id="br0">
      <inkml:brushProperty name="width" value="0.025" units="cm"/>
      <inkml:brushProperty name="height" value="0.025" units="cm"/>
    </inkml:brush>
  </inkml:definitions>
  <inkml:trace contextRef="#ctx0" brushRef="#br0">0 0 8650,'164'139'4122,"-128"-111"-1735,-34-29-1994,-1 1-1,1 0 1,0 0 0,-1 1-1,1-1 1,0 0-1,-1 0 1,1 1-1,0-1 1,-1 1 0,1 0-1,0-1 1,-1 1-1,1 0 1,-1 0 0,0 0-1,1 0 1,1 1-1,-1 1-247,0 0-1,-1 0 1,1 1-1,-1-1 0,1 0 1,-1 0-1,1 6 1,3 6 348,-5-14-514,1 1 0,-1-1 1,1 0-1,0 1 1,-1-1-1,1 0 1,0 0-1,0 1 0,0-1 1,0 0-1,0 0 1,0 0-1,0 0 1,0 0-1,0-1 0,0 1 1,1 0-1,-1 0 1,0-1-1,1 1 1,-1-1-1,0 1 0,1-1 1,-1 0-1,2 1 1,2-1-153,1 0-1,-1 0 1,0 0 0,0 0 0,9-3 0,11-2 87,1 1-1,44-2 1,-69 6 242,2 38-1164,-3 10-6028,0-36 1844</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2.701"/>
    </inkml:context>
    <inkml:brush xml:id="br0">
      <inkml:brushProperty name="width" value="0.025" units="cm"/>
      <inkml:brushProperty name="height" value="0.025" units="cm"/>
    </inkml:brush>
  </inkml:definitions>
  <inkml:trace contextRef="#ctx0" brushRef="#br0">37 1 8106,'0'0'11840,"-5"31"-11046,-15 96-84,15-94-324,1 0 0,2 64 0,2-53-397,0-43-76,0 1 0,0-1 1,0 0-1,0 0 0,1 0 0,-1 1 1,0-1-1,0 0 0,1 0 0,-1 0 1,1 0-1,-1 0 0,1 1 0,-1-1 1,1 0-1,0 0 0,0 0 0,-1-1 1,1 1-1,0 0 0,0 0 0,0 0 1,0-1-1,0 1 0,0 0 0,0-1 1,0 1-1,0-1 0,2 1 0,2 1-775,0-1-1,0-1 0,1 1 1,-1-1-1,9 0 0,-5 0-541,9 0-2776</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2.892"/>
    </inkml:context>
    <inkml:brush xml:id="br0">
      <inkml:brushProperty name="width" value="0.025" units="cm"/>
      <inkml:brushProperty name="height" value="0.025" units="cm"/>
    </inkml:brush>
  </inkml:definitions>
  <inkml:trace contextRef="#ctx0" brushRef="#br0">1 4 6729,'0'0'8250,"160"-3"-7274,-98 3-600,24 0-376,-11 0-480,-7 0-3673</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06.882"/>
    </inkml:context>
    <inkml:brush xml:id="br0">
      <inkml:brushProperty name="width" value="0.025" units="cm"/>
      <inkml:brushProperty name="height" value="0.025" units="cm"/>
    </inkml:brush>
  </inkml:definitions>
  <inkml:trace contextRef="#ctx0" brushRef="#br0">310 0 3393,'0'0'12590,"0"15"-11720,11 161 2116,-5 115-573,-9-164-1669,4-74-442,-3-1 0,-14 87 0,15-136-298,-6 38 206,-2-1 0,-2 0 0,-30 73 1,40-111-187,1-1 0,-1 1 0,0-1 0,1 0 1,-1 1-1,0-1 0,0 0 0,0 0 0,0 1 1,0-1-1,0 0 0,-1 0 0,1 0 0,0 0 1,0 0-1,-1-1 0,1 1 0,-1 0 0,1-1 1,0 1-1,-1-1 0,1 1 0,-1-1 0,1 0 1,-1 1-1,0-1 0,1 0 0,-1 0 0,1 0 1,-1 0-1,1 0 0,-1-1 0,1 1 0,-1 0 1,1-1-1,-1 1 0,1-1 0,-1 0 0,1 1 1,-1-1-1,1 0 0,0 0 0,0 0 0,-1 0 1,1 0-1,0 0 0,-1-1 0,-13-17 127,1-1 0,1 0 0,1-1 1,-12-28-1,12 23-3,-2 1 1,-21-32 0,21 44-308,5 6-2573,1-1-4465,3 0 313</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07.848"/>
    </inkml:context>
    <inkml:brush xml:id="br0">
      <inkml:brushProperty name="width" value="0.025" units="cm"/>
      <inkml:brushProperty name="height" value="0.025" units="cm"/>
    </inkml:brush>
  </inkml:definitions>
  <inkml:trace contextRef="#ctx0" brushRef="#br0">24 15 3265,'0'0'17701,"-9"23"-16746,9-23-928,-1 0 0,1 0 0,-1 0 0,1 0 0,-1 0 0,1 0 0,-1 0 0,1 0 0,-1 0 0,0-1 0,1 1 1,-1 0-1,1 0 0,0 0 0,-1-1 0,1 1 0,-1 0 0,1 0 0,-1-1 0,1 1 0,-1 0 0,1-1 0,0 1 0,-1-1 0,1 1 1,0 0-1,0-1 0,-1 1 0,1-1 0,0 1 0,0-1 0,-1 1 0,1-1 0,0 1 0,0-1 0,0 1 0,0-1 0,0 1 0,0-1 1,0 1-1,0-1 0,0 1 0,0-1 0,0 1 0,0-2 0,0 2-31,0-1 0,0 0 1,0 0-1,-1 1 0,1-1 0,0 0 0,0 1 0,0-1 1,0 0-1,1 0 0,-1 1 0,0-1 0,0 0 1,0 0-1,0 1 0,1-1 0,-1 0 0,0 1 0,1-1 1,-1 0-1,1 1 0,-1-1 0,1 1 0,-1-1 1,1 1-1,-1-1 0,1 1 0,-1-1 0,1 1 0,0-1 1,-1 1-1,1 0 0,0-1 0,-1 1 0,1 0 1,0-1-1,1 1 0,-1 0 6,0 1 1,0-1-1,0 1 0,0-1 1,0 1-1,0 0 0,0-1 1,0 1-1,0 0 0,0 0 1,0 0-1,-1-1 0,1 1 1,0 0-1,0 0 0,-1 0 1,1 0-1,-1 0 0,1 1 1,-1-1-1,1 0 0,-1 0 1,0 0-1,0 0 0,1 0 1,-1 1-1,0-1 0,0 0 1,0 0-1,-1 3 0,1 50 189,0-38-97,0-13 88,0 0-28,0-1 0,1 0 1,-1 1-1,0-1 0,0 1 0,-1-1 1,1 0-1,0 1 0,-1-1 0,0 0 1,-1 5-1,1-11-99,0 1 1,1-1-1,-1 1 1,1-1-1,0 0 1,0 1-1,0-8 1,1 2-619,0 7-2206,2 1-2006,5-2-5491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4.174"/>
    </inkml:context>
    <inkml:brush xml:id="br0">
      <inkml:brushProperty name="width" value="0.025" units="cm"/>
      <inkml:brushProperty name="height" value="0.025" units="cm"/>
    </inkml:brush>
  </inkml:definitions>
  <inkml:trace contextRef="#ctx0" brushRef="#br0">1 22 4641,'0'0'12811,"7"0"-11474,58 1 407,-24 1-1601,-1-2 0,1-2 0,-1-1 0,63-13 1,-97 13-4432,-12 3 2395,-17 4-1613,3 7-1127</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4.904"/>
    </inkml:context>
    <inkml:brush xml:id="br0">
      <inkml:brushProperty name="width" value="0.025" units="cm"/>
      <inkml:brushProperty name="height" value="0.025" units="cm"/>
    </inkml:brush>
  </inkml:definitions>
  <inkml:trace contextRef="#ctx0" brushRef="#br0">1 1 3577,'0'2'15731,"6"2"-14223,156-3-658,-1 1 3887,-161 12-13699,0-5 3972</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5.663"/>
    </inkml:context>
    <inkml:brush xml:id="br0">
      <inkml:brushProperty name="width" value="0.025" units="cm"/>
      <inkml:brushProperty name="height" value="0.025" units="cm"/>
    </inkml:brush>
  </inkml:definitions>
  <inkml:trace contextRef="#ctx0" brushRef="#br0">1 232 5441,'0'0'6626,"4"0"-5903,-1-1 0,1 1 1,0-1-1,0 1 1,0-1-1,5-3 0,39-54-129,80-108 169,-125 168 1590,-2 10-1846,0 16-435,-3-11 57,-1 1-1,-1-1 0,-8 25 1,6-25-87,1 0 0,1 1 0,-4 27 0,8-41-41,-1 12 7,1 0-1,1 23 1,0-38-7,-1 0 0,1 0 0,0 1 0,-1-1 0,1 0 0,0 0 0,0 0 0,-1 0 0,1 0 0,0 0 1,0 0-1,0 0 0,0 0 0,0-1 0,1 1 0,-1 0 0,0-1 0,0 1 0,0 0 0,1-1 0,-1 0 0,0 1 0,1-1 0,-1 0 1,0 0-1,1 1 0,1-1 0,46 0 42,-37 0-38,18 1-42,-17 0-572,-1-1-1,0 0 1,21-3-1,-33 3 376,1 0 0,-1 0 0,1 0-1,-1-1 1,1 1 0,-1 0 0,0 0-1,1 0 1,-1-1 0,1 1 0,-1 0-1,1-1 1,-1 1 0,0 0 0,1-1-1,-1 1 1,0 0 0,1-1 0,-1 1 0,0-1-1,1 1 1,-1-1 0,0 1 0,0 0-1,0-1 1,1 1 0,-1-1 0,0 1-1,0-1 1,0 1 0,0-1 0,0 1-1,0-1 1,0 1 0,0-2 0,0-7-7781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6.203"/>
    </inkml:context>
    <inkml:brush xml:id="br0">
      <inkml:brushProperty name="width" value="0.025" units="cm"/>
      <inkml:brushProperty name="height" value="0.025" units="cm"/>
    </inkml:brush>
  </inkml:definitions>
  <inkml:trace contextRef="#ctx0" brushRef="#br0">63 90 11923,'0'0'10442,"-2"-14"-9751,0-3-445,-3-40 917,-28 56 896,31 1-2018,1 2-24,1 8 75,-8 22-1945,-1 1-3956,8-15 352</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6.871"/>
    </inkml:context>
    <inkml:brush xml:id="br0">
      <inkml:brushProperty name="width" value="0.025" units="cm"/>
      <inkml:brushProperty name="height" value="0.025" units="cm"/>
    </inkml:brush>
  </inkml:definitions>
  <inkml:trace contextRef="#ctx0" brushRef="#br0">1 1 6105,'0'0'12642,"2"7"-11387,5 24-535,-2-1 1,-1 1-1,-1 0 1,-2 37-1,1-2-312,9 118-241,-9-176-150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7.426"/>
    </inkml:context>
    <inkml:brush xml:id="br0">
      <inkml:brushProperty name="width" value="0.025" units="cm"/>
      <inkml:brushProperty name="height" value="0.025" units="cm"/>
    </inkml:brush>
  </inkml:definitions>
  <inkml:trace contextRef="#ctx0" brushRef="#br0">1 33 3937,'0'0'13871,"25"0"-13216,22 0-692,1-3 1,0-1 0,51-13-1,-51 9 2930,-39 8-9867,0 0 1468</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8.379"/>
    </inkml:context>
    <inkml:brush xml:id="br0">
      <inkml:brushProperty name="width" value="0.025" units="cm"/>
      <inkml:brushProperty name="height" value="0.025" units="cm"/>
    </inkml:brush>
  </inkml:definitions>
  <inkml:trace contextRef="#ctx0" brushRef="#br0">6 0 5233,'0'0'10110,"0"31"-7336,0 544 1664,-3-477-3836,0-8 3251,6-91-3740,-3 2-188,1-1-1,-1 0 1,0 0-1,1 0 1,-1 0-1,0 0 0,0 0 1,1 0-1,-1 0 1,0 0-1,0 0 1,1 0-1,-1 0 1,0 0-1,1 0 0,-1 0 1,0 0-1,0 0 1,1 0-1,-1 0 1,0 0-1,0-1 0,1 1 1,-1 0-1,0 0 1,0 0-1,1 0 1,-1-1-1,0 1 0,0 0 1,0 0-1,1 0 1,-1-1-1,0 1 1,0 0-1,0 0 0,0-1 1,0-10-6628</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2.568"/>
    </inkml:context>
    <inkml:brush xml:id="br0">
      <inkml:brushProperty name="width" value="0.025" units="cm"/>
      <inkml:brushProperty name="height" value="0.025" units="cm"/>
    </inkml:brush>
  </inkml:definitions>
  <inkml:trace contextRef="#ctx0" brushRef="#br0">12 24 2905,'0'0'12966,"1"0"-12666,0 0 0,0 0 0,0 0 0,0 0 0,0 1 0,0-1 0,0 0-1,0 1 1,0-1 0,0 1 0,0-1 0,0 1 0,1 0 0,-2 8-130,1-4-108,-1-1 0,0 1 0,-1 0 0,1 0-1,-1 0 1,0 0 0,0-1 0,0 1 0,-3 6 0,6-18 682,-2 5-743,0 0-1,0 1 1,1-1-1,-1 0 1,1 1-1,-1-1 1,1 1-1,0-1 1,-1 1-1,1-1 1,0 1-1,0-1 1,0 1-1,0 0 1,2-2-1,-2 2-2,1-1 1,0 1-1,0-1 0,0 1 0,0 0 0,0 0 1,0 0-1,0 0 0,1 0 0,-1 0 0,0 1 1,0-1-1,1 1 0,-1 0 0,0-1 0,4 1 1,-6 24 85,0-23-59,0 0 1,0 0 0,-1 1-1,1-1 1,0 0 0,0 0-1,-1 1 1,1-1 0,-1 0-1,1 0 1,-1 0 0,1 1-1,-1-1 1,0 0 0,1 0-1,-1 0 1,0 0 0,0 0-1,0-1 1,0 1 0,0 0-1,0 0 1,0 0 0,0-1-1,0 1 1,0-1-1,-1 1 1,1-1 0,0 1-1,0-1 1,-1 0 0,0 1-1,-1-10 460,1-6-426,1 0 0,1-1 1,3-17-1,-3 32-57,0 1 0,0 0 0,0-1 0,0 1 1,0 0-1,0-1 0,0 1 0,0-1 0,0 1 0,0 0 0,0-1 1,0 1-1,1 0 0,-1 0 0,0-1 0,0 1 0,0 0 0,1-1 0,-1 1 1,0 0-1,0 0 0,1-1 0,-1 1 0,0 0 0,1 0 0,-1 0 0,0-1 1,1 1-1,-1 0 0,0 0 0,1 0 0,-1 0 0,0 0 0,1 0 1,-1 0-1,0 0 0,1 0 0,-1 0 0,0 0 0,1 0 0,-1 0 0,0 0 1,1 0-1,-1 0 0,0 0 0,1 0 0,-1 0 0,0 1 0,1-1 1,-1 0-1,0 0 0,1 0 0,-1 1 0,13 13 76,-12-10 2,0-1-1,-1 1 1,1 0-1,-1-1 1,1 1-1,-1 0 1,0-1-1,-1 1 0,0 7 1,0-9 6,0-1 0,0 1 0,0 0 0,0-1 0,0 1 0,0-1 1,0 0-1,0 1 0,-1-1 0,1 0 0,-1 0 0,1 0 0,-1 0 0,1 0 0,-1 0 0,1 0 0,-1 0 1,0-1-1,1 1 0,-1 0 0,-2-1 0,-6 3 91,-18 5 59,27-7-489,19-1-5388,-3 0-934</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3.346"/>
    </inkml:context>
    <inkml:brush xml:id="br0">
      <inkml:brushProperty name="width" value="0.025" units="cm"/>
      <inkml:brushProperty name="height" value="0.025" units="cm"/>
    </inkml:brush>
  </inkml:definitions>
  <inkml:trace contextRef="#ctx0" brushRef="#br0">330 1 3745,'0'0'11241,"3"3"-10133,-2 0-896,1-1-1,-1 0 1,0 1-1,0-1 1,0 1-1,0-1 1,0 1-1,0-1 1,-1 1-1,1-1 1,-1 1-1,0 0 1,0 2-1,0-3-150,0-1-1,0 0 1,0 0-1,-1 0 0,1 0 1,-1 0-1,1 1 0,-1-1 1,1 0-1,-1 0 0,0 0 1,1 0-1,-1-1 0,0 1 1,0 0-1,0 0 0,0 0 1,1-1-1,-1 1 1,0 0-1,0-1 0,-1 1 1,1-1-1,0 1 0,0-1 1,0 1-1,0-1 0,0 0 1,0 0-1,-1 1 0,1-1 1,0 0-1,0 0 0,0 0 1,0 0-1,-2-1 1,-55 1 323,57 0-382,0 0 1,1-1 0,-1 1 0,1 0 0,-1-1 0,1 1 0,-1 0-1,1-1 1,-1 1 0,1-1 0,-1 1 0,1-1 0,-1 1 0,1-1-1,0 0 1,-1 1 0,1-1 0,0 1 0,0-1 0,-1 0 0,1 1-1,0-1 1,0 0 0,0 1 0,0-1 0,0 0 0,0 1 0,0-1-1,0 0 1,0 1 0,0-1 0,0 0 0,0 1 0,0-1 0,1 1-1,-1-1 1,0 0 0,0 1 0,1-1 0,-1 1 0,0-1 0,1 0-1,-1 1 1,1-1 0,-1 1 0,1 0 0,-1-1 0,1 1 0,-1-1-1,1 1 1,-1 0 0,1-1 0,-1 1 0,1 0 0,0-1 0,-1 1 0,1 0-1,0 0 1,-1 0 0,1 0 0,0 0 0,0 0 0,13-1-3,-11 1 1,0 0 0,1 0 0,-1 0 0,1 0 0,-1 0 0,0 1 0,6 1 0,-8-2 0,0 1 0,0 0 0,0-1 1,-1 1-1,1 0 0,0-1 0,0 1 1,0 0-1,-1 0 0,1 0 0,0 0 1,-1 0-1,1 0 0,-1 0 0,1 0 1,-1 0-1,1 0 0,-1 0 0,0 0 0,0 0 1,1 0-1,-1 0 0,0 1 0,0-1 1,0 0-1,0 0 0,0 1 0,0 0 30,0-1-1,0 0 1,0 0-1,-1 1 1,1-1-1,0 0 1,0 0-1,-1 1 0,1-1 1,0 0-1,-1 0 1,1 1-1,-1-1 1,0 0-1,1 0 1,-1 0-1,0 0 1,0 0-1,0 0 0,0 0 1,0 0-1,0-1 1,0 1-1,0 0 1,0 0-1,0-1 1,0 1-1,0-1 1,-3 2-1,-3-1 14,1 0 0,-1 0 0,0 0 0,0-1 0,-7 0 0,4 0-20,11-27-4,0 25-22,0 0 1,1 0-1,-1 0 1,0 0-1,1 0 1,0 0-1,-1 0 1,1 1-1,0-1 1,0 1-1,0-1 0,0 1 1,0 0-1,0 0 1,0-1-1,0 2 1,5-3-1,-2 2-2,0-1-1,0 1 0,0 1 0,0-1 1,0 1-1,1-1 0,6 2 1,-10 0 2,-1-1-1,1 1 1,-1 0 0,0 0 0,1 0 0,-1 0 0,0 0 0,0 0 0,0 0 0,0 1 0,0-1 0,0 0 0,0 1 0,0-1 0,0 0 0,0 1-1,-1-1 1,1 1 0,-1-1 0,1 1 0,-1-1 0,0 1 0,1 0 0,-1-1 0,0 1 0,0-1 0,0 1 0,-1 2 0,0 58 20,0-54-16,0 3 42,-2 0 0,1-1 1,-1 1-1,-1-1 0,0 1 1,0-1-1,-1 0 0,-1-1 1,1 1-1,-2-1 0,-13 16 1,-10 8 452,-52 45-1,76-72-458,-39 31 30,27-23-548,0 1-1,1 1 1,1 0-1,-24 32 1,34-38-1660,5-3-3177</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7.153"/>
    </inkml:context>
    <inkml:brush xml:id="br0">
      <inkml:brushProperty name="width" value="0.025" units="cm"/>
      <inkml:brushProperty name="height" value="0.025" units="cm"/>
    </inkml:brush>
  </inkml:definitions>
  <inkml:trace contextRef="#ctx0" brushRef="#br0">253 52 4825,'0'0'9533,"3"-8"-8749,12-35 839,-15 53 3121,1 11-3830,1 31-1307,15 484 597,-13-458-71,-2 298 754,-3-368-786,1 0 0,-2-1 0,1 1-1,-1 0 1,-1-1 0,1 1-1,-5 7 1,6-12-43,0-1-1,0 0 1,-1 0 0,1 1-1,-1-1 1,1 0-1,-1 0 1,0 0 0,0 0-1,0-1 1,0 1-1,0 0 1,0-1 0,0 0-1,-1 1 1,1-1-1,-1 0 1,1 0 0,0 0-1,-1-1 1,0 1-1,1-1 1,-1 1 0,-2-1-1,0 0 7,1 0-1,-1-1 1,0 1-1,1-1 1,-1-1 0,1 1-1,0 0 1,-1-1-1,1 0 1,0 0 0,0-1-1,0 1 1,0-1-1,1 1 1,-1-1 0,1 0-1,-1-1 1,-5-6-1,-1-5-31,0 0 0,1 0 0,-12-27 0,14 28 3,-7-16-20,2 0 0,0-1 0,2-1-1,2 0 1,-7-51 0,8-26-3721,4 47-6444,0 41 4015</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7.692"/>
    </inkml:context>
    <inkml:brush xml:id="br0">
      <inkml:brushProperty name="width" value="0.025" units="cm"/>
      <inkml:brushProperty name="height" value="0.025" units="cm"/>
    </inkml:brush>
  </inkml:definitions>
  <inkml:trace contextRef="#ctx0" brushRef="#br0">45 48 4785,'0'0'9051,"1"-3"-8277,-1 3-653,0-1 0,0 1 0,1 0-1,-1-1 1,0 1 0,0-1 0,0 1 0,0 0 0,0-1 0,0 1 0,0-1 0,0 1 0,0-1 0,0 1-1,0 0 1,0-1 0,0 1 0,-1-1 0,1 1 0,0 0 0,0-1 0,0 1 0,-1 0 0,1-1 0,0 1-1,0 0 1,-1-1 0,1 1 0,0 0 0,0-1 0,-1 1 0,1 0 0,-1 0 0,1-1 0,0 1-1,-1 0 1,1 0 0,0 0 0,-1 0 0,1-1 0,-1 1 0,1 0 0,-1 0 0,-13 3 2698,3 2-4022,11-5 1216,-1 0 0,1 1 0,0-1 0,0 0 0,-1 0 0,1 0 0,0 1 0,0-1 0,-1 0 0,1 0 0,0 0 0,-1 0 0,1 0 0,0 0 0,-1 1 0,1-1 0,0 0 0,-1 0 0,1 0 0,0 0 0,-1 0 0,1 0 0,0 0 0,-1 0 0,1 0 0,0-1 0,-1 1 0,1 0 0,0 0 0,-1 0 0,1 0 0,0 0 0,0-1 0,-1 1 0,1 0 0,0 0 0,-1 0 0,1-1 0,4-13 60,-3 12-72,0 1 0,0-1 0,1 0 0,-1 1 0,0-1 0,1 1 0,-1-1 0,1 1 0,-1-1 0,1 1-1,0 0 1,0 0 0,-1 0 0,1 0 0,0 0 0,0 0 0,4 0 0,-5 1 21,0 0-1,-1 1 0,1-1 0,0 0 1,-1 1-1,1-1 0,0 1 0,-1-1 1,1 1-1,0-1 0,-1 1 0,1-1 1,-1 1-1,1 0 0,-1-1 1,1 1-1,-1 0 0,0-1 0,1 1 1,-1 0-1,0 0 0,1-1 0,-1 1 1,0 0-1,0 0 0,0 0 0,0-1 1,0 1-1,0 0 0,0 0 0,0 0 1,0-1-1,0 1 0,0 0 0,-1 0 1,1 0-1,0-1 0,-1 2 0,1 0-165,0 1-1,-1-1 0,0 0 0,1 1 0,-1-1 0,0 0 0,0 0 0,0 1 0,0-1 0,0 0 0,-1 0 0,-2 3 1,-8 2-2990,0-1-2474</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9.230"/>
    </inkml:context>
    <inkml:brush xml:id="br0">
      <inkml:brushProperty name="width" value="0.025" units="cm"/>
      <inkml:brushProperty name="height" value="0.025" units="cm"/>
    </inkml:brush>
  </inkml:definitions>
  <inkml:trace contextRef="#ctx0" brushRef="#br0">698 1 5457,'0'0'9994,"1"1"-9708,-1-1 0,1 1 0,0 0-1,-1-1 1,1 1 0,-1 0 0,0-1-1,1 1 1,-1 0 0,1 0 0,-1 0-1,0 0 1,0-1 0,1 1 0,-1 0 0,0 0-1,0 1 1,-22 13-133,-36 18 0,8-6-106,-219 110 396,129-70 236,103-49-127,-44 14 0,73-28-440,-1 1-1,1 0 0,-15 12 1,23-17-104,0 0 1,0 1-1,0-1 1,0 0-1,0 0 1,0 1 0,0-1-1,1 0 1,-1 1-1,0-1 1,0 0-1,0 1 1,0-1-1,0 0 1,0 0-1,0 1 1,1-1 0,-1 0-1,0 0 1,0 1-1,0-1 1,1 0-1,-1 0 1,0 0-1,0 0 1,0 1-1,1-1 1,-1 0 0,0 0-1,1 0 1,-1 0-1,0 0 1,0 1-1,1-1 1,-1 0-1,0 0 1,1 0-1,-1 0 1,0 0 0,0 0-1,1 0 1,-1 0-1,0 0 1,1-1-1,17 5 72,-18-4-70,184 19 369,1 1-176,-144-14-92,107 20 250,-126-19-150,0 0-1,35 17 1,-56-23-145,-1-1 0,1 0-1,0 0 1,-1 0 0,1 1 0,0-1-1,-1 0 1,1 1 0,-1-1 0,1 0-1,-1 1 1,1-1 0,-1 1-1,1-1 1,-1 1 0,1-1 0,-1 1-1,1-1 1,-1 1 0,0-1 0,1 1-1,-1 0 1,0-1 0,0 1 0,1 0-1,-1-1 1,0 2 0,-1-1-138,0 1 0,0 0 0,0-1 0,0 1 0,-1-1 0,1 0 0,0 1 0,-1-1-1,1 0 1,-1 0 0,-1 2 0,-40 31-5146,25-19-605</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2.943"/>
    </inkml:context>
    <inkml:brush xml:id="br0">
      <inkml:brushProperty name="width" value="0.025" units="cm"/>
      <inkml:brushProperty name="height" value="0.025" units="cm"/>
    </inkml:brush>
  </inkml:definitions>
  <inkml:trace contextRef="#ctx0" brushRef="#br0">0 164 2617,'0'0'20012,"13"0"-19996,-7-1-15,0 0 0,-1 0 0,1 0 0,0-1 0,-1 0-1,1 0 1,-1-1 0,6-2 0,33-13-1,-32 16 20,0 1 1,0 0-1,1 1 1,21 2 0,-32-2-5,0 1 0,0 0 0,0 0 0,0 0 0,0 0 1,0 0-1,0 0 0,0 1 0,-1-1 0,1 0 1,0 1-1,-1 0 0,1-1 0,-1 1 0,0 0 0,1 0 1,0 2-1,21 41 179,-16-31-133,-2-2 151,0 0 0,-1-1 0,0 2 0,0-1 0,-2 0 0,1 1 0,-2-1 0,0 1 0,0-1 0,-1 1 0,-1 0 1,-2 14-1,-5-6-137,7-18-49,-1 0 0,1 0 0,0-1 0,0 1 0,0 0 0,1 0 0,-2 7 0,2-10 618,0-16-83,-1-32-494,0 22-63,1 1-1,1 0 0,7-44 0,-6 61-40,0 1 0,0-1 0,1 1 0,0-1 0,0 1 1,1 0-1,0 0 0,0 1 0,1-1 0,0 1 0,0 0 1,0 0-1,0 1 0,1 0 0,0-1 0,11-5 0,19-10-287,0 3 0,43-16 0,-18 8 226,-55 24 82,1 0 1,0 0 0,-1 0 0,1 1 0,0 0 0,0 0 0,0 0 0,7 1 0,-13 2 13,0-1 0,0 0-1,-1 0 1,1 1 0,0-1 0,-1 0 0,1 1 0,-1-1 0,1 0 0,-1 1-1,0-1 1,0 1 0,1-1 0,-1 1 0,0-1 0,0 0 0,0 1 0,-1 1-1,1 3 0,3 38 120,-4 74 0,-2-97 96,-10 36 0,9-41-89,0 0 1,1 0 0,1 1-1,-1 16 1,3-32-112,0 1 0,0-1 0,0 1-1,0-1 1,0 1 0,0-1 0,0 1-1,1-1 1,-1 1 0,0-1 0,1 1 0,-1-1-1,1 0 1,0 1 0,0-1 0,-1 0 0,1 0-1,0 1 1,0-1 0,0 0 0,0 0-1,2 1 1,1 0 8,-1 0 1,1-1-1,0 0 0,0 0 0,0 0 0,0 0 1,6-1-1,-7 1-10,87 1 1840,-114 2-12497,12 1 1994</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3.814"/>
    </inkml:context>
    <inkml:brush xml:id="br0">
      <inkml:brushProperty name="width" value="0.025" units="cm"/>
      <inkml:brushProperty name="height" value="0.025" units="cm"/>
    </inkml:brush>
  </inkml:definitions>
  <inkml:trace contextRef="#ctx0" brushRef="#br0">1 0 7522,'0'0'16711,"13"1"-10638,-3 3-6071,-7-1-341,-2 0-1,1 0 1,0 1 0,-1-1-1,1 0 1,-1 1 0,0 0 0,0-1-1,1 7 1,1 20-6470,-1-10-1022</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4.083"/>
    </inkml:context>
    <inkml:brush xml:id="br0">
      <inkml:brushProperty name="width" value="0.025" units="cm"/>
      <inkml:brushProperty name="height" value="0.025" units="cm"/>
    </inkml:brush>
  </inkml:definitions>
  <inkml:trace contextRef="#ctx0" brushRef="#br0">488 1 12579,'0'0'12074,"-65"187"-11426,32-136-264,-9-1-143,1 3-161,-7-2-80,1-1-184,-34 10-1281,13-10-2280,6-14-3592</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5.176"/>
    </inkml:context>
    <inkml:brush xml:id="br0">
      <inkml:brushProperty name="width" value="0.025" units="cm"/>
      <inkml:brushProperty name="height" value="0.025" units="cm"/>
    </inkml:brush>
  </inkml:definitions>
  <inkml:trace contextRef="#ctx0" brushRef="#br0">382 3 3777,'0'0'10238,"11"-2"-7623,-8 3 2150,3 110-3495,29 166-1,-18-167-854,6 170 0,-23-273-335,0 0 1,-1 0-1,1 0 1,-2 0-1,1 0 1,-1 0-1,1 0 1,-2-1-1,1 1 0,-1-1 1,0 1-1,-7 9 1,6-12-57,1 1 1,-1-2-1,0 1 1,0 0-1,-1-1 0,1 0 1,-1 0-1,1 0 1,-1-1-1,0 1 1,0-1-1,0 0 0,0 0 1,-1-1-1,1 0 1,0 0-1,-7 1 1,-1-1 15,0 0 1,-1 0-1,1-1 1,-1-1 0,1 0-1,-22-5 1,26 3 40,0 0 0,0 0 0,0-1 0,0 0 0,1-1 0,-1 0 0,1 0 0,1-1 0,-1 0 0,-7-7 0,0-4-25,0-1 1,0 0 0,2-1-1,0 0 1,1-1 0,1 0-1,1-1 1,1 0 0,1-1-1,0 0 1,-5-29 0,12 13-3533,1 24-1253,0 2-1192</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5.524"/>
    </inkml:context>
    <inkml:brush xml:id="br0">
      <inkml:brushProperty name="width" value="0.025" units="cm"/>
      <inkml:brushProperty name="height" value="0.025" units="cm"/>
    </inkml:brush>
  </inkml:definitions>
  <inkml:trace contextRef="#ctx0" brushRef="#br0">1 0 11747,'0'0'15916,"0"0"-15848,1 0 0,-1 0 0,1 0 1,-1 0-1,1 0 0,-1 0 0,1 0 0,-1 1 0,1-1 0,-1 0 0,1 0 0,-1 0 0,1 0 0,-1 1 0,1-1 0,-1 0 0,1 0 1,-1 1-1,1-1 0,-1 0 0,1 1 0,-1 0 0,3 19-3761,3-6-2538,0-8-639</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5.936"/>
    </inkml:context>
    <inkml:brush xml:id="br0">
      <inkml:brushProperty name="width" value="0.025" units="cm"/>
      <inkml:brushProperty name="height" value="0.025" units="cm"/>
    </inkml:brush>
  </inkml:definitions>
  <inkml:trace contextRef="#ctx0" brushRef="#br0">1 1 6025,'0'0'15021,"2"2"-13485,-1 1-1252,1 0 0,0 0 0,-1 0 0,0 0 0,0 0 0,0 1 0,0-1 1,0 0-1,-1 0 0,0 1 0,1 3 0,-2 46 562,0-25-511,-1 39-142,0-33-346,2 0 1,1-1-1,10 59 0,-7-54-4187</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6.158"/>
    </inkml:context>
    <inkml:brush xml:id="br0">
      <inkml:brushProperty name="width" value="0.025" units="cm"/>
      <inkml:brushProperty name="height" value="0.025" units="cm"/>
    </inkml:brush>
  </inkml:definitions>
  <inkml:trace contextRef="#ctx0" brushRef="#br0">0 81 11402,'0'0'11483,"84"-15"-11139,-55 12-224,1-3-72,0-3-48,-4 1-64,10-7-880,-12 3-2009,-3 0-3560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6.538"/>
    </inkml:context>
    <inkml:brush xml:id="br0">
      <inkml:brushProperty name="width" value="0.025" units="cm"/>
      <inkml:brushProperty name="height" value="0.025" units="cm"/>
    </inkml:brush>
  </inkml:definitions>
  <inkml:trace contextRef="#ctx0" brushRef="#br0">69 0 8002,'0'0'16830,"1"18"-15603,0-3-999,1 19 376,-1-1 0,-4 42 0,-4-4-586,3 72-1,4-142-152,0 0-1,0-1 1,0 1 0,0 0-1,-1-1 1,1 1-1,0-1 1,0 1 0,-1-1-1,1 1 1,0-1 0,-1 1-1,1-1 1,0 1-1,-1-1 1,1 1 0,-1-1-1,1 1 1,0-1 0,-1 0-1,1 1 1,-1-1-1,0 0 1,1 1 0,-1-1-1,1 0 1,-1 0 0,1 0-1,-1 1 1,0-1-1,1 0 1,-1 0 0,1 0-1,-1 0 1,0 0 0,-26-3-7107,10-5-111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6.870"/>
    </inkml:context>
    <inkml:brush xml:id="br0">
      <inkml:brushProperty name="width" value="0.025" units="cm"/>
      <inkml:brushProperty name="height" value="0.025" units="cm"/>
    </inkml:brush>
  </inkml:definitions>
  <inkml:trace contextRef="#ctx0" brushRef="#br0">0 66 3913,'0'0'15930,"10"-1"-14488,12-2-613,359-52 4119,-361 51-4785,-9 2-1728,-24 1-1318,-8 1-2705,0 0-3751</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7.980"/>
    </inkml:context>
    <inkml:brush xml:id="br0">
      <inkml:brushProperty name="width" value="0.025" units="cm"/>
      <inkml:brushProperty name="height" value="0.025" units="cm"/>
    </inkml:brush>
  </inkml:definitions>
  <inkml:trace contextRef="#ctx0" brushRef="#br0">0 0 4785,'0'0'12799,"3"0"-11662,11 2-458,1 1-1,-1 1 0,0 0 1,0 1-1,26 13 1,-19-9-331,14 7-73,0 1 0,-1 1 1,-1 2-1,-1 1 0,-1 2 1,-1 1-1,32 33 0,-46-40-94,-1 0 0,0 1 0,-2 0 0,0 1 0,-1 1 0,-1 0 0,-1 0 0,0 1 0,-2 1 1,0-1-1,-2 1 0,0 1 0,3 31 0,-1 63 603,-10 148 0,0-246-719,0-1 1,-1 1-1,-1-1 0,-1 0 1,0 0-1,-2 0 1,0 0-1,-1-1 0,0-1 1,-18 26-1,5-13 200,-1-1 0,-2-1-1,-1-1 1,-43 36 0,52-49-177,-105 81 632,101-77-310,20-17-457,0 0 1,0 0 0,0 0 0,0 1 0,0-1-1,-1 0 1,1 0 0,0 0 0,0 0 0,0 0-1,0 0 1,0 0 0,0 1 0,0-1 0,0 0-1,0 0 1,0 0 0,0 0 0,0 0 0,0 0-1,0 0 1,0 0 0,0 1 0,0-1-1,1 0 1,-1 0 0,0 0 0,0 0 0,0 0-1,0 0 1,0 0 0,0 0 0,0 1 0,0-1-1,0 0 1,0 0 0,0 0 0,0 0 0,1 0-1,-1 0 1,0 0 0,0 0 0,0 0 0,0 0-1,0 0 1,0 0 0,0 0 0,0 0-1,1 0 1,-1 0 0,0 0 0,0 0 0,0 0-1,0 0 1,0 0 0,0 0 0,0 0 0,1 0-1,-1 0 1,0 0 0,0 0 0,0 0 0,0 0-1,0 0 1,0 0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6.466"/>
    </inkml:context>
    <inkml:brush xml:id="br0">
      <inkml:brushProperty name="width" value="0.025" units="cm"/>
      <inkml:brushProperty name="height" value="0.025" units="cm"/>
    </inkml:brush>
  </inkml:definitions>
  <inkml:trace contextRef="#ctx0" brushRef="#br0">783 1 6265,'0'0'11481,"-2"17"-8769,-6-11-2542,0 0 0,-1-1 0,1 0 0,-1 0 0,-17 5 0,-5 4 17,-466 244 404,386-199-564,97-51-25,6-3 2,0-1 0,0 0 0,-16 5 0,13-3 2548,12-5-2542,-1-1 1,0 0-1,0 0 0,0 0 0,0 0 1,0 0-1,0 0 0,1 0 0,-1 0 1,0 0-1,0 0 0,0 0 0,0 1 1,0-1-1,0 0 0,0 0 1,0 0-1,0 0 0,0 0 0,0 0 1,1 0-1,-1 1 0,0-1 0,0 0 1,0 0-1,0 0 0,0 0 0,0 0 1,0 0-1,0 1 0,0-1 0,0 0 1,0 0-1,0 0 0,0 0 0,0 0 1,-1 1-1,1-1 0,0 0 1,0 0-1,0 0 0,0 0 0,0 0 1,0 0-1,0 0 0,0 1 0,0-1 1,0 0-1,0 0 0,-1 0 0,1 0 1,0 0-1,0 0 0,0 0 0,0 0 1,0 0-1,0 0 0,-1 0 0,1 0 1,0 0-1,0 0 0,0 0 1,0 0-1,0 0 0,0 0 0,-1 0 1,1 0-1,39 0 107,164 4 39,-157 0-79,0 2 0,65 16 0,-63-11 454,1-2 1,0-2-1,98 2 1,-125-3 308,-15-4-1591,-11-14-3583,-3-2-2046</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7.260"/>
    </inkml:context>
    <inkml:brush xml:id="br0">
      <inkml:brushProperty name="width" value="0.025" units="cm"/>
      <inkml:brushProperty name="height" value="0.025" units="cm"/>
    </inkml:brush>
  </inkml:definitions>
  <inkml:trace contextRef="#ctx0" brushRef="#br0">464 0 8370,'0'0'14475,"-7"5"-13708,-16 8-518,-2-1 0,1-1 0,-2-1 0,1-1 0,-33 6 0,-23 9 173,51-15-290,9-3-1,0 1 0,-34 18 1,54-25-134,0 0 0,0 1 1,1-1-1,-1 0 1,0 1-1,1-1 1,-1 1-1,0-1 1,1 1-1,-1 0 1,1-1-1,-1 1 1,1-1-1,-1 1 1,1 0-1,-1 0 0,1-1 1,0 1-1,-1 0 1,1 0-1,0-1 1,0 1-1,-1 0 1,1 0-1,0 0 1,0-1-1,0 2 1,1 0-6,-1-1 0,1 1 0,-1-1 0,1 1 0,0-1 0,0 0 0,0 1 0,0-1 0,0 0 0,0 0 0,0 0 0,0 0 0,2 2 0,5 2-35,1 1-1,-1-1 1,13 6 0,-19-10 38,23 8-20,-1-1 0,1 0-1,1-2 1,-1-1 0,29 2 0,26 5-368,-79-12 391,-1 0-1,1 0 1,0 1 0,-1-1 0,1 0-1,0 0 1,-1 0 0,1 0 0,0 0 0,-1 1-1,1-1 1,-1 0 0,1 1 0,-1-1 0,1 0-1,-1 1 1,1-1 0,-1 0 0,1 1 0,-1-1-1,1 1 1,-1-1 0,1 1 0,-1-1 0,0 1-1,1 0 1,-1-1 0,0 2 0,0-1 7,0 0 0,0 0 0,-1 0 0,1 0 0,0-1 1,-1 1-1,1 0 0,-1 0 0,1 0 0,-1 0 0,1 0 0,-1-1 0,0 1 1,1 0-1,-1-1 0,-1 2 0,-33 21 235,-30 9 705,-1-3 0,-130 39-1,178-64-970,17-4-179,15-11-1359,76-49-4005,-54 39 1291,11-9-4226</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7.987"/>
    </inkml:context>
    <inkml:brush xml:id="br0">
      <inkml:brushProperty name="width" value="0.025" units="cm"/>
      <inkml:brushProperty name="height" value="0.025" units="cm"/>
    </inkml:brush>
  </inkml:definitions>
  <inkml:trace contextRef="#ctx0" brushRef="#br0">0 66 5129,'0'0'13738,"10"0"-12289,31 4-232,-40-3-1096,1 0 1,0 0 0,-1 0 0,1 0 0,-1 0-1,1 0 1,-1 0 0,1 1 0,-1-1 0,0 0-1,0 1 1,0-1 0,1 1 0,-1 0 0,-1-1-1,1 1 1,0 0 0,0-1 0,-1 1 0,1 0 0,0 3-1,2 4 476,9 15 442,0 1 0,11 39 0,-22-58-994,1-1 7,3-12-206,6-12-56,1 1 1,1 0 0,0 0 0,1 1 0,1 1 0,1 1 0,1 0-1,0 1 1,0 1 0,1 0 0,25-12 0,-41 24 211,0 0 0,0 0 0,-1 0 0,1 0 0,0 0 0,0 1 0,0-1 0,0 1 0,0 0 0,0-1 0,0 1 0,4 0 0,-5 0 24,0 1-1,-1-1 0,1 0 1,0 1-1,0-1 1,0 0-1,0 1 0,-1-1 1,1 1-1,0-1 0,0 1 1,-1 0-1,1-1 0,0 1 1,-1 0-1,1-1 1,-1 1-1,1 0 0,0 1 1,1 4 158,0 0 1,0 0 0,-1 0-1,0 0 1,0 0 0,0 12-1,-1-18-179,0 18 338,0-12-250,-1 0-1,1 0 1,1 0 0,-1 1 0,1-1-1,1 0 1,-1 0 0,4 9-1,-2-14-92,0 0-1,0 0 0,1 0 1,-1-1-1,0 1 0,0-1 0,0 0 1,1 0-1,-1 0 0,0 0 1,0-1-1,1 1 0,-1-1 0,4-1 1,10-7-226,1-1 0,-1 0 1,-1-1-1,24-21 0,10-6-546,-29 23 496,-12 8 227,0 1 0,0-1 0,1 2 1,0-1-1,20-7 0,-29 13 95,-1 1 0,1-1 1,-1 0-1,1 1 0,-1-1 1,0 1-1,1-1 0,-1 1 1,1-1-1,-1 1 0,0-1 1,1 1-1,-1-1 0,0 1 1,0-1-1,1 1 0,-1-1 0,0 1 1,0 0-1,0-1 0,0 1 1,0-1-1,0 1 0,1 0 1,-2-1-1,1 1 0,0 0 1,2 27 676,-2-21-499,0 24 217,-1-25-421,0 0 0,1 0 0,0 0 0,1 0 0,-1 0 0,3 10-1,-2-15-98,0 0-1,1 1 1,-1-1-1,0 0 0,1-1 1,-1 1-1,1 0 0,-1 0 1,1-1-1,0 1 1,-1-1-1,1 1 0,0-1 1,-1 0-1,1 1 0,0-1 1,-1 0-1,1 0 1,0 0-1,-1 0 0,4-1 1,36-4-3349,-4-13-3502,1-3-5183</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8.478"/>
    </inkml:context>
    <inkml:brush xml:id="br0">
      <inkml:brushProperty name="width" value="0.025" units="cm"/>
      <inkml:brushProperty name="height" value="0.025" units="cm"/>
    </inkml:brush>
  </inkml:definitions>
  <inkml:trace contextRef="#ctx0" brushRef="#br0">330 0 10506,'0'0'15924,"-19"8"-14863,-146 56 538,149-58-1492,0 1 0,0 1-1,0 1 1,-17 13-1,29-19-103,0 0 1,0 1-1,0-1 0,1 1 0,0 0 0,0 0 0,0 0 0,0 0 0,0 0 0,1 1 0,0-1 0,0 1 0,0 0 1,1-1-1,-1 1 0,1 0 0,0 0 0,0 0 0,1 8 0,-1-12-8,1 1 1,0-1-1,0 0 1,0 1-1,0-1 1,0 0-1,1 1 0,-1-1 1,0 0-1,1 1 1,-1-1-1,1 0 0,-1 0 1,1 1-1,-1-1 1,1 0-1,0 0 1,0 0-1,0 0 0,0 0 1,0 0-1,-1 0 1,2 0-1,-1 0 1,0 0-1,0 0 0,2 0 1,1 0-21,1 0 1,-1 0 0,0 0-1,1-1 1,-1 0 0,1 0-1,4-1 1,9 1-53,-7-1-23,1 0 1,-1-1-1,1 0 1,-1-1-1,0 0 1,0-1-1,-1 0 1,1-1 0,16-10-1,-7 3-5,0-1 0,-2-1 0,32-30 0,-50 44 133,0-1 0,0 1 0,0 0 1,0 0-1,0 0 0,0 0 0,1 0 0,-1 0 0,0-1 1,0 1-1,0 0 0,0 0 0,0 0 0,0 0 0,0 0 0,0 0 1,1 0-1,-1 0 0,0 0 0,0 0 0,0 0 0,0-1 1,0 1-1,0 0 0,1 0 0,-1 0 0,0 0 0,0 0 1,0 0-1,0 0 0,0 0 0,1 0 0,-1 0 0,0 0 1,0 0-1,0 1 0,0-1 0,0 0 0,0 0 0,1 0 0,-1 0 1,0 0-1,0 0 0,0 0 0,0 0 0,0 0 0,0 0 1,0 0-1,1 1 0,-1-1 0,1 10 288,-4 12-306,-3 4 6,3-1 0,0 1 0,1 33 0,2-58-60,0 0 0,0 0 0,0 0 0,0 0 0,0 1 0,0-1 0,1 0 0,-1 0 0,1 0 0,-1 0 1,0 0-1,1 1 0,0-1 0,-1 0 0,1 0 0,0-1 0,0 1 0,-1 0 0,1 0 0,0 0 0,0 0 0,0-1 0,0 1 0,1 0 1,1 1-203,0-1 1,-1 0 0,1-1 0,0 1-1,0 0 1,0-1 0,0 0 0,0 1-1,5-1 1,0-1-1053,0 0 0,-1 0 0,1-1 1,0 0-1,-1 0 0,0 0 0,10-6 0,19-16-11543</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8.797"/>
    </inkml:context>
    <inkml:brush xml:id="br0">
      <inkml:brushProperty name="width" value="0.025" units="cm"/>
      <inkml:brushProperty name="height" value="0.025" units="cm"/>
    </inkml:brush>
  </inkml:definitions>
  <inkml:trace contextRef="#ctx0" brushRef="#br0">288 1 13379,'0'0'12420,"-16"25"-10697,-50 82-550,50-78-514,1 1-1,2 0 1,-17 52-1,11-26-456,-1 1-376,-3-2 0,-40 70 0,57-109-2120,17-20-2508,19-20-2529,-1-2-1345</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9.114"/>
    </inkml:context>
    <inkml:brush xml:id="br0">
      <inkml:brushProperty name="width" value="0.025" units="cm"/>
      <inkml:brushProperty name="height" value="0.025" units="cm"/>
    </inkml:brush>
  </inkml:definitions>
  <inkml:trace contextRef="#ctx0" brushRef="#br0">179 0 10098,'0'0'15733,"-7"26"-14109,-48 148 774,20-62-1777,4 2 0,-18 143 0,47-240 72,4-5-3351,6-8-2075,8-11-797,6-10-2836</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9.558"/>
    </inkml:context>
    <inkml:brush xml:id="br0">
      <inkml:brushProperty name="width" value="0.025" units="cm"/>
      <inkml:brushProperty name="height" value="0.025" units="cm"/>
    </inkml:brush>
  </inkml:definitions>
  <inkml:trace contextRef="#ctx0" brushRef="#br0">25 57 8586,'0'0'14070,"0"11"-13545,0 31-104,0-41-407,0 0 0,0-1 0,0 1 0,0 0-1,0 0 1,0 0 0,0-1 0,1 1 0,-1 0-1,0 0 1,1-1 0,-1 1 0,0 0 0,1-1-1,-1 1 1,1 0 0,-1-1 0,1 1 0,-1-1-1,1 1 1,0-1 0,-1 1 0,1-1 0,-1 1-1,1-1 1,0 1 0,0-1 0,-1 0 0,1 0-1,0 1 1,0-1 0,-1 0 0,2 0 0,27 0 53,-20-1-9,-3 1-52,8 1-5,-1-2 0,0 1 0,24-6 0,-33 5-1,-1 0 1,0 0-1,1 0 0,-1 0 1,0-1-1,0 0 0,0 1 1,0-1-1,0 0 0,0 0 0,0-1 1,-1 1-1,1-1 0,-1 1 1,1-1-1,-1 0 0,0 0 1,0 0-1,2-6 0,-3 8 36,0-1 0,0 0-1,-1 0 1,1 0 0,0 0 0,-1 0-1,0 0 1,0 0 0,1 0-1,-1 0 1,0 0 0,-1 0 0,1 0-1,0 0 1,-1 0 0,1 0 0,-1 0-1,1 0 1,-1 0 0,0 0 0,0 0-1,0 1 1,0-1 0,0 0-1,0 1 1,0-1 0,-1 0 0,1 1-1,-1 0 1,1-1 0,-1 1 0,1 0-1,-1 0 1,0 0 0,0 0 0,1 0-1,-1 0 1,0 0 0,0 1-1,-2-2 1,-2 1 57,1-1 0,-1 1 1,1-1-1,-1 2 0,0-1 0,1 0 0,-1 1 0,0 0 0,0 1 0,1-1 0,-1 1 1,0 0-1,-7 3 0,7-1-41,0 0 0,0 0 0,1 1 0,0 0 0,0 0 0,0 0 0,0 0 0,0 1 0,1 0 0,0 0 0,0 0 0,0 0 0,1 1 0,0-1 0,0 1 1,-4 11-1,2-3-16,1 1 1,0-1 0,1 1 0,1-1 0,0 1 0,1 20 0,1-33-59,0-1 0,0 1 0,0-1-1,0 1 1,0 0 0,0-1 0,0 1 0,0-1 0,1 1 0,-1-1 0,1 1 0,-1-1 0,1 1 0,0-1 0,-1 1 0,1-1 0,2 3 0,-1-3-117,0 0 1,1 0-1,-1 0 1,0-1 0,1 1-1,-1 0 1,0-1-1,1 0 1,-1 1-1,1-1 1,-1 0 0,5-1-1,12 1-938,53-2-6325,-28-8 35</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0.033"/>
    </inkml:context>
    <inkml:brush xml:id="br0">
      <inkml:brushProperty name="width" value="0.025" units="cm"/>
      <inkml:brushProperty name="height" value="0.025" units="cm"/>
    </inkml:brush>
  </inkml:definitions>
  <inkml:trace contextRef="#ctx0" brushRef="#br0">357 0 12043,'0'0'15223,"-17"4"-14318,-7 0-617,-92 21 1054,108-22-1226,3-2-107,0 0 1,0 1 0,0-1-1,0 1 1,0 0-1,1 0 1,-1 1 0,1-1-1,0 1 1,-7 5-1,10-6-89,1 1 0,-1 0-1,0 0 1,1-1 0,0 1 0,-1 0-1,1 0 1,0 0 0,1 0-1,-1-1 1,0 1 0,1 0-1,-1 0 1,3 4 0,17 35-1297,-11-28 1052,-6-11 287,0 1 0,0 0-1,-1-1 1,1 1 0,-1 0 0,0 0 0,0 0-1,-1 1 1,1-1 0,-1 0 0,1 8 0,-3-10 60,0 0-1,-1-1 1,1 1 0,-1-1 0,1 1 0,-1-1-1,1 1 1,-1-1 0,0 0 0,0 0 0,0 0 0,0 0-1,0 0 1,0-1 0,-2 2 0,-3 1 77,-37 17 282,-50 16 1,93-36-459,1 0-1,-1 1 1,1-1 0,0 0 0,-1 0 0,1 1 0,-1-1 0,1 0 0,-1 0-1,1 0 1,-1 0 0,1 0 0,-1 0 0,1 1 0,-1-1 0,1 0 0,-1-1 0,1 1-1,-1 0 1,1 0 0,-1 0 0,1 0 0,-1 0 0,1 0 0,-1-1 0,1 1 0,0 0-1,-1 0 1,1-1 0,-1 1 0,1 0 0,-1-1 0,6-16-4192,11-6-1679</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0.492"/>
    </inkml:context>
    <inkml:brush xml:id="br0">
      <inkml:brushProperty name="width" value="0.025" units="cm"/>
      <inkml:brushProperty name="height" value="0.025" units="cm"/>
    </inkml:brush>
  </inkml:definitions>
  <inkml:trace contextRef="#ctx0" brushRef="#br0">208 0 7298,'0'0'16539,"-18"16"-12530,8-3-3457,1 1 0,-18 15 0,-7 12-185,20-22-328,1 0 0,1 1 0,1 0 0,1 1 0,1 0 0,0 1 0,2 0 0,0 0 1,2 1-1,0-1 0,2 1 0,0 0 0,1 26 0,2-47-52,0 0 0,0 0 0,1 0 0,-1 0 0,0 0 0,1-1 0,-1 1 0,1 0 0,0 0 0,0-1 0,-1 1 0,1 0 0,0-1 0,0 1 0,1-1 0,-1 1 0,0-1 0,0 1 0,1-1 0,2 2 0,0 0-21,0-1 0,0 0 0,0 0 0,1-1-1,-1 1 1,0-1 0,1 0 0,6 1-1,6 0-1141,1-1-1,0-1 1,25-2-1,-42 2 962,0 0 0,1-1-1,-1 1 1,0 0-1,0-1 1,0 1 0,0-1-1,0 1 1,1-1-1,-1 0 1,0 1 0,0-1-1,-1 0 1,1 0-1,0 0 1,0 0 0,0 0-1,0 0 1,-1 0-1,1 0 1,-1 0 0,1 0-1,0 0 1,0-2-1,4-19-6279,-4 2-3001</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0.729"/>
    </inkml:context>
    <inkml:brush xml:id="br0">
      <inkml:brushProperty name="width" value="0.025" units="cm"/>
      <inkml:brushProperty name="height" value="0.025" units="cm"/>
    </inkml:brush>
  </inkml:definitions>
  <inkml:trace contextRef="#ctx0" brushRef="#br0">0 48 14387,'0'0'13947,"161"0"-13371,-123-3-312,-2 0-184,0-3-80,-7 3-104,-2-3-344,6-3-1312,-10 0-2969,-5 0-5441</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1.618"/>
    </inkml:context>
    <inkml:brush xml:id="br0">
      <inkml:brushProperty name="width" value="0.025" units="cm"/>
      <inkml:brushProperty name="height" value="0.025" units="cm"/>
    </inkml:brush>
  </inkml:definitions>
  <inkml:trace contextRef="#ctx0" brushRef="#br0">226 1 8490,'0'0'13441,"1"2"-12790,6 9-250,0 1-1,1-2 1,0 1-1,0-1 1,1-1-1,0 0 1,20 16-1,14 13 152,-14-7-397,-2 2 0,0 0 0,-3 1 0,0 2 0,25 54 0,-36-61-104,0 1 1,-3 0-1,0 1 1,-2 0-1,-1 1 0,-2-1 1,3 58-1,-8-76 4,1 18 236,-4 37 0,2-58-211,-1 1-1,0-1 1,-1 0-1,0 0 1,0 0 0,-1-1-1,-7 14 1,-3-2 76,0 0-1,-2-1 1,0-1 0,-1-1 0,-1 0-1,-1-1 1,-40 29 0,-13 0 23,-77 37 0,120-68-195,22-11-260,-1-1 1,1 0-1,-1 0 0,0 0 0,0-1 0,0 0 1,-12 0-1,-34 0-9255,28-2 1185</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7.284"/>
    </inkml:context>
    <inkml:brush xml:id="br0">
      <inkml:brushProperty name="width" value="0.025" units="cm"/>
      <inkml:brushProperty name="height" value="0.025" units="cm"/>
    </inkml:brush>
  </inkml:definitions>
  <inkml:trace contextRef="#ctx0" brushRef="#br0">60 14 600,'0'0'14539,"3"-13"-6341,-12 270-5748,9-165-1223,-12-104-1275,-11-46-2478,11 18-2787,5 11-1619</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7.902"/>
    </inkml:context>
    <inkml:brush xml:id="br0">
      <inkml:brushProperty name="width" value="0.025" units="cm"/>
      <inkml:brushProperty name="height" value="0.025" units="cm"/>
    </inkml:brush>
  </inkml:definitions>
  <inkml:trace contextRef="#ctx0" brushRef="#br0">106 1 2961,'0'0'12372,"0"7"-11061,0-1-1065,0-1 0,0 0 1,-1 0-1,1 0 0,-1 0 1,-1 1-1,1-1 1,-1-1-1,0 1 0,0 0 1,0 0-1,-1-1 1,1 1-1,-1-1 0,-5 6 1,5-6-179,0 0 1,0-1-1,0 1 0,0-1 1,0 0-1,-1 0 1,0-1-1,1 1 1,-1-1-1,0 1 1,0-1-1,0 0 0,-1-1 1,1 1-1,0-1 1,-1 0-1,1 0 1,-6 1-1,10-20-360,2 14 298,-1 1 0,1-1 0,0 1-1,0 0 1,0 0 0,0 0 0,0 0 0,1 0 0,-1 0-1,1 1 1,0-1 0,0 1 0,0 0 0,0 0 0,0 0 0,0 0-1,5-2 1,-7 4 44,-1 13 366,0-10-296,0 2 53,1 0 0,-1 0 1,0 0-1,-1 0 0,1 0 0,-1 0 1,0 0-1,0 0 0,0 0 1,-1-1-1,0 1 0,0 0 0,0-1 1,-1 1-1,-2 4 0,4-9-53,1-2-1259,0 0 214,1 0 0,-1 0 0,0 1 0,1-1 0,-1 0 0,1 0 0,0 0 0,0 0 0,1-2 0,9-5-12247</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8.618"/>
    </inkml:context>
    <inkml:brush xml:id="br0">
      <inkml:brushProperty name="width" value="0.025" units="cm"/>
      <inkml:brushProperty name="height" value="0.025" units="cm"/>
    </inkml:brush>
  </inkml:definitions>
  <inkml:trace contextRef="#ctx0" brushRef="#br0">336 131 6617,'0'0'12792,"-14"-13"-12173,11 10-590,-25-22 358,-1 2 0,-39-26 0,64 47-366,1 0-1,0 0 1,-1 0 0,1 0 0,-1 1-1,1-1 1,-1 1 0,0 0 0,0 0-1,0 1 1,1-1 0,-1 1 0,0-1-1,0 1 1,0 1 0,0-1-1,0 0 1,0 1 0,0 0 0,1 0-1,-1 0 1,0 0 0,1 1 0,-1-1-1,1 1 1,-1 0 0,1 0 0,0 0-1,-1 1 1,1-1 0,1 1 0,-1 0-1,0 0 1,1-1 0,-1 2 0,1-1-1,-4 6 1,-2 8-15,0 0-1,0 1 1,2 0-1,0 1 1,1-1-1,1 1 1,-3 33-1,4 141 552,5-108 136,-2 767 3468,0-852-4189,-2-7-822,1 0 0,1 0 1,0 0-1,0 0 1,1-10-1,0-23-5007,-6 13-619</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9.412"/>
    </inkml:context>
    <inkml:brush xml:id="br0">
      <inkml:brushProperty name="width" value="0.025" units="cm"/>
      <inkml:brushProperty name="height" value="0.025" units="cm"/>
    </inkml:brush>
  </inkml:definitions>
  <inkml:trace contextRef="#ctx0" brushRef="#br0">0 63 696,'0'0'10549,"13"-9"-2902,6 8-7102,0-1-1,-1 0 1,1-2 0,21-6-1,27-6-224,14 16 3585,-104-7-9713,17 4 3397,-12-5-7392</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1.782"/>
    </inkml:context>
    <inkml:brush xml:id="br0">
      <inkml:brushProperty name="width" value="0.025" units="cm"/>
      <inkml:brushProperty name="height" value="0.025" units="cm"/>
    </inkml:brush>
  </inkml:definitions>
  <inkml:trace contextRef="#ctx0" brushRef="#br0">233 27 6673,'0'0'9859,"-11"-2"-6182,-16-2-2851,17 3-804,1 0 0,-1 1 0,1 0 0,0 0 0,-1 1 0,1 0 0,0 1 0,-1 0 0,1 0-1,0 1 1,0 0 0,1 1 0,-1 0 0,1 0 0,0 1 0,0 0 0,-14 11 0,20-13-14,-1 0 0,1 0-1,1 0 1,-1 0 0,0 0 0,1 0 0,-1 1-1,1-1 1,0 0 0,0 1 0,1-1 0,-1 1-1,0-1 1,1 1 0,0 0 0,0-1 0,0 1-1,2 6 1,-2-5 4,1 1 1,0-1-1,0 0 0,0 1 0,1-1 0,0 0 1,0 0-1,0-1 0,1 1 0,-1 0 0,7 8 1,-6-11-24,0 1 1,1 0 0,-1-1-1,0 0 1,1 0-1,-1 0 1,1 0 0,0-1-1,0 1 1,-1-1 0,1 0-1,0 0 1,0-1 0,0 1-1,0-1 1,0 0-1,0 0 1,0 0 0,0 0-1,6-2 1,-5 1-6,0 0 1,0 0 0,0-1-1,-1 0 1,1 0-1,0 0 1,-1 0-1,1-1 1,-1 0-1,0 0 1,0 0 0,0-1-1,0 1 1,6-9-1,6-12 162,-1-1 0,-2 0 0,0-1 0,-2-1 0,10-35 0,-22 72 137,0 0-1,1 0 0,0 0 0,1 0 1,0 0-1,0 0 0,1-1 0,0 1 1,1 0-1,5 12 0,-3-11-274,-1-2 29,1 1 0,0 0 0,0-1 0,10 12 0,-14-19-67,1 0 1,0 0-1,0 0 0,0 0 0,0-1 0,0 1 1,1 0-1,-1-1 0,0 0 0,1 1 1,-1-1-1,1 0 0,-1 0 0,1-1 1,-1 1-1,1 0 0,0-1 0,-1 0 0,1 1 1,0-1-1,0 0 0,-1-1 0,4 1 1,1-2-407,0 1-1,-1-2 1,1 1 0,10-6 0,28-20-5441,4-9-5695</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2.749"/>
    </inkml:context>
    <inkml:brush xml:id="br0">
      <inkml:brushProperty name="width" value="0.025" units="cm"/>
      <inkml:brushProperty name="height" value="0.025" units="cm"/>
    </inkml:brush>
  </inkml:definitions>
  <inkml:trace contextRef="#ctx0" brushRef="#br0">522 1 5457,'0'0'13206,"0"0"-13110,0 1-1,0-1 1,0 0 0,0 1 0,0-1 0,0 0 0,0 1 0,0-1 0,0 0 0,0 0 0,0 1-1,0-1 1,0 0 0,-1 1 0,1-1 0,0 0 0,0 0 0,0 1 0,0-1 0,-1 0 0,1 0-1,0 1 1,0-1 0,-1 0 0,1 0 0,0 0 0,0 1 0,-1-1 0,1 0 0,0 0 0,-1 0-1,1 0 1,-24 8 344,0-2 0,0-1-1,0-1 1,-1-1-1,1-1 1,-37-2-1,-19 3-371,-36 10-74,105-11 5,0 1 0,0 0 0,0 0 0,0 1 0,1 1 0,-1 0 0,1 0 0,-10 8 0,19-13 1,1 1 1,-1-1-1,0 1 0,1 0 0,-1-1 0,0 1 0,1 0 0,-1 0 1,1 0-1,-1-1 0,1 1 0,0 0 0,-1 0 0,1 0 0,0 0 1,0 0-1,-1 0 0,1 0 0,0 0 0,0 0 0,0 0 0,0 0 1,0 0-1,0 0 0,0-1 0,1 1 0,-1 0 0,1 2 0,13 23 14,-10-20-6,4 9 16,0 1 1,-2-1-1,0 1 1,0 1-1,-2-1 1,0 1-1,2 21 1,5 122 93,-11-154-114,1 34 73,-3 217 222,-3-221-289,-2-1 0,-19 55 0,4-11 0,22-79-12,0 1-1,1 0 0,-1-1 0,0 0 1,1 1-1,-1-1 0,0 1 0,1-1 0,-1 1 1,1-1-1,-1 0 0,1 1 0,-1-1 1,1 0-1,-1 0 0,1 1 0,0-1 0,-1 0 1,1 0-1,-1 0 0,1 0 0,-1 1 0,1-1 1,0 0-1,-1 0 0,1 0 0,-1 0 1,1-1-1,0 1 0,0 0 0,29 0-112,-22 0 108,35-1 247,0-2 0,44-8-1,-23 4 370,-42 5 29,37-7 0,-58 9-694,0 0 0,0 0 0,0-1 0,0 1 0,0 0 0,0-1 0,0 1 0,0-1 0,0 1 0,0-1 0,0 1 0,0-1 0,-1 1 0,1-1 0,0 0 0,0 0 0,0-1-1,1-16-6326,-2 11 3508,0-8-6841</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3.321"/>
    </inkml:context>
    <inkml:brush xml:id="br0">
      <inkml:brushProperty name="width" value="0.025" units="cm"/>
      <inkml:brushProperty name="height" value="0.025" units="cm"/>
    </inkml:brush>
  </inkml:definitions>
  <inkml:trace contextRef="#ctx0" brushRef="#br0">387 0 6665,'0'0'9581,"0"16"-8638,0 264 1304,1-183-1745,-8 185 150,4-254-450,-1 0 0,-2 1 0,0-2-1,-2 1 1,-2-1 0,0 0 0,-23 42 0,31-66-141,0 0 1,0 1-1,0-1 1,0 0 0,-1 0-1,1-1 1,-1 1-1,0 0 1,0-1-1,0 0 1,0 1-1,0-1 1,-1-1 0,1 1-1,-1 0 1,1-1-1,-1 0 1,1 1-1,-1-1 1,0-1-1,1 1 1,-1-1-1,0 1 1,0-1 0,0 0-1,0 0 1,1-1-1,-1 1 1,0-1-1,0 0 1,-6-2-1,2-2 30,0 1-1,0-1 0,1-1 1,0 1-1,0-1 0,0-1 0,1 1 1,-10-14-1,5 5 25,0 0 0,2 0 1,-13-26-1,15 25-42,-8-19-72,0-1 1,-10-44-1,23 38-3925,3 25 312,-1 2-1366</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3.783"/>
    </inkml:context>
    <inkml:brush xml:id="br0">
      <inkml:brushProperty name="width" value="0.025" units="cm"/>
      <inkml:brushProperty name="height" value="0.025" units="cm"/>
    </inkml:brush>
  </inkml:definitions>
  <inkml:trace contextRef="#ctx0" brushRef="#br0">0 1 6513,'0'0'10915,"12"36"-3386,-12-34-7611,-3 7 3216,-3-9-7231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5.021"/>
    </inkml:context>
    <inkml:brush xml:id="br0">
      <inkml:brushProperty name="width" value="0.025" units="cm"/>
      <inkml:brushProperty name="height" value="0.025" units="cm"/>
    </inkml:brush>
  </inkml:definitions>
  <inkml:trace contextRef="#ctx0" brushRef="#br0">1 0 5753,'0'0'9073,"4"1"-7917,185 13 5839,-159-12-6587,0 2 0,0 0 0,0 2 0,33 11 0,-57-15-221,0 0-1,0 1 0,-1 0 1,1 0-1,-1 0 1,0 1-1,7 5 0,-11-9-52,-13 297 1477,12-291-1573,-4 281-28,5-179-9,0-96 1,0-1 0,1 0 0,1 0 0,0 0 0,4 11 0,-4-14 2,-1-3-4,-1 14 31,-1-19 145,-26-3-103,4-5-78,0 1-1,-1 1 1,0 1 0,0 1-1,0 1 1,-43 1 0,57 1-4,7 1 8,0 0-1,0 0 0,0 0 0,0 0 1,0 0-1,0 0 0,0 0 0,0 1 1,0-1-1,0 0 0,0 1 0,0 0 1,1 0-1,-4 1 0,4-1 127,5-1-1389,34-2-5201,-18-5-1294</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3.272"/>
    </inkml:context>
    <inkml:brush xml:id="br0">
      <inkml:brushProperty name="width" value="0.025" units="cm"/>
      <inkml:brushProperty name="height" value="0.025" units="cm"/>
    </inkml:brush>
  </inkml:definitions>
  <inkml:trace contextRef="#ctx0" brushRef="#br0">506 1 4913,'0'0'8710,"1"6"-4640,-4 12-2850,-2-12-1034,-1 0-1,-1 0 0,1 0 0,-1-1 1,0 1-1,-14 6 0,-22 18 187,-21 28 163,2 2 1,3 3-1,-58 79 1,106-125-363,1 1 1,1 1 0,0-1 0,2 1 0,0 1 0,1-1 0,-6 33 0,-9 147 581,17-140-613,2-25 236,1 1-1,4 39 1,-1-57-265,1 0 1,0 0 0,1-1-1,1 1 1,1-1 0,10 20-1,-6-15 33,2-1-1,0 0 0,1-1 0,1-1 0,0 0 0,2-1 0,0 0 1,1-1-1,0-1 0,1-1 0,40 24 0,0-7 771,100 38-1,-153-67-535,4 0-2460,-15-17-2823,-4-1-2491</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5.191"/>
    </inkml:context>
    <inkml:brush xml:id="br0">
      <inkml:brushProperty name="width" value="0.025" units="cm"/>
      <inkml:brushProperty name="height" value="0.025" units="cm"/>
    </inkml:brush>
  </inkml:definitions>
  <inkml:trace contextRef="#ctx0" brushRef="#br0">517 67 7922,'0'0'11930,"0"-5"-11032,1 3-820,-1 0 1,0 0-1,-1 0 1,1 0-1,0 0 1,-1 0-1,1 0 1,-1 0 0,1 0-1,-1 0 1,0 0-1,0 0 1,0 0-1,0 1 1,0-1-1,0 0 1,-1 1-1,1-1 1,0 1-1,-1-1 1,1 1-1,-1 0 1,0-1-1,1 1 1,-1 0-1,0 0 1,0 0 0,0 1-1,0-1 1,0 0-1,0 1 1,0-1-1,-4 0 1,-15-3-56,-1 1 0,0 1 0,0 1 0,0 1 0,0 0 0,0 2 0,0 1 0,0 1 0,0 0 0,1 2 0,0 0 0,0 2 0,0 0 0,-29 17 0,46-22-22,-7 3 2,1 0 0,-1 1 0,-11 12 0,19-17-2,1 0-1,-1 1 1,1 0-1,0-1 1,0 1 0,0 0-1,1 0 1,-1 0 0,1 0-1,-1 0 1,1 1-1,0-1 1,0 0 0,1 0-1,-1 1 1,1-1-1,-1 4 1,2 5 2,0-1 0,0 1 0,1-1 0,0 1 0,1-1-1,7 18 1,35 61 4,-31-64 1,20 49 0,-30-65-2,-1 0 0,-1 0 0,1 0 0,-2 1 0,0-1 0,0 1 0,0-1 0,-3 20 0,1-25 2,0-1 0,-1 1 0,0 0-1,1-1 1,-2 0 0,1 1-1,0-1 1,-1 0 0,0 0-1,0 0 1,0-1 0,0 1-1,-1-1 1,1 0 0,-1 0 0,0 0-1,-4 3 1,-7 3 31,0 0 0,-1-1 0,-21 8 0,11-12 81,25-4 12,13-1-516,5-3 307,-1 2 1,1-1-1,0 2 0,25 1 0,-40 0 73,0 0 1,-1 1-1,1-1 1,0 1-1,0-1 1,0 1-1,-1 0 1,1 0-1,0 0 0,-1 0 1,1 0-1,-1 0 1,1 0-1,-1 0 1,0 1-1,1-1 0,-1 1 1,0-1-1,0 1 1,0-1-1,0 1 1,0-1-1,0 1 0,-1 0 1,1 0-1,0-1 1,-1 1-1,0 0 1,1 2-1,1 7 7,-1 0 0,0 0 0,-1 20 1,0-18-3,-2 7 18,-1 0 1,-1 0 0,0-1 0,-2 1-1,0-1 1,-1 0 0,-1-1 0,-14 24 0,-14 37 104,32-68-64,-3 4 66,1-1-1,1 1 0,0 0 0,1 1 0,1-1 1,0 1-1,1-1 0,0 1 0,2 18 1,0-32-117,1 0 1,-1 0-1,1 1 0,0-1 1,0 0-1,0 0 1,0 0-1,0 0 1,0 0-1,0 0 1,1-1-1,-1 1 0,1 0 1,-1-1-1,1 1 1,0-1-1,0 1 1,-1-1-1,1 0 0,0 0 1,0 0-1,0 0 1,0 0-1,0 0 1,1-1-1,-1 1 0,0-1 1,5 1-1,7 1 132,1 0-1,-1-1 0,22-2 0,-19 1 171,-6-1-49,-1 0-1,1-1 0,-1 0 1,0-1-1,0 0 1,0 0-1,0-1 0,-1 0 1,11-8-1,-12 9-43,-7 2 952,-1 0-2121,-1-1 391,1 1-1,0-1 1,-1 1 0,1-1-1,-1 1 1,0-1-1,1 1 1,-1 0 0,0-1-1,0 1 1,0 0-1,0 0 1,0-1-1,0 1 1,0 0 0,-3-1-1,-10-5-6868</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8.589"/>
    </inkml:context>
    <inkml:brush xml:id="br0">
      <inkml:brushProperty name="width" value="0.025" units="cm"/>
      <inkml:brushProperty name="height" value="0.025" units="cm"/>
    </inkml:brush>
  </inkml:definitions>
  <inkml:trace contextRef="#ctx0" brushRef="#br0">467 1 5537,'0'0'9129,"3"0"-8112,11 0 5041,-18 3-3644,-32 2-2968,14-1 894,-14 4-329,0 2-1,-50 21 1,71-24-58,0 0 1,0 1 0,1 0 0,0 1 0,0 1 0,1 0 0,-23 24 0,36-34 31,-1 1 1,1-1-1,-1 1 1,0-1-1,1 1 1,-1-1 0,1 1-1,-1-1 1,1 1-1,-1 0 1,1-1-1,0 1 1,-1 0-1,1-1 1,0 1-1,-1 0 1,1-1 0,0 1-1,0 0 1,0 0-1,0-1 1,0 1-1,-1 0 1,1 0-1,1-1 1,-1 1 0,0 0-1,0 0 1,0 0-1,0-1 1,0 1-1,1 0 1,-1-1-1,0 1 1,1 0-1,-1-1 1,0 1 0,1 0-1,-1-1 1,1 1-1,-1-1 1,1 1-1,-1-1 1,1 1-1,0-1 1,-1 1 0,1-1-1,0 1 1,1 0-1,4 1-18,0 0 0,1 0 1,0 0-1,12 1 0,-1 0 50,-12-2-22,11 3 8,-1 0 0,0 1 0,26 12 0,-38-15-11,-1 0 0,1 0 0,-1 0 1,0 0-1,0 0 0,0 1 0,0-1 0,0 1 0,-1 0 1,1 0-1,-1 0 0,1 0 0,-1 0 0,0 1 0,-1-1 1,1 0-1,0 1 0,-1 0 0,0-1 0,0 1 0,0 0 1,0 4-1,0-3 18,-1 0 0,0 0 1,0 0-1,0 0 0,-1 0 1,0 0-1,0 0 0,0 0 1,-1-1-1,1 1 0,-1 0 1,0-1-1,0 1 0,-6 7 1,1-4 16,1-1 1,-2 0 0,1 0 0,-1-1 0,0 0-1,-14 9 1,3-4 161,-1 0 0,0-1-1,-35 12 1,43-18 65,0-1-1,-1 0 1,1-1-1,-1 0 1,1-1-1,-1 0 1,-25-3 0,37 2-244,0-1 0,0 0 0,0 1 0,0-1 1,0 0-1,0 1 0,0-1 0,0 0 1,0 0-1,0 0 0,0 0 0,1 0 1,-1 0-1,0 0 0,1 0 0,-1 0 1,1 0-1,-1 0 0,1-1 0,-1 1 1,1 0-1,0 0 0,0 0 0,-1-1 1,1 0-1,0 0-134,0 1 1,-1-1 0,1 1-1,0-1 1,0 1-1,0-1 1,0 1-1,1 0 1,-1-1 0,0 1-1,0-1 1,1 1-1,-1-1 1,1 1-1,0-1 1,-1 1 0,1 0-1,0 0 1,0-1-1,-1 1 1,1 0-1,2-2 1,58-23-5905,-29 15 922</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9.431"/>
    </inkml:context>
    <inkml:brush xml:id="br0">
      <inkml:brushProperty name="width" value="0.025" units="cm"/>
      <inkml:brushProperty name="height" value="0.025" units="cm"/>
    </inkml:brush>
  </inkml:definitions>
  <inkml:trace contextRef="#ctx0" brushRef="#br0">0 16 5737,'0'0'12017,"24"0"-10364,-22 0-1596,1 1 1,-1 0-1,0-1 1,1 1-1,-1 0 1,0 0-1,0 0 0,0 1 1,0-1-1,0 0 1,0 1-1,0-1 1,-1 1-1,1 0 1,0 0-1,-1-1 0,1 1 1,-1 0-1,0 0 1,2 4-1,21 46 858,-24-50-885,27 87 835,-24-149 1000,-3 54-1912,1 0 0,0-1-1,0 1 1,0 0 0,1 0 0,-1-1 0,2 1 0,-1 1-1,1-1 1,-1 0 0,2 1 0,-1-1 0,1 1 0,5-7 0,-6 9 47,0 0 1,0 0 0,0 0 0,1 0 0,-1 1-1,1-1 1,0 1 0,0 0 0,0 0 0,0 0-1,0 0 1,0 1 0,0 0 0,1 0 0,-1 0-1,0 0 1,1 1 0,-1-1 0,1 1 0,-1 0 0,8 2-1,-10-1 16,0 0 0,0 0 0,0 0-1,1 0 1,-2 1 0,1 0-1,0-1 1,0 1 0,0 0 0,-1-1-1,1 1 1,-1 0 0,2 3-1,19 31 88,-21-34-94,1 3 14,1 0 0,-1 1-1,0-1 1,0 1 0,-1 0-1,0-1 1,0 1 0,0 0-1,-1 11 1,4-17-177,-1 1-1,0-1 1,1-1-1,-1 1 0,0-1 1,1 1-1,-1-1 1,4-1-1,71-38-224,-54 26 369,0 2-1,0 0 1,1 2-1,1 0 1,-1 2 0,28-5-1,-52 13 54,0-1-1,0 1 1,0 0 0,0 0 0,0-1-1,0 1 1,0 0 0,0 0-1,0 0 1,0 0 0,0 1-1,0-1 1,0 0 0,0 0 0,0 0-1,0 1 1,0-1 0,0 1-1,0-1 1,0 1 0,-1-1-1,1 1 1,0-1 0,0 1-1,0 0 1,-1-1 0,1 1 0,0 0-1,0 1 1,0 0 163,-1 1 0,1 0-1,-1-1 1,0 1 0,1 0 0,-1 0 0,0 0-1,-1 4 1,0 10-129,-1 9 269,1-20-774,0 0 0,1 0-1,-1 0 1,2 1-1,0 11 1,0-18 104,-1 1 1,0-1 0,1 1 0,-1 0-1,1-1 1,-1 1 0,1-1 0,-1 1 0,1-1-1,-1 0 1,1 1 0,0-1 0,-1 0-1,1 1 1,-1-1 0,1 0 0,0 0-1,-1 1 1,1-1 0,0 0 0,-1 0-1,1 0 1,0 0 0,0 0 0,-1 0 0,2 0-1,0 0-430,17 1-9927</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9.859"/>
    </inkml:context>
    <inkml:brush xml:id="br0">
      <inkml:brushProperty name="width" value="0.025" units="cm"/>
      <inkml:brushProperty name="height" value="0.025" units="cm"/>
    </inkml:brush>
  </inkml:definitions>
  <inkml:trace contextRef="#ctx0" brushRef="#br0">292 1 10242,'0'0'10965,"-29"10"-10534,-96 34 80,119-42-431,-1 1 1,0-1 0,1 2-1,0-1 1,0 1 0,0-1 0,0 2-1,0-1 1,1 1 0,0 0-1,0 0 1,0 0 0,0 0-1,-4 8 1,-2 2 86,7-8-146,-1 0 1,1 0-1,0 0 0,1 1 0,0-1 0,0 1 0,0 0 0,1 0 0,0 0 0,1 0 0,0 0 0,0 0 0,1 1 1,0-1-1,1 9 0,-1-16-28,0 0 0,1 0 1,-1 0-1,1 0 0,-1 0 1,1 0-1,0 0 0,-1-1 0,1 1 1,0 0-1,-1 0 0,1 0 1,0-1-1,0 1 0,0 0 1,0-1-1,0 1 0,0-1 0,0 1 1,0-1-1,0 1 0,0-1 1,0 0-1,0 1 0,0-1 1,0 0-1,0 0 0,2 0 0,39 1-137,-29-2 96,-6 0-18,1 0-1,-1 0 1,0-1-1,1 0 1,-1 0 0,0-1-1,0 0 1,0 0-1,0-1 1,-1 1 0,1-2-1,-1 1 1,0-1-1,10-10 1,-8 8 49,0-2 0,-1 1 0,0-1 0,0 0 0,-1 0-1,0-1 1,-1 0 0,0 0 0,6-18 0,-10 27 817,-1 8-265,2 33-526,-2-38-138,1 0 0,-1 0 0,1 0 0,-1 1 0,1-2 1,-1 1-1,1 0 0,0 0 0,0 0 0,0 0 0,0 0 0,0-1 0,0 1 0,1 0 1,-1-1-1,1 1 0,2 1 0,24 4-3121,-6-6-1837,5-1-4029</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0.177"/>
    </inkml:context>
    <inkml:brush xml:id="br0">
      <inkml:brushProperty name="width" value="0.025" units="cm"/>
      <inkml:brushProperty name="height" value="0.025" units="cm"/>
    </inkml:brush>
  </inkml:definitions>
  <inkml:trace contextRef="#ctx0" brushRef="#br0">155 0 8730,'0'0'12092,"-7"27"-11005,-22 89-132,-14 78 564,7-26-1618,1-55-2839,31-93-527,4-11-2276</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0.434"/>
    </inkml:context>
    <inkml:brush xml:id="br0">
      <inkml:brushProperty name="width" value="0.025" units="cm"/>
      <inkml:brushProperty name="height" value="0.025" units="cm"/>
    </inkml:brush>
  </inkml:definitions>
  <inkml:trace contextRef="#ctx0" brushRef="#br0">212 1 6737,'0'0'14226,"-20"28"-12982,-63 98-267,73-109-722,0 1 0,2 0 0,0 1 1,0 0-1,2 0 0,1 0 0,-4 22 1,0-1 190,-2 11-593,2 0 0,2 0 0,-1 72 0,8-122-2152</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0.860"/>
    </inkml:context>
    <inkml:brush xml:id="br0">
      <inkml:brushProperty name="width" value="0.025" units="cm"/>
      <inkml:brushProperty name="height" value="0.025" units="cm"/>
    </inkml:brush>
  </inkml:definitions>
  <inkml:trace contextRef="#ctx0" brushRef="#br0">1 84 2681,'0'0'16182,"20"4"-15474,129 28 501,-133-29-1138,0-1-1,0-1 1,0 0-1,29-2 1,-44 0-79,1 1 1,-1-1 0,1 1 0,-1-1-1,0 0 1,1 1 0,-1-1 0,0 0-1,0 0 1,0 0 0,1 0 0,-1 0-1,0 0 1,0 0 0,0 0 0,0 0 0,-1-1-1,1 1 1,0 0 0,0 0 0,-1-1-1,1 1 1,-1-1 0,1 1 0,-1-1-1,0 1 1,1-1 0,-1 1 0,0-1-1,0 1 1,0-1 0,0 1 0,-1-2-1,1 0-11,0 0 0,0 0-1,0 1 1,0-1-1,-1 0 1,0 0 0,1 0-1,-1 1 1,0-1-1,0 0 1,-1 1-1,1-1 1,0 1 0,-1-1-1,0 1 1,-2-4-1,-3 2 14,-1-1-1,1 1 0,-1 1 0,0-1 1,0 1-1,0 0 0,0 1 0,0 0 1,-10-1-1,0 1 106,1 1 0,-1 0 1,-23 3-1,39-2-81,1 0 0,-1 1 0,1-1 0,-1 1 0,1-1 0,0 1 0,-1 0 0,1 0 0,0 0 0,-1-1 0,1 1 1,0 0-1,0 0 0,0 0 0,0 1 0,0-1 0,0 0 0,0 0 0,1 1 0,-1-1 0,0 0 0,1 1 0,-1-1 0,0 0 0,1 1 0,0-1 1,-1 1-1,1-1 0,0 3 0,-2 51 452,2-43-305,1-4-153,0 0 0,0 0 0,1 0-1,0 0 1,0 0 0,1-1-1,0 1 1,1-1 0,-1 0 0,1 0-1,1 0 1,-1-1 0,1 1-1,0-1 1,1 0 0,0-1 0,-1 1-1,10 5 1,-11-8-145,1 0 1,-1-1-1,1 1 0,-1-1 1,1-1-1,0 1 0,0 0 0,0-1 1,0 0-1,0 0 0,0-1 1,0 0-1,0 1 0,0-2 0,8 0 1,6 1-1512,17 0-3704</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1.241"/>
    </inkml:context>
    <inkml:brush xml:id="br0">
      <inkml:brushProperty name="width" value="0.025" units="cm"/>
      <inkml:brushProperty name="height" value="0.025" units="cm"/>
    </inkml:brush>
  </inkml:definitions>
  <inkml:trace contextRef="#ctx0" brushRef="#br0">288 1 11843,'0'0'11222,"-25"17"-10766,-73 54-168,59-38-132,39-32-157,-1 0 0,1-1 0,0 1 0,-1 0 1,1 0-1,0 0 0,-1-1 0,1 1 0,0 0 1,0 0-1,0 0 0,0 0 0,-1 0 0,1-1 1,1 1-1,-1 0 0,0 0 0,0 0 0,0 0 1,1 1-1,0 3-19,1-2 4,0 0 1,0 0 0,0-1-1,0 1 1,1-1 0,-1 1-1,1-1 1,0 0 0,-1 0-1,1 0 1,0-1 0,0 1-1,0-1 1,6 3-1,8 5-155,-13-6 81,0 0 0,-1 0 0,1 1 0,-1-1 0,0 1 0,0 0 0,0 0 0,-1 0 0,1 0 0,-1 1 0,0-1 0,0 1 0,2 5 0,-4-7 79,1-1 0,0 1 0,-1 0 0,1 0 0,-1 0 1,0-1-1,0 1 0,0 0 0,0 0 0,-1 0 1,1 0-1,-1-1 0,1 1 0,-1 0 0,0 0 1,0-1-1,-1 1 0,1-1 0,0 1 0,-1-1 0,1 1 1,-1-1-1,-4 4 0,-11 6 106,0-1-1,-1 0 1,0-1-1,-1-1 1,0-1-1,-1 0 1,-27 6-1,25-11-386,8-2-3430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1.606"/>
    </inkml:context>
    <inkml:brush xml:id="br0">
      <inkml:brushProperty name="width" value="0.025" units="cm"/>
      <inkml:brushProperty name="height" value="0.025" units="cm"/>
    </inkml:brush>
  </inkml:definitions>
  <inkml:trace contextRef="#ctx0" brushRef="#br0">151 1 13315,'0'0'13133,"-5"23"-12174,0 8-661,1-9-95,-1-1-1,-1 1 0,0-1 1,-10 21-1,-71 231 912,82-254-1108,2-11-11,1 0-1,0 0 1,0 1 0,1-1-1,0 1 1,1-1 0,0 1-1,0-1 1,1 1 0,1 9-1,-1-16-66,1 0-1,-1-1 0,1 1 0,-1 0 0,1-1 1,0 1-1,-1-1 0,1 1 0,0-1 0,0 0 1,0 0-1,0 0 0,0 0 0,0 0 1,1 0-1,-1-1 0,0 1 0,0-1 0,0 1 1,1-1-1,3 0 0,-1 1-434,0-1 0,0 0 1,0 0-1,0 0 0,0-1 0,0 0 0,0 0 1,0 0-1,6-2 0,10-15-3762,-3-3-1344</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1.845"/>
    </inkml:context>
    <inkml:brush xml:id="br0">
      <inkml:brushProperty name="width" value="0.025" units="cm"/>
      <inkml:brushProperty name="height" value="0.025" units="cm"/>
    </inkml:brush>
  </inkml:definitions>
  <inkml:trace contextRef="#ctx0" brushRef="#br0">0 7 8810,'0'0'15411,"57"0"-14323,-31 0-431,4 0-305,0 0-248,-1 0-104,1 0-104,29 0-881,-8 0-3872,2-6-4817</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2.369"/>
    </inkml:context>
    <inkml:brush xml:id="br0">
      <inkml:brushProperty name="width" value="0.025" units="cm"/>
      <inkml:brushProperty name="height" value="0.025" units="cm"/>
    </inkml:brush>
  </inkml:definitions>
  <inkml:trace contextRef="#ctx0" brushRef="#br0">0 0 3041,'0'0'16791,"4"0"-15577,156 2 4003,5 0-4197,-26-5-6252,-149 4 3970,0 0-1,0 1 0,1 1 1,-1-1-1,-10 6 0,-13 7-4442</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2.623"/>
    </inkml:context>
    <inkml:brush xml:id="br0">
      <inkml:brushProperty name="width" value="0.025" units="cm"/>
      <inkml:brushProperty name="height" value="0.025" units="cm"/>
    </inkml:brush>
  </inkml:definitions>
  <inkml:trace contextRef="#ctx0" brushRef="#br0">1 0 6449,'0'0'16006,"17"4"-14595,1 1-1034,-2 0-55,1-1 1,-1-1-1,1 0 1,-1-2-1,19 1 1,-4-2-181,147 0 1623,-59 0-6889,-104-2-777,-2-5-3253</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3.668"/>
    </inkml:context>
    <inkml:brush xml:id="br0">
      <inkml:brushProperty name="width" value="0.025" units="cm"/>
      <inkml:brushProperty name="height" value="0.025" units="cm"/>
    </inkml:brush>
  </inkml:definitions>
  <inkml:trace contextRef="#ctx0" brushRef="#br0">384 24 3929,'0'0'15188,"1"0"-14889,-1 0 0,1-1 0,0 1-1,-1-1 1,1 1 0,0-1 0,-1 1-1,1-1 1,-1 1 0,1-1-1,-1 0 1,1 1 0,-1-1 0,1 1-1,-1-1 1,0 0 0,1 0 0,-1-1-1,-1 1-266,0 0-1,-1 0 0,0 0 0,1 0 1,-1 0-1,0 0 0,1 0 1,-1 1-1,0-1 0,0 0 0,0 1 1,0 0-1,1-1 0,-1 1 1,-2 0-1,-36-1 21,29 1-17,-3 1-34,0 0-1,0 1 1,0 0 0,0 1-1,1 1 1,-1 0-1,1 1 1,0 0-1,0 1 1,1 0-1,-1 1 1,1 1-1,1 0 1,-13 11-1,15-13-14,1 0 0,0 1-1,0 0 1,1 1-1,0-1 1,0 2-1,1-1 1,0 1 0,0-1-1,1 2 1,1-1-1,-1 0 1,1 1-1,1 0 1,0 0 0,0 0-1,1 1 1,0-1-1,1 0 1,0 1-1,1 14 1,0-22 10,-1 1 0,1-1-1,1 1 1,-1 0 0,1-1-1,-1 1 1,1-1 0,0 1 0,0-1-1,0 0 1,1 1 0,-1-1 0,3 4-1,-2-5-1,0 0 0,1 0-1,-1-1 1,0 1 0,1-1 0,-1 1-1,1-1 1,-1 0 0,1 0-1,0 0 1,0 0 0,-1 0-1,1-1 1,0 1 0,0-1-1,0 0 1,4 0 0,3 1 2,-1 0 0,1-1 0,0 0 0,0 0 0,-1-1 1,1-1-1,-1 1 0,1-2 0,-1 1 0,0-1 0,0-1 1,0 0-1,0 0 0,-1 0 0,11-8 0,-5 2 2,0-1 0,-1 0-1,0-1 1,-1 0-1,0-1 1,-1 0 0,-1 0-1,12-21 1,-24 92 2494,1-49-2500,2 0 0,-1 1 0,1-1 0,1 0 0,-1 1 0,2-1 0,3 12 0,-1-13-138,0 0 0,0 0 0,1 0 0,0 0 0,1-1 0,-1 0 0,1 0 0,1-1 0,-1 0 0,1 0 0,11 6 0,-4-4-1521,-1-1-1,1-1 0,21 6 0,14 1-5591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4.479"/>
    </inkml:context>
    <inkml:brush xml:id="br0">
      <inkml:brushProperty name="width" value="0.025" units="cm"/>
      <inkml:brushProperty name="height" value="0.025" units="cm"/>
    </inkml:brush>
  </inkml:definitions>
  <inkml:trace contextRef="#ctx0" brushRef="#br0">560 4 3369,'0'0'17181,"4"-1"-16061,1 0 1436,-9 0-984,-23 0-501,-44 3-1061,-72 7-44,-147 31 0,288-40 23,1 0 0,-1 0 1,0 1-1,1-1 0,-1 1 0,1-1 0,-1 1 1,1-1-1,-1 1 0,1 0 0,-1 0 0,1 0 1,0 0-1,-1 0 0,1 0 0,0 0 0,0 0 1,0 0-1,-2 3 0,2-1 7,0 0 0,1 0 0,-1 0-1,1-1 1,0 1 0,-1 0 0,1 0 0,1 6 0,0 8 38,-1-12-22,1 1-1,1 0 1,-1 0 0,1-1-1,0 1 1,0-1-1,1 0 1,4 8-1,11 32 43,-9 3-25,-2 0-1,1 63 1,-10 100 28,1-162-28,-5 251-49,6-299 0,37-1 426,-19-1-112,-1-1 0,29-7-1,-28 5-160,0 1-1,33-2 0,-39 5-165,1-1 0,0 0 0,0-1 0,-1 0 1,21-7-1,8-6-6318,-20 7-1896</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5.003"/>
    </inkml:context>
    <inkml:brush xml:id="br0">
      <inkml:brushProperty name="width" value="0.025" units="cm"/>
      <inkml:brushProperty name="height" value="0.025" units="cm"/>
    </inkml:brush>
  </inkml:definitions>
  <inkml:trace contextRef="#ctx0" brushRef="#br0">397 1 3897,'0'0'11033,"0"6"-10064,0 24 84,-1 0 1,-2 0-1,-6 33 0,-5 40-539,10-16-460,4 1 1,15 124 0,-11-125-16,-4-76-5,0-10-14,0 0 0,-1 0 0,1 0 0,0 0 0,0 0 0,0 0 1,-1 0-1,1 0 0,-1 0 0,1 0 0,-1 0 0,1 0 0,-1 0 0,1 0 0,-1-1 0,0 1 0,0 0 0,1 0 0,-1-1 0,0 1 0,0 0 0,0-1 0,-2 2 0,0-1 60,0 1-1,-1-1 0,1 0 0,-1 0 0,0 0 0,1-1 0,-6 1 1,-1 0 100,0-1 1,1-1 0,-1 1 0,0-2-1,-10-2 1,10 1-16,0-2 0,-1 0 0,2 0 0,-1-1 0,1 0 0,-1-1 1,2 0-1,-16-15 0,-1-3 350,-31-43-1,42 50-257,2 0 0,0-1 0,-15-32-1,22 41-449,2 0-1,0 0 0,-4-17 1,6 18-768,0-1 1,1 1-1,0 0 1,2-17-1,4 6-4123,10 1-2761</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5.385"/>
    </inkml:context>
    <inkml:brush xml:id="br0">
      <inkml:brushProperty name="width" value="0.025" units="cm"/>
      <inkml:brushProperty name="height" value="0.025" units="cm"/>
    </inkml:brush>
  </inkml:definitions>
  <inkml:trace contextRef="#ctx0" brushRef="#br0">102 33 3409,'0'0'19018,"0"-6"-17420,3-21 905,-34 28-166,18 0-2066,0 0 0,0 1 0,-18 6 0,28-6-336,3-2-403,17 0-17930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6.335"/>
    </inkml:context>
    <inkml:brush xml:id="br0">
      <inkml:brushProperty name="width" value="0.025" units="cm"/>
      <inkml:brushProperty name="height" value="0.025" units="cm"/>
    </inkml:brush>
  </inkml:definitions>
  <inkml:trace contextRef="#ctx0" brushRef="#br0">3 1 7538,'0'0'9014,"-1"7"-8018,1-6-962,-1 3 99,1 0 0,-1 0 0,1 0 0,0 0 0,0-1 0,0 1-1,1 0 1,-1 0 0,1 0 0,0 0 0,0-1 0,1 1 0,-1 0 0,1-1 0,-1 1-1,1-1 1,0 1 0,0-1 0,1 0 0,-1 0 0,4 3 0,5 2 91,0-1 0,0 0-1,1-1 1,0 0 0,0-1 0,1 0 0,-1-1 0,1 0 0,25 3 0,9-1 205,62 0-1,58-5 1297,-166-1-953,-2 31 1560,-2-6-2144,-2 0 0,-8 27 0,-4 14-77,7 11-80,3 0 0,3 0-1,8 89 1,-3-152-29,1-1 0,0 0 0,8 23 0,1 7-1,-11-42 14,0-1 1,0 0-1,0 0 0,-1 1 0,1-1 1,0 0-1,0 0 0,0 0 0,0 1 1,0-1-1,0 0 0,0 0 0,0 0 0,-1 1 1,1-1-1,0 0 0,0 0 0,0 0 1,0 0-1,-1 1 0,1-1 0,0 0 1,0 0-1,0 0 0,-1 0 0,1 0 0,0 0 1,0 0-1,-1 0 0,1 1 0,0-1 1,0 0-1,0 0 0,-1 0 0,1 0 1,0 0-1,0 0 0,-1 0 0,1 0 0,0-1 1,0 1-1,-1 0 0,1 0 0,0 0 1,0 0-1,0 0 0,-1 0 0,1 0 1,0 0-1,0-1 0,0 1 0,-1 0 0,1 0 1,0 0-1,0 0 0,0-1 0,0 1 1,0 0-1,-1-1 0,-18-10-7,15 9 42,-12-6-54,1 0-1,-2 1 0,1 1 0,-1 0 0,0 2 1,0 0-1,-24-3 0,-125 0-78,142 8 78,24-1-47,4 0-2138,49 0-3485,-18 0-641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6.747"/>
    </inkml:context>
    <inkml:brush xml:id="br0">
      <inkml:brushProperty name="width" value="0.025" units="cm"/>
      <inkml:brushProperty name="height" value="0.025" units="cm"/>
    </inkml:brush>
  </inkml:definitions>
  <inkml:trace contextRef="#ctx0" brushRef="#br0">1 1 2537,'0'0'25636,"0"15"-21139,0-7-5174,0-7 276,0 0 0,0 0 0,0 0 0,0 0 0,0 1 0,0-1 0,0 0 0,1 0 0,-1 0 0,0 0 1,1 0-1,-1 1 0,1-1 0,0 1 0,4 4-6454</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7.080"/>
    </inkml:context>
    <inkml:brush xml:id="br0">
      <inkml:brushProperty name="width" value="0.025" units="cm"/>
      <inkml:brushProperty name="height" value="0.025" units="cm"/>
    </inkml:brush>
  </inkml:definitions>
  <inkml:trace contextRef="#ctx0" brushRef="#br0">458 1 7802,'0'0'15875,"-188"169"-15579,153-121-144,-4 8-152,-32 45-248,9-15-2048,-1 0-5642</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18.886"/>
    </inkml:context>
    <inkml:brush xml:id="br0">
      <inkml:brushProperty name="width" value="0.025" units="cm"/>
      <inkml:brushProperty name="height" value="0.025" units="cm"/>
    </inkml:brush>
  </inkml:definitions>
  <inkml:trace contextRef="#ctx0" brushRef="#br0">33 1 3753,'0'0'6912,"6"3"3014,-14 113-7837,4-78-1773,-4 13-7,5-32-214,0 1-1,-1 26 1,4-45-90,-1-51-959,-3-27-6899,1 52 884</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19.267"/>
    </inkml:context>
    <inkml:brush xml:id="br0">
      <inkml:brushProperty name="width" value="0.025" units="cm"/>
      <inkml:brushProperty name="height" value="0.025" units="cm"/>
    </inkml:brush>
  </inkml:definitions>
  <inkml:trace contextRef="#ctx0" brushRef="#br0">15 0 7402,'0'0'11727,"6"3"-6899,-16 28-4681,4-16-2794,2-1-3767,3-5-1443</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19.834"/>
    </inkml:context>
    <inkml:brush xml:id="br0">
      <inkml:brushProperty name="width" value="0.025" units="cm"/>
      <inkml:brushProperty name="height" value="0.025" units="cm"/>
    </inkml:brush>
  </inkml:definitions>
  <inkml:trace contextRef="#ctx0" brushRef="#br0">0 1 7762,'0'0'12762,"0"3"-12180,12 122 1457,-12-123-2088,-1 0 0,1 0 1,0 0-1,0 0 0,0 0 0,1 0 0,-1 0 1,0 0-1,1 0 0,-1 0 0,2 3 0,-1-6-26,0 1-1,0 0 0,0 0 0,0-1 1,-1 1-1,1 0 0,0-1 1,0 1-1,0-1 0,-1 1 1,1-1-1,0 1 0,-1-1 0,1 0 1,0 1-1,-1-1 0,1 0 1,0-1-1,15-12 114,-3 1-107,46-33-288,-54 42 418,-1 1 0,1 1 0,0-1 0,1 1 0,-1 0-1,0 0 1,1 1 0,-1-1 0,1 1 0,0 0-1,5 0 1,-10 2-18,0 0 0,0-1-1,0 1 1,0 0 0,-1-1-1,1 1 1,0 0 0,-1 0 0,1 0-1,0 0 1,-1 0 0,1 0-1,-1 0 1,1 0 0,-1 0-1,0 0 1,1 0 0,-1 0 0,0 0-1,0 0 1,0 0 0,0 2-1,5 33 599,-4-29-470,1 45-428,-7-33-4965,-1-13-449</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0.156"/>
    </inkml:context>
    <inkml:brush xml:id="br0">
      <inkml:brushProperty name="width" value="0.025" units="cm"/>
      <inkml:brushProperty name="height" value="0.025" units="cm"/>
    </inkml:brush>
  </inkml:definitions>
  <inkml:trace contextRef="#ctx0" brushRef="#br0">48 0 12843,'0'0'10350,"-1"29"-9414,-4 96-210,1-75-234,-15 71 1,13-89-579,0 0-1,0 56 0,7-87-160,1 0 0,-1 0-1,1-1 1,0 1 0,-1-1-1,1 0 1,-1 1 0,1-1 0,0 0-1,0 0 1,-1 0 0,1 0-1,0 0 1,-1 0 0,1-1 0,0 1-1,-1 0 1,4-2 0,0-1-670,-1 1 0,1-1 0,0 0-1,-1-1 1,0 1 0,0-1 0,0 0 0,3-4 0,12-15-7070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0.331"/>
    </inkml:context>
    <inkml:brush xml:id="br0">
      <inkml:brushProperty name="width" value="0.025" units="cm"/>
      <inkml:brushProperty name="height" value="0.025" units="cm"/>
    </inkml:brush>
  </inkml:definitions>
  <inkml:trace contextRef="#ctx0" brushRef="#br0">0 22 8770,'0'0'10554,"184"-18"-10554,-127 15-1688,-1 3-6418</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0.744"/>
    </inkml:context>
    <inkml:brush xml:id="br0">
      <inkml:brushProperty name="width" value="0.025" units="cm"/>
      <inkml:brushProperty name="height" value="0.025" units="cm"/>
    </inkml:brush>
  </inkml:definitions>
  <inkml:trace contextRef="#ctx0" brushRef="#br0">131 1 8466,'0'0'12228,"-3"15"-11153,-56 264 3132,26-81-4439,32-196-19,0 1 0,1-1 0,-1 1 0,0-1 0,0 0 1,0 1-1,-1-1 0,-2 4 0,-11 4-5923,6-9-152</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1.093"/>
    </inkml:context>
    <inkml:brush xml:id="br0">
      <inkml:brushProperty name="width" value="0.025" units="cm"/>
      <inkml:brushProperty name="height" value="0.025" units="cm"/>
    </inkml:brush>
  </inkml:definitions>
  <inkml:trace contextRef="#ctx0" brushRef="#br0">1 15 5297,'0'0'9904,"28"-4"-9028,91-6 12,-117 10-835,1 0 0,0 0 0,0 0 0,0 0-1,-1 0 1,1 1 0,0 0 0,0-1 0,-1 1 0,1 0 0,-1 0 0,1 1 0,-1-1 0,5 3-1,-5-2 3,-1-1 0,0 1-1,0 0 1,1-1 0,-1 1 0,0 0-1,0 0 1,-1 0 0,1-1-1,0 1 1,0 3 0,1 2 113,1 2 114,0 0 0,-1 1 0,-1-1 0,1 1 0,-1-1 0,-1 1 0,0-1 0,0 1 0,-2 9 0,2-18-256,-1 0 1,1 0-1,-1 0 0,0 0 0,1 0 0,-1 0 0,0-1 0,1 1 0,-1 0 1,0 0-1,0 0 0,0-1 0,1 1 0,-1-1 0,0 1 0,0-1 0,0 1 1,0-1-1,0 1 0,0-1 0,0 0 0,-1 1 0,1-1 0,0 0 0,0 0 1,0 0-1,-2 0 0,-39 0 5,30-1-10,-82 1-1962</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1.473"/>
    </inkml:context>
    <inkml:brush xml:id="br0">
      <inkml:brushProperty name="width" value="0.025" units="cm"/>
      <inkml:brushProperty name="height" value="0.025" units="cm"/>
    </inkml:brush>
  </inkml:definitions>
  <inkml:trace contextRef="#ctx0" brushRef="#br0">127 1 7482,'0'0'13911,"-11"0"-13381,7 0-497,-1 1-1,1-1 0,-1 0 0,1 1 0,-1 0 1,1 0-1,0 1 0,0-1 0,-1 1 1,1 0-1,0 0 0,0 0 0,1 0 1,-1 1-1,0 0 0,1-1 0,0 1 0,-1 1 1,1-1-1,0 0 0,1 1 0,-1-1 1,-2 5-1,1 0-20,1-1 1,0 1-1,0 0 0,1 0 0,0 0 1,0 0-1,1 0 0,0 0 1,0 0-1,1 1 0,1 11 1,-1-16-14,0-1-4,1 0 1,-1-1 0,1 1 0,0-1 0,0 1-1,0-1 1,0 1 0,0-1 0,1 0 0,-1 1-1,1-1 1,-1 0 0,1 0 0,0 0 0,0 0-1,0-1 1,0 1 0,0 0 0,0-1 0,1 1-1,-1-1 1,0 0 0,1 0 0,-1 0 0,1 0-1,-1 0 1,1-1 0,3 2 0,2 0-7,-1-1 0,1 0 1,0 0-1,-1 0 0,1-1 0,0 0 0,-1 0 1,1-1-1,9-2 0,-15 2 16,0 1-1,0-1 1,0 0-1,0-1 0,0 1 1,0 0-1,0-1 1,-1 1-1,1-1 1,0 1-1,-1-1 1,1 0-1,-1 1 0,0-1 1,1 0-1,-1 0 1,0 0-1,0 0 1,-1 0-1,1-1 1,0 1-1,-1 0 1,1-4-1,1-5 36,0-1 0,-1 1 0,-1-16 0,0 20-19,0 3-49,0 1 0,-1-1 0,0 1 0,1 0 0,-1-1 0,0 1 0,0 0 0,-1 0 0,1-1 0,-1 1 0,0 0 0,1 0 0,-1 1-1,-1-1 1,1 0 0,0 1 0,-1-1 0,1 1 0,-1 0 0,0 0 0,1 0 0,-1 0 0,0 0 0,-6-2 0,5 2-942,0 1 0,0 0 0,0-1 0,0 2 0,0-1 0,0 0-1,-7 1 1,2 0-6252</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1.903"/>
    </inkml:context>
    <inkml:brush xml:id="br0">
      <inkml:brushProperty name="width" value="0.025" units="cm"/>
      <inkml:brushProperty name="height" value="0.025" units="cm"/>
    </inkml:brush>
  </inkml:definitions>
  <inkml:trace contextRef="#ctx0" brushRef="#br0">194 1 11690,'0'0'13581,"-10"3"-13122,-2 0-397,-67 25 252,68-24-286,0 1-1,1 0 0,-1 0 0,1 1 0,-14 11 1,23-15-39,0-1 0,-1 0 0,1 0 1,0 0-1,0 1 0,0-1 1,0 0-1,0 1 0,0-1 0,0 1 1,1-1-1,-1 1 0,0-1 0,1 1 1,-1 0-1,1 2 0,0-3-12,0 0 0,0 0-1,0 0 1,0 0 0,1 0 0,-1 1-1,0-1 1,1 0 0,-1 0 0,1 0-1,0 0 1,-1 0 0,1 0 0,0-1-1,-1 1 1,1 0 0,0 0 0,1 1-1,5 3-148,0-1 0,1 0-1,-1 0 1,1-1 0,12 4 0,-1 1-67,-10-5 7,-2 0 63,0 0 0,0 1 0,0-1 0,12 9 0,-19-11 176,1-1-1,0 1 1,0-1 0,-1 1-1,1 0 1,0 0-1,-1-1 1,1 1 0,0 0-1,-1 0 1,1 0-1,-1 0 1,1-1 0,-1 1-1,0 0 1,1 0-1,-1 0 1,0 0 0,0 0-1,0 0 1,0 0-1,0 0 1,0 0 0,0 0-1,0 0 1,0 0-1,0 0 1,0 0 0,-1 0-1,1 0 1,0 0-1,-1 0 1,1 0 0,-1 0-1,1 0 1,-1-1-1,1 1 1,-1 0-1,1 0 1,-1 0 0,0-1-1,0 1 1,1 0-1,-1-1 1,-1 2 0,-5 4 59,0-1 1,-1 1-1,1-1 0,-17 8 1,-2-7-6678</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127"/>
    </inkml:context>
    <inkml:brush xml:id="br0">
      <inkml:brushProperty name="width" value="0.025" units="cm"/>
      <inkml:brushProperty name="height" value="0.025" units="cm"/>
    </inkml:brush>
  </inkml:definitions>
  <inkml:trace contextRef="#ctx0" brushRef="#br0">15 0 9898,'0'0'16316,"0"164"-15956,-6-152-248,3-6-112,0-3-48,1-12-2545,2-18-2712,0-6-4497</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300"/>
    </inkml:context>
    <inkml:brush xml:id="br0">
      <inkml:brushProperty name="width" value="0.025" units="cm"/>
      <inkml:brushProperty name="height" value="0.025" units="cm"/>
    </inkml:brush>
  </inkml:definitions>
  <inkml:trace contextRef="#ctx0" brushRef="#br0">0 1 13539,'0'0'10706,"33"56"-10746,-27-47-432,-3 0-2473</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570"/>
    </inkml:context>
    <inkml:brush xml:id="br0">
      <inkml:brushProperty name="width" value="0.025" units="cm"/>
      <inkml:brushProperty name="height" value="0.025" units="cm"/>
    </inkml:brush>
  </inkml:definitions>
  <inkml:trace contextRef="#ctx0" brushRef="#br0">137 1 14107,'0'0'13123,"-3"163"-12123,-9-118-272,1 5-416,-1-5-216,3-4-24,0-5-72,0-6-8,3-9-120,0-10-296,-3-8-1040,-9-3-2265,3-17-1888,-2-7-4609</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889"/>
    </inkml:context>
    <inkml:brush xml:id="br0">
      <inkml:brushProperty name="width" value="0.025" units="cm"/>
      <inkml:brushProperty name="height" value="0.025" units="cm"/>
    </inkml:brush>
  </inkml:definitions>
  <inkml:trace contextRef="#ctx0" brushRef="#br0">1 0 12219,'0'0'5772,"32"0"-3677,107 0-775,173 0 952,-311 9-1785,-1 8-312,0 0 0,-1 0 0,0 0 0,-2 0 0,0 0 0,0-1 0,-10 23 0,9-26-409,-10 21 756,14-33-676,-1 1 0,1-1 1,-1 0-1,1 0 0,-1 0 0,0 0 0,1 0 0,-1 0 1,0 0-1,0 0 0,0 0 0,0-1 0,0 1 0,0 0 1,0 0-1,0-1 0,0 1 0,0-1 0,0 1 0,0-1 1,-2 1-1,-1-2-5278</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3.080"/>
    </inkml:context>
    <inkml:brush xml:id="br0">
      <inkml:brushProperty name="width" value="0.025" units="cm"/>
      <inkml:brushProperty name="height" value="0.025" units="cm"/>
    </inkml:brush>
  </inkml:definitions>
  <inkml:trace contextRef="#ctx0" brushRef="#br0">1 1 13691,'0'0'8658,"21"157"-11835,-21-139-4793</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3.840"/>
    </inkml:context>
    <inkml:brush xml:id="br0">
      <inkml:brushProperty name="width" value="0.025" units="cm"/>
      <inkml:brushProperty name="height" value="0.025" units="cm"/>
    </inkml:brush>
  </inkml:definitions>
  <inkml:trace contextRef="#ctx0" brushRef="#br0">144 49 11883,'0'0'13517,"-12"13"-13053,-5 4-322,-71 77 438,85-90-574,0-1 0,1 0 1,-1 1-1,1-1 0,0 1 0,0 0 1,0 0-1,1-1 0,-1 1 1,1 0-1,0 1 0,0-1 0,1 0 1,-1 0-1,1 0 0,0 0 1,0 1-1,0-1 0,0 0 0,2 8 1,-1-11-8,1 0 1,-1 1 0,0-1-1,0 0 1,1 0 0,-1 0-1,0 0 1,1 0 0,-1 0-1,1 0 1,-1 0 0,1 0-1,0-1 1,-1 1 0,1-1-1,0 1 1,0-1 0,-1 0-1,1 1 1,2-1 0,43 1-6,-37-1 3,3 0-3,0-1 0,0 0 0,0-1-1,-1 0 1,1-1 0,14-5 0,-20 6 3,-1-1-1,0 0 1,0 0-1,-1 0 1,1-1-1,-1 0 1,1 0-1,-1 0 1,-1-1-1,1 0 1,-1 1-1,1-2 1,-1 1-1,3-6 1,-5 7 2,0 0 0,0-1 0,-1 1 0,0 0-1,1-1 1,-2 1 0,1-1 0,0 1 0,-1-1 0,0 1 0,0-1 0,0 1 0,-1-1 0,1 1-1,-3-8 1,0 2-34,0 1-1,-1-1 1,0 1-1,0 0 1,-11-15-1,14 23 23,-1-2-76,1 1 1,-1-1-1,0 0 0,1 0 0,-1 1 1,1-1-1,0 0 0,0 0 0,0 0 1,0-1-1,1 1 0,-1-5 0,3 7 68,1 0 0,-1 0-1,1 1 1,-1-1-1,1 1 1,0 0 0,-1 0-1,1 0 1,0 0-1,2 1 1,0-1 10,1 0 26,1 1 1,-1 0-1,0 1 1,0 0-1,1 0 1,-1 0-1,0 1 1,-1-1-1,1 1 1,0 1-1,-1-1 1,0 1-1,0 0 1,0 0 0,6 7-1,2 3 53,0 1 0,0 0 0,18 32 0,-28-43 12,-1 1 0,0-1 0,0 1 0,0 0 1,-1-1-1,1 1 0,-1 0 0,0 0 0,-1 0 0,1 10 0,-1-12 14,0 0-1,0 0 0,-1 0 1,1 0-1,-1-1 0,0 1 0,0 0 1,0-1-1,0 1 0,0-1 1,-1 1-1,1-1 0,-1 1 0,1-1 1,-1 0-1,0 0 0,0 0 1,0 0-1,0 0 0,-3 2 0,50-42-311,-23 17-55,2 1 0,0 1 0,1 1 0,48-25 0,-73 42 304,1 1 0,0 0-1,0-1 1,-1 1-1,1 0 1,0 0 0,0 0-1,0 0 1,-1 0-1,1-1 1,0 2 0,0-1-1,0 0 1,0 0-1,-1 0 1,1 0-1,0 0 1,0 1 0,0-1-1,-1 0 1,1 1-1,0-1 1,0 0 0,-1 1-1,1-1 1,0 1-1,-1-1 1,1 1 0,-1 0-1,1-1 1,-1 1-1,1-1 1,-1 1 0,1 0-1,-1 0 1,1-1-1,-1 1 1,0 0 0,1 0-1,-1-1 1,0 1-1,0 0 1,0 0 0,0 0-1,0 1 1,2 7 221,-1 0 1,-1 0-1,0 15 1,0-5 378,0 47 203,0-66-867,0 0 0,0 0 0,1 1 0,-1-1 1,0 0-1,0 0 0,0 0 0,0 1 1,0-1-1,0 0 0,1 0 0,-1 0 1,0 0-1,0 1 0,0-1 0,0 0 1,1 0-1,-1 0 0,0 0 0,0 0 0,0 0 1,1 1-1,-1-1 0,0 0 0,0 0 1,1 0-1,-1 0 0,0 0 0,0 0 1,0 0-1,1 0 0,-1 0 0,0 0 1,0 0-1,1 0 0,-1 0 0,0 0 0,0 0 1,1-1-1,-1 1 0,0 0 0,0 0 1,0 0-1,1 0 0,12-8-4342,1-11-2458</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4.347"/>
    </inkml:context>
    <inkml:brush xml:id="br0">
      <inkml:brushProperty name="width" value="0.025" units="cm"/>
      <inkml:brushProperty name="height" value="0.025" units="cm"/>
    </inkml:brush>
  </inkml:definitions>
  <inkml:trace contextRef="#ctx0" brushRef="#br0">6 58 336,'0'0'10826,"-1"-8"-9224,-3-27-203,4 35-1220,0-1 0,0 1 0,0-1 0,0 1 0,0-1 0,0 1 0,0-1-1,0 1 1,0-1 0,0 1 0,0-1 0,0 1 0,0-1 0,1 1 0,-1-1 0,0 1 0,0-1 0,1 1 0,-1-1 0,0 1-1,1 0 1,-1-1 0,0 1 0,1-1 0,-1 1 0,1 0 0,-1 0 0,0-1 0,1 1 0,-1 0 0,1-1 0,-1 1 0,1 0 0,-1 0-1,1 0 1,0 0 0,19 0 846,-15 1-300,162 5 4038,81-6-4569,-262 1-1283,-1 1 1,1 0 0,0 2-1,-19 6 1,-4 0-3712,4-1-1702</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4.553"/>
    </inkml:context>
    <inkml:brush xml:id="br0">
      <inkml:brushProperty name="width" value="0.025" units="cm"/>
      <inkml:brushProperty name="height" value="0.025" units="cm"/>
    </inkml:brush>
  </inkml:definitions>
  <inkml:trace contextRef="#ctx0" brushRef="#br0">1 1 6569,'0'0'16204,"151"0"-14580,-109 0-288,-7 0-263,-2 0-545,-12 0-288,-3 0-176,-7 0-64,-2 3-96,0 0-480,6-3-1617,-3 0-3712,6 0-10554</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5.554"/>
    </inkml:context>
    <inkml:brush xml:id="br0">
      <inkml:brushProperty name="width" value="0.025" units="cm"/>
      <inkml:brushProperty name="height" value="0.025" units="cm"/>
    </inkml:brush>
  </inkml:definitions>
  <inkml:trace contextRef="#ctx0" brushRef="#br0">1 63 6793,'0'0'13685,"4"2"-12460,2 1-1016,0 0-1,1-1 1,0 0-1,0 0 0,0-1 1,0 0-1,0 0 1,0 0-1,0-1 1,0 0-1,0 0 0,8-2 1,8-1-129,0-1 1,34-11 0,111-41 16,-166 55 434,-17 9 69,7-3-497,1 0-1,0 1 1,0 0-1,1 1 1,-1-1 0,2 1-1,-1 0 1,1 1 0,0-1-1,-7 15 1,9-15-67,0-1-1,1 1 1,0 0 0,0 0 0,0 0 0,1 0-1,0 0 1,0 1 0,1-1 0,0 0-1,0 0 1,1 1 0,-1-1 0,3 8 0,-2-13-41,1 0 1,-1-1 0,0 1 0,1 0 0,-1 0 0,1-1-1,-1 1 1,1-1 0,0 1 0,0-1 0,0 1-1,0-1 1,0 0 0,0 0 0,0 0 0,0 0 0,0-1-1,0 1 1,0-1 0,1 1 0,-1-1 0,0 1 0,0-1-1,3 0 1,2 0-204,1 1-1,-1-1 1,0 0 0,0-1-1,0 0 1,14-3 0,-13 0-641,-1 0 1,1 0 0,-1 0-1,0-1 1,0 0 0,-1-1-1,1 1 1,5-8 0,13-16-6549</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5.839"/>
    </inkml:context>
    <inkml:brush xml:id="br0">
      <inkml:brushProperty name="width" value="0.025" units="cm"/>
      <inkml:brushProperty name="height" value="0.025" units="cm"/>
    </inkml:brush>
  </inkml:definitions>
  <inkml:trace contextRef="#ctx0" brushRef="#br0">7 1 13171,'0'0'15825,"-2"3"-12476,-2 9-2927,4-8-572,0 1 0,0-1 0,0 0 0,1 0 0,-1 1 0,1-1 0,0 0 0,3 8 0,-2-10-146,-1 0 1,1 0-1,-1 0 0,1 0 1,-1-1-1,1 1 0,0 0 1,0-1-1,0 0 0,0 1 1,0-1-1,0 0 0,1 0 1,-1 0-1,0 0 0,1 0 1,2 0-1,21 4-6787</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6.221"/>
    </inkml:context>
    <inkml:brush xml:id="br0">
      <inkml:brushProperty name="width" value="0.025" units="cm"/>
      <inkml:brushProperty name="height" value="0.025" units="cm"/>
    </inkml:brush>
  </inkml:definitions>
  <inkml:trace contextRef="#ctx0" brushRef="#br0">0 0 7890,'0'0'20036,"6"17"-16806,-4-11-5645,-1-2-3729</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6.522"/>
    </inkml:context>
    <inkml:brush xml:id="br0">
      <inkml:brushProperty name="width" value="0.025" units="cm"/>
      <inkml:brushProperty name="height" value="0.025" units="cm"/>
    </inkml:brush>
  </inkml:definitions>
  <inkml:trace contextRef="#ctx0" brushRef="#br0">321 0 8618,'0'3'5889,"-3"0"-3280,-3 3 1255,-3 3-1463,-3 0-657,-8 6-567,-7 2-433,-3 4-352,-3 6-256,-2 0-136,-19 23-200,7-8-2001,2-4-4680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8.966"/>
    </inkml:context>
    <inkml:brush xml:id="br0">
      <inkml:brushProperty name="width" value="0.025" units="cm"/>
      <inkml:brushProperty name="height" value="0.025" units="cm"/>
    </inkml:brush>
  </inkml:definitions>
  <inkml:trace contextRef="#ctx0" brushRef="#br0">187 1 9394,'0'0'9926,"-9"35"-8839,-30 118-311,32-116-429,1 0 0,-1 74 0,4-40-54,-15 102 225,13-143-491,-1 1 1,-2-1-1,-17 44 1,7-43-576,5-22-1883,12-9 2112,0 0 1,1 0-1,-1 0 0,0 0 0,0 0 0,0 0 0,1 0 1,-1 0-1,0-1 0,0 1 0,1 0 0,-1 0 0,0-1 1,1 1-1,-1 0 0,0-1 0,1 1 0,-1-1 0,-1 0 1,-5-11-7839</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9.283"/>
    </inkml:context>
    <inkml:brush xml:id="br0">
      <inkml:brushProperty name="width" value="0.025" units="cm"/>
      <inkml:brushProperty name="height" value="0.025" units="cm"/>
    </inkml:brush>
  </inkml:definitions>
  <inkml:trace contextRef="#ctx0" brushRef="#br0">0 11 7578,'0'0'10686,"26"-3"-8903,80-5-431,-102 8-1269,1 1-1,-1 0 0,0-1 1,1 1-1,-1 1 1,0-1-1,1 1 0,-1 0 1,0 0-1,0 0 0,0 0 1,-1 1-1,1-1 1,-1 1-1,1 0 0,-1 0 1,0 0-1,0 1 1,0-1-1,0 1 0,-1-1 1,5 9-1,1-1 110,-4-5-112,0-1 0,0 1 0,0 0-1,-1 0 1,1 0 0,-1 1-1,-1-1 1,1 1 0,-1-1 0,-1 1-1,1 0 1,-1 0 0,1 9 0,-3-15-65,1 0 1,-1-1 0,1 1 0,-1 0 0,1 0 0,-1-1 0,0 1 0,0 0-1,1-1 1,-1 1 0,0-1 0,0 1 0,1-1 0,-1 1 0,0-1-1,0 1 1,0-1 0,0 0 0,0 1 0,0-1 0,0 0 0,0 0-1,1 0 1,-1 0 0,-2 0 0,-29 3 83,29-3-78,-115 3 153,67-3-6851</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9.696"/>
    </inkml:context>
    <inkml:brush xml:id="br0">
      <inkml:brushProperty name="width" value="0.025" units="cm"/>
      <inkml:brushProperty name="height" value="0.025" units="cm"/>
    </inkml:brush>
  </inkml:definitions>
  <inkml:trace contextRef="#ctx0" brushRef="#br0">125 39 9706,'0'0'12311,"-7"-1"-11953,3 1-338,0 0-1,0 0 1,1 0-1,-1 1 1,0-1-1,0 1 1,0 0-1,0 0 1,0 0-1,0 0 1,1 1-1,-1 0 1,1-1-1,-1 1 1,1 1-1,0-1 1,0 0-1,0 1 1,0 0-1,-3 3 1,2-2 3,0 2 1,0-1-1,1 0 0,0 1 0,0-1 1,0 1-1,0 0 0,1 0 1,-2 11-1,1-2 9,1-1 1,1 1-1,1 16 1,-1-29-39,1 0 0,0 0 0,1 0 0,-1 0 0,0-1 0,1 1 0,-1 0 0,1 0 0,-1 0 0,1 0 0,0 0 0,0 0 0,0-1 0,0 1 0,0 0 0,0-1 0,0 1 0,1-1 0,-1 1 0,0-1 0,1 0 0,-1 1 1,1-1-1,0 0 0,-1 0 0,1 0 0,0 0 0,0-1 0,2 2 0,5 0-34,0 0 0,0-1 1,0 0-1,0 0 1,12-1-1,-15 0 45,-2-1 0,-1 1 1,0-1 0,1 0 0,-1 0 0,0 0 0,1-1 0,-1 1 0,0-1 0,0 1-1,0-1 1,0 0 0,0 0 0,0 0 0,-1-1 0,1 1 0,-1-1 0,0 0 0,1 1-1,-1-1 1,-1 0 0,1 0 0,0 0 0,-1 0 0,1-1 0,-1 1 0,1-5 0,3-4 28,-2 0 0,0-1 0,0 1 1,-1-1-1,-1 0 0,1-13 0,-2 20 7,0 0 0,0 0-1,-1 0 1,0 1 0,0-1-1,0 0 1,-1 1 0,0-1-1,0 1 1,-3-7-1,4 10-71,-1-1 0,0 1 0,0-1 0,0 1 0,-1 0-1,1 0 1,0 0 0,-1 0 0,1 1 0,-1-1 0,0 1-1,1-1 1,-1 1 0,0 0 0,0 0 0,0 0-1,0 0 1,0 1 0,0-1 0,0 1 0,-4 0 0,3-1-116,-14 1-1835,18 0 1741,-1 0 0,1 0 0,-1 0 0,0 1-1,1-1 1,-1 0 0,1 0 0,-1 0 0,1 1-1,-1-1 1,0 0 0,1 1 0,-1-1 0,1 0-1,0 1 1,-1-1 0,1 1 0,-1-1 0,1 1 0,0-1-1,-1 1 1,1-1 0,0 1 0,-1-1 0,1 2-1,-1 9-6012</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076"/>
    </inkml:context>
    <inkml:brush xml:id="br0">
      <inkml:brushProperty name="width" value="0.025" units="cm"/>
      <inkml:brushProperty name="height" value="0.025" units="cm"/>
    </inkml:brush>
  </inkml:definitions>
  <inkml:trace contextRef="#ctx0" brushRef="#br0">277 0 12939,'0'0'11932,"-27"2"-11204,-88 6-224,108-7-470,-1-1 0,1 1 1,-1 1-1,1 0 0,0 0 0,0 0 1,0 1-1,0 0 0,0 0 0,1 1 1,-1-1-1,-7 7 0,4-3-27,8-6-15,1 0 1,-1 0-1,0 1 1,1-1-1,-1 0 1,1 1-1,-1-1 1,1 1-1,0-1 1,-1 1-1,1 0 1,0 0-1,0-1 1,0 1-1,0 0 1,1 0-1,-1 0 1,0 0-1,1 0 1,0 0-1,-1 0 1,1 0-1,0 0 1,0 0-1,0 0 1,0 0-1,0 0 1,1 0-1,-1 0 1,1 0-1,-1 0 1,2 4-1,2 1-74,0-1 0,0 1 0,0-1 1,1 0-1,0 0 0,0-1 0,7 7 0,-8-9 40,6 7-271,0 0 0,15 18 0,-23-24 244,1 0 0,-1-1 0,0 1 0,0 0 0,0 0 0,-1 1 0,1-1-1,-1 0 1,0 1 0,-1-1 0,1 0 0,0 7 0,-2-9 69,1-1 0,-1 1 0,1-1 0,-1 0 0,0 1 0,0-1 0,1 0-1,-1 0 1,0 0 0,0 0 0,0 0 0,0 0 0,-1 0 0,1 0 0,0 0 0,0 0 0,0 0 0,-1-1 0,1 1 0,0 0-1,-1-1 1,1 1 0,-1-1 0,1 0 0,-3 1 0,-41 5 34,44-6-197,0 1-1,-1-1 1,1 0 0,-1 0-1,1 0 1,-1 0 0,1-1-1,-1 1 1,1 0 0,0-1-1,-1 1 1,1 0 0,0-1-1,-1 0 1,1 1 0,0-1-1,-1 0 1,1 0 0,0 0-1,0 1 1,-1-3 0,0 0-547,2 0 1,-1 1-1,0-1 1,0 0 0,1 0-1,0 0 1,-1 0-1,1 0 1,1-5-1,-1-13-7646</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284"/>
    </inkml:context>
    <inkml:brush xml:id="br0">
      <inkml:brushProperty name="width" value="0.025" units="cm"/>
      <inkml:brushProperty name="height" value="0.025" units="cm"/>
    </inkml:brush>
  </inkml:definitions>
  <inkml:trace contextRef="#ctx0" brushRef="#br0">13 1 11803,'0'0'14315,"0"145"-14091,0-130-160,0-6-64,-6-3-168,3-6-1089,0 0-2776,3-9-2568</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458"/>
    </inkml:context>
    <inkml:brush xml:id="br0">
      <inkml:brushProperty name="width" value="0.025" units="cm"/>
      <inkml:brushProperty name="height" value="0.025" units="cm"/>
    </inkml:brush>
  </inkml:definitions>
  <inkml:trace contextRef="#ctx0" brushRef="#br0">0 1 9458,'0'0'15259,"27"41"-15411,-6-20-720,0-9-2049,-1 0-3120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680"/>
    </inkml:context>
    <inkml:brush xml:id="br0">
      <inkml:brushProperty name="width" value="0.025" units="cm"/>
      <inkml:brushProperty name="height" value="0.025" units="cm"/>
    </inkml:brush>
  </inkml:definitions>
  <inkml:trace contextRef="#ctx0" brushRef="#br0">212 0 12291,'0'0'10234,"0"158"-7738,-12-105-1151,-3 1-497,-3-1-136,1-2-440,-1-4-184,3-5-88,0-7-88,-6-2-616,-9 3-1321,4-13-2055,2-5-2074</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982"/>
    </inkml:context>
    <inkml:brush xml:id="br0">
      <inkml:brushProperty name="width" value="0.025" units="cm"/>
      <inkml:brushProperty name="height" value="0.025" units="cm"/>
    </inkml:brush>
  </inkml:definitions>
  <inkml:trace contextRef="#ctx0" brushRef="#br0">1 0 12579,'0'0'11530,"26"1"-11043,80 4-106,-102-5-359,-1 0-1,1 0 0,0 0 1,0 1-1,-1-1 0,1 1 0,-1 0 1,1 0-1,-1 0 0,1 1 1,-1-1-1,0 1 0,1 0 1,-1 0-1,0 0 0,0 0 0,0 0 1,-1 1-1,1 0 0,-1-1 1,1 1-1,-1 0 0,0 0 0,0 0 1,3 5-1,-3 0 9,0 0 1,0 1-1,-1-1 0,0 0 1,-1 1-1,0-1 0,0 0 1,-2 10-1,1 10 89,1-28-129,-2 44 181,1-41-317,1 0 1,-1 0-1,1 0 0,-1 0 0,0 0 1,0 0-1,0 0 0,0-1 0,-1 1 0,1 0 1,-1-1-1,-2 3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1.173"/>
    </inkml:context>
    <inkml:brush xml:id="br0">
      <inkml:brushProperty name="width" value="0.025" units="cm"/>
      <inkml:brushProperty name="height" value="0.025" units="cm"/>
    </inkml:brush>
  </inkml:definitions>
  <inkml:trace contextRef="#ctx0" brushRef="#br0">1 4 13315,'0'0'13587,"0"-3"-14115,0 33-1529,0-1-3328,6 1-3345</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1.872"/>
    </inkml:context>
    <inkml:brush xml:id="br0">
      <inkml:brushProperty name="width" value="0.025" units="cm"/>
      <inkml:brushProperty name="height" value="0.025" units="cm"/>
    </inkml:brush>
  </inkml:definitions>
  <inkml:trace contextRef="#ctx0" brushRef="#br0">117 166 9234,'0'0'17232,"-18"11"-17052,-55 33-110,72-43-70,-1 1 0,0-1 0,0 0 0,0 1 0,1-1 0,-1 1 0,1 0-1,-1-1 1,1 1 0,0 0 0,-1 0 0,1 0 0,0 0 0,0 0 0,0 0-1,1 0 1,-1 0 0,0 1 0,1-1 0,0 0 0,-1 0 0,1 1 0,0-1-1,0 0 1,0 0 0,0 1 0,1-1 0,0 4 0,1 7-47,-2-12 41,0 1 0,0-1 1,0 1-1,1-1 0,-1 1 1,1-1-1,-1 0 0,1 1 1,-1-1-1,1 1 0,0-1 1,0 0-1,0 0 1,0 1-1,0-1 0,0 0 1,0 0-1,0 0 0,0 0 1,0 0-1,1 0 0,-1-1 1,0 1-1,1 0 0,-1-1 1,0 1-1,1-1 0,-1 1 1,1-1-1,-1 1 0,3-1 1,6 2-21,0-1 0,0-1 0,18 0 0,-15 0 7,-11 0 5,1 0 0,-1-1 1,1 1-1,-1-1 0,1 1 0,-1-1 1,0 0-1,1 0 0,-1 0 1,0 0-1,1 0 0,-1 0 0,0 0 1,0-1-1,0 0 0,0 1 1,0-1-1,-1 0 0,1 0 0,0 0 1,-1 0-1,0 0 0,1 0 1,-1 0-1,0 0 0,0 0 1,0-1-1,0 1 0,0-1 0,-1 1 1,1-3-1,2-10-107,-1 1-1,-1-1 1,0 0-1,-2-17 1,1 12-28,-6-124-980,6 143 1124,0-1 0,1 1-1,-1 0 1,0 0-1,1 0 1,-1 0 0,1 0-1,-1 0 1,1 0-1,-1 0 1,1 0 0,0 0-1,-1 0 1,1 0-1,0 1 1,0-1 0,0 0-1,-1 0 1,1 1-1,0-1 1,0 1-1,0-1 1,0 1 0,0-1-1,0 1 1,0-1-1,1 1 1,-1 0 0,0 0-1,0-1 1,2 1-1,0 0 13,1-1-1,-1 1 1,0 0-1,0 0 0,1 1 1,-1-1-1,0 0 1,0 1-1,0 0 1,1 0-1,2 1 0,3 5 23,0 0 0,-1 0 0,0 1 0,0 0 0,-1 0 0,0 1 0,-1 0 0,1 0-1,-2 1 1,1-1 0,6 18 0,-10-16 212,1 0-1,-1-1 0,-1 1 1,0 0-1,0 0 1,-2 13-1,1-12 351,0-11-279,1-6-164,3-1-168,-1-1-1,1 1 1,0 0-1,0 0 1,1 0 0,0 1-1,0 0 1,0-1-1,0 2 1,1-1-1,0 1 1,0 0 0,7-4-1,-5 3 20,1 1 0,0 0 0,0 1 0,0-1 0,0 2 0,0-1 0,1 1 0,-1 1 0,15-1 0,-22 2 29,-1 1 0,1-1 0,0 1 0,-1 0 0,1-1 0,-1 1 0,1 0 0,-1 0 0,1 0 1,-1 0-1,0 0 0,1 0 0,-1 1 0,0-1 0,0 0 0,0 1 0,0-1 0,0 1 0,0-1 0,0 1 0,-1-1 0,1 1 0,-1 0 0,1-1 0,-1 1 0,1 0 0,-1-1 0,0 4 1,7 57 1259,-6-53-924,-1 68 519,0-76-912,0-1-1,0 1 1,1 0 0,-1-1 0,0 1 0,0 0-1,0-1 1,1 1 0,-1 0 0,0-1 0,1 1-1,-1 0 1,1-1 0,-1 1 0,1-1 0,-1 1-1,0-1 1,1 1 0,0-1 0,-1 0 0,1 1-1,-1-1 1,1 1 0,0-1 0,-1 0 0,1 0-1,0 1 1,-1-1 0,1 0 0,0 0 0,-1 0-1,2 0 1,25 1-1590,-20-1 913,31-3-4812,5-12-3980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2.206"/>
    </inkml:context>
    <inkml:brush xml:id="br0">
      <inkml:brushProperty name="width" value="0.025" units="cm"/>
      <inkml:brushProperty name="height" value="0.025" units="cm"/>
    </inkml:brush>
  </inkml:definitions>
  <inkml:trace contextRef="#ctx0" brushRef="#br0">0 0 3809,'0'0'16099,"7"2"-14177,26 4-764,1-2 1,-1-1-1,0-2 1,37-4-1,-1 2-843,-11-2 128,-33 1-1294,-2 1-3388,-43 3-7,-6 8-1731</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2.398"/>
    </inkml:context>
    <inkml:brush xml:id="br0">
      <inkml:brushProperty name="width" value="0.025" units="cm"/>
      <inkml:brushProperty name="height" value="0.025" units="cm"/>
    </inkml:brush>
  </inkml:definitions>
  <inkml:trace contextRef="#ctx0" brushRef="#br0">1 39 8666,'0'0'18188,"160"21"-17092,-124-21-400,-1 0-472,-2 0-224,-3 0-72,11-21-912,-5 3-3417,-3-2-7986</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3.253"/>
    </inkml:context>
    <inkml:brush xml:id="br0">
      <inkml:brushProperty name="width" value="0.025" units="cm"/>
      <inkml:brushProperty name="height" value="0.025" units="cm"/>
    </inkml:brush>
  </inkml:definitions>
  <inkml:trace contextRef="#ctx0" brushRef="#br0">443 1 1712,'1'1'22469,"1"14"-22363,-2 573 747,0-583-849,0 0 0,-1 1 0,1-1 0,-1 0 0,0 0 0,-1-1 0,1 1 0,-1 0-1,0 0 1,0-1 0,0 1 0,-1-1 0,1 1 0,-1-1 0,0 0 0,-1 0 0,1 0 0,-1-1 0,1 1 0,-1-1 0,0 0 0,0 0 0,-1 0-1,1-1 1,0 1 0,-1-1 0,0 0 0,-9 2 0,-7 2 20,0-1 0,-1-2 0,1 0 1,-1-1-1,-30-2 0,45 0 14,0-1 1,0-1 0,1 1 0,-1-1-1,0-1 1,1 1 0,-1-1 0,1 0-1,0-1 1,0 1 0,0-1 0,0 0-1,1-1 1,-1 1 0,1-1-1,0 0 1,1-1 0,-1 1 0,-5-10-1,-1-1 74,2 0-1,0 0 0,0-1 1,2 0-1,0 0 0,-6-25 0,10 28-286,0 0 0,1 0 0,1-1-1,1 1 1,0 0 0,3-28-1,-2 40-408,0-1 0,0 0-1,0 0 1,0 1 0,0-1-1,1 1 1,-1-1 0,1 1-1,-1-1 1,5-3-1,8-9-6965</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3.889"/>
    </inkml:context>
    <inkml:brush xml:id="br0">
      <inkml:brushProperty name="width" value="0.025" units="cm"/>
      <inkml:brushProperty name="height" value="0.025" units="cm"/>
    </inkml:brush>
  </inkml:definitions>
  <inkml:trace contextRef="#ctx0" brushRef="#br0">7 0 7538,'0'0'14051,"5"9"-11472,-4-3-2409,-1-4-86,0 0 0,0 0 0,0 0-1,0 0 1,0 0 0,0 0 0,-1 0 0,1-1 0,0 1-1,-1 0 1,0 0 0,1 0 0,-1 0 0,0 0 0,0-1 0,0 1-1,0 0 1,0-1 0,-2 2 0,3-2 288,0-8 231,2-21-289,-2 27-298,0 1 0,0-1 0,0 1 0,0-1 0,1 1 0,-1-1 0,0 1 0,0 0 0,0-1 0,1 1 0,-1-1 0,0 1 1,1 0-1,-1-1 0,0 1 0,1 0 0,-1-1 0,0 1 0,1 0 0,-1 0 0,0-1 0,1 1 0,-1 0 0,1 0 0,-1 0 0,1-1 1,-1 1-1,0 0 0,1 0 0,-1 0 0,1 0 0,-1 0 0,1 0 0,-1 0 0,1 0 0,-1 0 0,1 0 0,-1 0 0,1 0 0,-1 1 1,0-1-1,1 0 0,-1 0 0,1 0 0,-1 1 0,0-1 0,1 0 0,-1 0 0,1 1 0,-1-1 0,0 0 0,1 1 0,0 0-9,0 0-1,0 0 0,0 0 0,0 0 0,-1 0 0,1 0 1,0 0-1,0 0 0,-1 0 0,1 0 0,-1 0 0,1 0 1,-1 1-1,1-1 0,-1 0 0,0 0 0,0 1 0,0-1 1,1 3-1,-1-3-363,0 0 0,-1-1-1,1 1 1,0 0 0,0 0 0,0 0 0,0 0 0,-1 0 0,1-1 0,0 1 0,-1 0 0,1 0 0,-1-1 0,1 1 0,-1 0-1,1 0 1,-2 0 0,-7 6-8715</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6.657"/>
    </inkml:context>
    <inkml:brush xml:id="br0">
      <inkml:brushProperty name="width" value="0.025" units="cm"/>
      <inkml:brushProperty name="height" value="0.025" units="cm"/>
    </inkml:brush>
  </inkml:definitions>
  <inkml:trace contextRef="#ctx0" brushRef="#br0">0 1 4865,'0'0'17061,"36"0"-13751,6 0-2922,0 1-1,0 2 1,-1 2-1,51 13 1,-41-6-370,-21-5-3,-1 0 0,1 2 0,33 16 0,-62-24-17,0-1 0,0 1-1,0 0 1,0-1 0,0 1-1,-1 0 1,1 0 0,0 0-1,-1 0 1,1 0-1,0 0 1,-1 0 0,1 0-1,-1 0 1,1 0 0,-1 0-1,0 0 1,0 0-1,1 0 1,-1 1 0,0-1-1,0 0 1,0 0 0,0 0-1,0 0 1,0 0-1,-1 1 1,1-1 0,0 0-1,0 0 1,-1 0 0,1 0-1,-2 2 1,1 1 17,-2 1-1,1 0 1,0-1 0,-1 1 0,0-1-1,-3 4 1,-56 56 22,41-44-24,0 1 0,-24 34 0,39-47-12,1 1 1,0-1-1,0 1 0,1 0 0,1 0 1,-1 0-1,1 1 0,1 0 0,0-1 0,0 1 1,0 12-1,1-12-1,0 7 1,0 1-1,1-1 1,1 1 0,1-1-1,4 21 1,-5-33-1,1 1 0,0-1 1,0 0-1,1 0 0,-1-1 0,1 1 0,0-1 0,1 1 1,-1-1-1,1 0 0,-1 0 0,1 0 0,0 0 0,1-1 1,-1 0-1,1 0 0,-1 0 0,1 0 0,0-1 1,0 0-1,6 2 0,1 0 7,1-1 0,0 0 0,0-1 0,0-1 0,0 0 1,1 0-1,-1-1 0,19-3 0,-30 2-2,-1 1 1,0 0 0,0-1-1,1 1 1,-1 0-1,0-1 1,0 0-1,0 1 1,0-1 0,0 0-1,1 1 1,-1-1-1,-1 0 1,1 0 0,0 0-1,0 0 1,0 0-1,0 0 1,-1 0-1,1 0 1,0 0 0,-1-1-1,1 1 1,-1 0-1,1 0 1,-1 0-1,0-1 1,0 1 0,1 0-1,-1 0 1,0-1-1,0-1 1,-22 4 27,15 2-37,1-1-1,-1 1 1,1 0-1,0 1 1,0-1-1,0 1 1,1 0-1,-1 1 1,1-1-1,0 1 1,-5 6-1,-3 4 2,1 0-1,-19 32 0,24-34-8,1 0 0,0 0-1,1 1 1,0 0 0,2 0 0,-5 28 0,4 0-131,2 46 0,2-84 118,0 0 0,0 0 0,0 0 0,1 0-1,0 0 1,0 0 0,0 0 0,0-1 0,0 1 0,1 0 0,0-1-1,0 1 1,0-1 0,0 1 0,0-1 0,4 4 0,10 16-143,-16-23 184,0 1 0,-1-1 0,1 1 0,0-1 0,0 0 0,-1 1-1,1-1 1,-1 1 0,1-1 0,0 0 0,-1 1 0,1-1 0,-1 0 0,1 0-1,-1 1 1,1-1 0,-1 0 0,1 0 0,-1 0 0,1 0 0,-1 1 0,1-1-1,-1 0 1,1 0 0,-1 0 0,1 0 0,-1 0 0,0 0 0,0-1-1,-26 4 49,23-3-28,-181 4 459,120-5 746,64 1 187,31 1-1480,-25 0-226,0 1-1,-1-1 1,0 1 0,1 0 0,-1 0-1,0 0 1,0 1 0,0 0-1,0-1 1,-1 1 0,1 1 0,3 3-1,10 8-3821,7 3-5083</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5.636"/>
    </inkml:context>
    <inkml:brush xml:id="br0">
      <inkml:brushProperty name="width" value="0.025" units="cm"/>
      <inkml:brushProperty name="height" value="0.025" units="cm"/>
    </inkml:brush>
  </inkml:definitions>
  <inkml:trace contextRef="#ctx0" brushRef="#br0">317 75 3185,'0'0'2140,"3"0"-365,-2 0-1724,0 1 113,0-1 0,-1 0 0,1 0 0,0 0-1,0 0 1,0 0 0,-1 0 0,1 0 0,0 0 0,0 0 0,-1-1 0,1 1 0,0 0 0,0 0 0,-1-1 0,1 1 0,0 0 0,-1-1-1,1 1 1,0-1 0,-1 1 0,1-1 0,-1 1 0,1-1 0,-1 1 0,1-1 0,-1 0 0,1 1 0,-1-1 0,1 0 0,-1 1 0,0-1-1,1 0 1,-1 1 0,1-4 4285,-20-7-2162,-1 7-1915,-1 0-1,0 2 1,0 1-1,-38 2 1,15 0-185,41-1-182,0 1 1,0-1 0,0 1 0,0 0-1,0 0 1,0 0 0,1 0-1,-1 1 1,0-1 0,1 1 0,-1 0-1,1-1 1,0 1 0,-1 1 0,1-1-1,-3 4 1,-33 46 69,26-33 10,6-11-38,1 1 0,0 1 0,1-1 0,0 1 0,0-1 0,1 1 0,1 0 0,-1 0 1,2 1-1,-1-1 0,1 0 0,1 1 0,1 17 0,-1-27-34,-1 1 1,1-1 0,0 0-1,0 1 1,0-1-1,1 1 1,-1-1-1,0 1 1,0-1 0,1 0-1,-1 1 1,1-1-1,-1 0 1,1 1 0,0-1-1,-1 0 1,1 0-1,0 1 1,0-1-1,0 0 1,0 0 0,0 0-1,0 0 1,2 1-1,1-1 8,-1 0-1,1 0 0,0 0 0,0 0 1,0-1-1,0 0 0,0 0 0,4 0 0,-7 0-17,5 0 10,-1 0 1,1 0 0,0 0-1,-1-1 1,1 0-1,-1 0 1,1 0-1,-1-1 1,1 0-1,-1 0 1,0 0-1,0-1 1,0 0-1,0 0 1,0 0 0,0 0-1,-1-1 1,0 0-1,6-6 1,6-6-5,-2 0 0,0-1-1,-1-1 1,-1 0 0,0-1 0,-1 0 0,-2-1 0,0 0 0,12-39 0,-4 12-12,-8 31 22,-6 16 19,-2 7 29,-1 167 1723,0-171-1754,0 0-1,1 0 1,0 0-1,0 0 1,0 0-1,0-1 1,0 1-1,0 0 1,1 0-1,-1-1 1,1 1-1,0-1 1,0 1-1,0-1 1,0 0-1,0 0 1,0 0-1,1 0 0,-1 0 1,1 0-1,-1-1 1,5 3-1,8 3 208,0 0 0,30 9 0,-31-12-93,58 24 497,-44-16-309,45 13 0,-67-24-213</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6.987"/>
    </inkml:context>
    <inkml:brush xml:id="br0">
      <inkml:brushProperty name="width" value="0.025" units="cm"/>
      <inkml:brushProperty name="height" value="0.025" units="cm"/>
    </inkml:brush>
  </inkml:definitions>
  <inkml:trace contextRef="#ctx0" brushRef="#br0">492 13 3417,'0'0'17153,"-4"0"-17531,-150-12 1636,124 12-1246,-1-1-4,0 1-1,0 2 1,0 1 0,-58 14 0,70-12-3,-42 16 64,60-20-17,0 0 0,1 0-1,0-1 1,-1 1 0,1 0-1,-1 0 1,1 0 0,0 0-1,-1-1 1,1 1 0,0 0 0,0 0-1,0 0 1,0 0 0,0 0-1,0 0 1,0 0 0,0 0-1,0-1 1,0 1 0,1 0-1,-1 1 1,8 23 502,2 3-286,0 1 0,-1-1 0,-2 1 0,6 56 0,-8-19-108,-4 75 1,-5-93-118,-2-2 1,-18 70-1,13-73 61,3 0 1,1 1-1,-1 53 1,7-97-92,1 1 1,0-1-1,0 1 0,0-1 1,0 1-1,0-1 1,0 1-1,0-1 1,0 1-1,0-1 0,0 1 1,0-1-1,0 1 1,0-1-1,1 1 1,-1-1-1,0 1 0,0-1 1,0 1-1,1-1 1,-1 1-1,0-1 1,1 1-1,-1-1 0,0 1 1,1-1-1,-1 0 1,0 1-1,1-1 1,-1 0-1,1 1 0,-1-1 1,1 0-1,-1 0 1,1 0-1,-1 1 0,1-1 1,-1 0-1,1 0 1,-1 0-1,1 0 1,-1 0-1,1 0 0,-1 0 1,1 0-1,0 0 1,-1 0-1,1 0 1,-1 0-1,1 0 0,-1 0 1,1-1-1,0 1 1,4 0-42,4-1 44,1 1 0,-1-2-1,0 1 1,1-1 0,-1-1-1,0 0 1,8-4 0,63-34 113,-6 4-74,-62 32-62,1-2-119,0 2 1,0 0-1,0 0 0,1 2 1,0-1-1,-1 2 0,16-2 0,-27 4-494,1 0-1,0-1 0,-1 1 0,1-1 0,-1 0 1,1 1-1,-1-1 0,1 0 0,-1-1 0,4-1 0,2-2-3038,12-3-6893</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7.799"/>
    </inkml:context>
    <inkml:brush xml:id="br0">
      <inkml:brushProperty name="width" value="0.025" units="cm"/>
      <inkml:brushProperty name="height" value="0.025" units="cm"/>
    </inkml:brush>
  </inkml:definitions>
  <inkml:trace contextRef="#ctx0" brushRef="#br0">104 4 2801,'0'0'8752,"0"-4"-4324,0 8 917,-3 61-4376,-16 87 0,3-30-824,-1 59-34,-20 172-97,35-338-46,2-8-27,-1 0 1,0 0-1,0 0 1,0 0-1,-4 8 0,5-14-381,0-4-3049,0-37-3465,0 9 2361</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8.177"/>
    </inkml:context>
    <inkml:brush xml:id="br0">
      <inkml:brushProperty name="width" value="0.025" units="cm"/>
      <inkml:brushProperty name="height" value="0.025" units="cm"/>
    </inkml:brush>
  </inkml:definitions>
  <inkml:trace contextRef="#ctx0" brushRef="#br0">1 103 3929,'0'0'12703,"18"-17"-11734,58-50-201,-74 65-707,0 0 0,1 0 0,-1 0 0,1 1-1,0-1 1,-1 1 0,1 0 0,0 0 0,0 0 0,0 0-1,0 0 1,3 0 0,-4 1-26,-1 0-1,1 0 1,-1 0-1,0 0 1,1 0-1,-1 1 1,1-1-1,-1 0 1,0 1-1,0-1 1,1 1-1,-1 0 1,0-1-1,0 1 1,1 0-1,-1 0 1,2 2-1,-1 0 38,1 1 0,-1-1-1,1 1 1,-1 0 0,0 0-1,0 0 1,-1 0 0,1 1-1,0 4 1,-2-8-66,3 9 117,-2 1-1,0 0 0,0-1 1,-2 22-1,1-8-47,0-23-57,0 1-1,0 0 0,0-1 1,-1 1-1,1-1 0,0 1 1,-1 0-1,1-1 0,-1 1 1,1-1-1,-1 1 0,0-1 1,0 0-1,0 1 1,0-1-1,0 0 0,0 1 1,0-1-1,0 0 0,0 0 1,-2 1-1,0 0 14,0 0 0,0-1 1,0 0-1,0 0 0,0 0 0,-1 0 1,1 0-1,0 0 0,0-1 0,-5 1 0,1-1 7,-1 0-1,1-1 1,-1 0-1,1 0 0,0 0 1,-1-1-1,1 0 0,0 0 1,-8-5-1,13 6-55,0 1-6,0-1 1,0 0-1,0 0 0,0 0 0,1 0 0,-1 0 1,0 0-1,1 0 0,-1-1 0,1 1 1,-1-1-1,1 1 0,0-1 0,-1 1 0,1-1 1,0 0-1,0 0 0,0 1 0,1-1 0,-2-4 1,4 5-369,0 1 0,0-1 0,0 0 0,1 1 0,-1-1 0,0 1 0,0 0 0,1 0 0,-1 0 0,0 0 0,1 0 0,1 1 0,1-1-658,21 0-4111</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8.622"/>
    </inkml:context>
    <inkml:brush xml:id="br0">
      <inkml:brushProperty name="width" value="0.025" units="cm"/>
      <inkml:brushProperty name="height" value="0.025" units="cm"/>
    </inkml:brush>
  </inkml:definitions>
  <inkml:trace contextRef="#ctx0" brushRef="#br0">122 60 3473,'0'0'15347,"0"-1"-15290,0 1 0,0-1 0,0 1 1,0-1-1,0 1 0,-1 0 0,1-1 0,0 1 0,0-1 0,0 1 1,-1 0-1,1-1 0,0 1 0,-1-1 0,1 1 0,0 0 0,-1-1 1,1 1-1,0 0 0,-1 0 0,1-1 0,-1 1 0,1 0 0,0 0 1,-2-1-1,0 1-3,0 0 0,0 0 1,1 0-1,-1 1 1,0-1-1,0 0 1,0 1-1,0 0 0,0-1 1,0 1-1,1 0 1,-1 0-1,0 0 0,0 0 1,1 0-1,-1 0 1,1 0-1,-1 0 0,-1 3 1,-31 30 496,30-30-457,0 0-65,0 0 0,1 1-1,-1 0 1,1 0 0,0 0-1,0 0 1,1 0 0,-1 0-1,1 1 1,0-1 0,1 1-1,-1-1 1,1 1 0,0 0-1,1 0 1,-1-1 0,1 8-1,1-12-31,-1 0 0,0 0-1,0-1 1,0 1-1,0 0 1,1 0-1,-1-1 1,0 1-1,0 0 1,1-1 0,-1 1-1,1 0 1,-1-1-1,1 1 1,-1-1-1,1 1 1,-1 0 0,1-1-1,-1 0 1,1 1-1,0-1 1,-1 1-1,1-1 1,1 1-1,24 5-129,-20-5 104,0-1 0,0 0 0,0-1 0,0 1-1,0-1 1,0 0 0,7-3 0,-8 2 32,-1-1 1,1 0-1,0 0 0,-1-1 0,1 1 0,-1-1 0,0 0 0,0 0 0,0 0 0,-1-1 0,0 1 1,0-1-1,0 0 0,0 0 0,-1 0 0,1 0 0,2-11 0,-2 4 70,0 0 0,-1 0 0,0 0 0,-1-1 0,0 1 0,-1-1 0,-2-13 1,2 25-67,0 0 1,0 0-1,-1 0 1,1 0-1,0 0 1,-1 0-1,1-1 1,-1 1-1,1 0 1,-1 1 0,1-1-1,-1 0 1,0 0-1,1 0 1,-1 0-1,0 0 1,0 1-1,0-1 1,0 0 0,0 1-1,0-1 1,0 1-1,0-1 1,0 1-1,0-1 1,0 1-1,0-1 1,-2 1 0,-34-2-94,26 2-53,10 0 56,1 0 0,-1 0 0,1 1 0,-1-1-1,1 0 1,-1 0 0,1 0 0,-1 0 0,0 1-1,1-1 1,-1 0 0,1 0 0,0 1 0,-1-1 0,1 0-1,-1 1 1,1-1 0,-1 0 0,1 1 0,0-1 0,-1 1-1,1-1 1,0 1 0,-1-1 0,1 1 0,0-1 0,0 1-1,0-1 1,-1 1 0,1-1 0,0 1 0,0 0-1,0-1 1,0 2 0,0-1-397,0 1 1,0-1-1,0 0 0,0 1 1,0-1-1,1 1 0,-1-1 1,0 0-1,1 1 0,-1-1 1,1 0-1,0 0 0,-1 1 1,2 1-1,13 9-7855</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020"/>
    </inkml:context>
    <inkml:brush xml:id="br0">
      <inkml:brushProperty name="width" value="0.025" units="cm"/>
      <inkml:brushProperty name="height" value="0.025" units="cm"/>
    </inkml:brush>
  </inkml:definitions>
  <inkml:trace contextRef="#ctx0" brushRef="#br0">276 1 8834,'0'0'13836,"-28"4"-13029,-86 16-220,62-7-96,51-12-476,0-1 0,0 1 0,0-1 0,0 1 0,0 0-1,0 0 1,0-1 0,0 1 0,0 0 0,0 0 0,1 0 0,-1 0 0,0 0 0,1 0 0,-1 0 0,0 0 0,1 0-1,-1 0 1,1 2 0,-1-2-23,1 0-1,0 0 0,0 0 0,0 0 0,0 0 1,0 0-1,0 0 0,1 0 0,-1 0 0,0 0 1,0 0-1,1-1 0,-1 1 0,1 0 1,-1 0-1,1 0 0,-1 0 0,1 0 0,-1-1 1,1 1-1,0 0 0,-1 0 0,1-1 0,1 2 1,24 17-245,-9-7-92,-13-8 211,-1 0 0,0 0 1,0 0-1,0 0 0,-1 0 0,1 1 1,-1-1-1,0 1 0,3 9 1,-5-12 124,1 0 0,-1-1 0,1 1 0,-1 0 1,0 0-1,0 0 0,0 0 0,0 0 1,0 0-1,-1 0 0,1 0 0,0 0 0,-1 0 1,0 0-1,1 0 0,-1 0 0,0-1 1,0 1-1,0 0 0,0 0 0,0-1 0,0 1 1,-1-1-1,1 1 0,0-1 0,-1 0 1,-2 3-1,-9 4 16,0-1 0,0 0 1,-1-1-1,-23 7 0,-2-7-8098</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258"/>
    </inkml:context>
    <inkml:brush xml:id="br0">
      <inkml:brushProperty name="width" value="0.025" units="cm"/>
      <inkml:brushProperty name="height" value="0.025" units="cm"/>
    </inkml:brush>
  </inkml:definitions>
  <inkml:trace contextRef="#ctx0" brushRef="#br0">90 1 9450,'0'0'15331,"-89"74"-15235,89-68-56,0 0-40,0-3-216,0 0-712</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464"/>
    </inkml:context>
    <inkml:brush xml:id="br0">
      <inkml:brushProperty name="width" value="0.025" units="cm"/>
      <inkml:brushProperty name="height" value="0.025" units="cm"/>
    </inkml:brush>
  </inkml:definitions>
  <inkml:trace contextRef="#ctx0" brushRef="#br0">24 1 5721,'0'0'16908,"-24"23"-16908,24-8 0,12-3-448,24 3-1417,-3-3-2280,2-6-1592</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685"/>
    </inkml:context>
    <inkml:brush xml:id="br0">
      <inkml:brushProperty name="width" value="0.025" units="cm"/>
      <inkml:brushProperty name="height" value="0.025" units="cm"/>
    </inkml:brush>
  </inkml:definitions>
  <inkml:trace contextRef="#ctx0" brushRef="#br0">325 0 10162,'0'0'4484,"-13"26"-1632,2-3-2191,-72 160 3694,37-59-1889,24-62-1852,-2 0 1,-47 84-1,71-145-799,-1 0 0,1-1 1,0 0-1,-1 1 0,1-1 0,-1 1 0,1-1 0,-1 1 1,1-1-1,0 0 0,-1 1 0,0-1 0,1 0 1,-1 0-1,1 1 0,-1-1 0,1 0 0,-1 0 0,1 0 1,-1 1-1,0-1 0,1 0 0,-1 0 0,1 0 0,-1 0 1,0 0-1,1 0 0,-1-1 0,1 1 0,-1 0 1,0 0-1,1 0 0,-1 0 0,1-1 0,-1 1 0,1 0 1,-1-1-1,1 1 0,-1 0 0,1-1 0,-1 1 0,1 0 1,0-1-1,-1 1 0,1-1 0,-1 0 0,-17-23-6103,6 3 817</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971"/>
    </inkml:context>
    <inkml:brush xml:id="br0">
      <inkml:brushProperty name="width" value="0.025" units="cm"/>
      <inkml:brushProperty name="height" value="0.025" units="cm"/>
    </inkml:brush>
  </inkml:definitions>
  <inkml:trace contextRef="#ctx0" brushRef="#br0">1 60 3065,'0'0'14548,"29"-9"-12662,91-29-350,-113 35-1321,0 1 0,1 0-1,-1 0 1,1 1 0,-1-1-1,1 2 1,-1-1 0,1 1-1,-1 0 1,1 1 0,0 0 0,12 3-1,-13-3-58,-4 0-72,0 0 0,0 0 0,0 0 0,0 0 0,0 1 0,-1-1 0,1 1 0,0 0 0,-1-1 0,1 1 0,-1 0 0,0 0 0,1 1 0,-1-1 0,0 1-1,0-1 1,-1 1 0,1-1 0,0 1 0,-1 0 0,0 0 0,0 0 0,1 0 0,-2 0 0,2 4 0,0 7 5,0 0 0,-1 0 0,-1 0 0,-2 22 0,1-1-2128</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0.161"/>
    </inkml:context>
    <inkml:brush xml:id="br0">
      <inkml:brushProperty name="width" value="0.025" units="cm"/>
      <inkml:brushProperty name="height" value="0.025" units="cm"/>
    </inkml:brush>
  </inkml:definitions>
  <inkml:trace contextRef="#ctx0" brushRef="#br0">1 1 10402,'0'0'9522,"35"56"-9914,-20-32-2296,0 0-3642</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0.810"/>
    </inkml:context>
    <inkml:brush xml:id="br0">
      <inkml:brushProperty name="width" value="0.025" units="cm"/>
      <inkml:brushProperty name="height" value="0.025" units="cm"/>
    </inkml:brush>
  </inkml:definitions>
  <inkml:trace contextRef="#ctx0" brushRef="#br0">182 25 8162,'0'0'15542,"-23"22"-14447,-73 68-278,84-80-573,0 1 0,-17 21 0,28-29-224,-1-1 1,1 1-1,0 0 0,0 0 0,0-1 1,0 1-1,1 0 0,-1 0 0,1 0 0,0 0 1,0 0-1,0 5 0,0-7-18,0 0 0,0-1 0,1 1 0,-1 0 0,0-1 0,0 1 0,0 0 0,1-1 0,-1 1 0,0 0 0,1-1 0,-1 1 0,0-1 0,1 1 0,-1-1 0,1 1 0,-1-1 0,1 1-1,-1-1 1,1 1 0,0-1 0,-1 0 0,1 1 0,-1-1 0,2 1 0,24 4 59,27-8 3,-45 1-103,-1 0-1,1 0 0,0-1 1,-1 0-1,0 0 1,1-1-1,-1 0 1,-1 0-1,1 0 0,-1-1 1,1 0-1,-1-1 1,-1 1-1,1-1 1,-1 0-1,0-1 0,0 1 1,-1-1-1,0 0 1,0 0-1,-1 0 1,0 0-1,0-1 1,0 0-1,-1 1 0,1-11 1,-2 5 40,-1 6-14,1 0 1,-1 0 0,1 0-1,1 0 1,3-11 0,-4 16-1,-1 0 1,1 0 0,0 1-1,1-1 1,-1 0-1,0 1 1,0-1 0,1 1-1,-1-1 1,1 1 0,-1 0-1,1 0 1,0 0-1,-1 0 1,1 0 0,0 0-1,0 0 1,0 0-1,0 1 1,0-1 0,-1 1-1,1-1 1,0 1-1,4 0 1,-2-1 11,0 1-1,-1-1 1,1 1 0,0 1-1,0-1 1,0 0-1,0 1 1,0 0 0,-1 0-1,1 0 1,0 0 0,-1 1-1,1-1 1,-1 1-1,1 0 1,-1 0 0,0 0-1,0 1 1,0-1 0,0 1-1,0-1 1,0 1-1,-1 0 1,1 0 0,-1 0-1,0 1 1,0-1 0,0 0-1,0 1 1,-1 0 0,0-1-1,1 1 1,0 7-1,0-2 77,-1 0 0,0 0 0,0 0-1,-1 15 1,-1-6 554,1-23-310,0 3-321,0 0-1,0 0 1,0 0 0,0 0 0,0 0 0,0 0 0,1-1 0,-1 1 0,1 0 0,-1 0 0,1 0 0,0 0 0,0 1 0,0-1 0,0 0 0,0 0 0,2-2 0,5-4-42,-1-1 1,2 1-1,-1 0 1,1 0-1,0 1 0,1 0 1,0 1-1,0 0 1,0 1-1,1 0 1,-1 1-1,1 0 1,18-5-1,-28 9 51,-1 0-1,1 1 0,0-1 1,-1 0-1,1 0 0,0 0 1,-1 0-1,1 1 0,-1-1 1,1 0-1,-1 0 0,1 1 1,-1-1-1,1 0 1,-1 1-1,1-1 0,-1 1 1,1-1-1,-1 1 0,1-1 1,-1 1-1,0-1 0,1 1 1,-1-1-1,0 1 0,1-1 1,-1 1-1,0 0 1,0-1-1,0 1 0,0 0 1,0-1-1,1 1 0,-1-1 1,0 1-1,-1 1 0,1 30 380,0-21-237,0 89 308,0-99-542,0 0 0,0 0-1,0 0 1,0 0 0,0 0 0,0 0-1,1 0 1,-1 0 0,0 0 0,1 0-1,-1 0 1,1 0 0,-1 0 0,1 0-1,0 0 1,-1 0 0,1 0 0,1 0-1,17 9-4865,4-6-2378</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1.699"/>
    </inkml:context>
    <inkml:brush xml:id="br0">
      <inkml:brushProperty name="width" value="0.025" units="cm"/>
      <inkml:brushProperty name="height" value="0.025" units="cm"/>
    </inkml:brush>
  </inkml:definitions>
  <inkml:trace contextRef="#ctx0" brushRef="#br0">0 1 6313,'0'0'9813,"6"1"-8435,112 12 3503,66-3-3159,126-14 1079,-310 40-2038,-2-17-747,0 0-1,-1-1 0,-9 32 1,1-4 17,-10 68 12,4 0 0,-1 197 0,18-156 12,0-154 187,-14-2-223,1-1-1,-26-5 1,-7-2-30,-240-5-469,326 14-987,60 0-6204,-41 3-2284</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2.366"/>
    </inkml:context>
    <inkml:brush xml:id="br0">
      <inkml:brushProperty name="width" value="0.025" units="cm"/>
      <inkml:brushProperty name="height" value="0.025" units="cm"/>
    </inkml:brush>
  </inkml:definitions>
  <inkml:trace contextRef="#ctx0" brushRef="#br0">1 1 4585,'0'0'13756,"7"0"-12219,155 0 2757,92 0-4235,-253 0-546,-4 0-3554,-5 0 2770,0 1 0,0 1 0,0 0 0,0 0 0,0 0 0,-10 5 0,8-3-925,-17 5-6334</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2.590"/>
    </inkml:context>
    <inkml:brush xml:id="br0">
      <inkml:brushProperty name="width" value="0.025" units="cm"/>
      <inkml:brushProperty name="height" value="0.025" units="cm"/>
    </inkml:brush>
  </inkml:definitions>
  <inkml:trace contextRef="#ctx0" brushRef="#br0">1 4 6009,'0'0'13911,"19"0"-12425,134-2 1325,-36 1-2239,-65 1-5269,-40 0-824</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4.109"/>
    </inkml:context>
    <inkml:brush xml:id="br0">
      <inkml:brushProperty name="width" value="0.025" units="cm"/>
      <inkml:brushProperty name="height" value="0.025" units="cm"/>
    </inkml:brush>
  </inkml:definitions>
  <inkml:trace contextRef="#ctx0" brushRef="#br0">352 45 6529,'0'0'9085,"6"0"-8348,16 0-103,-22 0-589,0 0-1,-1 0 1,1 0-1,0-1 1,0 1-1,0 0 1,0 0-1,0 0 1,0 0-1,0 0 1,0 0 0,0-1-1,0 1 1,0 0-1,0 0 1,0 0-1,0 0 1,0 0-1,0-1 1,0 1 0,0 0-1,0 0 1,0 0-1,0 0 1,1 0-1,-1 0 1,0 0-1,0-1 1,0 1 0,0 0-1,0 0 1,0 0-1,0 0 1,0 0-1,0 0 1,1 0-1,-1 0 1,0 0 0,0 0-1,0-1 1,0 1-1,0 0 1,0 0-1,1 0 1,-1 0-1,0 0 1,0 0 0,0 0-1,0 0 1,0 0-1,0 0 1,1 0-1,-1 0 1,0 0-1,0 0 1,0 0 0,0 0-1,0 1 1,-7-6-94,7 5 144,-21-8 24,-1 1-1,1 1 0,-1 1 1,0 1-1,0 1 0,-1 1 1,-34 1-1,51 2-4,-1 0 0,1 0 0,0 1-1,0 0 1,0 0 0,0 0 0,0 0 0,1 1 0,-1 0-1,1 0 1,-1 1 0,1 0 0,0 0 0,1 0 0,-6 6-1,1-1 65,0 1 0,1 0 0,0 0 0,0 1 0,1 0 0,-7 17 0,12-22-134,0 0 0,1 0-1,0 1 1,0-1 0,0 1-1,1-1 1,0 0 0,1 9-1,0 6 194,-1-19-229,0-1 1,0 1 0,1-1-1,-1 1 1,1-1 0,-1 0-1,1 1 1,-1-1-1,1 0 1,0 1 0,-1-1-1,1 0 1,0 0-1,0 0 1,0 1 0,0-1-1,0 0 1,0 0 0,0 0-1,2 0 1,-1 1-9,1-1 9,1-1-1,0 1 1,0-1 0,-1 0-1,1 0 1,0 0-1,0 0 1,5-2 0,-5 1-7,1-1 1,-1 0-1,1 0 1,-1 0 0,0 0-1,0-1 1,0 0-1,0 0 1,-1 0 0,1 0-1,-1 0 1,0-1-1,5-5 1,36-58-96,-35 53 71,-1 2 25,-6 9 3,1-1 1,-1 0-1,1 0 0,-1 1 1,0-1-1,-1 0 0,1-1 0,-1 1 1,0 0-1,0 0 0,1-7 1,-2 11 209,0 0-187,1 2 24,0 0-1,-1 0 1,1 0 0,-1 1-1,0-1 1,1 0 0,-1 0-1,0 0 1,-1 5 0,1-6 1,0 150 1719,1-146-1736,-1 0-1,1 0 1,0 0 0,1-1 0,-1 1 0,1 0-1,0-1 1,0 1 0,0-1 0,0 0-1,1 1 1,0-1 0,0 0 0,0-1 0,0 1-1,1 0 1,-1-1 0,1 0 0,0 0 0,0 0-1,0 0 1,1-1 0,-1 1 0,5 1-1,4 0-129,0 1 0,0-1 0,0-1-1,1-1 1,-1 0 0,1 0-1,20-1 1,-4-1-2010,6 0-1460,-9-1-1581,8-4-6436</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5.520"/>
    </inkml:context>
    <inkml:brush xml:id="br0">
      <inkml:brushProperty name="width" value="0.025" units="cm"/>
      <inkml:brushProperty name="height" value="0.025" units="cm"/>
    </inkml:brush>
  </inkml:definitions>
  <inkml:trace contextRef="#ctx0" brushRef="#br0">774 6 6185,'0'0'11401,"-8"-1"-9979,-14-2-448,0 2-1,-1 1 1,1 0-1,-25 5 1,-34 7-450,-135 3 0,-1-1-452,171-8-93,43-5 18,3 1-1,0-2 20,0 30 595,-2 6-468,-1 0 0,-12 51 1,-3 25-162,-6 172-7,20-123 75,5-102-36,-1-59 335,12-6-514,53-16 175,1 2 0,1 3 0,122-15 0,-112 28-12,-75 4 485,-11-3-11711</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7.906"/>
    </inkml:context>
    <inkml:brush xml:id="br0">
      <inkml:brushProperty name="width" value="0.025" units="cm"/>
      <inkml:brushProperty name="height" value="0.025" units="cm"/>
    </inkml:brush>
  </inkml:definitions>
  <inkml:trace contextRef="#ctx0" brushRef="#br0">1 199 4705,'0'0'12300,"11"-5"-11568,5-5-355,-1 0 0,1-1 0,24-24 0,0-8 235,-26 27-543,0 1 0,2 0 0,30-24-1,-48 42 30,-1 0 1,1-1-1,-1 1 0,1 0 0,0 0 0,0 0 0,1 1 0,-1-1 0,1 0 1,-1 1-1,1-1 0,0 1 0,0-1 0,1 1 0,-1-1 0,0 6 1,-1 72 155,2-62-114,0-16-126,0-1-1,0 0 0,0 0 0,0 0 0,0 0 1,1 0-1,-1 0 0,1 0 0,0 0 1,-1 0-1,1 0 0,0 0 0,0 0 0,0 0 1,0 0-1,1-1 0,-1 1 0,0 0 0,1-1 1,-1 1-1,1-1 0,0 1 0,2 1 1,1-1-337,-1 0 1,1-1 0,-1 1 0,1-1 0,0 0-1,-1-1 1,1 1 0,0-1 0,7 0 0,-12 0 115,1 0 0,-1 0 1,1 0-1,-1 0 0,1 0 1,-1-1-1,1 1 1,-1 0-1,1 0 0,-1-1 1,1 1-1,-1 0 0,1-1 1,-1 1-1,0 0 0,1-1 1,-1 1-1,0-1 0,1 1 1,-1-1-1,0 1 0,1 0 1,-1-1-1,0 1 0,0-1 1,0 1-1,1-1 0,-1 0 1,0 1-1,0-1 0,0 0 1,1-2-1010,2-11-6069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8.317"/>
    </inkml:context>
    <inkml:brush xml:id="br0">
      <inkml:brushProperty name="width" value="0.025" units="cm"/>
      <inkml:brushProperty name="height" value="0.025" units="cm"/>
    </inkml:brush>
  </inkml:definitions>
  <inkml:trace contextRef="#ctx0" brushRef="#br0">36 1 5737,'0'0'11920,"-5"0"-10997,-17 0-102,17 0-112,11 17 1776,7-7-2163,-5-2 717,-20 1-564,-5 1-727,16-6-1544,11-3-2100,9-1-2909</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9.221"/>
    </inkml:context>
    <inkml:brush xml:id="br0">
      <inkml:brushProperty name="width" value="0.025" units="cm"/>
      <inkml:brushProperty name="height" value="0.025" units="cm"/>
    </inkml:brush>
  </inkml:definitions>
  <inkml:trace contextRef="#ctx0" brushRef="#br0">141 21 3569,'0'0'13612,"-8"-11"-10974,23 8-2188,-1 0-1,0 1 1,1 1 0,26 1-1,1 0-219,39-1 2725,-83 18-2316,0 0 1,-1-1-1,-6 24 1,-3 7-549,-3 30-41,4 0 1,-4 116 0,15-193 19,-18 0 310,-109 6-81,111-5-293,1 2 0,-1 0-1,1 1 1,0 1 0,-29 12 0,27-7-14,14-5-209,28-2-1012,-9-3 469,24 2-1928,5 2-3345,-4 2-2707</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9.539"/>
    </inkml:context>
    <inkml:brush xml:id="br0">
      <inkml:brushProperty name="width" value="0.025" units="cm"/>
      <inkml:brushProperty name="height" value="0.025" units="cm"/>
    </inkml:brush>
  </inkml:definitions>
  <inkml:trace contextRef="#ctx0" brushRef="#br0">6 15 7114,'0'0'21147,"1"-4"-19988,3-7-561,-4 18-1333,-5 24-7333,-1-16-880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9.728"/>
    </inkml:context>
    <inkml:brush xml:id="br0">
      <inkml:brushProperty name="width" value="0.025" units="cm"/>
      <inkml:brushProperty name="height" value="0.025" units="cm"/>
    </inkml:brush>
  </inkml:definitions>
  <inkml:trace contextRef="#ctx0" brushRef="#br0">422 1 11146,'0'0'14523,"-148"157"-13122,115-124-921,-3 3-336,-2-1-144,-25 31-648,10-16-1737,2 1-3808</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1.107"/>
    </inkml:context>
    <inkml:brush xml:id="br0">
      <inkml:brushProperty name="width" value="0.025" units="cm"/>
      <inkml:brushProperty name="height" value="0.025" units="cm"/>
    </inkml:brush>
  </inkml:definitions>
  <inkml:trace contextRef="#ctx0" brushRef="#br0">195 46 6953,'0'0'12951,"1"-3"-11712,-1 2-1150,1 0 0,-1 0-1,1 0 1,-1 0 0,1-1 0,-1 1 0,0 0-1,1 0 1,-1 0 0,0 0 0,0 0-1,0-1 1,0 1 0,0 0 0,0 0-1,0 0 1,0 0 0,-1 0 0,1-1-1,0 1 1,-1 0 0,1 0 0,-1 0-1,1 0 1,-1 0 0,1 0 0,-1 0 0,0 0-1,0 0 1,1 0 0,-2 0 0,-2-1-48,0 1 1,0 0 0,0 0-1,0 0 1,0 0-1,0 1 1,0 0 0,0 0-1,-5 0 1,3 0-45,1 0 1,-1 0-1,0 1 1,1-1 0,-1 1-1,1 1 1,-1-1-1,1 1 1,0 0-1,-1 0 1,1 0-1,0 1 1,0 0-1,1 0 1,-1 0-1,0 0 1,1 1-1,0 0 1,0 0-1,0 0 1,0 0 0,1 1-1,0-1 1,0 1-1,0 0 1,-4 8-1,4-3-10,0-1 0,0 1 1,1-1-1,0 1 0,0 0 0,1 0 0,1 0 0,0 18 0,1-13 11,-1-15 1,0 1 0,0 0 0,0-1 0,0 1 1,0-1-1,1 1 0,-1 0 0,0-1 1,0 1-1,1-1 0,-1 1 0,0-1 1,1 1-1,-1-1 0,1 1 0,-1-1 1,1 1-1,-1-1 0,1 1 0,-1-1 1,1 0-1,-1 1 0,1-1 0,-1 0 0,1 0 1,0 1-1,-1-1 0,1 0 0,-1 0 1,1 0-1,0 0 0,-1 0 0,2 0 1,26 1-9,-17-2 9,17 1-95,0-2 0,0-1 0,36-8 1,-50 7 36,1 0 1,-1-1 0,0 0 0,-1-1 0,1 0 0,-1-1 0,-1-1-1,14-10 1,-21 14 119,0 0-1,-1-1 0,0 0 1,0 0-1,0 0 0,-1-1 1,1 1-1,-1-1 0,0 0 1,-1 1-1,0-1 0,0-1 1,0 1-1,0 0 0,-1 0 1,1-11-1,-2 16 593,0 13-272,-1 26 103,0-14-290,0-1 0,2 0 1,7 40-1,-7-57-200,0 0 1,1-1-1,0 1 1,0 0-1,0-1 0,1 1 1,-1-1-1,1 0 1,1 0-1,-1 0 0,1-1 1,0 1-1,0-1 1,0 0-1,0 0 0,1 0 1,0 0-1,-1-1 1,11 6-1,-5-7-469,-1 0 0,0 0 0,1 0 0,-1-1 0,1-1 0,-1 1 0,1-2 0,-1 1 0,14-3 0,-17 2-23,3 0-696,0-1-1,0 1 1,-1-2 0,9-2-1,34-20-8532</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1.757"/>
    </inkml:context>
    <inkml:brush xml:id="br0">
      <inkml:brushProperty name="width" value="0.025" units="cm"/>
      <inkml:brushProperty name="height" value="0.025" units="cm"/>
    </inkml:brush>
  </inkml:definitions>
  <inkml:trace contextRef="#ctx0" brushRef="#br0">676 10 9098,'0'0'12553,"-15"-2"-11854,-23-2-330,0 1 0,0 2-1,0 2 1,0 1 0,-60 12 0,-176 81-103,247-85-251,-45 12 6,79-22 12,-2-1-21,-1 1 1,1 0-1,0 1 1,0-1-1,-1 1 1,1 0-1,5 1 1,-9-1-13,1 1 0,0-1 0,0 0 0,-1 0 0,1 1 0,0-1 0,-1 1 1,0-1-1,1 1 0,-1 0 0,0-1 0,0 1 0,0 0 0,0 0 0,0 0 1,0 0-1,0 0 0,-1 0 0,1 3 0,4 17 28,-2 0-1,0 0 1,-2 1-1,-2 43 1,0-16-18,-1-4-2,-3 0 1,-20 85-1,14-85-11,3 1 1,-6 89-1,14-136 2,0 1 0,0-1-1,0 1 1,0-1 0,1 1-1,-1-1 1,0 0 0,0 1-1,0-1 1,1 1 0,-1-1-1,0 1 1,0-1-1,1 0 1,-1 1 0,0-1-1,1 0 1,-1 1 0,0-1-1,1 0 1,-1 0 0,1 1-1,-1-1 1,1 0 0,-1 0-1,0 0 1,1 1 0,-1-1-1,1 0 1,-1 0-1,1 0 1,-1 0 0,1 0-1,22 0 27,-14 0-17,7-1-4,0-1 0,-1 0 0,1-1 0,-1 0 0,0-1 1,26-11-1,85-47 10,-89 42-4,-23 14-8,-11 5-2,0 0-1,0-1 0,0 1 0,0-1 1,-1 1-1,1-1 0,0 0 0,-1 0 0,1 0 1,-1 0-1,0-1 0,4-3 0,-6 5-288</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2.122"/>
    </inkml:context>
    <inkml:brush xml:id="br0">
      <inkml:brushProperty name="width" value="0.025" units="cm"/>
      <inkml:brushProperty name="height" value="0.025" units="cm"/>
    </inkml:brush>
  </inkml:definitions>
  <inkml:trace contextRef="#ctx0" brushRef="#br0">0 116 9154,'0'0'11266,"11"-16"-10922,35-54-114,-45 68-217,1 0 0,-1-1 0,0 1 1,1 0-1,0 0 0,-1 0 0,1 0 0,0 0 0,0 1 1,0-1-1,0 1 0,5-4 0,-3 4-4,-3 1-3,-1 0 0,0 0 0,0 0 1,1 0-1,-1 0 0,0 0 0,0 1 0,1-1 1,-1 0-1,0 0 0,0 0 0,0 0 0,1 1 1,-1-1-1,0 0 0,0 0 0,0 1 0,0-1 1,0 0-1,1 0 0,-1 1 0,0-1 0,0 0 0,0 0 1,0 1-1,0-1 0,0 0 0,0 1 0,0-1 1,0 0-1,0 0 0,0 1 0,0-1 0,0 0 1,0 0-1,0 1 0,0-1 0,-1 0 0,1 1 1,0-1-1,0 0 0,0 0 0,0 0 0,0 1 1,-1-1-1,1 0 0,0 1 0,0-1 9,-4 14 190,-1-1-1,-1 0 1,-10 20 0,10-21-98,0 0-1,0 0 1,1 1 0,1-1-1,-4 17 1,8-27-108,-3 15 67,1 0 0,0 0-1,2 21 1,0-34-76,1 1 0,-1-1 0,1 0 1,0 0-1,0 0 0,1 0 0,-1 0 0,3 5 1,-3-8-22,0 1 1,0 0 0,1-1 0,-1 0 0,0 1-1,0-1 1,1 0 0,-1 1 0,1-1-1,-1 0 1,1 0 0,0 0 0,-1 0 0,1-1-1,0 1 1,-1 0 0,1-1 0,0 1-1,2-1 1,42 1-5747,-25-4-430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2.344"/>
    </inkml:context>
    <inkml:brush xml:id="br0">
      <inkml:brushProperty name="width" value="0.025" units="cm"/>
      <inkml:brushProperty name="height" value="0.025" units="cm"/>
    </inkml:brush>
  </inkml:definitions>
  <inkml:trace contextRef="#ctx0" brushRef="#br0">4 0 14027,'0'0'12467,"-3"42"-12259,3-36-136,3-6-72,6 3-88,6-3-840,-1 3-2897,1-3-2625</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2.948"/>
    </inkml:context>
    <inkml:brush xml:id="br0">
      <inkml:brushProperty name="width" value="0.025" units="cm"/>
      <inkml:brushProperty name="height" value="0.025" units="cm"/>
    </inkml:brush>
  </inkml:definitions>
  <inkml:trace contextRef="#ctx0" brushRef="#br0">1 63 4793,'0'0'12848,"26"-5"-11766,10-2-744,102-14 715,-62 9-469,-33 5-199,79-4 1,-120 11-113,-3 11 172,0-1-1,-1 1 1,0-1-1,-1 1 1,-4 12-1,-7 27-9,6 15-2,3 1 1,3 66-1,2-132-433,1 21 24,0 0 0,2 0 0,1-1-1,0 1 1,1-1 0,1 0 0,1-1 0,1 1-1,1-1 1,0-1 0,2 0 0,12 18 0,-10-22-2,-13-13 37,-12-2 169,-4-2-217,-49-7-39,-97-3 0,93 11 0,-62 3-3078,156-4-703,10-5-1123</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3.315"/>
    </inkml:context>
    <inkml:brush xml:id="br0">
      <inkml:brushProperty name="width" value="0.025" units="cm"/>
      <inkml:brushProperty name="height" value="0.025" units="cm"/>
    </inkml:brush>
  </inkml:definitions>
  <inkml:trace contextRef="#ctx0" brushRef="#br0">1 54 6065,'0'0'17179,"20"-4"-16218,130-19 322,-79 14-746,149-9-826,-220 18 221,1 0 0,-1 0 0,0 0 0,0 0 0,1 0 0,-1 1 0,0-1 0,0 0 0,0 0 0,1 0-1,-1 0 1,0 0 0,0 0 0,0 1 0,1-1 0,-1 0 0,0 0 0,0 0 0,0 0 0,0 1 0,1-1 0,-1 0 0,0 0 0,0 0 0,0 1-1,0-1 1,0 0 0,0 0 0,0 1 0,0-1 0,0 0 0,0 0 0,0 1 0,0-1 0,0 0 0,0 0 0,0 1 0,0-1 0,0 0 0,0 0 0,0 0-1,0 1 1,0-1 0,0 0 0,0 0 0,0 1 0,-1-1 0,1 0 0,-5 11-1152,0-7 603,-1 1 1,1-2-1,-1 1 1,0-1 0,0 1-1,-7 2 1,-2 1-665,-23 11-3928,4 0-3439</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3.520"/>
    </inkml:context>
    <inkml:brush xml:id="br0">
      <inkml:brushProperty name="width" value="0.025" units="cm"/>
      <inkml:brushProperty name="height" value="0.025" units="cm"/>
    </inkml:brush>
  </inkml:definitions>
  <inkml:trace contextRef="#ctx0" brushRef="#br0">1 6 7466,'0'0'16387,"163"9"-14939,-118-9-335,2 0-177,-5 0-288,-1 0-328,-8 0-176,-6 0-136,-6 0-8,-9 0-152,2 0-1136,-2-9-2505,-3 3-2800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4.297"/>
    </inkml:context>
    <inkml:brush xml:id="br0">
      <inkml:brushProperty name="width" value="0.025" units="cm"/>
      <inkml:brushProperty name="height" value="0.025" units="cm"/>
    </inkml:brush>
  </inkml:definitions>
  <inkml:trace contextRef="#ctx0" brushRef="#br0">584 20 9458,'0'0'13186,"-13"-4"-12481,-10-1-375,-1 1-1,0 1 1,0 1-1,0 1 1,-36 3 0,-47 14 844,-156 44 0,262-60-1175,0 0-1,0 0 1,0 0 0,0 0-1,1 0 1,-1 0-1,0 1 1,0-1 0,0 0-1,0 0 1,1 1-1,-1-1 1,0 1 0,0-1-1,1 0 1,-1 1-1,0 0 1,1-1 0,-1 1-1,1-1 1,-1 1-1,0 0 1,1-1 0,-1 1-1,1 0 1,0 0-1,-1-1 1,1 1 0,0 0-1,-1 0 1,1 0-1,0-1 1,0 1 0,0 0-1,-1 0 1,1 0-1,0 0 1,0 0 0,0-1-1,1 1 1,-1 0-1,0 0 1,0 0 0,0 0-1,1-1 1,-1 1-1,0 0 1,1 0 0,-1-1-1,1 1 1,0 1-1,2 2-3,0 0 0,0-1-1,0 1 1,1-1-1,-1 0 1,1 0 0,7 4-1,348 187-4481,-358-193 4469,0-1 1,0 1-1,1-1 1,-1 1-1,0 0 1,0 0 0,0-1-1,0 1 1,0 0-1,0 0 1,0 0-1,0 0 1,0 0 0,0 0-1,-1 0 1,2 2-1,-2-3 26,0 1-1,0-1 0,0 1 0,0-1 0,0 1 1,-1-1-1,1 1 0,0-1 0,0 1 1,0-1-1,0 0 0,-1 1 0,1-1 1,0 1-1,0-1 0,-1 0 0,1 1 1,0-1-1,-1 0 0,1 1 0,-1-1 1,1 0-1,0 1 0,-1-1 0,1 0 1,-1 0-1,1 1 0,-1-1 0,-41 12 701,-70 13 1130,-36 7-141,140-32-1715,6 0-234,20 1-2290,-6-1 711,-1 0-1,1-1 1,22-4-1,4-7-5848</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4.949"/>
    </inkml:context>
    <inkml:brush xml:id="br0">
      <inkml:brushProperty name="width" value="0.025" units="cm"/>
      <inkml:brushProperty name="height" value="0.025" units="cm"/>
    </inkml:brush>
  </inkml:definitions>
  <inkml:trace contextRef="#ctx0" brushRef="#br0">1 27 9354,'0'0'13678,"7"10"-12162,-1-3-1253,-1 0 0,0 1-1,0 0 1,-1-1 0,0 1 0,-1 1 0,0-1 0,0 1-1,0-1 1,-1 1 0,1 12 0,0 69 576,0-83-833,2-13-146,3-11-192,-3 2 39,1 0 0,0 0 0,1 1-1,1 0 1,0 0 0,13-15 0,-16 22 246,1 1 1,0-1-1,1 1 1,-1 1-1,1-1 1,0 1 0,0 0-1,1 1 1,0 0-1,-1 0 1,1 1-1,17-5 1,-11 4 33,-8 2 15,0 0-1,-1 0 0,1 1 0,0 0 0,0 0 0,0 1 0,0 0 0,0 0 0,10 1 0,-15 0 29,0-1 0,0 1 0,0 0 0,0 0 0,0-1 0,-1 1 0,1 0 0,0 0 0,0 0 0,-1 0 0,1 0 0,-1 0 0,1 0 0,-1 0 0,1 0 0,-1 0 0,0 0 0,1 0-1,-1 0 1,0 0 0,0 0 0,0 2 0,2 33 748,-2-24-511,0 2 7,0-9-224,0 0 0,0 0 1,0-1-1,0 1 0,1 0 0,-1-1 0,1 1 0,1-1 0,-1 1 0,0-1 0,1 1 1,2 4-1,-2-9-87,0 1 0,0-1 1,0 0-1,0 0 0,0 0 0,1 0 1,-1 0-1,0 0 0,0 0 1,0-1-1,0 1 0,-1-1 0,1 1 1,0-1-1,0 0 0,0 0 1,0 0-1,2-2 0,190-134-3893,-183 129 3844,-9 6 103,0 0 0,0 0 1,0 0-1,0 0 1,1 1-1,-1-1 1,0 1-1,1 0 1,0-1-1,2 0 0,-4 2 418,-2 9 145,0 0 0,0 0 0,-1 0-1,-4 11 1,4-11-416,-1 0-1,2 0 0,-1 0 0,0 12 1,2-10-137,-1-1 14,2 0 1,-1 0-1,1 0 1,0 0-1,4 14 1,-3-21-122,-1 1 1,1-1-1,-1 1 1,1-1-1,0 0 0,0 0 1,1 0-1,-1 0 1,0-1-1,1 1 1,0 0-1,0-1 1,0 0-1,0 0 0,0 0 1,0 0-1,0 0 1,1 0-1,3 0 1,11 4-1973,0-1-1,0-1 1,30 2 0,0-4-6167</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5.392"/>
    </inkml:context>
    <inkml:brush xml:id="br0">
      <inkml:brushProperty name="width" value="0.025" units="cm"/>
      <inkml:brushProperty name="height" value="0.025" units="cm"/>
    </inkml:brush>
  </inkml:definitions>
  <inkml:trace contextRef="#ctx0" brushRef="#br0">277 4 12219,'0'0'12266,"-21"-1"-11444,-68-1-110,83 2-608,-1 0 0,1 1 0,-1 0 0,1 1 0,-1-1 0,1 1 0,0 1 0,0-1 1,0 1-1,0 0 0,0 0 0,1 1 0,-11 7 0,8-3-37,1 0 1,0 0-1,0 0 1,1 1 0,0 0-1,-5 10 1,8-13-60,0 1 0,0-1 1,1 1-1,-3 12 1,4-18-16,1 0 1,0 0-1,-1 0 1,1 0-1,0 0 1,-1 1-1,1-1 1,0 0-1,0 0 1,0 0-1,0 0 1,0 0-1,0 0 1,1 1-1,-1-1 1,0 0-1,1 0 1,-1 0-1,0 0 1,1 0-1,-1 0 1,1 0-1,-1 0 1,1 0-1,0 0 1,0-1-1,-1 1 0,1 0 1,0 0-1,0 0 1,0-1-1,0 1 1,-1-1-1,1 1 1,0 0-1,2 0 1,7 0-164,-1 0 0,1-1 0,-1 0 0,1-1 0,0 0 1,-1 0-1,0-1 0,1 0 0,-1-1 0,0 0 0,0 0 0,0-1 0,10-6 1,-3 0 58,0 0 0,0-1 1,-1-1-1,0-1 1,22-24-1,-36 36 172,1 0-1,-1-1 1,0 1 0,0-1-1,1 1 1,-1-1-1,0 0 1,0 1 0,-1-1-1,1 0 1,0 0 0,0 0-1,-1 0 1,1 0 0,-1 1-1,1-6 1332,-2 18-771,0 1-614,-2 4 76,2-1 0,0 1 0,2 20 0,-1-33-188,1 1-1,-1-1 1,1 0 0,-1 1 0,1-1 0,0 0 0,0 0 0,1 0 0,-1 1 0,0-2 0,1 1-1,0 0 1,0 0 0,0 0 0,0-1 0,0 1 0,1-1 0,-1 0 0,1 1 0,-1-1 0,7 3 0,0-1-890,1-1 1,0 0-1,0-1 1,1 0-1,-1 0 1,17 0-1,15-2-5646</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5.692"/>
    </inkml:context>
    <inkml:brush xml:id="br0">
      <inkml:brushProperty name="width" value="0.025" units="cm"/>
      <inkml:brushProperty name="height" value="0.025" units="cm"/>
    </inkml:brush>
  </inkml:definitions>
  <inkml:trace contextRef="#ctx0" brushRef="#br0">250 0 12291,'0'0'7323,"-17"30"-4514,-53 102-633,43-77-1026,3 2 1,2 0 0,-15 67-1,11-39-474,21-67-742,0-4-252,0 0-1,2 0 1,0 1 0,-3 27-1,12-45-5342,10-10 708,4-7-1106</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5.963"/>
    </inkml:context>
    <inkml:brush xml:id="br0">
      <inkml:brushProperty name="width" value="0.025" units="cm"/>
      <inkml:brushProperty name="height" value="0.025" units="cm"/>
    </inkml:brush>
  </inkml:definitions>
  <inkml:trace contextRef="#ctx0" brushRef="#br0">188 1 11618,'0'0'13517,"-12"29"-11834,-4 7-1209,-54 139 1400,56-135-1370,-3 2-263,2 1 0,2 1 0,1 0 0,-5 55 0,16-96-1037,0 13 2281,1-12-4013,7-21-13545</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6.376"/>
    </inkml:context>
    <inkml:brush xml:id="br0">
      <inkml:brushProperty name="width" value="0.025" units="cm"/>
      <inkml:brushProperty name="height" value="0.025" units="cm"/>
    </inkml:brush>
  </inkml:definitions>
  <inkml:trace contextRef="#ctx0" brushRef="#br0">1 168 8586,'0'0'14504,"23"1"-13904,169 4-6,-190-5-589,-1 0 0,1-1 0,-1 1 0,0 0 0,1 0 0,-1-1 0,0 1 0,1 0 0,-1-1 0,0 0 1,1 1-1,-1-1 0,0 0 0,0 1 0,0-1 0,0 0 0,0 0 0,0 0 0,0 0 0,0 0 0,0 0 0,0 0 0,0 0 0,-1-1 0,1 1 0,-1 0 0,1 0 1,0-1-1,-1 1 0,0 0 0,1-1 0,-1-1 0,1-5 42,0-1 0,0 0 0,-1 1 0,-1-12 0,0 2-16,1 15-21,0 0 0,0 0 0,0 0 0,-1 0 0,1 1 0,-1-1-1,0 0 1,0 0 0,0 1 0,0-1 0,0 0 0,-1 1 0,1 0 0,-1-1 0,0 1-1,1 0 1,-1 0 0,0-1 0,0 2 0,-1-1 0,1 0 0,0 0 0,-3-1-1,1 1 110,0 0 0,-1 0-1,1 1 1,-1-1-1,1 1 1,-1 0-1,1 0 1,-1 1-1,0 0 1,1-1-1,-1 1 1,0 1-1,-7 0 1,9 0-67,0 1 1,0-1-1,0 1 0,0 0 1,0 0-1,0 0 1,0 0-1,1 0 0,-1 0 1,1 1-1,0-1 1,-1 1-1,1 0 1,0 0-1,1 0 0,-3 4 1,-1 2 8,0 0 1,1 0 0,0 1-1,-3 14 1,4-7-60,2-1 0,0 0 0,1 26 1,1-12-227,-1-29 118,0 1 0,0-1 0,0 0-1,0 1 1,0-1 0,1 0 0,-1 1 0,0-1 0,1 0 0,-1 0 0,1 1 0,-1-1 0,1 0-1,0 0 1,0 0 0,-1 0 0,1 0 0,0 0 0,0 0 0,0 0 0,0 0 0,0 0 0,0 0-1,0-1 1,1 1 0,-1 0 0,0-1 0,0 1 0,0-1 0,1 1 0,1 0 0,4 0-961,0 0 0,0-1 1,0 0-1,14-1 1,-3 1-2187,18 0-5186</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6.773"/>
    </inkml:context>
    <inkml:brush xml:id="br0">
      <inkml:brushProperty name="width" value="0.025" units="cm"/>
      <inkml:brushProperty name="height" value="0.025" units="cm"/>
    </inkml:brush>
  </inkml:definitions>
  <inkml:trace contextRef="#ctx0" brushRef="#br0">291 1 9962,'0'0'17060,"-27"4"-16084,-82 13-344,65-6-256,30 2-275,9-8-98,4-4-49,0 1-1,0-1 1,1 0-1,-1 0 1,0 0 0,0 1-1,1-1 1,-1 0-1,1 1 1,-1-1-1,1 0 1,-1 1 0,1-1-1,0 1 1,0-1-1,0 1 1,0-1-1,0 1 1,0-1 0,0 0-1,0 1 1,0-1-1,1 1 1,-1-1-1,1 1 1,-1-1 0,1 0-1,0 0 1,-1 1-1,1-1 1,0 0-1,0 0 1,0 1-1,0-1 1,0 0 0,0 0-1,1 1 1,6 4-541,0 0 1,0 0-1,1-1 1,13 7-1,-2-2-140,-3 0-11,-11-7 498,0 0 1,0 1 0,0-1 0,-1 1 0,1 0 0,-1 1 0,0-1 0,0 1 0,-1 0 0,5 6 0,-9-11 271,0 1 0,0 0 0,0-1 0,0 1 1,0-1-1,0 1 0,0 0 0,0-1 0,-1 1 1,1-1-1,0 1 0,0-1 0,-1 1 0,1-1 1,0 1-1,-1-1 0,1 1 0,0-1 0,-1 1 0,1-1 1,-1 1-1,1-1 0,-1 0 0,1 1 0,-1-1 1,1 0-1,-1 1 0,1-1 0,-1 0 0,1 0 1,-1 0-1,1 0 0,-1 1 0,0-1 0,0 0 1,-27 6 814,22-5-566,-26 4 544,0 2-1,0 1 1,1 1 0,-45 21-1,91-27-7722,7-3 711</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7.155"/>
    </inkml:context>
    <inkml:brush xml:id="br0">
      <inkml:brushProperty name="width" value="0.025" units="cm"/>
      <inkml:brushProperty name="height" value="0.025" units="cm"/>
    </inkml:brush>
  </inkml:definitions>
  <inkml:trace contextRef="#ctx0" brushRef="#br0">275 0 8618,'0'0'17297,"-19"29"-15946,-63 94-322,81-120-989,-101 157 2283,87-132-2073,1 0-1,2 1 1,-9 30 0,18-50-247,1 0 0,1 0-1,0 1 1,0-1 0,1 0-1,0 0 1,2 15 0,-2-23-16,0 0 0,1 0 0,-1 1 0,1-1 0,0 0 0,-1 0 0,1 0 0,0 0 0,0 0 0,0 0 0,-1 0 0,1 0 0,0 0 0,0 0 0,0 0 0,1 0 0,-1-1 0,0 1 0,0 0 0,0-1 0,1 1 0,-1-1 0,0 1 0,0-1 0,1 0 0,-1 0 0,0 1 0,3-1 1,46 1-1537,-35-2 564,12 2-971,36-3-7413,-41-3 2023</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7.443"/>
    </inkml:context>
    <inkml:brush xml:id="br0">
      <inkml:brushProperty name="width" value="0.025" units="cm"/>
      <inkml:brushProperty name="height" value="0.025" units="cm"/>
    </inkml:brush>
  </inkml:definitions>
  <inkml:trace contextRef="#ctx0" brushRef="#br0">0 27 8738,'0'0'13919,"3"-4"-12914,-1 2-852,1-1 0,0 1 0,0 0-1,0 0 1,-1 0 0,2 1-1,-1-1 1,0 1 0,0 0-1,0 0 1,1 0 0,-1 0 0,0 0-1,1 1 1,-1-1 0,1 1-1,5 0 1,77 3 1443,-70-2-1384,9 1-172,0 0-1,0 2 1,0 0-1,42 14 1,-63-16-503</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07.829"/>
    </inkml:context>
    <inkml:brush xml:id="br0">
      <inkml:brushProperty name="width" value="0.025" units="cm"/>
      <inkml:brushProperty name="height" value="0.025" units="cm"/>
    </inkml:brush>
  </inkml:definitions>
  <inkml:trace contextRef="#ctx0" brushRef="#br0">41 40 16680,'0'-40'0,"-26"67"0,12 9 0,54-59 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0.339"/>
    </inkml:context>
    <inkml:brush xml:id="br0">
      <inkml:brushProperty name="width" value="0.025" units="cm"/>
      <inkml:brushProperty name="height" value="0.025" units="cm"/>
      <inkml:brushProperty name="color" value="#E71224"/>
    </inkml:brush>
  </inkml:definitions>
  <inkml:trace contextRef="#ctx0" brushRef="#br0">761 402 5633,'0'0'13654,"3"-7"-12378,7-15-290,-1 5-297,-2-1-1,1 0 1,5-26 0,-6-3-575,-2 0-1,-2-58 1,-3 102-117,0 0-1,0 1 1,0-1-1,0 0 1,-1 0 0,1 0-1,-1 1 1,0-1-1,1 0 1,-1 1-1,-1-1 1,1 1-1,0-1 1,-1 1-1,1 0 1,-1-1-1,0 1 1,1 0 0,-1 0-1,0 0 1,0 0-1,0 1 1,-1-1-1,1 0 1,0 1-1,-1 0 1,1-1-1,-1 1 1,-3-1-1,-6-1-3,1 1-1,-1 0 1,0 1-1,0 0 1,-19 1-1,19 0 15,-5 1-7,0 1 1,1 1 0,-1 0 0,1 1 0,0 1-1,0 0 1,0 2 0,1 0 0,0 0 0,0 1-1,0 1 1,-13 11 0,9-6 14,1 1 0,1 1 0,0 0 0,1 1 0,1 1 0,0 0 0,2 1 0,-15 27 0,16-22 62,2 1 0,1 0 0,1 0 0,1 1 0,1 0 0,-4 45 0,4 164 580,7-162-509,-1 23 42,-4-1-1,-4 1 0,-37 169 1,23-181-146,-57 140 0,67-208-806,11-16 721,1 0 1,-1 0 0,1 1-1,0-1 1,-1 0 0,1 0-1,-1 0 1,1 0 0,-1 1-1,1-1 1,-1 0 0,1 0-1,-1 0 1,1 0 0,-1 0 0,1 0-1,-1 0 1,1-1 0,-1 1-1,1 0 1,-1 0 0,1 0-1,-1 0 1,1-1 0,-1 1-1,1 0 1,0 0 0,-1-1-1,1 1 1,-1 0 0,1-1 0,0 1-1,-1 0 1,1-1 0,0 1-1,0 0 1,-1-1 0,1 1-1,0-1 1,0 1 0,-1-1-1,1 1 1,0-1 0,0 1-1,0-1 1,-29-96-6903,11 39 1251</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0.895"/>
    </inkml:context>
    <inkml:brush xml:id="br0">
      <inkml:brushProperty name="width" value="0.025" units="cm"/>
      <inkml:brushProperty name="height" value="0.025" units="cm"/>
      <inkml:brushProperty name="color" value="#E71224"/>
    </inkml:brush>
  </inkml:definitions>
  <inkml:trace contextRef="#ctx0" brushRef="#br0">0 253 9114,'0'0'6005,"26"-9"-3720,-5 1-1752,18-7 595,1 1 0,68-13 0,197-10 1570,-2 0-2129,-247 26-557,0-2 1,0-2 0,70-30 0,-121 43-12,-3 1 0,0 1 0,0-1 0,1 0-1,-1 0 1,0 0 0,0 0 0,0 0-1,0 0 1,0-1 0,-1 1-1,1-1 1,0 1 0,2-4 0,-17 5-95,1 1 103,-1 1-1,1 0 0,0 0 1,0 2-1,0-1 1,0 2-1,0 0 0,1 0 1,0 1-1,-20 13 0,16-8 2,0 0-1,1 0 0,0 2 0,1-1 0,1 2 0,0 0 0,-10 15 1,16-20-5,1 1 1,0-1 0,0 1 0,1 0 0,0 0-1,1 0 1,1 1 0,-1-1 0,2 1-1,-1 0 1,1 16 0,1-25-4,0-1 0,1 0 0,-1 1 0,1-1 0,-1 1 0,1-1 0,-1 0 0,1 1 0,0-1-1,-1 0 1,1 0 0,0 0 0,0 0 0,0 0 0,0 0 0,0 0 0,0 0 0,0 0 0,1 0 0,-1 0 0,0 0 0,0-1 0,1 1 0,-1-1 0,0 1 0,1-1 0,-1 1 0,1-1-1,-1 0 1,1 0 0,2 1 0,8 0 51,1 0-1,23-1 1,-20-1-1,0 0-39,1-1 0,-1 0 1,-1-1-1,1-1 0,0-1 0,-1 0 0,0-1 0,0 0 0,-1-1 1,0-1-1,0-1 0,0 0 0,-1 0 0,14-15 0,-24 22-8,0-1-1,0 1 0,-1-1 0,1 0 0,-1 0 0,0 0 1,0 0-1,0 0 0,0 0 0,0 0 0,-1-1 1,0 1-1,0-1 0,1 1 0,-2-1 0,1 1 1,0-1-1,-1 0 0,0 1 0,0-1 0,0 0 0,0 1 1,0-1-1,-1 0 0,0 1 0,0-1 0,-2-5 1,0 2-5,-1 1 0,0-1 0,0 1 0,0 0 1,-1 0-1,0 1 0,0-1 0,-1 1 1,0 0-1,1 0 0,-2 1 0,-7-5 0,-21-7 0,28 13 4,0 1-1,0-2 0,1 1 0,-1-1 1,1 0-1,-7-5 0,55 7-1509,54 18-4546,-51-7 689</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198"/>
    </inkml:context>
    <inkml:brush xml:id="br0">
      <inkml:brushProperty name="width" value="0.025" units="cm"/>
      <inkml:brushProperty name="height" value="0.025" units="cm"/>
      <inkml:brushProperty name="color" value="#E71224"/>
    </inkml:brush>
  </inkml:definitions>
  <inkml:trace contextRef="#ctx0" brushRef="#br0">2 268 10538,'0'0'11159,"0"29"-9590,0 196 1297,-1-298-980,1-130-1142,2 174-771,1 1 0,1 0 1,2 0-1,0 0 1,16-39-1,-21 65-43,0 0 0,0-1 0,0 1 0,0 0 0,0 0 0,1 0 0,-1 0 0,1 0 0,0 0 1,-1 1-1,1-1 0,0 0 0,0 1 0,0 0 0,0-1 0,0 1 0,0 0 0,1 0 0,-1 0 0,0 0 0,4 0 0,-1 0-525,-1 1-1,1-1 1,0 1 0,0 1 0,-1-1-1,1 1 1,0 0 0,-1 0 0,1 0-1,5 2 1,20 11-5621</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531"/>
    </inkml:context>
    <inkml:brush xml:id="br0">
      <inkml:brushProperty name="width" value="0.025" units="cm"/>
      <inkml:brushProperty name="height" value="0.025" units="cm"/>
      <inkml:brushProperty name="color" value="#E71224"/>
    </inkml:brush>
  </inkml:definitions>
  <inkml:trace contextRef="#ctx0" brushRef="#br0">453 1 1856,'0'0'22050,"-19"13"-21215,-16 11-337,2 2 0,-56 55 0,42-31-6,1 3 1,-43 67-1,76-100-466,1-1 0,1 2-1,1 0 1,1 0 0,1 1 0,1 0-1,0 0 1,2 0 0,1 1 0,-3 35-1,7-46-106,-1 6 88,1-1 0,0 1 0,1-1 0,8 34 0,-8-46-115,0-1 1,1 0-1,-1 1 1,1-1-1,0 0 1,0 0-1,1 0 1,-1-1-1,1 1 1,0-1-1,0 1 1,0-1-1,0 0 1,1 0-1,-1 0 1,1-1-1,0 1 1,0-1-1,0 0 1,0 0-1,0 0 0,0 0 1,0-1-1,1 0 1,5 1-1,16 1-2696,49-1-1,-62-2 1580,43 0-5972</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752"/>
    </inkml:context>
    <inkml:brush xml:id="br0">
      <inkml:brushProperty name="width" value="0.025" units="cm"/>
      <inkml:brushProperty name="height" value="0.025" units="cm"/>
      <inkml:brushProperty name="color" value="#E71224"/>
    </inkml:brush>
  </inkml:definitions>
  <inkml:trace contextRef="#ctx0" brushRef="#br0">69 1 14475,'0'0'11835,"-54"163"-11683,48-145-88,3-3-64,0-9 0,0-6-168,3-18-3817,0-15-2449,0-8-1663</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910"/>
    </inkml:context>
    <inkml:brush xml:id="br0">
      <inkml:brushProperty name="width" value="0.025" units="cm"/>
      <inkml:brushProperty name="height" value="0.025" units="cm"/>
      <inkml:brushProperty name="color" value="#E71224"/>
    </inkml:brush>
  </inkml:definitions>
  <inkml:trace contextRef="#ctx0" brushRef="#br0">0 1 10818,'0'0'10971,"39"127"-11451,-21-67-2281,-3-13-3136,-1-8-2369</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2.242"/>
    </inkml:context>
    <inkml:brush xml:id="br0">
      <inkml:brushProperty name="width" value="0.025" units="cm"/>
      <inkml:brushProperty name="height" value="0.025" units="cm"/>
      <inkml:brushProperty name="color" value="#E71224"/>
    </inkml:brush>
  </inkml:definitions>
  <inkml:trace contextRef="#ctx0" brushRef="#br0">0 0 8730,'0'0'16158,"0"22"-15478,1 67-269,-1-87-389,0 0 1,0 0-1,0 1 1,0-1 0,1 0-1,-1 0 1,1 0-1,-1 0 1,1 0-1,0 0 1,0 0-1,0 0 1,0 0-1,2 3 1,-2-4-23,0-1 1,-1 1-1,1 0 0,0-1 1,0 1-1,0-1 0,0 1 1,0-1-1,0 1 0,0-1 1,1 0-1,-1 1 0,0-1 1,0 0-1,0 0 0,0 0 1,0 0-1,0 0 0,2 0 1,3-1-77,0-1 0,-1 1 0,1-1 0,-1-1 1,0 1-1,0-1 0,6-3 0,-3 2-148,-5 2 163,2-1 7,0 1 0,0-1 0,0 1 0,1 0 0,-1 0 0,1 1 0,0 0 1,9-2-1,-14 3 135,2 13 311,-3-11-400,1 1-1,-1-1 1,1 1 0,0-1-1,0 1 1,0-1 0,0 1-1,0-1 1,0 0-1,1 0 1,-1 0 0,1 1-1,0-1 1,-1-1 0,1 1-1,0 0 1,0 0 0,0-1-1,0 1 1,4 1-1,12 2-2829,4-3-3607,-5-2-2523</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2.559"/>
    </inkml:context>
    <inkml:brush xml:id="br0">
      <inkml:brushProperty name="width" value="0.025" units="cm"/>
      <inkml:brushProperty name="height" value="0.025" units="cm"/>
      <inkml:brushProperty name="color" value="#E71224"/>
    </inkml:brush>
  </inkml:definitions>
  <inkml:trace contextRef="#ctx0" brushRef="#br0">169 1 11306,'0'0'14888,"-3"31"-13387,-14 104-397,11-108-850,0 1-1,-2-1 1,0 0-1,-2 0 0,-16 29 1,-2 7-94,17-39-195,1 1-1,2 0 1,0 0-1,2 1 1,1 0 0,1 1-1,-1 36 1,6-58-66,-1 0-1,1-1 1,0 1-1,1 0 1,-1-1-1,1 1 1,0-1-1,0 0 1,0 1-1,1-1 0,-1 0 1,1 0-1,0-1 1,0 1-1,0-1 1,1 1-1,0-1 1,-1 0-1,7 3 1,-3-1-765,0 0 0,0-1 0,1 0 1,10 4-1,-12-6-951,0 0 1,0-1-1,1 1 1,-1-1-1,11 0 1,-3-1-10515</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2.750"/>
    </inkml:context>
    <inkml:brush xml:id="br0">
      <inkml:brushProperty name="width" value="0.025" units="cm"/>
      <inkml:brushProperty name="height" value="0.025" units="cm"/>
      <inkml:brushProperty name="color" value="#E71224"/>
    </inkml:brush>
  </inkml:definitions>
  <inkml:trace contextRef="#ctx0" brushRef="#br0">0 0 11450,'0'0'15532,"149"0"-15420,-102 0-112,1 0-72,20 0-720,-14 0-3073,-4 0-2889</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1.238"/>
    </inkml:context>
    <inkml:brush xml:id="br0">
      <inkml:brushProperty name="width" value="0.025" units="cm"/>
      <inkml:brushProperty name="height" value="0.025" units="cm"/>
      <inkml:brushProperty name="color" value="#E71224"/>
    </inkml:brush>
  </inkml:definitions>
  <inkml:trace contextRef="#ctx0" brushRef="#br0">32 256 4121,'0'0'11508,"-4"-7"-9852,3 5-1702,-4-6 1131,1 0 0,0-1-1,0 1 1,-2-12 0,5 18-951,0-1 0,1 0 0,-1 1 0,1-1-1,-1 0 1,1 0 0,0 1 0,0-1 0,1 0 0,-1 0-1,0 1 1,1-1 0,0 0 0,-1 0 0,1 1 0,0-1-1,1 1 1,-1-1 0,0 1 0,1 0 0,-1-1 0,4-2-1,20-16-128,1 1 0,1 1 0,0 2-1,34-16 1,-32 17-3,-20 12 2,-9 10-64,-7 13 54,-1-1 0,-11 19-1,-11 25 8,23-42 0,0 1-1,1 0 0,1 0 0,1 0 0,1 1 0,1-1 1,0 1-1,3 22 0,-1-40 4,1 0 0,0 0-1,-1 0 1,2-1 0,-1 1 0,0 0 0,1 0 0,0-1-1,0 1 1,0-1 0,0 0 0,0 0 0,1 1 0,-1-1 0,1-1-1,0 1 1,0 0 0,0-1 0,0 1 0,5 2 0,-3-3-61,-1 0 1,0 1 0,1-2-1,-1 1 1,1 0 0,0-1 0,-1 0-1,1 0 1,0 0 0,0-1-1,0 0 1,0 1 0,-1-2 0,1 1-1,0-1 1,7-1 0,-10 1-214,1 0 0,-1 0 1,1 0-1,-1-1 0,0 1 1,0-1-1,0 0 0,0 1 1,0-1-1,0 0 0,0 0 1,-1 0-1,1 0 0,-1-1 1,2-1-1,10-23-6246,-6 8-1863</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1.539"/>
    </inkml:context>
    <inkml:brush xml:id="br0">
      <inkml:brushProperty name="width" value="0.025" units="cm"/>
      <inkml:brushProperty name="height" value="0.025" units="cm"/>
      <inkml:brushProperty name="color" value="#E71224"/>
    </inkml:brush>
  </inkml:definitions>
  <inkml:trace contextRef="#ctx0" brushRef="#br0">30 5 10114,'0'0'14498,"-3"-1"-13258,-1 0-1154,-12-1 1737,15 2-1802,1 1 0,-1 0 0,0-1 0,1 1-1,-1 0 1,1-1 0,0 1 0,-1 0 0,1-1-1,-1 1 1,1 0 0,0 0 0,0 0 0,0-1-1,-1 1 1,1 0 0,0 0 0,0 0 0,0-1 0,0 1-1,0 0 1,0 0 0,1 1 0,-1 40-2656,0-13-2195,0-8-955</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2.109"/>
    </inkml:context>
    <inkml:brush xml:id="br0">
      <inkml:brushProperty name="width" value="0.025" units="cm"/>
      <inkml:brushProperty name="height" value="0.025" units="cm"/>
      <inkml:brushProperty name="color" value="#E71224"/>
    </inkml:brush>
  </inkml:definitions>
  <inkml:trace contextRef="#ctx0" brushRef="#br0">0 54 6433,'0'0'12679,"5"0"-11448,46-1 1039,84-13 0,-65-3-2072,-54 11-223,1 2 0,-1 0 0,1 1 0,24-1 0,-40 4-272,-2 2-64,0 1 0,0-1 0,0 1 0,0-1 1,0 0-1,0 0 0,0 1 0,-1-1 0,1 0 1,-1 0-1,0 0 0,1 0 0,-1-1 0,0 1 1,0 0-1,-5 2 0,1 1-810,-19 17-4028,1-1-1699</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2.363"/>
    </inkml:context>
    <inkml:brush xml:id="br0">
      <inkml:brushProperty name="width" value="0.025" units="cm"/>
      <inkml:brushProperty name="height" value="0.025" units="cm"/>
      <inkml:brushProperty name="color" value="#E71224"/>
    </inkml:brush>
  </inkml:definitions>
  <inkml:trace contextRef="#ctx0" brushRef="#br0">0 10 5705,'0'0'16148,"54"0"-15396,-33 0-344,2 0-192,1 0-136,0 0-64,0 0-16,3 0-120,2 0-808,28 0-2889,-7 0-376,1-9-8130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2.964"/>
    </inkml:context>
    <inkml:brush xml:id="br0">
      <inkml:brushProperty name="width" value="0.025" units="cm"/>
      <inkml:brushProperty name="height" value="0.025" units="cm"/>
      <inkml:brushProperty name="color" value="#E71224"/>
    </inkml:brush>
  </inkml:definitions>
  <inkml:trace contextRef="#ctx0" brushRef="#br0">211 61 472,'0'0'17450,"2"-10"-16240,2 1-868,-3 6-213,1-1-1,-1 1 1,0-1-1,0 1 1,0 0 0,0-1-1,-1 1 1,0-1 0,1-3-1,-3 6-47,0 0-1,1 1 1,-1 0-1,0-1 0,1 1 1,-1 0-1,0-1 1,1 1-1,-1 0 0,0 0 1,-3 1-1,1-1-7,-6 0-25,0 1 0,0 0 1,0 1-1,0 0 0,0 0 0,0 1 0,1 0 1,-1 1-1,1 0 0,0 1 0,-9 5 0,12-6-22,1 0 0,0-1 0,0 2 0,0-1 0,1 1 0,0-1 0,0 1 0,0 0 0,0 1 0,1-1 0,-1 1-1,2-1 1,-1 1 0,0 0 0,1 0 0,0 0 0,1 1 0,-2 10 0,1-7-26,1 0 1,0 1-1,1-1 1,0 0-1,1 0 1,0 1-1,1-1 1,0 0-1,0 0 1,1 0-1,0 0 1,1-1-1,0 1 0,1-1 1,0 0-1,10 15 1,-8-15-14,0 0 0,1-1 0,0 0 0,0 0-1,17 12 1,-19-17-1,-1 0-1,1 0 0,0-1 0,0 1 0,0-1 1,0-1-1,1 1 0,-1-1 0,1 0 0,-1 0 1,10-1-1,-14 0 21,1-1 0,-1 1-1,1-1 1,-1 0 0,0 0 0,1 0 0,-1 0 0,0-1 0,0 1-1,0 0 1,0-1 0,0 1 0,0-1 0,0 0 0,-1 0 0,1 0 0,-1 0-1,1 0 1,-1 0 0,0 0 0,1 0 0,-1 0 0,1-4 0,4-9 31,0 0 1,5-23-1,-9 31-19,3-20 383,0 0 0,-2-1 0,-1 1 0,-1-1 0,-1 0 0,-5-31 0,5 58-364,0-1-1,0 0 1,0 0 0,-1 1 0,1-1 0,-1 0 0,1 1-1,-1-1 1,0 0 0,1 1 0,-1-1 0,0 1-1,0-1 1,0 1 0,0-1 0,0 1 0,0 0 0,-1 0-1,1-1 1,0 1 0,-1 0 0,1 0 0,-1 0 0,1 1-1,-1-1 1,1 0 0,-1 0 0,0 1 0,1-1-1,-1 1 1,0-1 0,0 1 0,1 0 0,-1 0 0,0 0-1,0 0 1,1 0 0,-1 0 0,0 0 0,-2 1-1,3 0-67,0 0 0,0 0 0,1-1 0,-1 1-1,0 0 1,1 0 0,-1 0 0,1 0 0,-1 0-1,1 0 1,0 0 0,-1 0 0,1 0 0,0 0-1,0 0 1,-1 0 0,1 0 0,0 0 0,0 0-1,0 0 1,0 0 0,1 2 0,2 23-2586,8-9-1199,8-4-1607</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3.266"/>
    </inkml:context>
    <inkml:brush xml:id="br0">
      <inkml:brushProperty name="width" value="0.025" units="cm"/>
      <inkml:brushProperty name="height" value="0.025" units="cm"/>
      <inkml:brushProperty name="color" value="#E71224"/>
    </inkml:brush>
  </inkml:definitions>
  <inkml:trace contextRef="#ctx0" brushRef="#br0">3 3 6185,'0'0'24254,"0"-1"-24226,1 1 0,-1 0 1,0 0-1,0 0 1,0 0-1,0 0 1,0 0-1,0 0 1,0-1-1,0 1 1,0 0-1,1 0 1,-1 0-1,0 0 1,0 0-1,0 0 1,0 0-1,0 0 0,0 0 1,1 0-1,-1 0 1,0 0-1,0 0 1,0 0-1,0 0 1,0 0-1,0 0 1,1 0-1,-1 0 1,0 0-1,0 0 1,0 0-1,0 0 1,0 0-1,0 0 0,1 0 1,-1 0-1,0 0 1,0 0-1,0 0 1,0 0-1,0 0 1,0 1-1,0-1 1,1 0-1,-1 0 1,0 0-1,0 0 1,0 0-1,0 0 1,0 0-1,0 1 1,0-1-1,0 0 0,0 0 1,0 0-1,0 0 1,0 0-1,0 0 1,0 1-1,0-1 1,0 0-1,0 15-814,1 4-3722,-5 36 0,-2-33-2999</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3.439"/>
    </inkml:context>
    <inkml:brush xml:id="br0">
      <inkml:brushProperty name="width" value="0.025" units="cm"/>
      <inkml:brushProperty name="height" value="0.025" units="cm"/>
      <inkml:brushProperty name="color" value="#E71224"/>
    </inkml:brush>
  </inkml:definitions>
  <inkml:trace contextRef="#ctx0" brushRef="#br0">297 0 11546,'0'0'10899,"-139"152"-10779,106-116-120,-14 14-160,5-8-2313,6-7-5448</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4.170"/>
    </inkml:context>
    <inkml:brush xml:id="br0">
      <inkml:brushProperty name="width" value="0.025" units="cm"/>
      <inkml:brushProperty name="height" value="0.025" units="cm"/>
      <inkml:brushProperty name="color" value="#E71224"/>
    </inkml:brush>
  </inkml:definitions>
  <inkml:trace contextRef="#ctx0" brushRef="#br0">0 296 8410,'0'0'11380,"6"-4"-10626,119-78 2000,20-13-1797,-140 91-945,19-15 30,1 2 0,0 0 1,1 1-1,1 2 1,33-14-1,-94 85 397,24-42-384,0 0 1,1 0-1,1 1 1,1 0-1,0 1 1,1 0-1,1 0 1,1 0-1,0 1 0,1-1 1,1 1-1,0 0 1,2 25-1,0-40-49,1-1 0,-1 1-1,1-1 1,-1 1 0,1-1-1,0 0 1,0 1 0,0-1 0,0 0-1,0 0 1,1 0 0,-1 0-1,0 0 1,1 0 0,0 0 0,0 0-1,-1-1 1,1 1 0,0 0-1,0-1 1,0 0 0,1 1 0,-1-1-1,0 0 1,0 0 0,1 0 0,-1-1-1,0 1 1,5 0 0,6 2-1014,1-2 0,0 1 0,0-2 0,16-1-1,-9 1-3384,-2 0-2511</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4.422"/>
    </inkml:context>
    <inkml:brush xml:id="br0">
      <inkml:brushProperty name="width" value="0.025" units="cm"/>
      <inkml:brushProperty name="height" value="0.025" units="cm"/>
      <inkml:brushProperty name="color" value="#E71224"/>
    </inkml:brush>
  </inkml:definitions>
  <inkml:trace contextRef="#ctx0" brushRef="#br0">9 15 15835,'0'0'13659,"-8"-15"-13659,8 18-16,0 12-80,0 0-280,0 15-1072,0-7-2321,0-5-2112</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5.916"/>
    </inkml:context>
    <inkml:brush xml:id="br0">
      <inkml:brushProperty name="width" value="0.025" units="cm"/>
      <inkml:brushProperty name="height" value="0.025" units="cm"/>
      <inkml:brushProperty name="color" value="#E71224"/>
    </inkml:brush>
  </inkml:definitions>
  <inkml:trace contextRef="#ctx0" brushRef="#br0">672 0 1840,'0'0'21300,"-13"0"-20591,-14 2-425,-1 0 1,1 1-1,-48 14 0,-82 32-261,81-23 28,-126 42-27,139-41-13,63-27-13,0 0 0,0 0 1,-1 0-1,1 0 0,0 0 1,0 0-1,0 0 0,0 0 1,-1 0-1,1 0 0,0 1 1,0-1-1,0 0 0,0 0 0,0 0 1,-1 0-1,1 0 0,0 0 1,0 0-1,0 1 0,0-1 1,0 0-1,0 0 0,0 0 1,-1 0-1,1 1 0,0-1 1,0 0-1,0 0 0,0 0 1,0 0-1,0 1 0,0-1 1,0 0-1,0 0 0,0 0 1,0 0-1,0 1 0,0-1 1,0 0-1,0 0 0,0 0 0,0 0 1,0 1-1,0-1 0,1 0 1,-1 0-1,0 0 0,0 0 1,0 0-1,0 1 0,0-1 1,0 0-1,0 0 0,1 0 1,-1 0-1,0 0 0,0 0 1,0 1-1,0-1 0,0 0 1,1 0-1,-1 0 0,0 0 1,0 0-1,0 0 0,0 0 0,1 0 1,9 3 73,45 7 71,79 3 0,6 1-113,-78-6-17,68 13 11,-128-20 30,0 0 0,1 0-1,-1 0 1,0 0 0,0 1-1,0-1 1,0 1 0,0 0 0,2 1-1,-3-1-10,0-1 1,0 0-1,0 0 0,1 1 0,-1-1 0,0 0 0,1-1 1,-1 1-1,1 0 0,-1 0 0,1 0 0,0-1 0,2 1 1,30 17 3159,-20-15-3041,-12-3-148,0 0-1,0 0 0,1 0 1,-1 1-1,0-1 1,0 0-1,0 1 1,0 0-1,0-1 1,0 1-1,0 0 1,-1 0-1,1 0 0,0 0 1,0 0-1,2 3 1,-7-2-66,1 0 0,-1 0-1,1 0 1,-1-1 0,0 1 0,0 0 0,0-1 0,-5 2 0,-13 5-3060,10-5-1397,1-2-3082</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7.645"/>
    </inkml:context>
    <inkml:brush xml:id="br0">
      <inkml:brushProperty name="width" value="0.025" units="cm"/>
      <inkml:brushProperty name="height" value="0.025" units="cm"/>
      <inkml:brushProperty name="color" value="#E71224"/>
    </inkml:brush>
  </inkml:definitions>
  <inkml:trace contextRef="#ctx0" brushRef="#br0">0 129 7098,'0'0'10255,"4"-6"-9261,-3 2-826,1 1 1,0-1 0,1 0 0,-1 1-1,1-1 1,-1 1 0,1 0-1,0 0 1,0 0 0,1 0 0,-1 0-1,0 1 1,1-1 0,0 1 0,-1 0-1,1 0 1,0 1 0,0-1-1,0 1 1,0 0 0,1 0 0,7-1-1,-10 2-126,0 0-1,1 0 0,-1 0 0,0 1 0,1-1 0,-1 1 0,0 0 0,0-1 0,0 1 0,1 0 1,-1 0-1,0 1 0,0-1 0,0 0 0,-1 0 0,1 1 0,0 0 0,2 2 0,-1 0-7,0 0 0,-1 0-1,1 0 1,-1 0-1,0 1 1,0-1 0,-1 1-1,2 8 1,1 8 66,-1 0 0,-2 0 0,0 29 0,-1-36 69,-1-10-143,1 0 0,-1 1-1,0-1 1,0 0 0,0 0 0,0 0 0,-1 0 0,0 0 0,0 0 0,-3 4 0,-2 5-15,20-56 770,68-99-765,-69 126-9,0-1 0,0 1 1,2 1-1,0 1 0,0-1 1,19-12-1,-31 26 23,-1-1 0,1 1-1,0 0 1,0-1 0,1 1 0,-1 0 0,0 0 0,0 0-1,0 1 1,1-1 0,-1 1 0,0-1 0,1 1-1,-1 0 1,1-1 0,-1 1 0,0 0 0,1 1 0,-1-1-1,0 0 1,1 1 0,-1-1 0,0 1 0,1 0-1,-1 0 1,0 0 0,0 0 0,0 0 0,0 0 0,0 1-1,0-1 1,0 1 0,0-1 0,0 1 0,-1 0-1,1-1 1,-1 1 0,2 2 0,9 19 221,0 1-1,-2 0 1,-1 1-1,-1 0 1,-1 0-1,-1 1 1,-1 0 0,-1 0-1,0 34 1,-4-60-138,4 1-535,-1-1 1,1 0-1,-1-1 0,0 1 1,1 0-1,-1-1 0,1 0 0,-1 0 1,0 0-1,0 0 0,1-1 1,-1 1-1,0-1 0,5-3 0,-3 2-701,18-11-5455</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8.264"/>
    </inkml:context>
    <inkml:brush xml:id="br0">
      <inkml:brushProperty name="width" value="0.025" units="cm"/>
      <inkml:brushProperty name="height" value="0.025" units="cm"/>
      <inkml:brushProperty name="color" value="#E71224"/>
    </inkml:brush>
  </inkml:definitions>
  <inkml:trace contextRef="#ctx0" brushRef="#br0">19 8 5721,'0'0'8338,"-3"0"-7280,-12 0 5934,23 0-6064,60 9-4,-4-1-682,-44-7-209,140 2 389,-130-4-180,-1-1 0,1-2 1,38-10-1,-53 9 1028,-21 3 824,-12 2-1724,-2 0-4274,9 1-5359</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9.089"/>
    </inkml:context>
    <inkml:brush xml:id="br0">
      <inkml:brushProperty name="width" value="0.025" units="cm"/>
      <inkml:brushProperty name="height" value="0.025" units="cm"/>
      <inkml:brushProperty name="color" value="#E71224"/>
    </inkml:brush>
  </inkml:definitions>
  <inkml:trace contextRef="#ctx0" brushRef="#br0">21 35 3977,'0'0'5996,"-2"-5"-5479,-4-17 385,1 15 4063,1 10-1477,0 8-1852,4 532 7935,10-565-13061,2 3-2061,-7 12 1628,4-7-6491</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9.485"/>
    </inkml:context>
    <inkml:brush xml:id="br0">
      <inkml:brushProperty name="width" value="0.025" units="cm"/>
      <inkml:brushProperty name="height" value="0.025" units="cm"/>
      <inkml:brushProperty name="color" value="#E71224"/>
    </inkml:brush>
  </inkml:definitions>
  <inkml:trace contextRef="#ctx0" brushRef="#br0">1 1 11146,'0'0'17585,"0"14"-16929,0 22-7303,0-18 583</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9.723"/>
    </inkml:context>
    <inkml:brush xml:id="br0">
      <inkml:brushProperty name="width" value="0.025" units="cm"/>
      <inkml:brushProperty name="height" value="0.025" units="cm"/>
      <inkml:brushProperty name="color" value="#E71224"/>
    </inkml:brush>
  </inkml:definitions>
  <inkml:trace contextRef="#ctx0" brushRef="#br0">440 0 1272,'0'0'23045,"-178"169"-22893,140-130-152,2 3-48,-3 2-408,-17 22-1392,8-13-2737,4-8-3697</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0.926"/>
    </inkml:context>
    <inkml:brush xml:id="br0">
      <inkml:brushProperty name="width" value="0.025" units="cm"/>
      <inkml:brushProperty name="height" value="0.025" units="cm"/>
      <inkml:brushProperty name="color" value="#E71224"/>
    </inkml:brush>
  </inkml:definitions>
  <inkml:trace contextRef="#ctx0" brushRef="#br0">10 253 8210,'0'0'8899,"-10"-1"-1632,138-71-7122,-40 25-139,-52 27 15,143-92 120,-193 157 315,5-17-367,1 1 0,1 0-1,1 0 1,2 1-1,1-1 1,2 48 0,1-74-90,0 0 1,1 0 0,0 0 0,0 0 0,0 0 0,0 0 0,0 0-1,0 0 1,1-1 0,-1 1 0,1 0 0,0-1 0,0 1 0,0-1-1,0 0 1,0 0 0,0 0 0,1 0 0,-1 0 0,1 0 0,-1 0-1,1-1 1,0 1 0,0-1 0,0 0 0,5 2 0,-4-2-266,1 0 0,-1 0 0,0 0 0,0-1 1,0 1-1,0-1 0,1 0 0,-1-1 1,4 0-1,-5 1-339,0-1 0,-1 1 0,1-1 0,0 0 0,-1 0 0,1 0 0,-1-1 1,1 1-1,-1 0 0,0-1 0,1 0 0,-1 0 0,3-3 0,11-18-9717</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1.132"/>
    </inkml:context>
    <inkml:brush xml:id="br0">
      <inkml:brushProperty name="width" value="0.025" units="cm"/>
      <inkml:brushProperty name="height" value="0.025" units="cm"/>
      <inkml:brushProperty name="color" value="#E71224"/>
    </inkml:brush>
  </inkml:definitions>
  <inkml:trace contextRef="#ctx0" brushRef="#br0">39 1 12123,'0'0'13771,"-38"3"-13715,50 9-56,3 3 0,2-1-401,22 7-1367,-6-3-2865,2-6-3817</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1.496"/>
    </inkml:context>
    <inkml:brush xml:id="br0">
      <inkml:brushProperty name="width" value="0.025" units="cm"/>
      <inkml:brushProperty name="height" value="0.025" units="cm"/>
      <inkml:brushProperty name="color" value="#E71224"/>
    </inkml:brush>
  </inkml:definitions>
  <inkml:trace contextRef="#ctx0" brushRef="#br0">0 1 7434,'0'0'15180,"0"5"-14456,0 201 4137,0-135-7549,0 0-5807</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1.718"/>
    </inkml:context>
    <inkml:brush xml:id="br0">
      <inkml:brushProperty name="width" value="0.025" units="cm"/>
      <inkml:brushProperty name="height" value="0.025" units="cm"/>
      <inkml:brushProperty name="color" value="#E71224"/>
    </inkml:brush>
  </inkml:definitions>
  <inkml:trace contextRef="#ctx0" brushRef="#br0">0 57 1608,'0'0'21437,"137"-32"-21021,-99 32-248,-5 0-96,0-3-72,-4 3-120,13-6-816,-6 0-3529,-7-3-3241</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2.018"/>
    </inkml:context>
    <inkml:brush xml:id="br0">
      <inkml:brushProperty name="width" value="0.025" units="cm"/>
      <inkml:brushProperty name="height" value="0.025" units="cm"/>
      <inkml:brushProperty name="color" value="#E71224"/>
    </inkml:brush>
  </inkml:definitions>
  <inkml:trace contextRef="#ctx0" brushRef="#br0">55 1 8162,'0'0'16158,"-7"14"-14919,4-6-1102,-5 8 116,1 0 0,0 1 1,1 0-1,1 0 0,-4 26 0,7 102 385,2-112-3841,1 0-3805</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2.240"/>
    </inkml:context>
    <inkml:brush xml:id="br0">
      <inkml:brushProperty name="width" value="0.025" units="cm"/>
      <inkml:brushProperty name="height" value="0.025" units="cm"/>
      <inkml:brushProperty name="color" value="#E71224"/>
    </inkml:brush>
  </inkml:definitions>
  <inkml:trace contextRef="#ctx0" brushRef="#br0">0 4 6129,'0'0'21213,"116"-3"-20413,-83 6-472,2-3-232,-2 0-96,-3 0 0,-1 0-392,13 0-1320,-9 0-3249,-4 0-4673</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2.938"/>
    </inkml:context>
    <inkml:brush xml:id="br0">
      <inkml:brushProperty name="width" value="0.025" units="cm"/>
      <inkml:brushProperty name="height" value="0.025" units="cm"/>
      <inkml:brushProperty name="color" value="#E71224"/>
    </inkml:brush>
  </inkml:definitions>
  <inkml:trace contextRef="#ctx0" brushRef="#br0">15 5 5881,'0'0'11247,"-4"-1"-10198,-6-2-122,12 2 1124,22 13 278,3 6-1982,-1 2 1,-1 1-1,-1 1 1,0 1-1,-2 1 1,-1 0-1,-1 2 1,21 36-1,-37-54-337,0 1 0,0-1 0,-1 1 0,0 0 0,-1 1 0,0-1 0,0 0 0,-1 1 0,0-1 1,-1 13-1,0-15 38,-1 0 0,0-1 0,0 1 1,-1 0-1,0-1 0,0 1 1,0-1-1,-1 0 0,0 0 0,0 0 1,0 0-1,-1 0 0,0-1 1,-9 11-1,-137 115 1368,150-131-1676,22-2-3182,7-9-2441,3-8-4888</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3.906"/>
    </inkml:context>
    <inkml:brush xml:id="br0">
      <inkml:brushProperty name="width" value="0.025" units="cm"/>
      <inkml:brushProperty name="height" value="0.025" units="cm"/>
      <inkml:brushProperty name="color" value="#E71224"/>
    </inkml:brush>
  </inkml:definitions>
  <inkml:trace contextRef="#ctx0" brushRef="#br0">736 98 8706,'0'0'14835,"-14"-16"-14189,-5-3-412,-29-24 1,45 41-205,-1-1-1,0 1 1,0 0 0,0 0-1,0 0 1,0 1 0,0 0-1,0-1 1,-1 1 0,1 1 0,-1-1-1,1 1 1,0-1 0,-1 1-1,1 0 1,-7 2 0,-5-2 88,8 0-73,-8 0 112,1 0 1,-1 1-1,-19 4 1,29-3-117,0 0 0,0 0 0,1 0 0,0 0 0,-1 1 1,1 0-1,0 0 0,0 0 0,0 1 0,1 0 0,-1 0 0,-3 5 0,-1-1-4,1 1 0,1 0 0,-1 1 0,2 0 0,-1 0 0,1 1 0,1-1 0,0 1 0,0 1 0,1-1 0,1 1 0,0-1 0,0 1 0,1 0 0,1 0-1,0 19 1,0-21-25,2 0 0,-1 0 0,1 0 0,1-1 0,0 1 0,0 0 0,1-1 0,0 1 0,0-1 0,1 0 1,6 9-2,-4-6-4,-3-8 2,-1 0-1,1 1 1,-1-1 0,0 1-1,0 0 1,-1-1 0,1 1-1,-1 0 1,1 9 0,-2-14-4,-1 1-1,1 0 1,0 0 0,-1-1 0,1 1 0,-1 0 0,1-1-1,-1 1 1,0-1 0,1 1 0,-1 0 0,0-1 0,1 1-1,-1-1 1,0 0 0,1 1 0,-1-1 0,0 0-1,0 1 1,0-1 0,1 0 0,-3 1 0,-25 6 49,20-6-28,-313 77 528,334-77-547,0 0 0,1 2-1,16 4 1,-6-1-116,13 1-800,-1 2 1,0 1-1,50 22 1,-85-31 860,1 0 1,-1 0-1,1 0 1,-1 0 0,1 0-1,-1 1 1,0-1-1,0 0 1,0 1-1,0-1 1,0 0 0,0 1-1,0-1 1,0 1-1,0 0 1,-1-1 0,1 1-1,-1 0 1,1-1-1,-1 1 1,0 0 0,1 0-1,-1-1 1,0 1-1,0 0 1,0 0 0,0-1-1,-1 1 1,1 0-1,0 0 1,-1-1 0,0 1-1,0 1 1,-1 4 37,-1 1 0,0-2 0,-1 1 1,0 0-1,0-1 0,-6 8 0,-8 9 89,0 2-1,2 0 1,-18 35-1,28-46 19,0 0-1,1 1 1,0 0-1,1 0 1,1 0 0,1 1-1,0-1 1,0 20-1,2-27-67,0-1 1,0 0-1,1 0 0,0 0 1,0 0-1,1 0 1,0 0-1,0 0 0,0 0 1,5 6-1,-5-8 0,2-1 0,-1 0 0,0 0 1,1 0-1,0-1 0,-1 1 0,2-1 0,-1 0 0,0 0 1,0 0-1,1-1 0,0 0 0,-1 0 0,1 0 0,6 2 1,10 1 175,0-1 1,1-1-1,-1-1 1,1-1 0,0 0-1,22-4 1,-23 2 59,-12 1-33,0 0-1,0-1 1,0-1-1,0 0 1,0 0-1,0-1 1,0 0 0,-1 0-1,0-1 1,1 0-1,-1 0 1,0-1-1,10-8 1,-18 12-125,-3 1-263,-59 6-2400,20 3-2749,1 0-5524</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6.271"/>
    </inkml:context>
    <inkml:brush xml:id="br0">
      <inkml:brushProperty name="width" value="0.025" units="cm"/>
      <inkml:brushProperty name="height" value="0.025" units="cm"/>
      <inkml:brushProperty name="color" value="#E71224"/>
    </inkml:brush>
  </inkml:definitions>
  <inkml:trace contextRef="#ctx0" brushRef="#br0">1 167 5313,'0'0'4420,"4"-7"-4267,14-18 107,-11 13 10116,-5 6-5706,-1 5-4633,-1 0-1,0 1 1,1-1-1,-1 1 1,0-1 0,1 0-1,-1 1 1,1-1-1,-1 1 1,1-1-1,-1 1 1,1 0-1,-1-1 1,1 1-1,0-1 1,-1 1-1,1 0 1,-1-1-1,1 1 1,0 0-1,-1 0 1,1 0 0,0 0-1,1-1 1,80-28 62,1 2 1,97-16-1,-155 39-108,0 2 0,40 1-1,-40 1-119,-26 22-334,-1-17 421,-1-1 0,1 1-1,-1-1 1,0 0 0,0 0 0,0 0-1,-1 0 1,1-1 0,-9 7 0,-16 18-72,22-20 108,0 1 1,1-1-1,0 1 1,0 0-1,1 1 1,1-1-1,-1 1 0,2 0 1,-3 13-1,1 6-27,2 56 0,2-68 31,1-5-2,0 0-1,1 1 1,1-1 0,0 0 0,1 0-1,0-1 1,1 1 0,0-1-1,1 0 1,0 0 0,1-1 0,13 18-1,-9-15-8,-1-1 0,2 0-1,-1-1 1,2 0-1,-1-1 1,1 0 0,1-1-1,0 0 1,19 8 0,-27-15 18,1-1 1,-1 1-1,0-1 1,1 0-1,-1-1 1,1 1-1,8-2 1,-4 1 50,-10 0-51,-1-1 0,1 1 0,0-1 0,-1 1 0,1-1 0,-1 1 0,1-1 0,-1 1 0,1-1 0,-1 0 0,1 1 0,-1-1 0,1 0 0,-1 1 0,0-1 0,1 0 0,-1 0 0,0 0 0,0 1 0,0-1 0,1 0 0,-1 0 0,0 0 0,0 1 0,0-1 0,0 0 0,0 0 0,-1 0 0,1 1 1,0-1-1,0 0 0,0 0 0,-1 1 0,1-1 0,-1-1 0,0 0 2,1 0-1,0-1 1,-1 1 0,0 0 0,0 0 0,0 0 0,0 0 0,0 0 0,0 0-1,0 0 1,0 0 0,-1 1 0,1-1 0,-3-2 0,-4 2 2,-1-1 0,1 1 0,-1 1 0,0 0 1,1 0-1,-1 0 0,0 1 0,0 1 0,0-1 1,1 1-1,-1 1 0,0 0 0,1 0 0,0 1 1,-1-1-1,1 2 0,-9 4 0,12-4-8,0 0 0,-1 1 1,2 0-1,-1-1 0,1 2 0,0-1 0,0 0 1,0 1-1,0 0 0,1 0 0,0 0 0,1 0 0,-1 0 1,-2 13-1,1 1-13,2 0 0,0 0 0,1 30 0,1-50 11,1 9 0,0-1 0,0 1 0,1-1 0,-1 0 0,2 1 0,0-1 0,0 0 0,7 13 0,41 61-4,-14-25 5,-34-51 5,1 0 0,-1 0 0,0 0 0,0 0 1,-1 1-1,0-1 0,0 1 0,0 0 0,-1 0 0,0-1 0,-1 1 1,1 0-1,-1 0 0,-1 7 0,0-12 14,0 1 1,-1-1-1,1 0 0,0 1 1,-1-1-1,0 0 0,1 0 0,-1 0 1,0 0-1,0-1 0,0 1 1,0 0-1,0-1 0,-1 1 0,1-1 1,0 0-1,-1 0 0,1 0 0,-1 0 1,1 0-1,-1-1 0,-3 2 1,-64 11 452,31-10 304,-56-3-1,38-1 9,53 1-733,0 0 0,0 0 0,0-1 0,0 1 0,0-1 0,0 0-1,0 0 1,0 0 0,0-1 0,0 1 0,0-1 0,1 0-1,-1 0 1,-4-4 0,5 4-94,1-1 1,0 1-1,0-1 1,0 0-1,0 1 1,0-1-1,1 0 0,-1 0 1,1 0-1,0-1 1,0 1-1,0 0 0,0 0 1,1 0-1,-1-1 1,1 1-1,0 0 0,0-5 1,0 7-35,0 1 1,1-1 0,-1 0-1,0 1 1,1-1 0,-1 1-1,0-1 1,1 0 0,-1 1-1,1-1 1,-1 1 0,1-1-1,-1 1 1,1-1 0,-1 1-1,1 0 1,0-1 0,-1 1-1,1 0 1,0-1 0,-1 1-1,1 0 1,0 0 0,-1-1-1,1 1 1,0 0 0,0 0-1,-1 0 1,1 0 0,0 0-1,0 0 1,34 0-2884,-23 1 896,18-1-4035</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5.730"/>
    </inkml:context>
    <inkml:brush xml:id="br0">
      <inkml:brushProperty name="width" value="0.025" units="cm"/>
      <inkml:brushProperty name="height" value="0.025" units="cm"/>
    </inkml:brush>
  </inkml:definitions>
  <inkml:trace contextRef="#ctx0" brushRef="#br0">227 1 3929,'0'0'11024,"3"6"-1932,-13-6-9037,1 1 0,0 1 0,0 0 1,0 0-1,0 1 0,0 0 0,1 0 0,-1 1 0,1 0 0,0 0 0,0 1 0,0 0 0,1 1 1,0 0-1,0 0 0,0 0 0,1 1 0,-10 13 0,8-9 69,0 0 0,1 0 1,0 1-1,1 0 0,1 0 0,0 0 1,0 1-1,1 0 0,1-1 0,0 1 1,1 1-1,-1 21 0,3-32-113,1-1-1,-1 1 1,1 0-1,0-1 1,0 1-1,1-1 1,-1 1 0,0-1-1,1 1 1,-1-1-1,1 0 1,0 0-1,0 0 1,0 0 0,0 0-1,0 0 1,0 0-1,1-1 1,-1 1-1,3 1 1,0 0-16,1 0 0,-1 0 0,1-1 0,0 1-1,0-1 1,-1-1 0,1 1 0,8 0 0,-5 0-47,0-2 0,0 1 0,-1-1 0,1 0 0,0-1 0,0 0 0,0 0 0,0-1 0,-1 0 0,1-1 0,-1 0 0,0 0 0,0-1 0,0 0 0,0 0 0,12-10 0,-5 2-90,0 0 1,0-2 0,-1 0-1,19-25 1,-28 32 118,0-1 1,0 0-1,-1 1 1,0-2 0,0 1-1,-1 0 1,0-1-1,-1 1 1,0-1-1,0 0 1,-1 1-1,0-14 1,-1 19 19,-1 0 0,1 0 1,-1 0-1,0 0 0,0 1 0,0-1 1,-1 0-1,1 1 0,-1-1 0,1 1 1,-1-1-1,0 1 0,0 0 0,0 0 1,0 0-1,0 0 0,-1 0 0,1 0 1,-1 1-1,1-1 0,-1 1 0,1-1 1,-1 1-1,0 0 0,0 0 0,1 0 1,-4 0-1,-7-3 3,1 1 0,-1 1 1,0 0-1,-25-1 0,25 3-556,9 0 718,0-1 1,0 1-1,0 1 0,0-1 1,0 1-1,0-1 0,-6 3 0,0 3-3104,0 5-3963</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6.620"/>
    </inkml:context>
    <inkml:brush xml:id="br0">
      <inkml:brushProperty name="width" value="0.025" units="cm"/>
      <inkml:brushProperty name="height" value="0.025" units="cm"/>
    </inkml:brush>
  </inkml:definitions>
  <inkml:trace contextRef="#ctx0" brushRef="#br0">250 1 6705,'0'0'12060,"-3"0"-9127,-12 1-1887,-1 6-525,1 0 1,0 1 0,0 1 0,-17 14 0,19-14-276,0 0-95,1 0 1,0 1-1,1 0 0,0 1 1,-18 23-1,25-28-84,-1 1 0,1 0-1,0 1 1,0-1 0,1 1 0,0 0 0,1 0-1,0 0 1,0 0 0,0 0 0,1 0-1,0 12 1,0-16-13,1 1-1,1-1 1,-1 1-1,0-1 1,1 0-1,0 1 1,0-1-1,0 0 1,1 0-1,-1 0 1,5 8-1,-4-10-11,0 1 0,1-1 0,-1 0 0,0 0 0,1 0 0,0 0 0,-1 0 1,1-1-1,0 1 0,0-1 0,0 0 0,0 0 0,0 0 0,0 0 0,0 0 0,0-1 0,5 1 0,3 0 25,-7-2-65,-1 1 0,1 0 0,-1 1 0,1-1 0,-1 1 0,1-1 0,-1 1 0,1 0 0,-1 0 0,5 3 0,-8-4-88,0 0-1,0 1 0,0-1 0,0 0 0,0 1 0,0-1 0,0 0 0,1 0 0,-1 1 0,0-1 0,0 0 0,0 1 0,0-1 0,-1 0 0,1 1 0,0-1 1,0 0-1,0 1 0,0-1 0,0 0 0,0 1 0,0-1 0,-1 0 0,1 0 0,0 1 0,0-1 0,0 0 0,-1 0 0,1 1 0,0-1 0,0 0 0,0 0 1,-1 0-1,1 1 0,0-1 0,-1 0 0,1 0 0,0 0 0,0 0 0,-1 0 0,0 1 0,-15 3-4049,12-3 1728,-7 2-4994</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7.376"/>
    </inkml:context>
    <inkml:brush xml:id="br0">
      <inkml:brushProperty name="width" value="0.025" units="cm"/>
      <inkml:brushProperty name="height" value="0.025" units="cm"/>
    </inkml:brush>
  </inkml:definitions>
  <inkml:trace contextRef="#ctx0" brushRef="#br0">1 50 5617,'0'0'14311,"6"0"-12986,3 0-899,-6-1-255,0 1 0,0 0 1,0 0-1,0 0 0,0 0 1,0 0-1,0 0 1,4 2-1,-5-1-55,0 0-1,0 0 1,0 0 0,0 0 0,0 0-1,-1 0 1,1 1 0,0-1 0,-1 1-1,1-1 1,-1 1 0,1-1 0,-1 1-1,0 0 1,0 0 0,0 0 0,0 0-1,0 0 1,0 0 0,0 0 0,-1 0-1,1 0 1,0 4 0,1 5 31,-1 0-1,0 0 1,0 13 0,-1-20-94,0-4-21,-2-29 69,4 23-161,0 0 0,-1 1-1,2-1 1,-1 1-1,1 0 1,0 0 0,0 0-1,0 0 1,0 0-1,1 0 1,0 1 0,7-7-1,-2 3-138,0 1-1,0 0 0,0 0 1,1 0-1,16-7 0,-26 14 220,0 0 1,1 0-1,-1 0 0,1-1 0,-1 1 0,0 0 0,1 0 0,-1 0 0,1 0 0,-1 0 0,0 0 1,1 0-1,-1 0 0,1 0 0,-1 0 0,1 0 0,-1 0 0,0 0 0,1 0 0,-1 0 1,1 1-1,-1-1 0,0 0 0,1 0 0,-1 0 0,0 1 0,1-1 0,-1 0 0,0 0 1,1 1-1,0 0 0,4 16 584,-5 32 598,0-36-676,0-4-556,-1 18-280,-4-11-6317,3-11 64</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8.468"/>
    </inkml:context>
    <inkml:brush xml:id="br0">
      <inkml:brushProperty name="width" value="0.025" units="cm"/>
      <inkml:brushProperty name="height" value="0.025" units="cm"/>
    </inkml:brush>
  </inkml:definitions>
  <inkml:trace contextRef="#ctx0" brushRef="#br0">33 1 5297,'0'0'12271,"46"0"-6763,-42 0-5407,0 0 0,0 0 1,0 1-1,0 0 0,0-1 1,0 2-1,0-1 0,0 0 0,0 1 1,-1 0-1,1-1 0,-1 2 1,1-1-1,-1 0 0,0 1 1,0-1-1,0 1 0,0 0 1,0 0-1,0 0 0,-1 0 1,0 1-1,1-1 0,-1 1 1,-1-1-1,1 1 0,0 0 0,-1 0 1,0-1-1,0 1 0,0 0 1,0 0-1,-1 0 0,1 5 1,-1 31 262,1-15-71,-4 44 0,2-62-241,0 1-1,0-1 1,-1 1 0,-1-1 0,1 0 0,-1 0 0,0 0-1,-1 0 1,1 0 0,-6 6 0,-130 156 3550,139-168-2939</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5.562"/>
    </inkml:context>
    <inkml:brush xml:id="br0">
      <inkml:brushProperty name="width" value="0.025" units="cm"/>
      <inkml:brushProperty name="height" value="0.025" units="cm"/>
    </inkml:brush>
  </inkml:definitions>
  <inkml:trace contextRef="#ctx0" brushRef="#br0">114 1 3089,'0'0'8449,"0"4"-6884,-4 37 9621,4 2-8429,0-19-2998,-1 1 0,-5 31 0,-38 124 554,-1 2-150,39-154-128,-2 16-2074,8-91-4069,0 15-96</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6.081"/>
    </inkml:context>
    <inkml:brush xml:id="br0">
      <inkml:brushProperty name="width" value="0.025" units="cm"/>
      <inkml:brushProperty name="height" value="0.025" units="cm"/>
    </inkml:brush>
  </inkml:definitions>
  <inkml:trace contextRef="#ctx0" brushRef="#br0">0 128 6305,'0'0'12999,"4"2"-11872,9 1-754,0 0 0,-1-1 0,1 0 0,0-1 0,0 0 0,0-2 0,13 0 0,8 0-248,5-1-77,60-10 1,-60 5-50,62-1 1,-25 7-291,1-3 1,-1-4 0,119-28-1,-112 19-249,-39 8-216,74-23 0,-117 31-174,4 0 2242</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6.712"/>
    </inkml:context>
    <inkml:brush xml:id="br0">
      <inkml:brushProperty name="width" value="0.025" units="cm"/>
      <inkml:brushProperty name="height" value="0.025" units="cm"/>
    </inkml:brush>
  </inkml:definitions>
  <inkml:trace contextRef="#ctx0" brushRef="#br0">4 44 624,'0'0'17280,"-4"0"-12332,8 1-4872,-1 0 0,0 0 0,1 0 0,-1-1 0,1 0 0,-1 1 0,1-1 0,0 0 0,6-2 0,3 2 53,33-2 96,85-16 0,-2 0-212,-33 10-5,178 9 0,-187 13 40,-62-8 19,-1-2 1,44 2 0,28-6 471,-58 0-876,-32 0-662,-12 0-812,-2 1 796,-18-3-5891,15-3-915</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7.231"/>
    </inkml:context>
    <inkml:brush xml:id="br0">
      <inkml:brushProperty name="width" value="0.025" units="cm"/>
      <inkml:brushProperty name="height" value="0.025" units="cm"/>
    </inkml:brush>
  </inkml:definitions>
  <inkml:trace contextRef="#ctx0" brushRef="#br0">1 0 1016,'0'0'18171,"12"7"-16752,41 25-238,-49-30-1073,0 1 0,0 0 0,0 1 0,-1-1 0,1 1 0,-1 0 0,0-1 1,0 1-1,0 1 0,-1-1 0,1 0 0,-1 1 0,0-1 0,0 1 0,0 0 0,-1 0 0,0-1 0,0 1 0,0 0 0,-1 0 0,1 0 0,-1 0 0,0 6 0,0-11-201,19-12-1088,5-17 699,-16 18 385,0 1 0,1-1-1,0 2 1,0-1 0,1 1 0,0 1-1,21-13 1,-29 20 160,-1 1 0,0 0 0,0-1 0,0 1 0,1 0 0,-1 0 0,0 0 0,0 0 0,1 0 0,-1 1 0,0-1 0,0 0 0,1 1 0,-1-1 0,0 0 0,0 1 0,0-1 1,0 1-1,0 0 0,0-1 0,0 1 0,0 0 0,0 0 0,0-1 0,0 1 0,0 0 0,0 0 0,-1 0 0,1 0 0,0 0 0,-1 0 0,1 1 0,-1-1 0,1 0 0,-1 0 0,1 2 0,3 8 113,0 0 1,5 22-1,-7-25-127,4 4-2396,9-10-6664,-1-2-2147</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7.587"/>
    </inkml:context>
    <inkml:brush xml:id="br0">
      <inkml:brushProperty name="width" value="0.025" units="cm"/>
      <inkml:brushProperty name="height" value="0.025" units="cm"/>
    </inkml:brush>
  </inkml:definitions>
  <inkml:trace contextRef="#ctx0" brushRef="#br0">86 1 6857,'0'0'16165,"1"30"-14952,6 99-257,-6-100-830,-1 0 1,-1 0-1,-2-1 1,-1 1-1,-1-1 1,-2 1-1,-15 41 1,8-25-458,6-15-646,-8 24-1991,2-22-6978</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7.965"/>
    </inkml:context>
    <inkml:brush xml:id="br0">
      <inkml:brushProperty name="width" value="0.025" units="cm"/>
      <inkml:brushProperty name="height" value="0.025" units="cm"/>
    </inkml:brush>
  </inkml:definitions>
  <inkml:trace contextRef="#ctx0" brushRef="#br0">0 0 5337,'0'0'14052,"24"5"-13243,77 20-189,-96-24-577,-1 1 1,0-1-1,0 1 0,0 0 1,0 0-1,-1 0 1,1 0-1,0 1 0,-1-1 1,1 1-1,-1 0 1,0 0-1,0 0 0,0 0 1,-1 1-1,1-1 1,-1 1-1,0 0 0,4 7 1,-4-2 93,0-1 1,0 1 0,-1 0-1,0 0 1,0 0 0,-2 15-1,1-10 226,-1-11-314,1 0 0,-2 1 0,1-1 0,0 0 1,-1 0-1,1 0 0,-1 0 0,0 0 1,0 0-1,0 0 0,0-1 0,0 1 1,-1-1-1,1 1 0,-1-1 0,0 0 0,0 0 1,0 0-1,-5 2 0,-6 4 4,0-1 1,-29 11-1,38-17-111,0 0 0,1 0 1,-1 0-1,0-1 0,0 1 1,-6-2-1,3 1-566,7-1 284,1 0 1,-1-1 0,1 1-1,-1-1 1,1 1 0,-1-1-1,1 0 1,0 1 0,0-1-1,0 1 1,0-1 0,0 1-1,0-1 1,0 0 0,1-2-1,-1 3-36,6-17-4979,9 3-3987</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8.313"/>
    </inkml:context>
    <inkml:brush xml:id="br0">
      <inkml:brushProperty name="width" value="0.025" units="cm"/>
      <inkml:brushProperty name="height" value="0.025" units="cm"/>
    </inkml:brush>
  </inkml:definitions>
  <inkml:trace contextRef="#ctx0" brushRef="#br0">0 1 5577,'0'0'15075,"8"0"-14090,23 1-209,-31-1-736,1 0 1,0 1 0,0-1-1,-1 0 1,1 1 0,-1-1-1,1 1 1,0-1 0,-1 1-1,1-1 1,-1 1-1,1-1 1,-1 1 0,1-1-1,-1 1 1,0 0 0,1-1-1,-1 1 1,0 0-1,1-1 1,-1 1 0,0 0-1,0 0 1,0-1 0,0 1-1,0 0 1,0 0 0,0 0-1,0 25 354,0-20-283,-1 20 29,0-19-149,0 0-1,1 0 1,-1 1-1,2-1 0,-1 0 1,1 0-1,2 9 1,-2-15-79,0 0-1,1-1 1,-1 1 0,0 0 0,0 0-1,1-1 1,-1 1 0,0 0 0,1-1-1,-1 1 1,0-1 0,1 0 0,-1 1-1,1-1 1,-1 0 0,1 0 0,-1 0-1,0 0 1,3-1 0,35-1-2071,-35 2 1873,4-2-159,-1 1 1,1-2-1,0 1 1,0-1-1,-1 0 1,0 0-1,1-1 1,-1 0-1,-1 0 1,13-10 0,-6 2 544,1 0 0,-2-1 1,21-27-1,-32 39 271,0 1 1,-1-1-1,1 0 1,0 0-1,0 0 1,0 1-1,0-1 1,0 0-1,0 1 0,0-1 1,0 1-1,0-1 1,0 1-1,0 0 1,1-1-1,16 3 1575,-16-2-1949,0 1 0,0-1 0,-1 1 1,1 0-1,0 0 0,-1 0 0,1 0 0,-1 0 0,1 0 0,-1 1 0,0-1 1,1 0-1,-1 1 0,0-1 0,0 1 0,2 2 0,-2-1-305,0 0-1,0 0 0,0 0 0,1 0 0,-1 0 1,1-1-1,0 1 0,0 0 0,0-1 1,4 5-1,20 4-5278,-5-7-1106</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8.650"/>
    </inkml:context>
    <inkml:brush xml:id="br0">
      <inkml:brushProperty name="width" value="0.025" units="cm"/>
      <inkml:brushProperty name="height" value="0.025" units="cm"/>
    </inkml:brush>
  </inkml:definitions>
  <inkml:trace contextRef="#ctx0" brushRef="#br0">175 0 8010,'0'0'17853,"-9"34"-16788,-29 105-320,-27 32 154,21-57-840,39-97-157,1 1 0,1-1 1,0 1-1,0 34 0,3-50 7,0 0 0,0 0 0,0 0 0,0 0-1,1 0 1,-1 0 0,1 0 0,-1 0 0,1 0 0,0 0 0,0-1 0,0 1 0,0 0 0,0 0-1,0-1 1,0 1 0,1-1 0,-1 1 0,0-1 0,1 1 0,-1-1 0,1 0 0,0 0 0,-1 0-1,1 0 1,0 0 0,0 0 0,0 0 0,0-1 0,0 1 0,0-1 0,-1 1 0,1-1-1,3 0 1,6 1-622,0 0-1,1-1 1,-1-1 0,19-2-1,-26 2 527,3 0-671,1-1 0,0 0 0,-1 0 0,10-4 0,26-17-4937</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8.981"/>
    </inkml:context>
    <inkml:brush xml:id="br0">
      <inkml:brushProperty name="width" value="0.025" units="cm"/>
      <inkml:brushProperty name="height" value="0.025" units="cm"/>
    </inkml:brush>
  </inkml:definitions>
  <inkml:trace contextRef="#ctx0" brushRef="#br0">1 1 3329,'0'0'18284,"206"8"-17596,-149-5-336,11-3-352,39 0-96,-11 0-1801,-10 0-5272</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9.422"/>
    </inkml:context>
    <inkml:brush xml:id="br0">
      <inkml:brushProperty name="width" value="0.025" units="cm"/>
      <inkml:brushProperty name="height" value="0.025" units="cm"/>
    </inkml:brush>
  </inkml:definitions>
  <inkml:trace contextRef="#ctx0" brushRef="#br0">355 1 9514,'0'0'13754,"-10"0"-12908,1 0-706,-11-1 18,0 2 0,1 0 0,-28 5-1,21 1-97,1 1 0,0 0 0,0 2 0,1 1 0,-43 26 0,64-34-113,0-1 0,-1 1 0,1 1 0,0-1 0,0 0 0,0 1 0,1-1 0,-1 1 0,1 0 0,0 0 0,-2 5 0,4-8 12,-1 0 1,1 1 0,-1-1 0,1 0-1,0 1 1,0-1 0,-1 0 0,1 1 0,0-1-1,0 0 1,0 1 0,0-1 0,1 0-1,-1 1 1,0-1 0,1 0 0,-1 0 0,1 1-1,-1-1 1,1 0 0,-1 0 0,1 0-1,0 0 1,0 1 0,-1-1 0,1 0-1,0 0 1,0-1 0,0 1 0,0 0 0,0 0-1,0 0 1,0-1 0,1 1 0,-1 0-1,0-1 1,0 1 0,1-1 0,1 1 0,29 7-446,0-2 1,0-1-1,57 2 1,-35-4-774,-30-1 660,-17-3 437,-1 1 0,1 1 0,0-1 0,0 1 0,0 1 0,-1-1 0,1 1 0,11 5 0,-17-6 179,0 0 0,0 0-1,0 0 1,0 1 0,0-1-1,0 0 1,-1 0-1,1 1 1,0-1 0,-1 1-1,1-1 1,-1 1-1,0-1 1,1 1 0,-1-1-1,0 1 1,0-1 0,0 1-1,0-1 1,0 1-1,0-1 1,-1 3 0,1 0 146,-1 0-1,1-1 1,-1 1 0,0 0 0,0-1 0,-1 1 0,1 0 0,-3 3 0,-8 8 187,0-1 0,-2 0 0,0-1-1,0 0 1,-1-1 0,-1-1 0,-30 18 0,40-26-510,-1-1 0,0 0 0,0 0 0,0 0 0,0-1 0,0 0 1,0-1-1,0 1 0,-10-2 0,16 1-4,1 0 25,0 0 1,-1 0-1,1 0 0,0 0 1,0 0-1,0 0 1,-1 0-1,1-1 0,0 1 1,0 0-1,0 0 0,0 0 1,0 0-1,0-1 0,-1 1 1,1 0-1,0 0 0,0 0 1,0-1-1,0 1 0,0 0 1,0 0-1,0 0 1,0-1-1,0 1 0,0 0 1,0 0-1,0 0 0,0-1 1,0 1-1,0 0 0,0 0 1,0-1-1,0 1 0,0 0 1,0 0-1,1-2-1068,-1-14-6009</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9.763"/>
    </inkml:context>
    <inkml:brush xml:id="br0">
      <inkml:brushProperty name="width" value="0.025" units="cm"/>
      <inkml:brushProperty name="height" value="0.025" units="cm"/>
    </inkml:brush>
  </inkml:definitions>
  <inkml:trace contextRef="#ctx0" brushRef="#br0">11 0 3993,'0'0'20932,"0"187"-20660,0-173-160,0 0-112,0-4-136,0-2-608,-3-2-952,-1 2-1249,1-4-2168</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0.091"/>
    </inkml:context>
    <inkml:brush xml:id="br0">
      <inkml:brushProperty name="width" value="0.025" units="cm"/>
      <inkml:brushProperty name="height" value="0.025" units="cm"/>
    </inkml:brush>
  </inkml:definitions>
  <inkml:trace contextRef="#ctx0" brushRef="#br0">1 0 11811,'0'0'11474,"17"29"-11650,-13-8-1520,0-7-2913,-1 4-4673</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0.452"/>
    </inkml:context>
    <inkml:brush xml:id="br0">
      <inkml:brushProperty name="width" value="0.025" units="cm"/>
      <inkml:brushProperty name="height" value="0.025" units="cm"/>
    </inkml:brush>
  </inkml:definitions>
  <inkml:trace contextRef="#ctx0" brushRef="#br0">1 41 5433,'0'0'12416,"9"-5"-11466,2-1-825,0 1 0,0 0 0,1 1 1,0 0-1,0 1 0,0 0 0,0 1 0,21-1 1,13 3-104,-45 13 93,-2-6-56,1 1 0,-2-1 0,1 0 0,-1 0 0,0 0 0,0 0 0,-1 0 0,0 0 0,-6 10 1,-6 7 233,-22 27 0,1 0 45,31-44-304,0-1 0,1 1-1,0 0 1,1 0 0,-1 0 0,1 0-1,0 1 1,1-1 0,0 1 0,0 0 0,1-1-1,0 1 1,0 0 0,1 15 0,0-22-16,1 1 0,-1-1 0,1 0 0,0 0 0,-1 0 1,1 0-1,0 0 0,-1 0 0,1 0 0,0 0 0,0-1 0,0 1 1,0 0-1,0 0 0,0-1 0,0 1 0,0 0 0,0-1 0,0 1 1,0-1-1,0 0 0,1 1 0,-1-1 0,0 0 0,0 0 1,0 0-1,1 1 0,0-1 0,44-1 177,-31 1-151,-9 0-165,1 0-1,-1-1 1,1 1-1,0-1 1,-1 0 0,0-1-1,1 0 1,-1 0-1,0 0 1,10-5-1,-9 2-1645,1 0 0,-1-1-1,0 0 1,8-9-1,-8 9-2843</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0.813"/>
    </inkml:context>
    <inkml:brush xml:id="br0">
      <inkml:brushProperty name="width" value="0.025" units="cm"/>
      <inkml:brushProperty name="height" value="0.025" units="cm"/>
    </inkml:brush>
  </inkml:definitions>
  <inkml:trace contextRef="#ctx0" brushRef="#br0">0 1 7890,'0'0'14411,"7"0"-14051,11 0 16,4 0-32,6 3 40,4 0-256,0-3-128,4 0-240,17 0-1600,-6 0-2585,-8 0-3297</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1.548"/>
    </inkml:context>
    <inkml:brush xml:id="br0">
      <inkml:brushProperty name="width" value="0.025" units="cm"/>
      <inkml:brushProperty name="height" value="0.025" units="cm"/>
    </inkml:brush>
  </inkml:definitions>
  <inkml:trace contextRef="#ctx0" brushRef="#br0">0 43 4241,'0'0'14326,"12"10"-13194,38 30-244,-44-35-745,-1-1-1,2 0 1,-1-1 0,0 1 0,1-1-1,-1 0 1,1-1 0,0 1-1,0-1 1,8 1 0,1-1-170,0-1 1,30-2-1,-12 0 31,-32 1-14,1 0 0,-1 0-1,0 0 1,0 0 0,0 0 0,1 0 0,-1-1 0,0 1 0,0-1 0,0 1 0,0-1 0,1 0-1,-1 0 1,0 0 0,-1 0 0,1 0 0,0-1 0,0 1 0,2-3 0,-2 1 7,-1 0-1,1 0 1,-1 0 0,0-1 0,0 1-1,0 0 1,-1 0 0,1-1 0,-1 1-1,0-1 1,0 1 0,0-4 0,0 4-2,0 1 1,0-1 0,0 1-1,-1-1 1,1 0 0,-1 1-1,1-1 1,-1 1 0,0 0-1,0-1 1,0 1 0,0-1-1,0 1 1,0 0 0,-1 0-1,1 0 1,-1 0 0,0 0-1,1 0 1,-1 0 0,0 0-1,0 1 1,0-1 0,0 1 0,0 0-1,-1-1 1,1 1 0,0 0-1,-1 0 1,1 0 0,-1 1-1,1-1 1,-1 1 0,1-1-1,-1 1 1,-4 0 0,-26-4 256,-68 3 0,50 2 808,50 0-982,0-1-1,0 1 1,0-1 0,-1 1-1,1-1 1,0 1 0,0 0-1,0-1 1,0 1 0,0 0-1,1 0 1,-1 0 0,0 0-1,0 0 1,0 0 0,1 0-1,-1 0 1,0 0 0,1 0-1,-1 0 1,1 0 0,0 1-1,-1 1 1,-8 31 887,3 11-413,3 0 0,1 48 0,2-84-523,1-7-16,-1 1 0,0-1 0,1 0 0,0 0-1,-1 1 1,1-1 0,0 0 0,0 0 0,0 0 0,0 0-1,1 0 1,-1 0 0,1 0 0,-1-1 0,1 1 0,-1 0-1,1-1 1,0 1 0,0-1 0,0 0 0,0 0 0,0 1-1,0-1 1,0-1 0,0 1 0,0 0 0,1 0 0,-1-1-1,0 1 1,5-1 0,9 3 74,0-1 0,0-1-1,21 0 1,-26-1-64,31 1 42,-28 1-60,-1-1 0,1-1 0,-1 0 0,1-1 0,0 0 0,-1-1 1,23-6-1,-36 7-64,0 1 0,-1 0 1,1 0-1,0 0 1,0 0-1,0 0 0,0 0 1,-1 0-1,1-1 0,0 1 1,0 0-1,0 0 0,0 0 1,0 0-1,0 0 1,0-1-1,-1 1 0,1 0 1,0 0-1,0 0 0,0-1 1,0 1-1,0 0 0,0 0 1,0 0-1,0-1 0,0 1 1,0 0-1,0 0 1,0 0-1,0-1 0,0 1 1,0 0-1,0 0 0,0 0 1,0-1-1,0 1 0,1 0 1,-1 0-1,0 0 0,0 0 1,0-1-1,0 1 1,0 0-1,0 0 0,1 0 1,-1 0-1,0 0 0,0-1 1,0 1-1,0 0 0,0 0 1,1 0-1,-1 0 0,0 0 1,1 0-1,-17-3-9889</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3.077"/>
    </inkml:context>
    <inkml:brush xml:id="br0">
      <inkml:brushProperty name="width" value="0.025" units="cm"/>
      <inkml:brushProperty name="height" value="0.025" units="cm"/>
    </inkml:brush>
  </inkml:definitions>
  <inkml:trace contextRef="#ctx0" brushRef="#br0">0 135 3697,'0'0'14228,"2"14"-11102,0-10 2673,3-5-5640,0 1 0,1-1 0,-1 0 0,0-1 0,0 1 0,0-1 0,0 0 0,0-1 1,-1 1-1,1-1 0,5-4 0,22-11-128,-20 13-39,0 0 0,1 1 0,0 0 0,0 1-1,0 1 1,0 0 0,1 0 0,17 1 0,-29 2 4,0-1 0,0 0 0,-1 1 1,1-1-1,0 1 0,0 0 0,-1-1 0,1 1 1,0 0-1,-1 0 0,1 0 0,-1 0 0,1 0 1,-1 1-1,1-1 0,-1 0 0,0 1 0,0-1 1,1 1-1,-1-1 0,0 1 0,-1 0 1,1-1-1,0 1 0,0 2 0,3 6-3,0 0 0,-1 1 1,1 11-1,-3-17 7,8 42 30,-3-1-1,1 75 0,-7-120-14,0-56 181,0 21-252,-1 12-136,2 0 1,3-26-1,-3 41 74,0 0-1,1-1 1,0 1 0,1 0-1,0 0 1,0 0 0,0 0 0,1 1-1,0-1 1,6-6 0,0 0-238,1 1 0,0 1 0,1 0 0,0 1 0,1 0 0,24-14 0,-29 20 295,1-1-1,0 1 0,0 0 1,0 1-1,1 0 1,-1 1-1,1 0 0,-1 0 1,1 1-1,0 1 0,0-1 1,10 2-1,-17 0 113,-1-1 0,0 1 0,0 0 0,1 0 0,-1 0 0,0 0 0,0 0-1,0 1 1,0-1 0,-1 1 0,1-1 0,0 1 0,0 0 0,-1-1 0,1 1 0,-1 0 0,2 4 0,21 41 816,-19-35-660,-1 2 23,-1-1 1,0 1-1,-1 0 0,0 0 0,-1 0 1,-1 0-1,0 0 0,-3 16 1,1 16 375,2 50 1036,0-96-1553</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5.459"/>
    </inkml:context>
    <inkml:brush xml:id="br0">
      <inkml:brushProperty name="width" value="0.025" units="cm"/>
      <inkml:brushProperty name="height" value="0.025" units="cm"/>
    </inkml:brush>
  </inkml:definitions>
  <inkml:trace contextRef="#ctx0" brushRef="#br0">15 1130 200,'0'0'20207,"-3"0"-18896,-9-5 425,15-1-324,24-8 280,-6 3-1591,-7 3-9,54-33 34,-61 38-122,0-1 1,0 2 0,0-1-1,0 1 1,0 0 0,1 0 0,-1 1-1,10-1 1,-16 3-4,0 0 0,0 0 1,0 0-1,0 0 0,-1 1 0,1-1 0,0 0 1,-1 0-1,1 0 0,0 1 0,-1-1 0,0 0 1,1 1-1,-1-1 0,0 0 0,0 1 0,1-1 0,-1 0 1,0 1-1,0-1 0,-1 3 0,1-2 4,1 126 169,1-127-192,1 0 0,-1 0 0,1-1 0,-1 1-1,1 0 1,0-1 0,-1 0 0,1 0 0,0 0-1,-1 0 1,1 0 0,3-1 0,1 1 8,5 0-18,0-1 0,1-1 1,-1 0-1,0 0 0,0-1 1,0-1-1,0 0 1,-1 0-1,1-1 0,-1-1 1,0 0-1,-1 0 0,0-1 1,15-13-1,-24 19 22,17-14-245,1 1-1,26-15 1,-37 25 210,0 1 0,0 0 0,0 0 1,1 0-1,-1 1 0,1 0 0,-1 1 0,1 0 1,12 0-1,10 1 13,3-1-72,-1 2 0,43 6 0,-76-6 102,0-1 0,1 0 0,-1 0 0,0 0 0,1 0 0,-1 0 0,0 1 1,1-1-1,-1 0 0,1 0 0,-1 0 0,0 0 0,1 0 0,-1 0 0,0 0 0,1 0 0,-1-1 1,0 1-1,1 0 0,-1 0 0,0 0 0,1 0 0,-1 0 0,0 0 0,1-1 0,-1 1 1,0 0-1,1 0 0,-1-1 0,0 1 0,0 0 0,1 0 0,-1-1 0,0 1 0,0 0 0,0-1 1,1 1-1,-1 0 0,0-1 0,0 1 0,0 0 0,0-1 0,0 1 0,0 0 0,0-1 1,0 1-1,0 0 0,0-1 0,0 1 0,0 0 0,0-1 0,0 1 0,0 0 0,0-1 0,0 1 1,0-1-1,0 1 0,0 0 0,-1 0 0,1-1 0,0 0 0,-13-18 340,-13 0-183,-44-24-1,54 35-155,0-1 0,0-1 0,1 0 0,0-1-1,1-1 1,0 0 0,1-1 0,-22-26 0,34 36-38,-1 1 0,1-1 0,-1 0 1,1 0-1,0 0 0,0 0 1,0 0-1,1-1 0,-1 1 1,1 0-1,0 0 0,-1 0 1,2-4-1,-1 6 28,1 1 0,0-1-1,0 0 1,0 1 0,0-1 0,0 1 0,0-1-1,0 1 1,0-1 0,0 1 0,0 0 0,1-1 0,-1 1-1,0 0 1,0 0 0,0 0 0,0 0 0,0 0-1,3 0 1,0 0-5,50-5-5,11-1 10,115-25 0,-97 9-357,-2-5 0,111-52 0,-150 59-216,-1-2 0,-1-2-1,-2-2 1,0-1 0,-2-2-1,38-38 1,-62 53 473,0 0 0,0 0-1,-1-1 1,-1-1 0,-1 0 0,0 0 0,-1-1-1,-1 0 1,0 0 0,-2-1 0,0 0 0,0 0-1,-2 0 1,0 0 0,0-34 0,-3 32 281,1 15 99,-1-1-1,0 1 1,0 0-1,0 0 1,-1-1-1,-2-9 1,2 14-202,1 0 1,-1-1 0,0 1-1,0 0 1,0 0 0,1-1-1,-1 1 1,-1 0 0,1 0-1,0 0 1,0 0 0,0 0-1,0 1 1,-1-1-1,1 0 1,0 1 0,-1-1-1,1 0 1,-1 1 0,1 0-1,-1-1 1,1 1 0,-1 0-1,1 0 1,-1 0 0,1 0-1,-1 0 1,-1 0-1,-3 0-31,0 1 0,0 0 0,0 0 0,1 0 0,-1 1 0,0 0 0,1 0 0,-1 0 0,1 1 0,0 0 0,0 0 0,0 0 0,0 0 0,0 1 0,-5 5 0,-6 8 84,0 1 0,-21 31 1,20-26 28,-33 47 186,3 2 0,3 1-1,-58 136 1,77-147-296,3 2 0,3 0 1,2 1-1,4 1 0,-8 85 0,14-51 78,17-99 167,-5-2-265,-1 0 0,0 0 0,0 0 1,0 0-1,0-1 0,0 1 0,0-1 0,0 0 0,0 0 0,-1-1 0,1 1 1,-1-1-1,1 0 0,3-4 0,49-56-14,-31 33-62,-7 12-5,-12 13 44,-1-1 0,0 0-1,0 1 1,0-2 0,0 1 0,3-8-1,-8 13 802,2 37-648,3-17-237,1-1 1,1 1-1,1-1 0,13 22 1,-20-37-3,0-2-188,0 1 0,0-1 0,0 1-1,0-1 1,1 0 0,-1 0 0,0 0 0,1 1 0,-1-1 0,0 0 0,1 0-1,-1-1 1,1 1 0,-1 0 0,1 0 0,0-1 0,-1 1 0,1-1 0,0 0 0,0 1-1,2-1 1,23-4-7059,-6-11-2365</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6.476"/>
    </inkml:context>
    <inkml:brush xml:id="br0">
      <inkml:brushProperty name="width" value="0.025" units="cm"/>
      <inkml:brushProperty name="height" value="0.025" units="cm"/>
    </inkml:brush>
  </inkml:definitions>
  <inkml:trace contextRef="#ctx0" brushRef="#br0">20 19 10538,'0'0'11445,"15"15"-10870,48 47-157,-61-60-393,1 1 1,0-1 0,0 0 0,0 0 0,0 0 0,1 0 0,-1-1 0,0 1 0,1-1 0,-1 0 0,1 0-1,-1 0 1,1-1 0,0 1 0,-1-1 0,1 0 0,0 0 0,-1 0 0,1 0 0,6-2 0,8 0 126,-17 2-30,0 0-107,-1 0 0,0-1-1,0 1 1,0 0-1,0-1 1,0 1-1,1-1 1,-1 1 0,0 0-1,0-1 1,0 1-1,0 0 1,0-1-1,0 1 1,0-1 0,0 1-1,-1 0 1,1-1-1,0 1 1,0 0-1,0-1 1,0 1 0,0 0-1,0-1 1,-1 1-1,1 0 1,0-1-1,0 1 1,-1 0 0,1-1-1,0 1 1,-1 0-1,-8-12 68,1 7 8,0 0-1,1 0 0,-2 1 1,1 0-1,0 0 0,-1 1 1,0 0-1,1 1 0,-1 0 1,0 0-1,0 1 0,0 0 1,-1 1-1,-12 0 0,20 0-66,1 1 0,-1-1 0,0 0 0,1 1 0,-1-1 0,0 1 0,1 0 0,-1-1 0,1 1 0,-1 0 0,1 0 0,-1 0 0,1 0 0,0 0 0,-1 0 0,1 1 0,0-1 0,0 0 0,0 1 0,0-1-1,0 1 1,0-1 0,0 1 0,1-1 0,-1 1 0,1 0 0,-1-1 0,1 1 0,-1 0 0,1-1 0,0 4 0,-2 8 30,1 0 0,0 1 1,2 15-1,-1-13-12,0-6-82,-1-1 46,1-1-1,1 1 1,-1 0 0,1-1 0,1 1-1,3 13 1,-4-20-101,1 1 0,-1-1 0,0 0 0,1 0 0,-1 1 0,1-1 0,0 0 0,0 0 0,0-1 0,0 1 0,0 0 0,0-1 0,0 1 0,1-1 0,-1 1 0,1-1-1,-1 0 1,1 0 0,-1 0 0,1-1 0,-1 1 0,1-1 0,0 1 0,-1-1 0,1 0 0,3 0 0,4 1-747,0-1 0,1 0 0,-1 0 0,0-1-1,0-1 1,0 0 0,0 0 0,0-1 0,0 0 0,0 0 0,-1-1-1,0-1 1,1 0 0,-2 0 0,1 0 0,-1-1 0,0-1-1,0 1 1,0-1 0,-1-1 0,10-12 0,13-21-1151,-12 15 3271,2 0 14294,-20 36-12832,0 80 1814,0-89-4249,0 0-292,1-1 0,-1 0-1,0 0 1,0 0 0,0 0 0,0 0-1,1 0 1,-1 0 0,0 0 0,0 0-1,0 0 1,0 0 0,1 0 0,-1 0 0,0 0-1,0 0 1,0 0 0,1 0 0,-1 0-1,0 0 1,0 0 0,0 0 0,0 0-1,1 0 1,-1 0 0,0 0 0,0 0 0,0-1-1,0 1 1,0 0 0,1 0 0,-1 0-1,0 0 1,0 0 0,0-1 0,0 1 0,0 0-1,0 0 1,0 0 0,1 0 0,-1 0-1,0-1 1,0 1 0,0 0 0,0 0-1,2-14 70,-1-1-1,0-23 1,-2 28-111,1-1 0,0 1 0,1 0 0,0-1 0,1 1 0,0 0 0,0 0 0,6-13 0,-7 21-125,0 0-1,0-1 1,0 1-1,0 0 0,1 0 1,-1 0-1,1 0 1,-1 0-1,1 0 0,0 1 1,0-1-1,0 1 1,0-1-1,0 1 0,0-1 1,0 1-1,0 0 0,5-2 1,-3 3-779,0-1 0,0 1 0,0 0-1,0 0 1,1 0 0,-1 0 0,0 1 0,0 0 0,0 0 0,0 0 0,4 2 0,33 16-8020,-17-2 6473,-6 1 3876,-2 3 4116,-13-17-4776,1 0-1,-1 0 1,1 0 0,0 0 0,0-1-1,0 1 1,1-1 0,-1 0 0,1 0-1,-1-1 1,1 0 0,0 0 0,0 0-1,0 0 1,9 1 0,4 0 213,0 0-1,1-2 1,20-1 0,-30 0-759,-8 0-172,-1 0-1,1 0 0,-1 0 1,1 0-1,-1 0 0,1-1 1,-1 1-1,1 0 0,-1 0 1,1-1-1,-1 1 0,0 0 0,1-1 1,-1 1-1,0 0 0,1-1 1,-1 1-1,0 0 0,1-1 1,-1 1-1,0-1 0,0 1 1,1-1-1,-1 1 0,0-1 0,0 1 1,0-1-1,0 1 0,0-1 1,0 1-1,1-1 0,-1 1 1,0-1-1,0 1 0,-1-1 0,1 1 1,0-1-1,0 1 0,0-1 1,0 1-1,0-1 0,-1 1 1,1 0-1,0-1 0,0 1 1,-1-1-1,1-1 0,-1 0 0,0 1-1,1-1 1,-1 0 0,0 1 0,0-1 0,0 1 0,0-1 0,0 1-1,0 0 1,0-1 0,-1 1 0,1 0 0,-2-1 0,-11-3 140,-1 1 1,0 1 0,0 1-1,1 0 1,-2 0 0,1 2 0,0 0-1,0 0 1,-23 5 0,36-4-121,-1 0 0,0 0 1,0 0-1,1 0 1,-1 0-1,1 1 0,-1 0 1,1-1-1,0 1 1,0 0-1,-1 0 0,1 0 1,0 0-1,1 1 1,-1-1-1,0 0 0,1 1 1,-1-1-1,1 1 1,0 0-1,0-1 0,0 1 1,0 0-1,0 0 1,1 0-1,-1-1 0,1 1 1,0 5-1,-1-2-28,1 0-1,0 1 1,0-1-1,1 0 1,0 1-1,0-1 1,0 0 0,1 0-1,0 0 1,0 0-1,0 0 1,5 8-1,-1-6-105,0-1 0,0 1 0,1-1 0,0 0 0,0-1 0,1 0 0,-1 0 0,1-1 0,0 1 0,1-2 0,0 1 0,-1-1 0,1-1 1,1 1-1,16 3 0,7-2-1494,1 0 1,0-3-1,41-1 1,-39 0-962,83-1-10042</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7.092"/>
    </inkml:context>
    <inkml:brush xml:id="br0">
      <inkml:brushProperty name="width" value="0.025" units="cm"/>
      <inkml:brushProperty name="height" value="0.025" units="cm"/>
    </inkml:brush>
  </inkml:definitions>
  <inkml:trace contextRef="#ctx0" brushRef="#br0">0 0 8754,'0'0'15765,"13"7"-14421,3 0-1062,8 6 379,1 0-1,22 17 1,-40-25-593,-1 0-1,1 1 0,-1 0 0,0 0 0,0 0 0,-1 0 0,1 1 0,-2 0 0,1 0 0,-1 0 0,0 1 0,4 9 1,-6-7-65,0 0 1,0 0-1,-1 1 1,0-1-1,-1 15 1,0-22-4,-21-5-587,21-3 542,0 0 0,0 0-1,1 0 1,0 0 0,0 0 0,0 0 0,1 1-1,0-1 1,0 0 0,0 1 0,3-5-1,2-2 9,1 1 0,0 0 0,13-11 0,-3 3-44,-7 5 51,1 1-1,0 1 1,1 0-1,27-17 1,-40 27 49,1 1-1,0-1 1,0 0 0,0 1 0,0 0-1,0-1 1,0 1 0,0-1 0,0 1-1,0 0 1,0 0 0,0 0 0,0 0-1,0-1 1,0 1 0,0 1 0,0-1 0,0 0-1,0 0 1,0 0 0,0 0 0,0 1-1,0-1 1,0 1 0,0-1 0,0 0-1,0 1 1,0 0 0,0-1 0,0 1-1,-1-1 1,1 1 0,0 0 0,0 0-1,-1-1 1,1 1 0,0 0 0,-1 0-1,1 0 1,-1 0 0,1 0 0,-1 0-1,0 0 1,1 0 0,-1 0 0,0 0-1,0 0 1,1 2 0,1 7 141,-1 0 0,0 0 1,-1 1-1,0 9 0,0-11 48,0 127 815,0-136-1094,0 1 0,0 0-1,0-1 1,0 1 0,0-1 0,0 1-1,1 0 1,-1-1 0,0 1 0,0-1-1,1 1 1,-1-1 0,0 1 0,1-1 0,-1 1-1,0-1 1,1 1 0,-1-1 0,1 1-1,-1-1 1,1 0 0,-1 1 0,1-1-1,-1 0 1,1 1 0,-1-1 0,1 0-1,-1 0 1,2 1 0,19 2-3262,-16-3 2436,26 0-5545</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7.950"/>
    </inkml:context>
    <inkml:brush xml:id="br0">
      <inkml:brushProperty name="width" value="0.025" units="cm"/>
      <inkml:brushProperty name="height" value="0.025" units="cm"/>
    </inkml:brush>
  </inkml:definitions>
  <inkml:trace contextRef="#ctx0" brushRef="#br0">0 1 496,'0'0'20007,"10"0"-18789,32 1-71,-40-1-1062,-1 0 0,0 1 0,1-1 1,-1 1-1,0-1 0,1 1 0,-1-1 1,0 1-1,0 0 0,0 0 0,0-1 0,0 1 1,0 0-1,0 0 0,0 0 0,0 0 1,0 0-1,0 0 0,-1 1 0,1-1 1,0 0-1,-1 0 0,1 0 0,-1 1 1,1-1-1,-1 0 0,1 2 0,2 35 1630,-3-35-1549,0 128 1388,0-131-1584,1 0 1,-1 0 0,0 0-1,0 0 1,0 0 0,1 0-1,-1 0 1,0 0 0,0 0-1,0 0 1,1 0 0,-1 0-1,0 0 1,0 0 0,1 0-1,-1 0 1,0 0 0,0 0-1,0 0 1,1 0 0,-1 0-1,0 0 1,0 0 0,0-1-1,0 1 1,1 0 0,-1 0-1,0 0 1,0 0 0,0 0-1,0-1 1,0 1 0,1 0-1,-1 0 1,0 0 0,0-1-1,0 1 1,0 0 0,0 0-1,0 0 1,0-1 0,0 1-1,0 0 1,0 0 0,0 0-1,0-1 1,0 1 0,0 0-1,0-1 1,17-79-9150,-12 34-1678</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8.297"/>
    </inkml:context>
    <inkml:brush xml:id="br0">
      <inkml:brushProperty name="width" value="0.025" units="cm"/>
      <inkml:brushProperty name="height" value="0.025" units="cm"/>
    </inkml:brush>
  </inkml:definitions>
  <inkml:trace contextRef="#ctx0" brushRef="#br0">1 1 10730,'0'0'15972,"0"32"-15908,0-15-64,0-2-312,0 2-1137,0 8-2423,0-3-1834,3-4-8025</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8.634"/>
    </inkml:context>
    <inkml:brush xml:id="br0">
      <inkml:brushProperty name="width" value="0.025" units="cm"/>
      <inkml:brushProperty name="height" value="0.025" units="cm"/>
    </inkml:brush>
  </inkml:definitions>
  <inkml:trace contextRef="#ctx0" brushRef="#br0">193 0 11498,'0'0'14510,"-14"15"-13299,-18 18-364,-54 41 0,78-67-799,0-1-1,0 1 1,1 0 0,-8 10 0,13-16-66,1 1 0,-1 0 1,1 0-1,0 0 0,0 0 0,0 0 1,0 0-1,0 1 0,0-1 1,0 0-1,1 0 0,-1 1 1,1-1-1,0 0 0,0 1 0,0-1 1,0 0-1,0 1 0,0-1 1,0 0-1,1 1 0,-1-1 1,1 0-1,0 1 0,1 1 0,-1-2-10,0-1-1,0 1 0,0-1 0,1 0 1,-1 0-1,1 0 0,-1 0 0,1 0 0,-1 0 1,1 0-1,-1 0 0,1 0 0,0-1 0,0 1 1,2 0-1,33 6-334,-27-6 228,98 11-1119,-107-12 1257,-1 0 1,0 0-1,0 0 1,1 0-1,-1 0 1,0 0-1,1 0 1,-1 0-1,0 0 1,0 0-1,1 0 0,-1 0 1,0 0-1,0 1 1,1-1-1,-1 0 1,0 0-1,0 0 1,1 0-1,-1 0 1,0 0-1,0 1 1,0-1-1,1 0 0,-1 0 1,0 0-1,0 1 1,0-1-1,0 0 1,1 0-1,-1 0 1,0 1-1,0-1 1,0 0-1,0 0 0,0 1 1,0-1-1,0 0 1,0 1-1,0-1 1,0 0-1,0 0 1,0 1-1,0-1 1,0 0-1,0 0 0,0 1 1,0-1-1,0 0 1,0 0-1,0 1 1,0-1-1,0 1 1,-12 10 181,-23 12 1,22-15-192,1 0 0,-1 1 0,-17 16-1,29-23-679,5-4-1546,21-9-2778,10-8-3392</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9.031"/>
    </inkml:context>
    <inkml:brush xml:id="br0">
      <inkml:brushProperty name="width" value="0.025" units="cm"/>
      <inkml:brushProperty name="height" value="0.025" units="cm"/>
    </inkml:brush>
  </inkml:definitions>
  <inkml:trace contextRef="#ctx0" brushRef="#br0">325 0 10266,'0'0'16312,"-17"11"-15172,-11 6-844,-96 59 1349,99-60-1387,2 1-1,0 1 1,-24 26-1,43-40-258,1-1-1,-1 2 1,1-1-1,0 0 0,0 1 1,1-1-1,-1 1 1,1 0-1,0 0 1,0 0-1,1 0 0,-1 0 1,1 0-1,0 0 1,1 0-1,-1 7 1,2-11-25,-1 0 0,1 0 0,0 0 0,-1 0 0,1-1 1,0 1-1,0 0 0,0-1 0,0 1 0,0 0 0,0-1 0,0 1 1,0-1-1,0 1 0,0-1 0,0 0 0,0 1 0,0-1 1,0 0-1,0 0 0,0 0 0,0 0 0,0 0 0,0 0 1,1 0-1,1 0 0,43-1-410,-37 0 317,-1 0 30,1 0 0,0-1 0,-1 0 0,1-1 0,-1 0 0,0 0 0,0-1 0,0 1 0,0-2-1,13-9 1,-2 0-12,-1-1 0,31-34 0,-38 35-147,-2 3 1997,-9 12-1719,0-1 0,1 0 1,-1 1-1,0-1 0,1 0 0,-1 1 1,0-1-1,0 0 0,1 1 1,-1-1-1,0 0 0,0 1 0,0-1 1,0 1-1,1-1 0,-1 1 1,0-1-1,0 0 0,0 1 0,0-1 1,0 1-1,0-1 0,0 1 1,0-1-1,0 0 0,0 1 0,-1-1 1,1 1-1,0-1 0,0 1 1,0 2-83,0 0 1,0 1 0,0-1 0,1 0-1,-1 0 1,1 0 0,0 1 0,0-1-1,0 0 1,0 0 0,1-1 0,-1 1 0,1 0-1,0 0 1,0-1 0,0 1 0,0-1-1,0 1 1,0-1 0,1 0 0,-1 0-1,1 0 1,-1 0 0,1 0 0,0-1 0,0 1-1,0-1 1,6 2 0,5 1-1568,1-1 0,-1 0 0,1-1 0,30 0 0,-30-2-902,52 1-13832</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0.210"/>
    </inkml:context>
    <inkml:brush xml:id="br0">
      <inkml:brushProperty name="width" value="0.025" units="cm"/>
      <inkml:brushProperty name="height" value="0.025" units="cm"/>
    </inkml:brush>
  </inkml:definitions>
  <inkml:trace contextRef="#ctx0" brushRef="#br0">61 772 10002,'0'0'15473,"-2"12"-14293,2-10-1140,-4 21 686,0 0 1,-15 43-1,12-49-629,1-1 0,1 2 1,1-1-1,0 1 0,2-1 0,-2 30 0,5-47-106,-1 1 0,1 0 0,0-1 0,0 1 0,-1-1 0,1 1 0,0-1 0,0 1 0,0-1 0,0 0 1,0 0-1,-1 1 0,1-1 0,0 0 0,0 0 0,0 0 0,0 0 0,0 0 0,0 0 0,0 0 0,0 0 0,0 0 0,0 0 0,0-1 0,3 1-41,5 0-61,0-1 0,0 0 0,0 0 0,0-1 0,0 0 1,0 0-1,-1-1 0,1 0 0,-1-1 0,0 0 0,0 0 1,0-1-1,0 0 0,-1 0 0,0-1 0,0 1 0,7-9 0,-1 2 19,0-2-1,15-21 0,-28 35 420,27 1-254,-21 2-69,0-1 0,0 2 0,0-1 0,0 1 0,0 0 0,-1 0 0,10 10 0,-9-9-5,-1 0 0,1-1 0,0 1-1,0-1 1,0 0 0,1-1 0,10 6 0,-16-10-6,0 1 1,-1-1-1,1 1 1,-1-1-1,1 1 1,0-1-1,-1 1 1,1-1-1,-1 0 1,0 1-1,1-1 1,-1 0-1,0 1 1,1-1-1,-1 0 1,0 0-1,0 1 1,1-1-1,-1 0 1,0 0-1,0 1 1,0-1-1,0 0 1,0 0-1,0 1 1,0-1-1,0 0 1,-1-1-1,1-34-85,0 29 78,0-209-98,0 215 60,23 3-613,0-1 501,0-1 0,1-1 0,-1-1 1,0-2-1,-1 0 0,1-1 1,37-14-1,4-7-698,94-53 1,-103 49-250,-2-2 0,89-71 1,-122 86 878,0 0 0,-2-2 1,0 0-1,-2-2 0,0 0 0,-1 0 1,-1-1-1,-1-1 0,13-32 0,-21 40 616,0 1 0,-2-1-1,0 0 1,-1 0-1,0 0 1,-1 0 0,-1-19-1,0 32-270,0 1-1,0-1 1,-1 0-1,1 0 1,0 0 0,-1 1-1,1-1 1,-1 0-1,1 1 1,-1-1-1,0 0 1,0 1 0,0-1-1,0 1 1,0-1-1,0 1 1,0 0 0,0-1-1,-1 1 1,1 0-1,0 0 1,-1 0-1,1 0 1,-1 0 0,1 0-1,-1 0 1,0 0-1,1 1 1,-1-1-1,0 1 1,-3-1 0,-5-1 111,0 1 1,0 0-1,0 1 1,-16 1-1,13 0-31,6 0-137,1 0-1,0 0 1,-1 1-1,1 0 0,0 1 1,0-1-1,0 1 1,0 0-1,1 0 0,-1 1 1,1 0-1,0 0 1,0 0-1,0 1 0,0-1 1,-3 6-1,-11 14 208,1-1-1,-18 33 1,28-43-165,-76 135 653,-83 208 1,87-176-580,62-144-130,10-20-22,0-1 0,1 1 0,0 1 0,1 0 0,1-1 0,1 2 0,0-1 0,-1 23 0,5-40-21,0 0 0,1 1-1,-1-1 1,0 1-1,0-1 1,1 0 0,-1 1-1,0-1 1,0 0 0,1 1-1,-1-1 1,1 0-1,-1 1 1,0-1 0,1 0-1,-1 0 1,1 0 0,-1 1-1,0-1 1,1 0-1,-1 0 1,1 0 0,-1 0-1,1 0 1,-1 0 0,1 0-1,-1 0 1,0 0 0,1 0-1,-1 0 1,1 0-1,-1 0 1,1 0 0,-1 0-1,1-1 1,1 1-11,4-1-9,0 0 0,1 0-1,-1-1 1,0 0 0,-1 0 0,1-1-1,0 0 1,-1 0 0,1 0 0,-1 0 0,0-1-1,0 0 1,7-7 0,5-5-82,0-1-1,17-24 1,-12 5 187,-22 35 138,2 2-225,0-1 0,-1 1 1,1-1-1,-1 1 1,1 0-1,-1 0 0,0 0 1,1 0-1,-1 0 1,0 0-1,0 0 0,0 0 1,1 1-1,-1-1 1,0 0-1,-1 1 0,1-1 1,0 0-1,0 1 1,-1-1-1,1 1 0,0 2 1,5 6-111,-4-8-166,0 0-1,1 0 0,-1 0 1,1 0-1,0 0 0,-1 0 1,1-1-1,0 1 0,0-1 0,0 0 1,0 0-1,1 0 0,-1 0 1,0 0-1,0-1 0,0 1 1,1-1-1,-1 0 0,0 0 1,0 0-1,1-1 0,5-1 0,0 1-977,0-1-1,-1-1 0,1 1 0,-1-1 0,0-1 0,15-8 1,7-9-4511</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0.540"/>
    </inkml:context>
    <inkml:brush xml:id="br0">
      <inkml:brushProperty name="width" value="0.025" units="cm"/>
      <inkml:brushProperty name="height" value="0.025" units="cm"/>
    </inkml:brush>
  </inkml:definitions>
  <inkml:trace contextRef="#ctx0" brushRef="#br0">94 18 3425,'0'0'17407,"-7"0"-15900,4 0-1342,-1-1 1,1 1-1,0 1 0,0-1 0,-1 0 0,1 1 0,0 0 0,0-1 0,-1 1 0,1 1 0,0-1 0,0 0 0,0 1 0,1-1 0,-1 1 0,0 0 0,0 0 0,1 0 0,0 0 0,-1 1 0,1-1 0,0 1 0,0-1 0,0 1 0,0 0 0,1 0 0,-1-1 0,1 1 0,-1 1 1,1-1-1,-1 5 0,0 1-88,1 0-1,0 0 1,0 1 0,2 15 0,-1-7-59,0-16-17,0-1 0,1 0-1,-1 0 1,1 0 0,-1 0 0,1 0-1,-1 0 1,1 0 0,-1 0 0,1 0-1,0 0 1,0 0 0,-1 0-1,1 0 1,0 0 0,0-1 0,0 1-1,0 0 1,0-1 0,0 1-1,0-1 1,0 1 0,0-1 0,1 1-1,-1-1 1,0 0 0,0 1 0,0-1-1,0 0 1,1 0 0,-1 0-1,2 0 1,48-1-73,-44 0 30,-5 1 36,0 0 0,0-1 0,0 1 0,0-1 0,1 1 1,-1-1-1,0 0 0,0 0 0,-1 0 0,1 0 0,0 0 1,0-1-1,0 1 0,-1 0 0,1-1 0,-1 1 0,1-1 1,-1 0-1,1 1 0,-1-1 0,0 0 0,0 0 0,0 0 1,0 0-1,0 0 0,-1 0 0,1 0 0,0-3 0,1-6 3,0 0 0,-1 0 0,0-1-1,-1-13 1,0 14-10,0 9-16,0 0-1,0 1 1,-1-1 0,1 1-1,0-1 1,-1 0 0,1 1-1,-1-1 1,1 1 0,-1-1-1,0 1 1,0-1 0,0 1-1,0 0 1,0-1 0,0 1-1,0 0 1,0 0 0,0 0-1,0 0 1,-1 0 0,1 0-1,0 0 1,-1 0-1,1 0 1,-1 1 0,1-1-1,-1 0 1,-1 0 0,-7-1-466,0 0-1,0 0 1,1 1 0,-12 0-1,-20-4-7064,32 1 353</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0.887"/>
    </inkml:context>
    <inkml:brush xml:id="br0">
      <inkml:brushProperty name="width" value="0.025" units="cm"/>
      <inkml:brushProperty name="height" value="0.025" units="cm"/>
    </inkml:brush>
  </inkml:definitions>
  <inkml:trace contextRef="#ctx0" brushRef="#br0">264 1 13363,'0'0'13797,"-6"32"-12182,-25 107-306,21-103-804,-2-1 1,-21 45 0,4-13-83,4-1-313,-92 270-1411,133-356-11108,-7 7 8545,15-17-8712</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1.219"/>
    </inkml:context>
    <inkml:brush xml:id="br0">
      <inkml:brushProperty name="width" value="0.025" units="cm"/>
      <inkml:brushProperty name="height" value="0.025" units="cm"/>
    </inkml:brush>
  </inkml:definitions>
  <inkml:trace contextRef="#ctx0" brushRef="#br0">0 0 10138,'0'0'13216,"8"16"-12378,30 47-217,-35-59-570,0-1-1,0 0 1,0 0-1,1 0 1,0-1 0,-1 1-1,1-1 1,0 0-1,0 0 1,0 0-1,0 0 1,0-1-1,1 0 1,-1 0-1,1 0 1,-1 0-1,0-1 1,1 1-1,-1-1 1,1 0 0,8-2-1,-2 2-8,15 1 7,-17 0-61,1 0 1,0-1-1,0-1 1,19-3 0,-27 4-24,0 0 1,-1-1 0,1 1 0,0-1 0,0 0 0,-1 0 0,1 0 0,-1 0 0,1 0 0,-1 0 0,1 0 0,-1 0 0,1 0 0,-1-1 0,0 1 0,0-1 0,0 1 0,0-1 0,0 1 0,0-1 0,0 1 0,0-1 0,-1 0 0,1 0 0,-1 1 0,1-1 0,-1 0-1,0 0 1,1 0 0,-1 0 0,0-2 0,-1 2 32,1 1 0,0-1 0,-1 1 0,1-1 0,-1 1 0,0 0 0,1-1 0,-1 1 0,0 0 0,0 0 0,0 0-1,0-1 1,0 1 0,0 0 0,0 0 0,0 0 0,0 0 0,0 1 0,0-1 0,-1 0 0,1 0 0,0 1 0,-1-1 0,1 1 0,-1-1 0,1 1-1,-1 0 1,-2-1 0,-47-5 374,51 6-370,-13-1 127,-8 0 340,0 0 0,-26 4 0,47-3-429,-1 0 0,0 1-1,1-1 1,-1 0 0,0 1 0,1-1-1,-1 1 1,0-1 0,1 1 0,-1-1 0,1 1-1,-1 0 1,1-1 0,-1 1 0,1-1-1,0 1 1,-1 0 0,1-1 0,0 1 0,-1 0-1,1 0 1,0-1 0,0 1 0,0 0-1,0 0 1,-1-1 0,1 3 0,0 26 585,1-19-406,-1-7-194,-1 8 70,2 0-1,-1 0 1,1 0 0,5 18 0,-5-26-138,0 0 0,0 0 0,0 0 0,0 0 0,1 0 0,0 0 0,-1 0 1,1-1-1,0 1 0,0-1 0,0 1 0,1-1 0,-1 0 0,0 0 0,1 0 0,0 0 0,-1 0 0,1-1 0,0 1 0,0-1 1,0 0-1,4 2 0,5-1-694,1 0 1,-1 0 0,15-1-1,21 0-4598,12-1-6219</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1.782"/>
    </inkml:context>
    <inkml:brush xml:id="br0">
      <inkml:brushProperty name="width" value="0.025" units="cm"/>
      <inkml:brushProperty name="height" value="0.025" units="cm"/>
    </inkml:brush>
  </inkml:definitions>
  <inkml:trace contextRef="#ctx0" brushRef="#br0">1 0 4241,'0'0'20110,"3"8"-18782,36 57 1216,-36-57-2453,0 1 0,-1-1-1,0 0 1,0 1-1,-1 0 1,0-1-1,-1 1 1,0 0 0,-2 16-1,1 4-54,1-24-65,0-1 0,0 1 0,-1 0 0,0 0-1,0 0 1,0 0 0,0 0 0,-1-1 0,0 1 0,0 0 0,0-1 0,-1 0 0,1 1 0,-1-1 0,-4 4-1,7-7-260,1-12-810,1 7 1054,0-1 0,0 0 1,0 0-1,1 1 1,0-1-1,0 1 1,0 0-1,1 0 1,-1 0-1,8-6 1,46-34-154,-50 39 178,24-19 9,-11 9 39,0 1 0,43-23-1,-62 38 100,0-1-1,-1 1 1,1 0 0,-1 0-1,0 0 1,1 0-1,-1 0 1,0-1-1,1 1 1,-1 0-1,0 0 1,0 0-1,0 0 1,0 0-1,0 0 1,0 0 0,0 0-1,0 0 1,0 1-1,0 31-144,0-28 224,0 22-194,0 8 25,0-12-4377</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2.192"/>
    </inkml:context>
    <inkml:brush xml:id="br0">
      <inkml:brushProperty name="width" value="0.025" units="cm"/>
      <inkml:brushProperty name="height" value="0.025" units="cm"/>
    </inkml:brush>
  </inkml:definitions>
  <inkml:trace contextRef="#ctx0" brushRef="#br0">1 1 8450,'0'0'15881,"1"5"-14196,3 30 483,-3-23-1820,0 0-1,1-1 0,0 1 0,5 14 0,-6-24-345,0 1 0,0-1 0,0 1 0,0-1 0,1 1 1,-1-1-1,1 0 0,-1 0 0,1 0 0,0 0 0,0 0 0,0 0 0,0 0 0,0 0 0,1-1 1,-1 1-1,0-1 0,1 0 0,-1 0 0,1 0 0,-1 0 0,1 0 0,5 1 0,2 0-148,1-1 0,0 0-1,0-1 1,0 0 0,0-1-1,0 0 1,11-2 0,-16 1 19,1 0 1,-1-1-1,1 0 1,-1 0-1,0 0 1,0 0-1,0-1 1,-1 0-1,1 0 1,-1-1-1,0 0 1,5-6-1,6-12 26,-13 17 3567,-2 6-3465,0 1 0,0 0 0,0-1 1,0 1-1,0 0 0,0-1 0,-1 1 0,1 0 1,0 0-1,0 0 0,-1 0 0,1-1 0,-1 1 1,1 0-1,-1 0 0,1 0 0,-1 0 0,1 1 1,-1 1-1,1-2-93,-1 1 1,1-1 0,-1 1-1,1-1 1,0 0-1,-1 1 1,1-1 0,0 0-1,0 0 1,0 0-1,0 1 1,2 0 0,22 7-5679,-12-9-636</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2.852"/>
    </inkml:context>
    <inkml:brush xml:id="br0">
      <inkml:brushProperty name="width" value="0.025" units="cm"/>
      <inkml:brushProperty name="height" value="0.025" units="cm"/>
    </inkml:brush>
  </inkml:definitions>
  <inkml:trace contextRef="#ctx0" brushRef="#br0">1 18 8266,'0'0'18981,"0"14"-17715,0 45-487,2-32-298,5-16-161,5 2-200,-12-13-179,1 1 0,-1-1-1,0 0 1,1 0 0,-1 1 0,1-1 0,-1 0-1,1 0 1,-1 0 0,1 1 0,-1-1 0,0 0-1,1 0 1,-1 0 0,1 0 0,-1 0-1,1 0 1,-1 0 0,1 0 0,-1 0 0,1-1-1,-1 1 1,1 0 0,-1 0 0,1 0 0,-1 0-1,1-1 1,-1 1 0,0 0 0,1-1-1,-1 1 1,1 0 0,-1 0 0,0-1 0,1 0-1,12-12-1088,-13 13 1126,11-11-443,0 0 0,0 1-1,1 0 1,0 1 0,1 0-1,0 1 1,0 0 0,19-6 0,-30 13 839,0 0 1,1 0 0,-1 1-1,0-1 1,1 1 0,-1-1-1,1 1 1,-1 0 0,1 0-1,-1 0 1,1 1 0,-1-1-1,4 1 1,-5 0-313,0-1 0,0 1-1,0-1 1,0 1 0,0-1 0,-1 1 0,1 0-1,0-1 1,0 1 0,0 0 0,0 0 0,-1 0-1,1-1 1,0 1 0,-1 0 0,1 0-1,-1 0 1,1 0 0,-1 0 0,0 0 0,1 0-1,-1 0 1,0 1 0,0-1 0,1 0 0,-1 0-1,0 0 1,0 2 0,0 70 242,36-73-1554,-24-2 1037,-1-2-1,1 1 1,-1-2-1,1 1 1,-1-2-1,-1 1 1,1-1-1,14-12 1,1 1-251,11-3-253,-23 13 644,-1 0-1,0-1 1,18-14 2709,-31 37-1151,0 46-1115,0-35-4122,11-25-10886</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3.402"/>
    </inkml:context>
    <inkml:brush xml:id="br0">
      <inkml:brushProperty name="width" value="0.025" units="cm"/>
      <inkml:brushProperty name="height" value="0.025" units="cm"/>
    </inkml:brush>
  </inkml:definitions>
  <inkml:trace contextRef="#ctx0" brushRef="#br0">245 0 9378,'0'0'17760,"-10"31"-16059,-34 101-390,0-27 169,36-89-1340,1 1 0,0 0 0,1 1 0,1-1 0,0 1 0,1 0 0,-1 24 0,1 19-126,4-60-56,5-13-795,-2 8 768,1 1-1,-1-1 1,1 1-1,0 0 1,0 0-1,0 0 1,1 0-1,-1 1 1,1-1-1,-1 1 1,1 0-1,0 1 1,0-1-1,0 1 1,6-1-1,-9 2 46,-2 2-77,0 6 127,0 2-15,0 0 0,0 0 0,-1 0 1,-1 0-1,-3 15 0,4-22-3,0 0 1,0 0-1,-1-1 0,1 1 1,-1-1-1,1 1 0,-1-1 1,0 0-1,0 0 0,0 0 1,0 0-1,0 0 0,0 0 1,-1 0-1,1 0 0,-1-1 1,1 0-1,-1 1 0,1-1 1,-1 0-1,0 0 0,0 0 1,0-1-1,-4 1 0,-14 2-94,0-2 0,-23-1 0,17 0-4182,34-2-487,2-3 1996,-3 1 216,18-9-7190</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3.807"/>
    </inkml:context>
    <inkml:brush xml:id="br0">
      <inkml:brushProperty name="width" value="0.025" units="cm"/>
      <inkml:brushProperty name="height" value="0.025" units="cm"/>
    </inkml:brush>
  </inkml:definitions>
  <inkml:trace contextRef="#ctx0" brushRef="#br0">1 0 7618,'0'0'15914,"8"10"-14690,-2-3-1067,29 34 828,-31-38-873,0 1 1,0-1-1,0 1 1,1-1-1,-1-1 1,1 1-1,0 0 1,-1-1 0,11 3-1,-9-2-56,-5-3-49,1 1-1,-1 0 1,1-1 0,-1 1-1,1-1 1,-1 1 0,1-1-1,-1 0 1,1 0 0,0 0-1,-1 1 1,1-1 0,-1-1-1,1 1 1,-1 0 0,1 0-1,1-1 1,-2-2-49,0 0 0,0 0 0,0 0-1,0 0 1,-1 0 0,1-1 0,-1 1 0,0 0 0,0 0-1,0 0 1,0 0 0,-1-4 0,0-1-25,1 6 82,0 1 0,1 0-1,-1 0 1,0 0 0,0 0-1,0 0 1,-1 0 0,1 0-1,0 0 1,0 0 0,-1 0-1,1 0 1,0 0 0,-1 0-1,1 0 1,-1 0 0,1 0-1,-1 0 1,0 0 0,1 1-1,-1-1 1,-1-1 0,-22 0 871,10 2-464,12 0-390,1 1 0,0-1 0,-1 1 0,1 0 0,0 0 0,0-1 0,-1 1 0,1 0 0,0 0 0,0 0 0,0 0 0,0 0 0,0 1 0,0-1-1,0 0 1,0 0 0,1 1 0,-1-1 0,0 0 0,1 1 0,-1-1 0,1 0 0,0 1 0,-1-1 0,1 1 0,0-1 0,0 3 0,-5 45 115,5 22-373,0-70 169,0 0-1,0 0 1,0 0-1,1 0 0,-1 0 1,0 0-1,0 0 1,1 0-1,-1 0 1,0 0-1,1-1 1,-1 1-1,1 0 0,0 0 1,-1 0-1,1 0 1,-1-1-1,1 1 1,0 0-1,0 0 1,-1-1-1,1 1 0,0-1 1,0 1-1,0-1 1,0 1-1,0-1 1,0 1-1,0-1 1,-1 0-1,3 1 0,36 0-3811,-27-1 1352,10 0-3418</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4.186"/>
    </inkml:context>
    <inkml:brush xml:id="br0">
      <inkml:brushProperty name="width" value="0.025" units="cm"/>
      <inkml:brushProperty name="height" value="0.025" units="cm"/>
    </inkml:brush>
  </inkml:definitions>
  <inkml:trace contextRef="#ctx0" brushRef="#br0">28 91 11682,'0'0'17712,"-2"23"-16667,-3 10-737,2-6 127,0 1 1,2 31 0,0-59-451,1 0 0,-1 0 0,1 0 1,-1-1-1,1 1 0,-1 0 1,1 0-1,-1-1 0,1 1 0,-1 0 1,1-1-1,-1 1 0,1-1 0,0 1 1,-1 0-1,1-1 0,0 1 1,-1-1-1,1 1 0,0-1 0,0 1 1,-1-1-1,1 1 0,0-1 1,0 0-1,0 1 0,0-2 0,-2-10-107,1-1 0,1 1-1,0-1 1,1 0 0,0 1-1,4-17 1,-3 21 51,1 0 1,0 0 0,0 1-1,1-1 1,0 1-1,0 0 1,0 0 0,1 0-1,0 1 1,10-10-1,-7 8-39,26-23-91,-31 29 171,-1 0-1,0 0 0,1 1 1,0-1-1,-1 1 0,1 0 1,0 0-1,-1 0 0,1 0 1,0 0-1,0 1 1,4-1-1,-5 1-29,0 1 0,0 0 0,0 0 0,-1-1 0,1 1 1,0 1-1,-1-1 0,1 0 0,-1 0 0,1 0 0,-1 1 0,0-1 0,0 1 0,1-1 1,-1 1-1,0 0 0,0-1 0,1 4 0,7 9-661,-4-10-56,-1 0 0,1 1-1,0-1 1,0-1 0,1 1 0,-1-1 0,9 4 0,11 1-5797</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5.759"/>
    </inkml:context>
    <inkml:brush xml:id="br0">
      <inkml:brushProperty name="width" value="0.025" units="cm"/>
      <inkml:brushProperty name="height" value="0.025" units="cm"/>
    </inkml:brush>
  </inkml:definitions>
  <inkml:trace contextRef="#ctx0" brushRef="#br0">325 1 3625,'0'0'6647,"1"0"-7091,7 3 10517,-6 0-8867,-3 10-1189,1 1-1,-2-1 0,1 1 1,-2-1-1,0 0 0,0 0 1,-2 0-1,1 0 0,-2-1 1,-10 19-1,-76 114 502,-2 2-350,79-119-162,0 0 1,3 0-1,-15 45 0,24-48 1,3-21-4,0-1 1,0 1-1,-1 0 0,0 0 1,1 0-1,-1-1 1,-1 1-1,-1 5 0,3-9-11,0 0-1,0 0 1,-1 1-1,1-1 1,0 0-1,0 0 1,0 0-1,0 0 1,0 0-1,-1 0 1,1 0-1,0 0 1,0 0-1,0 1 1,0-1-1,-1 0 1,1 0-1,0 0 1,0 0-1,0 0 1,-1 0-1,1 0 1,0 0-1,0 0 1,0 0-1,-1 0 1,1-1-1,0 1 1,0 0 0,0 0-1,0 0 1,-1 0-1,1 0 1,0 0-1,0 0 1,0 0-1,0 0 1,-1-1-1,1 1 1,0 0-1,0 0 1,0 0-1,0 0 1,0-1-1,-4-11-1188,-6-68-5585,5 34 462</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6.216"/>
    </inkml:context>
    <inkml:brush xml:id="br0">
      <inkml:brushProperty name="width" value="0.025" units="cm"/>
      <inkml:brushProperty name="height" value="0.025" units="cm"/>
    </inkml:brush>
  </inkml:definitions>
  <inkml:trace contextRef="#ctx0" brushRef="#br0">1 193 7562,'0'0'5435,"30"-4"-4409,209-29 182,-48 3-484,489-63 67,-248 71-149,-431 23-642,0-1 0,-1 0 0,1 0 0,-1 0 0,1 0-1,0 0 1,-1 0 0,1 0 0,-1 0 0,1-1 0,0 1 0,-1 0 0,1 0 0,-1 0 0,1-1 0,-1 1 0,1 0 0,0 0 0,-1-1 0,1 1 0,-1-1 0,0 1 0,1 0 0,-1-1 0,1 1 0,-1-1 0,0 1 0,1-1 0,-1 1 0,0-1 0,1 1 0,-1-1-1,0 0 1,1 0 0,-16 0-2396,-14 2-982,-6 6-2913</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6.607"/>
    </inkml:context>
    <inkml:brush xml:id="br0">
      <inkml:brushProperty name="width" value="0.025" units="cm"/>
      <inkml:brushProperty name="height" value="0.025" units="cm"/>
    </inkml:brush>
  </inkml:definitions>
  <inkml:trace contextRef="#ctx0" brushRef="#br0">45 1 3425,'0'0'9695,"4"0"-8444,15 0-41,-14 0 982,-5 7-1320,-1 1-766,0 0 1,-1-1-1,0 1 0,-1-1 0,1 0 0,-1 0 1,-1 0-1,1 0 0,-1 0 0,-6 7 0,4-6-73,1 0-1,0 1 1,1-1-1,0 1 0,0 0 1,-4 17-1,7-21-1994,1-16-2610,1 3 2818,-1-16-7101</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6.937"/>
    </inkml:context>
    <inkml:brush xml:id="br0">
      <inkml:brushProperty name="width" value="0.025" units="cm"/>
      <inkml:brushProperty name="height" value="0.025" units="cm"/>
    </inkml:brush>
  </inkml:definitions>
  <inkml:trace contextRef="#ctx0" brushRef="#br0">0 0 10522,'0'0'8834,"29"18"-8834,-26 14 0,-3-5-2400,0-1-3066</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7.547"/>
    </inkml:context>
    <inkml:brush xml:id="br0">
      <inkml:brushProperty name="width" value="0.025" units="cm"/>
      <inkml:brushProperty name="height" value="0.025" units="cm"/>
    </inkml:brush>
  </inkml:definitions>
  <inkml:trace contextRef="#ctx0" brushRef="#br0">0 60 7666,'0'0'7344,"19"-4"-6705,60-16 11,-45 17 215,-33 3-826,0 0 1,0 0 0,0 0 0,0 1-1,0-1 1,0 0 0,0 1 0,0-1 0,0 1-1,0-1 1,0 1 0,0-1 0,0 1-1,0-1 1,1 3 0,-1-2 4,0 1-1,0 0 1,0 0-1,-1 1 1,1-1-1,-1 0 1,1 0-1,-1 0 1,0 0-1,0 0 1,0 1-1,0-1 1,0 0-1,-1 3 1,1 10 7,0 3 68,1-11-95,-1-1 0,0 1 1,-1 0-1,1-1 0,-1 1 0,-2 8 0,2-14-14,1 1-1,-1-1 1,0 1 0,0-1-1,0 1 1,0-1 0,0 1 0,0-1-1,0 0 1,0 0 0,-1 0 0,1 1-1,0-1 1,-1 0 0,1 0 0,-1-1-1,1 1 1,-1 0 0,1-1 0,-1 1-1,1 0 1,-1-1 0,0 0 0,1 1-1,-1-1 1,0 0 0,0 0 0,1 0-1,-3 0 1,5-9-55,1 4 41,1 1 0,0-1 1,-1 1-1,2 0 0,-1 0 1,0 0-1,1 1 0,0-1 1,-1 1-1,9-5 0,52-31-86,-44 28 13,14-10-297,1 3 1,51-21-1,-85 39 375,-1-1 0,1 1 0,0-1-1,0 1 1,-1 0 0,1 0 0,0-1 0,0 1-1,-1 0 1,1 0 0,0 0 0,0 0-1,-1 0 1,1 0 0,0 0 0,0 0-1,0 0 1,-1 0 0,1 0 0,0 0-1,0 1 1,-1-1 0,1 0 0,0 1-1,-1-1 1,1 0 0,0 1 0,-1-1-1,1 1 1,0-1 0,0 2 0,2 23 283,-4-15-178,1-6-75,0-1 0,0 0-1,0 0 1,-1 1 0,1-1-1,-1 0 1,0 0 0,0 0-1,0 0 1,-1 0 0,1 0-1,-1 0 1,1 0 0,-1-1-1,0 1 1,0 0 0,0-1-1,-1 0 1,1 1 0,-5 2-1,6-4 74,4-2-340,1 0 140,-1 0-1,0 0 1,0-1 0,0 1 0,0-1-1,-1 0 1,5-3 0,3-1-102,16-8-64,1 2-1,1 0 1,0 2-1,0 1 0,1 1 1,33-4-1,-61 12 305,-1 0 0,1 0 0,-1 0 0,1 1-1,-1-1 1,1 0 0,-1 0 0,1 0 0,-1 1-1,1-1 1,-1 0 0,0 0 0,1 1 0,-1-1 0,0 0-1,1 1 1,-1-1 0,0 1 0,1-1 0,-1 0-1,0 1 1,0-1 0,1 1 0,-1-1 0,0 1-1,0-1 1,0 1 0,0-1 0,1 1 0,-1-1-1,0 1 1,0-1 0,0 1 0,0-1 0,0 1 0,0-1-1,0 1 1,-1-1 0,1 1 0,0-1 0,0 1-1,0 0 1,-5 23 444,-5 1-124,0 0 0,-2-1 0,-19 30 0,16-34-1484,-2-4-4299,9-11-838</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8.196"/>
    </inkml:context>
    <inkml:brush xml:id="br0">
      <inkml:brushProperty name="width" value="0.025" units="cm"/>
      <inkml:brushProperty name="height" value="0.025" units="cm"/>
    </inkml:brush>
  </inkml:definitions>
  <inkml:trace contextRef="#ctx0" brushRef="#br0">147 54 5169,'0'0'8699,"1"14"-8024,5 42-75,-6-55-552,1 1 0,-1 0 0,0-1 0,1 1 0,-1-1-1,1 1 1,-1-1 0,1 1 0,0-1 0,-1 0 0,1 1 0,0-1-1,0 0 1,0 0 0,0 0 0,0 1 0,1-1 0,-1 0 0,0 0-1,0-1 1,1 1 0,-1 0 0,0 0 0,1-1 0,2 2 0,0-1 15,1 0 0,0-1 1,-1 1-1,1-1 0,-1 0 1,7-1-1,1 0 22,-4 1-60,0 0 0,1 0 0,-1-1 1,0-1-1,1 1 0,11-5 0,-18 5-22,0 0 0,0 0 1,0 0-1,0 0 0,0 0 0,0 0 0,0-1 0,0 1 0,0-1 0,-1 0 0,1 1 0,-1-1 0,1 0 0,-1 0 0,0 0 0,1 0 1,-1 0-1,0 0 0,0-1 0,-1 1 0,1 0 0,0 0 0,-1-1 0,1 1 0,-1 0 0,0-1 0,0-3 0,0 4-4,0-1 0,0 0-1,0 1 1,0-1 0,-1 1-1,1-1 1,-1 1 0,0-1-1,0 1 1,0-1 0,0 1-1,0-1 1,-2-2-1,-1 2 26,1-1 0,0 1-1,-1 0 1,0 0 0,0 0-1,-8-4 1,0 2 28,0 0 0,0 1 0,0 0 1,0 1-1,-1 0 0,1 1 0,-1 1 0,0 0 0,0 0 0,-14 2 0,21 0 32,1 0-1,-1 0 0,1 0 0,0 1 1,-1 0-1,1 0 0,0 0 0,0 1 1,0-1-1,1 1 0,-1 0 0,1 1 1,-1-1-1,1 1 0,0 0 0,0 0 1,1 0-1,-1 0 0,1 1 0,0-1 1,-3 7-1,1-2 90,-1 1 1,2 0-1,-1 0 1,1 0-1,1 0 1,0 1-1,0-1 1,1 1-1,-1 20 1,3-29-148,-1 0 1,1 1 0,0-1 0,0 0-1,0 0 1,1 0 0,-1 0 0,1 0-1,-1 1 1,1-1 0,-1 0 0,1 0-1,0 0 1,0 0 0,0-1 0,0 1-1,1 0 1,-1 0 0,3 2 0,-1-2 10,1 0 1,-1-1-1,1 0 1,0 1-1,0-2 1,-1 1 0,1 0-1,0-1 1,0 1-1,7-2 1,37 4 180,0-3 1,1-2-1,89-15 0,-130 15-792,-5 0-5673,-2-3 5056,2-1-4849</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9.458"/>
    </inkml:context>
    <inkml:brush xml:id="br0">
      <inkml:brushProperty name="width" value="0.025" units="cm"/>
      <inkml:brushProperty name="height" value="0.025" units="cm"/>
    </inkml:brush>
  </inkml:definitions>
  <inkml:trace contextRef="#ctx0" brushRef="#br0">346 339 6001,'0'0'8950,"16"-10"-7976,0 2-737,1-1 357,1-1 0,-1-1-1,0-1 1,-1 0 0,16-16-1,-26 20-413,0 0-1,0 0 1,-1 0 0,0 0-1,-1-1 1,0 0-1,0 0 1,-1 0-1,4-15 1,-3 3-207,-1 0 0,-1 1-1,0-30 1,-2 49 23,0 0 0,0 0 0,-1 0 0,1-1 0,0 1 0,-1 0 0,1 0 0,-1 0 0,1 0 1,-1 0-1,0 0 0,1 0 0,-1 0 0,0 0 0,0 0 0,0 0 0,1 0 0,-1 0 0,0 1 0,0-1 0,0 0 0,0 1 0,-1-1 0,1 1 0,0-1 0,0 1 0,0-1 0,0 1 0,-1 0 0,1 0 0,0-1 0,-2 1 0,-50-1-96,37 2 101,3-1-18,0 2 1,0 0 0,1 0-1,-1 1 1,1 0 0,0 1 0,0 1-1,0 0 1,0 0 0,1 2 0,0-1-1,0 1 1,1 1 0,0 0-1,-11 10 1,8-5 4,0 1 0,1 0-1,0 1 1,1 0 0,1 0 0,0 2-1,1-1 1,1 1 0,-11 34 0,-4 41 26,-14 121 0,-14 60 78,23-165 45,23-83-5454,5-46 349</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0.166"/>
    </inkml:context>
    <inkml:brush xml:id="br0">
      <inkml:brushProperty name="width" value="0.025" units="cm"/>
      <inkml:brushProperty name="height" value="0.025" units="cm"/>
    </inkml:brush>
  </inkml:definitions>
  <inkml:trace contextRef="#ctx0" brushRef="#br0">0 325 6913,'0'0'7503,"32"-7"-5788,9-3-1152,148-27 1488,-87 24-946,114-1-1,-214 14-692,-5 0-293,-2 1-93,1 0 1,-1 0 0,1 0 0,0 1 0,-1 0 0,1 0 0,0 0 0,0 0 0,0 1 0,1 0-1,-6 4 1,-40 39-13,46-41-30,-1 0 0,1 0 1,0 0-1,1 1 0,-1-1 1,1 1-1,0-1 0,1 1 1,-1 0-1,1 0 0,0-1 1,0 8-1,0-9-18,1 0 1,0 0-1,0 0 0,0 0 0,0 0 1,1 0-1,0 0 0,-1 0 1,1 0-1,1 0 0,-1-1 0,1 1 1,-1 0-1,1-1 0,0 1 1,0-1-1,1 0 0,3 5 0,2-2-56,-1-1 0,2 1-1,-1-2 1,1 1 0,-1-1-1,1-1 1,0 1 0,1-2-1,-1 1 1,0-1 0,1 0-1,0-1 1,-1-1 0,1 1-1,13-2 1,-21 1 34,-1 0 0,1 0 0,0-1 1,0 1-1,0 0 0,-1-1 0,1 1 0,0-1 0,0 0 1,-1 1-1,1-1 0,0 0 0,-1 0 0,1 0 0,-1 0 1,1-1-1,-1 1 0,0 0 0,2-3 0,0 1-54,-1-1 0,0 0 0,0 0 0,0 0 0,0 0 0,-1 0 0,0 0 0,2-5 0,0-10-138,-1 0 0,-1 1 0,-1-21 0,0 27 280,0-3-46,-1-1 0,0 0 0,-1 1 0,-8-29 0,10 43 25,1 1 1,-1-1-1,0 1 0,0-1 0,1 1 0,-1-1 0,0 1 1,1-1-1,-1 1 0,0-1 0,1 1 0,-1-1 0,1 1 1,-1 0-1,1-1 0,-1 1 0,1 0 0,-1-1 1,1 1-1,-1 0 0,1 0 0,-1 0 0,1-1 0,0 1 1,-1 0-1,1 0 0,-1 0 0,1 0 0,0 0 0,-1 0 1,1 0-1,-1 0 0,1 0 0,-1 0 0,2 1 0,30-1 25,-25 0 22,43-1 117,-16 0 87,44 4-1,-75-3-194,0 1 0,0-1 0,0 1 0,0 0 0,0 0 0,-1 0 0,1 0 0,0 0 0,0 0 1,-1 1-1,1 0 0,-1-1 0,1 1 0,-1 0 0,0 0 0,0 0 0,1 0 0,-2 1 0,1-1 0,0 0 0,0 1 0,-1 0 1,3 4-1,-2-1 75,-1 0 0,1 0 1,-1 0-1,0 0 1,0 0-1,-1 0 1,0 0-1,0 0 1,-1 0-1,-1 11 0,1-15-102,1 0-1,-1 0 0,0 0 0,1 0 1,-1 0-1,0 0 0,0 0 0,0 0 0,0-1 1,-1 1-1,1 0 0,0-1 0,-1 1 1,1-1-1,-1 1 0,0-1 0,1 0 0,-1 0 1,0 0-1,0 0 0,0 0 0,1 0 0,-1 0 1,0 0-1,0-1 0,-4 1 0,5-23 281,1 12-296,1 1-1,0-1 0,0 1 0,1 0 0,0-1 0,1 1 1,0 0-1,0 0 0,1 0 0,0 1 0,1-1 0,0 1 1,0 0-1,1 0 0,11-12 0,-13 14-21,27-34-1,2 0 1,2 2-1,58-50 0,-92 87-102,13-8 257,-13 9-220,-1 0 1,0-1-1,0 1 1,1 0-1,-1 0 1,0 0-1,0 0 1,1 0-1,-1 0 1,0 0-1,0 0 1,1 0-1,-1 0 1,0 0-1,0 0 1,1 0-1,-1 0 1,0 0-1,0 0 1,0 0-1,1 1 1,-1-1 0,0 0-1,0 0 1,1 0-1,-1 0 1,0 0-1,0 1 1,0-1-1,1 0 1,-1 0-1,0 0 1,0 1-1,0-1 1,0 0-1,0 0 1,0 0-1,1 1 1,-1-1-1,0 0 1,0 0-1,0 1 1,0-1-1,0 0 1,0 0-1,0 1 1,0-1-1,0 0 1,0 0-1,0 1 1,0-1 0,0 0-1,0 0 1,0 1-1,0 20-5193</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0.522"/>
    </inkml:context>
    <inkml:brush xml:id="br0">
      <inkml:brushProperty name="width" value="0.025" units="cm"/>
      <inkml:brushProperty name="height" value="0.025" units="cm"/>
    </inkml:brush>
  </inkml:definitions>
  <inkml:trace contextRef="#ctx0" brushRef="#br0">168 1 10538,'0'0'12732,"-11"30"-11759,-37 104-220,30-71-260,2 0 0,-12 105 0,3-8-716,19-134-484,-4 21-1710,6-16-2594,2-6-3760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0.995"/>
    </inkml:context>
    <inkml:brush xml:id="br0">
      <inkml:brushProperty name="width" value="0.025" units="cm"/>
      <inkml:brushProperty name="height" value="0.025" units="cm"/>
    </inkml:brush>
  </inkml:definitions>
  <inkml:trace contextRef="#ctx0" brushRef="#br0">294 0 9858,'0'0'12463,"-31"6"-11819,-102 19-199,125-24-411,-1 1-1,1 0 1,0 1-1,0-1 1,0 2-1,0-1 1,0 1-1,0 0 1,1 1-1,0 0 1,0 0-1,-9 9 1,11-9-30,3-4-7,1 0 0,0-1 0,0 1 0,0 0 0,1 0 0,-1 0 0,0 0 0,0 0 0,0 0 0,1 1 0,-1-1 0,1 0 0,-1 0 0,1 0 0,-1 1 0,1-1 0,0 0 0,-1 1 0,1-1 0,0 2 0,0-2-8,1 0 1,-1 0-1,0 1 0,1-1 0,0 0 0,-1 0 0,1 0 0,-1 0 1,1-1-1,0 1 0,0 0 0,-1 0 0,1 0 0,0-1 0,0 1 1,0 0-1,0-1 0,1 2 0,6 1-67,0 1 0,0-1 0,0-1 0,14 3 0,-21-4 75,25 4-253,0 0-298,-1 1 1,0 0-1,-1 2 1,33 15-1,-54-22 551,-1 0-1,0 0 1,0 1-1,0-1 1,-1 0-1,1 1 1,0-1-1,0 1 1,-1-1-1,1 1 0,-1 0 1,1 0-1,-1-1 1,0 1-1,0 0 1,0 0-1,0 0 1,0 1-1,0-1 1,0 0-1,-1 0 1,1 0-1,-1 1 1,0-1-1,0 0 1,0 1-1,0-1 0,0 0 1,0 0-1,0 1 1,-1-1-1,1 0 1,-1 0-1,1 1 1,-1-1-1,0 0 1,0 0-1,0 0 1,0 0-1,-1 0 1,1 0-1,0-1 1,-1 1-1,1 0 0,-1-1 1,0 1-1,-2 2 1,-22 11 524,-1 0 0,1-2 0,-2-1 1,-55 17-1,38-18-363,26-10-2821</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1.388"/>
    </inkml:context>
    <inkml:brush xml:id="br0">
      <inkml:brushProperty name="width" value="0.025" units="cm"/>
      <inkml:brushProperty name="height" value="0.025" units="cm"/>
    </inkml:brush>
  </inkml:definitions>
  <inkml:trace contextRef="#ctx0" brushRef="#br0">226 37 1528,'0'0'17321,"0"-4"-16076,0-23 1232,-2 26-2409,1 0-1,-1 1 0,1-1 1,-1 0-1,0 1 0,0 0 1,1-1-1,-1 1 0,0 0 1,0 0-1,1 0 0,-1 0 0,0 0 1,0 0-1,-1 1 0,-1-1 71,-13-1-63,1 2-1,-1 0 0,1 0 1,-1 2-1,-21 5 0,34-6-70,0-1-1,0 1 1,0-1-1,0 1 1,1 0-1,-1 1 1,1-1 0,-1 0-1,1 1 1,0 0-1,0 0 1,0 0-1,0 0 1,1 0 0,-1 1-1,1-1 1,0 1-1,0 0 1,0 0-1,1-1 1,-1 1-1,1 0 1,0 0 0,0 1-1,0-1 1,1 0-1,-1 5 1,0-2-2,1 0 1,-1 0-1,2 1 0,-1-1 1,1 0-1,2 10 0,-2-14-7,0-1-1,0 0 1,0 1 0,0-1-1,1 0 1,-1 1-1,1-1 1,0 0-1,0 0 1,-1 0 0,1-1-1,0 1 1,1 0-1,-1-1 1,0 1 0,0-1-1,1 0 1,-1 0-1,5 2 1,16 5-751,1 0-1,30 5 1,14-3-6036,-42-7-441</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1.743"/>
    </inkml:context>
    <inkml:brush xml:id="br0">
      <inkml:brushProperty name="width" value="0.025" units="cm"/>
      <inkml:brushProperty name="height" value="0.025" units="cm"/>
    </inkml:brush>
  </inkml:definitions>
  <inkml:trace contextRef="#ctx0" brushRef="#br0">1 68 7042</inkml:trace>
  <inkml:trace contextRef="#ctx0" brushRef="#br0" timeOffset="1">1 68 7042,'151'51'5534,"-120"-41"-2648,-31-5 1967,0 12-3630,1 1-131,0 29 491,-1-45-1531,0 0-1,0 0 1,0 0-1,-1 0 1,1 0 0,0 0-1,-1 0 1,0-1-1,1 1 1,-1 0-1,0 0 1,0 0 0,0-1-1,0 1 1,0-1-1,0 1 1,-2 1-1,2-2-39,1-1 0,-1 0-1,1 1 1,-1-1-1,1 0 1,-1 0 0,0 0-1,1 1 1,-1-1-1,1 0 1,-1 0 0,0 0-1,1 0 1,-1 0 0,0 0-1,1 0 1,-1 0-1,1 0 1,-1 0 0,0-1-1,1 1 1,-1 0-1,1 0 1,-1-1 0,0 1-1,1 0 1,-1-1-1,1 1 1,-1 0 0,1-1-1,-1 1 1,1-1-1,0 1 1,-1-1 0,1 1-1,-1-1 1,1 1 0,0-1-1,-1 1 1,1-1-1,0 1 1,0-1 0,0 0-1,-1 0 1,-7-29-8,8 29 3,-3-13 6,1 0 1,1-1 0,0 1-1,1 0 1,0-1-1,1 1 1,4-19 0,-4 30-171,0-1 1,0 0-1,0 0 1,0 0-1,1 1 1,-1-1-1,1 1 1,0-1-1,0 1 1,1 0-1,-1 0 1,0 0-1,1 0 1,0 0-1,0 0 1,0 1 0,0-1-1,0 1 1,0 0-1,1 0 1,-1 0-1,1 1 1,-1-1-1,1 1 1,0-1-1,0 1 1,-1 1-1,1-1 1,0 0-1,0 1 1,6 0-1,6 0-3902,-4 0-1848</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2.074"/>
    </inkml:context>
    <inkml:brush xml:id="br0">
      <inkml:brushProperty name="width" value="0.025" units="cm"/>
      <inkml:brushProperty name="height" value="0.025" units="cm"/>
    </inkml:brush>
  </inkml:definitions>
  <inkml:trace contextRef="#ctx0" brushRef="#br0">58 1 5601,'0'0'18060,"-4"102"-17948,-3-87-104,-4-1-8,1 4-120,-1-7-1008,0-1-2649,8-6-3240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2.407"/>
    </inkml:context>
    <inkml:brush xml:id="br0">
      <inkml:brushProperty name="width" value="0.025" units="cm"/>
      <inkml:brushProperty name="height" value="0.025" units="cm"/>
    </inkml:brush>
  </inkml:definitions>
  <inkml:trace contextRef="#ctx0" brushRef="#br0">29 1 10138,'0'0'12579,"-18"24"-12579,15 1-200,-1 11-904,1-4-1625,3-8-3040</inkml:trace>
  <inkml:trace contextRef="#ctx0" brushRef="#br0" timeOffset="1">197 389 5841,'0'0'13307,"3"195"-11435,-3-148-767,0-4-545,-3-4-176,-4-4-248,-1-3-80,1 0-56,0-6-96,0-2-672,-4-6-945,-6-7-935,-1-8-2233,0-3-2657</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2.759"/>
    </inkml:context>
    <inkml:brush xml:id="br0">
      <inkml:brushProperty name="width" value="0.025" units="cm"/>
      <inkml:brushProperty name="height" value="0.025" units="cm"/>
    </inkml:brush>
  </inkml:definitions>
  <inkml:trace contextRef="#ctx0" brushRef="#br0">11 26 8890,'0'0'7982,"30"-6"-7354,89-13 36,-118 19-654,1 0 0,-1 0 0,0 0 0,0 0 0,1 0 0,-1 0 0,0 0 0,1 0-1,-1 0 1,0 0 0,0 1 0,1-1 0,-1 0 0,0 1 0,0-1 0,0 1 0,0 0 0,0-1 0,0 1 0,1 0 0,-2 0 0,1-1 0,0 1 0,0 0 0,0 0 0,0 0 0,0 0 0,-1 0 0,1 0 0,0 1 0,-1-1-1,1 0 1,-1 0 0,0 0 0,1 1 0,-1-1 0,0 0 0,0 0 0,1 1 0,-1-1 0,0 0 0,0 0 0,0 1 0,-1-1 0,1 0 0,0 0 0,0 1 0,-1-1 0,0 2 0,0 6 71,0-5 23,1 0 0,-1 0 0,0 0 1,0 1-1,0-1 0,-1-1 0,1 1 0,-1 0 1,0 0-1,0 0 0,0-1 0,-1 0 0,0 1 1,1-1-1,-1 0 0,0 0 0,0 0 1,0 0-1,-1-1 0,1 1 0,-1-1 0,0 0 1,1 0-1,-1 0 0,-7 1 0,3 1-33,0-2 0,0 1 0,-1-1 0,1 0-1,0-1 1,-1 0 0,0-1 0,1 1 0,-1-1-1,1-1 1,-1 0 0,-8-2 0,16 3-180,1 0 1,0 0-1,0 0 0,-1 0 1,1 0-1,0-1 1,0 1-1,-1 0 0,1 0 1,0 0-1,0 0 1,-1 0-1,1-1 0,0 1 1,0 0-1,0 0 1,-1-1-1,1 1 0,0 0 1,0 0-1,0-1 1,0 1-1,0 0 1,0 0-1,-1-1 0,1 1 1,0 0-1,0 0 1,0-1-1,0 1 0,0 0 1,0-1-1,0 1 1,0-1-1,0-5-5196</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3.104"/>
    </inkml:context>
    <inkml:brush xml:id="br0">
      <inkml:brushProperty name="width" value="0.025" units="cm"/>
      <inkml:brushProperty name="height" value="0.025" units="cm"/>
    </inkml:brush>
  </inkml:definitions>
  <inkml:trace contextRef="#ctx0" brushRef="#br0">196 0 9858,'0'0'14609,"-16"38"-13760,-54 122-225,47-107-307,2 0 0,-26 113 0,40-124-345,1 1-1,2-1 1,2 54 0,2-94-56,1-1 0,-1 0 0,0 1 0,0-1 0,1 1-1,-1-1 1,1 1 0,-1-1 0,1 0 0,0 1 0,-1-1 0,1 0 0,0 0 0,0 0 0,0 1 0,0-1 0,0 0 0,0 0 0,0 0 0,0-1 0,0 1 0,1 0 0,-1 0 0,0-1 0,1 1 0,-1 0 0,0-1-1,1 1 1,-1-1 0,1 0 0,-1 1 0,1-1 0,-1 0 0,1 0 0,-1 0 0,0 0 0,3-1 0,0 1-433,-1 0-1,1 0 1,-1-1-1,1 1 1,0-1-1,-1 0 1,0 0-1,1 0 1,-1-1-1,0 1 1,0-1-1,1 0 1,-1 0 0,5-4-1,10-18-5334</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3.459"/>
    </inkml:context>
    <inkml:brush xml:id="br0">
      <inkml:brushProperty name="width" value="0.025" units="cm"/>
      <inkml:brushProperty name="height" value="0.025" units="cm"/>
    </inkml:brush>
  </inkml:definitions>
  <inkml:trace contextRef="#ctx0" brushRef="#br0">1 55 5457,'0'0'12027,"181"-32"-10227,-124 24-360,0 1-191,-3 4-313,-11-2-176,-15 5-328,-10 0-240,-7 0-192,-11 5-3281,0 2-2400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4.685"/>
    </inkml:context>
    <inkml:brush xml:id="br0">
      <inkml:brushProperty name="width" value="0.025" units="cm"/>
      <inkml:brushProperty name="height" value="0.025" units="cm"/>
    </inkml:brush>
  </inkml:definitions>
  <inkml:trace contextRef="#ctx0" brushRef="#br0">0 120 5457,'0'0'9267,"8"-10"-8358,23-30-53,-23 29 2278,3 8-580,16-8-2448,0 1 0,0 2 0,0 1 0,1 1 0,50-5 0,144 8-190,-213 4 96,7-1-22,1 0 0,-1 2 0,0 0 0,0 1 0,0 0 0,0 2 0,0 0 0,-1 0 0,0 1 0,18 11 1,-32-16-2,0-1 0,0 1 1,0 0-1,0 0 0,0 0 1,0 0-1,0 0 1,-1 0-1,1 0 0,0 0 1,0 0-1,-1 0 1,1 0-1,-1 0 0,1 0 1,-1 0-1,0 1 1,0-1-1,1 0 0,-1 0 1,0 0-1,0 1 1,0-1-1,0 0 0,0 0 1,0 1-1,0-1 1,-1 0-1,1 0 0,0 0 1,-1 1-1,1-1 0,-1 0 1,1 0-1,-1 0 1,0 0-1,1 0 0,-1 0 1,0 0-1,0 0 1,-1 1-1,-2 3 31,-1 0 0,0 0 0,0-1 0,0 1 0,-9 4 0,-174 91 636,123-69-572,64-31-89,0 0-1,0 1 1,1-1-1,-1 0 1,0 0-1,0 1 1,1-1-1,-1 0 1,0 1-1,1-1 1,-1 0-1,0 1 1,1-1-1,-1 1 1,1 0-1,-1-1 1,0 1-1,1-1 1,0 1-1,-1 0 1,1-1-1,-1 1 1,1 1-1,17 0-422,7 0 371,10 3-30,-1 1 0,36 13 1,-57-15-60,1 1 0,-1 0 1,1 1-1,-2 0 0,1 1 1,-1 0-1,0 1 0,13 12 1,-23-19 129,0-1 0,0 1-1,0 0 1,0 0 0,0 0 0,0 0 0,0 0 0,0 0 0,-1 0 0,1 0 0,0 0-1,-1 0 1,1 1 0,-1-1 0,0 0 0,1 0 0,-1 0 0,0 1 0,1-1 0,-1 0-1,0 1 1,0-1 0,0 0 0,0 0 0,-1 1 0,1-1 0,0 0 0,0 0 0,-1 1-1,1-1 1,-1 0 0,1 0 0,-1 0 0,1 0 0,-1 1 0,0-1 0,0 0 0,1 0-1,-1 0 1,0 0 0,0-1 0,0 1 0,0 0 0,0 0 0,0 0 0,-2 0 0,-7 5 202,0-1 0,-1 0 1,0 0-1,-15 4 0,9-3-21,-229 70 2030,205-71-2013,41-5-452,3 0-1011,44-5-7216,-12-8-604</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5.409"/>
    </inkml:context>
    <inkml:brush xml:id="br0">
      <inkml:brushProperty name="width" value="0.025" units="cm"/>
      <inkml:brushProperty name="height" value="0.025" units="cm"/>
    </inkml:brush>
  </inkml:definitions>
  <inkml:trace contextRef="#ctx0" brushRef="#br0">0 42 7466,'0'0'13234,"17"0"-12219,52 0-257,-67 0-714,0 0 0,0 0 0,0 0 0,0 1 0,0-1 0,0 1 1,0-1-1,0 1 0,0 0 0,0-1 0,0 1 0,0 0 0,-1 0 0,1 0 0,0 1 1,-1-1-1,1 0 0,-1 1 0,1-1 0,-1 1 0,1-1 0,-1 1 0,0-1 0,0 1 1,0 0-1,0 0 0,1 2 0,0 3-1,0-1-1,-1 1 1,1 0-1,-1 0 1,0 12 0,-1-11 31,1 71 87,-1-78-43,3-11-154,8-3-101,1 0 0,0 1 0,1 0-1,1 1 1,0 1 0,24-14 0,-26 16 13,5-3-41,81-49-513,-88 55 606,0 1 0,0 0 0,0 0 0,1 1 1,-1 0-1,1 1 0,0 0 0,15 0 0,-26 26-254,0-22 330,0 4 81,0 1 0,0-1 0,0 0 0,-1 0 0,0 0 0,0 0 0,0 0 0,-1 0 0,0-1 0,-4 10-1,5-14-17,4-1-876,9-1 652,-1-2 0,0 1 1,0-1-1,-1-1 0,1 0 0,14-8 1,24-8 30,-13 8 6,-19 5 86,1 1 0,0 1 1,0 1-1,0 0 0,31-2 0,-48 6 262,-2 20 330,-1 0 0,0 0 0,-11 38 0,14-58-624,-1 0 0,0 0-1,0 0 1,0 0-1,0 1 1,-1-1-1,1 0 1,0 0-1,0 0 1,0 1-1,0-1 1,0 0-1,0 0 1,0 0-1,0 0 1,0 1-1,0-1 1,0 0-1,-1 0 1,1 0-1,0 0 1,0 0-1,0 0 1,0 1-1,0-1 1,-1 0-1,1 0 1,0 0-1,0 0 1,0 0-1,0 0 1,-1 0-1,1 0 1,0 0-1,0 0 1,0 0-1,0 0 1,-1 0 0,1 0-1,0 0 1,0 0-1,0 0 1,-1 0-1,-1 0-2233</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5.750"/>
    </inkml:context>
    <inkml:brush xml:id="br0">
      <inkml:brushProperty name="width" value="0.025" units="cm"/>
      <inkml:brushProperty name="height" value="0.025" units="cm"/>
    </inkml:brush>
  </inkml:definitions>
  <inkml:trace contextRef="#ctx0" brushRef="#br0">40 0 8242,'0'0'14739,"-25"117"-14619,21-110-120,1-2-160,-1-5-896,0 0-1489,4-23-4016</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6.097"/>
    </inkml:context>
    <inkml:brush xml:id="br0">
      <inkml:brushProperty name="width" value="0.025" units="cm"/>
      <inkml:brushProperty name="height" value="0.025" units="cm"/>
    </inkml:brush>
  </inkml:definitions>
  <inkml:trace contextRef="#ctx0" brushRef="#br0">89 0 9074,'0'0'6177,"-89"196"-18227</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6.427"/>
    </inkml:context>
    <inkml:brush xml:id="br0">
      <inkml:brushProperty name="width" value="0.025" units="cm"/>
      <inkml:brushProperty name="height" value="0.025" units="cm"/>
    </inkml:brush>
  </inkml:definitions>
  <inkml:trace contextRef="#ctx0" brushRef="#br0">14 25 7138,'0'0'11686,"7"7"-11041,-3-4-597,-1 1 0,0-1 0,0 1-1,0 0 1,0 0 0,-1 1-1,1-1 1,-1 0 0,0 1 0,0-1-1,-1 1 1,1 0 0,-1-1-1,0 1 1,-1 0 0,1 0 0,-1 0-1,0 0 1,0 0 0,0-1-1,-2 10 1,0-5 74,0 0 0,-1 0 0,0-1-1,0 0 1,0 1 0,-1-1 0,-1 0 0,1-1 0,-1 1-1,-12 12 1,17-20-120,0 0 0,-1 0 0,1 0 0,0 0 0,0 0-1,-1-1 1,1 1 0,0 0 0,0 0 0,0 0 0,-1-1-1,1 1 1,0 0 0,0 0 0,0 0 0,0-1 0,0 1-1,0 0 1,-1 0 0,1-1 0,0 1 0,0 0 0,0-1-1,0 1 1,0 0 0,0 0 0,0-1 0,0 1 0,0 0 0,0 0-1,0-1 1,0 1 0,0 0 0,0-1 0,1 1 0,-1 0-1,0 0 1,0-1 0,0 1 0,2-16-124,2 8 59,1-1 0,0 1 0,0 0 0,0 0 0,1 1-1,0 0 1,12-11 0,54-42-313,-62 53 346,11-10-48,34-18-1,-48 31 107,-1 1-1,1 0 0,0 0 1,-1 1-1,1 0 1,0 0-1,1 0 0,-1 1 1,0 0-1,12 1 1,-19 14 642,-1-3-493,0 1 0,-1-1 0,0 0 0,-1 0 0,-1 0 1,1 0-1,-10 17 0,1-11-1348,4-6-2910,7-7-1196</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6.749"/>
    </inkml:context>
    <inkml:brush xml:id="br0">
      <inkml:brushProperty name="width" value="0.025" units="cm"/>
      <inkml:brushProperty name="height" value="0.025" units="cm"/>
    </inkml:brush>
  </inkml:definitions>
  <inkml:trace contextRef="#ctx0" brushRef="#br0">38 1 10850,'0'0'11573,"-6"11"-10823,-18 37-210,23-46-494,-1 1-1,1 0 1,0 0 0,0 0-1,1 0 1,-1 0 0,1 1-1,-1-1 1,1 0 0,0 0 0,0 0-1,1 6 1,0 4-24,0-12-37,-1 0-1,1-1 1,-1 1 0,1 0-1,0-1 1,-1 1 0,1-1-1,0 1 1,-1-1-1,1 1 1,0-1 0,0 0-1,0 1 1,-1-1 0,1 0-1,0 1 1,0-1-1,0 0 1,0 0 0,0 0-1,-1 0 1,1 0 0,0 0-1,0 0 1,1 0-1,34-1-645,-26 1 338,-5 0 157,0-1-1,0 1 1,0-1 0,0-1-1,0 1 1,-1-1 0,1 1-1,-1-1 1,1 0 0,-1-1-1,5-3 1,43-35-384,-46 36 2908,-6 26-1773,1-14-648,1-1-1,-1 1 0,1-1 1,0 0-1,1 1 0,0-1 1,0 0-1,0-1 0,1 1 1,4 6-1,-4-8-916,0 1 0,0-1-1,0 1 1,1-1 0,0 0 0,8 5 0,5-1-5631</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7.080"/>
    </inkml:context>
    <inkml:brush xml:id="br0">
      <inkml:brushProperty name="width" value="0.025" units="cm"/>
      <inkml:brushProperty name="height" value="0.025" units="cm"/>
    </inkml:brush>
  </inkml:definitions>
  <inkml:trace contextRef="#ctx0" brushRef="#br0">140 0 9914,'0'0'13866,"-3"20"-12857,3-16-953,-3 23 175,-2 0 0,0-1-1,-1 0 1,-12 29 0,-1-10 54,-36 104 280,48-126-547,2 0 1,0 0 0,1 1-1,0 41 1,3-59-44,1 1 1,0 0-1,1 0 1,0-1-1,0 1 1,0-1-1,5 13 1,-5-17-69,1 0 0,-1 0 1,1 0-1,-1 0 0,1 0 1,0 0-1,-1 0 0,1 0 1,0-1-1,1 1 0,-1-1 1,0 0-1,0 1 0,0-1 1,1 0-1,-1 0 1,1 0-1,-1-1 0,1 1 1,-1-1-1,1 1 0,-1-1 1,1 0-1,3 0 0,56 1-6444,-36-1 888</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7.424"/>
    </inkml:context>
    <inkml:brush xml:id="br0">
      <inkml:brushProperty name="width" value="0.025" units="cm"/>
      <inkml:brushProperty name="height" value="0.025" units="cm"/>
    </inkml:brush>
  </inkml:definitions>
  <inkml:trace contextRef="#ctx0" brushRef="#br0">1 26 8586,'0'0'13707,"217"-26"-13355,-170 26-256,-4 0-96,-1 3-288,8 20-744,-11-6-3609,-10 1-2889</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7.772"/>
    </inkml:context>
    <inkml:brush xml:id="br0">
      <inkml:brushProperty name="width" value="0.025" units="cm"/>
      <inkml:brushProperty name="height" value="0.025" units="cm"/>
    </inkml:brush>
  </inkml:definitions>
  <inkml:trace contextRef="#ctx0" brushRef="#br0">1 53 5569,'0'0'12655,"13"11"-11799,46 32-202,-52-39-503,0 0 1,0 0 0,1-1 0,-1 0 0,1-1 0,0 0-1,0 0 1,0 0 0,0-1 0,0 0 0,1-1 0,-1 0-1,0 0 1,9-2 0,12 1-190,-28 1 37,1-1 1,-1 1-1,0-1 1,0 1-1,0-1 1,0 1-1,0-1 1,0 1-1,0-1 1,0 0-1,0 0 1,0 1-1,0-1 1,0 0-1,0 0 1,0 0-1,-1 0 1,1 0-1,0 0 1,-1 0-1,1 0 1,-1-1 0,1 1-1,-1 0 1,0 0-1,1 0 1,-1-1-1,0 1 1,0 0-1,0 0 1,0 0-1,0-1 1,0-1-1,0 0-13,0 0 0,0 1 0,0-1 0,-1 0 0,1 1 0,0-1 0,-1 0 0,0 1 0,0-1 0,0 0 0,0 1 1,0-1-1,0 1 0,-1 0 0,-2-4 0,-3 0 52,-1 0-1,1 1 1,-1-1 0,0 2 0,-1-1 0,1 1 0,-1 1 0,0 0 0,0 0 0,0 0 0,0 1 0,-1 1 0,-12-2-1,20 7 17,1-1 0,0 1 0,1 0-1,-1-1 1,0 1 0,1 0-1,0-1 1,0 1 0,0 0 0,1 4-1,-1-3-11,0 109-298,1-112 112,-1 0 0,0 1 1,1-1-1,-1 0 1,1 1-1,0-1 0,0 0 1,0 0-1,0 0 1,0 0-1,0 0 0,1 0 1,-1 0-1,1 0 1,-1 0-1,1 0 0,0-1 1,0 1-1,-1-1 1,1 1-1,3 1 1,5 2-1212,-1 0 1,1-1-1,16 6 1,22 3-3587</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8.102"/>
    </inkml:context>
    <inkml:brush xml:id="br0">
      <inkml:brushProperty name="width" value="0.025" units="cm"/>
      <inkml:brushProperty name="height" value="0.025" units="cm"/>
    </inkml:brush>
  </inkml:definitions>
  <inkml:trace contextRef="#ctx0" brushRef="#br0">374 13 10522,'0'0'12334,"-20"-2"-11454,-66-7-135,83 9-707,1-1-1,0 1 0,0 0 0,0 0 1,-1 0-1,1 0 0,0 0 0,0 0 1,-1 0-1,1 1 0,0-1 0,0 1 1,0-1-1,0 1 0,0 0 1,0 0-1,0 0 0,-3 2 0,4-1-29,0-1-1,1 0 1,-1 1-1,1-1 0,-1 1 1,1-1-1,-1 1 0,1-1 1,0 1-1,0-1 1,0 1-1,0-1 0,0 1 1,0-1-1,0 1 1,1 1-1,0 10-46,0-8 14,1 0 1,-1 0-1,1 0 1,0-1-1,0 1 1,1-1-1,-1 1 0,1-1 1,0 0-1,0 0 1,1 0-1,-1 0 1,1-1-1,-1 1 0,6 2 1,-3 0-159,1 1 0,-1-1 0,9 14 0,-13-17 144,-1 0 0,1 0 0,-1 0 0,1 0 0,-1 0 0,0 0 0,0 1 0,-1-1 0,1 0 1,-1 0-1,1 1 0,-1-1 0,0 0 0,0 0 0,-1 1 0,0 5 0,0-7 42,0 0 0,0 1-1,0-1 1,0 0 0,-1 0-1,1 0 1,-1 0 0,1 0-1,-1 0 1,0-1 0,0 1-1,1 0 1,-1-1-1,0 1 1,-1-1 0,1 0-1,0 0 1,0 0 0,0 0-1,-1 0 1,-3 1 0,-22 4 291,-46 6 0,51-9-744,0 0 0,0 2 0,-26 8-1,23-3-5282,1-6-5540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9.945"/>
    </inkml:context>
    <inkml:brush xml:id="br0">
      <inkml:brushProperty name="width" value="0.025" units="cm"/>
      <inkml:brushProperty name="height" value="0.025" units="cm"/>
    </inkml:brush>
  </inkml:definitions>
  <inkml:trace contextRef="#ctx0" brushRef="#br0">0 44 5049,'0'0'10178,"89"-43"-10114</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0.292"/>
    </inkml:context>
    <inkml:brush xml:id="br0">
      <inkml:brushProperty name="width" value="0.025" units="cm"/>
      <inkml:brushProperty name="height" value="0.025" units="cm"/>
    </inkml:brush>
  </inkml:definitions>
  <inkml:trace contextRef="#ctx0" brushRef="#br0">0 36 7009,'96'-35'14732,"-96"41"-14676,0-1-40,0 1 32,0-3-48,0 5-376,18-8-4465,-3 0 48,6-22-5450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0.633"/>
    </inkml:context>
    <inkml:brush xml:id="br0">
      <inkml:brushProperty name="width" value="0.025" units="cm"/>
      <inkml:brushProperty name="height" value="0.025" units="cm"/>
    </inkml:brush>
  </inkml:definitions>
  <inkml:trace contextRef="#ctx0" brushRef="#br0">0 0 7282,'0'0'11362,"36"89"-11290,-26-78-72,5-8-3937,-1-3-9922</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0.964"/>
    </inkml:context>
    <inkml:brush xml:id="br0">
      <inkml:brushProperty name="width" value="0.025" units="cm"/>
      <inkml:brushProperty name="height" value="0.025" units="cm"/>
    </inkml:brush>
  </inkml:definitions>
  <inkml:trace contextRef="#ctx0" brushRef="#br0">26 70 8794,'0'0'11304,"-4"6"-10771,1-2-552,0 0-1,1 0 1,0 1 0,0-1-1,0 1 1,0-1-1,1 1 1,0 0 0,0-1-1,0 1 1,0 0-1,1 8 1,5-12-4159,15-2 1024,-16 0 2523,-1 0 0,0 0 0,0 0 0,0 0 0,0 0 0,0-1 0,0 1 1,0-1-1,-1 0 0,1 0 0,-1 0 0,1 0 0,3-5 0,32-39-942,-25 27 3582,0 5 202,14-23 11056,-19 43-12022,12 25-1703,0-15-4315,0-8-3983</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1.711"/>
    </inkml:context>
    <inkml:brush xml:id="br0">
      <inkml:brushProperty name="width" value="0.025" units="cm"/>
      <inkml:brushProperty name="height" value="0.025" units="cm"/>
    </inkml:brush>
  </inkml:definitions>
  <inkml:trace contextRef="#ctx0" brushRef="#br0">296 70 2937,'0'0'17067,"-9"-2"-15868,0 0-966,0-1 0,0 2 0,0-1-1,-1 2 1,1-1 0,0 1 0,-1 0-1,1 1 1,0 0 0,0 1 0,0 0-1,-15 5 1,8-1-112,0 2 0,0 0 0,1 1 0,1 1 0,0 0 0,0 1 0,-17 17 0,30-26-123,-1-1 0,1 1 0,-1-1-1,1 1 1,0 0 0,0 0 0,0 0-1,0-1 1,0 1 0,0 0 0,0 0-1,1 0 1,-1 1 0,1-1 0,-1 0-1,1 0 1,0 0 0,0 0 0,0 0-1,0 0 1,0 1 0,1-1 0,-1 0-1,0 0 1,1 0 0,0 0 0,-1 0-1,1 0 1,0 0 0,0 0 0,0 0-1,1-1 1,-1 1 0,0 0 0,0-1-1,1 1 1,2 2 0,6 3-21,0 0 0,0 0-1,0-1 1,0-1 0,17 7 0,-12-5 15,5 2-14,58 30-349,-70-34 309,-1 0 0,0 0 0,0 0-1,0 1 1,0 0 0,-1 0 0,8 11-1,-12-13 41,0 0 0,0 0 0,0 0-1,0 0 1,-1 0 0,0 0-1,0 0 1,0 1 0,0-1 0,-1 0-1,1 1 1,-1-1 0,0 0 0,-1 1-1,1-1 1,-1 1 0,1-1-1,-2 0 1,1 0 0,0 0 0,-1 1-1,0-1 1,1-1 0,-2 1-1,1 0 1,0 0 0,-1-1 0,0 1-1,1-1 1,-5 4 0,-9 6 39,0 0 0,-1-1 0,0-1 0,-21 10 0,27-16-14,0 0-1,0 0 1,-1-1 0,1-1 0,-1 0 0,0 0 0,0-1 0,-16 0-1,27-2-4,0 0 0,-1-1 0,1 1 0,0-1 0,0 1 0,0-1-1,0 1 1,0-1 0,0 0 0,0 1 0,0-1 0,0 0 0,0 0-1,0 0 1,1 0 0,-1 0 0,0 0 0,1 0 0,-1 0 0,0 0-1,1 0 1,0 0 0,-1 0 0,1-1 0,-1 1 0,1 0 0,0 0-1,0 0 1,0-1 0,0 1 0,0 0 0,0 0 0,0 0 0,1-3 0,-1-2-9,0 1 0,1-1 1,-1 0-1,1 1 0,1-1 1,-1 1-1,4-8 0,-1 6 19,1-1 1,0 0-1,0 1 0,1 0 0,0 0 0,11-9 0,48-37 94,-50 42-93,61-42 54,45-35-21,-110 78-27,-1 0 0,1 0 0,-2-1 0,1 0 0,-2-1 0,1 0 0,11-24-1,-17 27 25,0 1-1,-1-1 1,0 0-1,0 0 1,-1 0-1,0 0 0,-1 0 1,-1-12-1,1 7 52,0 12-68,0 0 0,0 0-1,0 0 1,0 0-1,-1 0 1,1 0-1,0 0 1,-1 0-1,0 1 1,1-1-1,-1 0 1,0 0-1,0 1 1,0-1-1,0 0 1,0 1-1,-1-1 1,1 1-1,0 0 1,-1-1-1,1 1 1,-1 0-1,1 0 1,-1 0-1,0 0 1,1 0-1,-1 0 1,0 0-1,0 1 1,-2-2-1,-6 0 6,1 1 0,-1 0 0,1 0 0,-1 1 0,-9 0 0,3 1-45,11-1 26,1 0 1,-1 1-1,1-1 0,-1 1 0,1 0 0,0 1 0,-1-1 0,1 1 0,0 0 0,0 0 1,0 0-1,0 0 0,1 1 0,-1 0 0,1 0 0,-1 0 0,1 0 0,0 0 0,-5 7 1,4-4-436,0 0 0,1-1 0,0 1 0,0 0 0,-3 10 0,4-9-1177,1 0 0,-1-1 0,1 1 0,0 0 0,0 8-1,1 1-9480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2.137"/>
    </inkml:context>
    <inkml:brush xml:id="br0">
      <inkml:brushProperty name="width" value="0.025" units="cm"/>
      <inkml:brushProperty name="height" value="0.025" units="cm"/>
    </inkml:brush>
  </inkml:definitions>
  <inkml:trace contextRef="#ctx0" brushRef="#br0">72 169 10562,'0'0'12446,"2"-2"-11322,5-3-408,-10 5 66,-14 13-154,11-7-582,1 0 1,0 0-1,0 1 1,0 0-1,1 0 1,0 0 0,0 1-1,1-1 1,0 1-1,0 0 1,-1 8-1,0 4-64,1 0 0,1-1 0,1 29 0,1-46-10,0-1 0,0 1 0,1 0-1,-1 0 1,0-1 0,1 1 0,-1 0-1,1-1 1,-1 1 0,1-1 0,0 1-1,0 0 1,0-1 0,0 1 0,0-1-1,0 0 1,0 1 0,0-1 0,3 2-1,-1-1-24,0 0 0,0 0 0,0-1 0,0 1 0,1-1 0,-1 0 0,1 0 0,-1 0 0,5 1 0,8-1-142,1 0 0,-1-1 0,24-3 1,-33 2 140,-1 0 40,0 0 0,-1 0 0,0-1 1,1 0-1,-1 0 0,0 0 0,0 0 0,0-1 0,0 0 0,0 0 1,-1-1-1,1 1 0,-1-1 0,0 0 0,0 0 0,0 0 0,-1-1 1,0 1-1,1-1 0,-2 0 0,1 0 0,0 0 0,1-6 0,2-5 24,0 0-1,-1-1 1,-1 1-1,0-1 0,-2 0 1,2-25-1,-3 20 105,-1 1 1,-4-35-1,3 50-97,0-1 1,-1 1 0,0-1-1,0 1 1,0 0 0,-1 0-1,0 0 1,0 0 0,-1 1-1,1-1 1,-1 1 0,-9-9-1,-4 5-580,10 9-2009,3 2-3484,4 4-2000</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2.734"/>
    </inkml:context>
    <inkml:brush xml:id="br0">
      <inkml:brushProperty name="width" value="0.025" units="cm"/>
      <inkml:brushProperty name="height" value="0.025" units="cm"/>
    </inkml:brush>
  </inkml:definitions>
  <inkml:trace contextRef="#ctx0" brushRef="#br0">7 0 600,'-5'4'25125,"3"1"-25930,2 92 1772,0-57-5648,7-38-3788,4-2-2244</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3.065"/>
    </inkml:context>
    <inkml:brush xml:id="br0">
      <inkml:brushProperty name="width" value="0.025" units="cm"/>
      <inkml:brushProperty name="height" value="0.025" units="cm"/>
    </inkml:brush>
  </inkml:definitions>
  <inkml:trace contextRef="#ctx0" brushRef="#br0">0 0 9722,'171'51'14195,"-171"-38"-13851,0 2-216,0-1-128,0 0-216,0-6-2056</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8.875"/>
    </inkml:context>
    <inkml:brush xml:id="br0">
      <inkml:brushProperty name="width" value="0.025" units="cm"/>
      <inkml:brushProperty name="height" value="0.025" units="cm"/>
    </inkml:brush>
  </inkml:definitions>
  <inkml:trace contextRef="#ctx0" brushRef="#br0">1 73 3993,'0'0'16051,"12"-2"-14962,42-7-112,-52 9-914,0 0-1,0 0 1,0 0-1,0 0 1,1 1-1,-1-1 1,0 1-1,0-1 1,0 1-1,0 0 1,0 0 0,0 0-1,0 0 1,-1 0-1,1 0 1,0 0-1,0 0 1,-1 1-1,1-1 1,-1 1-1,1 0 1,-1-1-1,0 1 1,1 0-1,1 3 1,1 3 48,-1 1 0,1 0 0,-1-1 1,2 15-1,0-6 26,-3-8-101,0 0 0,-1 0 0,0 0-1,0 0 1,-1 10 0,-22-18 247,21-1-276,-1 0 2,1 0 0,-1 0 1,1 0-1,-1 0 1,1 0-1,-1 0 0,0 0 1,1 0-1,-1-1 1,1 1-1,0-1 0,-1 1 1,-1-2-1,2 1-12,0-1 0,1 1 0,-1-1-1,1 0 1,-1 1 0,1-1 0,0 0 0,-1 1 0,1-1-1,0 0 1,0 1 0,1-4 0,0 0-3,-1 0 0,2 1 1,-1-1-1,0 1 0,1-1 0,0 1 0,0 0 0,0-1 1,0 1-1,1 0 0,0 0 0,0 1 0,0-1 0,0 1 1,0-1-1,1 1 0,6-5 0,11-7-35,45-26 1,-47 30-6,-8 3 4,0 1 0,0 1-1,1 0 1,0 1 0,0 0 0,1 1 0,-1 0-1,1 1 1,0 0 0,21-1 0,-33 5 34,0-1-1,0 1 1,1 0 0,-1-1 0,0 1 0,0 0 0,0 0-1,1 0 1,-1 0 0,0 0 0,-1 0 0,1 0-1,0 1 1,0-1 0,0 0 0,-1 0 0,1 1-1,0-1 1,-1 1 0,0-1 0,1 0 0,-1 1 0,0-1-1,1 1 1,-1-1 0,0 3 0,3 45-14,-3 29 318,10-81-724,24-18 103,-3 1 175,50-24 0,-69 39 161,1 0 0,0 0 0,0 2-1,1-1 1,-1 2 0,0 0 0,25-1-1,-37 7 37,0-1 0,0 1 0,0-1 0,0 1 0,-1-1 0,0 1-1,1-1 1,-1 1 0,-1 0 0,0 4 0,1-3 8,0 8-4,1-11-55,-1 1-1,1-1 1,-1 1-1,0-1 0,0 1 1,0-1-1,0 0 1,0 1-1,-1-1 0,1 1 1,-1-1-1,0 1 1,0-1-1,0 0 0,0 1 1,0-1-1,0 0 1,0 0-1,-1 0 1,1 0-1,-1 0 0,1 0 1,-1 0-1,0-1 1,0 1-1,0-1 0,-4 3 1,-37 13-4414,24-13-1205</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9.221"/>
    </inkml:context>
    <inkml:brush xml:id="br0">
      <inkml:brushProperty name="width" value="0.025" units="cm"/>
      <inkml:brushProperty name="height" value="0.025" units="cm"/>
    </inkml:brush>
  </inkml:definitions>
  <inkml:trace contextRef="#ctx0" brushRef="#br0">68 0 9234,'0'0'12171,"-39"129"-12123,36-121-48,-1-2 0,-3 1-264,0-7-1129,0 0-1559</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9.575"/>
    </inkml:context>
    <inkml:brush xml:id="br0">
      <inkml:brushProperty name="width" value="0.025" units="cm"/>
      <inkml:brushProperty name="height" value="0.025" units="cm"/>
    </inkml:brush>
  </inkml:definitions>
  <inkml:trace contextRef="#ctx0" brushRef="#br0">4 1 13379,'0'0'8810,"0"90"-10387,0-49-3496,-3 0-1488</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9.906"/>
    </inkml:context>
    <inkml:brush xml:id="br0">
      <inkml:brushProperty name="width" value="0.025" units="cm"/>
      <inkml:brushProperty name="height" value="0.025" units="cm"/>
    </inkml:brush>
  </inkml:definitions>
  <inkml:trace contextRef="#ctx0" brushRef="#br0">1 33 7362,'0'0'12003,"17"2"-10868,52 8-210,-67-10-884,-1 1 0,1-1 0,-1 1 0,0 0 0,0-1 1,1 1-1,-1 0 0,0 0 0,0 0 0,0 0 1,0 0-1,0 0 0,0 0 0,0 0 0,0 1 0,0-1 1,-1 0-1,1 0 0,0 1 0,-1-1 0,1 1 0,-1-1 1,0 0-1,1 2 0,0 33 492,-2-27-403,1 74 940,8-86-945,94-63-43,19-11-117,-100 66 35,-12 5-6,1 0 1,0 1 0,1 0-1,-1 1 1,1 0 0,-1 1-1,1 0 1,22-3 0,-33 6 46,-1 21 236,-1-1 0,-1 1 0,0-1 0,-9 24 0,-2 14-275,13-39-1883,5-9-5863,11-10 2496</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0.236"/>
    </inkml:context>
    <inkml:brush xml:id="br0">
      <inkml:brushProperty name="width" value="0.025" units="cm"/>
      <inkml:brushProperty name="height" value="0.025" units="cm"/>
    </inkml:brush>
  </inkml:definitions>
  <inkml:trace contextRef="#ctx0" brushRef="#br0">40 15 3633,'0'0'16437,"0"-1"-16406,-1 1 0,1 0 0,-1 0 1,1 0-1,0 0 0,-1 0 1,1 0-1,-1 0 0,1 0 0,-1 0 1,1 0-1,-1 0 0,1 0 0,0 0 1,-1 0-1,1 0 0,-1 0 1,1 0-1,-1 1 0,1-1 0,0 0 1,-1 0-1,1 1 0,-1-1 1,1 0-1,0 0 0,-1 1 0,1-1 1,0 0-1,-1 1 0,-2 3 129,1 0 1,-1 1-1,1-1 0,0 0 0,0 1 0,0-1 1,0 1-1,1 0 0,0-1 0,0 1 0,-1 7 1,-1 55 121,4-66-298,1 0 0,-1 0 1,1 0-1,-1-1 0,1 1 0,0-1 1,-1 1-1,1-1 0,-1 0 1,1 0-1,0 0 0,-1 1 1,1-2-1,0 1 0,-1 0 0,1 0 1,2-1-1,2 1-57,2-1-5,0 0 0,0 0 0,0-1 1,0 0-1,-1-1 0,1 0 0,-1 0 1,0 0-1,0-1 0,0 0 0,0 0 1,7-7-1,12-11-439,36-36 1,-57 53 508,-2 2 24,-2 2 32,0 0-1,0 0 1,0 0 0,0 0-1,0 0 1,0 0-1,0 0 1,-1 0 0,1 0-1,0-1 1,-1 1 0,1 0-1,-1-1 1,1 1-1,0-2 1,-1 2 1178,-2 10-396,-3 2-720,0 0 0,0 0 0,2 0 0,-1 1 1,2-1-1,-1 1 0,2 0 0,-1 0 0,1 13 0,1-25-156,1 1-1,-1 0 1,0 0 0,0-1 0,0 1 0,1 0 0,-1 0 0,0-1-1,0 1 1,1 0 0,-1-1 0,1 1 0,-1 0 0,1-1 0,-1 1 0,1-1-1,-1 1 1,1 0 0,0-1 0,-1 1 0,1-1 0,0 0 0,-1 1 0,1-1-1,0 0 1,-1 1 0,1-1 0,0 0 0,0 0 0,1 1 0,30 2-2105,-22-3 1172,28 0-4101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0.576"/>
    </inkml:context>
    <inkml:brush xml:id="br0">
      <inkml:brushProperty name="width" value="0.025" units="cm"/>
      <inkml:brushProperty name="height" value="0.025" units="cm"/>
    </inkml:brush>
  </inkml:definitions>
  <inkml:trace contextRef="#ctx0" brushRef="#br0">172 1 9818,'0'0'10306,"-17"31"-8120,-52 102-718,59-113-1062,1 0 1,1 1-1,1 0 0,1 0 0,-7 40 0,6-22-51,-3 27 13,2 1 0,1 106 0,7-172-380,0 1 1,0 0-1,0-1 1,1 1-1,-1 0 0,0-1 1,1 1-1,-1-1 1,1 1-1,0-1 1,0 1-1,-1-1 0,1 1 1,0-1-1,0 0 1,0 1-1,0-1 1,1 0-1,1 2 0,0-1-41,0 0-1,1 0 1,-1 0-1,1-1 1,-1 1-1,1-1 0,-1 0 1,7 1-1,6 0-534,1 0-1,-1-1 1,20-2 0,-29 1 149,1 0-221,-1-1 0,1 1 0,-1-1 0,0-1 0,1 1 0,-1-1 0,0 0 0,0-1 0,0 0 0,0 0 1,-1 0-1,7-6 0,22-22-8088</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0.922"/>
    </inkml:context>
    <inkml:brush xml:id="br0">
      <inkml:brushProperty name="width" value="0.025" units="cm"/>
      <inkml:brushProperty name="height" value="0.025" units="cm"/>
    </inkml:brush>
  </inkml:definitions>
  <inkml:trace contextRef="#ctx0" brushRef="#br0">0 4 10666,'0'0'11299,"207"-3"-11243,-161 3-56,1 3-136,3 11-1057,-11 1-2567,-7-9-2770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1.286"/>
    </inkml:context>
    <inkml:brush xml:id="br0">
      <inkml:brushProperty name="width" value="0.025" units="cm"/>
      <inkml:brushProperty name="height" value="0.025" units="cm"/>
    </inkml:brush>
  </inkml:definitions>
  <inkml:trace contextRef="#ctx0" brushRef="#br0">0 19 7818,'0'0'12330,"16"15"-11726,49 46-143,-61-58-378,1 1 0,-1-1 0,1 0 0,-1 0 1,1 0-1,0-1 0,0 1 0,0-1 1,1-1-1,-1 1 0,0-1 0,1 0 1,-1 0-1,1 0 0,-1-1 0,1 0 1,-1 0-1,1 0 0,6-2 0,12 1-24,-23 0-56,0 1 0,0-1 0,0 0 0,0 0 0,0 0 1,-1 0-1,1 0 0,0 0 0,0 0 0,-1-1 1,1 1-1,0 0 0,-1 0 0,1-1 0,-1 1 0,0 0 1,1-1-1,-1 1 0,0 0 0,0-1 0,0 1 1,0 0-1,0-1 0,0 1 0,0 0 0,-1-2 0,-1-40 13,2 40-14,-1 1 0,0 0 0,0-1 0,0 1 0,0 0 0,0-1-1,-1 1 1,1 0 0,-1 0 0,1 0 0,-1 0 0,0 0 0,0 1 0,0-1 0,0 1 0,0-1 0,0 1 0,0-1 0,0 1 0,0 0 0,-1 0 0,1 0-1,-1 0 1,1 1 0,-1-1 0,1 1 0,-4-1 0,-4-1 67,1 1 0,0 0 0,-1 1 0,1 0 0,-1 1 0,-10 1 0,17-1-49,1 0-1,-1 0 0,1 1 0,-1-1 1,1 1-1,-1 0 0,1 0 0,0 0 1,0 0-1,0 0 0,0 0 0,0 0 1,0 1-1,1-1 0,-1 1 0,1-1 1,-3 6-1,-16 47 190,15-34-194,2 1-1,0-1 0,2 0 0,1 26 0,0-42-16,0-3-38,0 1 1,0-1 0,1 1 0,-1-1 0,1 0 0,-1 1 0,1-1 0,0 0 0,0 1-1,0-1 1,0 0 0,1 0 0,-1 0 0,0 0 0,1 0 0,0 0 0,-1-1 0,1 1 0,0 0-1,0-1 1,0 1 0,0-1 0,0 0 0,0 1 0,0-1 0,1 0 0,-1-1 0,0 1-1,1 0 1,3 0 0,7 2-479,1-1-1,-1-1 1,1 0-1,17-1 1,-19 0-61,67 0-4858,0 0-3380</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1.638"/>
    </inkml:context>
    <inkml:brush xml:id="br0">
      <inkml:brushProperty name="width" value="0.025" units="cm"/>
      <inkml:brushProperty name="height" value="0.025" units="cm"/>
    </inkml:brush>
  </inkml:definitions>
  <inkml:trace contextRef="#ctx0" brushRef="#br0">254 1 8490,'0'0'14152,"-21"0"-13292,-69 1-37,81-1-696,1 0 1,-1 0-1,1 1 0,-1 0 0,1 1 1,-1 0-1,1 0 0,0 1 0,0 0 0,0 0 1,0 1-1,1 0 0,0 0 0,-12 9 1,18-12-129,0 0 0,1 0 0,-1 0 0,0 0 0,0 0 0,0 1 0,1-1 0,-1 0 0,1 0 0,-1 1 0,1-1 0,-1 0 0,1 1 0,0-1 1,0 0-1,0 1 0,0-1 0,0 0 0,0 1 0,0-1 0,0 0 0,0 1 0,0-1 0,1 1 0,-1-1 0,1 0 0,-1 0 0,2 3 0,-1-1-31,1 0-1,0 0 0,0-1 1,0 1-1,1 0 0,-1 0 1,0-1-1,6 5 0,35 20-545,-31-21 422,-1 1 1,0 0-1,0 1 0,-1 0 1,1 0-1,-2 1 0,1 1 1,14 19-1,-23-27 176,0-1-1,-1 0 1,1 0-1,-1 1 1,1-1-1,-1 1 1,0-1-1,1 0 1,-1 1-1,0-1 1,0 1-1,0-1 1,0 0-1,0 1 1,0-1-1,-1 1 1,1-1 0,0 0-1,-1 1 1,1-1-1,-1 0 1,0 1-1,1-1 1,-1 0-1,0 0 1,0 1-1,1-1 1,-1 0-1,0 0 1,0 0-1,0 0 1,-1 0-1,1-1 1,0 1-1,-2 1 1,-6 3 208,0 0 1,1-1-1,-1 0 1,-11 3-1,8-3-72,6-1-283,-22 9 896,27-12-911,1 1 0,-1-1 0,0 0 0,1 1 0,-1-1 0,1 1 1,-1-1-1,1 0 0,-1 1 0,1-1 0,0 1 0,-1 0 0,1-1 0,-1 1 0,1-1 0,0 1 0,0 0 0,-1-1 1,1 1-1,0 0 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09.128"/>
    </inkml:context>
    <inkml:brush xml:id="br0">
      <inkml:brushProperty name="width" value="0.025" units="cm"/>
      <inkml:brushProperty name="height" value="0.025" units="cm"/>
    </inkml:brush>
  </inkml:definitions>
  <inkml:trace contextRef="#ctx0" brushRef="#br0">80 117 4233,'0'0'8555,"-10"0"-2308,-13 0-5118,20 0-1079,-1-1 0,1 0 0,-1 0 0,1 0-1,-1 0 1,1-1 0,-5-2 0,7 4-37,0 0 1,0-1-1,1 1 1,-1 0 0,0-1-1,0 1 1,1-1-1,-1 1 1,0-1-1,1 1 1,-1-1-1,1 1 1,-1-1-1,0 0 1,1 1-1,0-1 1,-1 0-1,1 1 1,-1-1-1,1 0 1,0 0-1,-1 1 1,1-1-1,0 0 1,0 0-1,0 0 1,-1 1-1,1-1 1,0 0-1,0 0 1,0 0-1,0 1 1,1-1-1,-1 0 1,0 0-1,0 0 1,0 1-1,1-1 1,-1 0-1,1-1 1,0 1-11,0 0 1,1 0 0,-1 0 0,0 0 0,1 0 0,-1 0 0,1 0 0,-1 0 0,1 1 0,-1-1 0,1 1 0,0-1 0,-1 1 0,1 0 0,3-1 0,7-2 29,174-46 57,-151 44-116,-1 0 1,1 2 0,54 3 0,-86 0 26,0 1-1,0 0 1,0-1 0,0 1 0,-1 0 0,1 1-1,0-1 1,-1 0 0,1 1 0,-1-1 0,1 1-1,-1 0 1,1 0 0,-1 0 0,0 0 0,0 1-1,0-1 1,-1 0 0,1 1 0,0-1 0,-1 1-1,0 0 1,1-1 0,-1 1 0,0 0 0,0 0-1,-1 0 1,1 0 0,-1 0 0,1 0 0,-1 0-1,0 0 1,0 0 0,0 0 0,0 0-1,-1-1 1,1 1 0,-1 0 0,0 0 0,0 0-1,0 0 1,0 0 0,-1-1 0,1 1 0,0-1-1,-1 1 1,0-1 0,0 1 0,0-1 0,0 0-1,-3 3 1,-19 12 44,-1 0 0,-1-2 0,-30 13 0,22-11-34,-37 23 0,70-37-29,0-1-1,0 1 1,0-1 0,1 1 0,-1-1 0,1 1 0,-1 0 0,1-1 0,0 1 0,0 0 0,0-1 0,0 1 0,1-1 0,-1 1-1,1 0 1,-1-1 0,3 5 0,1-1-33,0-1 1,0 0-1,0 0 0,1 0 1,-1 0-1,1-1 0,0 0 0,9 6 1,53 28-330,-51-29 364,28 12-29,-29-15 5,0 1 0,-1 1 0,21 14 0,-35-21 40,1-1 1,-1 0 0,1 0 0,-1 1-1,0-1 1,1 0 0,-1 1 0,0-1 0,1 0-1,-1 1 1,0-1 0,0 0 0,1 1-1,-1-1 1,0 1 0,0-1 0,1 1 0,-1-1-1,0 1 1,0-1 0,0 1 0,0-1-1,0 0 1,0 1 0,0-1 0,0 1 0,0-1-1,0 1 1,0-1 0,0 1 0,0-1-1,0 1 1,-1-1 0,1 1 0,0-1 0,0 1-1,0-1 1,-1 0 0,1 1 0,0-1-1,-1 1 1,1-1 0,0 0 0,-1 1 0,1-1-1,0 0 1,-1 0 0,1 1 0,-1-1-1,1 0 1,0 0 0,-1 1 0,1-1-1,-1 0 1,0 0 0,-30 11 188,26-10-160,-87 29 545,-129 34 1337,212-63-1911,8-1-435,8 0-452,0-1 1,0 0-1,0 0 0,-1-1 1,1 0-1,0 0 1,-1-1-1,1 0 0,11-6 1,24-16-6316</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09.560"/>
    </inkml:context>
    <inkml:brush xml:id="br0">
      <inkml:brushProperty name="width" value="0.025" units="cm"/>
      <inkml:brushProperty name="height" value="0.025" units="cm"/>
    </inkml:brush>
  </inkml:definitions>
  <inkml:trace contextRef="#ctx0" brushRef="#br0">394 0 5697,'0'0'12843,"-4"0"-12163,1 0-634,0 1 0,1-1 0,-1 0 0,1 1 0,-1-1 0,0 1 0,1 0 0,0 0 0,-1 0 0,1 0 0,-1 0 0,1 1 0,0-1 0,0 1 0,0-1 0,0 1 0,0 0 0,0 0 0,0 0 0,-2 3 0,-89 100 652,34-42-695,3 3 0,-66 101-1,119-160-1020,-2 4-902</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09.907"/>
    </inkml:context>
    <inkml:brush xml:id="br0">
      <inkml:brushProperty name="width" value="0.025" units="cm"/>
      <inkml:brushProperty name="height" value="0.025" units="cm"/>
    </inkml:brush>
  </inkml:definitions>
  <inkml:trace contextRef="#ctx0" brushRef="#br0">0 1 2481,'0'0'15542,"22"3"-14540,68 12-369,-84-14-589,-1 1 1,1 0-1,-1 0 1,0 0-1,1 1 1,-1 0-1,0 0 1,-1 0-1,1 1 1,0-1 0,-1 1-1,0 0 1,0 0-1,6 9 1,9 8 73,18 19-283,-24-26 421,0 1 1,18 13 0,-27-25-678,0 0 1,0 0-1,0 0 1,1-1-1,-1 0 1,0 0-1,1 0 1,0 0-1,-1-1 1,1 0-1,0 0 1,0 0-1,7 0 1,-4-1-4684</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10.501"/>
    </inkml:context>
    <inkml:brush xml:id="br0">
      <inkml:brushProperty name="width" value="0.025" units="cm"/>
      <inkml:brushProperty name="height" value="0.025" units="cm"/>
    </inkml:brush>
  </inkml:definitions>
  <inkml:trace contextRef="#ctx0" brushRef="#br0">330 5 9026,'0'0'11025,"-26"-1"-10577,-85-2-119,108 3-316,0 0 0,0 0 0,0 0-1,1 0 1,-1 1 0,0-1 0,0 1-1,0 0 1,0 0 0,1 0 0,-1 0-1,0 0 1,1 0 0,-1 1 0,1 0-1,-1-1 1,1 1 0,0 0 0,0 0-1,0 0 1,0 0 0,0 0 0,0 1-1,1-1 1,-4 5 0,4 0-7,-1-1 1,0 0-1,1 0 0,0 1 1,1-1-1,0 0 1,0 1-1,1 7 0,-1 0-12,1 6 3,1 1-1,0-1 1,2 1-1,0-1 0,1 0 1,2-1-1,0 1 1,14 28-1,-13-34-7,-1 1 0,-1 0-1,-1 0 1,0 0 0,-1 0 0,0 1-1,-1 0 1,-1-1 0,-1 1-1,0 31 1,-2-43 10,0 1 0,-1 0 0,1 0-1,-1-1 1,0 1 0,0-1 0,0 0 0,-1 0 0,0 0-1,0 0 1,0 0 0,0 0 0,0-1 0,-1 1-1,1-1 1,-1 0 0,0 0 0,0 0 0,0-1 0,0 1-1,-10 3 1,3-2-21,-1 1 1,0-1-1,0-1 0,0 0 0,0-1 1,0 0-1,-21 0 0,32-2 16,0 0 0,0 0-1,0-1 1,0 1 0,0 0 0,0 0 0,0-1-1,1 1 1,-1-1 0,0 1 0,0-1-1,0 1 1,0-1 0,0 0 0,1 1 0,-1-1-1,0 0 1,0 1 0,1-1 0,-1 0-1,1 0 1,-1 0 0,0-1 0,-1-2-39,1 0-1,-1 1 1,1-1 0,0 0 0,0 0-1,0-6 1,0 0-53,0 1-1,1 0 1,1 0 0,-1 0-1,4-15 1,-2 18 97,1 1 0,-1-1 0,1 1 0,0 0 0,0 0 0,0 0 0,1 0 0,0 0 0,0 1 0,6-6 0,52-38 35,-39 31-37,-11 8 15,12-8 3,-2 0 1,26-28-1,-42 39 5,-1 0 0,0 0-1,0 0 1,0-1 0,-1 0 0,0 0-1,-1 0 1,0 0 0,0-1 0,0 1-1,-1-1 1,0 0 0,1-8 0,-1-7 274,-3-46 0,0 67-284,1 0 0,-1 0 0,1 0 0,-1 1 0,1-1 0,-1 0-1,0 1 1,0-1 0,0 0 0,0 1 0,0-1 0,0 1 0,-1-1 0,1 1 0,0 0 0,-1-1 0,1 1 0,-1 0 0,1 0 0,-1 0 0,1 0 0,-1 0 0,0 1 0,0-1 0,1 0 0,-1 1 0,0-1 0,0 1 0,0 0 0,0 0 0,1 0 0,-1-1-1,0 2 1,0-1 0,-4 1 0,3-1-70,0 0-1,0 0 0,1 0 0,-1 1 0,0 0 0,0 0 1,0-1-1,0 2 0,0-1 0,1 0 0,-1 0 1,1 1-1,-1 0 0,1-1 0,-1 1 0,1 0 0,0 0 1,0 0-1,0 1 0,0-1 0,0 0 0,-2 4 1,3-1-795,0 0 1,0 0 0,0 0 0,1 0 0,-1 9-1,1 0-4063</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11.036"/>
    </inkml:context>
    <inkml:brush xml:id="br0">
      <inkml:brushProperty name="width" value="0.025" units="cm"/>
      <inkml:brushProperty name="height" value="0.025" units="cm"/>
    </inkml:brush>
  </inkml:definitions>
  <inkml:trace contextRef="#ctx0" brushRef="#br0">201 116 8106,'0'0'10582,"0"6"-10170,-1 3-271,-1 1-1,0 0 1,0-1 0,-1 1-1,0-1 1,-1 0 0,0 0-1,0 0 1,-1 0 0,0-1-1,-1 0 1,-8 10-1,-12 19 154,-1-1-32,-24 46 1,45-70-259,0 0 1,0 0 0,1 1-1,1 0 1,0 0 0,1 1-1,0-1 1,0 17 0,2-20-12,0-1 8,1-1 0,0 1 1,1-1-1,1 12 0,-2-18-4,1 0-1,-1-1 1,1 1-1,-1 0 1,1 0-1,0 0 0,0-1 1,0 1-1,0 0 1,0-1-1,0 1 1,1-1-1,-1 1 1,0-1-1,1 1 1,-1-1-1,1 0 1,-1 0-1,1 0 0,0 0 1,0 0-1,-1 0 1,4 1-1,6 0-15,0 0 0,0-1 1,0 0-1,0-1 0,15-1 0,0 1 30,-19 0-9,0-1 0,0 0 1,0 0-1,0 0 0,0-1 0,0 0 1,0-1-1,0 1 0,-1-1 1,1 0-1,9-7 0,-6 2-6,0 1 0,-1-1 0,0-1 0,-1 0 0,0 0-1,10-15 1,-5 5 3,-2-1 0,0-1 0,-1 0 0,-1 0 0,-1-1-1,10-43 1,-14 35 21,0-1-1,-3 0 0,-1-33 0,-1 20 72,1 37-66,0-1 0,-1 1-1,0 0 1,0 0 0,-1-1 0,0 1-1,0 0 1,-1 0 0,0 1-1,0-1 1,0 1 0,-6-8 0,6 10-15,0 0 1,0 1-1,-1-1 1,1 1-1,-1-1 0,0 1 1,0 0-1,0 1 1,0-1-1,0 1 1,-1 0-1,1 0 1,-1 0-1,1 0 1,-1 1-1,0 0 1,0 0-1,0 0 1,-5 0-1,-6 0 23,-1 0 35,1 0 1,-32 4-1,45-3-66,-1 0-1,1 1 1,0 0-1,0-1 1,0 1-1,0 0 1,0 0-1,0 1 1,0-1 0,0 1-1,1-1 1,-1 1-1,0 0 1,1 0-1,0 0 1,-1 0-1,1 1 1,0-1 0,0 1-1,0-1 1,-2 5-1,4-7-39,-1 1 0,1-1 0,0 1 0,-1-1-1,1 1 1,0-1 0,0 1 0,0 0 0,-1-1 0,1 1 0,0-1-1,0 1 1,0 0 0,0-1 0,0 1 0,0-1 0,0 1 0,0 0 0,0-1-1,1 1 1,-1-1 0,0 1 0,0-1 0,0 1 0,1-1 0,-1 1-1,0 0 1,1-1 0,-1 1 0,0-1 0,1 0 0,-1 1 0,1-1-1,-1 1 1,1-1 0,-1 0 0,1 1 0,-1-1 0,1 1 0,23 3-3261,-22-4 3123,26 1-4503</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7.117"/>
    </inkml:context>
    <inkml:brush xml:id="br0">
      <inkml:brushProperty name="width" value="0.025" units="cm"/>
      <inkml:brushProperty name="height" value="0.025" units="cm"/>
    </inkml:brush>
  </inkml:definitions>
  <inkml:trace contextRef="#ctx0" brushRef="#br0">229 1 3817,'0'0'-28,"-31"8"-123,-96 26 443,119-32 21,1 0 0,0 0 0,0 0 0,-1-1 0,1 0 0,-9 0 0,5-1 1636,11-16-1428,0-1-112,0 11 3622,1 6-3776,0-1-1,-1 1 1,1-1 0,-1 1 0,1-1 0,0 1 0,-1 0-1,1-1 1,0 1 0,-1 0 0,1 0 0,0 0-1,0-1 1,-1 1 0,1 0 0,0 0 0,0 0 0,-1 0-1,1 0 1,0 0 0,0 0 0,-1 0 0,1 1-1,0-1 1,1 1 0,-1-1-88,1 0-1,-1 0 1,0 0 0,1 1 0,-1-1-1,0 1 1,1-1 0,-1 1-1,0-1 1,1 1 0,-1 0 0,0-1-1,0 1 1,0 0 0,0 0-1,2 1 1,2 14-102,-1-1 0,0 1 0,0 0 0,-2 0 1,0 0-1,-1 0 0,-1 29 0,0-45-86,-1 1-331,0-1-1,1 1 1,-1-1-1,1 1 1,-1-1-1,0 0 1,0 1-1,1-1 0,-1 0 1,0 0-1,1 1 1,-1-1-1,0 0 1,0 0-1,1 0 1,-1 0-1,0 0 1,0 0-1,0 0 1,1 0-1,-1 0 1,0 0-1,-1-1 0,-1 1-1683,-11 0-7640</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7.474"/>
    </inkml:context>
    <inkml:brush xml:id="br0">
      <inkml:brushProperty name="width" value="0.025" units="cm"/>
      <inkml:brushProperty name="height" value="0.025" units="cm"/>
    </inkml:brush>
  </inkml:definitions>
  <inkml:trace contextRef="#ctx0" brushRef="#br0">0 15 11242,'0'0'7170,"15"-14"-8722,-1 32-1305,-4-1-3888</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7.803"/>
    </inkml:context>
    <inkml:brush xml:id="br0">
      <inkml:brushProperty name="width" value="0.025" units="cm"/>
      <inkml:brushProperty name="height" value="0.025" units="cm"/>
    </inkml:brush>
  </inkml:definitions>
  <inkml:trace contextRef="#ctx0" brushRef="#br0">381 286 8266,'0'0'6300,"8"-33"-5153,20-105-526,-27 132-496,1 0 0,-2-1 0,1 1 0,-1 0 0,0-1 0,0 1 0,-1-1 0,0 1 0,-2-8 0,3 12-63,-1-1 0,0 1 1,0 0-1,0 0 0,0 0 0,-1 0 0,1 0 0,-1 0 0,1 0 1,-1 0-1,0 1 0,1-1 0,-1 1 0,0-1 0,0 1 0,-4-3 1,-1 2 27,-1 0 1,0 0 0,1 1 0,-1 0 0,0 0 0,1 1 0,-1 0 0,0 0 0,-15 3 0,12-2-139,3 0 66,0 1 1,0-1 0,0 1 0,0 1 0,1 0 0,-1 0-1,1 0 1,0 1 0,0 0 0,0 0 0,0 1 0,1 0-1,-1 0 1,1 0 0,1 1 0,-1 0 0,1 0 0,0 1-1,0-1 1,1 1 0,0 0 0,0 0 0,-4 11-1,0 5 163,0-1-1,2 1 1,0 0-1,2 0 1,0 0-1,0 46 1,2 305 673,3-203-672,-1-170-270,0 0 0,0 0 0,0 0 1,0 0-1,0 0 0,0 0 0,-1 0 1,1 0-1,0 0 0,-1 0 0,1 0 1,0 0-1,-1 0 0,1 0 0,-1 0 1,0-1-1,1 1 0,-1 0 0,0 0 1,1-1-1,-1 1 0,0 0 0,0-1 1,0 1-1,1-1 0,-1 1 0,0-1 1,0 1-1,0-1 0,0 0 0,0 1 1,0-1-1,0 0 0,0 0 0,0 0 0,0 0 1,0 0-1,0 0 0,0 0 0,0 0 1,-2 0-1,0-1-475,0 1 1,-1-1-1,1 0 1,0 0-1,0 0 1,0 0-1,0 0 1,0-1-1,0 1 1,0-1-1,1 0 1,-4-2-1,-12-19-8202</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8.134"/>
    </inkml:context>
    <inkml:brush xml:id="br0">
      <inkml:brushProperty name="width" value="0.025" units="cm"/>
      <inkml:brushProperty name="height" value="0.025" units="cm"/>
    </inkml:brush>
  </inkml:definitions>
  <inkml:trace contextRef="#ctx0" brushRef="#br0">1 7 13315,'0'0'6225,"181"-6"-5369,-109 6-704,31 0-152,-17 0-1496,-11 0-4297</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8.712"/>
    </inkml:context>
    <inkml:brush xml:id="br0">
      <inkml:brushProperty name="width" value="0.025" units="cm"/>
      <inkml:brushProperty name="height" value="0.025" units="cm"/>
    </inkml:brush>
  </inkml:definitions>
  <inkml:trace contextRef="#ctx0" brushRef="#br0">1 28 9330,'0'0'11714,"20"-5"-11001,-7 2-581,10-3 162,1 1 1,1 2 0,40-2 0,-64 5-281,1 0 0,-1 0 0,0 0 1,1 0-1,-1 0 0,0 1 0,1-1 1,-1 1-1,0-1 0,0 1 0,1-1 1,-1 1-1,0 0 0,0-1 1,0 1-1,0 0 0,0 0 0,0 0 1,0 0-1,1 2 0,0 0 10,0-1 0,-1 1 0,0 0 0,1 0 0,-1 0 0,-1 0 0,1 0 0,1 6 0,-1 6 42,-1 0 1,0 0-1,-3 16 0,3-21-30,-2 3 4,-1-1 0,0 0 0,0 1 0,-1-1 0,-1-1 1,0 1-1,0-1 0,-1 1 0,-1-2 0,-9 14 0,16-24-40,0-1-1,0 1 0,0 0 1,0 0-1,0 0 0,0 0 1,0 0-1,0 0 0,-1 0 1,1 0-1,0 0 0,0 0 1,0 0-1,0 0 0,0 0 1,0 0-1,0 0 0,0-1 1,0 1-1,0 0 0,0 0 1,0 0-1,0 0 0,0 0 1,0 0-1,0 0 1,-1 0-1,1 0 0,0 0 1,0 0-1,0 0 0,0 0 1,0 0-1,0 0 0,0 0 1,0 0-1,0 0 0,0 0 1,0 0-1,0 0 0,-1 0 1,1 0-1,0 0 0,0 0 1,0 0-1,0 0 0,0 1 1,0-1-1,0 0 0,3-10-24,9-7 22,0 0 0,1 0 0,1 1 1,24-21-1,71-52-95,-43 45 29,-60 41 66,0 0 0,0 0 0,1 0 0,-1 1 0,1 0 0,-1 0 0,1 1 0,-1-1 0,9 1 0,-14 1 5,-1 0-1,1 0 1,0 1 0,0-1 0,-1 0 0,1 1-1,0-1 1,-1 1 0,1-1 0,-1 1 0,1-1-1,-1 1 1,1-1 0,-1 1 0,1-1 0,-1 1 0,1-1-1,-1 1 1,1 0 0,-1-1 0,0 1 0,0 0-1,1 0 1,-1-1 0,0 1 0,0 0 0,0 0-1,0-1 1,0 1 0,1 0 0,-2 0 0,1 0-1,0 34 232,-1-25-100,1 103 765,5-112-6405,5-1-954</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9.042"/>
    </inkml:context>
    <inkml:brush xml:id="br0">
      <inkml:brushProperty name="width" value="0.025" units="cm"/>
      <inkml:brushProperty name="height" value="0.025" units="cm"/>
    </inkml:brush>
  </inkml:definitions>
  <inkml:trace contextRef="#ctx0" brushRef="#br0">1 1 9706,'0'0'12523,"178"0"-12347,-149 0-104,-8 0-56,-3 0-16,-8 0-552,-2 3-1273,-8 8-1087,0-5-1969,-4 3-2185</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9.374"/>
    </inkml:context>
    <inkml:brush xml:id="br0">
      <inkml:brushProperty name="width" value="0.025" units="cm"/>
      <inkml:brushProperty name="height" value="0.025" units="cm"/>
    </inkml:brush>
  </inkml:definitions>
  <inkml:trace contextRef="#ctx0" brushRef="#br0">93 1 11682,'-93'181'6290,"104"-176"-4202,17-2 201,12-3-1009,2 0-824,5 0-328,-5 0-128,1 0-176,18 0-1264,-15 0-1641,-3 0-3040</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9.715"/>
    </inkml:context>
    <inkml:brush xml:id="br0">
      <inkml:brushProperty name="width" value="0.025" units="cm"/>
      <inkml:brushProperty name="height" value="0.025" units="cm"/>
    </inkml:brush>
  </inkml:definitions>
  <inkml:trace contextRef="#ctx0" brushRef="#br0">122 79 14123,'0'0'10213,"-6"16"-10098,-20 54-58,24-64-57,1-1 1,0 1-1,1-1 1,-1 1-1,1-1 0,0 1 1,1-1-1,-1 1 1,1-1-1,0 1 0,0-1 1,1 1-1,0-1 1,0 0-1,0 0 0,0 0 1,1 0-1,0 0 1,0-1-1,7 9 0,-1 1 1,30 40-40,-22-33-152,24 42 0,-38-56-32,1 0 0,-1 0 0,-1 0-1,1 1 1,-1-1 0,0 1 0,-1-1-1,0 1 1,0-1 0,-1 15 0,0-20 138,0 0-1,0 0 1,-1 0 0,1 0 0,-1 0 0,0-1 0,0 1 0,1 0 0,-1 0 0,0-1 0,-1 1 0,1-1 0,0 1 0,0-1 0,-1 1 0,1-1 0,0 0 0,-4 3-1,0-1-44,0 0 0,0-1 0,0 1 0,-1-1 0,1 0 0,-8 2 0,-6 0-135,0-1 0,-37 1 0,41-3 208,-43-2-10,57 0 72,0 1 0,0-1 1,0 1-1,1 0 1,-1-1-1,0 1 0,0-1 1,1 0-1,-1 1 0,0-1 1,1 0-1,-1 1 1,0-1-1,1 0 0,-1 0 1,1 0-1,0 1 1,-1-1-1,1 0 0,-1 0 1,1 0-1,0 0 1,0 0-1,0 0 0,-1 0 1,1 1-1,0-1 1,0 0-1,0 0 0,1 0 1,-1 0-1,0 0 1,0 0-1,0 0 0,1 0 1,-1 0-1,0 0 1,1 1-1,-1-1 0,1 0 1,-1 0-1,1 0 1,-1 1-1,1-2 0,5-5 47,0-1-1,0 1 1,0 1-1,1-1 0,0 1 1,0 0-1,1 1 1,0-1-1,13-5 0,-13 6-14,105-60 383,44-29 95,-134 78-315,0-1 1,0-1 0,-2-1 0,24-27 0,-38 38-14,-1 0 0,0-1 0,0 0-1,-1 0 1,0 0 0,-1-1 0,0 1-1,0-1 1,-1 0 0,0-1 0,-1 1 0,0 0-1,-1-1 1,0 1 0,0-11 0,-1 19-135,0 0 1,0 1 0,0-1 0,-1 0-1,1 1 1,0-1 0,-1 0-1,1 1 1,-1-1 0,1 1-1,-1-1 1,0 1 0,0-1 0,1 1-1,-1-1 1,0 1 0,-1 0-1,1-1 1,0 1 0,0 0 0,0 0-1,-1 0 1,1 0 0,0 0-1,-1 0 1,1 0 0,-1 1-1,0-1 1,-2-1 0,-4 1 4,1-1-1,-1 1 1,0 0 0,1 1-1,-11 0 1,7 1-86,7-1-85,0 1 1,-1-1-1,1 1 0,0 1 1,0-1-1,0 1 0,0-1 1,0 1-1,1 0 0,-1 0 1,0 1-1,1-1 0,0 1 1,-1 0-1,1 0 0,0 0 1,0 0-1,1 0 0,-1 1 0,1-1 1,-4 8-1,-5 22-3854,11-30 3127,0 0 0,0 0 1,0 0-1,0 0 0,0 0 0,1 0 0,-1 1 1,3 4-1,9 10-9851</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0.077"/>
    </inkml:context>
    <inkml:brush xml:id="br0">
      <inkml:brushProperty name="width" value="0.025" units="cm"/>
      <inkml:brushProperty name="height" value="0.025" units="cm"/>
    </inkml:brush>
  </inkml:definitions>
  <inkml:trace contextRef="#ctx0" brushRef="#br0">108 314 8426,'0'0'17885,"-1"19"-16070,-1-11-1810,-1 0 0,-1 0 0,1-1 0,-1 1-1,-1-1 1,0 0 0,-6 9 0,-14 22-13,17-22-110,1 0 1,1 0 0,0 1-1,2 0 1,0 0 0,0 1-1,2-1 1,0 1-1,1 28 1,1-44 69,0-1 1,0 1-1,1-1 0,-1 1 0,1-1 0,-1 1 1,1-1-1,-1 1 0,1-1 0,0 0 0,0 1 1,0-1-1,-1 0 0,1 1 0,1-1 0,-1 0 1,0 0-1,0 0 0,0 0 0,0 0 0,1 0 1,-1 0-1,1-1 0,-1 1 0,0 0 0,1-1 1,-1 1-1,1-1 0,-1 0 0,1 1 0,-1-1 1,4 0-1,1 1-33,0-1 0,0 1-1,0-2 1,0 1 0,0-1 0,0 1 0,0-2 0,6-1 0,-5 0 70,0 0-1,-1 0 1,1-1 0,-1 0 0,0 0 0,0-1-1,0 1 1,-1-1 0,7-7 0,4-7 3,21-31 1,-25 31 53,-1-1 0,-1 0 0,0 0 0,-2-1 1,0-1-1,-2 1 0,8-42 0,-8 20 103,-2-1 1,-2 1 0,-5-49-1,3 85-65,0 0 0,-1-1 0,0 1 0,-1-1 0,1 1 0,-1 0 0,-1 0 0,1 0-1,-1 0 1,-5-7 0,6 11-41,-1 0 0,1 0-1,-1 0 1,1 1 0,-1-1 0,0 1-1,0 0 1,0 0 0,0 0 0,-1 0-1,1 0 1,-1 1 0,1 0-1,-1-1 1,1 1 0,-1 1 0,0-1-1,1 0 1,-1 1 0,0 0-1,-6 0 1,5 0-46,0 0 0,0 1 0,0 0 0,0 0-1,0 0 1,0 0 0,0 1 0,1 0 0,-1 0 0,0 0-1,1 0 1,0 1 0,-1 0 0,1 0 0,0 0 0,0 0-1,1 1 1,-1-1 0,1 1 0,-1 0 0,1 0 0,0 0 0,-3 8-1,0 0-790,0 1-1,1 0 1,1 0-1,0 0 1,1 1-1,0-1 1,-1 24-1,3 4-7333</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1.030"/>
    </inkml:context>
    <inkml:brush xml:id="br0">
      <inkml:brushProperty name="width" value="0.025" units="cm"/>
      <inkml:brushProperty name="height" value="0.025" units="cm"/>
    </inkml:brush>
  </inkml:definitions>
  <inkml:trace contextRef="#ctx0" brushRef="#br0">161 9 4913,'0'0'9471,"4"-2"-7812,21-4 2662,-26 104-561,0-62-3437,-2-1 0,-1 1 0,-1 0 0,-13 40 0,-94 260-877,93-294-3617,0-18-1988,12-20 1594</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1.528"/>
    </inkml:context>
    <inkml:brush xml:id="br0">
      <inkml:brushProperty name="width" value="0.025" units="cm"/>
      <inkml:brushProperty name="height" value="0.025" units="cm"/>
    </inkml:brush>
  </inkml:definitions>
  <inkml:trace contextRef="#ctx0" brushRef="#br0">1 94 56,'0'0'15722,"2"-3"-14467,0 1-1108,-1 0 0,1 0-1,0 1 1,0-1 0,0 1 0,0-1-1,0 1 1,0 0 0,1 0 0,-1 0-1,0 0 1,0 0 0,1 1 0,-1-1 0,1 1-1,-1-1 1,4 1 0,54-2 1491,-31 2-1064,351-23 1485,102-1-1641,-429 25-372,-24 0 11,0-1-1,0-1 0,0-1 1,29-7-1,-32-1 436,-24 9-2656,-15 6-1943,-5 5-1707</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2.267"/>
    </inkml:context>
    <inkml:brush xml:id="br0">
      <inkml:brushProperty name="width" value="0.025" units="cm"/>
      <inkml:brushProperty name="height" value="0.025" units="cm"/>
    </inkml:brush>
  </inkml:definitions>
  <inkml:trace contextRef="#ctx0" brushRef="#br0">395 23 3369,'0'0'11145,"4"-4"-10236,14-14 2119,-44 18-297,15 0-2614,1 1-1,0 0 1,0 1 0,0 0-1,0 1 1,0 0 0,1 0-1,-1 1 1,1 0 0,0 1-1,0 0 1,0 0 0,-14 12 0,-3 2 86,0 1 0,2 0 1,0 2-1,-35 41 0,49-50-173,1 0-1,1 0 1,0 0-1,1 1 1,0 0-1,1 1 1,1 0-1,0 0 1,1 0-1,0 0 1,-2 26 0,6-31-28,-2 9-2,1 0 0,1 0 1,2 25-1,-1-39-4,0 0 0,-1-1 0,2 1 0,-1-1 0,1 1 0,-1-1 0,1 1 0,0-1 0,1 0 0,-1 0 0,1 0 0,0 0 0,0-1 0,0 1 0,0-1 0,0 0 0,1 1 0,5 3 0,0-3-16,-1 0 1,0 0-1,1-1 0,0 0 0,0 0 0,0-1 0,0 0 0,9 0 0,77 1-2921,-71-3 704,-1 0-3341</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2.779"/>
    </inkml:context>
    <inkml:brush xml:id="br0">
      <inkml:brushProperty name="width" value="0.025" units="cm"/>
      <inkml:brushProperty name="height" value="0.025" units="cm"/>
    </inkml:brush>
  </inkml:definitions>
  <inkml:trace contextRef="#ctx0" brushRef="#br0">1 47 4721,'0'0'16401,"11"-1"-15222,-5 0-1069,-4 1-59,1-1 0,-1 0 1,1 1-1,0 0 0,-1-1 1,1 1-1,-1 0 0,1 1 0,0-1 1,-1 0-1,1 1 0,-1-1 1,1 1-1,-1 0 0,1 0 1,-1 0-1,1 0 0,-1 0 1,0 1-1,0-1 0,0 0 1,1 1-1,-2 0 0,1 0 0,0-1 1,0 1-1,0 0 0,-1 1 1,1-1-1,-1 0 0,0 0 1,1 1-1,-1-1 0,0 3 0,4 7 40,0 0 0,-1 0 0,-1 0 0,0 0 0,-1 1 0,0-1-1,-1 15 1,0-27-95,0 0 0,-1 0 0,1 0-1,0 0 1,-1 0 0,1 0 0,0 0-1,0 0 1,-1 0 0,1 0 0,-1-1 0,1 1-1,0 0 1,-1 0 0,1-1 0,-1 1-1,1-1 1,0 1 0,-1 0 0,1-1-1,-1 1 1,1-2 0,19-28-440,-15 21 373,0 1 1,1-1 0,0 1-1,1 0 1,9-9-1,1 3 32,1 1 1,1 1-1,0 1 0,0 1 1,1 1-1,0 0 0,32-8 1,-44 15 36,-1 1 1,2 0 0,-1 0-1,13 1 1,-18 0 1,-2 1 9,0 1-1,0-1 1,-1 1-1,1-1 1,-1 1-1,1-1 1,-1 1-1,1 0 1,-1-1-1,0 1 1,0 0-1,0-1 1,0 1 0,0 0-1,0-1 1,0 1-1,-1 2 1,1 1 90,-1 5 49,0-1 0,0 1-1,-1-1 1,0 0 0,-4 11-1,-6 22 57,13-41-294,-1-1 0,0 1-1,0-1 1,0 1 0,0-1 0,0 0-1,1 1 1,-1-1 0,0 1-1,0-1 1,1 0 0,-1 1 0,0-1-1,0 1 1,1-1 0,-1 0 0,0 0-1,1 1 1,-1-1 0,1 0 0,-1 0-1,0 1 1,1-1 0,-1 0 0,1 0-1,-1 0 1,1 0 0,-1 1 0,1-1-1,-1 0 1,0 0 0,1 0 0,-1 0-1,1 0 1,-1 0 0,2-1 0,23 1-2044,-18 0 1064,22 0-3820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3.189"/>
    </inkml:context>
    <inkml:brush xml:id="br0">
      <inkml:brushProperty name="width" value="0.025" units="cm"/>
      <inkml:brushProperty name="height" value="0.025" units="cm"/>
    </inkml:brush>
  </inkml:definitions>
  <inkml:trace contextRef="#ctx0" brushRef="#br0">0 0 9178,'0'0'10469,"22"33"-9416,138 195 1443,-146-209-2186,95 147 1265,-98-147-1500,-2 0-1,0 1 1,-1-1 0,-1 2 0,-1-1-1,-1 1 1,4 25 0,-7-28 1,-1 1 0,-1 0-1,-2 21 1,1-31-37,-1-1 0,1 0-1,-1-1 1,-1 1 0,0 0 0,0 0-1,0-1 1,-1 0 0,-7 11 0,-4 1 86,-2 0 1,0-1 0,-1-1-1,-1 0 1,-1-2 0,0 0-1,-43 23 1,53-34-192</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4.115"/>
    </inkml:context>
    <inkml:brush xml:id="br0">
      <inkml:brushProperty name="width" value="0.025" units="cm"/>
      <inkml:brushProperty name="height" value="0.025" units="cm"/>
    </inkml:brush>
  </inkml:definitions>
  <inkml:trace contextRef="#ctx0" brushRef="#br0">1 83 6545,'0'0'11438,"15"0"-9210,32 1-1852,-1-2 1,1-2-1,-1-2 0,49-12 1,85-35-363,-165 46-92,-16 7-744,-23 10-1458,-43 41-7594,46-38 3694</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4.487"/>
    </inkml:context>
    <inkml:brush xml:id="br0">
      <inkml:brushProperty name="width" value="0.025" units="cm"/>
      <inkml:brushProperty name="height" value="0.025" units="cm"/>
    </inkml:brush>
  </inkml:definitions>
  <inkml:trace contextRef="#ctx0" brushRef="#br0">0 26 5169,'0'0'14310,"17"0"-13469,-14 0-805,45-2 712,55-9 1,-66 6 227,0 2 1,62 3-1,-44 1 156,-29-4-4258,3 1-4592,-9 2 1970</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7.746"/>
    </inkml:context>
    <inkml:brush xml:id="br0">
      <inkml:brushProperty name="width" value="0.025" units="cm"/>
      <inkml:brushProperty name="height" value="0.025" units="cm"/>
    </inkml:brush>
  </inkml:definitions>
  <inkml:trace contextRef="#ctx0" brushRef="#br0">0 1 2481,'0'0'18053,"26"0"-17941,364 0-130,-387 0 16,0 0-1,1 0 1,-1 1-1,0 0 0,0-1 1,0 1-1,0 1 0,0-1 1,0 0-1,0 1 0,0-1 1,0 1-1,-1 0 1,1 0-1,0 0 0,-1 0 1,0 0-1,0 1 0,1-1 1,-1 1-1,2 3 0,-3-4 12,0 0-1,0 1 0,0-1 0,0 0 0,0 1 0,0-1 1,-1 0-1,1 1 0,-1-1 0,0 1 0,0-1 0,0 1 1,0-1-1,0 1 0,0-1 0,0 1 0,-1-1 0,0 1 1,1-1-1,-1 1 0,0-1 0,0 0 0,0 0 0,0 1 0,-1-1 1,1 0-1,-1 0 0,-2 3 0,-4 3 35,0-1-1,-1 0 1,0 0-1,0 0 1,-1-1 0,-11 5-1,-67 28 123,44-22-136,10-3 29,21-10 8,0 1-1,1 0 1,-16 10-1,28-15-64,-1 0 0,1 0-1,0 0 1,-1 1-1,1-1 1,0 0 0,-1 0-1,1 1 1,0-1-1,-1 0 1,1 0 0,0 1-1,-1-1 1,1 0-1,0 1 1,0-1 0,0 0-1,-1 1 1,1-1-1,0 0 1,0 1 0,0-1-1,0 1 1,0-1-1,0 0 1,-1 1 0,1-1-1,0 1 1,0-1-1,0 1 1,0-1 0,1 0-1,-1 1 1,0-1-1,0 1 1,0-1 0,0 0-1,0 1 1,0-1-1,1 0 1,-1 1 0,0-1-1,0 0 1,0 1-1,1-1 1,-1 0 0,0 1-1,1-1 1,-1 0-1,0 1 1,1-1 0,-1 0-1,0 0 1,1 0-1,-1 1 1,0-1 0,1 0-1,-1 0 1,1 0 0,-1 0-1,0 0 1,1 0-1,-1 0 1,1 0 0,29 8-11,-28-8 31,-1 1-21,35 5-20,-1 2-1,0 1 1,56 23 0,-89-31 13,0 0 1,0 0 0,0 1-1,-1-1 1,1 0 0,0 1-1,-1-1 1,1 1 0,-1-1-1,1 1 1,-1 0 0,0-1 0,0 1-1,0 0 1,0 0 0,0 0-1,0 0 1,0 0 0,-1 0-1,1 0 1,-1 0 0,1 0-1,-1 0 1,0 1 0,0-1-1,0 0 1,0 0 0,0 0 0,-1 0-1,1 0 1,-1 4 0,-1 0 36,0 0 1,0 0 0,-1 0 0,0 0 0,0-1 0,0 1 0,0-1 0,-9 10 0,-4 3 214,-1 0 0,0-2 0,-37 27 0,46-37-151,-1-1 0,0 0 0,0 0 0,0-1 1,-1 0-1,1-1 0,-1 0 0,0-1 0,0 0 0,0 0 0,-18 0 0,-68-2 851,96 0-1059,4 0-1187,50 0-3327,-20 0-1125</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8.967"/>
    </inkml:context>
    <inkml:brush xml:id="br0">
      <inkml:brushProperty name="width" value="0.025" units="cm"/>
      <inkml:brushProperty name="height" value="0.025" units="cm"/>
    </inkml:brush>
  </inkml:definitions>
  <inkml:trace contextRef="#ctx0" brushRef="#br0">403 3 7098,'0'0'9922,"-4"-1"-6938,3 1-2954,-1-1-1,1 1 1,-1 0-1,0 0 0,1 0 1,-1 0-1,0 0 1,1 0-1,-1 0 1,0 0-1,1 1 0,-1-1 1,-1 1-1,-7 6 66,1 1-1,0 0 1,0 0-1,1 1 0,0-1 1,1 2-1,-8 12 1,-3 1 44,-103 111 469,79-91-537,-68 90 0,102-120 82,8-11-3238,0-9-7850</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9.526"/>
    </inkml:context>
    <inkml:brush xml:id="br0">
      <inkml:brushProperty name="width" value="0.025" units="cm"/>
      <inkml:brushProperty name="height" value="0.025" units="cm"/>
    </inkml:brush>
  </inkml:definitions>
  <inkml:trace contextRef="#ctx0" brushRef="#br0">0 16 384,'0'0'15501,"3"-3"-14922,-2 2-475,0 0 0,1 0 1,-1 0-1,0 0 0,0 0 1,0 0-1,1 0 0,-1 1 1,0-1-1,1 0 0,-1 1 1,0-1-1,1 1 1,-1-1-1,1 1 0,-1 0 1,1 0-1,-1-1 0,1 1 1,-1 0-1,1 0 0,-1 0 1,1 1-1,-1-1 0,1 0 1,-1 1-1,1-1 0,-1 1 1,1-1-1,-1 1 1,0 0-1,1-1 0,-1 1 1,0 0-1,0 0 0,1 0 1,-1 0-1,0 0 0,1 2 1,51 50 894,-14-16-450,-2 2-1,-2 2 0,32 47 0,-38-55 1357,-29-19-6061,0-10 1385,0 4-1794</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10.579"/>
    </inkml:context>
    <inkml:brush xml:id="br0">
      <inkml:brushProperty name="width" value="0.025" units="cm"/>
      <inkml:brushProperty name="height" value="0.025" units="cm"/>
    </inkml:brush>
  </inkml:definitions>
  <inkml:trace contextRef="#ctx0" brushRef="#br0">1 94 7034,'0'0'10986,"13"0"-9943,40 1-95,-52-1-924,-1 0 1,1 0-1,0 0 0,0 0 1,0 1-1,-1-1 0,1 0 1,0 0-1,0 1 1,-1-1-1,1 0 0,0 1 1,-1-1-1,1 1 0,0-1 1,-1 1-1,1-1 0,0 1 1,-1 0-1,1-1 0,-1 1 1,1 0-1,-1-1 1,0 1-1,1 0 0,-1 0 1,0-1-1,1 1 0,-1 0 1,0 0-1,0-1 0,0 1 1,0 0-1,0 0 0,0 0 1,0 0-1,0-1 1,0 1-1,0 0 0,0 0 1,0 0-1,0-1 0,-1 1 1,0 1-1,1 3 122,2 47 480,-1-32-433,0-1-1,-1 1 1,-1-1 0,-6 38-1,5-52-152,0 0 0,0-1-1,0 0 1,0 1 0,-1-1 0,-6 8-1,9-11-13,-1 0-1,0 0 0,0 0 0,0 0 0,0 0 0,0 0 0,0 0 0,0 0 1,0 0-1,0-1 0,0 1 0,-1 0 0,1-1 0,0 1 0,-1-1 0,1 1 0,0-1 1,-1 1-1,1-1 0,0 0 0,-1 0 0,1 0 0,0 0 0,-1 0 0,1 0 1,-1 0-1,-1-1 0,2 0-24,0-1 0,0 1 1,0-1-1,1 1 0,-1-1 1,0 0-1,1 0 0,-1 1 0,1-1 1,-1 0-1,1 0 0,0 1 1,0-1-1,0 0 0,0 0 1,0 0-1,1-3 0,-1 0-6,0-16-11,0-1-1,6-27 1,-5 41 13,1 0 0,1 0 0,0 0 0,0 0 0,0 0 0,1 1 0,0-1 1,1 1-1,5-7 0,0 1-9,0 1 1,1 0-1,1 0 1,-1 1-1,2 1 1,0 0-1,0 1 1,0 0-1,1 1 1,1 1-1,-1 0 1,1 1-1,1 0 1,-1 1-1,1 1 1,-1 1-1,1 0 1,29-1-1,-43 4 18,-1 0 0,1 0 1,0 0-1,0 1 0,-1-1 0,1 1 1,-1-1-1,1 1 0,0 0 0,-1-1 0,1 1 1,-1 0-1,1 0 0,-1 0 0,0 0 1,1 0-1,-1 1 0,2 1 0,0 1 37,-1 0 0,1 0 0,-1 0 0,0 0 0,0 1 0,3 7 0,-1 3 63,-1 1-1,0 0 1,1 17 0,-3 66 219,-1-55-62,-1-33-52,0 0 0,-1 0 0,0 0 0,-6 17 0,4-17-33,1 0-1,0 0 1,1 0-1,-1 19 1,4-29-164,-1 0 0,1-1 0,0 1-1,0 0 1,-1-1 0,1 1 0,0 0 0,0-1 0,0 1 0,0-1 0,0 1 0,-1-1 0,1 0 0,0 1 0,0-1 0,0 0 0,0 0 0,0 0-1,0 0 1,0 0 0,0 0 0,0 0 0,0 0 0,2 0 0,-2 0-275,1 0-1,-1 0 1,0 0-1,1 0 1,-1 0 0,0 0-1,0 0 1,1 1-1,-1-1 1,0 0 0,0 1-1,1-1 1,-1 1-1,0 0 1,2 1 0,-2 1-5035</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4.228"/>
    </inkml:context>
    <inkml:brush xml:id="br0">
      <inkml:brushProperty name="width" value="0.025" units="cm"/>
      <inkml:brushProperty name="height" value="0.025" units="cm"/>
    </inkml:brush>
  </inkml:definitions>
  <inkml:trace contextRef="#ctx0" brushRef="#br0">1 0 3745,'0'0'5810,"0"5"-4169,0 14-64,0-14 4145,4 13-1051,60 6-4373,-45-18-254,0 0 0,31 17 0,-46-20-22,3 0 8,0 1 1,0 0-1,-1 1 0,0 0 1,0 0-1,0 0 1,9 11-1,-15-16-140,0 0 1,0 0-1,0 1 0,0-1 0,0 0 1,0 0-1,0 0 0,0 1 0,0-1 0,0 0 1,0 0-1,0 0 0,0 1 0,0-1 1,0 0-1,-1 0 0,1 0 0,0 1 1,0-1-1,0 0 0,0 0 0,0 0 1,-1 0-1,1 0 0,0 0 0,0 1 1,0-1-1,0 0 0,-1 0 0,1 0 1,0 0-1,0 0 0,0 0 0,-1 0 0,1 0 1,0 0-1,0 0 0,-1 0 0,1 0 1,0 0-1,0 0 0,0 0 0,-1 0 1,1 0-1,0 0 0,0 0 0,0 0 1,-1 0-1,1 0 0,-13 0-2972,2 0-2999</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4.660"/>
    </inkml:context>
    <inkml:brush xml:id="br0">
      <inkml:brushProperty name="width" value="0.025" units="cm"/>
      <inkml:brushProperty name="height" value="0.025" units="cm"/>
    </inkml:brush>
  </inkml:definitions>
  <inkml:trace contextRef="#ctx0" brushRef="#br0">460 0 1120,'0'0'13227,"-5"14"-10706,-65 104 1695,17-33-2803,-50 102 643,-82 140-870,179-317-1300,0 1 1,0 1-1,1-1 1,1 1-1,0 0 1,-3 15-1,3 7-3015,2 1-3413,2-17 303</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5.147"/>
    </inkml:context>
    <inkml:brush xml:id="br0">
      <inkml:brushProperty name="width" value="0.025" units="cm"/>
      <inkml:brushProperty name="height" value="0.025" units="cm"/>
    </inkml:brush>
  </inkml:definitions>
  <inkml:trace contextRef="#ctx0" brushRef="#br0">1 32 7906,'0'0'9502,"32"-2"-8814,101-9 40,-116 9-310,0 0-1,26-7 1,-37 7-201,-1 1 1,1 0 0,-1 0 0,1 0-1,8 1 1,-13 0-196,0 0 402,1 0-2414</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5.494"/>
    </inkml:context>
    <inkml:brush xml:id="br0">
      <inkml:brushProperty name="width" value="0.025" units="cm"/>
      <inkml:brushProperty name="height" value="0.025" units="cm"/>
    </inkml:brush>
  </inkml:definitions>
  <inkml:trace contextRef="#ctx0" brushRef="#br0">0 62 3329,'0'0'15452,"15"1"-13799,23 1-444,0-1 0,1-2-1,74-11 1,61-22-1540,-56 21-7899,-71 8-2141</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6.142"/>
    </inkml:context>
    <inkml:brush xml:id="br0">
      <inkml:brushProperty name="width" value="0.025" units="cm"/>
      <inkml:brushProperty name="height" value="0.025" units="cm"/>
    </inkml:brush>
  </inkml:definitions>
  <inkml:trace contextRef="#ctx0" brushRef="#br0">0 45 6265,'0'0'14417,"10"-2"-13450,46-11-132,-19 4-539,-1 1 0,46-3 0,-75 11-279,5-1 14,0 0 1,0 2 0,0-1-1,17 4 1,-25-3-28,-1 0-1,1 1 1,-1-1-1,1 1 1,-1-1 0,0 1-1,0 0 1,0 0 0,0 0-1,0 1 1,0-1-1,0 1 1,-1 0 0,1 0-1,-1-1 1,0 1-1,0 1 1,2 4 0,0-2 11,-2 0 0,1 1 0,-1 0 0,0 0-1,0-1 1,-1 1 0,0 0 0,0 0 0,-1 0 0,0 1 0,-1 9 0,0-12 0,0 1-1,0-1 1,0 0-1,0 0 0,-1 0 1,0 0-1,0 0 1,0 0-1,-1-1 1,0 1-1,0-1 1,0 0-1,0 0 1,-1 0-1,-5 6 0,-8 3 80,0-1 1,-1-1-1,-36 17 0,99-28-404,-18 1 87,-10-1 55,1 0-1,-1 1 0,0 1 1,26 6-1,-38-6 150,1 0-1,0 0 0,-1 0 1,0 1-1,1 0 0,-1 0 1,0 1-1,0-1 0,-1 1 1,1 0-1,-1 0 0,0 1 1,0-1-1,0 1 0,-1 0 1,5 8-1,-4-5 15,0 0 0,-1 0 0,-1 0 0,1 0 0,-1 0 0,0 1 0,-1-1 0,1 14 0,-2-18 49,0 1 1,0-1 0,0 0 0,-1 0 0,1 1-1,-1-1 1,0 0 0,0 0 0,-1 1 0,1-1 0,-1 0-1,0 0 1,0-1 0,0 1 0,0 0 0,-1-1 0,-4 6-1,-1-3 200,1 0-1,-1-1 0,0 0 0,0-1 0,0 1 1,0-2-1,-1 1 0,0-1 0,0 0 0,-15 2 1,-4-2 426,1-1 1,-36-1 0,30-2-566,45-15-6278,4 7 607</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7.737"/>
    </inkml:context>
    <inkml:brush xml:id="br0">
      <inkml:brushProperty name="width" value="0.025" units="cm"/>
      <inkml:brushProperty name="height" value="0.025" units="cm"/>
    </inkml:brush>
  </inkml:definitions>
  <inkml:trace contextRef="#ctx0" brushRef="#br0">75 1 2985,'0'0'10194,"-1"0"-9068,-5 4 7313,7-3-8365,0-1 1,0 1 0,0 0-1,0-1 1,0 1 0,0-1-1,0 1 1,0-1 0,0 1-1,0-1 1,0 0 0,0 0-1,0 1 1,0-1 0,0 0-1,0 0 1,0 0 0,0 0-1,1 0 1,0-1 0,34 1-300,-30-1 337,114 0-178,-119 1 68,-1 0-1,1 1 0,-1-1 1,1 0-1,-1 1 0,0-1 1,1 0-1,-1 1 0,1-1 1,-1 1-1,1-1 0,-1 0 1,0 1-1,1-1 1,-1 1-1,0-1 0,0 1 1,1-1-1,-1 1 0,0 0 1,0-1-1,0 1 0,0-1 1,0 1-1,0-1 0,0 1 1,0-1-1,0 1 1,0 0-1,0 0 0,0 24 29,0-19-30,0-2 12,0 0 0,0 0 0,-1 0 0,1 0 0,-1 0 0,0 0 0,0 0 0,0 0 0,-1-1 0,1 1 0,-1 0 0,0-1 0,0 0 0,0 1 0,0-1 0,-1 0 0,1 0 0,-1 0 0,0 0 0,0 0 0,0-1 0,0 0 0,0 1 0,-1-1 0,1 0 0,-1 0 0,1-1 0,-7 3 0,-5 1 104,0-1-1,0 0 0,-1-1 1,1 0-1,-1-2 1,0 1-1,1-2 1,-22-2-1,2 2-956,35 0 430,6 0-7936,13 0 3184,5 0-4091</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8.831"/>
    </inkml:context>
    <inkml:brush xml:id="br0">
      <inkml:brushProperty name="width" value="0.025" units="cm"/>
      <inkml:brushProperty name="height" value="0.025" units="cm"/>
    </inkml:brush>
  </inkml:definitions>
  <inkml:trace contextRef="#ctx0" brushRef="#br0">322 0 1224,'0'0'22688,"-9"0"-22127,0 1-537,0 0 0,0 1 0,0 0-1,1 0 1,-1 0 0,0 2 0,1-1-1,-12 6 1,3 1-25,0 0 0,-29 23 0,30-17 9,1 0 0,1 1 1,0 0-1,1 1 0,0 1 0,-11 25 0,9-26 0,13-17 3,1 0 0,-1 1 0,1-1 0,-1 1-1,1-1 1,0 1 0,0-1 0,0 1 0,0 0 0,0 0-1,0-1 1,0 1 0,0 0 0,1 0 0,-1 2 0,1-3 727,3 8-427,-3-9-306,0 1 1,0-1-1,0 0 0,0 1 1,0-1-1,0 1 1,0-1-1,0 0 0,0 1 1,0-1-1,0 0 0,0 1 1,0-1-1,1 0 1,-1 1-1,0-1 0,0 0 1,0 1-1,1-1 0,-1 0 1,0 1-1,0-1 1,1 0-1,-1 0 0,0 1 1,1-1-1,-1 0 1,0 0-1,1 0 0,-1 0 1,0 1-1,1-1 0,-1 0 1,0 0-1,1 0 1,0 0-1,13 6 171,1-1 1,0 0-1,1-1 1,-1-1-1,1 0 0,20 0 1,-33-3-149,0 0 0,-1 0-1,1 0 1,0 0 0,-1 0 0,1 1 0,-1-1 0,1 1-1,0 0 1,-1 0 0,0 0 0,1 0 0,-1 0 0,1 0-1,2 3 1,-3-3 114,-1 0 1,1 0-1,-1-1 0,1 1 0,0 0 1,-1-1-1,1 1 0,0-1 0,-1 0 0,1 1 1,0-1-1,-1 0 0,1 0 0,0 0 1,0 0-1,1-1 0,-1 1-127,1 0-1,-1 0 1,0 0-1,0 0 1,0 0 0,0 0-1,0 0 1,0 1-1,0-1 1,0 1-1,0 0 1,0-1 0,0 1-1,3 2 1,-5-3-51,1 0 1,-1 1-1,0-1 0,0 0 1,0 0-1,0 0 1,0 0-1,0 1 0,-1-1 1,1 0-1,0 0 1,0 0-1,0 0 0,0 1 1,0-1-1,0 0 0,0 0 1,0 0-1,0 0 1,0 0-1,0 0 0,0 1 1,-1-1-1,1 0 1,0 0-1,0 0 0,0 0 1,0 0-1,0 0 1,-1 0-1,1 0 0,0 0 1,0 1-1,0-1 0,0 0 1,0 0-1,-1 0 1,1 0-1,0 0 0,0 0 1,0 0-1,0 0 1,-1 0-1,1 0 0,0 0 1,0 0-1,-18 2-1195,-25-2-2978,37 0 2497,-19 0-4683</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58.445"/>
    </inkml:context>
    <inkml:brush xml:id="br0">
      <inkml:brushProperty name="width" value="0.025" units="cm"/>
      <inkml:brushProperty name="height" value="0.025" units="cm"/>
    </inkml:brush>
  </inkml:definitions>
  <inkml:trace contextRef="#ctx0" brushRef="#br0">457 1 2681,'0'0'6873,"0"6"-5543,0 161 3670,-7 484-2667,2-371-2257,5-122-25,-28 228 0,-34-58-17,-3 20-11,53-223-28,7 212 1,7-188 4,-16 234 0,-9 567 24,24-676 165,-8 32 338,-50 331 0,16-15-52,29-323-448,-38 658 271,43-583-135,2-66 128,2-219-57,-3-1-1,-5 0 1,-28 113-1,38-197-204,1-169-5075,0 92-465</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00.180"/>
    </inkml:context>
    <inkml:brush xml:id="br0">
      <inkml:brushProperty name="width" value="0.025" units="cm"/>
      <inkml:brushProperty name="height" value="0.025" units="cm"/>
    </inkml:brush>
  </inkml:definitions>
  <inkml:trace contextRef="#ctx0" brushRef="#br0">446 26 1320,'0'0'10110,"2"-5"-8855,5-12-41,-5 13 5671,-2 8-6866,-1-1 0,0 1 0,0-1 0,0 1 0,0-1-1,0 1 1,-1-1 0,1 0 0,-1 0 0,0 0 0,0 0-1,-3 4 1,-1 2 18,-280 421 1002,179-275-478,97-143-546,7-8-12,0 0 0,0 0-1,0 1 1,0-1-1,1 1 1,-1-1 0,1 1-1,0 0 1,-1 7 0,3-11 27,2-9 70,14-21-141,1 0 1,1 1-1,24-28 0,19-30-612,143-282-1141,-204 367 1809,1-1 0,-1 1-1,1 0 1,-1 0-1,1-1 1,-1 1 0,1 0-1,0 0 1,0 0-1,0 0 1,0 0 0,0 0-1,0 0 1,0 0-1,0 0 1,0 0 0,0 0-1,0 1 1,1-1 0,-1 0-1,0 1 1,0-1-1,1 1 1,-1-1 0,1 1-1,-1 0 1,0 0-1,1 0 1,-1-1 0,0 1-1,1 0 1,-1 1-1,1-1 1,2 1 0,3-1 462,-5 1-431,1 1 1,-1 0 0,1-1-1,-1 1 1,0 0 0,0 1-1,0-1 1,0 0 0,0 0-1,-1 1 1,1-1 0,-1 1-1,3 5 1,5 7 72,9 6 85,2 0-1,0-1 1,1-1 0,29 20 0,-27-22-54,-1 1 1,0 1-1,-2 1 0,23 28 1,-1 22 580,-35-57-482,1 1 1,0-1 0,0 0-1,1-1 1,1 0-1,20 19 1,-18-25-83,-11-6-156,0 1 1,0-1-1,0 0 0,0 0 0,0 1 1,0-1-1,0 1 0,-1-1 1,1 1-1,0-1 0,0 1 0,0 0 1,0-1-1,-1 1 0,1 0 1,0-1-1,-1 1 0,1 0 0,0 0 1,-1 0-1,1 0 0,-1 0 1,1 0-1,-1 0 0,0 0 0,1 1 1,-1-2 205,-11 0-678,-39-13-3952,22 5-1901</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1.832"/>
    </inkml:context>
    <inkml:brush xml:id="br0">
      <inkml:brushProperty name="width" value="0.025" units="cm"/>
      <inkml:brushProperty name="height" value="0.025" units="cm"/>
    </inkml:brush>
  </inkml:definitions>
  <inkml:trace contextRef="#ctx0" brushRef="#br0">40 47 1744,'0'0'2733,"-5"9"-2656,-26 46-738,30-59 729,0-1 1,0 1 0,1-1-1,0 0 1,0 1 0,0-1-1,2-8 1,-1-2 170,-1-11-183,0 2-256</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2.525"/>
    </inkml:context>
    <inkml:brush xml:id="br0">
      <inkml:brushProperty name="width" value="0.025" units="cm"/>
      <inkml:brushProperty name="height" value="0.025" units="cm"/>
    </inkml:brush>
  </inkml:definitions>
  <inkml:trace contextRef="#ctx0" brushRef="#br0">72 108 3065,'0'0'11058,"1"33"-1180,2-34-9759,1 0-1,-1 1 1,1-1-1,-1 0 1,0 0-1,1-1 1,-1 1 0,0-1-1,0 0 1,0 0-1,0 0 1,0 0-1,0 0 1,-1 0-1,1-1 1,-1 0 0,0 1-1,1-1 1,1-5-1,7-8-207,-1-2 0,11-23 0,-12 23 170,-8 13-99,-1 4 29,0 15 257,-3 14 5,0 0 1,-2 0-1,-1 0 0,-16 45 0,-10 45 295,13 1-374,-9 44-107,27-157-223,0 0 1,-1 0-1,0-1 0,0 1 1,0 0-1,-4 4 0,5-8-156,1-1 1,-1 0-1,0 0 0,0 0 0,0 0 0,0 0 1,0-1-1,0 1 0,0 0 0,0 0 0,-1-1 1,1 1-1,-2 0 0,1 0-307,1-1-1,-1 0 1,1 0 0,-1 0 0,1 0-1,-1 0 1,1 0 0,-1 0 0,1 0-1,-1 0 1,1-1 0,-1 1-1,1-1 1,-3-1 0,-7-6-7494</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3.060"/>
    </inkml:context>
    <inkml:brush xml:id="br0">
      <inkml:brushProperty name="width" value="0.025" units="cm"/>
      <inkml:brushProperty name="height" value="0.025" units="cm"/>
    </inkml:brush>
  </inkml:definitions>
  <inkml:trace contextRef="#ctx0" brushRef="#br0">1 99 4945,'0'0'11008,"21"-12"-8796,-9 10-1814,0 0-1,0 1 1,1 0-1,-1 1 1,18 2-1,5-1-124,109 1 138,173-5-247,-139-19-151,-28 2 174,-5-1 502,-59 7-533,-66 9-2576,-48 12-667,-8 12-2532,3 3-4802</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3.477"/>
    </inkml:context>
    <inkml:brush xml:id="br0">
      <inkml:brushProperty name="width" value="0.025" units="cm"/>
      <inkml:brushProperty name="height" value="0.025" units="cm"/>
    </inkml:brush>
  </inkml:definitions>
  <inkml:trace contextRef="#ctx0" brushRef="#br0">347 0 312,'0'0'18749,"-24"6"-17843,-73 18-35,91-22-747,0-1 0,0 1 0,0 1 0,1-1 0,-1 1 0,1 0 0,0 0 1,-1 0-1,1 1 0,1 0 0,-1 0 0,1 0 0,-1 1 0,-4 6 0,-4 5 177,-3 1-46,1 1 0,1 1 0,1 0 1,-20 40-1,26-45-242,1 0-1,1 1 1,0-1 0,1 1 0,0 1-1,1-1 1,1 0 0,0 20 0,2-34-55,0 0 1,0 0-1,0 1 1,0-1-1,0 0 1,1 1 0,-1-1-1,0 0 1,1 0-1,-1 1 1,1-1 0,-1 0-1,1 0 1,0 0-1,0 0 1,-1 0 0,1 0-1,0 0 1,0 0-1,0 0 1,0 0-1,0 0 1,0-1 0,0 1-1,0 0 1,1-1-1,-1 1 1,0 0 0,0-1-1,0 0 1,3 1-1,3 0-273,-1 0-1,1 0 0,0-1 0,13-1 0,-4 0-304,28 0-2976,-1-6-4136</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4.074"/>
    </inkml:context>
    <inkml:brush xml:id="br0">
      <inkml:brushProperty name="width" value="0.025" units="cm"/>
      <inkml:brushProperty name="height" value="0.025" units="cm"/>
    </inkml:brush>
  </inkml:definitions>
  <inkml:trace contextRef="#ctx0" brushRef="#br0">0 1 3545,'0'0'16258,"7"11"-15409,-3-5-752,1 2-20,1 1-1,-1-1 1,0 2 0,-1-1 0,0 0 0,-1 1-1,0 0 1,0-1 0,2 20 0,-4-9 42,-2 26 213,1-44-320,0 0 0,0 0 0,-1 0-1,1 0 1,-1 0 0,1 0 0,-1 0 0,0 0 0,0 0 0,0-1 0,0 1 0,0 0 0,0-1-1,0 1 1,-1 0 0,1-1 0,-3 2 0,3-2 15,1-11-39,2 0-13,0 1-1,1-1 1,0 0 0,0 1 0,1 0-1,1 0 1,-1 0 0,1 0 0,1 1-1,0 0 1,0 0 0,9-9 0,-11 15 40,0 0 1,0 0 0,1 0 0,-1 1-1,0 0 1,1-1 0,-1 2-1,1-1 1,-1 0 0,1 1 0,-1 0-1,1 0 1,0 0 0,-1 1-1,6 0 1,10 0 478,-19 0-471,0-1 1,0 1-1,0 0 0,-1 0 0,1-1 0,0 1 0,-1 0 0,1 0 1,0 0-1,-1 0 0,1 0 0,-1 0 0,1 0 0,-1 0 1,0 0-1,0 0 0,1 0 0,-1 0 0,0 0 0,0 0 1,0 0-1,0 0 0,0 0 0,0 0 0,0 1 0,0 39 100,0-33-34,1 10-80,0-13-465,-1 0 1,0 0-1,0 0 0,0 0 0,0-1 1,-3 9-1,0-9-2837,0-4-1818</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4.446"/>
    </inkml:context>
    <inkml:brush xml:id="br0">
      <inkml:brushProperty name="width" value="0.025" units="cm"/>
      <inkml:brushProperty name="height" value="0.025" units="cm"/>
    </inkml:brush>
  </inkml:definitions>
  <inkml:trace contextRef="#ctx0" brushRef="#br0">57 1 2577,'0'0'18812,"8"29"-17598,27 94-163,-27-95-678,-2 0 1,-1 0-1,-1 1 0,-1 0 0,-2 0 0,-3 47 0,1-65-295,1-4-32,-1 1 0,-1-1-1,1 1 1,-1-1-1,0 0 1,-1 0 0,0 0-1,0 0 1,-1 0-1,1-1 1,-6 7 0,-6 6-8,0 0 0,-20 17 0,13-13-124,21-22-557,-1 1 1090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02.283"/>
    </inkml:context>
    <inkml:brush xml:id="br0">
      <inkml:brushProperty name="width" value="0.025" units="cm"/>
      <inkml:brushProperty name="height" value="0.025" units="cm"/>
    </inkml:brush>
  </inkml:definitions>
  <inkml:trace contextRef="#ctx0" brushRef="#br0">0 107 3041,'0'0'3778,"36"0"-2641,117 0-127,161-1 1105,284 4-89,304 4 96,-576-8-2100,64-10-8,-96 0-2,321-22 19,-61 2-8,703 18-1,-703 14 376,1221-13 476,13 7 2239,-1550 7-2919,708 11 757,-383-4-534,39 1 48,1800-10 1046,-2024 17-290,-398-17 2377,-72 0-5668,53 0 806,-14 0-1924,2 0-2590</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05.223"/>
    </inkml:context>
    <inkml:brush xml:id="br0">
      <inkml:brushProperty name="width" value="0.025" units="cm"/>
      <inkml:brushProperty name="height" value="0.025" units="cm"/>
    </inkml:brush>
  </inkml:definitions>
  <inkml:trace contextRef="#ctx0" brushRef="#br0">0 5883 80,'0'0'8083,"1"-4"-6988,2-18 677,-3 21-1705,11-12 2636,-8 9 1788,13 2-4417,-14 2-45,0 0-1,0 0 1,-1 0-1,1 0 1,0 0 0,0-1-1,-1 1 1,1 0-1,0-1 1,-1 1-1,4-2 1,223-136 1499,329-126-1495,-145 76 0,622-291-43,-761 357 1,42-18-2,571-270-193,-81 7-345,-244 146 546,-47 22 3,185-62 2,17 39 1,-361 133-1,809-317 619,-628 244-123,10 33-132,-296 92-345,148-68-271,-317 105 221,-3-3 0,133-90 0,-125 73 44,2 3-1,142-62 0,201-54-368,-244 99-572,-54 20 238,17-5 111,230-120 0,-225 88 570,303-166 18,-390 222-5,96-30-1,-92 35 11,-2 6 8,-53 17 191,0-2 0,-1 0-1,1-1 1,-1 0 0,0-1 0,-1-1 0,18-12 0,-22 11 873,-11 6-998,-18 7-1487,4 1 485,-16 0-1703,-1 1-1832</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7.279"/>
    </inkml:context>
    <inkml:brush xml:id="br0">
      <inkml:brushProperty name="width" value="0.025" units="cm"/>
      <inkml:brushProperty name="height" value="0.025" units="cm"/>
    </inkml:brush>
  </inkml:definitions>
  <inkml:trace contextRef="#ctx0" brushRef="#br0">3 0 2937,'0'0'7845,"-3"19"4565,4-13-12365,1-3 11,1-1 1,-1 0-1,1 0 0,-1 0 1,1-1-1,0 1 1,0-1-1,0 1 0,-1-1 1,1 0-1,1 0 0,-1 0 1,0-1-1,4 1 1,51 5 462,-43-5-500,2 1 14,0 1-1,0 1 0,0 1 1,-1 0-1,0 2 1,30 15-1,-32-15-9,0 0-1,0 0 1,1-2-1,0 0 1,0 0-1,0-2 1,0 0-1,27 2 1,56-5 58,-97 0-106,-5 3-14,1-1 89,0 0 0,-1-1 0,0 1 1,1-1-1,-1 1 0,0-1 1,0 0-1,0 0 0,-5 0 0,-12 4-55,-17 13 3,1 2 0,1 1 0,-35 27 0,55-37 63,0 0-1,1 2 0,1 0 0,-1 0 0,2 1 1,-16 21-1,18-22-22,9-12 117,1 0 0,0 0 0,-1 1 0,1-1-1,0 1 1,0-1 0,0 1 0,0-1 0,0 1 0,0-1-1,0 4 1,18-13-2399,-6 0-846,0-2-2783</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8.195"/>
    </inkml:context>
    <inkml:brush xml:id="br0">
      <inkml:brushProperty name="width" value="0.025" units="cm"/>
      <inkml:brushProperty name="height" value="0.025" units="cm"/>
    </inkml:brush>
  </inkml:definitions>
  <inkml:trace contextRef="#ctx0" brushRef="#br0">1 1 4761,'0'0'13360,"4"0"-12117,0 1-1034,1 0-1,0 0 0,0 1 1,-1 0-1,1-1 0,0 2 1,-1-1-1,0 0 0,0 1 1,0 0-1,0 0 1,0 0-1,7 7 0,-6-3-116,0 0 0,0 0 0,0 0-1,-1 1 1,0-1 0,0 1 0,4 13-1,-4-3-33,1-1 0,-2 1-1,0 0 1,-1 0 0,-1 1 0,-1-1-1,-2 24 1,1-39-39,0 1 0,-1-1 0,1 1 1,-1-1-1,1 1 0,-1-1 0,-4 5 0,5-6-12,0-1-1,0 1 1,0-1 0,0 1-1,0-1 1,-1 1-1,1-1 1,-1 0 0,1 0-1,-1 0 1,1 0-1,-1 0 1,0 0 0,1 0-1,-1 0 1,-2 0-1,4-1 370,0-9 285,-1 0-650,1-1 1,0 1 0,0 0 0,1-1 0,1 1 0,0-1-1,0 1 1,0 0 0,2 0 0,-1 0 0,1 1-1,0-1 1,9-13 0,0 3-180,2 1 0,0 0 0,21-19-1,-29 30 23,1 0-1,1 0 0,-1 1 0,1 1 0,0-1 1,0 1-1,1 1 0,0 0 0,17-5 1,-26 8 140,1 1 1,0 0 0,0 0 0,0 0-1,0 0 1,0 0 0,0 0-1,0 1 1,0-1 0,0 1 0,0-1-1,0 1 1,0 0 0,-1-1 0,1 1-1,0 0 1,-1 0 0,1 0 0,0 1-1,-1-1 1,1 0 0,-1 1 0,0-1-1,1 0 1,-1 1 0,0 0 0,2 2-1,2 6 80,1 0 0,-1 1 0,6 19 0,-2-4 203,-5-15-142,-1-1 0,0 1 0,0 1 0,-1-1 0,1 21 0,-3-24-23,0 0 0,0-1 0,0 1 0,-1 0-1,0-1 1,-1 1 0,0 0 0,0-1 0,-5 11-1,-1-3 90,5-10-126,0 0 0,0-1-1,1 2 1,-1-1 0,1 0 0,0 0-1,1 1 1,0-1 0,-1 1-1,2 0 1,-1 7 0,-24-13-6326,10-4-1030</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2.089"/>
    </inkml:context>
    <inkml:brush xml:id="br0">
      <inkml:brushProperty name="width" value="0.025" units="cm"/>
      <inkml:brushProperty name="height" value="0.025" units="cm"/>
    </inkml:brush>
  </inkml:definitions>
  <inkml:trace contextRef="#ctx0" brushRef="#br0">226 1 3321,'0'0'17187,"-8"12"-16246,4-7-796,-6 10 488,1 0 0,1 1-1,-14 33 1,-8 25 483,-40 74 0,45-98-1095,25-49-71,-1 0 1,1 0-1,-1 0 0,1-1 1,-1 1-1,0 0 1,1 0-1,-1 0 1,0 0-1,0-1 0,0 1 1,1 0-1,-1-1 1,0 1-1,0-1 1,-2 1-1,-15 1-6030,16-2 4872,-3 0-4356</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2.490"/>
    </inkml:context>
    <inkml:brush xml:id="br0">
      <inkml:brushProperty name="width" value="0.025" units="cm"/>
      <inkml:brushProperty name="height" value="0.025" units="cm"/>
    </inkml:brush>
  </inkml:definitions>
  <inkml:trace contextRef="#ctx0" brushRef="#br0">39 5 3545,'0'0'16946,"-6"-1"-16379,-20-2-210,26 3-341,-1 0-1,1 0 1,0 0-1,0 0 1,-1 0-1,1 0 1,0 0-1,0 0 1,0 0-1,-1 0 1,1 0-1,0 0 1,0 0-1,0 0 1,-1 0-1,1 0 1,0 0-1,0 1 1,0-1-1,0 0 1,-1 0-1,1 0 1,0 0-1,0 0 1,0 1-1,0-1 1,0 0 0,-1 0-1,1 0 1,0 0-1,0 1 1,0-1-1,0 0 1,0 0-1,0 0 1,0 1-1,0-1 1,0 0-1,0 0 1,0 0-1,0 1 1,0-1-1,0 0 1,0 0-1,0 0 1,0 1-1,0-1 1,0 0-1,0 0 1,0 0-1,0 1 1,0-1-1,0 0 1,0 0-1,1 0 1,-1 1-1,0-1 1,0 0-1,0 0 1,0 0-1,0 0 1,1 0-1,-1 1 1,0-1-1,0 0 1,0 0-1,0 0 1,1 0-1,9 12 506,-2-8-351,0 0-1,0-1 1,1 1-1,0-2 0,-1 1 1,1-1-1,0-1 1,14 2-1,79-3 30,-51-1-124,297-3-1224,-355 19-6781,0-4 2086</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2.820"/>
    </inkml:context>
    <inkml:brush xml:id="br0">
      <inkml:brushProperty name="width" value="0.025" units="cm"/>
      <inkml:brushProperty name="height" value="0.025" units="cm"/>
    </inkml:brush>
  </inkml:definitions>
  <inkml:trace contextRef="#ctx0" brushRef="#br0">171 1 3593,'0'0'18784,"-11"12"-17756,-91 103 571,96-107-1617,0 0 0,0 1 0,0-1-1,1 1 1,0 0 0,1 0 0,0 1 0,1-1 0,-1 1 0,2 0-1,0 0 1,0 0 0,0 0 0,1 13 0,14-22-4376,6-1-325</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3.271"/>
    </inkml:context>
    <inkml:brush xml:id="br0">
      <inkml:brushProperty name="width" value="0.025" units="cm"/>
      <inkml:brushProperty name="height" value="0.025" units="cm"/>
    </inkml:brush>
  </inkml:definitions>
  <inkml:trace contextRef="#ctx0" brushRef="#br0">1 4 3689,'0'0'16735,"9"8"-15710,26 28-289,-33-33-621,0 0 0,0 0 0,-1 0 0,1 0 1,-1 0-1,0 1 0,0-1 0,0 0 0,0 0 1,-1 1-1,1-1 0,-1 1 0,0-1 0,0 1 0,0-1 1,-1 6-1,0 6 258,1-15-385,0 1 0,0-1 0,0 0 0,0 1-1,1-1 1,-1 0 0,0 0 0,0 1 0,0-1 0,1 0 0,-1 0 0,0 1 0,0-1 0,1 0 0,-1 0-1,0 1 1,0-1 0,1 0 0,-1 0 0,0 0 0,1 0 0,-1 1 0,0-1 0,1 0 0,-1 0-1,0 0 1,1 0 0,-1 0 0,0 0 0,1 0 0,-1 0 0,0 0 0,1 0 0,-1 0 0,0 0 0,1 0-1,11-2-602,-6-2 464,1 1 1,-1-1-1,0 0 0,0-1 1,0 1-1,-1-1 0,6-7 1,14-10-5,-8 8 172,27-19-172,-41 31 234,0-1-1,1 1 1,0 1 0,-1-1-1,1 0 1,0 1-1,0 0 1,0 0-1,0 0 1,5 0 0,-9 7 882,0 107-115</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3.630"/>
    </inkml:context>
    <inkml:brush xml:id="br0">
      <inkml:brushProperty name="width" value="0.025" units="cm"/>
      <inkml:brushProperty name="height" value="0.025" units="cm"/>
    </inkml:brush>
  </inkml:definitions>
  <inkml:trace contextRef="#ctx0" brushRef="#br0">133 0 4241,'0'0'19016,"4"28"-17730,-1-3-966,29 164 1928,-29-164-1826,0 0-1,-2 38 1,-1-51-357,-1-7-43,1-1 1,-1 1 0,-1 0-1,1 0 1,-1 0-1,1-1 1,-1 1 0,-1-1-1,1 0 1,-1 1-1,0-1 1,1 0 0,-2 0-1,1-1 1,-7 7-1,-8 6-875,-40 27 0,42-32-357,-7 5-1675,8-5-3239,7-6-3487</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3.961"/>
    </inkml:context>
    <inkml:brush xml:id="br0">
      <inkml:brushProperty name="width" value="0.025" units="cm"/>
      <inkml:brushProperty name="height" value="0.025" units="cm"/>
    </inkml:brush>
  </inkml:definitions>
  <inkml:trace contextRef="#ctx0" brushRef="#br0">0 0 5089,'0'0'18973,"11"1"-18004,106 17 501,-43-5-1417,-73-13-98,-1 0 1,0 0 0,0 0-1,1 0 1,-1 0 0,0 0-1,1 0 1,-1 0 0,0 0-1,1 0 1,-1 0 0,0 0-1,0 0 1,1 0 0,-1 0 0,0 1-1,0-1 1,1 0 0,-1 0-1,0 0 1,0 0 0,1 1-1,-1-1 1,0 0 0,0 0-1,0 0 1,1 1 0,-1-1-1,0 0 1,0 0 0,0 1-1,0-1 1,0 0 0,0 1-1,1-1 1,-1 0 0,0 0-1,0 1 1,0-1 0,0 0-1,0 1 1,0-1 0,0 0-1,0 0 1,0 1 0,0-1-1,-1 0 1,1 1 0,0-1 0,0 0-1,0 0 1,0 1 0,0-1-1,0 0 1,-1 0 0,1 1-1,0-1 1,0 0 0,0 0-1,-1 1 1,1-1 0,0 0-1,0 0 1,-18 14-2519,-11-1-1703,-3-2-1620</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4.293"/>
    </inkml:context>
    <inkml:brush xml:id="br0">
      <inkml:brushProperty name="width" value="0.025" units="cm"/>
      <inkml:brushProperty name="height" value="0.025" units="cm"/>
    </inkml:brush>
  </inkml:definitions>
  <inkml:trace contextRef="#ctx0" brushRef="#br0">89 0 9378,'-89'196'5289,"114"-193"-2600,7-3 207,4 0-799,-4 0-905,-7 0-432,-7 0-144,0 0-336,-8 0-216,1 0-64,21 0-512,-3 0-1800,6 0-4962</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4.934"/>
    </inkml:context>
    <inkml:brush xml:id="br0">
      <inkml:brushProperty name="width" value="0.025" units="cm"/>
      <inkml:brushProperty name="height" value="0.025" units="cm"/>
    </inkml:brush>
  </inkml:definitions>
  <inkml:trace contextRef="#ctx0" brushRef="#br0">4 4 6969,'0'0'14782,"-3"0"-13237,22-1 2082,26-1-3122,0 2-1,72 9 1,-109-7-521,0 0 1,0 1-1,0 0 1,-1 0-1,15 9 0,-20-11 3,1 0-1,-1 1 1,0 0-1,0-1 1,0 1-1,0 0 1,0 0-1,0 1 1,0-1-1,-1 0 1,1 0-1,-1 1 1,0-1-1,1 1 1,-1-1-1,0 1 1,-1 0-1,1-1 1,0 1-1,-1 0 1,1 3-1,-1-3 10,0-1 0,0 1 0,-1 0-1,1 0 1,0 0 0,-1 0 0,0 0 0,0 0 0,0 0 0,0-1-1,0 1 1,-1 0 0,1-1 0,-1 1 0,0-1 0,-2 3 0,-2 1-17,0-1 1,-1-1-1,1 1 1,-14 6-1,12-6-26,-135 63-859,98-48 257,44-17-242,8-1 451,1-2 357,31 0-271,42 6 1,-71-5 281,1 0 0,-1 1 0,0 1 0,0 0 0,0 0 0,0 1 0,-1 0 0,1 1 0,13 8 0,-21-11 76,0 0 0,0-1 0,0 1 0,0 0 0,0 0 0,0 1 0,0-1 0,-1 0 0,1 0 0,-1 1 0,0-1 0,0 1 0,0-1 0,0 1 0,0 0 0,0-1 0,-1 1 0,0 0 0,1-1 0,-1 1 0,0 0 0,0 0 0,0-1 0,0 1 0,-1 0 0,1-1 0,-1 1 0,0 0 0,0-1 0,0 1 0,-1 2 0,-2 2 115,1 0 0,-1-1 0,0 0 0,-1 1 0,0-2 0,0 1 0,0 0 0,0-1 0,-1 0 0,-7 4 0,7-5 10,0 0-1,-1 0 1,0-1 0,0 0 0,0-1 0,0 0 0,0 0-1,0 0 1,-9 0 0,-8 0 206,-36-2 1,26 0-175,33 0-164,1 0 0,-1 0 0,0 0-1,0 0 1,1 0 0,-1 0 0,0 0 0,1 0 0,-1 0 0,0 0-1,1 0 1,-1-1 0,0 1 0,1 0 0,-1 0 0,0-1 0,1 1-1,-1 0 1,0-1 0,1 1 0,-1-1 0,1 1 0,-1-1 0,-1-8-2492,24 4-4733,2 4 465</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5.727"/>
    </inkml:context>
    <inkml:brush xml:id="br0">
      <inkml:brushProperty name="width" value="0.025" units="cm"/>
      <inkml:brushProperty name="height" value="0.025" units="cm"/>
    </inkml:brush>
  </inkml:definitions>
  <inkml:trace contextRef="#ctx0" brushRef="#br0">0 21 8938,'0'0'14496,"3"2"-13493,31 29 716,20 18-684,-50-45-1032,0 0 0,-1 1-1,0-1 1,1 1 0,-2-1-1,1 1 1,0 0 0,-1 0-1,0 0 1,2 7-1,-4-11 0,0 0 0,0 1 0,0-1 0,1 0 0,-1 1 0,0-1 0,-1 0 0,1 1-1,0-1 1,0 0 0,-1 0 0,1 1 0,0-1 0,-1 0 0,1 0 0,-1 1-1,0-1 1,1 0 0,-1 0 0,0 0 0,0 0 0,1 0 0,-1 0 0,0 0 0,0 0-1,0 0 1,0-1 0,-1 1 0,1 0 0,-2 1 0,-1-1 16,0 1 0,-1-1 0,1 0 0,-1 0 0,1 0 0,-1 0 0,1-1 0,-6 0 0,9 0 4,1-4-53,0 0-1,0 0 1,1 0-1,-1-1 1,1 1-1,0 0 1,0 0 0,0 0-1,1 0 1,0 0-1,-1 0 1,1 1-1,0-1 1,1 0-1,-1 1 1,1 0-1,0 0 1,0-1-1,0 2 1,0-1 0,6-4-1,4-5-21,7-7-37,1 2 0,31-22 0,-44 34 82,1 1 1,-1 0-1,1 0 1,0 1-1,-1 0 1,1 0 0,1 1-1,-1 0 1,0 1-1,18-1 1,-25 2 31,1 0 1,0 1-1,0-1 1,-1 1-1,1 0 0,-1-1 1,1 1-1,0 0 1,-1 1-1,0-1 1,1 0-1,-1 1 1,0-1-1,1 1 1,-1 0-1,0 0 1,0-1-1,-1 2 1,1-1-1,0 0 1,-1 0-1,1 0 1,-1 1-1,0-1 0,1 1 1,-1-1-1,0 1 1,-1-1-1,1 1 1,0 0-1,-1-1 1,0 1-1,1 0 1,-1-1-1,0 1 1,-1 3-1,1 5 154,1-4-40,-1 0 0,0-1 0,0 1 0,-1 0 0,0-1 0,0 1 0,0-1 0,-1 1 0,0-1 0,0 0 0,-6 12 0,5-14-119,1 0 0,0 0 0,1 0 0,-1 0 0,1 0 0,0 0 0,0 1 0,0-1 0,0 1 0,1-1 0,0 0 0,0 9 0,-1-11-235,0 0-1,0-1 1,0 1 0,0 0 0,0-1 0,0 1 0,-1-1 0,1 1 0,-1-1 0,1 0 0,-1 0 0,1 0 0,-1 1 0,0-2 0,1 1 0,-3 1 0,1 0-691,-15 8-5077</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58.923"/>
    </inkml:context>
    <inkml:brush xml:id="br0">
      <inkml:brushProperty name="width" value="0.025" units="cm"/>
      <inkml:brushProperty name="height" value="0.025" units="cm"/>
    </inkml:brush>
  </inkml:definitions>
  <inkml:trace contextRef="#ctx0" brushRef="#br0">624 119 4737,'0'0'5218,"3"-2"-3971,0-1-2088,4-3 5301,-19 3 1812,11 3-6038,-27 0 122,-7-1-350,25 0 4,0 0 1,-1 0 0,1 2-1,0-1 1,0 1 0,0 0-1,0 1 1,0 1 0,1-1-1,-14 6 1,-12 15 176,0 2 0,2 1 0,1 1-1,1 2 1,1 1 0,2 1 0,1 2 0,-24 38 0,40-53-17,1 1-1,1 1 1,1-1 0,-6 22 0,-5 11 112,6-15-118,2 0 0,1 0 0,-8 66 0,5 117 661,14-212-824,0-1-1,1 1 1,0-1-1,0 1 1,0-1-1,1 0 1,0 0-1,0 0 0,1 0 1,0 0-1,8 9 1,2 2 0,0-1 0,29 26 1,-33-34-7,0-1 1,0 0-1,1-1 1,0 0 0,1 0-1,-1-1 1,1-1 0,16 5-1,-9-5-3,1-1-1,-1-1 0,0-1 1,36 0-1,-26-1 12,-4-1-41,37-4 0,-53 3 33,0-1 1,0 0-1,0 0 1,-1-1-1,1 0 1,-1-1-1,15-8 1,10-11-37,-1-1 0,0-2 0,-2-1 0,-2-1 0,0-1 0,-2-2 0,-1-1 0,-1-1 0,-2-1 0,-2 0 0,-1-2 0,-2-1 0,-1 0 0,-2-1 0,-1 0 0,13-75 0,-21 76 92,-2 0-1,-3-50 0,0 46 61,-1 33-89,0 0 1,0 0-1,-1 1 1,0-1-1,-1 1 1,0-1-1,0 1 1,0 0-1,-6-8 1,5 7-5,-1 0-1,1 0 1,1-1 0,0 1-1,0-1 1,1 0 0,-3-11 0,4 0 41,-2 1 1,0 0 0,-1 1 0,-1-1-1,-1 1 1,-1 0 0,0 0-1,-1 1 1,-19-31 0,23 44-42,1 1 0,0-1 0,-1 1 1,1 0-1,-1 0 0,0 0 0,0 1 0,-1-1 1,1 1-1,0 0 0,-1 0 0,1 1 0,-1-1 0,0 1 1,1 0-1,-10-1 0,-3 0 70,1 1 0,-1 1 0,-25 3 0,32 0-85,0 0-1,0 1 0,0 0 0,1 1 0,-1 0 0,1 1 0,-14 11 0,10-8-1,6-4 2,-1 0 0,0-1 0,0 1 1,-17 5-1,23-10 5,1 1 0,0-1 0,-1 1 0,1-1 0,0 1 0,0 0 0,0 0 0,0-1 0,-1 1 0,1 0 0,0 0 0,0 0 0,1 0 1,-1 0-1,0 0 0,0 1 0,0-1 0,1 0 0,-1 0 0,1 1 0,-1-1 0,1 0 0,-1 1 0,1-1 0,0 0 0,-1 1 0,1-1 0,0 0 0,0 1 0,0-1 0,0 1 0,0-1 0,1 0 1,0 3-1,-1 2-17,0-5-8,1 0 0,-1-1 1,1 1-1,-1 0 0,1 0 0,-1 0 0,1 0 0,0-1 0,-1 1 0,1 0 1,0-1-1,0 1 0,0-1 0,0 1 0,-1-1 0,1 1 0,0-1 0,0 1 1,0-1-1,0 0 0,0 0 0,0 1 0,0-1 0,2 0 0,25 3-1851,-10-3-1938,0 0-4382</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01.231"/>
    </inkml:context>
    <inkml:brush xml:id="br0">
      <inkml:brushProperty name="width" value="0.025" units="cm"/>
      <inkml:brushProperty name="height" value="0.025" units="cm"/>
    </inkml:brush>
  </inkml:definitions>
  <inkml:trace contextRef="#ctx0" brushRef="#br0">335 1 1664,'0'0'11328,"-22"2"-3387,8 0-6415,-67 34-59,74-32-1360,1 2 0,0-1 1,0 1-1,0-1 0,0 2 0,1-1 0,0 1 0,1-1 0,-1 1 0,-4 10 0,-2 9 366,-14 46 1,-3 6-22,7-26-378,3 1 0,-21 94-1,35-125-56,1-1-1,1 1 0,0 0 0,2-1 1,5 40-1,-4-56-15,1 0 0,0 0 0,0 0 0,0 0 0,1 0 0,-1 0 0,1 0 0,0-1 0,1 0 0,-1 1 0,1-1 0,0-1 0,0 1 0,6 4 0,-1-1 17,1 0-1,0-1 0,0-1 1,0 1-1,19 5 1,-7-4 128,36 4 0,11 4 1114,-69-15-1249,0 0 0,1-1 0,-1 1 0,0 0 0,0 0 0,1-1 0,-1 1 0,0 0 0,0-1 0,0 1 0,0 0 0,0 0 0,1-1 0,-1 1 0,0 0 0,0-1 0,0 1 0,0 0 0,0-1 0,0 1 0,0-1 0,0 1 0,0 0 0,0-1 0,0 1 0,0 0 0,-1-1 0,1 1 0,0 0 0,0 0 0,0-1 0,0 1 0,-1 0 0,1-1 0,0 1 0,0 0 0,0 0 0,-1-1 0,1 1 0,0 0 0,-12-27-3063,7 16-81,-2-8-3199</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02.359"/>
    </inkml:context>
    <inkml:brush xml:id="br0">
      <inkml:brushProperty name="width" value="0.025" units="cm"/>
      <inkml:brushProperty name="height" value="0.025" units="cm"/>
    </inkml:brush>
  </inkml:definitions>
  <inkml:trace contextRef="#ctx0" brushRef="#br0">29 79 2817,'0'0'9126,"-5"2"-8592,-14 8-16,14-8 934,17-5 6088,40-8-6741,-46 10-696,0 1-1,0-1 0,0 1 1,-1 0-1,1 1 0,0-1 1,11 4-1,-15-3-86,1 0-1,-1 1 1,1-1 0,-1 1-1,0 0 1,0 0-1,0-1 1,0 1 0,0 1-1,0-1 1,0 0 0,-1 0-1,1 1 1,-1-1 0,0 1-1,1-1 1,0 5-1,4 6 117,-1 1 0,-1 0-1,0 1 1,-1-1 0,-1 1-1,0 0 1,-1-1 0,0 1-1,-2 0 1,-2 22 0,3-36-126,0 0 1,0 0-1,0 1 1,0-1-1,-1 0 1,1 0-1,0 1 1,-1-1-1,1 0 1,-1 0-1,0 0 1,1 0-1,-1 0 1,0 0-1,0 0 1,1 0-1,-1 0 1,0 0-1,0 0 1,0 0-1,0 0 1,0-1-1,-2 2 1,-1-1 11,1 0 1,-1-1 0,1 1 0,-1-1 0,1 0 0,-1 0-1,-4 0 1,-2 0-9,9-19-86,2 10 63,0 0 0,0 0 0,1-1 0,1 1-1,-1 0 1,1 1 0,1-1 0,-1 0 0,9-13 0,8-9-18,26-33-1,-19 28-41,-22 29 60,-1 0 0,2 0 1,-1 1-1,1-1 0,-1 1 0,2 1 0,-1-1 0,1 1 1,0 0-1,0 0 0,0 1 0,9-4 0,-15 8 13,0 0-1,0 0 1,0 0-1,0 0 0,0-1 1,0 2-1,0-1 0,0 0 1,0 0-1,0 0 1,0 0-1,0 1 0,0-1 1,0 0-1,0 1 1,0-1-1,0 1 0,-1-1 1,1 1-1,0-1 0,0 1 1,0 0-1,-1-1 1,1 1-1,0 0 0,-1 0 1,1-1-1,0 1 1,-1 0-1,0 0 0,1 0 1,-1 0-1,1 1 1,15 41 62,-12-28-56,-1-6 69,0 0-1,-1 1 0,0-1 0,0 0 0,-1 1 0,0-1 0,-1 1 0,0-1 1,-2 12-1,-1-3 138,-1-1 0,0 0 0,-14 33 0,16-45-185,0 0 0,1 0 0,0 0 0,0 0 0,0 0-1,0 0 1,1 0 0,-1 0 0,1 0 0,1 0 0,0 7 0,1-10-26,0 0 1,0 0 0,1 0-1,-1 0 1,0 0 0,1-1-1,-1 1 1,1-1 0,-1 0-1,1 0 1,4 2 0,16 8-142,-22-10-431,-16-1-6276,-2 0-818</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03.710"/>
    </inkml:context>
    <inkml:brush xml:id="br0">
      <inkml:brushProperty name="width" value="0.025" units="cm"/>
      <inkml:brushProperty name="height" value="0.025" units="cm"/>
    </inkml:brush>
  </inkml:definitions>
  <inkml:trace contextRef="#ctx0" brushRef="#br0">65 44 368,'0'0'4000,"-14"-21"4220,14 21-7950,-1-1-1,1 1 1,0-1-1,0 1 1,-1-1-1,1 1 1,0-1-1,0 1 1,-1-1-1,1 1 0,0-1 1,-1 1-1,1 0 1,-1-1-1,1 1 1,-1 0-1,1-1 1,0 1-1,-1 0 1,1-1-1,-1 1 1,0 0-1,-2-3 3199,15 0-2872,34-1 298,76 1 1,-87 3-546,-32 0-320,-1 1 0,1-1 0,0 1 0,-1 0 0,1 0 0,0 0 0,-1 0 0,1 0 0,-1 0 0,0 1 0,1 0-1,-1-1 1,0 1 0,0 0 0,0 0 0,2 2 0,31 42 407,-23-29-281,-8-11-123,0 1 1,0 0-1,0 0 1,-1 0-1,0 0 1,0 1 0,-1-1-1,0 1 1,2 13-1,-2 3 104,-2 44 0,0-32 2,-2-17-94,-1 1 0,0-1 0,-2-1 0,0 1 1,-1-1-1,0 0 0,-18 33 0,12-33 4,0-2 0,-2 0 0,1 0 0,-2-1 0,-29 24 0,22-20 24,-102 90 426,67-54 363,54-53-814,3-1 18,-1-1 0,1 0 1,-1 1-1,0-1 0,1 1 1,-1-1-1,1 0 0,0 1 1,-1-1-1,1 1 0,-1 0 1,1-1-1,0 1 1,-1-1-1,1 1 0,0-1 1,0 1-1,-1 0 0,1-1 1,0 1-1,0 0 0,0-1 1,0 1-1,0 0 0,0 0 1,0 0-165,4-1-664,1 0 205,0 0-1,0-1 1,-1 1 0,1-1 0,0 0 0,-1 0 0,7-3 0,16-15-5654,-10 4-1863</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3.543"/>
    </inkml:context>
    <inkml:brush xml:id="br0">
      <inkml:brushProperty name="width" value="0.025" units="cm"/>
      <inkml:brushProperty name="height" value="0.025" units="cm"/>
    </inkml:brush>
  </inkml:definitions>
  <inkml:trace contextRef="#ctx0" brushRef="#br0">93 0 4977,'0'0'3369,"-86"99"-2713,83-78-496,-1 2-112,4-6-48,0-2 0,0-9-112,0 6-632,4-12-3161</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4.160"/>
    </inkml:context>
    <inkml:brush xml:id="br0">
      <inkml:brushProperty name="width" value="0.025" units="cm"/>
      <inkml:brushProperty name="height" value="0.025" units="cm"/>
    </inkml:brush>
  </inkml:definitions>
  <inkml:trace contextRef="#ctx0" brushRef="#br0">349 0 2921,'-49'147'2735,"44"-125"-610,5-22-2095,0 0 1,0 0 0,0 1 0,0-1-1,0 0 1,0 0 0,0 0 0,0 0-1,0 0 1,0 0 0,0 0 0,0 0-1,1 0 1,-1 1 0,0-1 0,0 0 0,0 0-1,0 0 1,0 0 0,0 0 0,0 0-1,0 0 1,0 0 0,0 0 0,1 0-1,-1 0 1,0 0 0,0 0 0,0 0-1,0 0 1,0 0 0,0 0 0,0 0-1,1 0 1,-1 0 0,0 0 0,0 0 0,0 0-1,0 0 1,0 0 0,0 0 0,0 0-1,0 0 1,0 0 0,1 0 0,-1 0-1,0 0 1,0-1 0,0 1 0,0 0-1,0 0 1,0 0 0,0 0 0,0 0-1,0 0 1,0 0 0,0 0 0,0 0 0,0 0-1,0-1 1,0 1 0,1 0 0,-1 0-1,0 0 1,10-15 3150,-7 13-2402,1 0 0,-1 1 0,0 0 0,0 0 0,1 0-1,-1 0 1,0 0 0,1 0 0,-1 1 0,1 0 0,5 0 2099,-5 19-1134,-5-4-1734,0 0 1,-1 0-1,-1 0 1,0 0-1,-1 0 1,-11 27 0,-46 79 115,40-83-89,-77 134 25,-52 100-81,150-271 9,1-1-1,0 1 1,-1-1-1,1 1 1,-1-1-1,1 0 1,0 1-1,0-1 1,-1 0-1,1 1 1,0-1 0,0 0-1,-1 0 1,1 1-1,0-1 1,0 0-1,-1 0 1,1 0-1,0 0 1,0 0-1,0 0 1,-1 0 0,1-1-1,0 1 1,1 0-1,1 0-16,29 0 22,222-6 9,-197 2-24,-1-2 0,81-21 0,-117 23 49,-19 4-41,-18-4-6173,9 1 1113,-3-4-6734</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4.512"/>
    </inkml:context>
    <inkml:brush xml:id="br0">
      <inkml:brushProperty name="width" value="0.025" units="cm"/>
      <inkml:brushProperty name="height" value="0.025" units="cm"/>
    </inkml:brush>
  </inkml:definitions>
  <inkml:trace contextRef="#ctx0" brushRef="#br0">90 1 14307,'0'0'10274,"-68"204"-10098,61-166-80,3 2-96,-3-5-48,4-3-512,3-3-1184,0-8-2033</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4.827"/>
    </inkml:context>
    <inkml:brush xml:id="br0">
      <inkml:brushProperty name="width" value="0.025" units="cm"/>
      <inkml:brushProperty name="height" value="0.025" units="cm"/>
    </inkml:brush>
  </inkml:definitions>
  <inkml:trace contextRef="#ctx0" brushRef="#br0">1 0 11666,'0'0'12323,"32"55"-12779,-4-17-1896,1-6-2954,-8-3-4144</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5.174"/>
    </inkml:context>
    <inkml:brush xml:id="br0">
      <inkml:brushProperty name="width" value="0.025" units="cm"/>
      <inkml:brushProperty name="height" value="0.025" units="cm"/>
    </inkml:brush>
  </inkml:definitions>
  <inkml:trace contextRef="#ctx0" brushRef="#br0">45 0 3929,'0'0'15918,"0"10"-14915,1 21-251,-4 83 1226,2-98-1897,-1 0 0,-1 0 1,0-1-1,-2 1 0,-7 19 1,4-17 433,0 6-2205,9-25 1586,1 1-1,0-1 1,-1 0 0,1 1 0,0-1 0,-1 0 0,1 0-1,-1 0 1,1 0 0,-1 0 0,0 0 0,1 0-1,-1-1 1,0 1 0,1-2 0,57-50 86,-19 16 201,62-45 0,-102 82-147,0 0 0,1 0 0,-1-1 0,0 1-1,0 0 1,0 0 0,0 0 0,1 0 0,-1 0 0,0 0 0,0 0 0,1 0 0,-1 0-1,0 0 1,0 0 0,0 0 0,1 0 0,-1 0 0,0 0 0,0 0 0,1 0 0,-1 0 0,0 0-1,0 0 1,0 0 0,1 0 0,-1 0 0,0 0 0,0 0 0,0 1 0,1-1 0,-1 0-1,0 0 1,0 0 0,0 0 0,0 0 0,0 1 0,1-1 0,-1 0 0,0 0 0,0 0 0,0 1-1,0-1 1,0 0 0,4 16 532,-4 27-633,0-34 222,0-4-234,0 0 1,0 0-1,1 0 1,-1 0-1,1 0 0,0 0 1,1 0-1,-1-1 0,1 1 1,2 5-1,-2-8-209,0 1 1,0-1-1,0 0 1,0 1-1,0-1 0,0 0 1,1 0-1,-1 0 1,1-1-1,-1 1 0,1-1 1,0 1-1,-1-1 1,1 0-1,0 0 0,0 0 1,4 1-1,15-1-4592</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5.535"/>
    </inkml:context>
    <inkml:brush xml:id="br0">
      <inkml:brushProperty name="width" value="0.025" units="cm"/>
      <inkml:brushProperty name="height" value="0.025" units="cm"/>
    </inkml:brush>
  </inkml:definitions>
  <inkml:trace contextRef="#ctx0" brushRef="#br0">1 1 9162,'0'0'10582,"14"10"-10222,-14-10-359,12 9 86,1-1-1,0 0 0,1 0 0,0-1 1,0-1-1,0-1 0,1 0 1,15 4-1,-5-7-123,39 0-1,-48-2-54,-15-1 92,0 1 0,0 0 1,-1-1-1,1 1 0,0 0 0,0-1 0,-1 1 0,1-1 1,0 1-1,-1-1 0,1 1 0,-1-1 0,1 1 0,-1-1 1,1 0-1,-1 1 0,1-1 0,-1 0 0,0 0 0,1 1 1,-1-1-1,0 0 0,1 0 0,-1 1 0,0-1 0,0 0 1,0 0-1,0-1 0,0 1 24,1 0 0,-1 0 0,0 0 0,0 0 0,0-1 0,0 1 0,0 0 0,0 0 0,0 0 0,-1 0 0,1 0 0,0 0-1,0-1 1,-1 1 0,1 0 0,-1 0 0,1 0 0,-1 0 0,0 0 0,0-1 0,-5-1 82,1 0 0,-1 1-1,0 0 1,0 0 0,0 0 0,0 1-1,-12-2 1,-47-1 518,-19 5 624,83-1-1238,-1 1 0,1-1 0,0 1 0,0-1 0,0 1 0,0-1 1,-1 1-1,1 0 0,0-1 0,0 1 0,0 0 0,1 0 0,-1 0 0,0 0 0,0 0 0,0 0 0,1 0 0,-1 0 0,0 0 0,1 0 0,-1 0 0,1 1 0,-1-1 0,1 0 1,0 0-1,-1 1 0,1-1 0,0 0 0,0 2 0,-1 45-46,2-35 50,-1-2-24,-1 2-45,1 0-1,1-1 0,0 1 0,5 20 0,-5-28-62,1-1-1,0 0 1,-1 0 0,1 0 0,1-1-1,-1 1 1,0 0 0,1-1-1,0 1 1,0-1 0,0 0 0,0 0-1,0 0 1,1 0 0,-1-1-1,1 0 1,0 1 0,4 1 0,7 1-1169,0 0 1,1-1 0,-1-1-1,1 0 1,0-1-1,27-1 1,21 0-7985</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5.897"/>
    </inkml:context>
    <inkml:brush xml:id="br0">
      <inkml:brushProperty name="width" value="0.025" units="cm"/>
      <inkml:brushProperty name="height" value="0.025" units="cm"/>
    </inkml:brush>
  </inkml:definitions>
  <inkml:trace contextRef="#ctx0" brushRef="#br0">386 0 11843,'0'0'9570,"-32"14"-8009,-102 45-643,124-54-801,-1 1 0,1 0 1,0 0-1,1 1 0,-1 0 0,1 1 1,1 0-1,-13 15 0,7-7 109,-2 1 11,2 1-1,-1 1 0,-14 26 0,24-36-216,0 0 0,1 1 0,0 0 0,1 0 1,-1 0-1,2 0 0,0 1 0,0-1 0,0 18 0,2-27-45,0-1 1,1 1-1,-1 0 0,1 0 0,-1-1 1,1 1-1,-1 0 0,1-1 0,-1 1 1,1 0-1,0-1 0,-1 1 1,1-1-1,0 1 0,-1-1 0,1 1 1,0-1-1,0 0 0,0 1 0,-1-1 1,1 0-1,0 0 0,0 1 0,0-1 1,0 0-1,-1 0 0,1 0 1,0 0-1,0 0 0,0 0 0,0 0 1,0-1-1,0 1 0,-1 0 0,3-1 1,3 1-106,1-1-48,1 1 0,0-1 0,-1-1 0,1 1 1,-1-1-1,0 0 0,0-1 0,1 0 0,-2 0 0,1-1 1,0 0-1,-1 0 0,8-6 0,-4 2 93,0-1 0,-1-1-1,0 1 1,0-1 0,-1-1 0,-1 1 0,7-14-1,-4 11 1806,-10 25 1079,-2 10-3183,2 2 311,-1-15-202,1 1 0,0 0 0,1 0-1,3 17 1,-3-23-82,0-1 0,0 0-1,1 0 1,-1 0-1,1 0 1,-1-1 0,1 1-1,0 0 1,0-1-1,0 1 1,1-1-1,-1 1 1,0-1 0,1 0-1,0 0 1,-1 0-1,1-1 1,5 3 0,20 6-5327</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6.244"/>
    </inkml:context>
    <inkml:brush xml:id="br0">
      <inkml:brushProperty name="width" value="0.025" units="cm"/>
      <inkml:brushProperty name="height" value="0.025" units="cm"/>
    </inkml:brush>
  </inkml:definitions>
  <inkml:trace contextRef="#ctx0" brushRef="#br0">11 107 5905,'0'0'16553,"2"17"-15881,2 6-466,-1-8 47,0 0-1,-2 0 1,0 25 0,-9-69 162,2 10-434,2 0-28,1-1 1,1 0 0,1 0-1,0 0 1,2 0 0,3-24 0,-4 43 24,1 0 0,-1 0 0,1 0 0,-1-1 0,1 1 0,-1 0 0,1 1 0,0-1 0,-1 0 0,1 0 0,0 0 0,0 0 0,0 0 0,0 1 0,0-1 0,0 0 0,0 1 0,0-1 0,0 1 0,0-1 0,0 1 0,0 0 0,0-1 0,0 1 0,0 0 0,2-1 0,33 1-847,-27 0 468,40 0-2813,3 0-2852</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6.600"/>
    </inkml:context>
    <inkml:brush xml:id="br0">
      <inkml:brushProperty name="width" value="0.025" units="cm"/>
      <inkml:brushProperty name="height" value="0.025" units="cm"/>
    </inkml:brush>
  </inkml:definitions>
  <inkml:trace contextRef="#ctx0" brushRef="#br0">101 0 4545,'0'0'14880,"0"4"-13506,0 57 2014,-3 133-190,0-154-3320,-1 0 0,-18 71 0,19-100-330,-1-1 0,0 1-1,0-1 1,-7 10 0,-13 15-3987,6-14-749</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6.945"/>
    </inkml:context>
    <inkml:brush xml:id="br0">
      <inkml:brushProperty name="width" value="0.025" units="cm"/>
      <inkml:brushProperty name="height" value="0.025" units="cm"/>
    </inkml:brush>
  </inkml:definitions>
  <inkml:trace contextRef="#ctx0" brushRef="#br0">0 323 12323,'0'0'9092,"38"-9"-8440,10-3-457,185-50 589,95-52-209,25-8-1347,-331 118 310,-18 6-6072,-7 13 11</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7.276"/>
    </inkml:context>
    <inkml:brush xml:id="br0">
      <inkml:brushProperty name="width" value="0.025" units="cm"/>
      <inkml:brushProperty name="height" value="0.025" units="cm"/>
    </inkml:brush>
  </inkml:definitions>
  <inkml:trace contextRef="#ctx0" brushRef="#br0">64 216 1384,'0'0'22269,"0"71"-21485,0-39-216,-10 3-272,3-3-208,-1-3-88,-2 0-112,-1-5-1264,0-10-1585,4-6-2808</inkml:trace>
  <inkml:trace contextRef="#ctx0" brushRef="#br0" timeOffset="1">139 1 14299,'0'0'9058,"97"37"-12115,-72-10-4552</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7.800"/>
    </inkml:context>
    <inkml:brush xml:id="br0">
      <inkml:brushProperty name="width" value="0.025" units="cm"/>
      <inkml:brushProperty name="height" value="0.025" units="cm"/>
    </inkml:brush>
  </inkml:definitions>
  <inkml:trace contextRef="#ctx0" brushRef="#br0">0 185 11666,'0'0'9993,"13"0"-9253,43 1-277,-52-1-437,0 1 0,-1-1 0,1 0 0,0 1 0,-1 0 0,1 0 0,0 0 0,-1 0 0,1 1 0,-1-1 0,0 1 1,1 0-1,-1 0 0,0 0 0,0 0 0,0 1 0,-1-1 0,1 1 0,0-1 0,-1 1 0,0 0 0,1 0 0,-1 1 0,-1-1 0,1 0 0,0 0 0,-1 1 0,1-1 0,-1 1 0,0 0 0,-1-1 0,1 1 0,0 0 0,-1 6 0,16-32-1023,-3-1 671,2 0 1,1 1 0,0 0 0,23-21 0,-31 35 364,0 0 0,0 1 0,1 0 0,0 0 0,1 1 0,-1 1 0,1-1 0,0 1 0,0 1 0,1 0 0,0 1 0,21-5 0,-31 8-1,0-1 1,1 1-1,-1 0 1,0 0-1,1 0 1,-1 0-1,0 0 1,1 0-1,-1 0 1,0 1-1,1-1 1,-1 0-1,0 1 1,0-1-1,1 1 1,-1-1-1,0 1 1,0 0-1,0-1 1,0 1-1,0 0 1,0 0-1,0 0 1,0 0-1,0 0 1,0 0-1,0 1 1,1 2 29,0 0 1,-1 0 0,0 0 0,0 0 0,0 0-1,0 0 1,0 7 0,-1 38 98,1-49-233,-1 1 1,1-1-1,-1 1 1,1-1-1,-1 0 0,1 1 1,-1-1-1,1 1 1,-1-1-1,1 0 1,0 0-1,-1 1 1,1-1-1,0 0 1,-1 0-1,1 0 1,0 0-1,-1 0 1,1 0-1,0 0 0,-1 0 1,1 0-1,0 0 1,-1 0-1,1 0 1,-1 0-1,1-1 1,0 1-1,-1 0 1,1 0-1,0-1 1,-1 1-1,1 0 1,-1-1-1,2 0 1,52-42-1787,28-21 1568,-66 55 348,16-13 2114,-32 22-2125,0-1-1,0 1 1,1 0 0,-1 0-1,0-1 1,0 1 0,1 0-1,-1 0 1,0-1-1,0 1 1,1 0 0,-1 0-1,0 0 1,0 0-1,1 0 1,-1-1 0,0 1-1,1 0 1,-1 0 0,0 0-1,1 0 1,-1 0-1,0 0 1,1 0 0,-1 0-1,0 0 1,1 0-1,-1 0 1,0 0 0,0 0-1,1 0 1,-1 1 0,0-1-1,1 0 1,-1 0-1,0 0 1,0 0 0,1 1-1,-1-1 1,0 0-1,0 0 1,1 0 0,-1 1-1,0-1 1,0 0 0,1 0-1,-1 1 1,0-1-1,0 0 1,0 1 0,0-1-1,0 0 1,0 0-1,1 1 1,-1-1 0,0 0-1,0 1 1,0-1 0,0 0-1,0 1 1,0-1-1,0 0 1,0 1 0,3 23-188,-3-23 275,1 34-172,-1-27-961,0 1 1,1-1-1,-1 0 1,3 10 0,3-7-5039</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8.290"/>
    </inkml:context>
    <inkml:brush xml:id="br0">
      <inkml:brushProperty name="width" value="0.025" units="cm"/>
      <inkml:brushProperty name="height" value="0.025" units="cm"/>
    </inkml:brush>
  </inkml:definitions>
  <inkml:trace contextRef="#ctx0" brushRef="#br0">2 1 10970,'0'0'8776,"0"8"-8295,-1-4-436,1 0 1,0 0-1,-1 0 1,2 0-1,-1-1 1,0 1-1,1 0 1,0 0-1,0 0 0,0-1 1,0 1-1,1 0 1,-1-1-1,1 1 1,0-1-1,0 0 1,0 1-1,0-1 0,1 0 1,-1 0-1,1 0 1,0-1-1,0 1 1,0-1-1,0 0 0,7 4 1,1-2-46,1-1 1,0 0-1,0-1 0,0-1 1,0 0-1,0 0 0,0-1 1,15-2-1,10 1-144,-36 1 144,0 0 0,0 0 0,1 0 0,-1 0 0,0 0 0,0 0 1,0 0-1,1 0 0,-1-1 0,0 1 0,0 0 0,0-1 0,0 1 1,0-1-1,0 1 0,0-1 0,0 1 0,0-1 0,0 0 0,0 0 1,0 1-1,0-1 0,0 0 0,0 0 0,-1 0 0,1 0 0,0 0 0,-1 0 1,1 0-1,-1 0 0,1 0 0,-1 0 0,0 0 0,1-1 0,-1 1 1,0 0-1,1-2 0,-2 0 11,1 1-1,0 0 1,-1-1-1,1 1 1,-1 0 0,0 0-1,0-1 1,0 1 0,0 0-1,0 0 1,0 0-1,-1 0 1,1 0 0,-1 0-1,1 0 1,-1 1 0,0-1-1,0 1 1,0-1-1,1 1 1,-1 0 0,-1-1-1,1 1 1,0 0 0,0 0-1,0 0 1,-1 1-1,1-1 1,0 1 0,-3-1-1,-5-1 165,0 0 0,1 1-1,-1 0 1,0 1 0,0 0 0,-11 2-1,18-1-124,-1-1 0,1 1 1,-1 0-1,1 1 0,-1-1 0,1 1 0,0-1 0,0 1 0,0 0 0,0 0 0,0 0 1,0 1-1,0-1 0,1 1 0,-1-1 0,1 1 0,0 0 0,0 0 0,0 0 0,0 0 0,0 0 1,-1 5-1,-1 1 38,1 1 0,1-1 1,-1 0-1,2 1 0,-1-1 1,1 1-1,0 12 0,1-19-85,1-1 0,-1 1 0,1 0 0,-1-1 0,1 1 0,0 0 0,0-1 0,0 1 0,0-1 0,0 1 1,1-1-1,-1 0 0,1 1 0,-1-1 0,1 0 0,0 0 0,0 0 0,0 0 0,0-1 0,0 1 0,1 0 0,-1-1 0,0 0 0,1 1 0,-1-1 0,1 0 0,0 0 0,-1-1 0,6 2 0,8 2-47,0-2-1,0 0 1,31 0-1,-37-1 0,11-1-50,110 0-2195,-107-2-596,37-7 1,0-9-4018</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50.343"/>
    </inkml:context>
    <inkml:brush xml:id="br0">
      <inkml:brushProperty name="width" value="0.025" units="cm"/>
      <inkml:brushProperty name="height" value="0.025" units="cm"/>
    </inkml:brush>
  </inkml:definitions>
  <inkml:trace contextRef="#ctx0" brushRef="#br0">214 593 4417,'0'0'7115,"-25"4"-6816,-77 18-146,52-8-178,31-9 2105,1-4 5712,21-1-7770,276-64 236,-103 21-236,-81 21-11,204-41 8,265-8 7,-270 36 5,31-1 24,-278 34-54,73-2-1,191-30-1,278-79-77,-461 89 86,1 6 0,177-1 0,-188 16 8,127-19 0,-75 2 52,77-11 144,-174 23 155,131 2 0,-174 6-368,1396 0 6345,-1431 0-8316,-52 0-5320,23 0-1083</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08.649"/>
    </inkml:context>
    <inkml:brush xml:id="br0">
      <inkml:brushProperty name="width" value="0.025" units="cm"/>
      <inkml:brushProperty name="height" value="0.025" units="cm"/>
    </inkml:brush>
  </inkml:definitions>
  <inkml:trace contextRef="#ctx0" brushRef="#br0">0 0 2865,'0'0'5074,"0"6"-3106,0 11-939,0-3 8518,12-5-9506,1-2 24,1-1 0,-1 2 0,0 0 0,0 0 0,16 16 0,-15-13 151,21 13 324,-34-23-683,-1-1 0,1 0 0,-1 1 0,0-1 0,0 0 0,1 1 0,-1-1 0,0 0 0,1 1 0,-1-1 0,0 0 0,0 1 0,0-1 0,0 1 0,1-1 0,-1 1 0,0-1 0,0 0 0,0 1 0,0-1 0,0 1 0,0-1 0,0 1 0,0-1 0,0 1 0,0 3-1627,0 0-2417</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09.264"/>
    </inkml:context>
    <inkml:brush xml:id="br0">
      <inkml:brushProperty name="width" value="0.025" units="cm"/>
      <inkml:brushProperty name="height" value="0.025" units="cm"/>
    </inkml:brush>
  </inkml:definitions>
  <inkml:trace contextRef="#ctx0" brushRef="#br0">453 19 4321,'0'0'5200,"5"-1"-4503,14-7 162,-19 8-704,0 0 0,1 0 0,-1 0 0,0 0 0,0 0 0,1 0 0,-1 0-1,0 0 1,0-1 0,0 1 0,1 0 0,-1 0 0,0 0 0,0 0 0,0 0 0,0-1 0,1 1 0,-1 0 0,0 0 0,0 0-1,0-1 1,0 1 0,0 0 0,0 0 0,1 0 0,-1-1 0,0 1 0,0 0 0,0 0 0,0-1 0,0 1 0,0 0 0,0 0-1,0 0 1,0-1 0,0 1 0,0 0 0,0 0 0,0-1 0,0 1 0,0 0 0,-1-1 0,1 1-113,0 0 1,0 0-1,-1 0 0,1-1 1,0 1-1,-1 0 1,1 0-1,0 0 0,-1 0 1,1 0-1,0 0 1,-1 0-1,1 0 0,0 0 1,-1 0-1,1 0 1,0 0-1,-1 0 0,1 0 1,0 0-1,-1 0 1,1 0-1,0 1 0,-1-1 1,1 0-1,0 0 1,-1 0-1,1 0 0,0 1 1,0-1-1,-1 0 1,1 0-1,0 1 0,-1-1 1,-26 26 403,2 2-1,0 0 1,-33 52 0,16-23-38,-42 49-80,36-47-256,2 1-1,-46 82 1,88-136-78,1 1 0,0 0 1,0 1-1,1-1 0,0 0 1,0 1-1,1-1 0,0 1 0,0 0 1,0 10-1,18-17-1536,-14-1 1330,3 0-536,0 0 0,1 0 1,-1-1-1,0 0 1,8-2-1,14-10-4256</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09.840"/>
    </inkml:context>
    <inkml:brush xml:id="br0">
      <inkml:brushProperty name="width" value="0.025" units="cm"/>
      <inkml:brushProperty name="height" value="0.025" units="cm"/>
    </inkml:brush>
  </inkml:definitions>
  <inkml:trace contextRef="#ctx0" brushRef="#br0">4 0 3425,'0'0'11898,"-3"0"-10026,5 0-486,288 3-1084,-290 7-6012,0-5 1883</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0.281"/>
    </inkml:context>
    <inkml:brush xml:id="br0">
      <inkml:brushProperty name="width" value="0.025" units="cm"/>
      <inkml:brushProperty name="height" value="0.025" units="cm"/>
    </inkml:brush>
  </inkml:definitions>
  <inkml:trace contextRef="#ctx0" brushRef="#br0">0 1 5977,'0'0'11548,"15"6"-10169,60 1-641,0-3 0,134-9 0,-198 2-143,-7 1-1616,0 1-4320</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1.143"/>
    </inkml:context>
    <inkml:brush xml:id="br0">
      <inkml:brushProperty name="width" value="0.025" units="cm"/>
      <inkml:brushProperty name="height" value="0.025" units="cm"/>
    </inkml:brush>
  </inkml:definitions>
  <inkml:trace contextRef="#ctx0" brushRef="#br0">0 60 8010,'0'0'10155,"7"-2"-9327,-5 1-702,22-8 403,-23 9-479,1-1-1,-1 1 1,0 0-1,1 0 0,-1 0 1,0 0-1,0 0 1,1 0-1,-1 0 0,0 0 1,1 0-1,-1 1 1,0-1-1,1 0 0,-1 1 1,0-1-1,0 1 1,0-1-1,0 1 0,2 1 1,0 1 70,-1 1 0,1-1 0,-1 1 0,1 0 0,-1 0 1,0 0-1,-1 1 0,1-1 0,-1 0 0,0 1 0,0-1 0,0 0 1,0 8-1,0 66 757,-2-45-669,1-33 261,0-26-413,0 20-66,0 0 0,1 0 0,-1 0 0,1 0 0,1 0-1,-1 1 1,1-1 0,0 0 0,1 1 0,-1 0 0,1-1 0,0 1-1,0 0 1,1 0 0,-1 0 0,1 1 0,0 0 0,0-1-1,1 1 1,8-6 0,12-8-87,0 1 0,1 1 0,32-14 0,-58 30 94,1-1-3,0 1 0,-1 0 0,1-1 0,0 1 0,0-1 0,-1 1 0,1 0 0,0 0-1,0-1 1,-1 1 0,1 0 0,0 0 0,0 0 0,-1 0 0,1 0 0,0 0 0,0 0 0,0 0-1,-1 0 1,1 0 0,0 1 0,0-1 0,0 0 0,-1 0 0,1 1 0,0-1 0,-1 0 0,1 1 0,0-1-1,-1 1 1,1-1 0,0 1 0,-1-1 0,1 1 0,-1 0 0,1-1 0,-1 1 0,1 0 0,-1-1-1,0 1 1,1 0 0,-1-1 0,0 1 0,0 0 0,1 0 0,-1-1 0,0 1 0,0 0 0,0 0-1,0 1 1,1 6 57,0 1 1,-1 0-1,-1 16 0,0-11-34,1 61 504,0-74-494,16-11-1132,16-17 805,1 2 0,60-34 1,-78 55 285,-15 36 969,0 71 90,0-69-3975,0-2-4432,0-23-1056</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2.097"/>
    </inkml:context>
    <inkml:brush xml:id="br0">
      <inkml:brushProperty name="width" value="0.025" units="cm"/>
      <inkml:brushProperty name="height" value="0.025" units="cm"/>
    </inkml:brush>
  </inkml:definitions>
  <inkml:trace contextRef="#ctx0" brushRef="#br0">1 33 4337,'0'0'12112,"5"3"-7412,4-3-4526,34-10-117,-1 1-1,1 2 0,74-2 1,-116 9-47,1 1 1,-1 0-1,0-1 1,0 1-1,0 0 1,0 0 0,0 0-1,0 0 1,0 0-1,0 0 1,0 0-1,-1 0 1,1 0 0,0 0-1,-1 1 1,1-1-1,0 0 1,-1 0 0,0 1-1,1-1 1,-1 0-1,0 1 1,0-1-1,0 0 1,0 1 0,0-1-1,0 3 1,0 41 381,-1-42-361,0 0 0,0-1 0,0 1 0,0-1 0,-1 1 1,1-1-1,-1 1 0,0-1 0,1 0 0,-1 0 0,0 0 0,0 0 0,-1 0 1,-3 3-1,-39 22 101,40-24-118,-45 21 9,34-17-17,1 0 0,-17 11 1,25-13-4433,19-12 1354,-7 3 1622,16-9-3972</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2.687"/>
    </inkml:context>
    <inkml:brush xml:id="br0">
      <inkml:brushProperty name="width" value="0.025" units="cm"/>
      <inkml:brushProperty name="height" value="0.025" units="cm"/>
    </inkml:brush>
  </inkml:definitions>
  <inkml:trace contextRef="#ctx0" brushRef="#br0">316 9 6121,'0'0'11264,"0"0"-11159,0-1 0,1 1 0,-1 0 0,0 0 0,0 0 1,0 0-1,0-1 0,1 1 0,-1 0 0,0 0 0,0 0 0,0-1 0,0 1 0,0 0 0,1 0 0,-1-1 0,0 1 1,0 0-1,0 0 0,0-1 0,0 1 0,0 0 0,0 0 0,0-1 0,0 1 0,0 0 0,0 0 0,0-1 0,0 1 0,0 0 1,0 0-1,0-1 0,-1 1 0,-11-1-37,-1 1 0,0 1 0,1 0 0,-1 0 0,1 2 0,-1-1 0,1 2 0,0-1 0,0 2 0,1-1 0,-1 2 0,1 0 0,-14 9 0,-47 40 84,64-48-125,1 1 0,-1 0 0,1 0 0,1 0 0,-1 1 0,-6 12 0,12-20-19,1 0-1,-1 0 1,0 0 0,1 0-1,-1 0 1,1 0-1,-1 0 1,1 0-1,0 0 1,-1 0-1,1 0 1,0 0-1,0 0 1,-1 1 0,1-1-1,0 0 1,0 0-1,1 0 1,-1 0-1,0 0 1,0 0-1,0 0 1,1 0-1,-1 1 1,0-1-1,1 0 1,-1 0 0,1 0-1,0-1 1,-1 1-1,1 0 1,0 0-1,-1 0 1,1 0-1,0 0 1,0-1-1,0 1 1,0 0 0,-1-1-1,1 1 1,0-1-1,0 1 1,0-1-1,1 1 1,-1-1-1,0 0 1,0 0-1,1 1 1,8 0 193,0 0 0,0 0 0,0-1 0,16-1 1,-6 0 83,94 1 2153,-114 0-2248,4 0-4499,-1 0-798</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3.286"/>
    </inkml:context>
    <inkml:brush xml:id="br0">
      <inkml:brushProperty name="width" value="0.025" units="cm"/>
      <inkml:brushProperty name="height" value="0.025" units="cm"/>
    </inkml:brush>
  </inkml:definitions>
  <inkml:trace contextRef="#ctx0" brushRef="#br0">64 19 4401,'0'0'11040,"0"-19"-4160,0 72-6326,-3-1 1,-2 0-1,-2 0 1,-23 84-1,26-124-1400,1 0-1,0 1 1,1-1-1,-1 22 0,0-34-3781</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3.854"/>
    </inkml:context>
    <inkml:brush xml:id="br0">
      <inkml:brushProperty name="width" value="0.025" units="cm"/>
      <inkml:brushProperty name="height" value="0.025" units="cm"/>
    </inkml:brush>
  </inkml:definitions>
  <inkml:trace contextRef="#ctx0" brushRef="#br0">1 44 4865,'0'0'11781,"0"-3"-10730,1 2-957,-1 0 1,0 0-1,0 0 0,0 1 0,1-1 0,-1 0 0,0 0 1,1 1-1,-1-1 0,1 0 0,-1 0 0,1 1 1,-1-1-1,1 1 0,0-1 0,-1 0 0,1 1 1,0-1-1,-1 1 0,1-1 0,0 1 0,0 0 1,-1-1-1,1 1 0,0 0 0,0 0 0,0-1 1,-1 1-1,1 0 0,0 0 0,0 0 0,0 0 0,0 0 1,0 0-1,-1 0 0,1 0 0,0 0 0,1 1 1,8-2-396,36-3 905,167-11 457,-71 11 2610,-141 4-3189,28 0-7874,-15 0 1515</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5.139"/>
    </inkml:context>
    <inkml:brush xml:id="br0">
      <inkml:brushProperty name="width" value="0.025" units="cm"/>
      <inkml:brushProperty name="height" value="0.025" units="cm"/>
    </inkml:brush>
  </inkml:definitions>
  <inkml:trace contextRef="#ctx0" brushRef="#br0">414 1 2721,'0'0'19376,"-18"0"-19131,-4 0-220,0 0 0,1 2-1,-1 1 1,0 0 0,1 2-1,0 0 1,0 1 0,0 2 0,1 0-1,0 1 1,1 1 0,-31 20 0,40-21 80,1 0 0,0 1 0,0 0 1,1 0-1,1 1 0,0 0 0,-7 13 1,1-1 118,11-18-195,1 0 0,0-1 0,-1 1 0,2 0 0,-1 0-1,0 0 1,1 0 0,0 0 0,0 0 0,1 0 0,0 6-1,1 17 67,0-27-82,-1 0 0,1 0 0,0 0 0,0 0 0,0 0 0,0-1 0,0 1 0,0 0 1,0-1-1,0 0 0,0 1 0,3-1 0,17 6 207,-13-3-165,-1 1 0,1-1 0,0 0-1,1-1 1,-1 0 0,19 1 0,61-1 346,-54-3-156,144-13 2573,-179 10-4980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3.021"/>
    </inkml:context>
    <inkml:brush xml:id="br0">
      <inkml:brushProperty name="width" value="0.025" units="cm"/>
      <inkml:brushProperty name="height" value="0.025" units="cm"/>
    </inkml:brush>
  </inkml:definitions>
  <inkml:trace contextRef="#ctx0" brushRef="#br0">385 0 4505,'0'0'3374,"3"5"-3005,1 4 350,-1 0-1,0 1 1,0 0-1,-1-1 0,0 1 1,-1 0-1,0 0 0,-1 19 1,0-7-339,1 0 1,0 0-1,10 43 0,-3-23 388,-1-1 1,0 84-1,1 3-196,6 15-238,32 195 338,-33-269-441,-3-1 0,1 77 0,-11 142 242,-2-129-495,-19 366 533,-61 14-34,-18 163 139,60-372-550,9-100-18,-69 640 521,75-326-141,1-233-349,-5 130 105,24-223-129,-15 315 105,12-313-132,5-102 4,0 2 0,-16 220 17,10-78-65,4-57 48,1-17 41,5-135 33,-8-8 385,5-33-454,0-1 0,0 0-1,0 17 1,2-26-110,0-8-942,0-35-2130,8-59 0,2 37-2351</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4.914"/>
    </inkml:context>
    <inkml:brush xml:id="br0">
      <inkml:brushProperty name="width" value="0.025" units="cm"/>
      <inkml:brushProperty name="height" value="0.025" units="cm"/>
    </inkml:brush>
  </inkml:definitions>
  <inkml:trace contextRef="#ctx0" brushRef="#br0">403 24 336,'0'0'3789,"-12"17"-3724,-35 52-62,35-48 41,12-20 1008,-1-2-852,0 1 0,0 0 0,0-1 0,0 1 0,0 0 0,0-1 0,0 1 0,0-1 0,0 0 0,0 1 0,0-1 0,0 0 0,1 1 0,-1-1 0,0 0 0,1 0 0,-1 0 0,0 0 0,1 0 0,-1 1 0,1-1 0,-1 0 0,1 0 0,0 0 0,-1 0 0,1-1 0,0 1 0,0 0 0,0 0 0,0 0 0,0-1 0,-2-42 4235,2 35-2366,0 9-1690,-2-5 1471,2 5-1813,0-1 0,0 1-1,-1-1 1,1 0 0,0 1-1,0-1 1,0 1 0,0-1 0,-1 1-1,1-1 1,0 1 0,0-1 0,-1 1-1,1-1 1,0 1 0,-1-1 0,1 1-1,-1 0 1,1-1 0,-1 1 0,1-1-1,0 1 1,-1 0 0,1 0 0,-1-1-1,0 1 1,1 0 0,-1 0 0,1-1-1,-1 1 1,1 0 0,-1 0-1,1 0 1,-1 0 0,0 0 0,1 0-1,-1 0 1,1 0 0,-1 0 0,0 0-1,1 0 1,-1 1 0,1-1 0,-2 0-1,-4 6 51,0-1-1,0 1 1,0 0-1,0 0 1,1 1 0,-7 11-1,-9 10-43,-12 15-28,2 0 0,1 3 0,3 0 0,2 1 0,-20 54 0,33-88 5,11-12-19,0 0 0,-1 0 1,1 0-1,0 0 0,0 0 1,0 1-1,0-1 1,0 0-1,0 0 0,0 1 1,0-1-1,0 1 0,1-1 1,-1 1-1,1-1 0,-1 1 1,1-1-1,-1 3 1,1-4-24,9-15-363,27-37 486,40-64 14,-61 90-111,22-41 62,29-70 0,-52 77 257,-14 59-316,0 1 1,0-1-1,0 1 1,0 0-1,0-1 1,1 1-1,-1-1 1,0 1-1,0-1 1,1 1-1,-1-1 1,0 1-1,1 0 1,-1-1-1,0 1 1,1 0-1,-1-1 1,0 1 0,1 0-1,-1 0 1,1-1-1,-1 1 1,0 0-1,1 0 1,-1-1-1,1 1 1,-1 0-1,1 0 1,-1 0-1,1 0 1,-1 0-1,1 0 1,-1 0-1,1 0 1,-1 0-1,1 0 1,-1 0-1,1 0 1,-1 0-1,1 1 1,-1-1 0,1 0-1,-1 0 1,0 0-1,1 1 1,-1-1-1,1 1 1,1 0-13,0 0 0,-1 0 1,1 0-1,-1 0 0,1 0 1,-1 1-1,1-1 1,-1 1-1,0-1 0,0 1 1,2 1-1,4 11 98,1 0 0,1-1 0,0 0 0,1 0-1,0-1 1,1-1 0,1 0 0,0 0 0,0-1 0,1-1 0,0 0 0,0 0-1,1-2 1,0 1 0,1-2 0,24 8 0,-30-11-28,0 0 0,0 0 0,0 1 0,0 0 0,-1 1 0,0 0 0,0 0 0,0 1 1,0 0-1,-1 0 0,0 1 0,0 0 0,8 11 0,130 161 1863,-145-179-1940,0 0-1,0 0 1,0 0-1,-1 0 1,1 0-1,0 0 1,0 0-1,-1 0 1,1 0-1,0 0 1,0 0-1,0 0 1,-1 0-1,1 0 1,0 0-1,0 0 1,-1 0-1,1 0 1,0 0-1,0 0 1,-1 0-1,1 0 1,0 0-1,0 0 1,0 1-1,-1-1 1,1 0 0,0 0-1,0 0 1,0 0-1,0 1 1,0-1-1,-1 0 1,1 0-1,0 0 1,0 0-1,0 1 1,0-1-1,0 0 1,0 0-1,0 1 1,-1-1-1,1 0 1,0 0-1,0 0 1,0 1-1,0-1 1,0 0-1,0 0 1,0 1-1,0-1 1,0 0-1,0 0 1,1 0-1,-1 1 1,0-1-1,0 0 1,0 0-1,0 1 1,0-1-1,0 0 1,0 0-1,0 0 1,1 0-1,-1 1 1,0-1-1,0 0 1,0 0-1,1 0 1,-24-4-4588,9-5-1534</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5.618"/>
    </inkml:context>
    <inkml:brush xml:id="br0">
      <inkml:brushProperty name="width" value="0.025" units="cm"/>
      <inkml:brushProperty name="height" value="0.025" units="cm"/>
    </inkml:brush>
  </inkml:definitions>
  <inkml:trace contextRef="#ctx0" brushRef="#br0">0 0 2633,'0'0'8045,"16"6"2359,15 13-10213,1-1 0,0-2 0,1 0 0,0-3-1,51 14 1,-81-26-121,0 0 0,0 0 0,0 1 0,0-1-1,-1 1 1,1 0 0,0 0 0,3 3 0,16 10-1915,-6-11-6894</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6.202"/>
    </inkml:context>
    <inkml:brush xml:id="br0">
      <inkml:brushProperty name="width" value="0.025" units="cm"/>
      <inkml:brushProperty name="height" value="0.025" units="cm"/>
    </inkml:brush>
  </inkml:definitions>
  <inkml:trace contextRef="#ctx0" brushRef="#br0">318 0 4625,'0'0'10135,"-25"2"-6099,23-1-3985,1 1-1,-1-1 1,1 1 0,0 0-1,-1-1 1,1 1 0,0 0 0,0 0-1,0 0 1,0 0 0,1 0-1,-1 0 1,1 0 0,-1 0-1,1 0 1,-1 3 0,0 41 195,1-34-134,-1 30 53,2-1-1,2 1 0,2 0 0,12 49 1,-8-58-106,-1-5 69,0 0-1,-2 0 0,-1 0 1,2 47-1,-8-74-105,1 0-1,0 0 1,0 0 0,-1 0 0,1 0-1,0 0 1,-1 0 0,1 0 0,-1-1-1,1 1 1,-1 0 0,1 0 0,-1 0-1,0-1 1,1 1 0,-1 0-1,0-1 1,0 1 0,0-1 0,1 1-1,-1-1 1,0 1 0,0-1 0,0 1-1,0-1 1,0 0 0,-1 1 0,-28 5 85,27-6-87,-46 4 87,-61-3 0,55-2-4,51 1-90,0 0 0,-1 0-1,1 0 1,0-1-1,0 0 1,0 0-1,0 0 1,0 0-1,0 0 1,0-1-1,0 0 1,0 0-1,0 0 1,1 0-1,-1-1 1,1 1-1,-5-6 1,6 6 89</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9.788"/>
    </inkml:context>
    <inkml:brush xml:id="br0">
      <inkml:brushProperty name="width" value="0.025" units="cm"/>
      <inkml:brushProperty name="height" value="0.025" units="cm"/>
    </inkml:brush>
  </inkml:definitions>
  <inkml:trace contextRef="#ctx0" brushRef="#br0">1 298 3833,'0'0'6835,"8"9"-5978,23 26-81,-30-34-597,1 0 0,-1 1 0,0-1 0,1 0 0,-1 0 0,1-1 0,-1 1 0,1 0 0,0 0 0,-1-1 0,1 1 0,0-1 0,-1 1 0,1-1 0,0 0 0,0 0 0,-1 0 0,1 0 0,0 0 0,2 0 0,3-1 71,15 4 179,1-2 0,29-3 0,-5 1-62,28-3-262,93-16 0,-51 5-47,149-18 238,159-16-33,648-20 61,-190-13 355,-665 57-546,291 1 0,518 3-61,-405 10-56,-483 11-16,341 27 4,-232-8-1,1022 2 69,-846-36 264,-114 3-280,1714-1-32,-1295 15-20,444 22 488,-1034-15-268,247 8 1878,27-11 552,-513-6-4096,1 0-4954,69-2 618,4-9-4084</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30.444"/>
    </inkml:context>
    <inkml:brush xml:id="br0">
      <inkml:brushProperty name="width" value="0.025" units="cm"/>
      <inkml:brushProperty name="height" value="0.025" units="cm"/>
    </inkml:brush>
  </inkml:definitions>
  <inkml:trace contextRef="#ctx0" brushRef="#br0">7 1 4625,'0'0'10530,"4"1"-9744,8 2-138,-7-2-92,1 0-1,-1 1 1,0 0 0,1 0-1,-1 0 1,0 1-1,0-1 1,-1 1-1,10 7 1,11 15-225,1-1 1,2-1-1,0-2 0,1 0 1,49 24-1,-59-36-229,38 10 1,10 4 58,-66-23-145,-1 0 0,1 0 0,-1 0 0,0 0 0,1 1 1,-1-1-1,1 0 0,-1 0 0,0 1 0,1-1 0,-1 0 1,0 1-1,1-1 0,-1 0 0,0 1 0,0-1 0,1 1 1,-1-1-1,0 0 0,0 1 0,0-1 0,1 1 0,-1-1 1,0 0-1,0 1 0,0-1 0,0 1 0,0-1 1,0 1-1,0-1 0,0 1 0,0-1 0,0 1 0,0-1 1,0 0-1,-1 1 0,1-1 0,0 1 0,0-1 0,0 0 1,0 1-1,-1-1 0,1 1 0,0-1 0,-1 0 0,1 1 1,0-1-1,0 0 0,-1 1 0,-17 13 398,-333 145 440,320-147-807,30-11-64,-1 0 1,1 0 0,0-1 0,0 1-1,-1 0 1,1 0 0,0 0 0,0 1-1,0-1 1,0 0 0,0 0-1,0 1 1,1-1 0,-1 0 0,0 1-1,1-1 1,-1 0 0,0 1 0,1-1-1,0 1 1,-1-1 0,1 4-1,0 41-2349,-1-6-1521,-8-20 567,-5-4-1896</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31.216"/>
    </inkml:context>
    <inkml:brush xml:id="br0">
      <inkml:brushProperty name="width" value="0.025" units="cm"/>
      <inkml:brushProperty name="height" value="0.025" units="cm"/>
    </inkml:brush>
  </inkml:definitions>
  <inkml:trace contextRef="#ctx0" brushRef="#br0">154 1 2032,'0'1'4906,"5"14"10370,125-17-14253,-129 2-1025,1 0 0,0 0 0,-1 0 1,1 0-1,-1 1 0,1-1 0,-1 1 0,1-1 1,-1 1-1,1-1 0,-1 1 0,1 0 0,-1-1 0,0 1 1,1 0-1,-1 0 0,0 0 0,0 0 0,0 1 0,0-1 1,0 0-1,0 0 0,0 0 0,0 1 0,0-1 0,-1 1 1,1-1-1,0 1 0,0 2 0,0 1-11,0 0 1,0 1-1,-1-1 1,1 0-1,-1 1 0,0-1 1,-2 10-1,1-13 17,1 0 0,-1 0 0,0 0 1,0-1-1,0 1 0,-1 0 0,1 0 0,0-1 0,-1 1 0,1 0 1,-1-1-1,1 0 0,-1 1 0,0-1 0,1 0 0,-1 0 0,0 0 1,0 0-1,-4 2 0,-41 12 97,-200 34 30,246-49-189,1 1-18,0-1 0,1 0 0,-1 1 0,0-1 1,0 0-1,1 1 0,-1-1 0,0 0 0,1 0 0,-1 1 0,1-1 0,-1 0 0,0 0 0,1 0 0,-1 0 0,1 1 0,-1-1 0,0 0 0,1 0 0,-1 0 0,1 0 0,-1 0 0,0 0 0,1 0 0,-1 0 0,1 0 0,-1 0 0,1 0 0,-1-1 1,0 1-1,1 0 0,5 0-596,64 0-5313,-37 0 1640</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31.941"/>
    </inkml:context>
    <inkml:brush xml:id="br0">
      <inkml:brushProperty name="width" value="0.025" units="cm"/>
      <inkml:brushProperty name="height" value="0.025" units="cm"/>
    </inkml:brush>
  </inkml:definitions>
  <inkml:trace contextRef="#ctx0" brushRef="#br0">127 23 2905,'0'0'11711,"6"0"-10761,24 0 1377,-30-1-2235,0 1-1,0 0 1,0-1-1,0 1 1,0-1 0,0 1-1,1 0 1,-1-1-1,0 1 1,0 0-1,0-1 1,0 1-1,1 0 1,-1 0 0,0-1-1,0 1 1,1 0-1,-1 0 1,0-1-1,1 1 1,-1 0 0,0 0-1,1 0 1,-1-1-1,0 1 1,1 0-1,-1 0 1,0 0-1,1 0 1,-1 0 0,1 0-1,41-7 320,-61 2 104,-18 4-417,-35 0 238,68 1-260,-1 1 1,1-1 0,-1 1-1,1 0 1,0 0-1,-1 1 1,1-1-1,0 1 1,0 0 0,0 0-1,0 0 1,-5 5-1,6-4-49,0 1-1,1 0 1,-1 0 0,1 0-1,0 1 1,0-1-1,1 0 1,-1 1-1,1-1 1,0 1 0,0-1-1,0 1 1,1 0-1,0-1 1,0 1-1,0 0 1,1 8 0,-1 0 28,1-10-37,0-1 1,0 1 0,0-1 0,0 0-1,0 0 1,0 0 0,1 0-1,-1 1 1,1-2 0,-1 1-1,1 0 1,0 0 0,0 0-1,0-1 1,0 1 0,0-1 0,4 2-1,38 20 347,-24-17-240,-1-2 0,1 0 0,-1-1-1,25 0 1,-6-2-5858,-48-1-584</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4.591"/>
    </inkml:context>
    <inkml:brush xml:id="br0">
      <inkml:brushProperty name="width" value="0.025" units="cm"/>
      <inkml:brushProperty name="height" value="0.025" units="cm"/>
    </inkml:brush>
  </inkml:definitions>
  <inkml:trace contextRef="#ctx0" brushRef="#br0">1 1 3817,'0'0'9662,"7"8"-5513,-2-3 995,-2 10-3540,-4 20-2481,1-26 1383,0 86 502,0-56-2672,0-31-2165,0-12-2932,0-14-2021</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4.937"/>
    </inkml:context>
    <inkml:brush xml:id="br0">
      <inkml:brushProperty name="width" value="0.025" units="cm"/>
      <inkml:brushProperty name="height" value="0.025" units="cm"/>
    </inkml:brush>
  </inkml:definitions>
  <inkml:trace contextRef="#ctx0" brushRef="#br0">1 0 7922,'0'0'8754,"0"15"-8866,0-4-1441,0-2-3400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5.380"/>
    </inkml:context>
    <inkml:brush xml:id="br0">
      <inkml:brushProperty name="width" value="0.025" units="cm"/>
      <inkml:brushProperty name="height" value="0.025" units="cm"/>
    </inkml:brush>
  </inkml:definitions>
  <inkml:trace contextRef="#ctx0" brushRef="#br0">511 83 8346,'0'0'7753,"-19"-11"-7323,-61-35-115,74 42-262,0 1 1,0 0-1,0 0 1,-1 1-1,1-1 1,-1 1-1,1 1 1,-1-1-1,0 1 1,1 0-1,-1 1 1,0 0-1,0 0 0,0 0 1,0 1-1,1 0 1,-9 2-1,9-1 39,0 1 0,0-1-1,0 1 1,0 0-1,0 0 1,1 1 0,-1 0-1,1 0 1,0 0-1,0 1 1,1 0 0,-1 0-1,1 0 1,0 0-1,-3 6 1,-9 14 525,-24 50 1,11-9-230,3 1 0,4 1-1,2 1 1,-14 90 0,28-112-326,0 95 0,6-142-357,0-22-4982,0-6 448,0-3-2275</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5.701"/>
    </inkml:context>
    <inkml:brush xml:id="br0">
      <inkml:brushProperty name="width" value="0.025" units="cm"/>
      <inkml:brushProperty name="height" value="0.025" units="cm"/>
    </inkml:brush>
  </inkml:definitions>
  <inkml:trace contextRef="#ctx0" brushRef="#br0">0 0 7786,'0'0'11666,"154"76"-11666,-104-73-704,-8-3-2417,1 0-9473</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6.473"/>
    </inkml:context>
    <inkml:brush xml:id="br0">
      <inkml:brushProperty name="width" value="0.025" units="cm"/>
      <inkml:brushProperty name="height" value="0.025" units="cm"/>
    </inkml:brush>
  </inkml:definitions>
  <inkml:trace contextRef="#ctx0" brushRef="#br0">0 0 5817,'0'0'12470,"2"4"-11722,20 30 505,-15-26-1009,-1 1 0,0 0 0,-1 0 0,7 18 1,-6-5 16,-1 0 0,-2 0 0,0 0 0,-1 0 0,-2 36 1,0-52-189,0-5 352,0-31-459,0 23 2,1 1 1,0 0-1,1 1 1,0-1 0,-1 0-1,2 0 1,-1 1-1,1-1 1,-1 1-1,2 0 1,-1-1 0,0 1-1,1 1 1,0-1-1,5-4 1,2-2-103,1 1 0,0 0-1,0 0 1,24-13 0,-32 21 120,-1 1-1,1-1 0,0 1 1,-1 0-1,1 0 1,0 0-1,0 0 1,0 1-1,0-1 1,0 1-1,6 1 1,-4-1 8,-5 0 13,0 1-1,-1-1 1,1 0-1,0 1 1,0 0-1,-1-1 1,1 1-1,-1-1 1,1 1-1,0 0 1,-1-1-1,1 1 1,-1 0 0,0-1-1,1 1 1,-1 0-1,0 0 1,1 0-1,-1-1 1,0 1-1,0 0 1,0 0-1,1 0 1,-1 0-1,0 0 1,0-1 0,0 1-1,-1 1 1,1 35 215,0-28-112,2 86 552,11-118-992,0 0 1,1 1-1,1 1 0,1 1 0,1 0 0,1 1 0,30-26 0,-46 43 347,1 0-1,-1 0 1,1 0 0,-1 0-1,1 1 1,0-1-1,-1 1 1,1 0 0,0-1-1,0 1 1,0 1-1,0-1 1,0 0 0,0 1-1,0-1 1,4 1 0,-5 0 42,1 1 0,-1 0 0,0 0 0,0 0 0,0 0 0,0 0 0,0 0 0,0 0 1,0 1-1,-1-1 0,1 1 0,0 0 0,-1-1 0,1 1 0,-1 0 0,0 0 1,1 0-1,-1 0 0,0 0 0,0 0 0,1 2 0,1 6 323,0-1 0,0 1 1,-1 0-1,-1 0 0,0 0 0,0 1 0,0-1 0,-2 0 1,0 12-1,0 12 169,1-34-854</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8.106"/>
    </inkml:context>
    <inkml:brush xml:id="br0">
      <inkml:brushProperty name="width" value="0.025" units="cm"/>
      <inkml:brushProperty name="height" value="0.025" units="cm"/>
    </inkml:brush>
  </inkml:definitions>
  <inkml:trace contextRef="#ctx0" brushRef="#br0">87 0 1304,'0'0'11331,"-3"4"-10354,0-1-573,2 0 0,-1 1-1,0-1 1,1 0 0,-1 1 0,1-1-1,0 1 1,0-1 0,0 6 0,0-7-277,1 0 0,0 0 0,0 0 1,0 0-1,0-1 0,0 1 0,0 0 1,1 0-1,-1 0 0,1 0 0,-1-1 1,1 1-1,0 0 0,-1 0 0,1-1 1,0 1-1,0-1 0,0 1 1,0 0-1,1-1 0,-1 0 0,0 1 1,1-1-1,2 2 0,72 36 673,-31-18-524,-29-15-212,0 0 0,1-1 0,-1-1 0,1 0 1,34 2-1,22 5-23,-20-7 336,-52-4-405,-1 0 36,0 1-1,0-1 1,1 0 0,-1 0-1,0 0 1,0 0 0,0 1-1,1-1 1,-1 0 0,0 0 0,0 0-1,0 1 1,0-1 0,0 0-1,1 0 1,-1 0 0,0 1-1,0-1 1,0 0 0,0 0 0,0 1-1,0-1 1,0 0 0,0 0-1,0 1 1,0-1 0,0 0-1,0 0 1,0 1 0,0-1 0,0 0-1,0 0 1,0 1 0,0-1-1,0 0 1,-1 0 0,1 1 0,0-1-1,0 0 1,0 0 0,0 0-1,0 1 1,-1-1 0,1 0-1,0 0 1,0 0 0,0 0 0,-1 1-1,1-1 1,0 0 0,-1 0-1,-10 1 16,0 0 0,0 1 0,1 0 0,-1 1 0,0 0 0,-16 8 0,15-6-10,0 0 0,-1-1 0,1-1 0,-21 3 0,-4 0 251,0 2 1,0 1 0,1 2 0,0 2-1,-45 22 1,73-27-465,-2 2-3762,0-2-1665</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10.592"/>
    </inkml:context>
    <inkml:brush xml:id="br0">
      <inkml:brushProperty name="width" value="0.025" units="cm"/>
      <inkml:brushProperty name="height" value="0.025" units="cm"/>
    </inkml:brush>
  </inkml:definitions>
  <inkml:trace contextRef="#ctx0" brushRef="#br0">93 74 3185,'0'0'8041,"-15"14"-7344,-44 45-63,57-58-574,0 0-1,1 1 0,0-1 0,-1 1 1,1 0-1,0-1 0,-1 1 1,1 0-1,0 0 0,1 0 0,-1 0 1,0 0-1,0 0 0,1 0 0,-1 0 1,1 0-1,0 0 0,-1 0 1,1 0-1,0 0 0,0 1 0,1-1 1,-1 0-1,1 4 0,1 6 260,-1-2-137,0 0 0,0 1 0,2-1 0,-1 0 1,1 0-1,1 0 0,-1 0 0,2-1 0,-1 1 1,2-1-1,-1 0 0,1-1 0,0 1 0,1-1 0,0 0 1,0-1-1,1 0 0,0 0 0,0 0 0,0-1 1,1 0-1,18 8 0,-16-11 6,0-1-1,0 0 1,0-1 0,0 0-1,1-1 1,21-2 0,2 0-83,-27 1-99,1 0 1,-1 0-1,0-1 1,-1 0-1,1-1 1,0 0-1,-1 0 1,1-1-1,-1 0 0,0 0 1,10-8-1,-5 3 71,0-1-1,0 0 0,-1-1 0,-1 0 0,12-16 1,-16 18 10,0 0-1,0 0 1,-1-1 0,0 0 0,-1-1 0,0 1 0,0 0-1,-2-1 1,1 0 0,-1 0 0,-1 0 0,0 0 0,0 0 0,-1 0-1,0 0 1,-4-19 0,3 27-81,-1-1 1,0 0-1,0 0 0,0 0 0,-1 1 1,1 0-1,-1-1 0,0 1 0,0 0 1,0 0-1,0 0 0,-6-3 0,-44-28-67,43 30 55,0 0 0,1 0 1,-2 1-1,1 0 0,0 1 0,0 0 0,-15 0 0,-78 2 338,44 2 3292</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18.185"/>
    </inkml:context>
    <inkml:brush xml:id="br0">
      <inkml:brushProperty name="width" value="0.025" units="cm"/>
      <inkml:brushProperty name="height" value="0.025" units="cm"/>
    </inkml:brush>
  </inkml:definitions>
  <inkml:trace contextRef="#ctx0" brushRef="#br0">2 5814 3089,'0'0'8181,"0"-3"-7230,0-3-810,-1 5-34,1 0 1,0 1 0,0-1-1,0 0 1,-1 0 0,1 0-1,0 0 1,0 0 0,0 0-1,0 0 1,1 0 0,-1 0 0,0 0-1,0 1 1,0-1 0,1 0-1,-1 0 1,0 0 0,1 0-1,-1 1 1,1-1 0,-1 0-1,1 0 1,0 1 0,-1-1 0,1 0-1,-1 1 1,1-1 0,0 0-1,0 1 1,-1-1 0,3 0-1,79-27 4444,-40 16-4407,-1-2-1,0-1 1,-1-3 0,61-36 0,-69 37-92,218-142 256,-43 24-266,164-63 1,-127 72-51,-15 3 3,297-164-46,119-44-42,37-23 57,17-7-95,-165 91 84,35-13-26,-169 88-89,-138 53 126,8-5 20,523-291 40,-471 253-17,281-145-12,-344 208-7,-127 64-2,28-13-105,-56 27 84,-2-4 0,97-63-1,-59 26-330,3 7-1,208-81 1,-23 8-127,-18 8 391,19 11 85,-298 117 73,32-20 0,21-11 47,44-7-98,47-23 462,61-23-290,-222 93 12,1 1 0,0 0 0,0 1 0,0 1 0,1 1-1,-1 0 1,18 0 0,-31 2-50,14 0 751,-20 0-1210,-39 4-3403,22 2 819,2 2-1515</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3.055"/>
    </inkml:context>
    <inkml:brush xml:id="br0">
      <inkml:brushProperty name="width" value="0.025" units="cm"/>
      <inkml:brushProperty name="height" value="0.025" units="cm"/>
    </inkml:brush>
  </inkml:definitions>
  <inkml:trace contextRef="#ctx0" brushRef="#br0">179 6 1672,'0'0'3005,"0"5"-3178,-1-4 174,1 0 0,0 0 1,0 0-1,0 1 1,0-1-1,0 0 1,0 0-1,0 0 0,0 0 1,1 1-1,-1-1 1,0 0-1,1 0 1,-1 0-1,1 0 0,-1 0 1,1 0-1,0 0 1,-1 0-1,1 0 1,1 1-1,7-4 42,-8 2-36,-1 0 1,4 0-604,11-1 8663,-14 0-7833,0 0 1,0 0-1,0 1 1,0-1-1,0 0 1,0 0-1,0 1 0,0-1 1,1 1-1,-1-1 1,0 1-1,0 0 1,1-1-1,-1 1 0,0 0 1,0 0-1,1 0 1,1 0-1,19-15 164,-21 14-278,0 0 0,0 0 0,1 0 0,-1 0 0,1 1 0,-1-1 0,0 0 0,1 1 0,-1-1 0,1 1 0,-1 0 0,1-1-1,0 1 1,-1 0 0,1 0 0,-1 0 0,1 0 0,-1 0 0,3 1 0,46-1-567,-39 0 647,132 12-151,-124-12-39,13-1-12,-1 2 1,62 9 0,-69-6 4,1-2-1,38-1 1,-58-1-1,73 0 883,-943 0 2911,864 0-2795,3 0-1010,0 0 0,0 0 1,0 0-1,0 1 1,0-1-1,0 0 1,-1 1-1,1-1 0,0 1 1,0-1-1,-1 1 1,1 0-1,2 2 1,-3 14-4628,-1-13-828</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4.440"/>
    </inkml:context>
    <inkml:brush xml:id="br0">
      <inkml:brushProperty name="width" value="0.025" units="cm"/>
      <inkml:brushProperty name="height" value="0.025" units="cm"/>
    </inkml:brush>
  </inkml:definitions>
  <inkml:trace contextRef="#ctx0" brushRef="#br0">350 38 3633,'0'0'9288,"0"-4"-8514,0-1-726,0 4 32,1 1 1,-1-1-1,0 0 0,0 0 0,0 0 0,0 0 0,0 0 0,0 0 0,0 0 0,0 1 0,0-1 0,0 0 0,0 0 0,-1 0 0,1 0 0,0 0 0,-1 1 1,1-1-1,-1 0 0,1 0 0,0 0 0,-1 1 0,0-1 0,1 0 0,-1 1 0,1-1 0,-1 0 0,0 1 0,0-1 0,1 1 0,-1-1 0,0 1 0,0 0 1,0-1-1,1 1 0,-1 0 0,0-1 0,0 1 0,0 0 0,0 0 0,0 0 0,0 0 0,1 0 0,-1 0 0,0 0 0,0 0 0,0 0 0,-1 0 0,-33 0 758,19-1-550,0 0-1,0 2 1,1 0-1,-1 0 1,0 2-1,0 0 1,-23 8-1,29-7-301,-8 3 337,0 1 0,-21 13 0,35-19-266,0 1 1,0 0-1,1-1 0,-1 1 0,1 1 1,-1-1-1,1 0 0,0 1 1,0 0-1,1-1 0,-1 1 0,1 0 1,0 1-1,0-1 0,-2 6 1,3-7-46,0 0 1,0 0-1,1 0 1,-1 0-1,1 0 1,0 0 0,0 0-1,0 0 1,0 0-1,1 0 1,-1 0-1,1 0 1,-1-1 0,1 1-1,2 4 1,-2-5 1,1 0 1,0 1 0,0-1-1,0 0 1,0 0-1,0-1 1,0 1 0,1 0-1,-1-1 1,1 1-1,-1-1 1,1 0-1,-1 0 1,1 0 0,4 1-1,17 3 214,1-1 0,-1-1-1,1-1 1,-1-1 0,41-4-1,1 1-227,-41 4 13,-18-1-8,0-1-1,0 0 0,0 0 1,0 0-1,0-1 0,0 1 1,11-4-1,-17 3 1176,-2 1-1376,0-1 1,0 1-1,0 0 0,0-1 1,0 1-1,0 0 0,0 0 1,0 0-1,0 0 0,0 0 1,0 0-1,0 0 0,0 0 1,0 0-1,0 1 0,0-1 1,0 0-1,0 0 0,0 1 1,0-1-1,-1 2 0,-22 7-5528</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6.755"/>
    </inkml:context>
    <inkml:brush xml:id="br0">
      <inkml:brushProperty name="width" value="0.025" units="cm"/>
      <inkml:brushProperty name="height" value="0.025" units="cm"/>
    </inkml:brush>
  </inkml:definitions>
  <inkml:trace contextRef="#ctx0" brushRef="#br0">79 1 5281,'0'0'2733,"5"0"-1317,10 0-501,-3 0 4927,-12 23-4919,1 43 630,0-4-1093,-2 0 1,-3 0-1,-14 77 0,1-65 230,2 1-1,-7 142 1,19-173-538,3-44 272,-1 16-560,-18 108 409,14-88-3391,4-69-1677,-5 15 192</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7.231"/>
    </inkml:context>
    <inkml:brush xml:id="br0">
      <inkml:brushProperty name="width" value="0.025" units="cm"/>
      <inkml:brushProperty name="height" value="0.025" units="cm"/>
    </inkml:brush>
  </inkml:definitions>
  <inkml:trace contextRef="#ctx0" brushRef="#br0">0 4 2721,'0'0'11067,"30"-3"-4659,-25 4-6200,0 0 0,0 0 0,0 0 0,0 0 0,-1 1 0,1 0 0,0 0 0,-1 1 0,0-1 0,7 5 0,43 35 158,-44-33-295,13 9 237,0 2-1,-2 0 1,27 33 0,-40-44 697,-6-5-6275,-11-3-2162,-2-1-3015</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7.723"/>
    </inkml:context>
    <inkml:brush xml:id="br0">
      <inkml:brushProperty name="width" value="0.025" units="cm"/>
      <inkml:brushProperty name="height" value="0.025" units="cm"/>
    </inkml:brush>
  </inkml:definitions>
  <inkml:trace contextRef="#ctx0" brushRef="#br0">186 0 2697,'0'0'11387,"3"0"-10106,6 0 412,-11 0 1804,-9 3-540,1 2-3795,-8 7 1199,1 0-1,0 2 1,1-1 0,0 2-1,1 0 1,-25 34 0,35-37-308,4-11-324,1 0-1,-1 0 1,1 0 0,0 0 0,-1 0 0,0-1 0,1 1 0,-1 0 0,0 0 0,1 0 0,-1 0-1,0-1 1,0 1 0,1 0 0,-1-1 0,0 1 0,0-1 0,0 1 0,0-1 0,0 1 0,0-1 0,0 0-1,-2 1 1,-7 2-4991</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9.105"/>
    </inkml:context>
    <inkml:brush xml:id="br0">
      <inkml:brushProperty name="width" value="0.025" units="cm"/>
      <inkml:brushProperty name="height" value="0.025" units="cm"/>
    </inkml:brush>
  </inkml:definitions>
  <inkml:trace contextRef="#ctx0" brushRef="#br0">107 1 1528,'0'0'3862,"0"7"-3516,1 21 1182,-1-27-1401,2 32 6869,-3-6-4963,0-22-1890,0 0 0,0 0-1,-1-1 1,1 1-1,-1 0 1,0 0 0,-1-1-1,-4 8 1,-27 38 1023,-20 31-584,76-119 688,59-116-1285,-80 152 13,-1 1 2,1 0-1,-1 0 0,0-1 1,1 1-1,-1 0 0,1 0 1,-1 0-1,1 0 1,0 0-1,-1 0 0,1 0 1,0 0-1,0 1 0,0-1 1,0 0-1,0 0 0,1 0 1,1 0 6,-2 1 28,28 1 817,-10 23-66,-4-3-109,-5-13-351,-1 0-1,2 0 1,15 8 0,1 1 55,-21-12-366,-1-1 162,0-1 0,0 0 0,0 1 0,1-1 1,-1-1-1,0 1 0,1-1 0,0 0 0,10 2 0,-33-11-7417,3-1-776</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4.142"/>
    </inkml:context>
    <inkml:brush xml:id="br0">
      <inkml:brushProperty name="width" value="0.025" units="cm"/>
      <inkml:brushProperty name="height" value="0.025" units="cm"/>
    </inkml:brush>
  </inkml:definitions>
  <inkml:trace contextRef="#ctx0" brushRef="#br0">150 0 1400,'0'0'3858,"4"6"-3758,-2-4-214,0 1 260,0 0 0,0 1 0,-1-1 1,1 0-1,-1 1 0,1-1 0,-1 1 1,0-1-1,-1 1 0,1 0 0,0-1 0,-1 1 1,0 7-1,0-10-271,0-1 213,0-1 0,1 1 1,-1 0-1,0 0 0,0 0 1,1 0-1,-1 0 0,0 0 1,0 0-1,1 0 0,-1 0 1,0 0-1,0 0 0,1 0 1,-1 0-1,0 0 0,0 1 1,1-1-1,-1 0 0,0 0 1,0 0-1,0 0 0,1 0 1,-1 0-1,0 1 0,0-1 1,0 0-1,1 0 1,-1 0-1,0 1 0,0-1 1,0 0-1,0 0 0,1 0 1,-1 1-1,0-1 0,0 0 1,0 0-1,0 1 0,0-1 1,0 0-1,0 0 0,0 1 1,0-1-1,0 0 0,0 0 1,0 1-1,0-1 0,0 0 1,0 0-1,0 1 0,0-1 1,0 0-1,-1 4 6389,15 19-4492,-13-16-1555,0 1 0,0-1 1,1 1-1,-1-1 0,5 9 1,4 25 125,-6-21-267,11 35 0,-3-13-102,1 22 529,4 78-1,-15-123-680,4 308 1328,-8-191-1084,0-38-89,-5-1 1,-3 1 0,-31 122-1,34-179-146,2 1-1,1 0 0,4 72 1,-1 36 81,-2 87 154,4-147-39,-11 110 0,-4 36 243,13-236-487,1 0 1,-1 0 0,0-1 0,1 1-1,-1 0 1,0 0 0,1-1 0,-1 1 0,1-1-1,-1 1 1,0 0 0,1-1 0,-1 1-1,1-1 1,-1 0 0,1 1 0,0-1-1,-1 1 1,1-1 0,-1 0 0,-4-6-394,0 1 0,-1 0 0,1 0 0,-1 0 0,-1 1 0,1 0 1,-1 0-1,0 1 0,0-1 0,0 2 0,-14-6 0,-10-8-2798,-15-7-2832</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6.304"/>
    </inkml:context>
    <inkml:brush xml:id="br0">
      <inkml:brushProperty name="width" value="0.025" units="cm"/>
      <inkml:brushProperty name="height" value="0.025" units="cm"/>
    </inkml:brush>
  </inkml:definitions>
  <inkml:trace contextRef="#ctx0" brushRef="#br0">1 210 3697,'0'0'876,"4"1"416,15 2 1609,43 3 8472,-19-8-11669,380-61 1066,-197 33-524,312-17-195,-56 6 208,-447 37-255,560-29-27,441 33 942,-693 21-854,-106-2 316,215-17-258,-234-4 41,176 9 730,-393-7-642,35 0 352,449 0 2478,-584 0-5147,32 0-2365,41 0 1330,-29 0-7425</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6.912"/>
    </inkml:context>
    <inkml:brush xml:id="br0">
      <inkml:brushProperty name="width" value="0.025" units="cm"/>
      <inkml:brushProperty name="height" value="0.025" units="cm"/>
    </inkml:brush>
  </inkml:definitions>
  <inkml:trace contextRef="#ctx0" brushRef="#br0">1 0 1840,'0'0'15949,"9"10"-14366,-5-6-1382,3 4 93,0-1 1,0 1 0,-1 0-1,0 0 1,-1 0 0,1 1-1,4 13 1,-7-15-125,-1-1 0,1 1 0,1-1 0,-1 0 0,1 0 0,0 0 0,0 0 0,8 7 0,-11-12-97,-1-1-3,0 0 0,0-1-1,1 1 1,-1 0 0,0 0 0,1-1 0,-1 1 0,0 0-1,0 0 1,1-1 0,-1 1 0,0 0 0,0-1 0,0 1-1,0 0 1,1-1 0,-1 1 0,0 0 0,0-1-1,0 1 1,0 0 0,0-1 0,0 1 0,0 0 0,0-1-1,0 1 1,0 0 0,0-1 0,0 1 0,0-1-1,-1-6-1779,1 3-2964</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7.582"/>
    </inkml:context>
    <inkml:brush xml:id="br0">
      <inkml:brushProperty name="width" value="0.025" units="cm"/>
      <inkml:brushProperty name="height" value="0.025" units="cm"/>
    </inkml:brush>
  </inkml:definitions>
  <inkml:trace contextRef="#ctx0" brushRef="#br0">2 172 2513,'0'0'16000,"0"0"-15945,-1 0-1,1 0 1,0 0-1,0 0 1,0-1 0,0 1-1,0 0 1,0 0-1,0 0 1,0 0-1,0 0 1,0-1-1,0 1 1,-1 0-1,1 0 1,0 0 0,0 0-1,0 0 1,0-1-1,0 1 1,0 0-1,0 0 1,0 0-1,0 0 1,0 0-1,0-1 1,1 1 0,-1 0-1,0 0 1,0 0-1,0 0 1,0 0-1,0-1 1,0 1-1,0 0 1,0 0-1,0 0 1,0 0 0,0 0-1,1 0 1,-1-1-1,0 1 1,0 0-1,0 0 1,0 0-1,0 0 1,1 0-1,-1 0 1,0 0 0,0 0-1,0 0 1,0 0-1,0 0 1,1 0-1,-1 0 1,0 0-1,0 0 1,0 0-1,0 0 1,0 0 0,1 0-1,-1 0 1,0 0-1,0 0 1,0 0-1,0 0 1,0 0-1,1 0 1,-1 0-1,5 7 112,-1-1-1,0 1 0,0 0 0,-1 0 1,1 0-1,-2 0 0,1 1 0,-1-1 1,2 9-1,-4-15 318,0-26-98,-1-9-296,0-30-103,1 59-21,1 0 1,-1 0-1,1 0 0,0 0 0,1 0 0,-1 0 0,1 1 0,0-1 0,4-7 1,2 0-62,-5 6 76,-1 1 1,1 0-1,1 0 1,-1 1-1,1-1 1,-1 1-1,1 0 0,1 0 1,-1 0-1,6-4 1,-9 8-124,0 0 1,0 0 0,0 0-1,0 0 1,0 0-1,0 0 1,0 1 0,-1-1-1,1 0 1,0 1-1,0-1 1,0 0 0,0 1-1,0-1 1,-1 1-1,1-1 1,0 1 0,0 0-1,-1-1 1,1 1-1,-1 0 1,1-1 0,0 1-1,-1 0 1,1 1-1,17 27-4039,-10-14 16,6 7-4418</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7.930"/>
    </inkml:context>
    <inkml:brush xml:id="br0">
      <inkml:brushProperty name="width" value="0.025" units="cm"/>
      <inkml:brushProperty name="height" value="0.025" units="cm"/>
    </inkml:brush>
  </inkml:definitions>
  <inkml:trace contextRef="#ctx0" brushRef="#br0">1 1 8466,'0'0'14731,"11"81"-14363,-8-74-232,-3-4-128,0 2-216,-11-5-12355</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8.261"/>
    </inkml:context>
    <inkml:brush xml:id="br0">
      <inkml:brushProperty name="width" value="0.025" units="cm"/>
      <inkml:brushProperty name="height" value="0.025" units="cm"/>
    </inkml:brush>
  </inkml:definitions>
  <inkml:trace contextRef="#ctx0" brushRef="#br0">0 3 5961,'0'0'12843,"47"-3"-12843,-19 24-480,-6-3-1336,3-1-3618</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8.605"/>
    </inkml:context>
    <inkml:brush xml:id="br0">
      <inkml:brushProperty name="width" value="0.025" units="cm"/>
      <inkml:brushProperty name="height" value="0.025" units="cm"/>
    </inkml:brush>
  </inkml:definitions>
  <inkml:trace contextRef="#ctx0" brushRef="#br0">86 0 5945,'0'0'15705,"-9"12"-14705,-56 61 459,64-73-1464,1 1 0,0-1 0,-1 0 0,1 0 0,0 1 0,-1-1-1,1 0 1,0 0 0,0 1 0,-1-1 0,1 0 0,0 1 0,0-1 0,0 0 0,0 1-1,-1-1 1,1 0 0,0 1 0,0-1 0,0 1 0,0-1 0,0 0 0,0 1 0,0-1 0,0 1-1,0-1 1,0 0 0,0 1 0,0-1 0,0 0 0,0 1 0,0-1 0,1 1 0,-1-1-1,0 0 1,0 1 0,0-1 0,0 0 0,1 1 0,-1-1 0,0 0 0,0 0 0,1 1 0,13 2-101,-12-2 81,3 0 7,7 2-133,0 1 0,-1 0 1,1 1-1,14 8 0,-25-13 144,1 1-1,0 0 1,-1 0 0,1 0 0,-1 0 0,0 0-1,1 0 1,-1 0 0,0 1 0,1-1 0,-1 0-1,0 1 1,0-1 0,0 1 0,0-1-1,0 1 1,-1-1 0,1 1 0,0 0 0,-1-1-1,1 1 1,-1 0 0,0 0 0,1-1 0,-1 1-1,0 0 1,0 0 0,0-1 0,0 1 0,-1 0-1,1 0 1,0 0 0,-1-1 0,1 1-1,-1 0 1,0-1 0,1 1 0,-1-1 0,0 1-1,-1 2 1,-7 4 182,0 1-1,0-1 1,-1-1-1,0 0 1,0 0 0,0-1-1,-1 0 1,0-1-1,-14 6 1,19-11-227,4 0-407,14 0-7557,1 0 2233</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8.968"/>
    </inkml:context>
    <inkml:brush xml:id="br0">
      <inkml:brushProperty name="width" value="0.025" units="cm"/>
      <inkml:brushProperty name="height" value="0.025" units="cm"/>
    </inkml:brush>
  </inkml:definitions>
  <inkml:trace contextRef="#ctx0" brushRef="#br0">0 67 7946,'0'0'10025,"5"0"-9125,1 1-696,-1-1 0,1 1 0,-1 0 1,1 1-1,-1-1 0,0 1 0,0 0 1,0 0-1,0 1 0,0 0 0,0 0 1,5 4-1,-5-4-152,-1 0 0,1-1 0,0 1 0,0-1 0,0 0-1,0 0 1,0-1 0,0 0 0,1 0 0,-1 0 0,0 0 0,1-1 0,7 0 0,-12-1-44,-1 1 0,1-1 0,0 1 0,-1-1-1,1 0 1,-1 1 0,0-1 0,1 0 0,-1 1 0,1-1 0,-1 0 0,0 0 0,0 1 0,1-1 0,-1 0 0,0 0 0,0 1 0,0-1 0,0 0 0,0 0 0,0 0 0,0 1-1,0-2 1,0-26-46,0 25 42,1-2-16,-1 0 0,0 1 0,-1-1 1,1 1-1,-1-1 0,0 1 0,0-1 0,-2-5 1,2 9 24,0-1 0,0 1-1,0 0 1,0-1 0,-1 1 0,1 0 0,0 0 0,-1 0 0,1 0 0,-1 0 0,1 0 0,-1 0 0,1 1 0,-1-1 0,0 0 0,1 1 0,-1-1 0,0 1 0,0 0-1,1 0 1,-1-1 0,0 1 0,0 0 0,-3 1 0,-7-1 184,10-1-155,0 1 0,0-1-1,0 1 1,0 0 0,0 0 0,0 0-1,0 0 1,-1 0 0,1 1 0,0-1 0,0 1-1,0-1 1,0 1 0,0 0 0,0-1-1,1 1 1,-1 0 0,0 0 0,0 0 0,0 1-1,1-1 1,-1 0 0,1 1 0,-1-1-1,1 1 1,0 0 0,-1-1 0,0 3-1,-3 11 132,0-1-1,1 1 0,1 0 0,0 0 0,1 0 1,1 1-1,0-1 0,3 28 0,-2-12 42,0-25-194,0-1 1,0 1 0,1-1 0,0 0-1,0 1 1,0-1 0,1 0 0,0 0 0,0 0-1,0 0 1,0 0 0,1-1 0,0 1-1,0 0 1,0-1 0,1 0 0,-1 0 0,1 0-1,0 0 1,0-1 0,0 0 0,1 1 0,-1-1-1,1-1 1,-1 1 0,1-1 0,0 0-1,6 2 1,13 3-198,0-1 0,0-1 0,1-1 0,44 1 0,-40-3-505,-15 0-1718</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9.769"/>
    </inkml:context>
    <inkml:brush xml:id="br0">
      <inkml:brushProperty name="width" value="0.025" units="cm"/>
      <inkml:brushProperty name="height" value="0.025" units="cm"/>
    </inkml:brush>
  </inkml:definitions>
  <inkml:trace contextRef="#ctx0" brushRef="#br0">0 221 4977,'0'0'15994,"7"2"-14640,-1 0-1193,-1 0 0,1 1 0,-1-1-1,0 1 1,0 0 0,0 0 0,0 1 0,0 0 0,-1 0 0,0 0 0,0 0 0,0 0 0,0 1 0,0 0 0,-1 0 0,0 0-1,0 0 1,-1 0 0,1 1 0,1 7 0,0-2-71,0 0 1,-1 0-1,-1 0 0,0 0 0,1 19 1,-3-30 221,-1-2-288,0 0 1,0 0 0,0 0 0,1 0-1,-1-1 1,1 1 0,-1 0 0,1 0 0,0-1-1,0 1 1,0-4 0,0 0 3,-2-21-9,4-53-1,-1 69-25,1 0 0,0 0 0,1 0 0,0 1 0,0-1 0,2 1 0,8-17 0,0 4-28,2 1-1,18-23 0,-27 38 25,-1 1 1,1 0-1,0 1 0,0-1 1,0 1-1,1 0 0,0 1 0,0 0 1,0 0-1,1 0 0,9-3 0,-16 7-10,-1 0 0,1 0-1,0 0 1,0 0 0,0 0-1,0 0 1,-1 0 0,1 0-1,0 0 1,0 0 0,0 1-1,-1-1 1,1 0-1,0 1 1,0-1 0,0 0-1,-1 1 1,1-1 0,0 1-1,-1-1 1,1 1 0,-1-1-1,1 1 1,0 0 0,-1-1-1,1 1 1,-1 0 0,0-1-1,1 1 1,-1 0 0,1 0-1,-1-1 1,0 1 0,0 0-1,1 0 1,-1 0-1,0-1 1,0 1 0,0 0-1,0 0 1,0 0 0,0 1-1,-1 50-2373,0-35 843,1 15-2894,0-7-1789</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0.243"/>
    </inkml:context>
    <inkml:brush xml:id="br0">
      <inkml:brushProperty name="width" value="0.025" units="cm"/>
      <inkml:brushProperty name="height" value="0.025" units="cm"/>
    </inkml:brush>
  </inkml:definitions>
  <inkml:trace contextRef="#ctx0" brushRef="#br0">0 1 5393,'0'0'14594,"4"0"-13480,-3 0-1026,1 0 0,-1 0 1,1-1-1,-1 1 1,1 1-1,-1-1 1,1 0-1,-1 0 1,1 0-1,-1 1 1,1-1-1,-1 1 1,1-1-1,-1 1 1,0 0-1,1-1 1,-1 1-1,0 0 1,0 0-1,1 0 1,-1 0-1,0 0 1,0 0-1,0 0 1,0 1-1,0-1 1,-1 0-1,1 0 1,0 1-1,1 2 1,43 84 718,-44-87-827,0 0 0,1 0 0,-1 0 0,0 0 0,0-1 0,1 1 0,-1 0 0,0 0 0,1-1 0,-1 1 0,1-1 0,-1 1 0,0-1 0,1 0 0,-1 1 0,1-1 0,-1 0 0,1 0 0,0 0 0,-1 0 0,1 0 0,-1 0 0,1-1 0,-1 1 0,2-1 0,1 0-85,0 0 0,-1 0 0,1 0 0,-1 0 0,1-1 0,-1 0 0,1 0 0,4-3 0,6-9-75,-1-1 0,0-1-1,17-28 1,-30 47 372,-1 0 1,0-1 0,1 1-1,0-1 1,0 1-1,0 0 1,0-1 0,0 1-1,0 0 1,1-1 0,-1 1-1,1 0 1,0-1-1,0 1 1,0-1 0,0 0-1,2 5 1,28 46-506,-26-45-246,1 0 1,1-1-1,-1 0 1,1 0-1,1-1 1,-1 0-1,1 0 1,9 5-1,11 5-5110</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0.803"/>
    </inkml:context>
    <inkml:brush xml:id="br0">
      <inkml:brushProperty name="width" value="0.025" units="cm"/>
      <inkml:brushProperty name="height" value="0.025" units="cm"/>
    </inkml:brush>
  </inkml:definitions>
  <inkml:trace contextRef="#ctx0" brushRef="#br0">1 86 9026,'0'0'12799,"13"-6"-11843,46-18-189,-55 23-666,1-1 0,0 1 1,0 0-1,0 0 0,0 0 0,0 1 1,1 0-1,-1 0 0,7 1 1,4 0 153,-13-1-233,-1 0 0,1 1 0,-1-1 0,1 1 1,-1 0-1,1 0 0,-1 0 0,0 0 0,0 1 0,1-1 0,-1 0 1,0 1-1,0 0 0,-1-1 0,1 1 0,0 0 0,0 0 0,-1 0 0,1 0 1,-1 0-1,0 0 0,1 1 0,-1-1 0,0 0 0,-1 1 0,1-1 0,0 1 1,-1-1-1,1 3 0,2 9 31,0-1 0,-1 1-1,-1 0 1,0 14 0,-1-28 223,0-11-196,0 3-126,1 0 0,1 0 0,-1 0 0,1 0 0,1 0 0,-1 1 0,1-1 0,1 1 0,-1 0 0,1 0 0,1 0 0,-1 1 0,1-1 0,0 1 0,0 0 0,1 1 0,0-1 0,0 1 0,0 0 0,1 0 0,0 1 0,0 0 1,0 0-1,0 1 0,0 0 0,1 0 0,-1 0 0,1 1 0,0 1 0,0-1 0,0 1 0,11 0 0,-17 1 82,-1 0 0,1 0 1,-1 0-1,1 0 0,-1 0 0,1 0 1,-1 0-1,1 1 0,-1-1 1,0 1-1,1-1 0,-1 1 1,0 0-1,1-1 0,-1 1 1,0 0-1,0 0 0,0 0 1,1 0-1,-1 0 0,0 0 0,1 1 1,0 2 108,-1 0 0,1 1 0,0-1 0,-1 0-1,0 0 1,1 8 0,2 46 1446,-4-50-1428,0-7-154,-1 0-655,1 1 78,0-1 0,-1 1 0,1-1 0,-1 1 0,1-1 0,-1 0 0,0 1 0,0-1 0,0 0 0,0 0 1,1 0-1,-4 2 0,-9 6-6603</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4.307"/>
    </inkml:context>
    <inkml:brush xml:id="br0">
      <inkml:brushProperty name="width" value="0.025" units="cm"/>
      <inkml:brushProperty name="height" value="0.025" units="cm"/>
    </inkml:brush>
  </inkml:definitions>
  <inkml:trace contextRef="#ctx0" brushRef="#br0">0 1 3473,'0'0'11101,"15"1"-8986,103 4 3213,-113-5-5139,1 0-1,0 0 1,-1 0 0,1 1 0,0 0-1,-1 0 1,1 0 0,-1 1 0,1 0 0,-1 0-1,7 4 1,-9-4-144,0 1 0,0-1 0,-1 1 0,1 0 1,0 0-1,-1 1 0,0-1 0,0 0 0,0 1 0,0-1 0,0 1 0,-1 0 0,0-1 0,0 1 0,0 0 0,0 0 0,0 6 0,1 51 268,-2-36-224,-1-25-84,1 1 1,0 0-1,0-1 1,0 1 0,0 0-1,-1-1 1,1 1-1,0-1 1,0 1-1,-1 0 1,1-1-1,-1 1 1,1-1-1,0 1 1,-1-1 0,1 1-1,-1-1 1,1 0-1,-1 1 1,0-1-1,1 1 1,-1-1-1,1 0 1,-1 0 0,0 1-1,1-1 1,-1 0-1,1 0 1,-1 0-1,0 1 1,0-1-1,-25 1 281,21-1-209,7-27-138,3 19 29,0-1 1,0 1-1,1 0 0,0 1 1,0-1-1,14-11 1,48-37-478,-60 51 449,0 0 0,0 0-1,1 0 1,-1 1 0,13-4 0,-17 7 51,1-1 0,0 1 0,0 0 0,-1 0-1,1 1 1,0 0 0,0-1 0,0 1 0,0 1 0,-1-1 0,1 1 0,5 1 0,-9-1 12,1 0-1,-1 0 1,1 0-1,-1 0 1,1 1 0,-1-1-1,0 0 1,0 1-1,0-1 1,0 1-1,0-1 1,0 1-1,0 0 1,0-1-1,0 1 1,-1 0-1,1-1 1,-1 1-1,1 0 1,-1 3 0,4 38 209,-4 36 489,15-95-1185,-6 5 283,5-7 61,1 0 1,17-15-1,-28 30 113,0-1 0,0 1 0,1 0 0,-1 0 0,1 0 0,-1 0 0,1 1 0,0 0 0,0 0 0,0 0 0,0 0 0,0 1 0,1 0 0,7-1 0,-12 3 24,0-1 1,0 0 0,0 1 0,0-1 0,0 0-1,0 1 1,0-1 0,0 1 0,0 0 0,-1-1 0,1 1-1,0 0 1,0-1 0,0 1 0,-1 0 0,1 0 0,0 0-1,-1 0 1,1-1 0,-1 1 0,1 0 0,-1 0 0,1 0-1,-1 0 1,0 0 0,1 2 0,6 33 149,-6-28-106,0-1-21,5 25 307,2 57 1,-8-88-507,0 0 0,-1 0 0,1 0 0,0 0 0,-1 0 0,1 0 0,-1 0 0,1 0 0,-1 0 0,0 0 0,1 0 0,-1 0 0,0 0 0,1-1 1,-1 1-1,0 0 0,0 0 0,0-1 0,0 1 0,0-1 0,0 1 0,-1 0 0,0 0-313,-9 5-4468</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4.652"/>
    </inkml:context>
    <inkml:brush xml:id="br0">
      <inkml:brushProperty name="width" value="0.025" units="cm"/>
      <inkml:brushProperty name="height" value="0.025" units="cm"/>
    </inkml:brush>
  </inkml:definitions>
  <inkml:trace contextRef="#ctx0" brushRef="#br0">1 18 4505,'0'0'16269,"13"0"-15101,180-10 759,-96 3-1877,-55 6-3385,-44 1 2993,1 0 0,-1 1-1,1-1 1,-1 1 0,1-1-1,0 1 1,-1-1-1,1 1 1,0 0 0,-1-1-1,1 1 1,-2 2 0,-6 2-1214,-19 7-4028</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4.983"/>
    </inkml:context>
    <inkml:brush xml:id="br0">
      <inkml:brushProperty name="width" value="0.025" units="cm"/>
      <inkml:brushProperty name="height" value="0.025" units="cm"/>
    </inkml:brush>
  </inkml:definitions>
  <inkml:trace contextRef="#ctx0" brushRef="#br0">1 1 8306,'3'160'6209,"12"-160"-3504,9 0-401,9 0-663,6 0-337,0-3-336,0-7-336,-3 2-288,-4 5-184,-7 0-112,-4-2-48,-3 5-72,0 0-480,10 0-824,1 0-2753,3 0-5929</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5.434"/>
    </inkml:context>
    <inkml:brush xml:id="br0">
      <inkml:brushProperty name="width" value="0.025" units="cm"/>
      <inkml:brushProperty name="height" value="0.025" units="cm"/>
    </inkml:brush>
  </inkml:definitions>
  <inkml:trace contextRef="#ctx0" brushRef="#br0">0 131 7666,'0'0'12773,"13"16"-11878,37 49-223,-49-64-625,0 1 0,1 0 1,-1-1-1,0 1 0,0 0 0,0 0 0,0 0 0,0 0 0,0 0 1,-1 0-1,1 0 0,-1 0 0,1 0 0,-1 0 0,0 0 1,1 0-1,-1 1 0,-1-1 0,1 3 0,-1 3 302,1-7-229,-2-1-86,0 0 0,0 0-1,0 0 1,0 0 0,0 0 0,0-1-1,0 1 1,1-1 0,-1 1 0,0-1-1,0 0 1,0 0 0,1 1-1,-1-1 1,0 0 0,1-1 0,-1 1-1,1 0 1,-1 0 0,-2-4-1,3 2-32,-1 0 0,1 0 0,0 0 0,0 0-1,0 0 1,0 0 0,0 0 0,1-1-1,-1 1 1,1 0 0,0-7 0,0 9-3,4-51-64,-3 48 66,0 1 0,0-1 0,0 1 1,1-1-1,0 1 0,0 0 0,0-1 0,0 1 1,0 0-1,0 0 0,5-3 0,6-8-99,1 0-1,1 1 0,0 1 0,1 0 0,0 1 0,1 0 0,17-7 1,-34 18 30,0 0 1,0 0 0,0 0-1,0 1 1,0-1 0,0 0-1,0 0 1,0 0 0,0 0-1,0 0 1,0 1 0,0-1-1,0 0 1,0 0 0,0 0-1,0 0 1,0 0 0,0 1-1,0-1 1,0 0 0,0 0-1,0 0 1,0 0 0,0 0-1,0 0 1,1 1 0,-1-1-1,0 0 1,0 0 0,0 0-1,0 0 1,0 0 0,0 0-1,0 0 1,0 0 0,1 1 0,-1-1-1,0 0 1,0 0 0,0 0-1,0 0 1,0 0 0,1 0-1,-1 0 1,0 0 0,0 0-1,0 0 1,0 0 0,0 0-1,1 0 1,-1 0 0,0 0-1,0 0 1,0 0 0,0 0-1,0 0 1,1 0 0,-1 0-1,0 0 1,0-1 0,0 1-1,0 0 1,0 0 0,0 0-1,0 0 1,1 0 0,-1 0-1,0 0-37,0 13-4706</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5.780"/>
    </inkml:context>
    <inkml:brush xml:id="br0">
      <inkml:brushProperty name="width" value="0.025" units="cm"/>
      <inkml:brushProperty name="height" value="0.025" units="cm"/>
    </inkml:brush>
  </inkml:definitions>
  <inkml:trace contextRef="#ctx0" brushRef="#br0">1 0 7618,'0'0'15899,"14"96"-15635,-14-81-176,4-4-88,-4 2-72,0-5-1040,-7-8-8738</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6.111"/>
    </inkml:context>
    <inkml:brush xml:id="br0">
      <inkml:brushProperty name="width" value="0.025" units="cm"/>
      <inkml:brushProperty name="height" value="0.025" units="cm"/>
    </inkml:brush>
  </inkml:definitions>
  <inkml:trace contextRef="#ctx0" brushRef="#br0">0 1 7634,'0'0'14107,"43"9"-14107,-32 9-592,10 11-1577,-3-7-2424,0-1-3545</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6.447"/>
    </inkml:context>
    <inkml:brush xml:id="br0">
      <inkml:brushProperty name="width" value="0.025" units="cm"/>
      <inkml:brushProperty name="height" value="0.025" units="cm"/>
    </inkml:brush>
  </inkml:definitions>
  <inkml:trace contextRef="#ctx0" brushRef="#br0">151 1 7762,'0'0'15179,"-8"4"-14082,4-1-974,-26 17 597,28-19-711,1 1-1,-1-1 0,1 1 0,0-1 0,-1 1 0,1-1 0,0 1 1,0 0-1,0 0 0,0-1 0,0 1 0,0 0 0,0 0 0,1 0 1,-1 0-1,1 0 0,-1 3 0,2-3-105,1 0 1,-1 0-1,1 0 1,-1 0-1,1 0 1,0-1-1,0 1 1,-1-1-1,1 1 1,0-1-1,1 1 0,-1-1 1,0 0-1,0 0 1,0 0-1,4 1 1,15 9-1000,-19-10 1057,0 1 0,-1-1 0,1 1 0,-1-1 0,0 1 0,1 0 0,-1-1-1,0 1 1,0 0 0,0 0 0,-1 0 0,1 0 0,0 0 0,-1 0 0,1 0-1,-1 0 1,1 0 0,-1 0 0,0 0 0,0 0 0,0 0 0,0 0-1,0 1 1,-1-1 0,1 0 0,-1 0 0,1 0 0,-1 0 0,0 0 0,1 0-1,-3 2 1,-1 2 114,1 0 0,-2-1 0,1 0 0,0 1-1,-1-1 1,0-1 0,-1 1 0,-5 3 0,-4 3 74,0-1 0,0 0 1,-1-1-1,-31 12 0,45-20-859,2-3-2062,0-10-3354</inkml:trace>
  <inkml:trace contextRef="#ctx0" brushRef="#br0" timeOffset="1">151 1 4417</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6.795"/>
    </inkml:context>
    <inkml:brush xml:id="br0">
      <inkml:brushProperty name="width" value="0.025" units="cm"/>
      <inkml:brushProperty name="height" value="0.025" units="cm"/>
    </inkml:brush>
  </inkml:definitions>
  <inkml:trace contextRef="#ctx0" brushRef="#br0">1 9 4417,'190'27'5681,"-148"-18"-2547,-31-3-1405,0 1 0,0-1-1,16 5 1,36 6 570,-31-12-2125,0-2 0,37-1 0,-68-2-170,0 0 0,0 0-1,0-1 1,0 1 0,1 0 0,-1 0 0,0-1 0,0 1 0,0 0 0,0-1 0,0 1 0,0-1 0,0 1 0,0-1 0,-1 0 0,1 1 0,0-1 0,0 0 0,0 0 0,-1 0 0,1 1 0,0-1 0,-1 0 0,1 0 0,-1 0 0,1 0 0,-1 0 0,1 0 0,-1 0 0,0 0 0,1-2 0,2-37 16,-4 30-11,1 9 20,0-1 1,-1 1 0,1-1 0,-1 1 0,1 0 0,-1-1 0,0 1 0,0 0 0,0-1 0,0 1-1,0 0 1,0 0 0,0 0 0,0 0 0,0 0 0,0 0 0,0 0 0,-1 0 0,1 1-1,0-1 1,-1 0 0,1 1 0,0-1 0,-1 1 0,1-1 0,-1 1 0,1 0 0,-1 0 0,1-1-1,-1 1 1,-1 0 0,-58-2 1684,49 3-1234,11-1-454,0 0 0,1 1-1,-1-1 1,1 0 0,-1 1 0,1-1 0,-1 1 0,1-1 0,-1 1 0,1-1 0,0 1 0,-1-1 0,1 1 0,0-1 0,-1 1 0,1-1 0,0 1 0,0 0 0,-1-1 0,1 1-1,0-1 1,0 1 0,0 0 0,0-1 0,0 1 0,0 0 0,0-1 0,0 2 0,0 27 227,1-20-157,-1 0 6,0 1 0,1-1-1,0 0 1,1 0 0,0 1-1,1-1 1,-1-1 0,9 18-1,-9-22-279,1 0 0,-1 0 0,1-1-1,-1 1 1,1-1 0,0 0-1,0 0 1,8 5 0,-8-6-525,0 0 0,0 0 1,1-1-1,-1 1 0,0-1 0,1 0 1,0 0-1,-1 0 0,1-1 1,0 1-1,6-1 0,5 0-10036</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7.287"/>
    </inkml:context>
    <inkml:brush xml:id="br0">
      <inkml:brushProperty name="width" value="0.025" units="cm"/>
      <inkml:brushProperty name="height" value="0.025" units="cm"/>
    </inkml:brush>
  </inkml:definitions>
  <inkml:trace contextRef="#ctx0" brushRef="#br0">0 154 5817,'0'0'11684,"29"3"-10570,92 6-122,21-4 67,271-26-1,-252 7-963,1151-94-2385,-1206 99 2303,114-9 1055,-216 17 1834,-19 1-3093,-30 5-3894,10 5-1092</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8.008"/>
    </inkml:context>
    <inkml:brush xml:id="br0">
      <inkml:brushProperty name="width" value="0.025" units="cm"/>
      <inkml:brushProperty name="height" value="0.025" units="cm"/>
    </inkml:brush>
  </inkml:definitions>
  <inkml:trace contextRef="#ctx0" brushRef="#br0">0 223 8914,'0'0'12488,"15"0"-11343,43-1-99,-57 1-989,1 0 1,-1 1-1,1-1 1,0 0-1,-1 0 0,1 1 1,-1-1-1,1 1 1,-1 0-1,0-1 0,1 1 1,-1 0-1,1 0 1,-1 0-1,0 0 0,0 0 1,0 0-1,0 0 1,0 0-1,0 1 0,0-1 1,0 0-1,0 1 1,0-1-1,-1 0 0,1 1 1,0 2-1,2 2 227,3 7 942,-8-30-858,3 4-381,0-1 0,1 0 0,1 1 0,0-1 1,1 1-1,0 0 0,12-25 0,-11 27-14,1 1 0,0 0 0,0 0 0,1 1 0,0 0 0,1 0 1,0 0-1,0 1 0,18-13 0,-23 19-42,0 0 0,-1 1-1,1-1 1,1 1 0,-1 0 0,0 0 0,5-1 0,-7 2-15,-1 0 0,1-1 1,0 1-1,-1 0 0,1 0 1,0 0-1,-1 1 0,1-1 0,0 0 1,-1 0-1,1 0 0,-1 0 0,1 1 1,0-1-1,-1 0 0,1 0 0,-1 1 1,1-1-1,-1 0 0,1 1 0,-1-1 1,1 1-1,-1-1 0,1 1 1,-1-1-1,1 1 0,-1-1 0,0 1 1,1-1-1,-1 1 0,0 0 0,0-1 1,1 1-1,-1-1 0,0 1 0,0 0 1,0-1-1,0 1 0,0 0 0,0-1 1,0 1-1,0 0 0,0-1 0,0 2 1,0 23-4705,0 0-2807</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8.503"/>
    </inkml:context>
    <inkml:brush xml:id="br0">
      <inkml:brushProperty name="width" value="0.025" units="cm"/>
      <inkml:brushProperty name="height" value="0.025" units="cm"/>
    </inkml:brush>
  </inkml:definitions>
  <inkml:trace contextRef="#ctx0" brushRef="#br0">0 62 8754,'0'0'14395,"22"2"-12192,-20 0-2165,-1 1-1,0 0 0,1-1 1,-1 1-1,0 0 1,-1 0-1,1 0 1,0 0-1,-1 5 0,0-6-38,0 0 0,0 0 0,0 0 0,1 0 0,-1 0-1,0 0 1,1 0 0,0 0 0,-1 0 0,1 0-1,0 0 1,0-1 0,0 1 0,0 0 0,0 0-1,0-1 1,1 1 0,-1-1 0,0 1 0,3 1-1,3-2-384,1 0-1,0 0 0,0-1 0,0 0 0,0 0 0,0-1 0,0 0 0,11-3 0,-3-4 127,0 0 0,-1-1 0,0-1 0,0 0 0,-1-1 0,-1 0-1,14-15 1,-9 9 294,-8 6-649,3-1 4747,-12 12-4066,-1 0 0,1-1 1,-1 1-1,1 0 0,-1 0 0,0 0 0,1 1 1,-1-1-1,1 0 0,-1 0 0,1 0 0,-1 0 0,1 0 1,-1 0-1,1 1 0,-1-1 0,1 0 0,-1 0 1,0 1-1,1-1 0,-1 0 0,0 1 0,1-1 1,-1 0-1,0 1 0,1-1 0,-1 1 0,0-1 0,0 0 1,1 1-1,-1-1 0,0 1 0,0-1 0,0 1 1,8 13-252,21 35-1239,-4-20-8107,-12-19-3511</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9.086"/>
    </inkml:context>
    <inkml:brush xml:id="br0">
      <inkml:brushProperty name="width" value="0.025" units="cm"/>
      <inkml:brushProperty name="height" value="0.025" units="cm"/>
    </inkml:brush>
  </inkml:definitions>
  <inkml:trace contextRef="#ctx0" brushRef="#br0">0 82 8674,'0'0'15086,"14"4"-13959,43 13-290,-54-17-790,0 1 0,-1 0 0,1 0 0,-1 0 0,1 0 0,-1 1 0,0-1 0,1 1 0,-1-1 0,0 1 0,0 0 0,0 0 0,0 0 0,0 0 0,-1 0 0,1 1 0,0-1 0,-1 0 0,2 4 0,-2-1 6,0 0-1,0 0 1,0 0 0,-1 0-1,1 0 1,-1 0 0,-1 8-1,0 4 260,1-17-295,1-18-515,0 12 424,1 0-1,0 0 0,0 0 1,0 1-1,1-1 0,-1 1 1,1-1-1,1 1 0,-1 0 1,1 0-1,0 1 0,6-7 1,6-4-23,0 0 1,20-13-1,-28 21 50,0 2 1,0-1-1,0 1 0,1 1 1,-1-1-1,1 2 0,0-1 1,1 1-1,-1 0 0,0 1 1,1 0-1,12-1 0,-21 4 72,0-1-1,0 0 0,0 1 0,0-1 0,0 1 0,0-1 1,0 1-1,0 0 0,0-1 0,0 1 0,0 0 0,-1-1 1,1 1-1,0 0 0,0 0 0,-1 0 0,1 0 0,-1 0 1,1 0-1,0 0 0,-1 0 0,0 0 0,1 0 0,-1 0 1,0 0-1,1 0 0,-1 0 0,0 0 0,0 3 0,2 37 844,-2-37-738,4 65 1729,-2-64-1737,3 9-1335,-10-6-2437,-8-4-3732</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5.418"/>
    </inkml:context>
    <inkml:brush xml:id="br0">
      <inkml:brushProperty name="width" value="0.025" units="cm"/>
      <inkml:brushProperty name="height" value="0.025" units="cm"/>
    </inkml:brush>
  </inkml:definitions>
  <inkml:trace contextRef="#ctx0" brushRef="#br0">145 1 936,'0'0'4692,"5"0"-3577,12 0-351,-12 0 5421,-5 14-5682,-1 18-292,-2 1-1,-1 0 1,-15 57-1,-39 93 119,19-65-165,22-71-152,11-34 71,1 0-1,0 0 1,1 1 0,1 0-1,0 0 1,-1 18 0,4-31 67,6-19-4685,4-3-1464</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6.043"/>
    </inkml:context>
    <inkml:brush xml:id="br0">
      <inkml:brushProperty name="width" value="0.025" units="cm"/>
      <inkml:brushProperty name="height" value="0.025" units="cm"/>
    </inkml:brush>
  </inkml:definitions>
  <inkml:trace contextRef="#ctx0" brushRef="#br0">1 21 936,'0'0'7599,"5"-3"-6551,3 0-711,0 0-1,0 0 1,0 1-1,0 0 1,1 0-1,-1 1 1,1 0-1,-1 1 1,1 0-1,12 1 0,17 4 403,40 9 0,-30-4-370,36 2 157,103 2-1,85-13-44,-138-2-382,124-10 145,-3 0 448,131 6 1650,-381 5-2158,-6-2 285,-9 0-538,2 1-208,6 1 50,0 0 1,-1 0-1,1 0 1,-1 0 0,1 0-1,-1 0 1,1 0-1,-1 1 1,1-1-1,0 1 1,-1 0-1,1 0 1,0-1 0,0 2-1,-1-1 1,1 0-1,0 0 1,0 1-1,0-1 1,0 1 0,1 0-1,-1-1 1,0 1-1,-1 2 1,-17 22-5042</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6.699"/>
    </inkml:context>
    <inkml:brush xml:id="br0">
      <inkml:brushProperty name="width" value="0.025" units="cm"/>
      <inkml:brushProperty name="height" value="0.025" units="cm"/>
    </inkml:brush>
  </inkml:definitions>
  <inkml:trace contextRef="#ctx0" brushRef="#br0">306 85 1880,'0'0'8756,"1"-8"-8011,2-32-99,-1 4 2729,-16 36-2699,10 0-628,0 1-1,-1 0 1,1 0-1,0 0 1,0 1-1,-1 0 1,1-1-1,1 2 1,-1-1-1,0 0 1,0 1-1,1-1 1,-5 5-1,-48 50 154,36-35-85,-5 3 58,2 2 1,-39 56-1,55-72-93,0 1 0,1 0 0,1 1 0,0-1-1,0 1 1,1 0 0,1 0 0,0 1-1,1-1 1,-2 25 0,4-16-29,0-11-6,0 0 1,0 0 0,4 19-1,-3-26-32,0 0 1,0 0-1,1 0 0,0 0 0,0 0 0,0-1 0,0 1 0,0-1 0,1 0 1,-1 1-1,1-1 0,0 0 0,5 4 0,-1-2 1,0 0-1,0-1 1,1 0 0,-1 0-1,1 0 1,0-1 0,0 0-1,1-1 1,-1 1 0,16 1 0,5-2-1348,55-2 1,-38-1-2822,-12 1-1728</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7.423"/>
    </inkml:context>
    <inkml:brush xml:id="br0">
      <inkml:brushProperty name="width" value="0.025" units="cm"/>
      <inkml:brushProperty name="height" value="0.025" units="cm"/>
    </inkml:brush>
  </inkml:definitions>
  <inkml:trace contextRef="#ctx0" brushRef="#br0">1 20 1744,'0'0'12031,"7"-2"-11348,-1 0-751,43-11 2150,-46 12-1957,1 1 0,-1-1 0,0 1 0,0 0 0,1-1 0,-1 2 0,0-1 0,0 0 0,1 0 0,-1 1 0,0 0 0,0 0 0,5 2 1,8 11 83,-1 0 0,-1 1 0,20 28 0,-28-37-165,-4-2-20,1 1-1,-1-1 1,0 0 0,0 1 0,0-1 0,0 1-1,-1 0 1,0-1 0,0 1 0,0 0 0,0 6-1,-3 61 612,1-34-486,2-50-166,1 0 0,1-1 1,0 2-1,1-1 0,0 0 0,1 1 0,0-1 0,10-14 0,1-3-100,3 2-1,31-40 1,-49 66 116,1-1-1,-1 0 0,1 1 1,0-1-1,0 1 0,-1 0 0,1 0 1,0-1-1,0 1 0,0 0 1,0 1-1,0-1 0,0 0 1,0 1-1,1-1 0,-1 1 1,0-1-1,0 1 0,0 0 1,0 0-1,1 0 0,3 1 1,-1-1-17,-3 0 20,-1 1 0,0 0-1,1-1 1,-1 1 0,0 0-1,0-1 1,0 1 0,0 0-1,1 0 1,-1 0 0,0 0-1,-1 0 1,1 1 0,0-1-1,0 0 1,0 0 0,-1 1-1,1-1 1,-1 0 0,1 0-1,-1 1 1,1-1 0,-1 1-1,0 1 1,10 41 205,-9-41-176,6 46 604,3 53-1,-9-86-484,-2 0 0,0 0-1,0 0 1,-1 0-1,-1 0 1,-1 0 0,-8 21-1,9-30-150,0 0 0,1 1 0,0-1-1,0 0 1,1 1 0,-1-1 0,1 11 0,1-17-193,0-4-4103,0-11-1174</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8.052"/>
    </inkml:context>
    <inkml:brush xml:id="br0">
      <inkml:brushProperty name="width" value="0.025" units="cm"/>
      <inkml:brushProperty name="height" value="0.025" units="cm"/>
    </inkml:brush>
  </inkml:definitions>
  <inkml:trace contextRef="#ctx0" brushRef="#br0">7 22 3001,'0'0'7540,"-2"-3"-6719,1 2-700,1 1 0,0-1 0,-1 1 0,1 0 0,0-1 0,-1 1 0,1-1 0,0 1 0,-1-1 0,1 1 0,0-1 0,0 1 0,0-1 0,-1 1 0,1-1 0,0 1 0,0-1 0,0 0 0,0 1-1,0-1 1,0 1 0,0-1 0,0 1 0,0-1 0,1 1 0,-1-1 0,0 1 0,0-1 0,0 1 0,1-1 0,-1 1 0,0-1 0,0 1 0,1-2 0,1 2-41,-1 0 1,1 0 0,-1 0-1,0 1 1,1-1 0,-1 0-1,0 1 1,1-1 0,-1 0-1,0 1 1,1 0 0,-1-1-1,1 2 1,8 3 24,-1 1-1,0 0 1,12 11 0,13 17 350,-2 2 1,49 69 0,-77-96-381,1 0 0,-1 0 0,-1 0 0,0 1 0,0 0 0,0-1 1,-2 1-1,1 0 0,-1 0 0,-1 0 0,1 0 0,-3 14 0,2-13 66,0-6-109,-1 0-1,0 0 1,0-1-1,0 1 1,0 0-1,-1 0 1,0-1-1,0 1 1,0-1-1,0 0 1,-1 0-1,0 0 1,0 0-1,-5 5 0,-6 7 57,-1-2-1,-20 15 1,25-21-71,9-7-18,0 0 6,0 0 0,0 0 0,0 0 0,-1 0 0,1-1 0,0 1 0,0 0 0,-1-1 0,1 1 0,0 0 0,0-1 0,-1 0 0,1 1-1,-1-1 1,1 0 0,0 0 0,-4 0 0,5 0 75,-2 3 90,10-1-2061,6-2-16,1-1 1,0 0-1,15-4 1,13-9-7071</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8.502"/>
    </inkml:context>
    <inkml:brush xml:id="br0">
      <inkml:brushProperty name="width" value="0.025" units="cm"/>
      <inkml:brushProperty name="height" value="0.025" units="cm"/>
    </inkml:brush>
  </inkml:definitions>
  <inkml:trace contextRef="#ctx0" brushRef="#br0">1 11 3225,'0'0'8726,"8"0"-7758,113 1 1599,-9 2-1643,143-16-1,-239 12-1558,-11 1-3407,-14 0-396</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9.131"/>
    </inkml:context>
    <inkml:brush xml:id="br0">
      <inkml:brushProperty name="width" value="0.025" units="cm"/>
      <inkml:brushProperty name="height" value="0.025" units="cm"/>
    </inkml:brush>
  </inkml:definitions>
  <inkml:trace contextRef="#ctx0" brushRef="#br0">0 29 3673,'0'0'13845,"13"0"-13462,26 1 159,0-3-1,52-7 1,-38 1-288,1 2 1,72 2 0,-124 4 2177,-37-1-7446,17 2-121,2-1-3861</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2.165"/>
    </inkml:context>
    <inkml:brush xml:id="br0">
      <inkml:brushProperty name="width" value="0.025" units="cm"/>
      <inkml:brushProperty name="height" value="0.025" units="cm"/>
    </inkml:brush>
  </inkml:definitions>
  <inkml:trace contextRef="#ctx0" brushRef="#br0">444 1 5049,'0'0'14815,"0"21"-14669,-1-15-89,-1 0-1,0 0 1,0 0 0,0 0 0,-1-1 0,0 1 0,0-1 0,0 0 0,-1 1 0,-5 5 0,-1 2-26,-77 106 283,40-56-143,-68 117 0,110-170-161,-103 176 100,94-168-111,11-16 1,1 0 0,0 1-1,0-1 1,0 0-1,0 1 1,1-1-1,-1 1 1,1 0-1,0 0 1,-1-1-1,1 1 1,0 0-1,1 0 1,-2 4-1,2-6-27,4-1-265,573 0 365,-372 0-3505,-226 0 79,0 0-2075</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2.502"/>
    </inkml:context>
    <inkml:brush xml:id="br0">
      <inkml:brushProperty name="width" value="0.025" units="cm"/>
      <inkml:brushProperty name="height" value="0.025" units="cm"/>
    </inkml:brush>
  </inkml:definitions>
  <inkml:trace contextRef="#ctx0" brushRef="#br0">97 0 3745,'0'0'12853,"-4"9"-11893,-5 13-459,1 0 0,1 1 0,1 0 0,-3 28 0,-13 72 612,-3 17-923,19-46-2801,8-83-1440,12 0-2147</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3.258"/>
    </inkml:context>
    <inkml:brush xml:id="br0">
      <inkml:brushProperty name="width" value="0.025" units="cm"/>
      <inkml:brushProperty name="height" value="0.025" units="cm"/>
    </inkml:brush>
  </inkml:definitions>
  <inkml:trace contextRef="#ctx0" brushRef="#br0">0 118 4353,'0'0'10978,"2"-14"-9963,1 12-934,-1 0 0,1 1 0,0-1 0,-1 1 0,1 0 0,0-1 0,0 1 0,0 1 0,0-1 0,0 0 0,0 1 0,0 0 0,0-1 0,4 2 0,-4-2-43,0 1-1,-1 0 1,1 0-1,-1 1 1,1-1-1,-1 0 1,1 1-1,0 0 1,-1-1-1,0 1 1,1 0-1,-1 0 0,0 1 1,1-1-1,-1 0 1,0 1-1,0-1 1,3 3-1,1 6 57,-1 0-1,0 1 0,0-1 1,-1 1-1,0 0 0,0 0 1,-2 0-1,3 18 0,-1 8 291,-1 49-1,-3-84-525,0-13-901,0 5 952,1-1 0,1 1 0,-1-1 1,1 1-1,0 0 0,0-1 0,1 1 0,0 0 1,0 1-1,0-1 0,1 0 0,0 1 0,0 0 1,6-7-1,12-10-228,44-35 1,-43 38 179,20-20 68,-32 27 122,1 1 0,1 0 1,-1 1-1,2 0 1,-1 1-1,1 0 1,19-7-1,-22 10 246,5 0 1013,-15 11-686,4 49 940,-4 105-1,-2-72-1252,0-83-329,0 1-1,0-1 0,0 0 1,0 0-1,-1 0 0,1 0 1,-1 0-1,0-1 0,0 1 1,-1 0-1,-4 5 1,4-5-475,0 0 0,0 1 1,0-1-1,1 1 1,0-1-1,0 1 0,0 0 1,-2 6-1,4 2-4445</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3.792"/>
    </inkml:context>
    <inkml:brush xml:id="br0">
      <inkml:brushProperty name="width" value="0.025" units="cm"/>
      <inkml:brushProperty name="height" value="0.025" units="cm"/>
    </inkml:brush>
  </inkml:definitions>
  <inkml:trace contextRef="#ctx0" brushRef="#br0">76 1 3833,'0'0'11832,"-16"1"-8478,15 5-3267,-1 0 0,1 0 0,-1-1 0,2 1 1,-1 0-1,1 0 0,0 0 0,1 10 0,-1 0 61,-22 280 835,21-287-1035,1-6-18,0 0 1,0 0-1,-1 1 1,1-1-1,-1 0 1,0 0-1,0 0 1,0 0-1,-2 4 1,-13-6-7053,10-1 1683</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4.138"/>
    </inkml:context>
    <inkml:brush xml:id="br0">
      <inkml:brushProperty name="width" value="0.025" units="cm"/>
      <inkml:brushProperty name="height" value="0.025" units="cm"/>
    </inkml:brush>
  </inkml:definitions>
  <inkml:trace contextRef="#ctx0" brushRef="#br0">0 0 5297,'0'0'11200,"16"0"-10559,288 0 1368,-289 0-1993,-14 0-24,-1 0 1,0 0 0,1 0-1,-1 0 1,0 0 0,0 1-1,1-1 1,-1 0-1,0 0 1,1 0 0,-1 0-1,0 0 1,0 0 0,1 0-1,-1 1 1,0-1 0,0 0-1,1 0 1,-1 0-1,0 1 1,0-1 0,0 0-1,0 0 1,1 1 0,-1-1-1,0 0 1,0 0 0,0 1-1,0-1 1,0 0-1,0 0 1,1 1 0,-1-1-1,0 0 1,0 1 0,0-1-1,0 0 1,0 0 0,0 1-1,0-1 1,0 0-1,0 1 1,0-1 0,-1 0-1,1 0 1,0 1 0,0-1-1,0 0 1,0 1 0,0-1-1,0 0 1,-1 0-1,1 1 1,0-1 0,0 0-1,0 0 1,-1 0 0,1 1-1,0-1-39,-15 14-2197,-10 3-2166</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4.714"/>
    </inkml:context>
    <inkml:brush xml:id="br0">
      <inkml:brushProperty name="width" value="0.025" units="cm"/>
      <inkml:brushProperty name="height" value="0.025" units="cm"/>
    </inkml:brush>
  </inkml:definitions>
  <inkml:trace contextRef="#ctx0" brushRef="#br0">113 1 8602,'0'0'7553,"29"0"-7202,134 0 21,-162 0-364,0 0-1,0 0 0,0 0 1,0 0-1,0 0 0,0 1 0,-1-1 1,1 0-1,0 1 0,0-1 1,0 0-1,0 1 0,0-1 1,-1 1-1,1-1 0,0 1 1,0 0-1,-1-1 0,1 1 1,-1 0-1,1-1 0,0 1 1,-1 0-1,1 0 0,-1 0 0,0-1 1,1 1-1,-1 0 0,0 0 1,1 0-1,-1 0 0,0 2 1,1 36 160,-2-23-104,2-10-50,-1-1 1,0 1 0,-1-1-1,1 0 1,-1 1 0,0-1-1,0 0 1,-1 1 0,0-1-1,0 0 1,0 0 0,0 0-1,-1 0 1,0-1 0,0 1-1,0-1 1,0 0 0,-1 0-1,-7 7 1,-83 77 252,49-49-226,2 2-1,-41 52 0,82-90-41,0 0 1,0 0-1,0 0 0,0 1 0,1-1 0,0 0 0,-1 1 1,1 0-1,0-1 0,1 1 0,-1 0 0,1-1 0,0 1 1,-1 0-1,2 7 0,-1-9 1,0-1 1,1-1 1,-1 1-1,0 0 0,1-1 1,-1 1-1,0-1 1,1 1-1,-1-1 0,0 1 1,1-1-1,-1 1 0,1-1 1,-1 1-1,1-1 1,0 0-1,-1 1 0,1-1 1,-1 0-1,1 1 0,0-1 1,-1 0-1,1 0 1,0 1-1,-1-1 0,1 0 1,-1 0-1,1 0 0,0 0 1,0 0-1,-1 0 1,2 0-1,30 0 101,-21-1-48,52 2 184,67-2 286,-113 0-491,1-1 0,0-1 0,-1 0-1,0-2 1,20-7 0,-34 11-31,-1 0-1,1 0 1,-1 0 0,1 0-1,-1-1 1,1 1 0,-1-1 0,0 0-1,0 1 1,1-1 0,-1 0 0,-1 0-1,4-4 1,-1-12-6616,-4 13-1734</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5.186"/>
    </inkml:context>
    <inkml:brush xml:id="br0">
      <inkml:brushProperty name="width" value="0.025" units="cm"/>
      <inkml:brushProperty name="height" value="0.025" units="cm"/>
    </inkml:brush>
  </inkml:definitions>
  <inkml:trace contextRef="#ctx0" brushRef="#br0">316 93 6409,'0'0'12442,"-27"3"-12304,-90 16-96,110-17-38,0 0 0,0 0 0,0 0 0,1 1 0,-1 0 0,1 0 0,0 1 0,0-1 0,0 1 0,0 1 0,1-1 0,-1 1 0,1 0 0,0 0 0,1 1 0,-1-1 0,1 1 1,0 0-1,0 0 0,-2 8 0,2-8-5,-4 9-56,1 0 0,1 1 0,0 0 0,1 0 0,0 0 0,2 1 0,0-1 0,0 1 0,2 0 0,0 17 0,1-32 36,0-1 0,0 0 0,0 1 0,1-1 0,-1 0 0,0 0 0,1 1 0,-1-1 0,1 0 0,-1 0 0,1 1 0,0-1 0,0 0 0,-1 0 0,1 0 0,0 0 0,0 0 1,0 0-1,0 0 0,0 0 0,0-1 0,0 1 0,0 0 0,1-1 0,-1 1 0,0-1 0,0 1 0,0-1 0,1 1 0,-1-1 0,2 1 0,6 0-20,-1 0 0,1 0 0,-1-1 0,9-1 0,-4 1-43,4 0 40,-4 1 24,0-1 0,1-1 1,-1 0-1,25-6 1,-33 6 22,-1-1 1,0 0 0,0 0-1,0 0 1,0 0 0,0-1-1,-1 1 1,1-1 0,0 0-1,-1 0 1,0 0 0,0-1 0,0 1-1,0-1 1,-1 0 0,1 0-1,-1 1 1,2-7 0,3-6 58,-2 0-1,0 1 1,-1-2 0,-1 1 0,0 0 0,1-21 0,-4-105 1085,-2 69 671,2 72-1788,0 0 1,0 0-1,0 0 0,0 0 1,0-1-1,0 1 1,0 0-1,0 0 0,0 0 1,0 0-1,-1 0 1,1 0-1,-1 0 0,1 0 1,-1 0-1,1 0 1,-1 0-1,1 1 0,-1-1 1,0 0-1,1 0 1,-1 0-1,0 1 0,-1-2 1,0 1-26,-1 1-1,1-1 1,-1 1 0,1-1 0,-1 1-1,1 0 1,-1 0 0,-4 1 0,-10-1-195,13 0-3,1 0 1,-1 0-1,1 0 0,-1 0 0,1 1 0,-1-1 1,1 1-1,0 0 0,-6 2 0,8-1 8,-1-1 0,0 1 0,1-1 0,-1 1 0,1 0-1,0-1 1,0 1 0,-1 0 0,1 0 0,0 0 0,1 0 0,-1 0 0,0 0-1,0 5 1,-8 24-3830,7-8-1779</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5.665"/>
    </inkml:context>
    <inkml:brush xml:id="br0">
      <inkml:brushProperty name="width" value="0.025" units="cm"/>
      <inkml:brushProperty name="height" value="0.025" units="cm"/>
    </inkml:brush>
  </inkml:definitions>
  <inkml:trace contextRef="#ctx0" brushRef="#br0">381 83 6873,'0'0'10360,"-30"12"-10112,-97 39-121,120-48-120,-1 0 1,1 0 0,0 1-1,1 0 1,-1 0 0,1 1-1,-1 0 1,1 0 0,-9 10-1,2-1-1,-6 5 31,1 0 0,1 1 0,-27 42-1,39-54-170,0 0-1,1 0 1,0 1 0,0-1-1,1 1 1,0 0-1,1 0 1,0 0-1,0 0 1,1 1-1,0-1 1,0 0 0,1 1-1,2 12 1,-1-21 107,-1 0-1,1 0 1,-1 0 0,1 0 0,0 0-1,-1 0 1,1-1 0,0 1 0,0 0 0,0-1-1,0 1 1,-1 0 0,1-1 0,0 1 0,0-1-1,0 1 1,0-1 0,0 0 0,0 1-1,1-1 1,-1 0 0,0 0 0,0 0 0,0 0-1,0 0 1,1 0 0,40 0-43,-29-1 33,14 1 18,-9 1 4,-1-1 0,0-1 0,21-4 1,-32 4 18,1-1 1,-1 0 0,0 0 0,0-1-1,0 0 1,0 0 0,0 0 0,-1-1 0,1 0-1,-1 0 1,9-9 0,-7 5 91,-1 0 0,0 0 0,0-1 0,-1 1 0,0-1 0,-1 0 0,0-1 1,0 1-1,-1-1 0,-1 0 0,1 1 0,0-15 0,0-1 578,-1 1-1,-2-1 1,-5-47-1,4 62-506,-1 0-1,0 0 0,0 1 1,-1 0-1,-1-1 1,0 1-1,0 0 0,0 0 1,-1 1-1,-6-9 0,8 13-190,-1 0-1,0 0 1,1 0-1,-1 0 0,0 0 1,-1 1-1,1 0 0,-1 0 1,1 0-1,-1 0 1,0 1-1,0 0 0,0 0 1,0 0-1,-1 1 0,1-1 1,0 1-1,-1 1 1,-8-1-1,13 0-129,0 1 1,1 0-1,-1 0 0,0 0 0,1 0 1,-1 0-1,0 0 0,1 0 1,-1 0-1,0 0 0,1 0 0,-1 0 1,0 0-1,1 0 0,-1 0 0,0 1 1,1-1-1,-1 0 0,0 0 1,1 1-1,-1-1 0,0 0 0,1 1 1,-1-1-1,1 1 0,-1-1 1,1 1-1,-1-1 0,1 1 0,0-1 1,-1 1-1,1 0 0,0-1 1,-1 1-1,1-1 0,0 1 0,-1 0 1,1-1-1,0 1 0,0 0 1,0 0-1,0-1 0,0 1 0,0 0 1,0-1-1,0 1 0,0 0 1,0-1-1,0 1 0,0 0 0,1-1 1,-1 2-1,0 20-5481</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6.186"/>
    </inkml:context>
    <inkml:brush xml:id="br0">
      <inkml:brushProperty name="width" value="0.025" units="cm"/>
      <inkml:brushProperty name="height" value="0.025" units="cm"/>
    </inkml:brush>
  </inkml:definitions>
  <inkml:trace contextRef="#ctx0" brushRef="#br0">300 113 6953,'0'0'12062,"-22"-5"-9784,15 6-2256,1 0 1,-1 0-1,1 0 1,0 1-1,0 0 1,-1 0-1,1 0 1,1 1-1,-1 0 1,0 0-1,1 1 1,-9 6-1,-6 6-26,-30 34 0,43-43 6,-4 4-321,0 1-1,1 0 1,0 0-1,1 1 1,0 1-1,1-1 1,1 1-1,0 0 1,1 1-1,0 0 1,1 0-1,1 0 1,1 0-1,0 1 1,-1 23 0,4-38 300,0-1 0,0 1 1,0 0-1,0 0 0,0-1 1,0 1-1,0 0 1,1-1-1,-1 1 0,0 0 1,1-1-1,-1 1 0,0 0 1,1-1-1,-1 1 1,1-1-1,-1 1 0,1-1 1,-1 1-1,1-1 1,-1 1-1,1-1 0,-1 1 1,1-1-1,0 0 0,-1 1 1,1-1-1,0 0 1,-1 0-1,1 1 0,1-1 1,25 1-112,-19-1 50,23 1-127,-19 0 176,-1-1-1,0 1 1,0-2-1,1 0 1,-1 0 0,0-1-1,0 0 1,0-1-1,0 0 1,-1-1-1,11-4 1,-8 0 113,-1 1 0,0-1 0,-1-1 0,0 0 0,-1-1 0,14-15 0,-20 19 169,1 0 0,-1-1-1,-1 1 1,1-1 0,-1 0-1,0 0 1,-1 0 0,0 0-1,0-1 1,0 1 0,-1-1-1,0 1 1,0-14-1,-1-13 521,1 14-343,-1 1 0,-1-1 0,-1 1 0,-4-21 0,5 34-327,-1 0 0,0 0 0,-1 0 0,1 1-1,-1-1 1,0 1 0,-1-1 0,1 1 0,-1 0 0,0 0-1,0 1 1,0-1 0,-1 1 0,0 0 0,0 0 0,-9-5-1,3 4 23,0 0 0,0 1 0,-1 1 0,1 0 0,-1 1 0,0 0-1,1 0 1,-1 2 0,0-1 0,-23 3 0,5-1-96,25-2-38,1 1 0,0 0 0,-1 1 0,1-1 0,0 1-1,-1 0 1,1 0 0,0 0 0,0 1 0,-1-1-1,1 1 1,1 0 0,-1 0 0,-6 5 0,8-5-107,-1 1 1,1-1-1,0 1 1,0 0-1,0 0 1,1 0-1,-1 0 1,1 1-1,0-1 0,-1 0 1,1 1-1,1-1 1,-1 1-1,0-1 1,1 1-1,0-1 1,0 7-1,0 28-2846,0-5-1703</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8.218"/>
    </inkml:context>
    <inkml:brush xml:id="br0">
      <inkml:brushProperty name="width" value="0.025" units="cm"/>
      <inkml:brushProperty name="height" value="0.025" units="cm"/>
    </inkml:brush>
  </inkml:definitions>
  <inkml:trace contextRef="#ctx0" brushRef="#br0">542 1 3937,'0'0'7958,"-38"22"-6990,-120 73-49,142-85-727,1 0 0,0 1 0,0 1 1,1 0-1,-18 20 0,13-11 18,-6 5 35,1 2 0,1 0 1,2 2-1,1 0 0,1 1 1,-19 46-1,28-52-124,1 0-1,1 0 1,2 0 0,0 1 0,2 0-1,1 1 1,1-1 0,1 0-1,3 39 1,-1-58-116,0 0-1,1-1 1,-1 1-1,1-1 1,1 0-1,-1 0 1,1 0-1,0 0 0,0 0 1,1 0-1,0-1 1,0 0-1,0 1 1,1-2-1,-1 1 1,1 0-1,0-1 1,1 0-1,-1 0 1,1-1-1,-1 1 1,1-1-1,0 0 1,0-1-1,10 3 1,6 2 3,1-1 0,0-1 1,1-2-1,-1 0 1,44-1-1,-63-2-8,122-5 26,-111 3-22,0-1 1,-1 0 0,0-1 0,1 0 0,-1-2 0,17-8 0,-8 2 1,-1-1 1,-1-1-1,0-1 1,-1-1-1,0 0 1,18-23-1,-27 28 11,-1-2 0,-1 0 0,0 0 0,-1 0-1,0-1 1,-1 0 0,0-1 0,-2 1 0,1-1 0,5-31 0,-6 4 135,-1 0 0,-2-1 1,-8-80-1,4 105-27,-1 0-1,-1 1 1,-1-1 0,0 1-1,-1 0 1,-16-30 0,16 36-46,-1 0 0,0 0 0,0 1 0,-1 0 0,0 0 1,-1 1-1,0 0 0,-1 0 0,1 1 0,-15-9 0,17 14-55,0 0-1,0 0 0,-1 0 1,1 1-1,0 0 0,-1 1 1,0 0-1,1 0 0,-9 0 1,-68 5-315,82-4 197,1 0 1,-1 1-1,0-1 1,1 0-1,-1 0 1,0 1 0,1-1-1,-1 1 1,0-1-1,1 1 1,-1 0-1,1 0 1,-1-1-1,1 1 1,0 0-1,-1 0 1,1 1-1,0-1 1,0 0-1,-1 0 1,1 1 0,0-1-1,0 0 1,0 2-1,0 0-276,0-1 1,1 0-1,-1 0 0,1 1 0,0-1 1,0 0-1,0 0 0,0 1 1,0-1-1,1 0 0,0 3 0,3 6-4316</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8.698"/>
    </inkml:context>
    <inkml:brush xml:id="br0">
      <inkml:brushProperty name="width" value="0.025" units="cm"/>
      <inkml:brushProperty name="height" value="0.025" units="cm"/>
    </inkml:brush>
  </inkml:definitions>
  <inkml:trace contextRef="#ctx0" brushRef="#br0">788 11 6161,'0'0'12718,"-28"-2"-12132,-93-6-176,105 7-366,0 1 1,0 1-1,0 1 0,0 0 0,0 1 1,1 0-1,-1 1 0,1 1 1,0 1-1,0 0 0,0 1 1,1 1-1,0 0 0,-16 13 0,-3 6 28,1 2 1,1 2-1,-44 56 0,74-85-66,-30 36 32,2 2 1,1 0-1,-25 53 1,40-66-30,1 1 0,1 0 0,1 1 0,2 0 0,1 0 0,-5 41 0,8-29-11,1-1 0,2 1 0,6 45 0,-4-78 1,0 0-1,1-1 0,0 1 1,1-1-1,0 1 1,0-1-1,0 0 1,1 0-1,0 0 1,0-1-1,1 1 1,0-1-1,0 0 0,0 0 1,1-1-1,0 0 1,0 0-1,1 0 1,-1-1-1,1 1 1,0-2-1,0 1 0,0-1 1,0 0-1,11 3 1,11 1-139,0-1 1,1-1-1,0-1 1,0-2-1,36-1 1,-23-1-3525,-36 0-283</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9.393"/>
    </inkml:context>
    <inkml:brush xml:id="br0">
      <inkml:brushProperty name="width" value="0.025" units="cm"/>
      <inkml:brushProperty name="height" value="0.025" units="cm"/>
    </inkml:brush>
  </inkml:definitions>
  <inkml:trace contextRef="#ctx0" brushRef="#br0">1 61 7698,'0'0'8694,"15"-10"-7973,50-28 18,-62 36-644,1 0-1,0 0 1,-1 1 0,1 0 0,0 0 0,-1 0 0,1 0-1,0 0 1,0 1 0,0 0 0,0 0 0,0 0-1,5 1 1,8 0 394,-15-1-441,0 1-1,0 0 0,1-1 1,-1 1-1,0 0 1,0 0-1,0 0 1,0 0-1,0 1 1,-1-1-1,1 0 0,0 1 1,-1-1-1,1 1 1,-1 0-1,1 0 1,-1-1-1,0 1 0,1 0 1,-1 0-1,0 0 1,0 0-1,-1 0 1,2 4-1,3 7 97,-1 0 0,4 23 0,-4-2 86,-1 1 1,-3 61-1,-1-38-13,1-57-206,0-1 0,0 1 0,0-1 0,0 1 0,-1-1 1,1 0-1,0 1 0,0-1 0,0 1 0,-1-1 0,1 0 0,0 1 0,-1-1 0,1 0 0,0 1 0,-1-1 0,1 0 1,0 1-1,-1-1 0,1 0 0,-1 0 0,1 1 0,0-1 0,-1 0 0,1 0 0,-1 0 0,1 0 0,-1 0 0,1 0 1,0 0-1,-1 0 0,1 0 0,-1 0 0,1 0 0,-1 0 0,1 0 0,-1 0 0,1 0 0,-1 0 0,1 0 0,0 0 1,-1-1-1,-4 1 50,4-16-21,0-12-123,0 16 11,1 0 0,0-1 0,0 1 0,2-1 0,-1 1 1,1 0-1,1-1 0,9-22 0,-3 18-21,1 0-1,1 1 1,0 1 0,1-1-1,17-14 1,-28 28 90,0 1 0,1-1 1,0 1-1,-1-1 0,1 1 0,0 0 1,0 0-1,0 0 0,0 0 0,0 0 1,0 0-1,0 1 0,0-1 0,0 1 1,0-1-1,0 1 0,0 0 0,0 0 0,0 0 1,1 0-1,-1 0 0,2 0 0,0 0 12,-2 1 7,-1-1 0,0 1-1,1-1 1,-1 1 0,0 0-1,1-1 1,-1 1 0,0 0-1,0 0 1,0 0 0,0 0-1,0 0 1,0 0 0,0 0 0,0 0-1,0 0 1,-1 1 0,1-1-1,0 0 1,-1 0 0,1 1-1,-1-1 1,1 0 0,-1 1-1,1 1 1,9 46 518,-8-40-380,5 33 377,-1-4-135,12 42 0,-16-71-399,0 1 0,-1 0 0,0 0 0,-1 19 0,0-19-126,0-9-349,0 1-1269,0-1 1053,0 0 1,0 1 0,0-1-1,-1 1 1,1-1-1,0 0 1,-1 1 0,1-1-1,-1 0 1,0 1-1,1-1 1,-1 0 0,-1 1-1,-12 6-9603</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0.075"/>
    </inkml:context>
    <inkml:brush xml:id="br0">
      <inkml:brushProperty name="width" value="0.025" units="cm"/>
      <inkml:brushProperty name="height" value="0.025" units="cm"/>
    </inkml:brush>
  </inkml:definitions>
  <inkml:trace contextRef="#ctx0" brushRef="#br0">0 33 4929,'0'0'9118,"13"-5"-8099,-5 1-860,47-15 833,-50 17-848,0 1-1,-1 0 1,1 1 0,0-1-1,-1 1 1,1 0 0,0 0 0,0 1-1,0-1 1,-1 1 0,1 0-1,7 3 1,-6-1-11,0 1 0,0-1 1,-1 1-1,0 1 0,0-1 0,0 1 0,0 0 0,-1 0 0,7 10 1,33 59 512,-40-65-598,26 48 240,-4 1-1,-2 1 1,-2 1-1,-3 2 1,-3 0 0,-2 0-1,-4 1 1,6 125 0,-15-128 165,0-11 23,-6 55 0,3-89-372,0 0 0,-1 0 0,-1 0 0,0-1 0,-1 0 0,-1 0 0,-13 26 0,-6-2 329,-1-1-1,-1-2 1,-45 45-1,65-71-126,4-6-2451,2-10-4551,1 2-154</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1.445"/>
    </inkml:context>
    <inkml:brush xml:id="br0">
      <inkml:brushProperty name="width" value="0.025" units="cm"/>
      <inkml:brushProperty name="height" value="0.025" units="cm"/>
    </inkml:brush>
  </inkml:definitions>
  <inkml:trace contextRef="#ctx0" brushRef="#br0">156 0 5577,'0'1'15116,"0"22"-14631,0 16 45,1-18-391,0 0 0,-2 0 1,0 0-1,-2 0 0,0 0 1,-1 0-1,-8 22 0,-30 53 19,-27 78-1508,55-103-5984,6-58 2536</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1.791"/>
    </inkml:context>
    <inkml:brush xml:id="br0">
      <inkml:brushProperty name="width" value="0.025" units="cm"/>
      <inkml:brushProperty name="height" value="0.025" units="cm"/>
    </inkml:brush>
  </inkml:definitions>
  <inkml:trace contextRef="#ctx0" brushRef="#br0">1 106 7946,'0'0'8798,"44"-12"-7825,148-38-39,-170 45-735,-1 1-1,1 1 1,0 1 0,0 1 0,28 2 0,-5 1 107,113-2 402,205-1-361,-64-29-222,-299 30-194,0 0-1,1 0 1,-1 0 0,0 0 0,1-1 0,-1 1-1,0 0 1,0 0 0,1 0 0,-1 0 0,0 0-1,0 0 1,1 0 0,-1 0 0,0 0 0,1 0-1,-1 1 1,0-1 0,0 0 0,1 0 0,-1 0-1,0 0 1,0 0 0,1 0 0,-1 0-1,0 1 1,0-1 0,1 0 0,-1 0 0,0 0-1,0 1 1,0-1 0,0 0 0,1 1 0,-5 8-2111,-15 12-2132,18-19 3753,-25 20-8329</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2.138"/>
    </inkml:context>
    <inkml:brush xml:id="br0">
      <inkml:brushProperty name="width" value="0.025" units="cm"/>
      <inkml:brushProperty name="height" value="0.025" units="cm"/>
    </inkml:brush>
  </inkml:definitions>
  <inkml:trace contextRef="#ctx0" brushRef="#br0">349 1 160,'0'0'20199,"-20"14"-19503,-8 5-534,9-7-61,0 1 0,1 1-1,0 1 1,-21 23 0,19-14-75,0 1 1,2 0 0,0 1 0,2 1 0,1 1 0,1 0 0,2 1-1,1 0 1,1 1 0,1 0 0,2 0 0,1 1 0,1 0-1,2 0 1,0 34 0,2-47-83,1 27-125,1-43 158,-1-1 0,0 1 0,1 0-1,-1-1 1,1 1 0,-1-1 0,1 1 0,0-1 0,-1 1-1,1-1 1,0 0 0,0 1 0,0-1 0,0 0 0,0 0-1,1 0 1,-1 1 0,0-1 0,0-1 0,1 1 0,-1 0-1,1 0 1,-1 0 0,2 0 0,15 2-847,-1 0 1,1-2-1,32 0 1,-43-1 345,46 0-5310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2.619"/>
    </inkml:context>
    <inkml:brush xml:id="br0">
      <inkml:brushProperty name="width" value="0.025" units="cm"/>
      <inkml:brushProperty name="height" value="0.025" units="cm"/>
    </inkml:brush>
  </inkml:definitions>
  <inkml:trace contextRef="#ctx0" brushRef="#br0">1 1 8674,'0'0'10930,"17"19"-10060,56 64-166,-70-78-625,1 1 0,-1-1 1,0 0-1,0 1 0,-1-1 0,1 1 1,-1 0-1,-1 0 0,1 0 0,-1 0 1,0 0-1,0 0 0,-1 0 0,0 1 1,0-1-1,-1 7 0,0 6 44,0 4 51,1-2-478,1-22 272,0 1 0,0-1-1,0 1 1,0 0 0,-1-1-1,1 0 1,0 1 0,-1-1 0,1 1-1,0-1 1,-1 0 0,1 1-1,-1-1 1,1 0 0,-1 0-1,1 0 1,-1 1 0,0-1 0,1 0-1,-1 0 1,0 0 0,1-1-1,14-25-597,2 1-1,34-41 0,-40 54 586,1 1-1,1 0 1,0 0 0,0 1-1,1 1 1,21-12 0,-34 21 104,0 0 1,0 1-1,0-1 1,0 1-1,0-1 1,0 1 0,0-1-1,0 1 1,1-1-1,-1 1 1,0 0 0,0 0-1,0 0 1,1 0-1,-1 0 1,0 0 0,0 0-1,0 0 1,0 0-1,1 0 1,-1 1 0,0-1-1,0 0 1,0 1-1,0-1 1,0 1 0,0-1-1,0 1 1,0 0-1,0-1 1,0 1 0,0 0-1,0 0 1,1 1-1,1 3 119,-1-1 0,1 1 0,-1 0 0,-1 0 0,1 0-1,1 9 1,8 18 251,46 55-808,-29-56-6078,-17-20-1238</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2.965"/>
    </inkml:context>
    <inkml:brush xml:id="br0">
      <inkml:brushProperty name="width" value="0.025" units="cm"/>
      <inkml:brushProperty name="height" value="0.025" units="cm"/>
    </inkml:brush>
  </inkml:definitions>
  <inkml:trace contextRef="#ctx0" brushRef="#br0">0 1 11306,'0'0'10167,"33"19"-9331,105 64-180,-131-79-602,0 0 0,-1 1 0,0 0 0,0 0 0,0 0 0,0 1 0,-1 0 0,0 0 0,0 0 0,-1 1 0,1-1 0,-1 1 0,-1 0 0,6 14 0,-2-3 72,7 12 41,-2 0 0,-1 0-1,-1 2 1,-2-1 0,-1 1-1,5 61 1,-13 104 320,0-186-454,-2 0 1,1 0-1,-1 0 1,-1 0 0,0-1-1,-1 0 1,0 1-1,0-2 1,-1 1-1,-12 16 1,-4 0-11,-1-1 0,-33 28 1,56-53-29,-4 5-116,-1-1 1,0 0-1,0 0 1,0-1-1,-6 4 1,-18-2-3912,22-5-1439</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3.539"/>
    </inkml:context>
    <inkml:brush xml:id="br0">
      <inkml:brushProperty name="width" value="0.025" units="cm"/>
      <inkml:brushProperty name="height" value="0.025" units="cm"/>
    </inkml:brush>
  </inkml:definitions>
  <inkml:trace contextRef="#ctx0" brushRef="#br0">1 1 7058,'0'0'14424,"8"2"-13844,72 16 0,2-3-1,158 7 1,-225-22-742,15 0-90,-29 0 152,-1 0-1,1 0 1,0 0-1,-1 1 1,1-1-1,0 0 1,-1 0 0,1 0-1,-1 0 1,1 1-1,-1-1 1,1 0-1,0 0 1,-1 1-1,1-1 1,-1 0-1,1 1 1,-1-1 0,0 1-1,1-1 1,-1 1-1,1-1 1,-1 1-1,0-1 1,1 1-1,-1-1 1,0 1 0,1-1-1,-1 1 1,0-1-1,0 1 1,0 0-1,0 0-79,0-1-1,0 1 1,0-1-1,0 1 0,0-1 1,0 0-1,0 1 1,0-1-1,0 1 1,0-1-1,0 1 0,0-1 1,-1 0-1,1 1 1,0-1-1,0 1 1,-1-1-1,1 0 0,0 1 1,0-1-1,-1 0 1,1 1-1,0-1 1,-1 0-1,-21 10-5887</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3.870"/>
    </inkml:context>
    <inkml:brush xml:id="br0">
      <inkml:brushProperty name="width" value="0.025" units="cm"/>
      <inkml:brushProperty name="height" value="0.025" units="cm"/>
    </inkml:brush>
  </inkml:definitions>
  <inkml:trace contextRef="#ctx0" brushRef="#br0">54 1 7154,'-54'320'7417,"81"-320"-4752,16 0-145,5 0-495,5 0-521,-4 0-704,-1 0-440,0 0-232,-11 0-128,-5 0-160,32 0-928,-10-5-3769,10-17-9418</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4.327"/>
    </inkml:context>
    <inkml:brush xml:id="br0">
      <inkml:brushProperty name="width" value="0.025" units="cm"/>
      <inkml:brushProperty name="height" value="0.025" units="cm"/>
    </inkml:brush>
  </inkml:definitions>
  <inkml:trace contextRef="#ctx0" brushRef="#br0">315 1 9938,'0'0'10949,"42"2"-10377,135 8-213,-157-8-284,1 0 1,20 6-1,3 11 107,-44-18-181,4 1 4,-1 0-1,0 0 1,1 1-1,-1-1 1,0 1-1,0 0 0,-1 0 1,1 0-1,-1 0 1,0 1-1,1-1 1,-1 0-1,-1 1 1,1 0-1,0-1 0,-1 1 1,0 0-1,0 0 1,0 0-1,0 0 1,-1 0-1,1 0 0,-1 0 1,-1 4-1,1 1 6,-1-1-1,0 0 1,-1 0-1,0 0 0,0 0 1,-1 0-1,0 0 1,0-1-1,-1 1 1,0-1-1,-5 7 0,-9 9 51,-1-1-1,0-1 1,-2 0-1,-42 31 1,-105 63 106,126-88-155,-22 14 123,3 2 0,-97 87 0,155-126-99,-1-1 0,1 0 0,0 0-1,0 1 1,0 0 0,0 0 0,1 0 0,-1 0 0,1 0 0,0 0 0,0 0 0,1 1 0,-1-1 0,1 1 0,0-1 0,0 1 0,1 0 0,-1 7 0,1-11-27,0 0 0,0-1 1,0 1-1,0 0 0,1-1 0,-1 1 1,0 0-1,0-1 0,1 1 0,-1 0 1,0-1-1,1 1 0,-1 0 0,1-1 1,-1 1-1,1-1 0,-1 1 0,1-1 1,-1 1-1,1-1 0,-1 0 0,1 1 1,0-1-1,-1 1 0,1-1 0,0 0 1,-1 0-1,1 1 0,0-1 1,1 0-1,25 2 29,-19-1 7,23 0 2,22 3 133,106-7 0,-151 2-491,0-1 0,0 1 1,-1-1-1,1-1 0,-1 0 0,0 0 0,1 0 0,-1-1 0,-1 0 0,1 0 0,0-1 0,-1 0 1,0 0-1,0 0 0,5-7 0,-4 1-5220</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5.217"/>
    </inkml:context>
    <inkml:brush xml:id="br0">
      <inkml:brushProperty name="width" value="0.025" units="cm"/>
      <inkml:brushProperty name="height" value="0.025" units="cm"/>
    </inkml:brush>
  </inkml:definitions>
  <inkml:trace contextRef="#ctx0" brushRef="#br0">0 39 3409,'0'0'13797,"7"-6"-12158,22-20-250,-22 20 1810,-7 8-2644,0 449 293,0-450-865,-4 25-2113,4-25 1863,0 0-1,-1 0 0,1 0 0,-1-1 0,1 1 0,-1 0 0,1-1 0,-1 1 1,0 0-1,1-1 0,-1 1 0,0-1 0,0 1 0,1-1 0,-1 0 1,0 1-1,-1 0 0,-9 0-5101</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5.807"/>
    </inkml:context>
    <inkml:brush xml:id="br0">
      <inkml:brushProperty name="width" value="0.025" units="cm"/>
      <inkml:brushProperty name="height" value="0.025" units="cm"/>
    </inkml:brush>
  </inkml:definitions>
  <inkml:trace contextRef="#ctx0" brushRef="#br0">495 82 9842,'0'0'12413,"-16"-12"-11815,-51-35-237,59 43-321,1 1 0,-1 0 0,0 0 0,0 1 0,0 0 0,0 0 0,0 1 0,0 0 0,0 0 0,-1 1 0,1 0 0,-16 2 0,-10 0 3,23-2-43,0 0 0,0 0 0,0 2 0,0-1 0,0 1 0,0 1 0,0 0 0,1 0 0,-1 1-1,1 1 1,0-1 0,0 2 0,1-1 0,-1 1 0,1 1 0,1 0 0,-1 0 0,1 1 0,0 0 0,1 0 0,-12 17 0,14-15-126,0 1 0,1-1 0,0 1 0,1 0 0,0 1 0,0-1 0,2 0 0,-1 1 0,1-1 0,1 1 0,2 20 0,-2-12-180,0-16 264,0-1 0,0 1 0,1-1 0,0 0 0,-1 1 0,1-1 0,0 0 0,1 0 0,-1 1 0,1-1-1,-1 0 1,1 0 0,0-1 0,0 1 0,0 0 0,0-1 0,1 1 0,-1-1 0,1 1 0,-1-1 0,1 0 0,0 0 0,0-1 0,0 1 0,0 0 0,0-1 0,0 0 0,0 0 0,1 0-1,5 1 1,10 2-283,1-1-1,-1-1 0,0-1 0,25-1 0,-25-1-27,-10 2 329,1-1 1,-1 0-1,0-1 1,0 0-1,0-1 1,0 0-1,0 0 1,-1-1-1,1 0 0,-1 0 1,11-6-1,51-28 850,-70 37-712,0 0 0,1 0 1,-1 0-1,0 0 0,1 0 1,-1 0-1,1 0 0,-1 1 1,0-1-1,1 0 0,-1 0 1,0 0-1,0 1 0,1-1 1,-1 0-1,0 1 0,0-1 1,1 0-1,-1 1 1,0-1-1,0 0 0,0 1 1,1-1-1,-1 0 0,0 1 1,0-1-1,0 0 0,0 1 1,0-1-1,0 0 0,0 1 1,0-1-1,0 1 0,0-1 1,0 0-1,0 1 0,0-1 1,0 1-1,0-1 0,-1 1 1,2 25-367,-1-21 645,-3 45 130,-1 1-1,-3-1 1,-22 81 0,12-65-451,-52 229-862,65-265-1323,3-11-3591</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6.392"/>
    </inkml:context>
    <inkml:brush xml:id="br0">
      <inkml:brushProperty name="width" value="0.025" units="cm"/>
      <inkml:brushProperty name="height" value="0.025" units="cm"/>
    </inkml:brush>
  </inkml:definitions>
  <inkml:trace contextRef="#ctx0" brushRef="#br0">38 71 6665,'0'0'12878,"-6"-5"-11761,-26-21 40,36 19-952,2 4-204,1-1 0,-1 0 0,1 1 0,0 1 1,0-1-1,0 1 0,0 0 0,0 0 0,11 0 0,71-3 3,116 5-22,-204 0 18,0 0 0,0 0-1,0 0 1,0 0-1,0 0 1,1 1-1,-1-1 1,0 0 0,0 1-1,0-1 1,0 1-1,0-1 1,0 1 0,0-1-1,0 1 1,0 0-1,0 0 1,0-1-1,-1 1 1,1 0 0,0 0-1,0 0 1,-1 0-1,1 0 1,0 0 0,-1 0-1,1 0 1,-1 0-1,0 0 1,1 2-1,0 3 3,0 0 0,0-1 0,-1 1-1,0 12 1,0-7 10,0-7-5,1 19 66,-1-1 1,-2 1-1,0-1 0,-1 0 1,-1 0-1,-9 30 0,-16 24 40,4 2 0,3 1 0,4 0 0,3 1-1,4 1 1,-1 91 0,12-170-194,-11-9-9643,0-8 433</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6.737"/>
    </inkml:context>
    <inkml:brush xml:id="br0">
      <inkml:brushProperty name="width" value="0.025" units="cm"/>
      <inkml:brushProperty name="height" value="0.025" units="cm"/>
    </inkml:brush>
  </inkml:definitions>
  <inkml:trace contextRef="#ctx0" brushRef="#br0">0 118 1736,'0'0'18844,"289"-69"-18091,-230 54-457,-6 3-224,-10 2-72,-11-2-408,-5 12-1537,-6 0-2752,-10 0-5097</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7.165"/>
    </inkml:context>
    <inkml:brush xml:id="br0">
      <inkml:brushProperty name="width" value="0.025" units="cm"/>
      <inkml:brushProperty name="height" value="0.025" units="cm"/>
    </inkml:brush>
  </inkml:definitions>
  <inkml:trace contextRef="#ctx0" brushRef="#br0">0 37 8242,'0'0'12931,"13"0"-12085,-2-1-715,42 1 468,-48 0-539,0 0 1,0 1-1,0-1 1,0 1 0,0 1-1,-1-1 1,1 1-1,0 0 1,6 3-1,-8-3-42,0 1 0,-1-1 0,1 1 0,-1-1 0,0 1 0,0 0 0,0 0 0,0-1 0,0 2 0,-1-1-1,1 0 1,-1 0 0,0 0 0,0 1 0,0-1 0,0 5 0,1 6 30,-1 1 0,-1 22 0,0-21-37,1 7 67,0 28 120,-1-49-184,0 1 0,0-1 1,0 1-1,-1-1 1,1 1-1,-1-1 0,0 1 1,0-1-1,0 0 0,0 1 1,0-1-1,0 0 0,0 0 1,-3 4-1,4-6-26,-1 0-1,1 0 1,0 0-1,0 0 1,0 0-1,0 0 0,0 0 1,0 0-1,-1 0 1,1 0-1,0 0 1,0 0-1,0 0 1,0 0-1,0 0 1,0 0-1,-1 0 1,1 0-1,0 0 1,0 0-1,0 0 1,0 0-1,0-1 1,0 1-1,0 0 0,-1 0 1,1 0-1,0 0 1,0 0-1,0 0 1,0 0-1,0 0 1,0 0-1,0 0 1,0-1-1,0 1 1,0 0-1,0 0 1,0 0-1,-1 0 1,1 0-1,0 0 0,0-1 1,0 1-1,0 0 1,0 0-1,0 0 1,0 0-1,0 0 1,0 0-1,0-1 1,0 1-1,0 0 1,0 0-1,1 0 1,-1 0-1,0 0 1,0 0-1,0 0 0,0-1 1,0 1-1,0 0 1,0 0-1,0 0 1,0 0-1,5-15-324,12-6-97,0 1 0,1 1 0,1 0 0,34-25 0,96-60-1399,-120 86 1611,-19 11 343,-6 4-1,0 0 0,0 0 0,-1 1 0,2-1 1,-1 1-1,0 0 0,0 1 0,1-1 0,-1 1 1,1-1-1,-1 1 0,8 0 0,-12 9 1982,0 164 2705,0-113-6541,0-2-4504,0-50-975</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8.052"/>
    </inkml:context>
    <inkml:brush xml:id="br0">
      <inkml:brushProperty name="width" value="0.025" units="cm"/>
      <inkml:brushProperty name="height" value="0.025" units="cm"/>
    </inkml:brush>
  </inkml:definitions>
  <inkml:trace contextRef="#ctx0" brushRef="#br0">18 7 10074,'0'0'10294,"-5"2"-9854,-7 4-165,16-3 183,32-3 283,-13-1-893,495 1 299,-462-5 1305,-56 3-4133,0-8-2340</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8.636"/>
    </inkml:context>
    <inkml:brush xml:id="br0">
      <inkml:brushProperty name="width" value="0.025" units="cm"/>
      <inkml:brushProperty name="height" value="0.025" units="cm"/>
    </inkml:brush>
  </inkml:definitions>
  <inkml:trace contextRef="#ctx0" brushRef="#br0">595 50 7786,'0'0'14528,"-11"-8"-13402,9 6-1080,-3-2 36,-1 0 0,1 0 0,-1 0 0,0 1 0,0-1 1,-1 2-1,1-1 0,0 1 0,-1 0 0,0 0 0,1 0 0,-1 1 0,0 0 0,-7 1 0,-31-1 218,10 0-61,-37 4 0,60-1-220,1-1-1,0 2 1,0-1 0,0 1-1,0 1 1,1 0 0,-15 8-1,-2 3-13,0 2-1,1 1 1,-31 27-1,49-38-26,0 1-1,1 0 1,-1 1-1,2-1 1,-1 1-1,1 1 0,1-1 1,0 1-1,0 0 1,0 0-1,2 0 1,-1 1-1,-1 10 1,2-6-221,1 0 0,0 0 0,1 29 0,2-41 202,-1 1-1,0-1 1,1 1 0,0-1-1,0 1 1,0-1 0,0 0-1,0 1 1,1-1 0,-1 0-1,1 0 1,0 0-1,0 0 1,0 0 0,0 0-1,1-1 1,-1 1 0,1-1-1,-1 1 1,1-1-1,6 3 1,0 0-48,0-1 0,1-1 1,-1 0-1,1 0 0,0-1 0,0 0 0,12 0 0,74-1-868,-69-2 590,-4-1-34,1-1 0,-1 0 0,0-2 0,0-1 0,-1 0 0,29-13 0,124-70-1014,-154 74 983,-12 10 6905,-10 25-3220,-36 114-2176,14-36-1002,-13 62 112,32-131-1923,-1 50 0,10-77-1190,22-3-2212,5-3-2213</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9.155"/>
    </inkml:context>
    <inkml:brush xml:id="br0">
      <inkml:brushProperty name="width" value="0.025" units="cm"/>
      <inkml:brushProperty name="height" value="0.025" units="cm"/>
    </inkml:brush>
  </inkml:definitions>
  <inkml:trace contextRef="#ctx0" brushRef="#br0">1 45 9690,'0'0'13539,"18"-4"-13279,84-13-40,166-5 0,-267 21-210,-1 1 0,1 0 0,-1 0 0,1 0-1,-1 0 1,1-1 0,-1 1 0,1 0 0,-1 0 0,1 0-1,-1 0 1,1 0 0,-1 0 0,1 0 0,-1 1 0,1-1 0,-1 0-1,1 0 1,-1 0 0,1 0 0,-1 1 0,1-1 0,-1 0-1,0 0 1,1 1 0,-1-1 0,1 0 0,-1 1 0,0-1 0,1 1-1,-1-1 1,0 0 0,1 1 0,-1-1 0,0 1 0,0-1 0,1 1-1,-1-1 1,0 1 0,0-1 0,0 1 0,0-1 0,0 1-1,0-1 1,1 1 0,-1-1 0,0 1 0,-1-1 0,1 1 0,0-1-1,0 1 1,0-1 0,0 1 0,0-1 0,0 1 0,-1-1 0,1 1-1,0-1 1,0 1 0,-1-1 0,0 1 0,-23 29 366,23-29-352,-34 31 385,-45 31 1,-30 28-69,106-88-359,1 0 0,-1 0 1,1 1-1,0-1 0,0 1 0,1 0 0,-1 0 0,1 0 0,0 1 0,0-1 0,0 0 0,0 1 0,1-1 1,0 1-1,0-1 0,0 1 0,0 0 0,1 0 0,0-1 0,0 6 0,0-8-16,0 0 1,1 0-1,-1 0 0,1 0 0,-1 0 1,1 0-1,0 0 0,0-1 0,0 1 1,0 0-1,0 0 0,0-1 0,1 1 0,-1 0 1,0-1-1,1 0 0,-1 1 0,1-1 1,3 2-1,40 22-195,-27-16 122,35 16-115,-22-11 98,42 26-1,-66-35 122,0 0-1,0 0 0,0 0 0,-1 1 0,0 0 1,0 0-1,-1 1 0,0-1 0,0 1 1,0 0-1,3 8 0,-7-13 12,0 0 0,0 0 0,0 1-1,0-1 1,0 0 0,-1 0 0,1 1 0,-1-1-1,0 0 1,0 1 0,0-1 0,0 0 0,0 1 0,0-1-1,0 0 1,-1 1 0,1-1 0,-1 0 0,0 0-1,1 1 1,-1-1 0,0 0 0,0 0 0,-1 0 0,1 0-1,0 0 1,-1 0 0,1-1 0,-1 1 0,0 0-1,1-1 1,-1 1 0,0-1 0,-2 2 0,-7 3 139,-1-1 1,1 0 0,-1 0-1,1-1 1,-17 3 0,1 1 144,-185 59 891,179-61-2762,13-6-4657,13 0-1931</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9.563"/>
    </inkml:context>
    <inkml:brush xml:id="br0">
      <inkml:brushProperty name="width" value="0.025" units="cm"/>
      <inkml:brushProperty name="height" value="0.025" units="cm"/>
    </inkml:brush>
  </inkml:definitions>
  <inkml:trace contextRef="#ctx0" brushRef="#br0">188 1 10426,'0'0'15159,"-2"12"-14338,-3 6-554,0-1 1,-1 0 0,0-1 0,-18 31 0,-5 2 178,-39 86 0,60-113-457,0-1-1,1 2 0,2-1 1,0 1-1,1-1 0,-1 46 0,5-64 12,0 3-14,0 1-1,0-1 0,1 0 1,-1 0-1,4 12 0,-2-17 9,-1 1 0,0 0 0,1-1 0,-1 1 0,1-1 0,0 0 0,0 1 1,0-1-1,0 0 0,0 0 0,0 0 0,1 0 0,-1-1 0,1 1 0,-1-1 0,6 3 0,10 4-4,1-1-1,0-1 1,0 0 0,1-2 0,-1 0-1,25 2 1,121-3-561,-101-4-17,-63 1 532,0 0 1,0 0-1,0 0 0,0 0 0,0 0 1,1 0-1,-1 0 0,0-1 1,0 1-1,0 0 0,0-1 0,0 1 1,0-1-1,0 1 0,0-1 0,0 0 1,0 1-1,0-1 0,0 0 1,0 0-1,0 0 0,-1 1 0,1-1 1,0 0-1,0 0 0,-1 0 0,1 0 1,-1 0-1,1 0 0,-1 0 1,1-1-1,-1 1 0,0-1 0,1-4-1183,-1 1-1,1-1 0,-1 0 1,-1 0-1,-1-9 0,-2-6-4199</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9.894"/>
    </inkml:context>
    <inkml:brush xml:id="br0">
      <inkml:brushProperty name="width" value="0.025" units="cm"/>
      <inkml:brushProperty name="height" value="0.025" units="cm"/>
    </inkml:brush>
  </inkml:definitions>
  <inkml:trace contextRef="#ctx0" brushRef="#br0">284 1 8026,'0'0'18436,"-96"293"-17588,64-213-304,0 1-224,-6-1-208,6-6-112,5 1-40,11-5-552,6 16-1481,10-23-2119,0-20-4146</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1.129"/>
    </inkml:context>
    <inkml:brush xml:id="br0">
      <inkml:brushProperty name="width" value="0.025" units="cm"/>
      <inkml:brushProperty name="height" value="0.025" units="cm"/>
    </inkml:brush>
  </inkml:definitions>
  <inkml:trace contextRef="#ctx0" brushRef="#br0">591 114 992,'0'0'15526,"-16"-4"-14351,-53-14-501,63 17-639,0 0 1,0 1 0,0-1-1,0 1 1,0 1 0,0-1-1,0 1 1,0 0 0,0 0-1,0 1 1,0-1 0,0 1 0,1 1-1,-1-1 1,1 1 0,0 0-1,0 0 1,0 1 0,0-1-1,0 1 1,-4 5 0,-11 6 104,-20 14 133,1 3-1,2 1 1,1 1-1,-40 51 1,61-67-210,0 2-1,2 0 0,1 1 1,0 0-1,1 1 1,2 0-1,0 0 1,1 1-1,1 0 0,-6 48 1,10-49-45,1 1 1,2 0-1,0-1 0,5 31 1,-4-45-19,1-1 0,0 1 0,0-1 0,0 0 1,1 0-1,0 0 0,0 0 0,1-1 0,0 1 0,0-1 1,1 0-1,0 0 0,0 0 0,0-1 0,0 1 0,8 4 1,-4-4-1,0 0 0,1-1 0,-1-1 0,1 0 0,0 0 0,0 0 0,0-2 0,20 4 0,3-2 3,50-2-1,-71-2-1,8 0 0,0 0 1,0-2-1,1 0 0,-1-2 0,0 0 0,-1-1 0,1-1 0,-1-1 0,0 0 1,-1-2-1,0 0 0,28-19 0,-24 13-5,-1-1 0,-1-1 0,0-1 1,-2 0-1,20-25 0,-29 30 3,1-1-1,-2 1 1,0-1 0,-1-1-1,0 1 1,-1-1 0,-1 0-1,0-1 1,4-25 0,-4-4 30,-2-70 0,-3 100-18,-1-6 17,-1 0 0,-1 0 0,-1 1 0,-1 0 0,0 0 0,-2 0 0,0 0 0,-2 1 0,0 0 0,-1 1 0,0 0 0,-2 0 0,0 1 0,-1 1 0,0 0 0,-2 1 0,0 0 0,-20-14 0,30 25-40,-1 0 0,0 1 0,0 0 0,0 0 0,0 0 0,-1 1 0,1 0 0,-1 0 0,0 1-1,1-1 1,-1 1 0,0 1 0,0 0 0,-11 0 0,17 0-72,-1 0 0,1 0 0,-1 0 1,1 1-1,0-1 0,-1 0 0,1 1 0,-1-1 0,1 1 0,0-1 1,-1 1-1,1-1 0,0 1 0,0 0 0,-1 0 0,1 0 0,0 0 1,0 0-1,0 0 0,0 0 0,-1 2 0,0 0-338,0 0 0,1 1 0,-1-1-1,1 0 1,0 1 0,0-1 0,-1 8 0,0 22-4275</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1.671"/>
    </inkml:context>
    <inkml:brush xml:id="br0">
      <inkml:brushProperty name="width" value="0.025" units="cm"/>
      <inkml:brushProperty name="height" value="0.025" units="cm"/>
    </inkml:brush>
  </inkml:definitions>
  <inkml:trace contextRef="#ctx0" brushRef="#br0">680 13 7154,'0'0'12392,"-3"-1"-11192,-1-1-1004,-1 0 1,1 0 0,-1 1-1,0 0 1,1 0 0,-1 0-1,0 0 1,-9 1 0,-48 2 285,37-1-363,7 1-77,-1 1 0,0 0 1,1 1-1,0 1 0,0 0 0,-18 9 0,-1 3 33,-60 37 0,78-41-59,-1 1-1,2 0 0,-1 2 0,2 0 0,1 1 0,0 0 0,1 2 1,0 0-1,2 0 0,0 1 0,2 1 0,0 0 0,1 1 1,1 0-1,1 0 0,1 1 0,1 0 0,1 0 0,1 0 0,2 1 1,-1 27-1,2-23-9,1 97 37,1-113-36,0 0 0,1 0-1,0-1 1,1 1 0,1-1-1,0 1 1,0-1 0,7 12-1,-3-9 17,1 0-1,1 0 1,0-1 0,22 22-1,-26-29 12,1-1 0,1 1 0,-1-1 0,1 0 0,0-1 0,0 0 0,0 0 0,0-1 0,1 0 0,11 3 0,6 0 60,1-2 1,0 0-1,31-1 0,-57-3-294,-18 9-2648,14-8 2338,-31 7-3997,-3 1-1895</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2.303"/>
    </inkml:context>
    <inkml:brush xml:id="br0">
      <inkml:brushProperty name="width" value="0.025" units="cm"/>
      <inkml:brushProperty name="height" value="0.025" units="cm"/>
    </inkml:brush>
  </inkml:definitions>
  <inkml:trace contextRef="#ctx0" brushRef="#br0">0 66 7498,'0'0'10554,"10"-4"-9865,31-14 57,-39 17-671,0 0 0,0 0 1,1 1-1,-1-1 0,0 1 1,0-1-1,1 1 0,-1 0 1,0 0-1,1 0 0,-1 0 1,0 0-1,0 0 0,1 1 0,-1-1 1,0 1-1,0-1 0,1 1 1,-1 0-1,0 0 0,0 0 1,0 0-1,0 0 0,0 1 1,-1-1-1,1 1 0,0-1 1,0 1-1,1 2 0,1 2-8,0 0-1,0 0 1,-1 0-1,0 1 1,0-1-1,-1 1 1,3 10-1,-2-1-12,-1 0 0,0 0 1,-2 0-1,0 25 0,-1-3 290,1-38-344,1 0 1,-1 0 0,1 0-1,-1 0 1,1 0-1,-1 0 1,1 0-1,-1 0 1,1 0 0,-1 0-1,1 0 1,-1-1-1,1 1 1,-1 0-1,0 0 1,1 0-1,-1-1 1,1 1 0,-1 0-1,0-1 1,1 1-1,-1 0 1,1-1-1,-1 1 1,1-1 0,42-61-148,-31 42 55,1 1 0,19-22 0,-8 15-5,-8 8 55,1 0 0,1 1 1,23-18-1,-40 35 65,-1 0 0,1-1 1,0 1-1,0 0 0,-1 0 1,1-1-1,0 1 0,0 0 1,0 0-1,-1 0 1,1 0-1,0 0 0,0 0 1,0 0-1,-1 0 0,1 0 1,0 1-1,0-1 0,-1 0 1,1 0-1,0 1 0,0-1 1,-1 1-1,1-1 0,0 0 1,-1 1-1,1-1 0,0 2 1,17 17 451,-13-13-323,12 15 334,-2 1 1,0 1-1,14 27 0,-21-35-431,-7-11-265,0-1-1,0 1 1,0-1-1,-1 1 0,0-1 1,0 1-1,0-1 0,0 1 1,0-1-1,-2 6 0,-6 17-4700,-6-9 201</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2.831"/>
    </inkml:context>
    <inkml:brush xml:id="br0">
      <inkml:brushProperty name="width" value="0.025" units="cm"/>
      <inkml:brushProperty name="height" value="0.025" units="cm"/>
    </inkml:brush>
  </inkml:definitions>
  <inkml:trace contextRef="#ctx0" brushRef="#br0">0 7 1088,'0'0'13783,"13"-2"-12580,-6 1-1012,-3 0-92,0 0 0,0 1 0,0-1 0,1 1 0,-1 0-1,0 0 1,0 0 0,0 1 0,0-1 0,0 1 0,0 0 0,0 0-1,0 1 1,0-1 0,0 1 0,0 0 0,-1 0 0,1 0 0,-1 0-1,7 6 1,25 29 425,-2 2 0,-2 1 0,-1 1 0,47 90-1,-54-87-282,-2 2 0,-2 1 0,-2 0 0,-2 1 0,-2 0 0,-3 2-1,-1-1 1,-3 1 0,1 73 0,-7-98-162,1-16-13,-1 1-1,1-1 1,-2 1-1,0 0 0,0-1 1,0 1-1,-1-1 1,-1 0-1,0 1 0,0-1 1,-7 13-1,0-7 202,0 1-1,-26 25 1,31-35-154,0-1 1,0 0 0,-1 0 0,0-1 0,0 1-1,0-1 1,0-1 0,-1 1 0,1-1 0,-11 3-1,16-6-692,-2 1 1934,1-1-3359,-9 0-9121</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1.288"/>
    </inkml:context>
    <inkml:brush xml:id="br0">
      <inkml:brushProperty name="width" value="0.025" units="cm"/>
      <inkml:brushProperty name="height" value="0.025" units="cm"/>
    </inkml:brush>
  </inkml:definitions>
  <inkml:trace contextRef="#ctx0" brushRef="#br0">80 260 936,'0'0'8022,"-8"-25"-6598,-3-8-924,-23-80 2060,22 39 1111,5 63-2509,7 11-1074,0 0 1,0 0-1,0 0 0,0-1 0,0 1 1,0 0-1,0 0 0,-1 0 1,1 0-1,0-1 0,0 1 0,0 0 1,0 0-1,0 0 0,0 0 0,-1 0 1,1 0-1,0-1 0,0 1 1,0 0-1,0 0 0,-1 0 0,1 0 1,0 0-1,0 0 0,0 0 1,-1 0-1,1 0 0,0 0 0,0 0 1,0 0-1,0 0 0,-1 0 1,1 0-1,0 0 0,0 0 0,0 0 1,-1 0-1,1 0 0,0 0 1,0 0-1,0 0 0,0 0 0,-1 1 1,1-1-1,0 0 0,0 0 1,0 0-1,0 0 0,0 0 0,-1 0 1,1 1-1,0-1 0,2 10 107,-1-1 0,0 1 0,-1 0 0,0 0-1,-2 13 1,0 13 41,2-25-166,10 260 1194,2 7 215,-12-161-4032,-1-25-5168,1-119 2632,0-5-2439</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1.751"/>
    </inkml:context>
    <inkml:brush xml:id="br0">
      <inkml:brushProperty name="width" value="0.025" units="cm"/>
      <inkml:brushProperty name="height" value="0.025" units="cm"/>
    </inkml:brush>
  </inkml:definitions>
  <inkml:trace contextRef="#ctx0" brushRef="#br0">73 195 968,'0'0'10776,"-11"-22"-9972,-32-67-84,27 60-220,14 25-40,3 3 1783,0 1-1868,76 8 596,-5 1-387,448-5 1337,-501-4-1880,419-31 568,-49 1-320,-255 22 1548,-142 8-1944,5 0-44,1-1 1,-1 1 0,0 0-1,0 0 1,1 0 0,-1 0-1,0 1 1,0-1 0,1 1-1,-1 0 1,0-1 0,1 1-1,-1 1 1,1-1 0,-1 0-1,1 0 1,-1 1 0,1 0-1,0-1 1,0 1 0,0 0-1,0 0 1,-2 3 0,-14 25-3218,-3-7-1957</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2.177"/>
    </inkml:context>
    <inkml:brush xml:id="br0">
      <inkml:brushProperty name="width" value="0.025" units="cm"/>
      <inkml:brushProperty name="height" value="0.025" units="cm"/>
    </inkml:brush>
  </inkml:definitions>
  <inkml:trace contextRef="#ctx0" brushRef="#br0">849 1 1568,'0'0'15580,"-51"10"-14724,-167 41-313,195-45-437,1 1 0,1 2 0,-1 0 0,2 1 0,-1 1 0,-35 26 0,18-11 80,-8 3-4,1 2 1,2 2-1,1 2 1,-38 41-1,68-63-114,1 2 0,0 0-1,1 0 1,0 0 0,1 2-1,-12 29 1,17-34-51,1 0 0,0 0 0,1 0 0,0 0 0,0 1 0,2-1 1,-1 1-1,2-1 0,-1 1 0,2-1 0,2 14 0,-2-20-20,0-1 1,1 1-1,0 0 1,-1-1-1,2 1 1,-1-1-1,0 0 0,1 0 1,0 0-1,1-1 1,-1 1-1,1-1 1,-1 0-1,1 0 1,0-1-1,10 6 0,-4-3-30,0 0-1,1-1 0,0-1 0,-1 0 0,2 0 0,-1-1 0,18 2 0,131 0-3347,-113-5 1274,15 0-3474</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2.656"/>
    </inkml:context>
    <inkml:brush xml:id="br0">
      <inkml:brushProperty name="width" value="0.025" units="cm"/>
      <inkml:brushProperty name="height" value="0.025" units="cm"/>
    </inkml:brush>
  </inkml:definitions>
  <inkml:trace contextRef="#ctx0" brushRef="#br0">1 13 1696,'0'0'16182,"19"-2"-15339,62-8-144,-79 10-668,-1 0 0,1 0-1,-1-1 1,1 1 0,-1 0-1,1 0 1,-1 1 0,1-1-1,-1 0 1,1 0 0,-1 1 0,0-1-1,1 1 1,-1-1 0,1 1-1,-1 0 1,0-1 0,0 1-1,1 0 1,-1 0 0,0 0-1,0 0 1,0 0 0,0 0 0,0 0-1,0 1 1,0-1 0,0 0-1,-1 0 1,1 1 0,0-1-1,-1 0 1,1 1 0,-1-1 0,1 1-1,-1-1 1,0 1 0,0-1-1,0 1 1,0 2 0,2 5 141,6 26 186,-3 1 1,0-1-1,-2 1 0,-3 45 0,0-79-286,1-2-57,0 0-1,0 1 0,0-1 1,0 0-1,0 0 1,0 0-1,0 0 1,0 0-1,0 0 1,0 0-1,0 0 0,0-1 1,-1 1-1,1 0 1,0-1-1,0 1 1,0 0-1,0-1 0,0 1 1,-1-1-1,1 1 1,1-2-1,3-6-12,0 0-1,0-1 1,0 0-1,3-12 1,12-22-35,-15 34 33,0 1 0,0-1 0,1 1-1,0 1 1,0-1 0,1 1 0,0 0 0,0 1 0,1 0 0,0 0 0,0 0 0,0 1-1,1 0 1,-1 1 0,1 0 0,1 0 0,-1 1 0,0 0 0,1 0 0,-1 1-1,1 1 1,19-1 0,-28 2 13,0 1 1,0-1-1,1 1 0,-1-1 0,0 1 0,0 0 0,0-1 0,0 1 1,0 0-1,0 0 0,0 0 0,0 0 0,0 0 0,-1 0 1,1 0-1,0 0 0,0 0 0,-1 0 0,1 0 0,-1 1 0,1-1 1,-1 0-1,1 2 0,9 35 136,-9-35-142,1 5-51,-2-5 21,0-1-1,0 1 1,1 0 0,-1 0-1,1-1 1,-1 1 0,1 0-1,0-1 1,1 1-1,-1 0 1,0-1 0,1 0-1,-1 1 1,1-1 0,0 0-1,-1 0 1,1 0-1,0 0 1,0 0 0,1 0-1,-1 0 1,0-1 0,1 1-1,-1-1 1,1 0-1,-1 0 1,1 0 0,-1 0-1,6 1 1,87 13-7545,-52-14 257</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2.986"/>
    </inkml:context>
    <inkml:brush xml:id="br0">
      <inkml:brushProperty name="width" value="0.025" units="cm"/>
      <inkml:brushProperty name="height" value="0.025" units="cm"/>
    </inkml:brush>
  </inkml:definitions>
  <inkml:trace contextRef="#ctx0" brushRef="#br0">1 0 2617,'0'0'17825,"2"28"-16376,-1-6-1179,-1-4-88,1 0-1,1 0 0,0 0 0,1-1 0,2 1 0,-1-1 0,2 0 1,11 23-1,32 53 665,-24-49-618,-2 2 1,18 49-1,-38-82-197,0 1 1,0-1-1,-2 1 1,0-1-1,-1 27 1,0-23 15,0-14-44,0 0 0,-1 1 0,1-1 1,-1 0-1,0 0 0,0 0 0,0 0 0,0 0 1,0 0-1,-1 0 0,1 0 0,-1-1 0,0 1 0,-3 3 1,-38 33 49,37-35-93,0 1 1,0-1 0,1 1 0,-1 0-1,1 0 1,0 1 0,1 0 0,0 0 0,-1 0-1,-5 12 1,9-9-479,-1 0-1,1 1 0,0-1 1,2 19-1,-1-13-1350,0 3-4646</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3.609"/>
    </inkml:context>
    <inkml:brush xml:id="br0">
      <inkml:brushProperty name="width" value="0.025" units="cm"/>
      <inkml:brushProperty name="height" value="0.025" units="cm"/>
    </inkml:brush>
  </inkml:definitions>
  <inkml:trace contextRef="#ctx0" brushRef="#br0">60 0 1880,'0'0'14712,"-10"3"-13049,-29 9-339,29-5 1710,18-4-2163,15-1-717,618-2 957,-639 0-1017,-5 0-2060,-11 0 1636,11 1-3373,2 15-12196</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3.956"/>
    </inkml:context>
    <inkml:brush xml:id="br0">
      <inkml:brushProperty name="width" value="0.025" units="cm"/>
      <inkml:brushProperty name="height" value="0.025" units="cm"/>
    </inkml:brush>
  </inkml:definitions>
  <inkml:trace contextRef="#ctx0" brushRef="#br0">38 0 2473,'0'0'13959,"-8"4"-12617,5-3-1073,-19 10 402,22-11-643,0 0-1,-1 0 1,1 0 0,0 0-1,0 0 1,-1 1 0,1-1-1,0 0 1,0 0-1,-1 0 1,1 1 0,0-1-1,0 0 1,0 0 0,-1 0-1,1 1 1,0-1 0,0 0-1,0 1 1,0-1 0,0 0-1,0 0 1,-1 1-1,1-1 1,0 0 0,0 1-1,0-1 1,0 0 0,0 1-1,0-1 1,0 0 0,0 0-1,0 1 1,0-1 0,1 0-1,-1 1 1,0-1-1,0 0 1,0 1 0,0-1-1,0 0 1,0 0 0,1 1-1,-1-1 1,0 0 0,0 0-1,0 1 1,1-1 0,-1 0-1,0 0 1,0 0-1,1 0 1,-1 1 0,0-1-1,0 0 1,1 0 0,-1 0-1,0 0 1,1 0 0,-1 0-1,0 0 1,1 0-1,-1 0 1,0 0 0,0 0-1,1 0 1,-1 0 0,18 6 522,-1-2-1,1 0 1,0-2 0,24 2 0,77-4 206,-59-1-435,40 1-530,101 0 1495,-54 0-9242,-130 0-983</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4.774"/>
    </inkml:context>
    <inkml:brush xml:id="br0">
      <inkml:brushProperty name="width" value="0.025" units="cm"/>
      <inkml:brushProperty name="height" value="0.025" units="cm"/>
    </inkml:brush>
  </inkml:definitions>
  <inkml:trace contextRef="#ctx0" brushRef="#br0">1 64 1584,'0'0'11731,"14"-7"-10319,44-20-217,-56 26-1054,-1 0 0,1 0-1,0 0 1,-1 0 0,1 0-1,0 1 1,0-1 0,0 1 0,0 0-1,-1-1 1,1 1 0,0 0-1,0 0 1,0 0 0,0 0 0,0 1-1,0-1 1,0 0 0,-1 1-1,1-1 1,0 1 0,0 0 0,0-1-1,-1 1 1,1 0 0,0 0 0,-1 0-1,1 0 1,-1 1 0,2 1-1,1 2-57,-1-1 0,-1 1-1,1 0 1,-1 1-1,0-1 1,0 0 0,2 10-1,2 3 424,11 29-106,-2 0 0,-2 1 1,-2 1-1,-2 0 0,-2 0 0,0 70 0,-7-117-61,0-17-193,1-7-162,1 0-1,1 1 1,1-1-1,1 1 1,1 0 0,0 0-1,2 0 1,0 1-1,21-35 1,-11 26 3,1 1 0,1 1 0,1 1 0,1 0 0,47-39 0,-62 59 16,0 0 0,1 1 1,-1 0-1,1 1 1,1-1-1,-1 2 1,1-1-1,-1 1 1,1 0-1,0 1 1,0 0-1,0 1 0,0 0 1,0 0-1,0 0 1,11 2-1,-18-1 12,-1 0-1,1 1 1,0-1-1,0 0 1,-1 1-1,1-1 1,0 1 0,-1 0-1,1 0 1,0-1-1,-1 1 1,1 0-1,-1 0 1,1 0-1,-1 1 1,0-1-1,1 0 1,-1 0 0,0 1-1,0-1 1,0 1-1,0-1 1,0 1-1,0-1 1,-1 1-1,1 0 1,0-1-1,-1 1 1,1 2-1,2 8 88,-1-1 0,0 1 0,0 19 0,-1-12 64,5 231 2045,-7-160-1372,20-77-2328,21 26-4623,-19-25-321</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5.324"/>
    </inkml:context>
    <inkml:brush xml:id="br0">
      <inkml:brushProperty name="width" value="0.025" units="cm"/>
      <inkml:brushProperty name="height" value="0.025" units="cm"/>
    </inkml:brush>
  </inkml:definitions>
  <inkml:trace contextRef="#ctx0" brushRef="#br0">0 32 2721,'2'2'15442,"6"1"-14394,88-1 3232,-2 0-3665,75-1-368,555-21-3,-652 12-128,-7 1 951,85 1 0,-150 18-4501,-1 10-682,-3-3-1370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5.892"/>
    </inkml:context>
    <inkml:brush xml:id="br0">
      <inkml:brushProperty name="width" value="0.025" units="cm"/>
      <inkml:brushProperty name="height" value="0.025" units="cm"/>
    </inkml:brush>
  </inkml:definitions>
  <inkml:trace contextRef="#ctx0" brushRef="#br0">1 0 2881,'0'0'17094,"20"1"-15742,296 3 2132,-157-3-3095,-156-1-385,-1 0 0,1 1 0,-1-1 1,1 1-1,-1 0 0,1 0 0,-1 0 0,1 0 0,-1 0 0,0 1 0,1-1 0,-1 1 1,0-1-1,0 1 0,0 0 0,0 0 0,-1 0 0,1 0 0,0 0 0,-1 0 1,1 0-1,-1 0 0,0 1 0,0-1 0,0 1 0,0-1 0,0 1 0,-1-1 0,1 1 1,-1-1-1,1 4 0,0 5 29,0-1 0,-1 1 0,0 0 0,0-1 0,-1 1 0,-4 16 0,2-17-13,-1-1 0,1 0 0,-1 0 1,-1 0-1,0 0 0,0-1 0,-1 0 1,0 0-1,-13 13 0,-8 6 31,-34 27-1,58-52-45,-117 84 83,91-67-83,24-16-4,4-3-2,-1 1 0,1-1 0,0 1 1,0-1-1,0 1 0,0 0 1,0-1-1,0 1 0,0 0 1,0 0-1,1 0 0,-1 0 1,0-1-1,0 1 0,1 0 1,-1 1-1,0 0 0,1-2-1,0 0 1,0 0-1,0 0 0,0 0 0,0 0 0,0 1 0,0-1 1,0 0-1,0 0 0,0 0 0,0 0 0,0 0 0,0 1 1,0-1-1,0 0 0,0 0 0,0 0 0,0 0 0,0 0 1,0 0-1,0 1 0,0-1 0,0 0 0,0 0 0,0 0 1,1 0-1,-1 0 0,0 0 0,0 0 0,0 1 0,0-1 1,0 0-1,0 0 0,0 0 0,1 0 0,-1 0 1,0 0-1,0 0 0,0 0 0,0 0 0,0 0 0,0 0 1,1 0-1,-1 0 0,0 0 0,0 0 0,0 0 0,0 0 1,0 0-1,1 0 0,-1 0 0,13 1-31,-9-1 21,65 0 275,232-4 620,-212-2-666,122-22-1,-161 22 158,-49 6-12</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2.492"/>
    </inkml:context>
    <inkml:brush xml:id="br0">
      <inkml:brushProperty name="width" value="0.025" units="cm"/>
      <inkml:brushProperty name="height" value="0.025" units="cm"/>
    </inkml:brush>
  </inkml:definitions>
  <inkml:trace contextRef="#ctx0" brushRef="#br0">391 556 744,'0'0'1483,"2"-28"185,1-8-748,3-91 2902,-6 124-3197,1 0-1,-1 0 1,0 0 0,0 1 0,0-1 0,-1 0 0,1 0 0,-1 0 0,1 0 0,-1 0 0,0 1 0,0-1 0,-2-3 0,2 5-231,0 1 0,0-1 0,0 0-1,0 1 1,0-1 0,-1 1 0,1-1-1,0 1 1,0 0 0,0-1 0,-1 1-1,1 0 1,0 0 0,-2 0 0,-21-1 768,17 1-1131,1 0 1,-1 0 0,1 1 0,-1 0 0,1 0 0,-1 0 0,1 1 0,0 0 0,-1 1 0,1-1 0,0 1 0,1 0 0,-1 0 0,0 1-1,1 0 1,-7 6 0,-9 8-32,1 1-1,1 2 1,0-1-1,2 2 1,1 0-1,0 2 1,2-1-1,1 2 1,-12 29-1,13-22-21,0 0 0,3 1 0,1 0 0,1 1 0,2 0 1,-2 68-1,6-72-14,4 46-115,-3-74 141,1 0 0,-1 1 0,1-1-1,0 1 1,0-1 0,0 0 0,0 0 0,0 1 0,1-1 0,-1 0 0,0 0 0,1 0-1,0-1 1,0 1 0,-1 0 0,1 0 0,0-1 0,0 0 0,0 1 0,1-1 0,-1 0-1,0 0 1,0 0 0,1 0 0,-1 0 0,0-1 0,1 1 0,2 0 0,10 1 4,-1-1 0,1 0 0,27-2 0,-12 0 40,-6-1-23,-1 0-1,1-1 1,-1-2 0,0 0-1,0-1 1,-1-2 0,32-14-1,-6-1-5,-1-3 0,55-38 0,-84 52 4,-1-1 0,-1-1 0,0 0 0,-1-1 0,17-21-1,-25 28 3,-1-1 0,-1-1 0,1 1 0,-1-1-1,-1 0 1,0 0 0,0-1 0,-1 1-1,0-1 1,-1 1 0,-1-1 0,2-12 0,-2 1 29,1 5-15,-1-1 0,-1 0 0,0 1 0,-2-1 0,1 0 0,-2 1 0,-7-25 0,1 22-18,-1 0 0,0 1 0,-1 1 1,-18-22-1,-62-66 79,-114-108 37,200 209-137,4 4 1,-1-1-1,1 1 1,0 0-1,0-1 1,-1 1 0,1 0-1,-1 0 1,0 0-1,1 0 1,-1 0-1,0 0 1,1 0-1,-1 1 1,0-1-1,0 0 1,0 1 0,1 0-1,-5-1 1,5 9-377,1 4 153,-1-6 97,0 0 1,1 0 0,0 0-1,1 0 1,-1-1 0,1 1 0,0 0-1,0 0 1,1 0 0,0-1-1,0 1 1,3 5 0,13 15-1190,1-2 0,2-1 0,0 0-1,27 21 1,21 4-4960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2.996"/>
    </inkml:context>
    <inkml:brush xml:id="br0">
      <inkml:brushProperty name="width" value="0.025" units="cm"/>
      <inkml:brushProperty name="height" value="0.025" units="cm"/>
    </inkml:brush>
  </inkml:definitions>
  <inkml:trace contextRef="#ctx0" brushRef="#br0">751 9 1224,'0'0'17560,"-15"-2"-16256,4 0-1086,4 1-131,0-1-1,0 1 1,1 1 0,-1-1-1,0 1 1,0 1-1,0-1 1,0 1-1,0 0 1,1 0-1,-1 1 1,0 0-1,1 1 1,-9 3 0,-11 10 161,1 1 0,1 1 0,-39 36 1,-59 74 315,73-73-459,3 2-1,2 2 0,2 2 0,3 2 1,-49 110-1,79-153-121,1 0 0,1 1 0,1 0 0,1 0 0,1 1 0,1-1 1,0 1-1,2 0 0,1-1 0,0 1 0,5 29 0,-3-44 7,1 0 0,0 0 0,1 0 0,-1 0 0,1-1 0,0 1 0,1-1 0,0 0 0,0 0 0,0-1 0,0 0-1,1 1 1,0-2 0,0 1 0,1-1 0,-1 0 0,12 5 0,6 3 37,0-2-1,0 0 1,48 11-1,19-8-85,-23-5-2418,-53-7-3146,-12-1 1466</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3.650"/>
    </inkml:context>
    <inkml:brush xml:id="br0">
      <inkml:brushProperty name="width" value="0.025" units="cm"/>
      <inkml:brushProperty name="height" value="0.025" units="cm"/>
    </inkml:brush>
  </inkml:definitions>
  <inkml:trace contextRef="#ctx0" brushRef="#br0">1 220 1176,'0'0'15244,"0"-14"-13880,0-43-309,0 55-975,0 1 0,0 0 1,0 0-1,0 0 0,0-1 1,0 1-1,0 0 0,1 0 0,-1 0 1,0 0-1,1-1 0,-1 1 1,1 0-1,-1 0 0,1 0 1,-1 0-1,1 0 0,0 0 1,0 0-1,-1 0 0,1 0 0,0 1 1,0-1-1,0 0 0,0 0 1,0 1-1,0-1 0,0 1 1,2-2-1,0 2 11,0-1 0,1 1 0,-1-1 0,0 1 0,0 0 0,1 0 0,5 2 0,0-1 267,-5-2-321,0 1 0,0 1 1,0-1-1,0 1 0,0 0 0,0 0 0,0 0 0,0 0 0,0 0 0,0 1 1,-1 0-1,1 0 0,0 0 0,-1 0 0,0 1 0,0-1 0,1 1 0,-2 0 1,1 0-1,0 0 0,0 0 0,-1 0 0,0 0 0,4 8 0,1 0 18,0 1 0,-1-1 1,-1 1-1,0 1 0,0-1 0,-1 1 0,-1-1 0,0 1 0,-1 0 0,0 0 0,-1 1 0,-1 14 0,0-27 576,5-20-343,4-16-220,-5 13-122,1 1 0,1-1 0,1 1-1,1 0 1,1 0 0,14-22-1,-12 25-4,1 1 1,28-30-1,-36 43 55,0 0 0,1 0-1,-1 0 1,1 1 0,0 0 0,0 0 0,0 0 0,0 1 0,0-1-1,1 1 1,-1 0 0,1 1 0,-1-1 0,1 1 0,11 0 0,-16 1 8,0 0 1,-1 1-1,1-1 1,0 0-1,0 1 1,0 0-1,0-1 1,-1 1 0,1-1-1,0 1 1,-1 0-1,1-1 1,0 1-1,-1 0 1,1 0 0,-1-1-1,1 1 1,-1 0-1,1 0 1,-1 0-1,0 0 1,1 0-1,-1 1 1,8 28 154,-6-22-111,4 23 407,3 44 1,2 10 225,-9-75-769,3 9 376,7-11-2931,7-5-3528,-12-1 1754,8-2-7587</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4.202"/>
    </inkml:context>
    <inkml:brush xml:id="br0">
      <inkml:brushProperty name="width" value="0.025" units="cm"/>
      <inkml:brushProperty name="height" value="0.025" units="cm"/>
    </inkml:brush>
  </inkml:definitions>
  <inkml:trace contextRef="#ctx0" brushRef="#br0">32 94 1744,'0'0'10613,"-6"-12"-9122,-15-39-494,20 50-889,1 1 0,-1-2 0,1 1 1,-1 0-1,1 0 0,0 0 0,0 0 1,-1 0-1,1 0 0,0 0 0,0 0 1,0 0-1,0-1 0,0 1 0,0 0 1,0 0-1,1 0 0,-1 0 0,0 0 1,1 0-1,0-2 0,-1 3-53,1-1 1,0 0-1,-1 1 0,1-1 1,0 1-1,0-1 0,0 1 1,-1 0-1,1-1 0,0 1 0,0 0 1,0 0-1,0-1 0,0 1 1,0 0-1,-1 0 0,1 0 1,0 0-1,0 0 0,1 1 1,2-1 56,0 1 0,-1-1 1,1 1-1,0 0 0,-1 1 1,1-1-1,-1 1 0,1-1 1,5 5-1,8 12 224,-1 1-1,0 1 1,15 25 0,1 1 44,143 165 864,12 16 294,-175-211-1462,0 1 1,-1 1-1,-1-1 1,0 1-1,-1 1 1,-1 0-1,-1 0 1,-1 1 0,-1 0-1,0 0 1,-2 0-1,2 31 1,-5-40-12,1 1 66,0 1 0,-2 0 0,1 0 0,-1 0 0,-1-1 0,-1 1 0,0 0 0,0-1 1,-1 0-1,-9 20 0,-3-9 101,-1-1 1,0-1-1,-2 0 1,0-2-1,-40 32 1,10-9 64,49-41-258,12-1-2748,54-6-3256,-23-6-3984,-25 3 1147</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6.619"/>
    </inkml:context>
    <inkml:brush xml:id="br0">
      <inkml:brushProperty name="width" value="0.025" units="cm"/>
      <inkml:brushProperty name="height" value="0.025" units="cm"/>
    </inkml:brush>
  </inkml:definitions>
  <inkml:trace contextRef="#ctx0" brushRef="#br0">75 0 5169,'0'0'7400,"13"0"-5985,-10 2 1857,-2 33-2888,-2 1 1,-2 0-1,-10 48 0,-5-6-381,-32 152-860,46-204-1151,2 0 0,1 30 1,1-38-531,0 2-4880</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7.263"/>
    </inkml:context>
    <inkml:brush xml:id="br0">
      <inkml:brushProperty name="width" value="0.025" units="cm"/>
      <inkml:brushProperty name="height" value="0.025" units="cm"/>
    </inkml:brush>
  </inkml:definitions>
  <inkml:trace contextRef="#ctx0" brushRef="#br0">71 62 3321,'0'0'11443,"22"-10"-10916,75-28-16,-88 35-403,1 0-1,0 0 1,0 2-1,0-1 1,0 1-1,0 0 1,0 1-1,19 2 1,5 0 148,-29-2-228,-1 1 0,1-1 0,-1 1 0,1 0-1,-1 0 1,0 1 0,0-1 0,0 1 0,1 0 0,-1 0 0,-1 0-1,1 1 1,0-1 0,-1 1 0,1 0 0,-1 0 0,0 0-1,0 1 1,0-1 0,0 1 0,-1-1 0,1 1 0,-1 0-1,0 0 1,0 0 0,2 6 0,1 4 8,-1 0-1,0 1 1,-1 0 0,0-1-1,-1 1 1,0 27 0,-2-38-26,-1 0-1,1 0 1,-1 0 0,1 0 0,-1 0-1,-1 0 1,1-1 0,0 1-1,-1-1 1,0 1 0,0-1 0,0 1-1,0-1 1,0 0 0,-1 0 0,1 0-1,-1 0 1,0 0 0,-3 2 0,-6 4 26,-1-1 1,0 0 0,-24 10 0,4-2-43,-109 46 58,141-61-69,0 1 1,-1-1-1,2 0 0,-1 1 1,0-1-1,0 1 0,0 0 1,1-1-1,-1 1 0,1-1 1,-1 1-1,1 0 0,0-1 1,-1 1-1,1 0 1,0 0-1,0-1 0,0 1 1,0 0-1,1 0 0,-1-1 1,1 3-1,0 8-82,-1-8 85,1-1 0,0 1 0,0-1-1,0 1 1,0-1 0,1 1 0,-1-1-1,1 1 1,0-1 0,0 0 0,0 0-1,0 0 1,1 0 0,-1-1 0,4 4-1,53 43-100,-30-26 6,-22-18 66,-1 0-1,0 0 0,-1 1 0,0 0 0,1 0 1,-2 0-1,1 0 0,-1 1 0,0-1 0,0 1 1,-1 0-1,0 1 0,0-1 0,0 0 0,-1 1 0,-1 0 1,1-1-1,-1 1 0,0 13 0,0-6 28,-1-11 31,1-1-1,-1 1 1,0-1 0,0 1 0,0-1 0,-1 1 0,1-1-1,-1 1 1,0-1 0,0 1 0,0-1 0,0 1 0,0-1-1,-1 0 1,0 0 0,1 0 0,-1 0 0,-4 5 0,-5 2 85,1-1 0,-2-1 0,1 0 0,-1 0 0,0-1 0,0 0 0,-1-1 0,0-1 0,-26 8-1,12-7 89,0-1 0,0-1 0,-1-1 0,-30-2 0,57-1-214,0 0 1,0 0-1,0 0 1,0 0-1,0-1 1,1 1-1,-1 0 1,0-1-1,0 1 1,0-1 0,1 1-1,-1-1 1,0 1-1,1-1 1,-1 0-1,0 1 1,1-1-1,-1 0 1,1 1-1,-1-1 1,1 0-1,-1 0 1,1 0 0,0 1-1,-1-1 1,1 0-1,0 0 1,-1 0-1,1 0 1,0 0-1,0 1 1,0-1-1,0 0 1,0 0-1,0 0 1,0 0-1,0 0 1,1 0 0,-1 0-1,0 1 1,0-1-1,1 0 1,-1 0-1,0 0 1,1 0-1,-1 1 1,1-1-1,-1 0 1,1 1-1,0-1 1,-1 0-1,1 1 1,0-1 0,-1 1-1,1-1 1,0 1-1,0-1 1,-1 1-1,1-1 1,0 1-1,0 0 1,1-1-1,76-19-2305,80-26-3597,-82 20 310</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7.685"/>
    </inkml:context>
    <inkml:brush xml:id="br0">
      <inkml:brushProperty name="width" value="0.025" units="cm"/>
      <inkml:brushProperty name="height" value="0.025" units="cm"/>
    </inkml:brush>
  </inkml:definitions>
  <inkml:trace contextRef="#ctx0" brushRef="#br0">0 53 4825,'0'0'10480,"7"-9"-9542,18-26-51,-19 26 1673,-6 14-2448,0 176 321,0-179-445,0-1 0,0 1 1,0 0-1,0 0 0,0-1 0,1 1 0,-1 0 0,1-1 1,-1 1-1,1 0 0,0-1 0,0 1 0,-1-1 1,1 1-1,0-1 0,0 1 0,1-1 0,-1 0 0,0 1 1,0-1-1,1 0 0,-1 0 0,0 0 0,1 0 1,-1 0-1,1 0 0,0-1 0,-1 1 0,1 0 0,0-1 1,-1 1-1,4-1 0,5 2-143,0-1 1,0-1-1,0 0 1,17-2-1,-12 1 90,-6-1 29,0 1 0,0-2 0,0 1 0,-1-1 0,1-1 0,-1 1 0,0-1 0,0-1 0,0 1 0,-1-2 0,0 1 0,0-1 0,9-9 0,-1 1 73,-1-1 0,-1-1 0,0 0 0,18-33 0,-30 47 1319,-1 26-1337,0-1-248,0-1 0,2 1 0,1-1 0,0 0 0,12 39 0,-13-57-11,0 0 0,0 1-1,0-1 1,0 0-1,1 0 1,0 0 0,0 0-1,0-1 1,0 1 0,1-1-1,-1 0 1,1 0-1,0 0 1,6 4 0,0-2-700,0-1 0,0 0 0,0 0-1,0-1 1,18 3 0,29 1-4462</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8.220"/>
    </inkml:context>
    <inkml:brush xml:id="br0">
      <inkml:brushProperty name="width" value="0.025" units="cm"/>
      <inkml:brushProperty name="height" value="0.025" units="cm"/>
    </inkml:brush>
  </inkml:definitions>
  <inkml:trace contextRef="#ctx0" brushRef="#br0">158 1 9090,'0'0'9067,"-3"36"-8367,-13 122 39,9-72-75,-4 1-1,-4-1 1,-50 158-1,62-236-672,2-7-4,1 1 0,-1-1 0,1 0 0,-1 1 0,1-1 0,-1 1-1,1-1 1,0 1 0,0-1 0,0 1 0,0-1 0,0 1 0,0-1-1,0 0 1,0 1 0,1 1 0,18-17-1010,-2-1 727,1 0 1,35-22-1,-44 32 176,-1 1-1,1-1 1,0 2 0,0 0 0,0 0-1,0 0 1,1 1 0,-1 0 0,1 1 0,10 0-1,-19 23-44,0-18 204,-1-1 0,0 1-1,0-1 1,0 1 0,0-1 0,-1 1 0,1-1 0,-1 1 0,0-1-1,0 0 1,-1 1 0,1-1 0,0 0 0,-1 0 0,0 0-1,0 0 1,0 0 0,0 0 0,0 0 0,-1-1 0,1 1-1,-1-1 1,0 0 0,1 0 0,-1 0 0,0 0 0,0 0-1,0 0 1,-1-1 0,1 0 0,0 1 0,-7 0 0,-6 3 82,0-1 1,-1-1 0,0-1 0,1 0-1,-1-1 1,-23-1 0,30 0-94,8 0-55,1-1 0,-1 1-1,0-1 1,0 0 0,0 1 0,0-1 0,1 0 0,-1 0 0,0 0 0,1 0 0,-1 0 0,1 0 0,-1-1-1,1 1 1,0-1 0,-1 1 0,1-1 0,0 1 0,0-1 0,0 1 0,0-1 0,0 0 0,1 0-1,-1 0 1,0-2 0,0 2-260,0 0 0,0-1 0,1 1-1,-1 0 1,1 0 0,0-1 0,-1 1-1,1-1 1,0 1 0,0 0 0,1-1-1,-1 1 1,0 0 0,1 0 0,0-1 0,-1 1-1,1 0 1,0 0 0,0-1 0,0 1-1,0 0 1,2-2 0,16-12-4022</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8.828"/>
    </inkml:context>
    <inkml:brush xml:id="br0">
      <inkml:brushProperty name="width" value="0.025" units="cm"/>
      <inkml:brushProperty name="height" value="0.025" units="cm"/>
    </inkml:brush>
  </inkml:definitions>
  <inkml:trace contextRef="#ctx0" brushRef="#br0">241 0 8490,'0'0'10113,"-12"39"-9415,-36 130-97,34-111-120,-8 71 1,0-5-89,4-50-278,-3-2 1,-32 70 0,47-132-120,5-8-28,0-1 1,0 0 0,0 1-1,1-1 1,-1 1 0,0-1-1,0 1 1,1 0 0,-1-1-1,1 1 1,0 0 0,-1-1-1,1 1 1,0 0 0,0 2-1,9-11-957,12-7 865,43-22 0,-55 32 84,1 0-1,0 1 0,0 0 1,0 0-1,0 1 1,1 1-1,18-2 1,-29 4 37,1 0 0,0 0 0,-1 0 0,1 0 0,0 0 0,-1 0 1,1 0-1,-1 0 0,0 0 0,1 0 0,-1 0 0,0 0 0,0 0 1,1 0-1,-1 0 0,0 0 0,0 0 0,0 0 0,0 1 0,0-1 1,-1 0-1,1 0 0,-1 1 0,1 4 19,0 96 910,0-100-870,-1 1-1,0 0 1,1-1-1,-1 1 1,0-1-1,0 1 1,-1-1 0,1 0-1,0 1 1,-1-1-1,1 0 1,-1 0-1,0 0 1,0 0 0,0 0-1,0 0 1,0-1-1,0 1 1,0-1 0,-1 1-1,1-1 1,0 0-1,-1 0 1,1 0-1,-1 0 1,0 0 0,-3 0-1,-6 2 159,-1 0-1,1-1 1,0 0 0,-21 0 0,-46-2 196,78 0-562,1-10-3171,0 5 2663,0-1 0,1 0 0,0 0 1,0 1-1,0-1 0,0 1 0,1-1 0,5-10 0,17-19-5210</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9.159"/>
    </inkml:context>
    <inkml:brush xml:id="br0">
      <inkml:brushProperty name="width" value="0.025" units="cm"/>
      <inkml:brushProperty name="height" value="0.025" units="cm"/>
    </inkml:brush>
  </inkml:definitions>
  <inkml:trace contextRef="#ctx0" brushRef="#br0">198 1 1456,'0'0'14781,"0"8"-13554,-1 14-430,-1 1 0,-1-1 0,-10 36 0,-27 73 584,14-48-718,-43 179 4,51-187-634,9-42-43,5-19-507,0 1 0,1-1 0,1 1 0,-2 23-1,4 9-5990,3-42 2986,10-4-1623</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9.748"/>
    </inkml:context>
    <inkml:brush xml:id="br0">
      <inkml:brushProperty name="width" value="0.025" units="cm"/>
      <inkml:brushProperty name="height" value="0.025" units="cm"/>
    </inkml:brush>
  </inkml:definitions>
  <inkml:trace contextRef="#ctx0" brushRef="#br0">220 0 8666,'0'0'7241,"-4"18"-6889,-14 58-43,16-66-187,0-1 0,1 1 0,0 0 1,1 0-1,1 15 0,0-1 61,-1-21-166,1 0-1,0-1 1,-1 1 0,1-1 0,1 1 0,-1-1-1,0 1 1,1-1 0,-1 0 0,1 1 0,-1-1-1,1 0 1,0 0 0,0 0 0,0-1 0,0 1-1,0 0 1,1-1 0,2 2 0,0 0 10,-1 0-1,1-1 1,-1 1 0,1-1-1,0-1 1,0 1 0,0-1-1,0 1 1,10 0 0,-14-2 0,0-1 1,0 1-1,0 0 1,0 0-1,0-1 1,0 1-1,-1-1 1,1 1-1,0-1 1,0 1-1,0-1 1,0 1-1,0-1 1,-1 0-1,1 1 1,0-1-1,0 0 1,-1 0 0,1 1-1,-1-1 1,1 0-1,-1 0 1,1 0-1,0-1 1,0-2 30,1-1 0,-1 1 1,1-1-1,-1 1 1,-1-1-1,1-5 0,0 6-38,-1-1 1,1 1-1,-1-1 0,-1 1 0,1-1 0,-1 1 0,1 0 0,-1-1 1,0 1-1,-1 0 0,1-1 0,-1 1 0,0 0 0,-2-4 1,-2 3-19,0 0 1,-1 0 0,1 1 0,-1-1 0,0 1 0,0 1 0,0-1 0,-15-3 0,18 5-7,1 1-1,-1 0 0,0 1 1,0-1-1,1 1 1,-1-1-1,0 1 1,0 0-1,0 1 1,1-1-1,-1 1 1,0-1-1,0 1 0,1 0 1,-1 1-1,0-1 1,1 1-1,0-1 1,-1 1-1,1 0 1,-5 4-1,-8 12 17,1 1-1,0 1 1,2 0 0,0 1-1,1 1 1,-9 24 0,13-23 48,1 0 1,1 0 0,1 0 0,2 0 0,0 1 0,1-1-1,2 44 1,0-64-45,0 1 1,0-1-1,0 1 0,1-1 0,-1 1 0,1-1 0,0 1 1,0-1-1,0 0 0,0 1 0,1-1 0,0 0 0,3 6 1,-3-7 4,0 0 1,0 0-1,0-1 1,1 1-1,-1 0 1,1-1-1,-1 1 1,1-1-1,0 0 1,-1 0-1,1 0 1,0 0-1,0-1 1,0 1-1,0-1 1,-1 1-1,4-1 1,2 0 27,22 3 166,36-3 0,-58 0-260,0-1 0,0 0 0,1 0 0,-1-1 0,0 0 0,0-1 0,-1 0 0,1 0 0,10-6 0,48-42-3805,-53 40 1563,19-15-7014</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0.346"/>
    </inkml:context>
    <inkml:brush xml:id="br0">
      <inkml:brushProperty name="width" value="0.025" units="cm"/>
      <inkml:brushProperty name="height" value="0.025" units="cm"/>
    </inkml:brush>
  </inkml:definitions>
  <inkml:trace contextRef="#ctx0" brushRef="#br0">867 77 10458,'0'0'11333,"-17"-12"-10798,5 4-455,4 1-39,0 1 0,0 1-1,-1 0 1,0 0-1,0 0 1,0 1 0,0 1-1,-1 0 1,1 0-1,-1 0 1,0 1 0,-16-1-1,-1 1-12,-1 2 0,1 0-1,0 2 1,0 1 0,0 1-1,0 1 1,-37 12 0,30-3-20,1 2 1,-57 35-1,73-40-11,1 1 0,1 0-1,-1 1 1,2 1 0,0 0 0,-22 30-1,31-36-50,0 1 0,1-1 0,0 1 0,1 0 0,0-1 0,0 1 0,1 1 0,-2 12 0,4-18-21,-1 1 1,1-1 0,0 1-1,0-1 1,0 0-1,0 1 1,1-1 0,0 0-1,0 1 1,0-1 0,0 0-1,1 0 1,0 0-1,0 0 1,0 0 0,0 0-1,0 0 1,1-1 0,0 1-1,3 3 1,13 6-210,1-1 1,-1 0-1,2-2 1,0 0-1,42 13 1,9 4-230,-54-20 393,-2 1 0,1 1-1,28 19 1,-41-25 111,0 0 1,0 1-1,0-1 1,-1 1-1,1-1 0,-1 1 1,0 0-1,-1 1 0,1-1 1,0 0-1,-1 1 1,0-1-1,0 1 0,-1 0 1,1-1-1,-1 1 0,0 0 1,0 0-1,0 8 1,-1-10 71,1 0 1,-1 1 0,0-1 0,0 0 0,-1 0 0,1 1 0,0-1 0,-1 0-1,0 0 1,0 1 0,0-1 0,0 0 0,0 0 0,-1 0 0,0 0 0,1-1-1,-1 1 1,0 0 0,0-1 0,0 1 0,-1-1 0,1 1 0,-1-1-1,1 0 1,-1 0 0,0 0 0,-2 1 0,-58 35 472,-1-2 0,-2-4-1,-1-2 1,-86 26 0,143-53-650,1-1 0,-1 1 0,0-1 0,-1-1 0,1 0-1,-16-1 1,25 0-962,27 0-3710,23 0-35,9 0-2110</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0.731"/>
    </inkml:context>
    <inkml:brush xml:id="br0">
      <inkml:brushProperty name="width" value="0.025" units="cm"/>
      <inkml:brushProperty name="height" value="0.025" units="cm"/>
    </inkml:brush>
  </inkml:definitions>
  <inkml:trace contextRef="#ctx0" brushRef="#br0">343 49 5265,'0'0'14698,"-33"10"-14349,-100 35-163,126-42-175,1 0 0,0 0 1,0 0-1,0 1 0,1 0 1,-1 0-1,1 1 0,0-1 1,0 1-1,0 0 0,1 1 1,-8 10-1,0 1 6,4-6-27,1 0 0,1 1-1,0 0 1,0-1 0,1 2 0,1-1 0,0 1 0,1-1 0,0 1 0,1 0 0,0 0 0,1 0 0,1 0 0,0 1-1,3 24 1,-2-36-23,-1 0 0,1 0-1,0 0 1,0-1 0,0 1-1,0 0 1,0-1 0,0 1-1,0 0 1,0-1 0,1 0-1,-1 1 1,1-1 0,-1 0-1,1 1 1,-1-1 0,1 0-1,0 0 1,-1 0 0,1-1-1,0 1 1,0 0 0,0-1-1,0 1 1,0-1 0,-1 1-1,1-1 1,0 0 0,4 0-1,9 1-354,1 0 0,25-3-1,-29 1 237,-8 1 109,0-1 1,-1 1 0,1-1 0,0 0-1,-1 0 1,1 0 0,-1 0 0,1-1-1,-1 1 1,0-1 0,1 0 0,-1 0 0,0 0-1,0 0 1,-1 0 0,6-6 0,-4 3 22,-1 0 1,1 0 0,-1 0 0,0-1 0,-1 1-1,1-1 1,-1 0 0,0 1 0,1-9 0,1-9 123,-2-1 1,0 1 0,-1-1-1,-4-25 1,2 41-4,0-1 0,-1 1 0,-1 0 0,1 0 0,-1 0 0,-1 0 0,1 0 0,-1 1 0,-1 0 0,1 0 0,-1 0 0,-1 0 0,1 1 0,-1-1 0,-9-6 0,4 3 2,-1 0 0,0 1 1,-1 1-1,0 0 0,0 0 0,-1 1 0,-25-8 1,31 12-374,-1 2 1,0-1-1,0 1 1,0 1 0,-10 0-1,19 1-280,-1 1 0,1 0-1,0-1 1,0 1 0,0 0-1,-1-1 1,2 1 0,-1 0-1,0 0 1,0-1 0,1 3-1,8 22-6169</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1.061"/>
    </inkml:context>
    <inkml:brush xml:id="br0">
      <inkml:brushProperty name="width" value="0.025" units="cm"/>
      <inkml:brushProperty name="height" value="0.025" units="cm"/>
    </inkml:brush>
  </inkml:definitions>
  <inkml:trace contextRef="#ctx0" brushRef="#br0">1 1 8834</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1.393"/>
    </inkml:context>
    <inkml:brush xml:id="br0">
      <inkml:brushProperty name="width" value="0.025" units="cm"/>
      <inkml:brushProperty name="height" value="0.025" units="cm"/>
    </inkml:brush>
  </inkml:definitions>
  <inkml:trace contextRef="#ctx0" brushRef="#br0">1 220 8834,'90'129'2910,"-59"-93"-524,-14-28-229,0 1-297,-13-6-1700,0 1 0,0-1 1,0 1-1,-1 0 0,1 0 1,-1 1-1,0-1 0,0 1 1,-1 0-1,1 0 0,-1-1 1,0 2-1,0-1 0,-1 0 1,1 0-1,0 8 0,-2-12 870,0-11-301,-1-4-700,-1 0-1,0 0 0,-5-16 0,2 11-34,1 1-1,-1-20 1,4 18-5,-2-11-66,2 0 0,1-1-1,7-45 1,-5 69-41,0 0 1,1 0 0,0 1-1,0 0 1,1 0 0,-1 0-1,2 0 1,-1 0 0,1 1-1,0 0 1,0 0 0,1 0-1,0 0 1,0 1 0,13-8 0,-14 9-1123,1 1 0,0-1 0,1 2 0,-1-1 1,0 1-1,14-3 0,-5 4-6592</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1.731"/>
    </inkml:context>
    <inkml:brush xml:id="br0">
      <inkml:brushProperty name="width" value="0.025" units="cm"/>
      <inkml:brushProperty name="height" value="0.025" units="cm"/>
    </inkml:brush>
  </inkml:definitions>
  <inkml:trace contextRef="#ctx0" brushRef="#br0">166 60 9722,'0'0'12736,"0"-10"-11968,0-30-302,0 30-234,0 17-169,-1 0 0,0 0 0,0-1 0,-5 13 0,-1 8 87,-74 266 154,40-158-296,32-96-87,2 1 0,1 0 0,2 0-1,2 58 1,2-95 56,0 1 0,0-1 0,0 0 0,1 0 0,-1 0 0,1 0 0,-1 0 0,1 0 0,0 0 0,0 0 0,1 0 0,-1 0 0,1 0 0,-1-1 0,1 1 0,0 0 0,0-1 0,0 0 0,0 1 0,0-1 0,1 0 0,-1 0 0,1 0 0,-1 0-1,1-1 1,5 3 0,1 0-115,1-2 0,0 1 0,0-1 0,0-1 0,0 0-1,0 0 1,12-1 0,-19-1 62,1 1 0,-1-1 0,0 0-1,1 0 1,-1 0 0,0 0 0,0 0-1,0-1 1,0 1 0,0-1 0,0 0 0,0 0-1,-1 0 1,1 0 0,-1 0 0,1-1 0,-1 1-1,0-1 1,0 0 0,0 1 0,0-1 0,-1 0-1,1 0 1,-1 0 0,1 0 0,-1-1-1,0 1 1,0-4 0,3-8-902,0 0 1,-2 0-1,0 0 0,1-29 0,-3 39 364,0 1-1,0-1 1,-1 0 0,1 1-1,-1-1 1,-2-6-1,-19-23-5674</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2.061"/>
    </inkml:context>
    <inkml:brush xml:id="br0">
      <inkml:brushProperty name="width" value="0.025" units="cm"/>
      <inkml:brushProperty name="height" value="0.025" units="cm"/>
    </inkml:brush>
  </inkml:definitions>
  <inkml:trace contextRef="#ctx0" brushRef="#br0">0 132 6081,'0'0'14209,"64"-2"-12758,213-9-308,-222 7-765,0-3 0,86-22 0,-77 14-132,206-43 103,-238 53-870,-21 4-96,-13 2-211,-40 9-1972,-11 10-2596</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4.629"/>
    </inkml:context>
    <inkml:brush xml:id="br0">
      <inkml:brushProperty name="width" value="0.025" units="cm"/>
      <inkml:brushProperty name="height" value="0.025" units="cm"/>
    </inkml:brush>
  </inkml:definitions>
  <inkml:trace contextRef="#ctx0" brushRef="#br0">1 107 3577,'0'0'9933,"21"1"-8704,66 4-110,-85-5-1044,1 1-1,-1-1 1,0 0 0,0-1 0,0 1-1,0 0 1,0-1 0,0 1 0,0-1-1,0 1 1,0-1 0,0 0-1,0 0 1,0 0 0,0 0 0,2-3-1,-3 3 19,0 0 0,0-1 0,0 1 0,0 0 0,-1-1 0,1 1 0,0-1 0,-1 1 0,0-1-1,1 0 1,-1 1 0,0-4 0,6-11 1403,-5 15-713,-1-37 548,1 13-1281,1 45-27,1 15-3,60 559 687,-46-212 64,-18-380-769,1-2-2,0 1 0,0-1 0,0 1 1,0-1-1,0 1 0,0 0 0,0-1 0,0 1 1,0-1-1,0 1 0,0-1 0,0 1 0,0-1 0,1 1 1,-1-1-1,0 1 0,0-1 0,1 1 0,-1-1 1,0 1-1,1-1 0,-1 1 0,0-1 0,1 0 0,0 1 1,0 1-59,-3-10-1191,0 2 813,0 0 1,-1 1-1,0-1 1,0 0-1,0 1 1,0 0-1,-1 0 0,0 0 1,0 0-1,-1 0 1,-5-4-1,-28-29-5088</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8.227"/>
    </inkml:context>
    <inkml:brush xml:id="br0">
      <inkml:brushProperty name="width" value="0.025" units="cm"/>
      <inkml:brushProperty name="height" value="0.025" units="cm"/>
    </inkml:brush>
  </inkml:definitions>
  <inkml:trace contextRef="#ctx0" brushRef="#br0">38 430 2817,'0'0'8660,"16"10"-4971,-15-7-3539,0 0-1,1-1 1,-1 1-1,1 0 1,0-1 0,0 1-1,0-1 1,0 0-1,0 0 1,1 1 0,-1-1-1,1-1 1,-1 1-1,1 0 1,0-1 0,-1 1-1,6 1 1,4 4-142,1-1 0,27 8-1,11-4 65,0-2-1,0-3 0,55-1 0,16 1-65,1022 19-86,-815-25-95,1272 1-298,-1146-27 454,-163 5 13,164-9 7,644-78 270,-396 24 406,-523 68-603,117-8-48,81-1 152,139-5-118,150-3-52,155-57-4,9 50-39,-45 29 58,-197 2 570,-399 9-558,219 3 485,-183 7 5372,-227-3-5873,0 1662 1821,-1-1671-1833,0 0 0,0-1 1,0 1-1,-1 0 0,1 0 0,-1 0 0,0 0 1,0 1-1,0-1 0,-4-3 0,1-1 1,-4-4-14,0 1 1,0 0 0,-1 1-1,0 0 1,-1 1 0,1 0-1,-2 0 1,1 1-1,-1 1 1,0 0 0,-1 0-1,1 1 1,-1 1 0,0 0-1,-19-3 1,-16 1-8,1 2-1,-1 1 1,-50 5-1,22-1 12,-193-1-63,-502 4 17,-685 4 69,867-10 5,497 1-27,-9 0 18,-133 15-1,-414 59-39,254-40 14,146-17 3,154-8 5,-153 15 0,-192 6-7,-2-29 1,189-2-1,-262 19 15,463-13-6,-465 24 0,398-29-1,-504 13-16,178 2 8,8-1 2,368-9 6,-563 50 12,260-12-3,255-38-9,27-2 0,-816 12 23,594-16-63,15 2 113,189-7-113,28 7 97,42 0 245,38 0-554,0 1 0,0 0 0,0-1 0,0 1 0,0 0 0,-1 0 0,1 0 1,0 0-1,-1 0 0,1 0 0,0 0 0,-1 0 0,1 0 0,-1 0 0,0 0 0,1 0 1,-1 0-1,0 0 0,1 0 0,-1 0 0,0 1 0,0-1 0,0 0 0,0 0 0,0 0 1,0 0-1,-1 0 0,1 3 0,0-4-230,-1 1 1,1-1-1,0 1 0,0 0 1,0-1-1,0 1 0,-1 0 0,1-1 1,0 1-1,-1-1 0,1 1 1,0-1-1,-1 1 0,1-1 1,0 1-1,-1-1 0,1 1 1,-1-1-1,0 1 0,-5 0-7695</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8.726"/>
    </inkml:context>
    <inkml:brush xml:id="br0">
      <inkml:brushProperty name="width" value="0.025" units="cm"/>
      <inkml:brushProperty name="height" value="0.025" units="cm"/>
    </inkml:brush>
  </inkml:definitions>
  <inkml:trace contextRef="#ctx0" brushRef="#br0">43 16 2937,'0'0'8636,"12"-14"-3460,-11 13-5116,0 1 0,0 0 0,0 0 0,0 0 0,0 0 0,0 0 0,0 0 0,0 0 0,0 0 0,0 0 0,0 0 0,0 0 0,0 1 0,0-1 0,0 0 0,0 1 0,0-1 0,0 1 0,0-1 0,-1 1 0,1-1 0,0 1 0,0 0-1,0-1 1,-1 1 0,1 0 0,0 0 0,-1 0 0,1-1 0,0 1 0,-1 0 0,0 0 0,1 0 0,-1 0 0,1 0 0,-1 0 0,0 0 0,0 0 0,1 0 0,-1 0 0,0 0 0,0 2 0,5 33 445,-1-1 0,-2 1 0,-2 45-1,-1-32-312,1-44-185,0 0 0,-1 0 0,0 1 0,0-1 0,-1 0 0,1 0 0,-1 0 0,0-1 0,-1 1 0,1 0 0,-7 7 0,3-4-510,0 0 1,0-1 0,-1 0 0,0 0 0,-11 8-1,-4-1-3831</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9.685"/>
    </inkml:context>
    <inkml:brush xml:id="br0">
      <inkml:brushProperty name="width" value="0.025" units="cm"/>
      <inkml:brushProperty name="height" value="0.025" units="cm"/>
    </inkml:brush>
  </inkml:definitions>
  <inkml:trace contextRef="#ctx0" brushRef="#br0">0 1 3913,'0'0'12120,"2"0"-11723,0 0 0,0 0 0,-1 0-1,1 0 1,0 0 0,-1 0 0,1 0 0,0 1 0,-1-1 0,4 1 0,-5 13-246,-1 60 1118,19 146 1,-6-153-941,3 13 151,-3 0 1,1 96 0,-13 189 732,0-223-8433,0-173-839</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0.465"/>
    </inkml:context>
    <inkml:brush xml:id="br0">
      <inkml:brushProperty name="width" value="0.025" units="cm"/>
      <inkml:brushProperty name="height" value="0.025" units="cm"/>
    </inkml:brush>
  </inkml:definitions>
  <inkml:trace contextRef="#ctx0" brushRef="#br0">27 54 4233,'0'0'11481,"-11"-2"-10331,11-49 1315,0 71-791,-2 147 1377,5 192-1129,12-226-1673,-7-78 0,1 66-1,-4-3-30,-5-117-224,0 35-2163,0-30 1778,-1 0 0,0-1 0,0 1 0,0-1 0,-1 1 0,1-1 0,-1 0-1,-1 0 1,1 0 0,-1 0 0,1 0 0,-2 0 0,1 0 0,-8 7 0,-6 11-4273</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1.205"/>
    </inkml:context>
    <inkml:brush xml:id="br0">
      <inkml:brushProperty name="width" value="0.025" units="cm"/>
      <inkml:brushProperty name="height" value="0.025" units="cm"/>
    </inkml:brush>
  </inkml:definitions>
  <inkml:trace contextRef="#ctx0" brushRef="#br0">0 1 6545,'0'0'9248,"1"14"-8417,0 1-544,-1-5-30,1 1-1,0-1 0,0 0 0,1 1 0,1-1 0,3 11 0,2 4 699,-2 0-1,-1 0 1,-1 0 0,1 30 0,-5 108-431,-1-81 297,0 18-346,3 116 171,5-161-601,3-1 0,27 89 0,-28-108-22,-6-22 7,-1 1 1,0-1-1,-1 1 1,-1 21-1,-1-20-555,2 0 0,3 27 0,-4-40-212,1 0 0,-1-1 0,1 1 0,0 0 0,-1-1 1,1 1-1,0 0 0,0-1 0,0 1 0,0-1 1,2 2-1,6-1-11259</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4.896"/>
    </inkml:context>
    <inkml:brush xml:id="br0">
      <inkml:brushProperty name="width" value="0.025" units="cm"/>
      <inkml:brushProperty name="height" value="0.025" units="cm"/>
    </inkml:brush>
  </inkml:definitions>
  <inkml:trace contextRef="#ctx0" brushRef="#br0">108 92 5433,'0'0'7666,"0"14"-4686,-1-29-2906,1 8-120,-1 1 0,1-1 0,0 1 0,1-1 0,-1 1 0,1 0 0,1-1-1,-1 1 1,1 0 0,0 0 0,0-1 0,5-6 2473,-9 23-1548,1 1 1,1 0 0,-1-1 0,3 19 0,0 3 215,15 300 3519,-8-226-4355,-1 465 1296,-10-347-1112,2-13-1345,-6-211-21,-81 0-4880,25 0-918</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7.013"/>
    </inkml:context>
    <inkml:brush xml:id="br0">
      <inkml:brushProperty name="width" value="0.025" units="cm"/>
      <inkml:brushProperty name="height" value="0.025" units="cm"/>
    </inkml:brush>
  </inkml:definitions>
  <inkml:trace contextRef="#ctx0" brushRef="#br0">391 735 5521,'0'0'7015,"-23"1"-6611,-74 10-58,91-10-291,1 1 1,0 0 0,-1 0 0,1 0-1,0 1 1,1 0 0,-1 0 0,0 0-1,1 0 1,0 1 0,0 0 0,0 0 0,0 0-1,0 0 1,1 0 0,0 1 0,0 0-1,0-1 1,-3 9 0,1-5 27,-13 19 261,13-21-87,1-1 1,0 1-1,0 0 0,0 1 0,1-1 0,0 1 0,0-1 0,-3 15 4573,1-22-4769,1 0-1,0 1 1,0-1-1,-1 1 1,1 0-1,0 0 0,0 0 1,-7 2-1,-10-1 7,19-1-66,0 0-1,0 0 0,0 0 1,0 0-1,0 0 1,0 0-1,0 1 0,0-1 1,0 1-1,0 0 1,0-1-1,0 1 0,0 0 1,0 0-1,0 0 1,0 0-1,1 1 0,-1-1 1,0 0-1,1 1 1,0-1-1,-1 1 0,1 0 1,0-1-1,-1 1 1,1 0-1,-1 3 0,0 2-2,0 0 0,1 0 0,0 0 0,0 1 0,0-1-1,2 12 1,-1-15 3,0-3-1,0-1 0,0 1 0,1-1 0,-1 1 0,0-1 0,0 1-1,1-1 1,-1 1 0,1-1 0,-1 1 0,0-1 0,1 1 0,-1-1 0,1 0-1,-1 1 1,1-1 0,0 0 0,-1 1 0,1-1 0,-1 0 0,1 0-1,-1 1 1,1-1 0,0 0 0,-1 0 0,1 0 0,-1 0 0,1 0 0,1 0-1,23 1-1,-21-1 3,20 0 2,-16 1-1,1 0-1,-1-1 1,1 0-1,-1-1 1,1 0 0,-1 0-1,0-1 1,0 0 0,1 0-1,-1-1 1,13-6 0,0-7-22,-1 0 0,-1-1 1,32-38-1,-6 6-51,-10 15-11,113-125-781,-133 140 744,0 0 0,-2-1 0,0-1 0,-2 0 1,0-1-1,14-43 0,-18 34 106,-3 0-1,0 0 1,-2 0 0,-2 0 0,-2-33 0,0-9 10,2-114 473,0 186 479,-16 19-475,4-7-414,-4 10 19,0 1 0,2 1-1,1 0 1,0 1 0,2 0 0,0 1 0,2 0 0,1 0 0,1 1 0,-5 37 0,2 24 151,1 160 0,9-238-229,1 20 20,7 51-1,-6-67-17,1 0 0,0 0 0,1 0 0,0-1 1,1 0-1,8 15 0,-12-25-20,1 0 1,-1-1-1,1 1 0,-1 0 0,1-1 1,0 1-1,0-1 0,-1 1 0,1-1 1,0 0-1,0 0 0,0 1 0,0-2 1,1 1-1,-1 0 0,0 0 0,0-1 1,4 1-1,43 0-711,-30-2 351,-9 0 34,0 0 0,0-2-1,0 1 1,0-1 0,-1 0-1,1-1 1,-1 0 0,0-1 0,0 1-1,0-2 1,-1 1 0,13-12 0,9-4-1647,20-13-2834</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7.448"/>
    </inkml:context>
    <inkml:brush xml:id="br0">
      <inkml:brushProperty name="width" value="0.025" units="cm"/>
      <inkml:brushProperty name="height" value="0.025" units="cm"/>
    </inkml:brush>
  </inkml:definitions>
  <inkml:trace contextRef="#ctx0" brushRef="#br0">338 8 3977,'0'0'17744,"-13"-1"-16902,-4-2-624,10 2-145,-1 0 1,1 0 0,-1 0 0,0 1 0,1 0-1,-1 1 1,1 0 0,-1 0 0,-8 2-1,6 2 3,-1-1 0,1 1 0,0 1-1,1 0 1,-1 0 0,1 1-1,0 0 1,-13 14 0,2-1 20,1 2 0,-21 31 0,34-45-92,1 0 1,0 1 0,1-1-1,-1 1 1,1 0-1,1 1 1,0-1-1,1 1 1,-1-1-1,2 1 1,-1 0-1,1 0 1,1 0-1,0 10 1,0-18-8,0-1 0,1 0 1,-1 1-1,0-1 0,0 1 0,1-1 1,-1 1-1,1-1 0,-1 0 0,1 1 0,0-1 1,-1 0-1,1 0 0,0 0 0,0 1 1,0-1-1,0 0 0,0 0 0,0 0 1,0 0-1,2 1 0,1 0-33,-1 0 0,1-1-1,-1 1 1,1-1 0,0 0 0,-1 0 0,1 0-1,5 0 1,2 0-84,1-1 0,-1 0-1,1 0 1,-1-2 0,12-1 0,-16 0 68,0 0 1,0 0-1,0 0 0,0-1 1,-1 0-1,1 0 1,-1 0-1,0-1 0,0 0 1,9-11-1,-4 4-30,-1 0 0,-1-1-1,0 0 1,10-20 0,-8 11 1050,-11 203-2950,0-181 1848,-1 1-1,1-1 1,0 1 0,0 0-1,0-1 1,0 1-1,0 0 1,0-1 0,0 1-1,0-1 1,1 1-1,-1 0 1,0-1-1,0 1 1,0-1 0,1 1-1,-1-1 1,0 1-1,0-1 1,1 1 0,-1-1-1,0 1 1,1-1-1,-1 1 1,1-1 0,-1 1-1,1-1 1,-1 0-1,1 1 1,-1-1-1,1 0 1,-1 1 0,1-1-1,-1 0 1,1 0-1,0 1 1,-1-1 0,1 0-1,-1 0 1,1 0-1,0 0 1,-1 0 0,1 0-1,0 0 1,-1 0-1,1 0 1,-1 0-1,1-1 1,0 1 0,0 0-1,7 0-1746,8 0-3861</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7.796"/>
    </inkml:context>
    <inkml:brush xml:id="br0">
      <inkml:brushProperty name="width" value="0.025" units="cm"/>
      <inkml:brushProperty name="height" value="0.025" units="cm"/>
    </inkml:brush>
  </inkml:definitions>
  <inkml:trace contextRef="#ctx0" brushRef="#br0">172 0 8194,'0'0'13672,"2"32"-12832,0-9-662,10 196 1155,-11-103-596,-3 135 248,0-230-993,-2-1 0,0 1 0,-1 0 0,-1-1 0,0 0 0,-2-1 0,-10 20 0,17-37-116,-1 1-1,0-1 1,1 0 0,-1 0-1,0 1 1,0-1 0,-1 0-1,1-1 1,0 1 0,-1 0-1,-2 1 1,4-2-95,-1-1 0,1 1 0,0-1 0,0 1 0,-1-1 0,1 1 1,-1-1-1,1 1 0,0-1 0,-1 0 0,1 0 0,-1 0 0,1 0 0,0 0 0,-1 0 0,1 0 0,-1-1 0,1 1 1,0 0-1,-1-1 0,1 1 0,0-1 0,-1 1 0,1-1 0,0 0 0,0 0 0,-2 0 0,-5-10-1584,-1 0-1,1-1 0,1 1 1,-7-15-1,-7-15-4494</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8.282"/>
    </inkml:context>
    <inkml:brush xml:id="br0">
      <inkml:brushProperty name="width" value="0.025" units="cm"/>
      <inkml:brushProperty name="height" value="0.025" units="cm"/>
    </inkml:brush>
  </inkml:definitions>
  <inkml:trace contextRef="#ctx0" brushRef="#br0">0 163 5705,'0'0'10186,"46"-10"-9145,150-31-167,-83 18-196,-57 13-120,55-19-1,23-17 456,-133 45-959,-1 1-1,1 0 1,-1-1-1,1 1 1,0 0-1,-1 0 0,1-1 1,0 1-1,-1 0 1,1 0-1,0 0 0,-1 0 1,1 0-1,0 0 1,-1 0-1,1 0 1,0 0-1,-1 0 0,1 0 1,0 1-1,-1-1 1,1 0-1,-1 0 1,1 1-1,0-1 0,-1 0 1,1 1-1,-1-1 1,1 1-1,-1-1 0,1 1 1,-1-1-1,1 1 1,-1-1-1,1 1 1,-1-1-1,0 1 0,1-1 1,-1 1-1,0 0 1,0-1-1,1 1 1,-1-1-1,0 1 0,0 0 1,0 1-1,0 1 15,0 0 0,-1 0 0,1 0 0,-1 0 0,1 0 1,-1 0-1,0 0 0,-1-1 0,1 1 0,-3 4 0,-21 32 42,-48 57 1,43-60-100,-45 74 0,67-97-29,1 0 1,1 0-1,1 1 1,0 0-1,0 1 1,1-1-1,1 1 1,1-1-1,-2 31 1,3-27-44,1-14 50,0 0-1,-1 0 0,1 0 0,1 0 0,-1 0 0,2 8 0,-1-11 11,0 0 0,-1-1 0,1 1 1,0 0-1,0 0 0,0-1 0,0 1 1,0-1-1,-1 1 0,1-1 0,0 1 1,0-1-1,0 0 0,1 1 0,-1-1 1,0 0-1,0 0 0,0 0 0,0 0 1,0 0-1,0 0 0,2 0 0,30-2-31,-30 1 27,3 0 5,-1 0 0,1-1 0,-1 0 0,0-1-1,1 1 1,-1-1 0,0 0 0,0 0 0,-1-1 0,1 1 0,-1-1 0,1 0 0,-1 0-1,0-1 1,-1 1 0,4-6 0,9-12 3,-2-1 1,12-25-1,-24 45-3,17-36 74,-1 0 1,-2-2-1,15-58 0,-28 83 1688,-4 39-1016,0 72-555,3 120-110,-2-210-221,1 0 0,0-1 0,0 1 0,0 0 1,0-1-1,1 1 0,0-1 0,0 1 0,0-1 0,0 0 1,1 0-1,0 0 0,5 7 0,-1-3-1426</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8.684"/>
    </inkml:context>
    <inkml:brush xml:id="br0">
      <inkml:brushProperty name="width" value="0.025" units="cm"/>
      <inkml:brushProperty name="height" value="0.025" units="cm"/>
    </inkml:brush>
  </inkml:definitions>
  <inkml:trace contextRef="#ctx0" brushRef="#br0">38 46 7890,'0'0'12314,"9"-11"-11429,-3 5-728,-3 2-74,0 0 0,1 1 0,-1-1 0,1 1 0,8-6 0,-12 9-70,1 0 0,-1 0-1,0-1 1,1 1 0,-1 0 0,1 0 0,-1 0 0,0 0 0,1 0 0,-1 0 0,1 0 0,-1 0 0,1 0-1,-1 0 1,1 0 0,-1 0 0,0 0 0,1 0 0,-1 0 0,1 0 0,-1 0 0,1 0 0,-1 1 0,0-1-1,1 0 1,-1 0 0,1 0 0,-1 1 0,1 1 28,0-1 1,0 0-1,0 1 1,-1-1-1,1 1 1,-1-1-1,1 1 1,-1 0-1,1-1 0,-1 1 1,0-1-1,0 1 1,0 1-1,0 370 2601,-3-324-2587,-2-1-1,-14 57 1,-32 92-1367,45-175 858,5-16-123,1-5 408,0-1 0,0 1 0,0 0 0,0 0 0,-1-1 0,1 1 0,0 0 0,0-1 1,0 1-1,-1 0 0,1 0 0,0-1 0,-1 1 0,1-1 0,-1 1 0,1 0 0,-1-1 0,1 1 0,-1-1 0,1 1 0,-1-1 0,1 1 0,-1-1 0,-1 1 0,-4-15-10918</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9.504"/>
    </inkml:context>
    <inkml:brush xml:id="br0">
      <inkml:brushProperty name="width" value="0.025" units="cm"/>
      <inkml:brushProperty name="height" value="0.025" units="cm"/>
    </inkml:brush>
  </inkml:definitions>
  <inkml:trace contextRef="#ctx0" brushRef="#br0">35 123 8130,'0'0'7988,"22"-14"-7281,71-38 41,-89 49-669,-1 1-1,0 1 0,1-1 1,-1 0-1,1 1 1,-1 0-1,1 0 1,0 0-1,-1 0 1,1 0-1,0 1 1,0 0-1,-1 0 0,1 0 1,0 0-1,0 0 1,-1 1-1,6 1 1,0 0 134,54 14 887,-37-8-737,0-2 0,27 3 0,181-2 582,-159-8-810,49-4 0,-1-7 0,145-31 0,-228 35-105,18-1 129,0 2 0,86 0 0,-144 7-134,1 0-1,0 1 1,0-1-1,-1 0 1,1 1-1,0-1 1,-1 1-1,1-1 1,0 1-1,-1-1 1,1 1-1,-1-1 1,1 1-1,-1-1 1,1 1-1,-1 0 1,1-1-1,-1 1 0,0 0 1,1 0-1,-1-1 1,0 1-1,0 0 1,1 0-1,-1-1 1,0 1-1,0 0 1,0 0-1,0-1 1,0 1-1,0 1 1,0 36 440,-1-25-260,1-1-83,0 35 295,-11 91 0,-1-49-232,-3 108-1,15 92-105,1-144-36,-1 288 6,0-432 65,0-26 150,-1 12-257,-1 0 1,0 0 0,0 0-1,-2 0 1,1 1-1,-1-1 1,-1 1 0,-1 0-1,1 0 1,-2 1-1,0 0 1,0 0 0,-1 0-1,0 1 1,-12-12-1,5 8-13,0 0 0,-1 0 0,0 2 0,-1 0 0,0 1-1,-1 1 1,0 0 0,0 1 0,-29-8 0,14 8-14,0 1 1,0 2 0,-42-2 0,-105 4-31,134 4 42,-40 2-16,1 3 0,0 5-1,0 3 1,1 3 0,-128 44 0,165-44 20,14-6-2,2 1-1,-32 16 1,63-26 3,0-1 1,0 0-1,0 0 1,1 0-1,-1 0 0,0 0 1,0 0-1,0 0 1,0 0-1,0 1 1,1-1-1,-1 0 0,0 0 1,0 0-1,0 0 1,0 0-1,0 1 0,0-1 1,0 0-1,0 0 1,0 0-1,1 0 0,-1 1 1,0-1-1,0 0 1,0 0-1,0 0 0,0 1 1,0-1-1,0 0 1,0 0-1,0 0 0,0 0 1,-1 1-1,1-1 1,0 0-1,0 0 1,0 0-1,0 0 0,0 1 1,0-1-1,0 0 1,0 0-1,0 0 0,0 0 1,-1 0-1,1 1 1,0-1-1,0 0 0,24 0 33,-19 0-27,33-1 202,-1-1 0,0-2 0,40-10 0,-101 7-9292,12-3 2983</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1.153"/>
    </inkml:context>
    <inkml:brush xml:id="br0">
      <inkml:brushProperty name="width" value="0.025" units="cm"/>
      <inkml:brushProperty name="height" value="0.025" units="cm"/>
    </inkml:brush>
  </inkml:definitions>
  <inkml:trace contextRef="#ctx0" brushRef="#br0">29 1750 2801,'0'0'9412,"-4"6"-8191,-14 20 44,17-25-1014,0 0 0,1 0 1,-1 1-1,0-1 0,1 0 0,-1 0 0,1 0 0,-1 0 0,1 0 1,0 1-1,0-1 0,-1 0 0,1 0 0,0 1 0,0-1 0,0 0 1,1 2-1,-1-2-162,0-1 0,1 1 0,-1 0 0,0-1 0,1 1 1,-1-1-1,1 1 0,-1 0 0,1-1 0,-1 1 0,1-1 1,0 0-1,-1 1 0,1-1 0,0 1 0,-1-1 0,1 0 1,0 0-1,-1 1 0,1-1 0,1 0 0,4 1-12,1 0 1,-1-1-1,1 0 0,0 0 1,7-2-1,-1 2 293,578-23 821,-148 13-1184,-414 12-8,0 1 0,0 2 0,-1 1 0,0 1 0,0 1 0,43 19 0,-18-1-2,0 2 0,58 42 0,-63-33-1,-37-28 70,1 1 1,0-2 0,0 1 0,17 7-1,-28-15-12,0-1 1,0 1-1,0 0 0,0-1 0,-1 1 0,1-1 0,0 1 0,1-1 0,-1 0 0,0 1 0,0-1 0,0 0 1,0 0-1,0 0 0,0 0 0,0 0 0,0 0 0,0 0 0,0 0 0,1 0 0,-1-1 0,0 1 0,0 0 1,0-1-1,0 1 0,0 0 0,0-1 0,0 0 0,0 1 0,-1-1 0,1 1 0,0-1 0,0 0 0,0 0 1,-1 1-1,1-1 0,0 0 0,-1 0 0,1 0 0,0 0 0,-1 0 0,1 0 0,0-2 0,0-4 195,0 0 0,0 0 0,0 0 0,-1 0 0,-1-12 0,1 4-555,0-1500 498,10 1284-217,1 7 222,-11 222-116,0 5-295,0 7 208,1 0 0,0 0 1,1-1-1,0 1 0,1 0 0,0-1 1,0 0-1,1 1 0,0-2 1,0 1-1,1 0 0,0-1 1,1 0-1,0 0 0,9 10 1,-7-9 6,1 1 0,0-1 0,0 0 0,1-1 0,0 0 0,1-1 0,0 0 1,0 0-1,0-1 0,24 9 0,67 16-128,2-4 0,1-5 1,1-4-1,204 7 0,402-20-604,-468-6-79,-207 0 804,0-3-1,47-9 1,-16 1 6,-32 11 19,-35 1 194,32 0 403,7-5-325,-40 5-309,1 0 0,-1 0 0,0 0 1,0 0-1,0 0 0,0-1 0,0 1 0,0 0 1,0 0-1,1 0 0,-1 0 0,0-1 0,0 1 0,0 0 1,0 0-1,0 0 0,0-1 0,0 1 0,0 0 1,0 0-1,0 0 0,0-1 0,0 1 0,0 0 0,0 0 1,0 0-1,0-1 0,0 1 0,0 0 0,-1 0 1,1 0-1,0 0 0,0-1 0,0 1 0,0 0 0,0 0 1,0 0-1,0 0 0,-1 0 0,1-1 0,0 1 1,0 0-1,0 0 0,0 0 0,-1 0 0,1 0 0,0 0 1,0 0-1,0 0 0,0 0 0,-1-1 0,1 1 0,0 0 1,0 0-1,0 0 0,-1 0 0,1 0 0,0 0 1,0 0-1,0 0 0,-1 1 0,1-1 0,0 0 0,0 0 1,0 0-1,-1 0 0,1 0 0,0 0 0,-55 0-9309,42 0 2343</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2.542"/>
    </inkml:context>
    <inkml:brush xml:id="br0">
      <inkml:brushProperty name="width" value="0.025" units="cm"/>
      <inkml:brushProperty name="height" value="0.025" units="cm"/>
    </inkml:brush>
  </inkml:definitions>
  <inkml:trace contextRef="#ctx0" brushRef="#br0">56 1 7666,'0'0'12962,"0"8"-11344,-6 551 2140,3-620-3726,-3 0 0,-18-76 0,15 91-29,5 7 27,1 1 0,3-67 0,1 42 320,-1 62-207,3 2-135,1 1 1,-1-1 0,0 0-1,0 1 1,0 0 0,0-1 0,-1 1-1,1 0 1,0 0 0,-1 1-1,0-1 1,1 1 0,-1-1-1,0 1 1,0 0 0,2 3-1,13 15 11,-3-9 14,0-1-1,0 0 0,1 0 0,0-2 0,1 0 0,0-1 0,1 0 0,-1-1 0,1-1 0,1-1 1,-1 0-1,1-1 0,32 2 0,-3 0 29,-14-3-39,0 1 0,-1 2 0,1 1 0,40 16 0,-55-17 16,-1-1 0,1-1 0,-1-1 1,20 2-1,10 2 153,-16 2 457,-35-6 47,-17-2-527,7-1-157,0-1-7,1 1-1,-1 1 0,1 0 0,0 1 1,-18 5-1,-242 63-275,163-43 109,74-18 101,-68 29-1,103-38 57,0 1 0,0-1 0,0 0 0,0 1 0,1-1 0,-1 1 0,0-1 0,0 1 0,0 0 0,0-1 0,1 1 0,-1 0 0,0 0 0,0-1 0,1 1 0,-1 0 0,1 0 0,-1 0 0,1 0 0,-1 0 0,0 1 0,1-1 902,-16-1-272,12 0-3702</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3.684"/>
    </inkml:context>
    <inkml:brush xml:id="br0">
      <inkml:brushProperty name="width" value="0.025" units="cm"/>
      <inkml:brushProperty name="height" value="0.025" units="cm"/>
    </inkml:brush>
  </inkml:definitions>
  <inkml:trace contextRef="#ctx0" brushRef="#br0">177 37 5473,'0'0'10574,"-3"3"-9880,-32 27 3128,18-17-3464,0 2 0,-18 21-1,29-29-365,1 0-1,1 0 0,-1 0 0,1 0 1,0 1-1,1-1 0,0 1 0,0 0 0,-3 15 1,3 0 13,1 0 0,2 27 0,0-38-6,0-9 1,1-1 1,0 1-1,0 0 0,0-1 0,0 1 0,0-1 0,0 1 0,1-1 0,-1 0 1,1 1-1,0-1 0,0 0 0,-1 0 0,1 0 0,1 0 0,-1-1 0,0 1 1,0-1-1,1 1 0,-1-1 0,1 0 0,-1 1 0,1-1 0,-1-1 0,4 2 1,7 2 6,0 0 1,0-1-1,26 4 1,-27-5-7,1-1 0,0-1 1,-1 0-1,1 0 1,-1-1-1,17-4 1,-23 3-2,-1 0 0,0 0 1,0 0-1,0-1 0,0 1 1,0-1-1,-1-1 0,1 1 1,-1 0-1,0-1 1,0 0-1,0 0 0,-1-1 1,1 1-1,-1 0 0,4-8 1,-2 2 30,1 0 0,-2-1 0,0 0 0,0 0 0,-1 0 0,0 0 0,2-18 0,-2-6 178,-2-40 1,-1 51-144,0 21-19,0 0-1,0 0 1,-1 0-1,1 0 1,-1 0-1,0 0 1,1 0-1,-1 0 1,-1 1-1,1-1 1,0 0-1,-1 1 1,1-1-1,-1 1 1,0-1-1,0 1 1,-3-4-1,0 3-2,1-1-1,-1 1 0,0 0 0,0 0 0,0 1 0,0 0 0,0-1 0,-11-1 1,-5-1 137,0 2 0,-1 1 0,-40 0 0,40 1 12,17 0-185,-1 0 0,1 1 0,0-1-1,-1 1 1,1 1 0,0-1 0,-1 1 0,1 0-1,0 0 1,0 0 0,0 1 0,-6 2 0,-21 16-2534,11-11-3019,4-7-5326</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4.463"/>
    </inkml:context>
    <inkml:brush xml:id="br0">
      <inkml:brushProperty name="width" value="0.025" units="cm"/>
      <inkml:brushProperty name="height" value="0.025" units="cm"/>
    </inkml:brush>
  </inkml:definitions>
  <inkml:trace contextRef="#ctx0" brushRef="#br0">0 1 9026,'0'0'10892,"3"2"-10168,0 1-565,-1 0-1,0 0 1,1 1 0,-1-1 0,0 1-1,-1-1 1,1 1 0,-1 0 0,1 0 0,-1-1-1,0 1 1,-1 0 0,1 0 0,0 5-1,0 68 499,-1-24-319,6 39-40,18 154 595,-23-240-1323,0 9 943,-13-9-17027</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5.557"/>
    </inkml:context>
    <inkml:brush xml:id="br0">
      <inkml:brushProperty name="width" value="0.025" units="cm"/>
      <inkml:brushProperty name="height" value="0.025" units="cm"/>
    </inkml:brush>
  </inkml:definitions>
  <inkml:trace contextRef="#ctx0" brushRef="#br0">0 5 3977,'0'0'16402,"12"0"-15447,210-5-692,-221 5-263,1 1 0,-1-1 0,1 1 0,-1-1 0,1 1 0,-1-1 0,1 1 0,-1 0 0,0 0 0,1 0 0,-1 0 0,0 0 0,0 0 0,0 0 0,0 0 0,0 0 1,0 0-1,0 1 0,0-1 0,0 0 0,0 1 0,-1-1 0,1 1 0,-1-1 0,1 1 0,-1-1 0,1 1 0,-1-1 0,0 1 0,0 3 0,2 7 2,-1 1-1,0 22 1,-1-25 0,0-3-3,0 9 31,0-1 0,-2 0 0,-2 17 0,3-27-9,-1 0 0,1 1 0,-1-2 0,0 1 0,-1 0 0,1 0 0,-1-1 0,0 1 0,0-1 0,0 0 0,-1 0 0,-4 4 0,-19 15 348,-44 29 1,31-24-26,39-28-337,-1 1 0,1-1 0,0 1 0,0-1 0,1 1 0,-1-1 0,0 1 0,0 0 0,0 0 0,0 0 0,0-1 0,1 1 0,-1 0 0,0 0 0,1 0 0,-1 0 0,1 0 0,-1 0 0,1 0 0,0 0 0,-1 0 0,1 1 0,0-1 1,0 0-1,-1 0 0,1 0 0,0 0 0,0 0 0,0 1 0,0-1 0,1 0 0,-1 0 0,0 0 0,0 0 0,1 2 0,1-2-1,-1 1-1,1-1 1,0 1 0,-1-1-1,1 0 1,0 0 0,0 1-1,-1-1 1,1-1 0,0 1 0,0 0-1,0 0 1,0-1 0,0 1-1,0-1 1,0 0 0,1 1-1,1-1 1,181 2 607,-89-3-416,-96 1-270,11 0-11182</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6.283"/>
    </inkml:context>
    <inkml:brush xml:id="br0">
      <inkml:brushProperty name="width" value="0.025" units="cm"/>
      <inkml:brushProperty name="height" value="0.025" units="cm"/>
    </inkml:brush>
  </inkml:definitions>
  <inkml:trace contextRef="#ctx0" brushRef="#br0">28 1 7402,'0'0'11153,"-2"3"-10505,2-3-619,-1 0 0,1 1 0,0-1 0,0 0 1,0 1-1,0-1 0,0 0 0,0 1 0,0-1 1,0 0-1,0 1 0,0-1 0,0 0 0,0 1 0,0-1 1,0 1-1,0-1 0,0 0 0,0 1 0,0-1 1,0 0-1,0 1 0,0-1 0,1 0 0,-1 1 0,0-1 1,0 0-1,0 1 0,1-1 0,-1 0 0,0 0 0,1 1 1,-1-1-1,0 0 0,19 10 510,40 6-231,-24-7-121,-18-4-172,0 1 1,-1 0-1,0 1 0,0 1 1,0 0-1,-1 1 0,14 12 1,-25-17 13,-1 1 1,-1-1 0,1 1-1,-1-1 1,0 1 0,0 0-1,0 0 1,-1 0 0,1 0 0,-1 0-1,0 1 1,-1-1 0,1 0-1,-1 0 1,0 1 0,-1-1 0,1 0-1,-1 1 1,0-1 0,0 0-1,-3 6 1,-1-4 79,-1 0 1,0-1-1,0 0 1,0 1-1,-1-2 1,0 1-1,0-1 0,-11 5 1,-26 22 241,43-31-370,1-1 0,-1 1 0,1-1-1,-1 1 1,1 0 0,-1-1 0,1 1-1,-1-1 1,1 1 0,0 0 0,-1 0-1,1-1 1,0 1 0,0 0 0,-1 0-1,1-1 1,0 1 0,0 0 0,0 0 0,0-1-1,0 1 1,0 0 0,0 0 0,0-1-1,0 1 1,1 0 0,-1 0 0,0-1-1,0 1 1,1 0 0,-1 0 0,0-1-1,1 1 1,-1 0 0,1-1 0,-1 1-1,1-1 1,-1 1 0,1 0 0,-1-1-1,1 1 1,0-1 0,-1 0 0,1 1-1,0-1 1,-1 1 0,1-1 0,0 0 0,-1 0-1,1 1 1,1-1 0,1 2 24,8 6-66,-1 1-1,0 0 0,0 1 0,-1 0 0,0 0 1,10 16-1,-16-22 88,0 0-1,0 1 1,-1-1 0,0 1 0,0-1 0,0 1 0,0 0 0,0 0 0,-1 0-1,0 0 1,0 0 0,-1 0 0,1 0 0,-1 0 0,0 0 0,0 0 0,-1 1 0,0-1-1,0 0 1,-2 8 0,0-9 64,1 0 0,-1 0 0,0 0 0,0 0 0,0-1 0,0 1 0,-1-1 0,1 0 0,-1 0 0,-6 4 0,-46 24 688,44-25-557,-6 3 99,-59 27 939,67-32-1127,1-1 1,-1 0-1,1-1 0,-1 0 1,0 0-1,-13 0 0,22-2-144,1 0 0,0 0-1,0 0 1,0 0-1,-1 0 1,1 0-1,0 0 1,0 0 0,0 0-1,-1 0 1,1 0-1,0 0 1,0 0-1,0 0 1,-1 1 0,1-1-1,0 0 1,0 0-1,0 0 1,0 0 0,-1 0-1,1 0 1,0 1-1,0-1 1,0 0-1,0 0 1,0 0 0,-1 0-1,1 1 1,0-1-1,0 0 1,0 0-1,0 0 1,0 1 0,0-1-1,0 0 1,0 0-1,0 0 1,0 1-1,0-1 1,0 0 0,0 0-1,0 0 1,0 1-1,0-1 1,0 0 0,0 0-1,0 0 1,0 1-1,0-1 1,0 0-1,0 0 1,1 1 0,-3 7-6263,-2-7-677</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7.864"/>
    </inkml:context>
    <inkml:brush xml:id="br0">
      <inkml:brushProperty name="width" value="0.025" units="cm"/>
      <inkml:brushProperty name="height" value="0.025" units="cm"/>
    </inkml:brush>
  </inkml:definitions>
  <inkml:trace contextRef="#ctx0" brushRef="#br0">0 0 6905,'0'0'13023,"0"21"-11602,2-5-1234,-1 0 0,2 0 0,0 0 1,7 19-1,-5-19-124,-1 1 1,0-1-1,-2 1 1,2 21-1,-5-25 10,-1 3-80,4-14 245,2-9 325,5-13-560,2 0-1,1 1 1,0 0-1,1 1 1,1 1-1,1 0 1,1 0-1,0 2 1,1 0 0,0 1-1,36-22 1,-47 34-5,0 0 1,-1 0-1,1 0 1,0 1 0,0 0-1,0 0 1,0 1-1,0-1 1,10 2 0,-4-1 0,-11 1 9,1-1 0,0 1 0,0 0 0,-1-1 0,1 1-1,0 0 1,-1 0 0,1 0 0,-1 1 0,0-1 0,1 0 0,-1 1 0,0-1 0,1 0-1,-1 1 1,0-1 0,0 1 0,0 0 0,-1-1 0,1 1 0,0 0 0,-1 0 0,1-1 0,-1 1-1,1 4 1,10 52 430,-10 54 1342,-2-64-1324,1-46-457</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8.226"/>
    </inkml:context>
    <inkml:brush xml:id="br0">
      <inkml:brushProperty name="width" value="0.025" units="cm"/>
      <inkml:brushProperty name="height" value="0.025" units="cm"/>
    </inkml:brush>
  </inkml:definitions>
  <inkml:trace contextRef="#ctx0" brushRef="#br0">1 3 3809,'0'0'15387,"9"0"-14667,21-1-198,-2 0-59,-1 1-1,0 1 0,0 1 1,33 7-1,-47-7-921,-1 0 0,1 0 0,-1-1 0,1-1 0,18-2-1,3 1-6200,-12 1-2586</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8.722"/>
    </inkml:context>
    <inkml:brush xml:id="br0">
      <inkml:brushProperty name="width" value="0.025" units="cm"/>
      <inkml:brushProperty name="height" value="0.025" units="cm"/>
    </inkml:brush>
  </inkml:definitions>
  <inkml:trace contextRef="#ctx0" brushRef="#br0">0 0 3625,'0'0'16791,"2"6"-15645,6 31 238,-1 1-1,2 55 1,-2-21-909,3 204 408,-10-273-877,0 0 1,0 1-1,0-1 0,1 1 1,-1-1-1,1 1 0,0-1 1,0 0-1,0 1 0,2 3 1,-2-6 6,0 0 0,0 1 0,0-1 1,0 0-1,1 0 0,-1 0 0,0 0 0,1 0 1,-1 0-1,1-1 0,-1 1 0,1 0 0,-1-1 1,1 1-1,-1-1 0,1 0 0,-1 1 1,1-1-1,0 0 0,-1 0 0,1 0 0,2 0 1,-3-1-13,1 1 0,-1-1 0,0 0 0,0 0 1,1 0-1,-1 1 0,0-1 0,0 0 0,0 0 1,0-1-1,0 1 0,0 0 0,0 0 0,-1 0 1,1-1-1,0 1 0,-1 0 0,1-1 0,-1 1 1,1 0-1,-1-1 0,0 1 0,1-1 1,-1-1-1,6-35-2004,-10 24-1242,-14 4-2923</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7.327"/>
    </inkml:context>
    <inkml:brush xml:id="br0">
      <inkml:brushProperty name="width" value="0.025" units="cm"/>
      <inkml:brushProperty name="height" value="0.025" units="cm"/>
    </inkml:brush>
  </inkml:definitions>
  <inkml:trace contextRef="#ctx0" brushRef="#br0">231 152 1344,'0'0'4367,"-13"-6"-3586,-40-19 66,51 24-725,1 0-1,0 0 1,0 0 0,0 0 0,0 0 0,0 0-1,0 0 1,0 0 0,0 0 0,0 0 0,0-1-1,1 1 1,-1 0 0,0-1 0,1 1 0,-1-1-1,1 1 1,0-1 0,-1 1 0,1-1 0,0 1-1,0-1 1,0 1 0,0 0 0,0-1 0,0 1-1,1-1 1,-1 1 0,1-4 0,0-2 410,0-1 26,-1 5-268,0 1 0,0-1 0,0 1 1,0-1-1,0 1 0,0-1 0,0 1 0,-1 0 1,1-1-1,-1 1 0,0 0 0,-1-4 0,-42-19 5092,43 24-5364,1 1 0,-1 0 1,0-1-1,0 1 1,0 0-1,0-1 1,0 1-1,0 0 0,0 0 1,0 0-1,1 0 1,-1 0-1,0 0 1,0 0-1,0 0 1,0 0-1,0 0 0,0 1 1,0-1-1,0 0 1,1 1-1,-1-1 1,0 0-1,0 1 0,0-1 1,0 1-1,1 0 1,-1-1-1,0 1 1,1-1-1,-1 1 0,0 0 1,1 0-1,-2 1 1,-10 31 186,11-25-173,-17 59 102,4 1 0,3 1 0,3 0 0,1 99 0,6-121-92,1 23 120,2 0 1,12 74-1,-4-67 455,2 157 0,-11-211-502,2 1 0,0 0-1,10 34 1,0 2 669,-9-47-653,0 0 1,1-1-1,11 23 1,2 5-2,21 43 1093,-31-71 76,-3-8-3797</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8.446"/>
    </inkml:context>
    <inkml:brush xml:id="br0">
      <inkml:brushProperty name="width" value="0.025" units="cm"/>
      <inkml:brushProperty name="height" value="0.025" units="cm"/>
    </inkml:brush>
  </inkml:definitions>
  <inkml:trace contextRef="#ctx0" brushRef="#br0">8 86 7274,'0'0'10662,"0"0"-10610,0 0 0,-1 0-1,1 0 1,0 0 0,0 0 0,-1 0 0,1 0 0,0 0-1,0 0 1,-1 0 0,1 0 0,0 0 0,0 0 0,0 1-1,-1-1 1,1 0 0,0 0 0,0 0 0,0 0 0,0 0-1,-1 1 1,1-1 0,0 0 0,0 0 0,0 0 0,0 1-1,0-1 1,0 0 0,0 0 0,-1 1 0,1-1 0,0 0-1,0 0 1,0 0 0,0 1 0,0-1 0,0 0 0,0 0-1,0 1 1,0-1 0,0 0 0,0 0 0,0 1 0,1-1-1,-1 0 1,-1 50 739,0-19-653,1 0 0,1 0-1,9 52 1,-7-71-130,-1-1-1,-1 1 1,0-1 0,-1 13 0,0-18 8,0-5 244,0-5-123,0-4-95,-1-9-37,1 0-1,1 0 1,1 0 0,0 0-1,1 0 1,7-19 0,2 7-19,1 0 0,2 1 1,0 1-1,2 0 0,1 1 0,28-30 1,-27 39 13,-18 16-6,-1 0 1,1 1 0,-1-1-1,1 1 1,0-1-1,-1 1 1,1 0-1,0-1 1,-1 1 0,1 0-1,0-1 1,0 1-1,-1 0 1,1 0-1,0 0 1,0 0-1,-1 0 1,1 0 0,0 0-1,0 0 1,0 0-1,-1 0 1,1 0-1,0 0 1,0 0 0,-1 1-1,2-1 1,0 4 13,-1-1 0,0 1 0,0-1 0,0 1 0,0-1 0,0 1 0,-1 0 0,1-1 0,-1 1 1,-1 4-1,3 10 68,2 9 51,1 5 152,12 43-1,-14-61-208,-1 0 1,0 1-1,0 0 0,-2-1 0,-2 28 0,1-2-6216</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8.826"/>
    </inkml:context>
    <inkml:brush xml:id="br0">
      <inkml:brushProperty name="width" value="0.025" units="cm"/>
      <inkml:brushProperty name="height" value="0.025" units="cm"/>
    </inkml:brush>
  </inkml:definitions>
  <inkml:trace contextRef="#ctx0" brushRef="#br0">0 1 6265,'0'0'11692,"6"21"-7246,-1-18-4361,0-1-1,0 0 0,0 0 0,1 0 0,-1-1 0,1 1 0,-1-1 0,1-1 0,-1 1 1,1-1-1,10-1 0,10 2-20,54 1-44,-40-3-453,-37 1 158,1 0 1,0 0 0,0-1 0,0 1 0,0-1 0,0 0 0,0 0 0,-1-1 0,1 1-1,0-1 1,-1 1 0,7-5 0,8-9-4215</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9.574"/>
    </inkml:context>
    <inkml:brush xml:id="br0">
      <inkml:brushProperty name="width" value="0.025" units="cm"/>
      <inkml:brushProperty name="height" value="0.025" units="cm"/>
    </inkml:brush>
  </inkml:definitions>
  <inkml:trace contextRef="#ctx0" brushRef="#br0">1 49 3977,'0'0'15822,"2"-6"-15173,0 4-639,1-1 0,0 1 0,0 0 0,0 0 0,0 0 0,1 0 0,-1 0 0,0 1 0,1-1 0,-1 1 0,6-1 0,45-10-18,-42 10 19,2 0-21,0 0 1,27 1-1,-40 1 6,-1 0-1,0 0 1,1 1 0,-1-1 0,1 0 0,-1 0-1,1 1 1,-1-1 0,0 0 0,1 1 0,-1-1 0,0 1-1,1-1 1,-1 0 0,0 1 0,0-1 0,1 1 0,-1-1-1,0 1 1,0-1 0,0 1 0,1-1 0,-1 1 0,0-1-1,0 1 1,0-1 0,0 1 0,0-1 0,0 1-1,0 0 1,0 23 1,-1-16 0,2-1 23,-1-1 0,0 1 0,0-1 0,-1 1 0,0-1 0,0 1 0,0-1 0,-1 0 1,0 1-1,0-1 0,0 0 0,-1 0 0,0-1 0,-7 11 0,-69 72 72,9-10-16,68-76-76,0 1-1,1 0 1,0 0 0,0 0-1,0 0 1,0 0 0,0 0-1,0 1 1,1-1 0,-1 0-1,1 0 1,0 1 0,0-1-1,1 4 1,-1 3 5,1-9 3,-1-1-1,1 1 1,-1-1-1,1 1 0,0-1 1,-1 0-1,1 1 1,0-1-1,-1 0 1,1 1-1,0-1 1,-1 0-1,1 0 1,0 0-1,0 1 1,-1-1-1,1 0 0,0 0 1,0 0-1,0 0 1,1-1-1,27 1 205,-20 0-108,5 0 2,0 0-1,0-1 1,-1-1-1,1 0 1,0 0-1,-1-2 1,18-6-1,-9 0-73,17-7 818,-15 12-4751</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2.040"/>
    </inkml:context>
    <inkml:brush xml:id="br0">
      <inkml:brushProperty name="width" value="0.025" units="cm"/>
      <inkml:brushProperty name="height" value="0.025" units="cm"/>
    </inkml:brush>
  </inkml:definitions>
  <inkml:trace contextRef="#ctx0" brushRef="#br0">33 133 4297,'0'0'4718,"-4"-11"-5056,-18-87-91,16 75 9231,6 351-1681,2 4-4943,1 338-1211,-3-669-941,-1-49-7968,-3 11 1361</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53.525"/>
    </inkml:context>
    <inkml:brush xml:id="br0">
      <inkml:brushProperty name="width" value="0.025" units="cm"/>
      <inkml:brushProperty name="height" value="0.025" units="cm"/>
    </inkml:brush>
  </inkml:definitions>
  <inkml:trace contextRef="#ctx0" brushRef="#br0">33 49 3817,'0'0'12240,"16"2"-8762,-10 3-3294,-1 1 1,0 0-1,-1 0 1,1 1-1,-1-1 1,0 1 0,-1 0-1,1 0 1,-2 0-1,4 12 1,-4-20 681,-4-7-525,-2 0-339,0 1 1,1-1-1,1 0 1,-1 0-1,1 0 1,1 0 0,0-1-1,0 1 1,0 0-1,1-1 1,1-10 0,-1 15-16,0 3 12,0 1 0,0 0 0,0-1 0,0 1 0,0-1 0,0 1 1,0-1-1,0 1 0,0 0 0,0-1 0,0 1 0,1-1 0,-1 1 0,0 0 0,0-1 0,0 1 0,0 0 0,1-1 0,-1 1 0,0 0 0,1-1 0,-1 1 0,0 0 0,0-1 0,1 1 0,16-2 28,-16 3-10,0-1 0,-1 1 1,1 0-1,-1 0 1,1 0-1,-1-1 1,1 1-1,-1 0 1,0 0-1,1 0 1,-1 0-1,0 0 1,0 0-1,1 0 1,-1 0-1,0 0 1,0 0-1,0 0 0,-1 0 1,1 1-1,0 33 142,0-25 128,-1-9-272,1-1 0,-1 1 0,1 0 0,-1-1 0,1 1 0,-1 0 0,1-1 0,-1 1 0,0 0 0,1-1 0,-1 1 0,0-1 0,0 1 0,1-1 1,-1 0-1,0 1 0,0-1 0,0 0 0,1 1 0,-1-1 0,0 0 0,0 0 0,0 0 0,0 0 0,0 0 0,1 0 0,-3 0 0,-28 1 313,27-1-256,2 0-7,0 0-1,0 1 0,1-1 0,-1 0 1,0 0-1,0-1 0,0 1 1,1 0-1,-1 0 0,0-1 0,1 1 1,-1-1-1,0 0 0,1 1 1,-1-1-1,0 0 0,1 0 0,-1 0 1,1 0-1,0 0 0,-3-3 1,3 0-6,0 0 0,-1 0 0,1 0 0,1 0 0,-1 0 0,1 0 1,0-1-1,0 1 0,0-6 0,0 10-130,6 0-16,2-1 73,1 1-1,-1 0 1,0 1-1,0 0 1,0 0 0,13 5-1,-19-6 21,0 2 1,0-1-1,0 0 0,0 0 1,0 1-1,0-1 0,-1 1 0,1-1 1,-1 1-1,1 0 0,-1 0 1,1 0-1,-1 0 0,0 0 0,0 0 1,0 0-1,0 0 0,0 0 1,-1 0-1,1 0 0,0 1 1,-1-1-1,0 0 0,0 1 0,1-1 1,-1 0-1,-1 4 0,1 6 75,-2 21 248,2-32-322,-1 0 0,1-1-1,-1 1 1,1 0 0,-1 0 0,1 0-1,-1-1 1,1 1 0,-1 0 0,0 0-1,1-1 1,-1 1 0,0-1 0,0 1-1,0-1 1,1 1 0,-1-1 0,0 1-1,0-1 1,0 0 0,0 1-1,0-1 1,0 0 0,0 0 0,0 0-1,0 1 1,1-1 0,-1 0 0,-2-1-1,2 1 214,7-11-188,-4 5-37,1 1 0,0-1-1,0 1 1,0 0 0,1 0-1,4-5 1,-6 8-1,0 0-1,0 0 1,0 0-1,1 0 1,-1 0-1,0 0 1,1 0-1,-1 1 1,1-1-1,0 1 1,-1 0-1,1-1 1,0 1-1,0 1 1,0-1-1,0 0 1,0 1-1,0-1 0,0 1 1,0 0-1,0 0 1,0 0-1,0 1 1,3 0-1,-5 0 7,1 0-1,-1 0 0,1 0 0,-1 0 1,0 1-1,0-1 0,0 0 1,1 1-1,-1-1 0,-1 1 0,1-1 1,0 1-1,0 0 0,-1-1 0,1 1 1,0 0-1,-1 0 0,0-1 0,1 1 1,-1 0-1,0 0 0,0 2 0,2 45 16,-2-46-11,1 14 44,-1-12-23,0-1 1,0 1 0,0 0 0,0-1-1,-1 1 1,0 0 0,-2 7 0,3-11-8,-1 1 0,0-1 0,0 0 0,0 1 0,0-1 0,0 0 0,-1 0 1,1 0-1,0 0 0,0 0 0,-1 0 0,1 0 0,-1-1 0,1 1 0,-1 0 0,1-1 1,-1 1-1,1-1 0,-1 1 0,1-1 0,-1 0 0,0 0 0,1 0 0,-1 0 0,1 0 1,-3 0-1,3 0 5,0 0-1,1 0 1,-1 1 0,0-1 0,0 0 0,1 0 0,-1 0 0,0 0 0,1 0 0,-1 0 0,0 0 0,0 0 0,1 0 0,-1-1 0,0 1 0,1 0 0,-1 0 0,0-1 0,1 1-1,-1 0 1,1-1 0,-1 1 0,0 0 0,1-1 0,-1 1 0,1-1 0,-1 1 0,1-1 0,-1 1 0,1-1 0,0 0 0,-1 1 0,1-1 0,0 1 0,-1-1 0,1 0-1,0 1 1,0-1 0,-1 0 0,1 0 0,0 1 0,0-1 0,0 0 0,0 1 0,0-1 0,0 0 0,0 1 0,1-3 0,-2 0-53,-3-81 412,4 46-5497</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54.542"/>
    </inkml:context>
    <inkml:brush xml:id="br0">
      <inkml:brushProperty name="width" value="0.025" units="cm"/>
      <inkml:brushProperty name="height" value="0.025" units="cm"/>
    </inkml:brush>
  </inkml:definitions>
  <inkml:trace contextRef="#ctx0" brushRef="#br0">212 135 3777,'0'0'13856,"-3"-7"-12554,-9-23-93,11 29-1006,0 0 0,0 0-1,0 0 1,0 0-1,0 0 1,0 0 0,0 0-1,-1 0 1,1 1-1,0-1 1,-1 0 0,1 1-1,-1-1 1,1 1 0,-1 0-1,1-1 1,0 1-1,-1 0 1,1 0 0,-1 0-1,0 0 1,-1 0-1,-31 3 741,31-2-843,-7 1 95,-1 0 0,1 0 0,-14 0 0,24-2 249,0-12-224,-1-3-212,1 9-5,-1 1 1,1 0-1,1-1 0,-1 1 0,1 0 0,2-10 0,-2 13-2,-1 1-1,1-1 0,0 1 0,0 0 0,0-1 0,0 1 1,0 0-1,0 0 0,0 0 0,1 0 0,-1 0 0,0 0 0,0 0 1,1 0-1,-1 0 0,1 1 0,-1-1 0,1 0 0,-1 1 1,1-1-1,-1 1 0,1 0 0,0 0 0,-1-1 0,1 1 0,-1 0 1,1 0-1,1 1 0,-2-2 4,0 1-1,1 0 1,-1 0 0,0 0-1,0 0 1,0 0 0,0 0-1,0 1 1,0-1 0,0 0-1,0 0 1,0 1 0,0-1-1,0 1 1,0-1 0,1 2-1,1 17 42,-3-19-45,0 21 87,1-9-35,-1-1 1,0 1-1,-1-1 1,-4 22 0,5-30-38,-1-1 0,1 0 0,-1 0 0,0 0 0,0 0 0,0 0 0,0 0 0,0 0 0,-1 0 0,1 0 0,-1 0 1,1-1-1,-1 1 0,1 0 0,-1-1 0,0 1 0,0-1 0,0 0 0,0 0 0,0 0 0,0 0 0,0 0 0,0 0 0,0 0 1,0-1-1,-1 1 0,1-1 0,0 0 0,0 1 0,-5-1 0,4 0 7,0 0 0,1 0 1,-1 0-1,0 0 0,0-1 0,1 1 0,-1-1 1,0 0-1,1 0 0,-1 0 0,1 0 0,-1 0 1,1 0-1,-1-1 0,1 1 0,0-1 0,-3-2 0,3 1-6,-1 0-1,1-1 1,0 0-1,0 0 1,0 0-1,0 0 1,1 0-1,-1 0 1,1 0-1,-1-6 0,2 9-13,-2-5-15,1-1 0,-1 1 0,1-1 0,0 0 0,1 0 0,0 0 0,0 1 0,0-1 0,3-12 0,-2 19 8,0-1-1,0 0 1,0 0-1,0 1 1,1-1 0,-1 1-1,0-1 1,0 1-1,0 0 1,1-1-1,-1 1 1,0 0-1,1 0 1,-1 0-1,0 0 1,0 0-1,2 0 1,26 2-21,-28-2 25,2 1 0,-1-1-1,1 1 1,0-1-1,0 1 1,0 0-1,0 0 1,-1 0-1,1 1 1,0-1-1,-1 1 1,1-1-1,-1 1 1,0 0-1,1 0 1,-1 0-1,0 0 1,0 0-1,0 1 1,-1-1-1,1 1 1,-1-1-1,2 4 1,0 0 22,-1 1 1,1-1 0,-2 1-1,1 0 1,-1 0-1,0 0 1,0-1 0,-1 10-1,0-15 285,-33-2 346,32 0-658,0-1 1,0 1 0,0-1-1,1 1 1,-1-1-1,0 0 1,1 1 0,0-1-1,-1 0 1,1 0 0,0 0-1,0 1 1,-1-1 0,1 0-1,1 0 1,-1 1-1,0-1 1,0 0 0,1 0-1,0-1 1,-1 0-15,1 0 0,0 0-1,0 0 1,0 0 0,0 0 0,1 0 0,-1 1-1,1-1 1,-1 1 0,5-5 0,8-4-454,9-9-118,-18 3-7632</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55.634"/>
    </inkml:context>
    <inkml:brush xml:id="br0">
      <inkml:brushProperty name="width" value="0.025" units="cm"/>
      <inkml:brushProperty name="height" value="0.025" units="cm"/>
    </inkml:brush>
  </inkml:definitions>
  <inkml:trace contextRef="#ctx0" brushRef="#br0">82 159 3425,'0'0'11594,"13"-11"-2644,-17 15-8778,0 0 0,-1-1-1,1 1 1,-1-1 0,0 0-1,0-1 1,0 1 0,0-1-1,0 0 1,-1 0 0,1-1 0,-1 1-1,1-1 1,-1-1 0,-7 1-1,13-1-147,-1 0-1,1 0 0,-1-1 0,1 1 0,0 0 1,-1 0-1,1-1 0,0 1 0,-1 0 0,1-1 1,0 1-1,0-1 0,-1 1 0,1 0 0,0-1 1,0 1-1,0-1 0,0 1 0,-1-1 0,1 1 1,0 0-1,0-1 0,0 1 0,0-1 0,0 1 1,0-1-1,0 1 0,0-1 0,0-20 139,1 14-87,-2-12-8,1 7-52,0 1-1,0-1 0,1 1 1,0-1-1,4-12 0,-5 22-16,1 0-1,0-1 1,0 1-1,0 0 0,0 0 1,0 0-1,0 0 0,0 0 1,1 0-1,-1 0 0,1 0 1,0 0-1,-1 1 1,1-1-1,0 1 0,0-1 1,0 1-1,0 0 0,0 0 1,0-1-1,0 2 1,1-1-1,-1 0 0,0 0 1,1 1-1,-1-1 0,0 1 1,1 0-1,-1-1 1,4 2-1,-4-2 2,0 1 0,0 0-1,0 0 1,0 1 0,1-1 0,-1 0 0,0 1 0,0-1 0,0 1-1,0 0 1,0 0 0,-1 0 0,1-1 0,0 2 0,0-1-1,0 0 1,-1 0 0,3 3 0,-2-1 3,0-1 0,-1 1 0,1 0 0,-1 0 0,1 0 0,-1 1 0,0-1 0,-1 0 0,1 0 0,0 1 1,-1 3-1,2 68 136,-3-41 38,1-33-170,0 0-1,0 0 0,-1-1 1,1 1-1,0 0 0,-1-1 1,1 1-1,-1 0 0,1-1 1,-1 1-1,1 0 0,-1-1 1,1 1-1,-1-1 0,1 1 1,-1-1-1,0 1 0,1-1 1,-1 0-1,0 1 0,0-1 1,1 0-1,-1 1 0,0-1 1,0 0-1,1 0 0,-1 0 1,0 0-1,0 0 0,1 0 1,-3 0-1,-31 0 98,25 0-91,7 0-3,0 0 1,0 0 0,0 0-1,0 0 1,0 0 0,0-1-1,1 1 1,-1 0 0,0-1-1,0 0 1,0 1 0,0-1-1,1 0 1,-1 0 0,0 0-1,1 0 1,-1 0 0,0 0-1,1-1 1,0 1 0,-2-2-1,1 0 6,1 0 0,0 0 0,-1 0 0,1-1 0,1 1 0,-1 0 0,0-1 0,1 1 0,0 0 0,0-1 0,0-3 0,0 0-32,0 0 1,0 0-1,1 0 0,-1 0 1,4-10-1,-3 15 12,0-1 0,1 1 0,-1-1 0,1 1 0,-1-1 0,1 1 0,0 0-1,0 0 1,0 0 0,0 0 0,1 0 0,-1 0 0,0 1 0,5-3 0,-4 3 1,49-26-8,-49 26 4,0-1 1,1 1 0,-1 0-1,0 0 1,0 1-1,1-1 1,-1 1-1,0-1 1,1 1 0,-1 0-1,0 0 1,1 1-1,-1-1 1,0 1-1,5 1 1,-7-1 6,-1-1 0,1 1 0,0 0 0,-1 0 1,1 0-1,-1 0 0,1 0 0,-1 0 0,1 0 0,-1 0 0,1 0 0,-1 0 0,0 0 0,0 0 1,0 0-1,1 0 0,-1 0 0,0 0 0,-1 2 0,1 28 36,-1-19 29,1-10-46,0 1-1,0-1 0,0 0 1,-1 1-1,1-1 1,-1 1-1,0-1 0,0 1 1,0-1-1,0 0 0,0 0 1,0 1-1,0-1 0,-1 0 1,1 0-1,-1 0 1,1 0-1,-1-1 0,0 1 1,0 0-1,0-1 0,0 1 1,-4 1-1,-3 1 88,0 0-1,0-1 1,0 0-1,0 0 1,-10 1 0,-39-3 983,56-1-583,2-7-488,-1 5-20,1 0-1,0 0 0,0 0 1,0 0-1,0 0 1,0 0-1,1 0 0,-1 0 1,0 1-1,1-1 0,0 0 1,-1 0-1,1 0 1,0 0-1,0 1 0,0-1 1,0 0-1,0 1 0,0-1 1,1 1-1,-1-1 1,0 1-1,1 0 0,-1 0 1,1-1-1,0 1 1,-1 0-1,4-1 0,-5 2-86,0 0 0,1 0-1,-1 0 1,0 0 0,0 0 0,1 0-1,-1 0 1,0 0 0,0 0 0,1 0-1,-1 0 1,0 0 0,0 0 0,1 1-1,-1-1 1,0 0 0,0 0-1,0 0 1,1 0 0,-1 0 0,0 1-1,0-1 1,0 0 0,0 0 0,1 0-1,-1 1 1,0-1 0,0 0-1,0 0 1,0 0 0,0 1 0,0-1-1,0 0 1,1 0 0,-1 1 0,0-1-1,0 0 1,0 0 0,0 1-1,0-1 1,0 0 0,0 0 0,0 1-1,0-1 1,0 0 0,-1 0 0,1 1-1,0-1 1,0 0 0,0 0-1,0 1 1,-2 14-2915,-7 7-4634</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3.907"/>
    </inkml:context>
    <inkml:brush xml:id="br0">
      <inkml:brushProperty name="width" value="0.025" units="cm"/>
      <inkml:brushProperty name="height" value="0.025" units="cm"/>
    </inkml:brush>
  </inkml:definitions>
  <inkml:trace contextRef="#ctx0" brushRef="#br0">48 1 6937,'0'0'7778,"-26"0"-7706,20 0-136,6 10-304,-5 6-576,5 6-280,-5 19-377,5-7-1271,-6-3-4842</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2"/>
    </inkml:context>
    <inkml:brush xml:id="br0">
      <inkml:brushProperty name="width" value="0.025" units="cm"/>
      <inkml:brushProperty name="height" value="0.025" units="cm"/>
    </inkml:brush>
  </inkml:definitions>
  <inkml:trace contextRef="#ctx0" brushRef="#br0">1 107 3577,'0'0'9933,"21"1"-8704,66 4-110,-85-5-1044,1 1-1,-1-1 1,0 0 0,0-1 0,0 1-1,0 0 1,0-1 0,0 1 0,0-1-1,0 1 1,0-1 0,0 0-1,0 0 1,0 0 0,0 0 0,2-3-1,-3 3 19,0 0 0,0-1 0,0 1 0,0 0 0,-1-1 0,1 1 0,0-1 0,-1 1 0,0-1-1,1 0 1,-1 1 0,0-4 0,6-11 1403,-5 15-713,-1-37 548,1 13-1281,1 45-27,1 15-3,60 559 687,-46-212 64,-18-380-769,1-2-2,0 1 0,0-1 0,0 1 1,0-1-1,0 1 0,0 0 0,0-1 0,0 1 1,0-1-1,0 1 0,0-1 0,0 1 0,0-1 0,1 1 1,-1-1-1,0 1 0,0-1 0,1 1 0,-1-1 1,0 1-1,1-1 0,-1 1 0,0-1 0,1 0 0,0 1 1,0 1-59,-3-10-1191,0 2 813,0 0 1,-1 1-1,0-1 1,0 0-1,0 1 1,0 0-1,-1 0 0,0 0 1,0 0-1,-1 0 1,-5-4-1,-28-29-5088</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3"/>
    </inkml:context>
    <inkml:brush xml:id="br0">
      <inkml:brushProperty name="width" value="0.025" units="cm"/>
      <inkml:brushProperty name="height" value="0.025" units="cm"/>
    </inkml:brush>
  </inkml:definitions>
  <inkml:trace contextRef="#ctx0" brushRef="#br0">38 430 2817,'0'0'8660,"16"10"-4971,-15-7-3539,0 0-1,1-1 1,-1 1-1,1 0 1,0-1 0,0 1-1,0-1 1,0 0-1,0 0 1,1 1 0,-1-1-1,1-1 1,-1 1-1,1 0 1,0-1 0,-1 1-1,6 1 1,4 4-142,1-1 0,27 8-1,11-4 65,0-2-1,0-3 0,55-1 0,16 1-65,1022 19-86,-815-25-95,1272 1-298,-1146-27 454,-163 5 13,164-9 7,644-78 270,-396 24 406,-523 68-603,117-8-48,81-1 152,139-5-118,150-3-52,155-57-4,9 50-39,-45 29 58,-197 2 570,-399 9-558,219 3 485,-183 7 5372,-227-3-5873,0 1662 1821,-1-1671-1833,0 0 0,0-1 1,0 1-1,-1 0 0,1 0 0,-1 0 0,0 0 1,0 1-1,0-1 0,-4-3 0,1-1 1,-4-4-14,0 1 1,0 0 0,-1 1-1,0 0 1,-1 1 0,1 0-1,-2 0 1,1 1-1,-1 1 1,0 0 0,-1 0-1,1 1 1,-1 1 0,0 0-1,-19-3 1,-16 1-8,1 2-1,-1 1 1,-50 5-1,22-1 12,-193-1-63,-502 4 17,-685 4 69,867-10 5,497 1-27,-9 0 18,-133 15-1,-414 59-39,254-40 14,146-17 3,154-8 5,-153 15 0,-192 6-7,-2-29 1,189-2-1,-262 19 15,463-13-6,-465 24 0,398-29-1,-504 13-16,178 2 8,8-1 2,368-9 6,-563 50 12,260-12-3,255-38-9,27-2 0,-816 12 23,594-16-63,15 2 113,189-7-113,28 7 97,42 0 245,38 0-554,0 1 0,0 0 0,0-1 0,0 1 0,0 0 0,-1 0 0,1 0 1,0 0-1,-1 0 0,1 0 0,0 0 0,-1 0 0,1 0 0,-1 0 0,0 0 0,1 0 1,-1 0-1,0 0 0,1 0 0,-1 0 0,0 1 0,0-1 0,0 0 0,0 0 0,0 0 1,0 0-1,-1 0 0,1 3 0,0-4-230,-1 1 1,1-1-1,0 1 0,0 0 1,0-1-1,0 1 0,-1 0 0,1-1 1,0 1-1,-1-1 0,1 1 1,0-1-1,-1 1 0,1-1 1,0 1-1,-1-1 0,1 1 1,-1-1-1,0 1 0,-5 0-7695</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4"/>
    </inkml:context>
    <inkml:brush xml:id="br0">
      <inkml:brushProperty name="width" value="0.025" units="cm"/>
      <inkml:brushProperty name="height" value="0.025" units="cm"/>
    </inkml:brush>
  </inkml:definitions>
  <inkml:trace contextRef="#ctx0" brushRef="#br0">43 16 2937,'0'0'8636,"12"-14"-3460,-11 13-5116,0 1 0,0 0 0,0 0 0,0 0 0,0 0 0,0 0 0,0 0 0,0 0 0,0 0 0,0 0 0,0 0 0,0 0 0,0 1 0,0-1 0,0 0 0,0 1 0,0-1 0,0 1 0,0-1 0,-1 1 0,1-1 0,0 1 0,0 0-1,0-1 1,-1 1 0,1 0 0,0 0 0,-1 0 0,1-1 0,0 1 0,-1 0 0,0 0 0,1 0 0,-1 0 0,1 0 0,-1 0 0,0 0 0,0 0 0,1 0 0,-1 0 0,0 0 0,0 2 0,5 33 445,-1-1 0,-2 1 0,-2 45-1,-1-32-312,1-44-185,0 0 0,-1 0 0,0 1 0,0-1 0,-1 0 0,1 0 0,-1 0 0,0-1 0,-1 1 0,1 0 0,-7 7 0,3-4-510,0 0 1,0-1 0,-1 0 0,0 0 0,-11 8-1,-4-1-3831</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5"/>
    </inkml:context>
    <inkml:brush xml:id="br0">
      <inkml:brushProperty name="width" value="0.025" units="cm"/>
      <inkml:brushProperty name="height" value="0.025" units="cm"/>
    </inkml:brush>
  </inkml:definitions>
  <inkml:trace contextRef="#ctx0" brushRef="#br0">0 1 3913,'0'0'12120,"2"0"-11723,0 0 0,0 0 0,-1 0-1,1 0 1,0 0 0,-1 0 0,1 0 0,0 1 0,-1-1 0,4 1 0,-5 13-246,-1 60 1118,19 146 1,-6-153-941,3 13 151,-3 0 1,1 96 0,-13 189 732,0-223-8433,0-173-839</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6"/>
    </inkml:context>
    <inkml:brush xml:id="br0">
      <inkml:brushProperty name="width" value="0.025" units="cm"/>
      <inkml:brushProperty name="height" value="0.025" units="cm"/>
    </inkml:brush>
  </inkml:definitions>
  <inkml:trace contextRef="#ctx0" brushRef="#br0">27 54 4233,'0'0'11481,"-11"-2"-10331,11-49 1315,0 71-791,-2 147 1377,5 192-1129,12-226-1673,-7-78 0,1 66-1,-4-3-30,-5-117-224,0 35-2163,0-30 1778,-1 0 0,0-1 0,0 1 0,0-1 0,-1 1 0,1-1 0,-1 0-1,-1 0 1,1 0 0,-1 0 0,1 0 0,-2 0 0,1 0 0,-8 7 0,-6 11-4273</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7"/>
    </inkml:context>
    <inkml:brush xml:id="br0">
      <inkml:brushProperty name="width" value="0.025" units="cm"/>
      <inkml:brushProperty name="height" value="0.025" units="cm"/>
    </inkml:brush>
  </inkml:definitions>
  <inkml:trace contextRef="#ctx0" brushRef="#br0">0 1 6545,'0'0'9248,"1"14"-8417,0 1-544,-1-5-30,1 1-1,0-1 0,0 0 0,1 1 0,1-1 0,3 11 0,2 4 699,-2 0-1,-1 0 1,-1 0 0,1 30 0,-5 108-431,-1-81 297,0 18-346,3 116 171,5-161-601,3-1 0,27 89 0,-28-108-22,-6-22 7,-1 1 1,0-1-1,-1 1 1,-1 21-1,-1-20-555,2 0 0,3 27 0,-4-40-212,1 0 0,-1-1 0,1 1 0,0 0 0,-1-1 1,1 1-1,0 0 0,0-1 0,0 1 0,0-1 1,2 2-1,6-1-11259</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8"/>
    </inkml:context>
    <inkml:brush xml:id="br0">
      <inkml:brushProperty name="width" value="0.025" units="cm"/>
      <inkml:brushProperty name="height" value="0.025" units="cm"/>
    </inkml:brush>
  </inkml:definitions>
  <inkml:trace contextRef="#ctx0" brushRef="#br0">108 92 5433,'0'0'7666,"0"14"-4686,-1-29-2906,1 8-120,-1 1 0,1-1 0,0 1 0,1-1 0,-1 1 0,1 0 0,1-1-1,-1 1 1,1 0 0,0 0 0,0-1 0,5-6 2473,-9 23-1548,1 1 1,1 0 0,-1-1 0,3 19 0,0 3 215,15 300 3519,-8-226-4355,-1 465 1296,-10-347-1112,2-13-1345,-6-211-21,-81 0-4880,25 0-918</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9"/>
    </inkml:context>
    <inkml:brush xml:id="br0">
      <inkml:brushProperty name="width" value="0.025" units="cm"/>
      <inkml:brushProperty name="height" value="0.025" units="cm"/>
    </inkml:brush>
  </inkml:definitions>
  <inkml:trace contextRef="#ctx0" brushRef="#br0">391 735 5521,'0'0'7015,"-23"1"-6611,-74 10-58,91-10-291,1 1 1,0 0 0,-1 0 0,1 0-1,0 1 1,1 0 0,-1 0 0,0 0-1,1 0 1,0 1 0,0 0 0,0 0 0,0 0-1,0 0 1,1 0 0,0 1 0,0 0-1,0-1 1,-3 9 0,1-5 27,-13 19 261,13-21-87,1-1 1,0 1-1,0 0 0,0 1 0,1-1 0,0 1 0,0-1 0,-3 15 4573,1-22-4769,1 0-1,0 1 1,0-1-1,-1 1 1,1 0-1,0 0 0,0 0 1,-7 2-1,-10-1 7,19-1-66,0 0-1,0 0 0,0 0 1,0 0-1,0 0 1,0 0-1,0 1 0,0-1 1,0 1-1,0 0 1,0-1-1,0 1 0,0 0 1,0 0-1,0 0 1,0 0-1,1 1 0,-1-1 1,0 0-1,1 1 1,0-1-1,-1 1 0,1 0 1,0-1-1,-1 1 1,1 0-1,-1 3 0,0 2-2,0 0 0,1 0 0,0 0 0,0 1 0,0-1-1,2 12 1,-1-15 3,0-3-1,0-1 0,0 1 0,1-1 0,-1 1 0,0-1 0,0 1-1,1-1 1,-1 1 0,1-1 0,-1 1 0,0-1 0,1 1 0,-1-1 0,1 0-1,-1 1 1,1-1 0,0 0 0,-1 1 0,1-1 0,-1 0 0,1 0-1,-1 1 1,1-1 0,0 0 0,-1 0 0,1 0 0,-1 0 0,1 0 0,1 0-1,23 1-1,-21-1 3,20 0 2,-16 1-1,1 0-1,-1-1 1,1 0-1,-1-1 1,1 0 0,-1 0-1,0-1 1,0 0 0,1 0-1,-1-1 1,13-6 0,0-7-22,-1 0 0,-1-1 1,32-38-1,-6 6-51,-10 15-11,113-125-781,-133 140 744,0 0 0,-2-1 0,0-1 0,-2 0 1,0-1-1,14-43 0,-18 34 106,-3 0-1,0 0 1,-2 0 0,-2 0 0,-2-33 0,0-9 10,2-114 473,0 186 479,-16 19-475,4-7-414,-4 10 19,0 1 0,2 1-1,1 0 1,0 1 0,2 0 0,0 1 0,2 0 0,1 0 0,1 1 0,-5 37 0,2 24 151,1 160 0,9-238-229,1 20 20,7 51-1,-6-67-17,1 0 0,0 0 0,1 0 0,0-1 1,1 0-1,8 15 0,-12-25-20,1 0 1,-1-1-1,1 1 0,-1 0 0,1-1 1,0 1-1,0-1 0,-1 1 0,1-1 1,0 0-1,0 0 0,0 1 0,0-2 1,1 1-1,-1 0 0,0 0 0,0-1 1,4 1-1,43 0-711,-30-2 351,-9 0 34,0 0 0,0-2-1,0 1 1,0-1 0,-1 0-1,1-1 1,-1 0 0,0-1 0,0 1-1,0-2 1,-1 1 0,13-12 0,9-4-1647,20-13-2834</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0"/>
    </inkml:context>
    <inkml:brush xml:id="br0">
      <inkml:brushProperty name="width" value="0.025" units="cm"/>
      <inkml:brushProperty name="height" value="0.025" units="cm"/>
    </inkml:brush>
  </inkml:definitions>
  <inkml:trace contextRef="#ctx0" brushRef="#br0">338 8 3977,'0'0'17744,"-13"-1"-16902,-4-2-624,10 2-145,-1 0 1,1 0 0,-1 0 0,0 1 0,1 0-1,-1 1 1,1 0 0,-1 0 0,-8 2-1,6 2 3,-1-1 0,1 1 0,0 1-1,1 0 1,-1 0 0,1 1-1,0 0 1,-13 14 0,2-1 20,1 2 0,-21 31 0,34-45-92,1 0 1,0 1 0,1-1-1,-1 1 1,1 0-1,1 1 1,0-1-1,1 1 1,-1-1-1,2 1 1,-1 0-1,1 0 1,1 0-1,0 10 1,0-18-8,0-1 0,1 0 1,-1 1-1,0-1 0,0 1 0,1-1 1,-1 1-1,1-1 0,-1 0 0,1 1 0,0-1 1,-1 0-1,1 0 0,0 0 0,0 1 1,0-1-1,0 0 0,0 0 0,0 0 1,0 0-1,2 1 0,1 0-33,-1 0 0,1-1-1,-1 1 1,1-1 0,0 0 0,-1 0 0,1 0-1,5 0 1,2 0-84,1-1 0,-1 0-1,1 0 1,-1-2 0,12-1 0,-16 0 68,0 0 1,0 0-1,0 0 0,0-1 1,-1 0-1,1 0 1,-1 0-1,0-1 0,0 0 1,9-11-1,-4 4-30,-1 0 0,-1-1-1,0 0 1,10-20 0,-8 11 1050,-11 203-2950,0-181 1848,-1 1-1,1-1 1,0 1 0,0 0-1,0-1 1,0 1-1,0 0 1,0-1 0,0 1-1,0-1 1,1 1-1,-1 0 1,0-1-1,0 1 1,0-1 0,1 1-1,-1-1 1,0 1-1,0-1 1,1 1 0,-1-1-1,0 1 1,1-1-1,-1 1 1,1-1 0,-1 1-1,1-1 1,-1 0-1,1 1 1,-1-1-1,1 0 1,-1 1 0,1-1-1,-1 0 1,1 0-1,0 1 1,-1-1 0,1 0-1,-1 0 1,1 0-1,0 0 1,-1 0 0,1 0-1,0 0 1,-1 0-1,1 0 1,-1 0-1,1-1 1,0 1 0,0 0-1,7 0-1746,8 0-3861</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1"/>
    </inkml:context>
    <inkml:brush xml:id="br0">
      <inkml:brushProperty name="width" value="0.025" units="cm"/>
      <inkml:brushProperty name="height" value="0.025" units="cm"/>
    </inkml:brush>
  </inkml:definitions>
  <inkml:trace contextRef="#ctx0" brushRef="#br0">172 0 8194,'0'0'13672,"2"32"-12832,0-9-662,10 196 1155,-11-103-596,-3 135 248,0-230-993,-2-1 0,0 1 0,-1 0 0,-1-1 0,0 0 0,-2-1 0,-10 20 0,17-37-116,-1 1-1,0-1 1,1 0 0,-1 0-1,0 1 1,0-1 0,-1 0-1,1-1 1,0 1 0,-1 0-1,-2 1 1,4-2-95,-1-1 0,1 1 0,0-1 0,0 1 0,-1-1 0,1 1 1,-1-1-1,1 1 0,0-1 0,-1 0 0,1 0 0,-1 0 0,1 0 0,0 0 0,-1 0 0,1 0 0,-1-1 0,1 1 1,0 0-1,-1-1 0,1 1 0,0-1 0,-1 1 0,1-1 0,0 0 0,0 0 0,-2 0 0,-5-10-1584,-1 0-1,1-1 0,1 1 1,-7-15-1,-7-15-4494</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2"/>
    </inkml:context>
    <inkml:brush xml:id="br0">
      <inkml:brushProperty name="width" value="0.025" units="cm"/>
      <inkml:brushProperty name="height" value="0.025" units="cm"/>
    </inkml:brush>
  </inkml:definitions>
  <inkml:trace contextRef="#ctx0" brushRef="#br0">0 163 5705,'0'0'10186,"46"-10"-9145,150-31-167,-83 18-196,-57 13-120,55-19-1,23-17 456,-133 45-959,-1 1-1,1 0 1,-1-1-1,1 1 1,0 0-1,-1 0 0,1-1 1,0 1-1,-1 0 1,1 0-1,0 0 0,-1 0 1,1 0-1,0 0 1,-1 0-1,1 0 1,0 0-1,-1 0 0,1 0 1,0 1-1,-1-1 1,1 0-1,-1 0 1,1 1-1,0-1 0,-1 0 1,1 1-1,-1-1 1,1 1-1,-1-1 0,1 1 1,-1-1-1,1 1 1,-1-1-1,1 1 1,-1-1-1,0 1 0,1-1 1,-1 1-1,0 0 1,0-1-1,1 1 1,-1-1-1,0 1 0,0 0 1,0 1-1,0 1 15,0 0 0,-1 0 0,1 0 0,-1 0 0,1 0 1,-1 0-1,0 0 0,-1-1 0,1 1 0,-3 4 0,-21 32 42,-48 57 1,43-60-100,-45 74 0,67-97-29,1 0 1,1 0-1,1 1 1,0 0-1,0 1 1,1-1-1,1 1 1,1-1-1,-2 31 1,3-27-44,1-14 50,0 0-1,-1 0 0,1 0 0,1 0 0,-1 0 0,2 8 0,-1-11 11,0 0 0,-1-1 0,1 1 1,0 0-1,0 0 0,0-1 0,0 1 1,0-1-1,-1 1 0,1-1 0,0 1 1,0-1-1,0 0 0,1 1 0,-1-1 1,0 0-1,0 0 0,0 0 0,0 0 1,0 0-1,0 0 0,2 0 0,30-2-31,-30 1 27,3 0 5,-1 0 0,1-1 0,-1 0 0,0-1-1,1 1 1,-1-1 0,0 0 0,0 0 0,-1-1 0,1 1 0,-1-1 0,1 0 0,-1 0-1,0-1 1,-1 1 0,4-6 0,9-12 3,-2-1 1,12-25-1,-24 45-3,17-36 74,-1 0 1,-2-2-1,15-58 0,-28 83 1688,-4 39-1016,0 72-555,3 120-110,-2-210-221,1 0 0,0-1 0,0 1 0,0 0 1,0-1-1,1 1 0,0-1 0,0 1 0,0-1 0,0 0 1,1 0-1,0 0 0,5 7 0,-1-3-1426</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3"/>
    </inkml:context>
    <inkml:brush xml:id="br0">
      <inkml:brushProperty name="width" value="0.025" units="cm"/>
      <inkml:brushProperty name="height" value="0.025" units="cm"/>
    </inkml:brush>
  </inkml:definitions>
  <inkml:trace contextRef="#ctx0" brushRef="#br0">38 46 7890,'0'0'12314,"9"-11"-11429,-3 5-728,-3 2-74,0 0 0,1 1 0,-1-1 0,1 1 0,8-6 0,-12 9-70,1 0 0,-1 0-1,0-1 1,1 1 0,-1 0 0,1 0 0,-1 0 0,0 0 0,1 0 0,-1 0 0,1 0 0,-1 0 0,1 0-1,-1 0 1,1 0 0,-1 0 0,0 0 0,1 0 0,-1 0 0,1 0 0,-1 0 0,1 0 0,-1 1 0,0-1-1,1 0 1,-1 0 0,1 0 0,-1 1 0,1 1 28,0-1 1,0 0-1,0 1 1,-1-1-1,1 1 1,-1-1-1,1 1 1,-1 0-1,1-1 0,-1 1 1,0-1-1,0 1 1,0 1-1,0 370 2601,-3-324-2587,-2-1-1,-14 57 1,-32 92-1367,45-175 858,5-16-123,1-5 408,0-1 0,0 1 0,0 0 0,0 0 0,-1-1 0,1 1 0,0 0 0,0-1 1,0 1-1,-1 0 0,1 0 0,0-1 0,-1 1 0,1-1 0,-1 1 0,1 0 0,-1-1 0,1 1 0,-1-1 0,1 1 0,-1-1 0,1 1 0,-1-1 0,-1 1 0,-4-15-10918</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4"/>
    </inkml:context>
    <inkml:brush xml:id="br0">
      <inkml:brushProperty name="width" value="0.025" units="cm"/>
      <inkml:brushProperty name="height" value="0.025" units="cm"/>
    </inkml:brush>
  </inkml:definitions>
  <inkml:trace contextRef="#ctx0" brushRef="#br0">35 123 8130,'0'0'7988,"22"-14"-7281,71-38 41,-89 49-669,-1 1-1,0 1 0,1-1 1,-1 0-1,1 1 1,-1 0-1,1 0 1,0 0-1,-1 0 1,1 0-1,0 1 1,0 0-1,-1 0 0,1 0 1,0 0-1,0 0 1,-1 1-1,6 1 1,0 0 134,54 14 887,-37-8-737,0-2 0,27 3 0,181-2 582,-159-8-810,49-4 0,-1-7 0,145-31 0,-228 35-105,18-1 129,0 2 0,86 0 0,-144 7-134,1 0-1,0 1 1,0-1-1,-1 0 1,1 1-1,0-1 1,-1 1-1,1-1 1,0 1-1,-1-1 1,1 1-1,-1-1 1,1 1-1,-1-1 1,1 1-1,-1 0 1,1-1-1,-1 1 0,0 0 1,1 0-1,-1-1 1,0 1-1,0 0 1,1 0-1,-1-1 1,0 1-1,0 0 1,0 0-1,0-1 1,0 1-1,0 1 1,0 36 440,-1-25-260,1-1-83,0 35 295,-11 91 0,-1-49-232,-3 108-1,15 92-105,1-144-36,-1 288 6,0-432 65,0-26 150,-1 12-257,-1 0 1,0 0 0,0 0-1,-2 0 1,1 1-1,-1-1 1,-1 1 0,-1 0-1,1 0 1,-2 1-1,0 0 1,0 0 0,-1 0-1,0 1 1,-12-12-1,5 8-13,0 0 0,-1 0 0,0 2 0,-1 0 0,0 1-1,-1 1 1,0 0 0,0 1 0,-29-8 0,14 8-14,0 1 1,0 2 0,-42-2 0,-105 4-31,134 4 42,-40 2-16,1 3 0,0 5-1,0 3 1,1 3 0,-128 44 0,165-44 20,14-6-2,2 1-1,-32 16 1,63-26 3,0-1 1,0 0-1,0 0 1,1 0-1,-1 0 0,0 0 1,0 0-1,0 0 1,0 0-1,0 1 1,1-1-1,-1 0 0,0 0 1,0 0-1,0 0 1,0 0-1,0 1 0,0-1 1,0 0-1,0 0 1,0 0-1,1 0 0,-1 1 1,0-1-1,0 0 1,0 0-1,0 0 0,0 1 1,0-1-1,0 0 1,0 0-1,0 0 0,0 0 1,-1 1-1,1-1 1,0 0-1,0 0 1,0 0-1,0 0 0,0 1 1,0-1-1,0 0 1,0 0-1,0 0 0,0 0 1,-1 0-1,1 1 1,0-1-1,0 0 0,24 0 33,-19 0-27,33-1 202,-1-1 0,0-2 0,40-10 0,-101 7-9292,12-3 2983</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5"/>
    </inkml:context>
    <inkml:brush xml:id="br0">
      <inkml:brushProperty name="width" value="0.025" units="cm"/>
      <inkml:brushProperty name="height" value="0.025" units="cm"/>
    </inkml:brush>
  </inkml:definitions>
  <inkml:trace contextRef="#ctx0" brushRef="#br0">29 1750 2801,'0'0'9412,"-4"6"-8191,-14 20 44,17-25-1014,0 0 0,1 0 1,-1 1-1,0-1 0,1 0 0,-1 0 0,1 0 0,-1 0 0,1 0 1,0 1-1,0-1 0,-1 0 0,1 0 0,0 1 0,0-1 0,0 0 1,1 2-1,-1-2-162,0-1 0,1 1 0,-1 0 0,0-1 0,1 1 1,-1-1-1,1 1 0,-1 0 0,1-1 0,-1 1 0,1-1 1,0 0-1,-1 1 0,1-1 0,0 1 0,-1-1 0,1 0 1,0 0-1,-1 1 0,1-1 0,1 0 0,4 1-12,1 0 1,-1-1-1,1 0 0,0 0 1,7-2-1,-1 2 293,578-23 821,-148 13-1184,-414 12-8,0 1 0,0 2 0,-1 1 0,0 1 0,0 1 0,43 19 0,-18-1-2,0 2 0,58 42 0,-63-33-1,-37-28 70,1 1 1,0-2 0,0 1 0,17 7-1,-28-15-12,0-1 1,0 1-1,0 0 0,0-1 0,-1 1 0,1-1 0,0 1 0,1-1 0,-1 0 0,0 1 0,0-1 0,0 0 1,0 0-1,0 0 0,0 0 0,0 0 0,0 0 0,0 0 0,0 0 0,1 0 0,-1-1 0,0 1 0,0 0 1,0-1-1,0 1 0,0 0 0,0-1 0,0 0 0,0 1 0,-1-1 0,1 1 0,0-1 0,0 0 0,0 0 1,-1 1-1,1-1 0,0 0 0,-1 0 0,1 0 0,0 0 0,-1 0 0,1 0 0,0-2 0,0-4 195,0 0 0,0 0 0,0 0 0,-1 0 0,-1-12 0,1 4-555,0-1500 498,10 1284-217,1 7 222,-11 222-116,0 5-295,0 7 208,1 0 0,0 0 1,1-1-1,0 1 0,1 0 0,0-1 1,0 0-1,1 1 0,0-2 1,0 1-1,1 0 0,0-1 1,1 0-1,0 0 0,9 10 1,-7-9 6,1 1 0,0-1 0,0 0 0,1-1 0,0 0 0,1-1 0,0 0 1,0 0-1,0-1 0,24 9 0,67 16-128,2-4 0,1-5 1,1-4-1,204 7 0,402-20-604,-468-6-79,-207 0 804,0-3-1,47-9 1,-16 1 6,-32 11 19,-35 1 194,32 0 403,7-5-325,-40 5-309,1 0 0,-1 0 0,0 0 1,0 0-1,0 0 0,0-1 0,0 1 0,0 0 1,0 0-1,1 0 0,-1 0 0,0-1 0,0 1 0,0 0 1,0 0-1,0 0 0,0-1 0,0 1 0,0 0 1,0 0-1,0 0 0,0-1 0,0 1 0,0 0 0,0 0 1,0 0-1,0-1 0,0 1 0,0 0 0,-1 0 1,1 0-1,0 0 0,0-1 0,0 1 0,0 0 0,0 0 1,0 0-1,0 0 0,-1 0 0,1-1 0,0 1 1,0 0-1,0 0 0,0 0 0,-1 0 0,1 0 0,0 0 1,0 0-1,0 0 0,0 0 0,-1-1 0,1 1 0,0 0 1,0 0-1,0 0 0,-1 0 0,1 0 0,0 0 1,0 0-1,0 0 0,-1 1 0,1-1 0,0 0 0,0 0 1,0 0-1,-1 0 0,1 0 0,0 0 0,-55 0-9309,42 0 2343</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6"/>
    </inkml:context>
    <inkml:brush xml:id="br0">
      <inkml:brushProperty name="width" value="0.025" units="cm"/>
      <inkml:brushProperty name="height" value="0.025" units="cm"/>
    </inkml:brush>
  </inkml:definitions>
  <inkml:trace contextRef="#ctx0" brushRef="#br0">56 1 7666,'0'0'12962,"0"8"-11344,-6 551 2140,3-620-3726,-3 0 0,-18-76 0,15 91-29,5 7 27,1 1 0,3-67 0,1 42 320,-1 62-207,3 2-135,1 1 1,-1-1 0,0 0-1,0 1 1,0 0 0,0-1 0,-1 1-1,1 0 1,0 0 0,-1 1-1,0-1 1,1 1 0,-1-1-1,0 1 1,0 0 0,2 3-1,13 15 11,-3-9 14,0-1-1,0 0 0,1 0 0,0-2 0,1 0 0,0-1 0,1 0 0,-1-1 0,1-1 0,1-1 1,-1 0-1,1-1 0,32 2 0,-3 0 29,-14-3-39,0 1 0,-1 2 0,1 1 0,40 16 0,-55-17 16,-1-1 0,1-1 0,-1-1 1,20 2-1,10 2 153,-16 2 457,-35-6 47,-17-2-527,7-1-157,0-1-7,1 1-1,-1 1 0,1 0 0,0 1 1,-18 5-1,-242 63-275,163-43 109,74-18 101,-68 29-1,103-38 57,0 1 0,0-1 0,0 0 0,0 1 0,1-1 0,-1 1 0,0-1 0,0 1 0,0 0 0,0-1 0,1 1 0,-1 0 0,0 0 0,0-1 0,1 1 0,-1 0 0,1 0 0,-1 0 0,1 0 0,-1 0 0,0 1 0,1-1 902,-16-1-272,12 0-3702</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7"/>
    </inkml:context>
    <inkml:brush xml:id="br0">
      <inkml:brushProperty name="width" value="0.025" units="cm"/>
      <inkml:brushProperty name="height" value="0.025" units="cm"/>
    </inkml:brush>
  </inkml:definitions>
  <inkml:trace contextRef="#ctx0" brushRef="#br0">177 37 5473,'0'0'10574,"-3"3"-9880,-32 27 3128,18-17-3464,0 2 0,-18 21-1,29-29-365,1 0-1,1 0 0,-1 0 0,1 0 1,0 1-1,1-1 0,0 1 0,0 0 0,-3 15 1,3 0 13,1 0 0,2 27 0,0-38-6,0-9 1,1-1 1,0 1-1,0 0 0,0-1 0,0 1 0,0-1 0,0 1 0,1-1 0,-1 0 1,1 1-1,0-1 0,0 0 0,-1 0 0,1 0 0,1 0 0,-1-1 0,0 1 1,0-1-1,1 1 0,-1-1 0,1 0 0,-1 1 0,1-1 0,-1-1 0,4 2 1,7 2 6,0 0 1,0-1-1,26 4 1,-27-5-7,1-1 0,0-1 1,-1 0-1,1 0 1,-1-1-1,17-4 1,-23 3-2,-1 0 0,0 0 1,0 0-1,0-1 0,0 1 1,0-1-1,-1-1 0,1 1 1,-1 0-1,0-1 1,0 0-1,0 0 0,-1-1 1,1 1-1,-1 0 0,4-8 1,-2 2 30,1 0 0,-2-1 0,0 0 0,0 0 0,-1 0 0,0 0 0,2-18 0,-2-6 178,-2-40 1,-1 51-144,0 21-19,0 0-1,0 0 1,-1 0-1,1 0 1,-1 0-1,0 0 1,1 0-1,-1 0 1,-1 1-1,1-1 1,0 0-1,-1 1 1,1-1-1,-1 1 1,0-1-1,0 1 1,-3-4-1,0 3-2,1-1-1,-1 1 0,0 0 0,0 0 0,0 1 0,0 0 0,0-1 0,-11-1 1,-5-1 137,0 2 0,-1 1 0,-40 0 0,40 1 12,17 0-185,-1 0 0,1 1 0,0-1-1,-1 1 1,1 1 0,0-1 0,-1 1 0,1 0-1,0 0 1,0 0 0,0 1 0,-6 2 0,-21 16-2534,11-11-3019,4-7-5326</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8"/>
    </inkml:context>
    <inkml:brush xml:id="br0">
      <inkml:brushProperty name="width" value="0.025" units="cm"/>
      <inkml:brushProperty name="height" value="0.025" units="cm"/>
    </inkml:brush>
  </inkml:definitions>
  <inkml:trace contextRef="#ctx0" brushRef="#br0">0 1 9026,'0'0'10892,"3"2"-10168,0 1-565,-1 0-1,0 0 1,1 1 0,-1-1 0,0 1-1,-1-1 1,1 1 0,-1 0 0,1 0 0,-1-1-1,0 1 1,-1 0 0,1 0 0,0 5-1,0 68 499,-1-24-319,6 39-40,18 154 595,-23-240-1323,0 9 943,-13-9-17027</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9"/>
    </inkml:context>
    <inkml:brush xml:id="br0">
      <inkml:brushProperty name="width" value="0.025" units="cm"/>
      <inkml:brushProperty name="height" value="0.025" units="cm"/>
    </inkml:brush>
  </inkml:definitions>
  <inkml:trace contextRef="#ctx0" brushRef="#br0">0 5 3977,'0'0'16402,"12"0"-15447,210-5-692,-221 5-263,1 1 0,-1-1 0,1 1 0,-1-1 0,1 1 0,-1-1 0,1 1 0,-1 0 0,0 0 0,1 0 0,-1 0 0,0 0 0,0 0 0,0 0 0,0 0 0,0 0 1,0 0-1,0 1 0,0-1 0,0 0 0,0 1 0,-1-1 0,1 1 0,-1-1 0,1 1 0,-1-1 0,1 1 0,-1-1 0,0 1 0,0 3 0,2 7 2,-1 1-1,0 22 1,-1-25 0,0-3-3,0 9 31,0-1 0,-2 0 0,-2 17 0,3-27-9,-1 0 0,1 1 0,-1-2 0,0 1 0,-1 0 0,1 0 0,-1-1 0,0 1 0,0-1 0,0 0 0,-1 0 0,-4 4 0,-19 15 348,-44 29 1,31-24-26,39-28-337,-1 1 0,1-1 0,0 1 0,0-1 0,1 1 0,-1-1 0,0 1 0,0 0 0,0 0 0,0 0 0,0-1 0,1 1 0,-1 0 0,0 0 0,1 0 0,-1 0 0,1 0 0,-1 0 0,1 0 0,0 0 0,-1 0 0,1 1 0,0-1 1,0 0-1,-1 0 0,1 0 0,0 0 0,0 0 0,0 1 0,0-1 0,1 0 0,-1 0 0,0 0 0,0 0 0,1 2 0,1-2-1,-1 1-1,1-1 1,0 1 0,-1-1-1,1 0 1,0 0 0,0 1-1,-1-1 1,1-1 0,0 1 0,0 0-1,0 0 1,0-1 0,0 1-1,0-1 1,0 0 0,1 1-1,1-1 1,181 2 607,-89-3-416,-96 1-270,11 0-11182</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0"/>
    </inkml:context>
    <inkml:brush xml:id="br0">
      <inkml:brushProperty name="width" value="0.025" units="cm"/>
      <inkml:brushProperty name="height" value="0.025" units="cm"/>
    </inkml:brush>
  </inkml:definitions>
  <inkml:trace contextRef="#ctx0" brushRef="#br0">28 1 7402,'0'0'11153,"-2"3"-10505,2-3-619,-1 0 0,1 1 0,0-1 0,0 0 1,0 1-1,0-1 0,0 0 0,0 1 0,0-1 1,0 0-1,0 1 0,0-1 0,0 0 0,0 1 0,0-1 1,0 1-1,0-1 0,0 0 0,0 1 0,0-1 1,0 0-1,0 1 0,0-1 0,1 0 0,-1 1 0,0-1 1,0 0-1,0 1 0,1-1 0,-1 0 0,0 0 0,1 1 1,-1-1-1,0 0 0,19 10 510,40 6-231,-24-7-121,-18-4-172,0 1 1,-1 0-1,0 1 0,0 1 1,0 0-1,-1 1 0,14 12 1,-25-17 13,-1 1 1,-1-1 0,1 1-1,-1-1 1,0 1 0,0 0-1,0 0 1,-1 0 0,1 0 0,-1 0-1,0 1 1,-1-1 0,1 0-1,-1 0 1,0 1 0,-1-1 0,1 0-1,-1 1 1,0-1 0,0 0-1,-3 6 1,-1-4 79,-1 0 1,0-1-1,0 0 1,0 1-1,-1-2 1,0 1-1,0-1 0,-11 5 1,-26 22 241,43-31-370,1-1 0,-1 1 0,1-1-1,-1 1 1,1 0 0,-1-1 0,1 1-1,-1-1 1,1 1 0,0 0 0,-1 0-1,1-1 1,0 1 0,0 0 0,-1 0-1,1-1 1,0 1 0,0 0 0,0 0 0,0-1-1,0 1 1,0 0 0,0 0 0,0-1-1,0 1 1,1 0 0,-1 0 0,0-1-1,0 1 1,1 0 0,-1 0 0,0-1-1,1 1 1,-1 0 0,1-1 0,-1 1-1,1-1 1,-1 1 0,1 0 0,-1-1-1,1 1 1,0-1 0,-1 0 0,1 1-1,0-1 1,-1 1 0,1-1 0,0 0 0,-1 0-1,1 1 1,1-1 0,1 2 24,8 6-66,-1 1-1,0 0 0,0 1 0,-1 0 0,0 0 1,10 16-1,-16-22 88,0 0-1,0 1 1,-1-1 0,0 1 0,0-1 0,0 1 0,0 0 0,0 0 0,-1 0-1,0 0 1,0 0 0,-1 0 0,1 0 0,-1 0 0,0 0 0,0 0 0,-1 1 0,0-1-1,0 0 1,-2 8 0,0-9 64,1 0 0,-1 0 0,0 0 0,0 0 0,0-1 0,0 1 0,-1-1 0,1 0 0,-1 0 0,-6 4 0,-46 24 688,44-25-557,-6 3 99,-59 27 939,67-32-1127,1-1 1,-1 0-1,1-1 0,-1 0 1,0 0-1,-13 0 0,22-2-144,1 0 0,0 0-1,0 0 1,0 0-1,-1 0 1,1 0-1,0 0 1,0 0 0,0 0-1,-1 0 1,1 0-1,0 0 1,0 0-1,0 0 1,-1 1 0,1-1-1,0 0 1,0 0-1,0 0 1,0 0 0,-1 0-1,1 0 1,0 1-1,0-1 1,0 0-1,0 0 1,0 0 0,-1 0-1,1 1 1,0-1-1,0 0 1,0 0-1,0 0 1,0 1 0,0-1-1,0 0 1,0 0-1,0 0 1,0 1-1,0-1 1,0 0 0,0 0-1,0 0 1,0 1-1,0-1 1,0 0 0,0 0-1,0 0 1,0 1-1,0-1 1,0 0-1,0 0 1,1 1 0,-3 7-6263,-2-7-677</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1"/>
    </inkml:context>
    <inkml:brush xml:id="br0">
      <inkml:brushProperty name="width" value="0.025" units="cm"/>
      <inkml:brushProperty name="height" value="0.025" units="cm"/>
    </inkml:brush>
  </inkml:definitions>
  <inkml:trace contextRef="#ctx0" brushRef="#br0">0 0 6905,'0'0'13023,"0"21"-11602,2-5-1234,-1 0 0,2 0 0,0 0 1,7 19-1,-5-19-124,-1 1 1,0-1-1,-2 1 1,2 21-1,-5-25 10,-1 3-80,4-14 245,2-9 325,5-13-560,2 0-1,1 1 1,0 0-1,1 1 1,1 1-1,1 0 1,1 0-1,0 2 1,1 0 0,0 1-1,36-22 1,-47 34-5,0 0 1,-1 0-1,1 0 1,0 1 0,0 0-1,0 0 1,0 1-1,0-1 1,10 2 0,-4-1 0,-11 1 9,1-1 0,0 1 0,0 0 0,-1-1 0,1 1-1,0 0 1,-1 0 0,1 0 0,-1 1 0,0-1 0,1 0 0,-1 1 0,0-1 0,1 0-1,-1 1 1,0-1 0,0 1 0,0 0 0,-1-1 0,1 1 0,0 0 0,-1 0 0,1-1 0,-1 1-1,1 4 1,10 52 430,-10 54 1342,-2-64-1324,1-46-457</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2"/>
    </inkml:context>
    <inkml:brush xml:id="br0">
      <inkml:brushProperty name="width" value="0.025" units="cm"/>
      <inkml:brushProperty name="height" value="0.025" units="cm"/>
    </inkml:brush>
  </inkml:definitions>
  <inkml:trace contextRef="#ctx0" brushRef="#br0">1 3 3809,'0'0'15387,"9"0"-14667,21-1-198,-2 0-59,-1 1-1,0 1 0,0 1 1,33 7-1,-47-7-921,-1 0 0,1 0 0,-1-1 0,1-1 0,18-2-1,3 1-6200,-12 1-2586</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3"/>
    </inkml:context>
    <inkml:brush xml:id="br0">
      <inkml:brushProperty name="width" value="0.025" units="cm"/>
      <inkml:brushProperty name="height" value="0.025" units="cm"/>
    </inkml:brush>
  </inkml:definitions>
  <inkml:trace contextRef="#ctx0" brushRef="#br0">0 0 3625,'0'0'16791,"2"6"-15645,6 31 238,-1 1-1,2 55 1,-2-21-909,3 204 408,-10-273-877,0 0 1,0 1-1,0-1 0,1 1 1,-1-1-1,1 1 0,0-1 1,0 0-1,0 1 0,2 3 1,-2-6 6,0 0 0,0 1 0,0-1 1,0 0-1,1 0 0,-1 0 0,0 0 0,1 0 1,-1 0-1,1-1 0,-1 1 0,1 0 0,-1-1 1,1 1-1,-1-1 0,1 0 0,-1 1 1,1-1-1,0 0 0,-1 0 0,1 0 0,2 0 1,-3-1-13,1 1 0,-1-1 0,0 0 0,0 0 1,1 0-1,-1 1 0,0-1 0,0 0 0,0 0 1,0-1-1,0 1 0,0 0 0,0 0 0,-1 0 1,1-1-1,0 1 0,-1 0 0,1-1 0,-1 1 1,1 0-1,-1-1 0,0 1 0,1-1 1,-1-1-1,6-35-2004,-10 24-1242,-14 4-2923</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4"/>
    </inkml:context>
    <inkml:brush xml:id="br0">
      <inkml:brushProperty name="width" value="0.025" units="cm"/>
      <inkml:brushProperty name="height" value="0.025" units="cm"/>
    </inkml:brush>
  </inkml:definitions>
  <inkml:trace contextRef="#ctx0" brushRef="#br0">231 152 1344,'0'0'4367,"-13"-6"-3586,-40-19 66,51 24-725,1 0-1,0 0 1,0 0 0,0 0 0,0 0 0,0 0-1,0 0 1,0 0 0,0 0 0,0 0 0,0-1-1,1 1 1,-1 0 0,0-1 0,1 1 0,-1-1-1,1 1 1,0-1 0,-1 1 0,1-1 0,0 1-1,0-1 1,0 1 0,0 0 0,0-1 0,0 1-1,1-1 1,-1 1 0,1-4 0,0-2 410,0-1 26,-1 5-268,0 1 0,0-1 0,0 1 1,0-1-1,0 1 0,0-1 0,0 1 0,-1 0 1,1-1-1,-1 1 0,0 0 0,-1-4 0,-42-19 5092,43 24-5364,1 1 0,-1 0 1,0-1-1,0 1 1,0 0-1,0-1 1,0 1-1,0 0 0,0 0 1,0 0-1,1 0 1,-1 0-1,0 0 1,0 0-1,0 0 1,0 0-1,0 0 0,0 1 1,0-1-1,0 0 1,1 1-1,-1-1 1,0 0-1,0 1 0,0-1 1,0 1-1,1 0 1,-1-1-1,0 1 1,1-1-1,-1 1 0,0 0 1,1 0-1,-2 1 1,-10 31 186,11-25-173,-17 59 102,4 1 0,3 1 0,3 0 0,1 99 0,6-121-92,1 23 120,2 0 1,12 74-1,-4-67 455,2 157 0,-11-211-502,2 1 0,0 0-1,10 34 1,0 2 669,-9-47-653,0 0 1,1-1-1,11 23 1,2 5-2,21 43 1093,-31-71 76,-3-8-3797</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5"/>
    </inkml:context>
    <inkml:brush xml:id="br0">
      <inkml:brushProperty name="width" value="0.025" units="cm"/>
      <inkml:brushProperty name="height" value="0.025" units="cm"/>
    </inkml:brush>
  </inkml:definitions>
  <inkml:trace contextRef="#ctx0" brushRef="#br0">8 86 7274,'0'0'10662,"0"0"-10610,0 0 0,-1 0-1,1 0 1,0 0 0,0 0 0,-1 0 0,1 0 0,0 0-1,0 0 1,-1 0 0,1 0 0,0 0 0,0 0 0,0 1-1,-1-1 1,1 0 0,0 0 0,0 0 0,0 0 0,0 0-1,-1 1 1,1-1 0,0 0 0,0 0 0,0 0 0,0 1-1,0-1 1,0 0 0,0 0 0,-1 1 0,1-1 0,0 0-1,0 0 1,0 0 0,0 1 0,0-1 0,0 0 0,0 0-1,0 1 1,0-1 0,0 0 0,0 0 0,0 1 0,1-1-1,-1 0 1,-1 50 739,0-19-653,1 0 0,1 0-1,9 52 1,-7-71-130,-1-1-1,-1 1 1,0-1 0,-1 13 0,0-18 8,0-5 244,0-5-123,0-4-95,-1-9-37,1 0-1,1 0 1,1 0 0,0 0-1,1 0 1,7-19 0,2 7-19,1 0 0,2 1 1,0 1-1,2 0 0,1 1 0,28-30 1,-27 39 13,-18 16-6,-1 0 1,1 1 0,-1-1-1,1 1 1,0-1-1,-1 1 1,1 0-1,0-1 1,-1 1 0,1 0-1,0-1 1,0 1-1,-1 0 1,1 0-1,0 0 1,0 0-1,-1 0 1,1 0 0,0 0-1,0 0 1,0 0-1,-1 0 1,1 0-1,0 0 1,0 0 0,-1 1-1,2-1 1,0 4 13,-1-1 0,0 1 0,0-1 0,0 1 0,0-1 0,0 1 0,-1 0 0,1-1 0,-1 1 1,-1 4-1,3 10 68,2 9 51,1 5 152,12 43-1,-14-61-208,-1 0 1,0 1-1,0 0 0,-2-1 0,-2 28 0,1-2-6216</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6"/>
    </inkml:context>
    <inkml:brush xml:id="br0">
      <inkml:brushProperty name="width" value="0.025" units="cm"/>
      <inkml:brushProperty name="height" value="0.025" units="cm"/>
    </inkml:brush>
  </inkml:definitions>
  <inkml:trace contextRef="#ctx0" brushRef="#br0">0 1 6265,'0'0'11692,"6"21"-7246,-1-18-4361,0-1-1,0 0 0,0 0 0,1 0 0,-1-1 0,1 1 0,-1-1 0,1-1 0,-1 1 1,1-1-1,10-1 0,10 2-20,54 1-44,-40-3-453,-37 1 158,1 0 1,0 0 0,0-1 0,0 1 0,0-1 0,0 0 0,0 0 0,-1-1 0,1 1-1,0-1 1,-1 1 0,7-5 0,8-9-4215</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7"/>
    </inkml:context>
    <inkml:brush xml:id="br0">
      <inkml:brushProperty name="width" value="0.025" units="cm"/>
      <inkml:brushProperty name="height" value="0.025" units="cm"/>
    </inkml:brush>
  </inkml:definitions>
  <inkml:trace contextRef="#ctx0" brushRef="#br0">1 49 3977,'0'0'15822,"2"-6"-15173,0 4-639,1-1 0,0 1 0,0 0 0,0 0 0,0 0 0,1 0 0,-1 0 0,0 1 0,1-1 0,-1 1 0,6-1 0,45-10-18,-42 10 19,2 0-21,0 0 1,27 1-1,-40 1 6,-1 0-1,0 0 1,1 1 0,-1-1 0,1 0 0,-1 0-1,1 1 1,-1-1 0,0 0 0,1 1 0,-1-1 0,0 1-1,1-1 1,-1 0 0,0 1 0,0-1 0,1 1 0,-1-1-1,0 1 1,0-1 0,0 1 0,1-1 0,-1 1 0,0-1-1,0 1 1,0-1 0,0 1 0,0-1 0,0 1-1,0 0 1,0 23 1,-1-16 0,2-1 23,-1-1 0,0 1 0,0-1 0,-1 1 0,0-1 0,0 1 0,0-1 0,-1 0 1,0 1-1,0-1 0,0 0 0,-1 0 0,0-1 0,-7 11 0,-69 72 72,9-10-16,68-76-76,0 1-1,1 0 1,0 0 0,0 0-1,0 0 1,0 0 0,0 0-1,0 1 1,1-1 0,-1 0-1,1 0 1,0 1 0,0-1-1,1 4 1,-1 3 5,1-9 3,-1-1-1,1 1 1,-1-1-1,1 1 0,0-1 1,-1 0-1,1 1 1,0-1-1,-1 0 1,1 1-1,0-1 1,-1 0-1,1 0 1,0 0-1,0 1 1,-1-1-1,1 0 0,0 0 1,0 0-1,0 0 1,1-1-1,27 1 205,-20 0-108,5 0 2,0 0-1,0-1 1,-1-1-1,1 0 1,0 0-1,-1-2 1,18-6-1,-9 0-73,17-7 818,-15 12-4751</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8"/>
    </inkml:context>
    <inkml:brush xml:id="br0">
      <inkml:brushProperty name="width" value="0.025" units="cm"/>
      <inkml:brushProperty name="height" value="0.025" units="cm"/>
    </inkml:brush>
  </inkml:definitions>
  <inkml:trace contextRef="#ctx0" brushRef="#br0">33 133 4297,'0'0'4718,"-4"-11"-5056,-18-87-91,16 75 9231,6 351-1681,2 4-4943,1 338-1211,-3-669-941,-1-49-7968,-3 11 1361</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6.739"/>
    </inkml:context>
    <inkml:brush xml:id="br0">
      <inkml:brushProperty name="width" value="0.025" units="cm"/>
      <inkml:brushProperty name="height" value="0.025" units="cm"/>
    </inkml:brush>
  </inkml:definitions>
  <inkml:trace contextRef="#ctx0" brushRef="#br0">1 12 3441,'0'0'3923,"2"0"-4287,53-12 2091,-54 12-192,9 0-1069,2 1-583,-1 0 0,0 0 1,15 4-1,6 4-1838</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07.892"/>
    </inkml:context>
    <inkml:brush xml:id="br0">
      <inkml:brushProperty name="width" value="0.025" units="cm"/>
      <inkml:brushProperty name="height" value="0.025" units="cm"/>
    </inkml:brush>
  </inkml:definitions>
  <inkml:trace contextRef="#ctx0" brushRef="#br0">1 268 2593,'0'0'4144,"3"0"-2490,0 0-1360,0 0-1,-1 0 0,1-1 1,0 1-1,0-1 1,-1 0-1,1 1 1,-1-1-1,1 0 1,-1-1-1,1 1 0,-1 0 1,0-1-1,1 1 1,-1-1-1,0 0 1,0 0-1,0 1 1,0-2-1,-1 1 0,1 0 1,0 0-1,-1 0 1,0-1-1,1 1 1,-1-1-1,1-2 1,3-4 513,0-1 1,1 1 0,0 0 0,10-11 0,-14 19-773,1 1 1,-1-1-1,0 1 0,0-1 0,1 1 1,-1 0-1,0 0 0,1 0 0,-1 1 1,0-1-1,0 0 0,1 1 0,-1 0 1,0-1-1,0 1 0,0 0 0,0 0 1,0 0-1,0 0 0,0 0 0,0 1 1,3 2-1,13 22 107,-1 1-1,-1 0 1,-2 1-1,21 58 1,-33-82-135,-1 0 0,0 0 0,0 0 0,0 0 0,0 0 0,-1 0 0,0 0 1,0 0-1,0 4 0,0 7-2,0-14 315,1-2-286,1-1 1,0 1-1,-1 0 0,0-1 0,1 1 1,-1-1-1,0 0 0,0 0 0,0 1 0,0-1 1,0 0-1,0 0 0,1-3 0,10-36-51,-3 11-14,10-15-113,1 0 1,3 1-1,1 2 1,48-63-1,-37 67 37,-33 36 94,1 0 0,-1 0 0,1 1 0,-1-1 0,1 1-1,0-1 1,0 1 0,0 0 0,-1 0 0,1 1 0,0-1 0,0 1 0,0-1-1,4 1 1,-6 0 8,0 1-1,0-1 0,0 1 1,0-1-1,0 1 1,-1-1-1,1 1 0,0 0 1,0-1-1,0 1 0,-1 0 1,1 0-1,0 0 0,-1-1 1,1 1-1,-1 0 0,1 0 1,-1 0-1,1 0 1,-1 0-1,1 2 0,9 27-92,-8-24 90,12 54 234,-2 0 1,-2 1-1,-3 0 0,-2 115 1,-7-159-149,0 1 1,-1-1 0,-1 0-1,0 0 1,-1 0-1,-10 19 1,-3 16 71,17-41 34,1-21-16747</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08.269"/>
    </inkml:context>
    <inkml:brush xml:id="br0">
      <inkml:brushProperty name="width" value="0.025" units="cm"/>
      <inkml:brushProperty name="height" value="0.025" units="cm"/>
    </inkml:brush>
  </inkml:definitions>
  <inkml:trace contextRef="#ctx0" brushRef="#br0">0 0 3649,'0'0'15427,"13"7"-14333,5 2-759,0-1-1,1 0 1,0-1 0,1-1 0,-1-1 0,1-1 0,34 3 0,339-7-16,-392 0-1253,-14 11-5233,-13 7 2237,-15 1-3182</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08.600"/>
    </inkml:context>
    <inkml:brush xml:id="br0">
      <inkml:brushProperty name="width" value="0.025" units="cm"/>
      <inkml:brushProperty name="height" value="0.025" units="cm"/>
    </inkml:brush>
  </inkml:definitions>
  <inkml:trace contextRef="#ctx0" brushRef="#br0">1 27 2697,'0'0'13184,"24"5"-11321,78 12-399,-86-15-1149,-1 0-1,0-1 1,1-1-1,-1-1 1,0 0-1,0-1 1,0-1 0,22-6-1,10-2 41,176-13 75,-153 22-3502,-116 4-2236,-20 10-4183</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14.003"/>
    </inkml:context>
    <inkml:brush xml:id="br0">
      <inkml:brushProperty name="width" value="0.025" units="cm"/>
      <inkml:brushProperty name="height" value="0.025" units="cm"/>
    </inkml:brush>
  </inkml:definitions>
  <inkml:trace contextRef="#ctx0" brushRef="#br0">0 1 2913,'0'0'1301,"0"7"-1226,0 14-73,0-14 3659,0 1 3892,33-8-5852,46-5 1120,33-14-2756,-67 11 65,-1 2-131,0 3 1,81 4 0,-40 1-1,64-2-120,-148 0 114,-23 33-1760,-101 155 1832,27-46-43,81-117-23,-63 108-25,65-108 12,1 1-1,1 0 1,-10 40 0,19-57 6,-2 13-13,-2 0 0,0 0 0,-2-1-1,0 0 1,-1-1 0,-17 28 0,-16 17 37,41-58 98,0-3-610,-5-3-5375,-3-1 497</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15.001"/>
    </inkml:context>
    <inkml:brush xml:id="br0">
      <inkml:brushProperty name="width" value="0.025" units="cm"/>
      <inkml:brushProperty name="height" value="0.025" units="cm"/>
    </inkml:brush>
  </inkml:definitions>
  <inkml:trace contextRef="#ctx0" brushRef="#br0">0 39 496,'0'0'2153,"8"0"-2113,42 0 850,-1 9 4452,46-9 1210,-94 0-6499,37 0 882,143-5 312,-122-5-1178,-43 6 183,1 1 1,31-1 0,-38 0 421,12-4-183,-19 8-447,-3 0-36,1 0 0,0 1 1,-1-1-1,1 0 0,-1 0 1,1 0-1,-1 0 0,1 0 1,0 0-1,-1 0 0,1 0 1,-1 0-1,1 0 0,-1 0 1,1 0-1,0-1 0,-1 1 1,1 0-1,-1 0 0,1-1 1,-1 1-1,1 0 0,-1-1 1,1 1-1,-1 0 0,0-1 1,1 1-1,-1-1 0,1 1 1,-1 0-1,0-1 0,1 1 1,-1-1-1,0 1 0,0-1 1,1 0-1,-1 0 0,0 0 6,-4 2-458,0-1 29,0 1 0,0 0 1,0 0-1,0 0 0,1 1 1,-1-1-1,0 1 0,1 0 1,-1 0-1,1 0 0,-5 5 1,-19 14-5566</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4:12.828"/>
    </inkml:context>
    <inkml:brush xml:id="br0">
      <inkml:brushProperty name="width" value="0.025" units="cm"/>
      <inkml:brushProperty name="height" value="0.025" units="cm"/>
      <inkml:brushProperty name="color" value="#004F8B"/>
    </inkml:brush>
  </inkml:definitions>
  <inkml:trace contextRef="#ctx0" brushRef="#br0">204 150 2473,'0'0'12195,"-14"-2"-11193,-39-5-155,51 6-525,-1 1 1,1 0 0,0-1-1,0 0 1,0 1-1,0-1 1,-1 0-1,1 0 1,0-1-1,-2 0 1,4 1-266,0 1-1,-1 0 1,1-1-1,-1 1 1,1-1 0,0 1-1,-1-1 1,1 1 0,0-1-1,0 1 1,-1-1-1,1 1 1,0-1 0,0 1-1,0-1 1,0 1-1,0-1 1,0 1 0,0-1-1,0 1 1,0-1 0,0 0-1,0 1 1,0-2-1,1 0-36,0 0 0,0 0 0,1 0 0,-1 0 0,0 1 0,1-1 0,-1 0 0,1 1 0,-1-1 0,1 1 0,0-1-1,0 1 1,4-2 0,26-15 13,69-28 0,-83 40-60,0 0-1,0 2 1,0 0-1,1 1 1,36-2 0,-53 5 26,-1 1 0,0-1 0,0 0 0,0 0 0,0 1 0,1-1 0,-1 1 0,0-1 0,0 1 0,0-1 1,0 1-1,0 0 0,0-1 0,0 1 0,0 0 0,-1 0 0,1 0 0,0 0 0,0 0 0,-1-1 0,1 1 0,0 1 1,-1-1-1,1 0 0,-1 0 0,1 0 0,-1 0 0,0 0 0,0 0 0,1 1 0,-1 1 0,2 42-5,-2-35 3,1 2 3,-2 0 1,1 1-1,-1-1 1,-1 0-1,0 1 1,-1-1-1,0 0 1,-1-1-1,0 1 0,-1-1 1,0 1-1,-1-1 1,0-1-1,-13 17 1,-15 13 12,-1-1 0,-2-2 1,-54 42-1,40-36-8,-56 60 1,104-100-10,1-1 0,0 0 0,0 1 0,0-1 0,1 1 0,-1-1 0,0 1 0,1 0 0,0 0 0,-1 0 0,1 0 0,0 0 0,0 5 0,28-6-111,0-2 115,-1-1 0,0-1 1,0-1-1,0-2 0,45-13 0,281-125 58,-341 138-545,0 2 0,1 0 1,-1 0-1,1 1 1,0 1-1,0 0 1,0 0-1,0 1 1,0 1-1,0 0 0,0 0 1,14 5-1,17 2-4150</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00.092"/>
    </inkml:context>
    <inkml:brush xml:id="br0">
      <inkml:brushProperty name="width" value="0.025" units="cm"/>
      <inkml:brushProperty name="height" value="0.025" units="cm"/>
    </inkml:brush>
  </inkml:definitions>
  <inkml:trace contextRef="#ctx0" brushRef="#br0">108 1 2665,'0'0'8589,"3"1"-3346,-9 7-5209,0 0 0,1 0 1,0 1-1,1 0 0,-1-1 0,1 2 1,-2 9-1,-4 7 160,8-23-169,-8 18 46,1 0-1,1 0 0,1 0 1,0 1-1,2 0 0,1 0 1,-3 37-1,7-57-177,10 2-146,19-2 257,1-1 1,0-1-1,0-2 1,-1 0-1,1-3 1,-1 0-1,0-2 1,50-18-1,-42 11-91,36-14-172,105-27 0,-169 50-132,-18 10-1762,-9 13 70,12-11 411,0-1 1,0 0-1,0-1 0,-10 7 0,-5-5-1970</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00.416"/>
    </inkml:context>
    <inkml:brush xml:id="br0">
      <inkml:brushProperty name="width" value="0.025" units="cm"/>
      <inkml:brushProperty name="height" value="0.025" units="cm"/>
    </inkml:brush>
  </inkml:definitions>
  <inkml:trace contextRef="#ctx0" brushRef="#br0">177 1 2537,'0'0'14643,"-150"269"-13555,134-233-616,11-5-208,-1-2-144,6-14-112,0-3-8,0-7-40,0 4-720,0 3-1056,0-7-1273,0 0-4969</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17.807"/>
    </inkml:context>
    <inkml:brush xml:id="br0">
      <inkml:brushProperty name="width" value="0.025" units="cm"/>
      <inkml:brushProperty name="height" value="0.025" units="cm"/>
    </inkml:brush>
  </inkml:definitions>
  <inkml:trace contextRef="#ctx0" brushRef="#br0">1 23 3409,'0'0'14175,"16"-1"-13751,-12 1-372,31-2 661,59-11 0,-76 10-390,0 1 1,0 1-1,22 1 1,-22 0-365,-17 0 37,-1 0-1,1 0 1,0 0-1,0 0 1,0 1-1,-1-1 1,1 0-1,0 0 1,0 1-1,-1-1 0,1 0 1,0 1-1,-1-1 1,1 1-1,0-1 1,-1 1-1,1-1 1,-1 1-1,1-1 1,-1 1-1,1 0 1,-1-1-1,1 1 1,-1 0-1,1-1 1,-1 1-1,0 0 1,0-1-1,1 1 1,-1 0-1,0 0 1,0 0-1,0-1 1,0 1-1,0 0 1,0 0-1,0 0 1,0-1-1,0 3 1,0-1-3,0 0 0,-1 0 0,1 0 0,-1 0 0,1 0 0,-1 0 0,0 0 0,0 0 0,0 0 0,0 0 0,0 0 0,0 0 0,0-1 0,-4 4 0,-14 10 129,9-8 3,0 2 0,-16 16 0,23-23-121,1 1-1,0 0 0,0 0 1,0 0-1,0 1 1,0-1-1,1 0 1,0 1-1,-1-1 1,1 1-1,0-1 1,1 1-1,-1 0 1,0 5-1,1-2-14,0 5-105,0 0 0,1-1 0,2 13 0,-2-19 50,1 0 1,-1 0-1,1-1 0,0 1 0,1-1 0,-1 1 0,1-1 0,-1 0 0,1 0 0,4 4 0,3 3-153,-5-7 173,0 1 0,0 0 0,-1 0 0,0 0 0,0 1 0,0-1-1,-1 1 1,1 0 0,-1 0 0,-1 0 0,1 0 0,-1 1 0,0-1-1,-1 1 1,1 0 0,-1 8 0,0 2-30,-1-10 70,1-1 0,-1 0 1,0 0-1,0 0 1,-1 0-1,0 0 1,0 0-1,0 0 0,-1 0 1,1 0-1,-2-1 1,1 1-1,-6 10 0,-2-6 200,0 0-1,0 0 0,-1-1 1,0-1-1,0 1 1,-1-2-1,0 0 0,0 0 1,-14 4-1,-1-9-81,26-2-679,1-4-857,1-40-6118,4 25-1312</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30.368"/>
    </inkml:context>
    <inkml:brush xml:id="br0">
      <inkml:brushProperty name="width" value="0.025" units="cm"/>
      <inkml:brushProperty name="height" value="0.025" units="cm"/>
    </inkml:brush>
  </inkml:definitions>
  <inkml:trace contextRef="#ctx0" brushRef="#br0">28 1 1032,'0'0'17247,"-5"0"-16671,-17 0-99,22 22 1376,0-2-1414,0 116 636,20 166 0,-11-284-1089,-2-17-911,0-14-1792,-2-19-3222,0-6-4991</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31.041"/>
    </inkml:context>
    <inkml:brush xml:id="br0">
      <inkml:brushProperty name="width" value="0.025" units="cm"/>
      <inkml:brushProperty name="height" value="0.025" units="cm"/>
    </inkml:brush>
  </inkml:definitions>
  <inkml:trace contextRef="#ctx0" brushRef="#br0">246 0 1432,'0'0'16545,"-21"0"-12659,20 0-3852,-53 4 1684,50-3-1685,0 0 0,0 0 0,0 0 1,0 1-1,1-1 0,-1 1 0,1 0 0,-1 0 0,1 1 1,-6 4-1,-5 5 14,-24 26 39,35-35-100,1 0 0,0 0 0,1 0 0,-1 1 0,1-1 0,-1 0-1,1 1 1,0-1 0,0 0 0,0 1 0,1 0 0,-1-1 0,1 5 0,0-7-22,0 0 0,0 0 0,0-1 1,0 1-1,1 0 0,-1-1 0,0 1 0,0 0 0,1-1 1,-1 1-1,1 0 0,-1-1 0,0 1 0,1 0 1,-1-1-1,1 1 0,-1-1 0,1 1 0,0-1 0,-1 1 1,1-1-1,-1 0 0,1 1 0,0-1 0,-1 0 1,1 1-1,0-1 0,0 0 0,-1 0 0,1 0 0,0 0 1,1 1-1,30-1-576,-22 0 391,153 1-3501,-160-2 3682,0 1 1,1 1 0,-1-1 0,0 0 0,1 1 0,-1 0 0,0 0-1,0 0 1,1 0 0,-1 0 0,0 1 0,0-1 0,0 1 0,-1 0-1,1 0 1,0 0 0,-1 0 0,5 4 0,-5-1 22,1-1 1,-1 0-1,-1 0 0,1 1 1,-1-1-1,1 1 0,-1-1 1,-1 1-1,1 0 0,-1-1 1,1 1-1,-2 7 0,1 6-13,0 12 405,-4 34 1,3-54-195,-1 0 1,0 0 0,-1 0 0,0 0 0,-1-1 0,0 1 0,-6 9-1,5-10-17,-57 90 1855,55-89-1766,-1 0 1,0-1-1,0 0 0,-1 0 1,0-1-1,-1 0 0,-12 8 0,16-13-228,-1 0-1,0-1 1,0 1 0,0-2-1,0 1 1,0-1-1,-1 0 1,1 0-1,0-1 1,-14-1-1,9 1-459,10 0 190,0 0-1,0 0 1,0-1-1,-1 1 1,1-1 0,0 0-1,0 1 1,1-1-1,-1 0 1,0 0 0,0 0-1,0 0 1,0-1-1,1 1 1,-1 0 0,1-1-1,-1 1 1,1-1 0,0 0-1,-1 1 1,1-1-1,0 0 1,0 0 0,0 0-1,-1-3 1,-2-6-1982,0-1-1,1 1 1,-3-19 0,5 22 454,-6-36-3426</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31.373"/>
    </inkml:context>
    <inkml:brush xml:id="br0">
      <inkml:brushProperty name="width" value="0.025" units="cm"/>
      <inkml:brushProperty name="height" value="0.025" units="cm"/>
    </inkml:brush>
  </inkml:definitions>
  <inkml:trace contextRef="#ctx0" brushRef="#br0">0 1 3873,'0'0'19900,"134"96"-19324,-86-79-160,0-3-200,0-6-176,-10 1-40,-38 18-1136,0-1-3249,-6 13-5425</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59.255"/>
    </inkml:context>
    <inkml:brush xml:id="br0">
      <inkml:brushProperty name="width" value="0.025" units="cm"/>
      <inkml:brushProperty name="height" value="0.025" units="cm"/>
    </inkml:brush>
  </inkml:definitions>
  <inkml:trace contextRef="#ctx0" brushRef="#br0">0 148 3577,'0'0'5032,"13"1"-4100,55 3 1612,-69 12-5122,2-12 2599,-1-14 1164,0 7-1056,1 0 0,-1 1 1,1-1-1,0 1 0,0-1 0,0 1 1,0 0-1,0-1 0,1 1 0,-1 0 1,1 0-1,-1 0 0,1 0 0,0 0 1,0 0-1,4-2 0,42-30 1083,-26 20-791,85-59 1813,-107 73-2186,0 0 0,0 1 0,0-1 0,0 0 0,0 0-1,0 0 1,0 1 0,0-1 0,0 0 0,0 0 0,0 0 0,0 1 0,0-1 0,0 0 0,0 0 0,0 0 0,0 0 0,0 1-1,0-1 1,0 0 0,1 0 0,-1 0 0,0 0 0,0 1 0,0-1 0,0 0 0,0 0 0,1 0 0,-1 0 0,0 0 0,0 0-1,0 1 1,0-1 0,1 0 0,-1 0 0,0 0 0,0 0 0,0 0 0,1 0 0,-1 0 0,0 0 0,0 0 0,0 0 0,1 0 0,-1 0-1,0 0 1,0 0 0,0 0 0,1 0 0,-1 0 0,0 0 0,0 0 0,0 0 0,1-1 0,-1 1 0,0 0 0,-1 13 14,1 4 254,1 3-204,-1 0 0,-1 0-1,-1 0 1,-1 0 0,-9 35 0,-4-13-81,9-26-25,1 0 0,1 0 0,0 0 0,1 1 0,0-1 1,2 1-1,-1 25 0,3-41-5,0 0 0,0 0 0,1 0 1,-1 0-1,0 0 0,1 0 0,-1-1 0,1 1 1,-1 0-1,1 0 0,-1 0 0,1-1 0,-1 1 1,1 0-1,0-1 0,0 1 0,-1 0 0,1-1 1,0 1-1,0-1 0,0 1 0,0-1 0,0 1 1,-1-1-1,1 0 0,0 0 0,0 1 0,0-1 1,0 0-1,2 0 0,34 3 32,-36-3-33,62 1 15,-32 1 2,0-2-1,0-1 1,0-1-1,42-9 1,243-85-1,-304 93-18,1 0 0,-1 1 0,1 0 0,16 1 0,-28 1-16,-9 0-2299,0 0 1570,1 1-1,-1 1 1,1-1-1,-1 1 1,1 1-1,-1-1 1,1 1-1,0 0 1,-9 6-1,-16 8-5293</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59.638"/>
    </inkml:context>
    <inkml:brush xml:id="br0">
      <inkml:brushProperty name="width" value="0.025" units="cm"/>
      <inkml:brushProperty name="height" value="0.025" units="cm"/>
    </inkml:brush>
  </inkml:definitions>
  <inkml:trace contextRef="#ctx0" brushRef="#br0">54 0 6553,'0'0'9581,"-3"48"-8794,-7 149-160,8-60 599,2-115-1004,0 1 0,-1-1-1,-1 0 1,-8 31 0,2-13-96,1 0 0,-2 51-1,8-10-7806,1-77 855</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50.711"/>
    </inkml:context>
    <inkml:brush xml:id="br0">
      <inkml:brushProperty name="width" value="0.025" units="cm"/>
      <inkml:brushProperty name="height" value="0.025" units="cm"/>
    </inkml:brush>
  </inkml:definitions>
  <inkml:trace contextRef="#ctx0" brushRef="#br0">482 0 2385,'0'0'12545,"-7"0"-11456,4 1-992,0-1 0,0 1-1,0 0 1,0 0-1,0 0 1,0 0-1,1 1 1,-1-1 0,0 1-1,1-1 1,0 1-1,-1 0 1,1 0-1,-2 2 1,-37 41 788,21-22-465,-19 18 109,-21 20-58,-73 98-1,115-134-468,-5 7 63,-21 39 1,39-62-98,0 0 0,1 1 1,0 0-1,0 0 0,1 0 1,1 1-1,0-1 0,0 1 1,0 12-1,2-23 32,1 1 1,-1 0 0,0-1-1,1 1 1,-1-1-1,1 1 1,-1-1-1,1 1 1,0-1-1,-1 1 1,1-1 0,-1 0-1,1 1 1,0-1-1,-1 0 1,1 0-1,0 1 1,-1-1-1,1 0 1,0 0 0,0 0-1,-1 0 1,1 0-1,0 0 1,-1 0-1,1 0 1,1 0-1,30 0 32,-22-1-16,125 1 221,-134 0-227,-1 0-1,1 0 1,0 0 0,0 0 0,-1 0-1,1-1 1,0 1 0,0 0 0,-1-1-1,1 1 1,0 0 0,-1-1 0,1 1-1,-1-1 1,1 1 0,-1-1 0,1 1-1,-1-1 1,1 0 0,-1 1 0,1-1-1,-1 1 1,0-1 0,1 0-1,-1 0 1,0 1 0,1-1 0,-1 0-1,0 1 1,0-1 0,0 0 0,0 0-1,0 1 1,0-1 0,0 0 0,0 0-1,0 1 1,0-1 0,0 0 0,0 0-1,-1 1 1,1-1 0,0 0-1,-1 0 1,1-2 33,-1 0 0,0 1-1,0-1 1,0 1 0,0-1 0,0 1-1,-1 0 1,1-1 0,0 1-1,-1 0 1,0 0 0,-3-4 0,-15-6 333,-43-20 1,44 24-252,1-1 0,-1-2 0,-26-18 0,36 17-51,8 11-101,0 0 1,1 0-1,-1 0 0,0 0 0,1 0 0,-1 0 1,0 1-1,0-1 0,0 0 0,0 0 1,0 1-1,0-1 0,0 0 0,0 1 0,0-1 1,0 1-1,-2-1 0,2 1-844</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51.547"/>
    </inkml:context>
    <inkml:brush xml:id="br0">
      <inkml:brushProperty name="width" value="0.025" units="cm"/>
      <inkml:brushProperty name="height" value="0.025" units="cm"/>
    </inkml:brush>
  </inkml:definitions>
  <inkml:trace contextRef="#ctx0" brushRef="#br0">15 0 2737,'0'0'12216,"-3"1"-10798,-9 2 902,16-1-998,30-2-497,-2 0-481,316 7 414,-223-8-605,-123 27 175,-2-19-295,-1 1 1,1-1 0,-1 0-1,0 0 1,-1 0 0,0 0-1,0 0 1,0 0-1,-1 0 1,0 0 0,0-1-1,-1 0 1,-5 8 0,-28 45 78,4 2 0,2 0 0,2 3 0,-37 127 0,57-159-110,3 1 0,0 0 0,3 0 0,-1 44 0,4-76 21,-27-2-5204,24-1 4474,1 1 1,-1-1 0,0 0-1,1 0 1,-1 0-1,1-1 1,0 1-1,0-1 1,0 1-1,0-1 1,0 0 0,0 1-1,1-1 1,-2-4-1,-5-7-3453,-8-12 925</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51.877"/>
    </inkml:context>
    <inkml:brush xml:id="br0">
      <inkml:brushProperty name="width" value="0.025" units="cm"/>
      <inkml:brushProperty name="height" value="0.025" units="cm"/>
    </inkml:brush>
  </inkml:definitions>
  <inkml:trace contextRef="#ctx0" brushRef="#br0">1 14 2505,'0'0'13574,"0"-1"-13509,0 1-1,0 0 0,0 0 1,0 0-1,0-1 0,0 1 0,-1 0 1,1 0-1,0 0 0,0-1 1,0 1-1,0 0 0,0 0 1,0 0-1,0-1 0,0 1 0,0 0 1,0 0-1,0 0 0,0-1 1,0 1-1,0 0 0,1 0 0,-1 0 1,0-1-1,0 1 0,0 0 1,0 0-1,0 0 0,0-1 0,0 1 1,1 0-1,-1 0 0,0 0 1,0 0-1,0 0 0,0-1 0,1 1 1,-1 0-1,0 0 0,0 0 1,0 0-1,0 0 0,1 0 1,-1 0-1,0 0 0,0 0 0,1 0 1,-1 0-1,0 0 0,0 0 1,1 0-1,7-2 198,1 0 1,0 2-1,0-1 0,0 1 1,-1 0-1,11 2 1,13-1 98,481-1 2970,-515 19-4346,-9 8-1652,-9-3-2584</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41.135"/>
    </inkml:context>
    <inkml:brush xml:id="br0">
      <inkml:brushProperty name="width" value="0.025" units="cm"/>
      <inkml:brushProperty name="height" value="0.025" units="cm"/>
    </inkml:brush>
  </inkml:definitions>
  <inkml:trace contextRef="#ctx0" brushRef="#br0">1 237 1536,'0'0'13116,"12"-3"-11982,42-10-246,-48 10-698,1 1 0,0-1 1,-1 0-1,1 0 0,-1-1 0,0 0 0,9-7 0,8-6 259,37-15-131,114-44 1,-50 25-324,-120 49-4,0 0 1,1 0-1,-1 1 0,1 0 0,0 0 1,-1 0-1,1 1 0,7-1 0,-11 1-83,-1 2 2,-1 6 134,0 0 1,-1 0-1,0 0 0,0 0 1,-1 0-1,0 0 0,0-1 1,-9 14-1,7-11 7,0 0-1,1 0 1,-1 0-1,2 0 1,-3 13 0,4-5-26,1 0 0,1 23 0,1-10-15,-1-29-7,0 0 0,0-1-1,1 1 1,-1 0 0,0 0 0,1-1 0,-1 1 0,1 0 0,0-1-1,0 1 1,0 0 0,-1-1 0,1 1 0,1-1 0,-1 0-1,0 1 1,0-1 0,0 0 0,1 0 0,-1 1 0,1-1 0,-1 0-1,1 0 1,-1-1 0,1 1 0,-1 0 0,1 0 0,0-1 0,0 1-1,-1-1 1,5 1 0,5 1-367,1-1 0,0 0-1,23-2 1,-16 0-1420,-18 1 1576,0 0 1,0 0-1,-1 0 1,1 0-1,0 0 1,-1 0-1,1 0 1,0-1-1,-1 1 1,1 0-1,0 0 1,-1-1-1,1 1 1,0-1-1,-1 1 1,1-1-1,-1 1 1,1-1-1,-1 1 1,1-1-1,-1 1 1,1-1-1,-1 1 1,1-1-1,-1 0 1,0 1-1,1-1 1,-1 0-1,0 1 1,0-1-1,0 0 1,1 1-1,-1-3 1,-1-27-5941,0 21 5200,-3-22-538</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41.790"/>
    </inkml:context>
    <inkml:brush xml:id="br0">
      <inkml:brushProperty name="width" value="0.025" units="cm"/>
      <inkml:brushProperty name="height" value="0.025" units="cm"/>
    </inkml:brush>
  </inkml:definitions>
  <inkml:trace contextRef="#ctx0" brushRef="#br0">3 0 2617,'0'0'14529,"0"0"-14498,0 0 0,0 0 0,0 0 0,0 0 0,0 0 0,0 0 0,-1 0 0,1 0 0,0 0 0,0 1 0,0-1-1,0 0 1,0 0 0,0 0 0,-1 0 0,1 0 0,0 0 0,0 0 0,0 0 0,0 0 0,0 1 0,0-1 0,0 0 0,0 0 0,0 0 0,-1 0-1,1 0 1,0 0 0,0 1 0,0-1 0,0 0 0,0 0 0,0 0 0,0 0 0,0 0 0,0 1 0,0-1 0,0 0 0,0 0 0,0 0-1,0 0 1,0 0 0,0 1 0,1-1 0,-1 0 0,0 0 0,0 0 0,0 0 0,0 0 0,0 0 0,0 1 0,0-1 0,0 0 0,0 0 0,0 0-1,1 0 1,0 2 47,1-1 0,-1 1 1,1-1-1,0 0 0,0 0 0,0 0 0,-1 0 0,1 0 0,0 0 0,0 0 0,0 0 0,0-1 0,1 1 0,-1-1 0,3 1 0,40 2 470,-35-2-428,73-2 257,-53 0-262,54 4 0,-88 3 129,-18 8 43,-2 0 1,0-2 0,-39 16 0,56-26-114,0 0 1,0-1-1,0 0 1,0 0 0,0 0-1,0-1 1,-11 0 0,3-1 228,15 0-394,0 0-18,0 0 0,1 0 0,-1-1 0,0 1-1,1 0 1,-1 0 0,1 0 0,0 0 0,-1 0-1,1 0 1,0 0 0,0 0 0,0 0 0,-1 0 0,1 0-1,0 0 1,0 0 0,0 1 0,1-1 0,-1 0 0,0 1-1,0-1 1,0 1 0,0-1 0,1 1 0,-1 0-1,0-1 1,0 1 0,0 0 0,2 0 0,41-3 32,-41 3-34,18-1-32,-11 1 237,-24 8-38,11-6-177,0 0 49,0-1 0,0 1 1,0-1-1,-1 1 0,1-1 0,0 0 1,-1 0-1,-6 0 0,7 0-158,-1 0 0,1 0-1,-1 0 1,1 1 0,0-1-1,0 1 1,0 0 0,0 0-1,0 0 1,0 0 0,0 0-1,1 1 1,-1-1 0,1 1-1,-3 4 1,-15 12-2428,-11-2-3869</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39.002"/>
    </inkml:context>
    <inkml:brush xml:id="br0">
      <inkml:brushProperty name="width" value="0.025" units="cm"/>
      <inkml:brushProperty name="height" value="0.025" units="cm"/>
    </inkml:brush>
  </inkml:definitions>
  <inkml:trace contextRef="#ctx0" brushRef="#br0">6 1 1096,'0'0'13138,"0"9"-11842,0-4 2378,0 467-2554,4-401-1105,22 124-1,-14-126-11,-11-51-13,-1-17-57,0-10-1836,0-25-864,-1 0 0,-2 1 1,-2-1-1,-13-54 0,-3 9-895</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39.859"/>
    </inkml:context>
    <inkml:brush xml:id="br0">
      <inkml:brushProperty name="width" value="0.025" units="cm"/>
      <inkml:brushProperty name="height" value="0.025" units="cm"/>
    </inkml:brush>
  </inkml:definitions>
  <inkml:trace contextRef="#ctx0" brushRef="#br0">24 14 1512,'0'0'10164,"7"-2"-9347,36-4 71,1 2 0,0 2-1,57 5 1,-12-2-448,15 0-304,206 29 0,-222-17 282,1-4 0,0-3 1,96-8-1,-156-1-183,1-1 0,-1-2 0,43-14-1,11-3-32,-81 23-297,3 0 484,-4 9 82,-3 12-343,0 0 1,-2 0-1,-7 25 1,-3 17 152,2 23-77,-2 102 0,13 89-20,2-143 23,-19-134-139,-56 5 158,-77-4 1,60-3-216,-976 2 1118,1066 1-1128,0 0-1,1-1 0,-1 1 1,1 0-1,-1 0 0,1 0 0,-1 0 1,1-1-1,-1 1 0,1 0 1,0 0-1,-1 0 0,1 0 0,0 0 1,0 0-1,0 0 0,0 0 1,0 0-1,0 0 0,0 0 0,0 0 1,0 0-1,0-1 0,1 1 1,-1 1-1,0 2 7,1-3-1,-1 1 0,1-1 0,-1 1 0,1-1 0,0 0 0,-1 0 0,1 1 0,0-1 0,0 0 0,0 0 0,0 0 0,0 0 0,0 0 0,0 0 0,0 0 0,0 0 0,1-1 0,-1 1 0,0 0 0,1-1 0,-1 1 0,0-1 0,1 1 0,-1-1 0,1 1 0,-1-1 0,3 0 0,44 5-50,-48-5-42,1 0 1,-1 0-1,0 0 0,1 0 0,-1 0 1,1 0-1,-1 0 0,1 0 0,-1 0 1,0 0-1,1 0 0,-1 0 0,1 0 1,-1 0-1,0 1 0,1-1 0,-1 0 1,1 0-1,-1 0 0,0 1 1,1-1-1,-1 0 0,0 0 0,1 1 1,-1-1-1,0 0 0,0 1 0,1-1 1,-1 0-1,0 1 0,0-1 0,1 1 1,-1-1-1,0 0 0,0 1 0,0-1 1,0 1-1,0-1 0,0 1 0,0-1 1,0 0-1,0 1 0,0-1 1,0 1-1,0-1 0,0 0 0,0 1 1,0-1-1,0 1 0,0-1 0,0 1 1,-1-1-1,1 0 0,-1 1 0,-3 1-6108</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44.117"/>
    </inkml:context>
    <inkml:brush xml:id="br0">
      <inkml:brushProperty name="width" value="0.025" units="cm"/>
      <inkml:brushProperty name="height" value="0.025" units="cm"/>
    </inkml:brush>
  </inkml:definitions>
  <inkml:trace contextRef="#ctx0" brushRef="#br0">342 2791 984,'0'0'8195,"4"4"-7178,18 14 5479,-22-21-6394,0 0 1,0 0-1,1 0 1,-1 0 0,1 0-1,-1 0 1,1 0-1,1-3 1,-1 4-26,13-65 326,-2-2 0,3-95 0,-13-140-241,-3 175 82,1 107-212,1-55 849,-12-86 0,7 119-549,4-77 0,2 73-17,-6-59 0,-4 62-137,-2 0 0,-2 0 0,-2 1 0,-25-54-1,-1-5 96,33 79-234,0 0 1,2-1-1,0 0 0,-1-35 0,6-100 112,2 107-118,-3 0 0,-8-69 1,-5 41 2,-35-121 0,44 186-30,1 3-4,0 0 0,0 1 0,-1-1-1,-1 1 1,-13-21 0,-30-48-2,17 34 15,25 30-16,7 17 2,1 23 12,-1 345 1337,0-360-1318,-1 0 0,0 1 0,-1-1 0,0 0 0,0 0 0,-1 0 0,0 0 0,-7 12 0,-8 22 29,40-138 426,17-83-459,-5 19-108,-30 132 63,-5 25 8,1-1 1,1 1-1,-1-1 1,1 1-1,-1-1 0,1 1 1,0-1-1,0 1 0,0 0 1,1-1-1,-1 1 0,3-3 1,-3 5 0,10 4-401,-6 2 407,0 0-1,-1 1 1,0 0-1,0 0 0,4 10 1,16 22 3,23 23 93,-2 3 0,70 131 1,-90-129 67,3 7 10,-22-60-87,-6-10-20,1 0 0,0 0 0,0 0 0,1-1 0,-1 1 0,0 0 0,1-1 0,0 1 1,-1-1-1,1 0 0,4 4 0,-17-7-41,0 0-1,0-1 1,0 0 0,-16-5 0,-30-6 26,54 12-47,-64-6 62,-128-33 1,195 40-56,0 0 1,0 0-1,0 0 1,0 0 0,0 0-1,0 0 1,0 0 0,0 0-1,0 0 1,1 0 0,-1 0-1,0 0 1,0 0-1,0 0 1,0 0 0,0 0-1,0 0 1,0 0 0,0-1-1,0 1 1,0 0 0,0 0-1,0 0 1,0 0-1,0 0 1,0 0 0,0 0-1,0 0 1,0 0 0,0 0-1,0 0 1,0 0 0,0 0-1,0 0 1,0-1-1,0 1 1,0 0 0,0 0-1,0 0 1,0 0 0,0 0-1,0 0 1,0 0 0,15-2 64,23 1-117,-24 0 42,36 4-741,-48-3 517,0 1 0,1-1 1,-1 1-1,0 0 1,1 0-1,-1 0 0,0 0 1,0 0-1,0 0 0,0 1 1,0-1-1,0 1 1,0-1-1,0 1 0,0 0 1,-1-1-1,3 4 1,4 17-5517</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55.553"/>
    </inkml:context>
    <inkml:brush xml:id="br0">
      <inkml:brushProperty name="width" value="0.025" units="cm"/>
      <inkml:brushProperty name="height" value="0.025" units="cm"/>
    </inkml:brush>
  </inkml:definitions>
  <inkml:trace contextRef="#ctx0" brushRef="#br0">65 1594 2232,'0'0'494,"13"-2"1017,3-2-947,-9 1-213,0 2 0,0-1 1,1 1-1,-1 0 0,12 1 0,-18-1-148,0 0-1,-1 1 1,1-1-1,-1 0 1,1 0 0,-1 1-1,1-1 1,-1 0-1,1 0 1,-1 0-1,0 1 1,1-1 0,-1 0-1,0 0 1,0 0-1,0 0 1,1 0 0,-1 0-1,0 0 1,0 0-1,-1 0 1,1-1-1,0-33 3078,0 25-2404,-1 6-835,1-1-1,0 1 1,-1 0-1,0 0 0,0 0 1,0 0-1,-1 0 1,1 0-1,-1 0 0,0 0 1,0 1-1,0-1 1,-1 1-1,1-1 0,-1 1 1,0 0-1,0 0 1,0 0-1,0 0 0,0 1 1,-1-1-1,1 1 1,-1 0-1,0 0 0,0 0 1,0 0-1,0 1 1,0-1-1,0 1 0,0 0 1,0 1-1,0-1 1,-7 0-1,-48 1 2183,60-1-2142,-1 0 0,0 0-1,0 0 1,1 1 0,-1-1 0,0 0-1,1 0 1,-1 0 0,1 0 0,-1 0-1,1 0 1,-1 1 0,1-1 0,0 0-1,0 0 1,1 0 0,-2 0 72,5-1-73,0 1 1,0-1 0,0 1 0,0 1-1,0-1 1,0 0 0,0 1-1,0 0 1,0 1 0,7 0-1,2 0 1,21-3 517,65-12-1,-65 8-494,69-4-1,563 10 386,-488-15-454,-1-1 83,-177 15-108,-1-4 5,27 4-54,58 1 73,-84 0-24,4-15 1461,-6-6-1337,-1 0-1,-8-33 0,-3-22 9,7-8-129,-11-91 8,12 142-18,-1-1 0,-2 1 0,-14-36 0,-38-107-18,52 138-6,-3-42 1,4 28 8,0-56-18,6 101 29,-3-23 1,0-45 0,4 75-26,0-28-17,0 1 56,1 17-9,0 1 1,-1 0-1,0-1 0,-1 1 0,0 0 1,-4-18-1,5 23 1,0 4-9,0 0 0,0 0 0,0 0 0,0 0 0,-1-1 0,1 1 0,0 0 0,0 0 0,0 0 0,0 0 0,0 0 0,0-1 0,0 1-1,0 0 1,0 0 0,0 0 0,0 0 0,0 0 0,0 0 0,-1-1 0,1 1 0,0 0 0,0 0 0,0 0 0,0 0 0,0 0 0,0 0 0,-1 0 0,1 0 0,0 0 0,0 0 0,0 0 0,0 0 0,-1-1 0,1 1 0,0 0 0,0 0 0,0 0 0,0 0 0,0 0 0,-1 1 0,1-1 0,0 0 0,0 0 0,0 0 0,0 0 0,-1 0 0,1 0 0,0 0-1,0 0 1,0 0 0,0 27 5,1 6 6,0-27-4,-1-1 1,1 1-1,-1 0 1,0-1 0,0 1-1,-1 0 1,1 0-1,-1-1 1,-1 1 0,1-1-1,-1 1 1,0-1-1,0 0 1,0 0 0,-1 0-1,0 0 1,-3 5-1,-29 26 62,-48 40-1,52-50-8,1 2 0,-52 61 1,76-82-45,-3 10 99,7 20 1,4-44-97,0 0 1,0 0 0,0 1 0,1-1 0,0 1-1,0-1 1,1 1 0,4-7 0,11-21 9,8-25 49,41-82-55,-24 64-33,-44 75 13,1 1 0,0-1-1,0 1 1,0 0 0,1 0 0,-1-1 0,0 1 0,0 0 0,1 0-1,-1 0 1,1 0 0,-1 0 0,1 1 0,-1-1 0,1 0-1,-1 1 1,1-1 0,-1 1 0,1-1 0,0 1 0,-1 0-1,1 0 1,0 0 0,-1 0 0,1 0 0,0 0 0,0 0-1,-1 1 1,1-1 0,-1 0 0,1 1 0,0-1 0,-1 1-1,2 1 1,4 0 9,-1 1-1,0-1 1,0 1-1,-1 1 1,1-1-1,-1 1 0,9 8 1,34 39 44,-33-33-12,0-1-1,2-1 0,0-1 1,0 0-1,36 23 0,-11-16 113,0-1 0,1-2-1,65 19 1,-34-10-94,-66-26-27,-7-2-20,-1 0 0,0 0-1,1 0 1,-1 0-1,1 0 1,-1 0-1,0 0 1,1 0 0,-1 0-1,1 1 1,-1-1-1,0 0 1,1 0-1,-1 0 1,1 1-1,-1-1 1,0 0 0,0 1-1,1-1 1,-1 0-1,0 1 1,1-1-1,-1 0 1,0 1 0,0-1-1,0 0 1,1 1-1,-1-1 1,0 1-1,0-1 1,0 1-1,0-1 1,0 0 0,0 1-1,0-1 1,0 1-1,0-1 1,0 1-1,0-1 1,0 0 0,0 1-1,0-1 1,-1 1-1,-3-1 19,-99-2 61,33 0-132,-105 9 0,140-1 37,-38 12 0,-26 4-13,78-19 50,0-2 1,-29 0-1,23-2-79,26 1 306,33-4 18,-32 3-251,1 0-1,0 0 1,0 1-1,0-1 0,0 0 1,0 0-1,0 1 1,0-1-1,0 0 0,0 1 1,0-1-1,0 1 1,0 0-1,1-1 1,-1 1-1,0 0 0,0 0 1,0-1-1,1 1 1,-1 0-1,0 0 0,2 1 1,-2-2-125,2 1 265,0 12-1356,-4 7 59,0-1-1,-2 0 0,0 0 1,0 0-1,-11 30 0,-26 38-6611</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2.740"/>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4.057"/>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4.458"/>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4.788"/>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5.306"/>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6.169"/>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8.921"/>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9.282"/>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0.093"/>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1.132"/>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2.200"/>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2.590"/>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2.954"/>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3.364"/>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4.013"/>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4.393"/>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4.747"/>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5.094"/>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5.456"/>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6.151"/>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6.840"/>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9.070"/>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9.680"/>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0.136"/>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0.479"/>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0.810"/>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1.156"/>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1.589"/>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1.983"/>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2.315"/>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2.733"/>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3.360"/>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3.731"/>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4.094"/>
    </inkml:context>
    <inkml:brush xml:id="br0">
      <inkml:brushProperty name="width" value="0.025" units="cm"/>
      <inkml:brushProperty name="height" value="0.025" units="cm"/>
    </inkml:brush>
  </inkml:definitions>
  <inkml:trace contextRef="#ctx0" brushRef="#br0">0 22 14779,'0'0'9402,"0"-22"-11194</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4.479"/>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4.827"/>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5.447"/>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5.810"/>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6.156"/>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6.543"/>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7.047"/>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7.378"/>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7.731"/>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8.063"/>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8.392"/>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8.747"/>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0.630"/>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0.977"/>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1.502"/>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1.832"/>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0.723"/>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1.086"/>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1.469"/>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1.939"/>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3.541"/>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3.887"/>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4.217"/>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4.571"/>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4.916"/>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5.247"/>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5.634"/>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5.980"/>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6.579"/>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9.515"/>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9.940"/>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0.393"/>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0.736"/>
    </inkml:context>
    <inkml:brush xml:id="br0">
      <inkml:brushProperty name="width" value="0.025" units="cm"/>
      <inkml:brushProperty name="height" value="0.025" units="cm"/>
    </inkml:brush>
  </inkml:definitions>
  <inkml:trace contextRef="#ctx0" brushRef="#br0">64 10 12899,'0'0'16603,"0"-9"-16027,-10 9-4224,-17 26-1778,0 1-6688</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1.064"/>
    </inkml:context>
    <inkml:brush xml:id="br0">
      <inkml:brushProperty name="width" value="0.025" units="cm"/>
      <inkml:brushProperty name="height" value="0.025" units="cm"/>
    </inkml:brush>
  </inkml:definitions>
  <inkml:trace contextRef="#ctx0" brushRef="#br0">241 0 13579,'0'0'12699,"-145"101"-13268,135-79-1463,-22 12-2457,5-13-3569,0-1-2472</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1.469"/>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1.798"/>
    </inkml:context>
    <inkml:brush xml:id="br0">
      <inkml:brushProperty name="width" value="0.025" units="cm"/>
      <inkml:brushProperty name="height" value="0.025" units="cm"/>
    </inkml:brush>
  </inkml:definitions>
  <inkml:trace contextRef="#ctx0" brushRef="#br0">1 0 10186,'0'0'6001,"69"58"-20876</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2.129"/>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2.468"/>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2.799"/>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3.128"/>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5.515"/>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6.630"/>
    </inkml:context>
    <inkml:brush xml:id="br0">
      <inkml:brushProperty name="width" value="0.025" units="cm"/>
      <inkml:brushProperty name="height" value="0.025" units="cm"/>
    </inkml:brush>
  </inkml:definitions>
  <inkml:trace contextRef="#ctx0" brushRef="#br0">247 30 5449,'0'0'20164,"-2"0"-20104,-26-1-64,-36 2-68,60 0 69,0-1 0,0 1 0,-1 0 0,1 1 0,0-1 0,0 1 0,0 0 0,0-1 0,1 2 0,-1-1 0,0 0 0,-3 5-1,-2 2 4,0 0 0,1 1-1,0 1 1,1-1-1,0 1 1,1 0-1,0 1 1,1 0-1,0 0 1,1 0-1,0 0 1,-4 23-1,2 9 2,3-1 0,1 63 1,2-72-6,0-28-6,0-1-1,0 1 1,0-1 0,1 1 0,0 0 0,0-1 0,0 1-1,0-1 1,1 0 0,0 1 0,0-1 0,1 0-1,0 0 1,-1 0 0,1-1 0,1 1 0,-1-1 0,1 0-1,0 0 1,0 0 0,0 0 0,0 0 0,1-1-1,0 0 1,-1 0 0,1 0 0,0-1 0,0 1-1,1-1 1,-1 0 0,0-1 0,9 2 0,5 1-19,1-2 0,0 0 0,-1-1 0,1-1 1,0-1-1,-1-1 0,1 0 0,-1-1 0,0-2 1,0 0-1,0-1 0,-1 0 0,1-2 0,31-18 1,-24 10-6,0 0 0,-2-2 0,0-1 0,32-33 0,-49 44 46,1-1-1,-1 0 1,-1 0 0,1-1 0,-2 1 0,1-1-1,-1-1 1,-1 1 0,0-1 0,0 0-1,-1 0 1,-1 0 0,1 0 0,-2 0 0,1-15-1,-2 7 19,0 6 30,0 0 1,0 0 0,-4-17-1,3 25-23,-1 0-1,1 0 0,-1 1 1,0-1-1,-1 0 0,1 1 1,-1-1-1,0 1 0,0 0 1,0 0-1,-6-6 0,0 2 53,1 0-1,-1 1 0,0 1 1,0-1-1,-1 1 1,0 1-1,0 0 0,0 0 1,-22-6-1,11 6 49,0 2-1,0 0 1,0 1 0,-28 1-1,14-1-81,25 1-65,0 0 1,0 1 0,1 0 0,-1 1-1,-18 3 1,27-4-83,0 0-1,1 1 1,-1-1-1,0 0 1,1 1-1,-1-1 1,0 1 0,1-1-1,-1 0 1,1 1-1,-1-1 1,1 1-1,-1 0 1,1-1-1,-1 1 1,1-1 0,-1 1-1,1 0 1,0-1-1,-1 1 1,1 0-1,0-1 1,0 1 0,0 0-1,-1 0 1,1-1-1,0 2 1,0-1-221,0-1 0,1 1 1,-1 0-1,0 0 0,0-1 1,0 1-1,1 0 0,-1 0 1,0-1-1,1 1 0,-1-1 1,0 1-1,1 0 0,-1-1 1,1 1-1,-1-1 0,1 1 1,0-1-1,-1 1 0,1-1 1,-1 1-1,1-1 0,0 0 1,-1 1-1,1-1 0,0 0 1,0 1-1,0-1 0,28 5-9601</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7.058"/>
    </inkml:context>
    <inkml:brush xml:id="br0">
      <inkml:brushProperty name="width" value="0.025" units="cm"/>
      <inkml:brushProperty name="height" value="0.025" units="cm"/>
    </inkml:brush>
  </inkml:definitions>
  <inkml:trace contextRef="#ctx0" brushRef="#br0">555 1 10402,'0'0'12084,"-24"1"-11581,3-1-399,9-1-57,-1 1 0,1 0 0,0 1 0,-1 1 0,1-1 0,0 2 0,0 0 0,0 1 0,0 0 0,1 0 0,-14 8 0,-3 7 64,0 0 0,2 2 0,1 1 0,0 1 0,2 2 0,0 0 0,2 1 0,1 1 1,1 1-1,-29 58 0,35-54-98,1 1 0,2 0 0,1 1 0,2 0 0,1 0-1,2 0 1,1 1 0,2 0 0,1-1 0,6 42 0,-5-66-18,1 0 0,1-1 0,-1 1 0,2-1-1,-1 0 1,1 0 0,1 0 0,-1 0 0,2-1-1,-1 1 1,1-1 0,0-1 0,1 1 0,0-1-1,0 0 1,0-1 0,1 0 0,0 0 0,0 0-1,10 4 1,0-1-32,-1-1 0,1-1-1,0-1 1,0 0 0,1-1 0,0-1 0,-1-1-1,2-1 1,27 1 0,65-3-1491,-111 0 215,-1-5-6599</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7.833"/>
    </inkml:context>
    <inkml:brush xml:id="br0">
      <inkml:brushProperty name="width" value="0.025" units="cm"/>
      <inkml:brushProperty name="height" value="0.025" units="cm"/>
    </inkml:brush>
  </inkml:definitions>
  <inkml:trace contextRef="#ctx0" brushRef="#br0">1 31 8618,'0'0'9505,"0"-5"-8628,0-10-334,0 4 2093,22 12-1850,-15 0-749,0 1 1,-1 0-1,1 1 1,-1 0-1,1 0 1,-1 0-1,0 0 1,0 1-1,0 0 1,-1 0-1,10 10 1,6 7 32,25 34 0,-37-44-27,-8-9 26,0-1-36,-1 0-1,0 0 1,1-1 0,0 1-1,-1 0 1,1 0 0,-1 0-1,1-1 1,0 1 0,0 0-1,-1-1 1,1 1 0,0 0-1,0-1 1,0 1 0,0-1-1,0 0 1,1 1 0,-2-16-253,0 9 218,0 0 0,1 0 1,0 0-1,0 1 0,0-1 1,1 0-1,0 1 0,0-1 1,0 1-1,1 0 0,0 0 0,0 0 1,0 0-1,1 0 0,-1 1 1,1-1-1,0 1 0,1 0 1,-1 0-1,0 0 0,1 1 0,0 0 1,0 0-1,0 0 0,0 0 1,1 1-1,-1 0 0,1 0 1,-1 0-1,1 1 0,0 0 0,10-1 1,-8 3 75,-1 1 1,1-1 0,-1 2-1,0-1 1,0 1-1,0 0 1,0 0 0,0 1-1,-1 0 1,0 0-1,1 0 1,-2 1 0,1 0-1,0 0 1,-1 1-1,7 8 1,-9-9-19,-1-1-1,0 0 1,0 1 0,0-1-1,0 1 1,-1 0-1,1 0 1,-1 0 0,0 0-1,-1-1 1,1 11-1,-1-9 14,1 0 0,0 0 0,0 0-1,0 0 1,0 0 0,3 6-1,2-7-326,-6-5-73,0 0 1,1 0-1,-1 1 1,0-1-1,0 0 1,1 0-1,-1 1 1,0-1-1,0 0 1,1 1-1,-1-1 1,0 0-1,0 0 1,1 1 0,-1-1-1,0 0 1,0 1-1,0-1 1,0 1-1,0-1 1,0 0-1,0 1 1,0-1-1,0 0 1,0 1-1,0-1 1,0 1-1,0-1 1,0 1-1,0 10-8594</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8.582"/>
    </inkml:context>
    <inkml:brush xml:id="br0">
      <inkml:brushProperty name="width" value="0.025" units="cm"/>
      <inkml:brushProperty name="height" value="0.025" units="cm"/>
    </inkml:brush>
  </inkml:definitions>
  <inkml:trace contextRef="#ctx0" brushRef="#br0">5 15 3545,'0'0'10781,"-1"-4"-9428,-3-7 671,5 17 1530,6 12-683,2-6-3741,24 16 1334,0-2-1,51 30 1,-54-38-424,-2 1 1,0 2 0,-1 1-1,38 39 1,-58-53-32,-1 0 1,0 0-1,-1 1 1,0 0-1,0 0 1,-1 0-1,0 1 1,-1 0-1,0-1 1,2 17-1,-1 4 196,-1 0-1,-2 37 0,-1-52-61,-1 5-31,-1-1 0,-1 0 0,0 0 0,-1 0 0,-1-1 0,-1 0 0,-1 1 0,0-2 0,-2 1 0,-11 18 0,-1-3 177,-1-2 1,-2 0 0,-1-1 0,-30 28 0,51-54-445,-12 13 1417,17-14-521,13-8-688,-12 4-113,0 0-1,0-1 0,0 1 0,0-1 0,-1 1 0,1-1 1,0 0-1,-1 0 0,1 0 0,-1 0 0,1 0 0,-1 0 1,0 0-1,0 0 0,0-1 0,0 1 0,-1 0 0,2-5 1,1-9-2983,-2 1-3642</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0"/>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1"/>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2"/>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3"/>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4"/>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5"/>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6"/>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7"/>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8"/>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9"/>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0"/>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1"/>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2"/>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3"/>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4"/>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5"/>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6"/>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7"/>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9"/>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0"/>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1"/>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2"/>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3"/>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4"/>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5"/>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6"/>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7"/>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8"/>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9"/>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0"/>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1"/>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2"/>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3"/>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4"/>
    </inkml:context>
    <inkml:brush xml:id="br0">
      <inkml:brushProperty name="width" value="0.025" units="cm"/>
      <inkml:brushProperty name="height" value="0.025" units="cm"/>
    </inkml:brush>
  </inkml:definitions>
  <inkml:trace contextRef="#ctx0" brushRef="#br0">0 22 14779,'0'0'9402,"0"-22"-11194</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5"/>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6"/>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7"/>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8"/>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9"/>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0"/>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1"/>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2"/>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3"/>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4"/>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6"/>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7"/>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8"/>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9"/>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0"/>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1"/>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2"/>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3"/>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4"/>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5"/>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6"/>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7"/>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8"/>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9"/>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0"/>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1"/>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3"/>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4"/>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5"/>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6"/>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7"/>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8"/>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1"/>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2"/>
    </inkml:context>
    <inkml:brush xml:id="br0">
      <inkml:brushProperty name="width" value="0.025" units="cm"/>
      <inkml:brushProperty name="height" value="0.025" units="cm"/>
    </inkml:brush>
  </inkml:definitions>
  <inkml:trace contextRef="#ctx0" brushRef="#br0">1 0 10186,'0'0'6001,"69"58"-20876</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3"/>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4"/>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6"/>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7"/>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8"/>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35.931"/>
    </inkml:context>
    <inkml:brush xml:id="br0">
      <inkml:brushProperty name="width" value="0.025" units="cm"/>
      <inkml:brushProperty name="height" value="0.025" units="cm"/>
    </inkml:brush>
  </inkml:definitions>
  <inkml:trace contextRef="#ctx0" brushRef="#br0">0 0 12699,'0'0'7225,"11"0"-9169,16 0-225,0 0-2360</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5.413"/>
    </inkml:context>
    <inkml:brush xml:id="br0">
      <inkml:brushProperty name="width" value="0.025" units="cm"/>
      <inkml:brushProperty name="height" value="0.025" units="cm"/>
    </inkml:brush>
  </inkml:definitions>
  <inkml:trace contextRef="#ctx0" brushRef="#br0">337 609 1064,'0'0'6524,"15"-14"-5438,42-45 331,-37 37 801,-18 13 202,0 1-1623,11-13 2523,16-4-3201,-5 6 31,-5 0-132,0-1 1,-1-1 0,-1 0-1,28-46 1,-37 53-36,-1-1 1,0 0-1,-1 0 0,-1 0 1,0-1-1,-1 1 0,0-1 1,-2 0-1,2-29 0,-4 41-17,0 0-1,0 0 0,0 0 0,0 0 1,-1 0-1,0 0 0,0 0 0,0 0 0,0 0 1,0 0-1,-1 0 0,-3-5 0,2 6-5,0 0 0,0 0-1,0 1 1,0-1 0,-1 1-1,1 0 1,-1 0 0,0 0-1,1 0 1,-1 1 0,0-1 0,-8-1-1,-15-2 44,1 1 0,-1 1 1,0 1-1,-36 2 0,47 0 39,11 0-29,0 0 1,0 1 0,1 0 0,-1 0-1,0 0 1,0 1 0,0-1 0,1 1-1,-1 0 1,1 0 0,-1 1 0,1 0-1,0-1 1,0 2 0,0-1 0,-6 6-1,-2 5 122,0 1 0,1 0 0,-11 20-1,17-27-72,-16 29 226,2 1-1,2 1 0,1 0 0,2 1 0,1 1 0,-12 78 0,-8 260 870,25-238-596,-17 699 2861,25-839-3906,-9-1-2648,6 0 2562,1 0 0,-1 0 0,1-1 0,-1 1 0,1-1 0,-1 1 0,1-1 0,-1 0-1,1 0 1,0 0 0,-1 0 0,1 0 0,0-1 0,0 1 0,0 0 0,0-1-1,-4-3 1,-20-24-8986</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5.756"/>
    </inkml:context>
    <inkml:brush xml:id="br0">
      <inkml:brushProperty name="width" value="0.025" units="cm"/>
      <inkml:brushProperty name="height" value="0.025" units="cm"/>
    </inkml:brush>
  </inkml:definitions>
  <inkml:trace contextRef="#ctx0" brushRef="#br0">0 246 1016,'0'0'17580,"310"-96"-16724,-235 87-424,5-3-272,-10-3-48,5 3-112,-6-5-8,-5 3-224,-10-3-744,-1 0-1200,-26 7-2377,-11 1-2241,-11-8 1377</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6.102"/>
    </inkml:context>
    <inkml:brush xml:id="br0">
      <inkml:brushProperty name="width" value="0.025" units="cm"/>
      <inkml:brushProperty name="height" value="0.025" units="cm"/>
    </inkml:brush>
  </inkml:definitions>
  <inkml:trace contextRef="#ctx0" brushRef="#br0">99 145 1560,'0'0'15889,"-13"3"-14114,-38 12-504,49-14-1216,0 0-1,0 0 0,0 0 1,0 0-1,0 1 1,1-1-1,-1 1 1,1-1-1,-1 1 1,1-1-1,-1 1 0,1 0 1,0 0-1,0 0 1,0 0-1,0 0 1,0 0-1,-1 4 1,-1 34 367,3-34-373,-1 17 53,0-15-100,1 1-1,0-1 1,0 1-1,1-1 1,3 14-1,-3-20-11,0 0 1,0 1-1,0-1 1,0 0-1,0 0 0,1 1 1,-1-1-1,0 0 0,1-1 1,0 1-1,0 0 0,-1 0 1,1-1-1,0 1 0,0-1 1,0 1-1,1-1 1,-1 0-1,0 0 0,0 0 1,1 0-1,-1 0 0,5 0 1,16 3-371,1-1 1,-1-2 0,1 0 0,41-5-1,-62 4 281,0 0 0,0-1-1,0 0 1,0 1 0,0-1-1,0 0 1,0 0 0,0-1-1,0 1 1,0-1 0,-1 1-1,1-1 1,-1 0 0,1 0-1,-1 0 1,0 0 0,3-4-1,-1 2-8,-1-1 0,0-1 1,0 1-1,0 0 0,-1-1 0,0 1 0,0-1 0,2-11 0,-2 8 60,0-1-1,-1 0 1,-1 0-1,1 0 1,-2 0-1,1 1 1,-1-1-1,-1 0 1,0 0 0,0 1-1,-7-17 1,-5 1 117,-1 0 1,-30-35 0,21 28 257,13 20 19,10 11-547,13 7-7226,3 5-1647</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6.442"/>
    </inkml:context>
    <inkml:brush xml:id="br0">
      <inkml:brushProperty name="width" value="0.025" units="cm"/>
      <inkml:brushProperty name="height" value="0.025" units="cm"/>
    </inkml:brush>
  </inkml:definitions>
  <inkml:trace contextRef="#ctx0" brushRef="#br0">0 322 1424,'0'0'21162,"15"8"-20190,48 25-414,-41-22-242,-22-11-305,1 0 0,-1 0 1,0 0-1,1 0 0,-1 0 0,0 0 0,0 0 1,1 0-1,-1 0 0,0 0 0,1 0 0,-1 0 1,0 1-1,0-1 0,1 0 0,-1 0 0,0 0 0,0 0 1,0 1-1,1-1 0,-1 0 0,0 0 0,0 1 1,0-1-1,0 0 0,1 0 0,-1 1 0,0-1 1,0 0-1,0 1 0,0-1 0,0 0 0,0 1 453,0-3-292,-3-55 36,1 44-243,1 0 0,0 0 1,1 0-1,0 0 0,1 0 0,1 0 1,0 0-1,0 0 0,7-18 0,1 13 12,2-1-1,-1 2 1,2 0-1,1 0 1,0 1-1,0 1 0,2 0 1,20-15-1,-35 29 19,1 0 0,-1 0 0,1 1-1,-1-1 1,1 0 0,-1 0 0,1 1-1,0-1 1,-1 1 0,1 0-1,0-1 1,3 1 0,-5 0-75,1 0 1,-1 0-1,1 0 1,0 0-1,-1 0 1,1 0-1,-1 0 0,1 1 1,-1-1-1,1 0 1,0 0-1,-1 0 1,1 1-1,-1-1 0,1 0 1,-1 1-1,0-1 1,1 0-1,-1 1 1,1-1-1,-1 1 1,1-1-1,-1 1 0,0-1 1,1 1-1,-1-1 1,0 1-1,0-1 1,1 1-1,-1-1 1,0 1-1,0-1 0,0 1 1,0 0-1,0-1 1,0 1-1,0-1 1,0 2-1,0 26-6336,0 5-6641</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8.855"/>
    </inkml:context>
    <inkml:brush xml:id="br0">
      <inkml:brushProperty name="width" value="0.025" units="cm"/>
      <inkml:brushProperty name="height" value="0.025" units="cm"/>
    </inkml:brush>
  </inkml:definitions>
  <inkml:trace contextRef="#ctx0" brushRef="#br0">0 252 6641,'0'0'12811,"7"-17"-11900,26-53-36,-29 65-758,-1 0 0,1 0 0,0 1 0,0-1 0,0 1 0,1 0 0,-1 1 0,1-1 0,0 1 0,0 0 0,0 0 0,1 0 0,8-3 0,8-4 152,4-5-176,1 1 0,0 2 0,1 1-1,0 1 1,1 1 0,0 2 0,0 0 0,0 2 0,1 2 0,45-1-1,-52 4-84,-13-1-8,-1 1 0,0 0 0,1 1 0,-1 0 0,0 0 0,12 4 0,-19-4-3,1 0-1,-1 0 1,0 0-1,0 0 1,1 1-1,-1 0 1,0-1-1,0 1 1,0 0-1,0 0 1,-1 0-1,1 0 1,0 0-1,-1 0 1,0 0-1,1 1 1,-1-1-1,0 1 1,0-1-1,0 1 1,-1-1-1,1 1 1,-1-1-1,1 1 1,-1 0-1,0 4 1,1 3 22,0-1 0,-1 1 0,0 0 1,-1 0-1,0-1 0,0 1 0,-1 0 0,-1-1 1,1 1-1,-2-1 0,1 0 0,-1 0 0,0 0 1,-1-1-1,0 1 0,-1-1 0,0 0 0,0-1 1,-8 9-1,-197 177 433,199-183-449,1 1-1,0-1 1,0 2-1,1-1 1,-16 26 0,21-28-54,1 0 0,-1 0 0,2 0 0,-1 0 0,1 1 0,1 0 0,0-1 0,0 1 0,1 0 0,0 15 0,1-24 38,1 1 0,-1 0 0,1 0 0,-1-1 1,1 1-1,0 0 0,0-1 0,-1 1 0,1-1 1,0 1-1,1-1 0,-1 0 0,0 1 1,0-1-1,1 0 0,-1 0 0,0 1 0,1-1 1,-1-1-1,1 1 0,-1 0 0,1 0 0,0 0 1,-1-1-1,1 1 0,0-1 0,0 1 1,3-1-1,10 3-92,0 0 1,22 0 0,-24-2 2,-9-1 64,21 3-346,0-2 1,1 0-1,-1-2 0,0 0 0,31-7 1,-47 4 338,-9 4 48,0 0 0,0 0 0,0 0 0,0 0 0,0 0 0,0 0 0,0 1 1,0-1-1,0 0 0,0 0 0,0 0 0,0 0 0,0 0 0,0 0 1,0 0-1,0 0 0,0 0 0,0 1 0,0-1 0,0 0 0,0 0 1,0 0-1,0 0 0,0 0 0,0 0 0,0 0 0,0 0 0,0 0 1,0 1-1,0-1 0,0 0 0,0 0 0,0 0 0,0 0 0,1 0 0,-1 0 1,0 0-1,0 0 0,0 0 0,0 0 0,0 0 0,0 0 0,0 0 1,0 0-1,0 0 0,0 0 0,1 0 0,-1 0 0,0 0 0,0 0 1,0 0-1,0 0 0,0 0 0,0 0 0,0 0 0,0 0 0,1 0 0,-2 9 46,1 45 96,3 94-28,-2-125-110,2-1-1,1 0 1,1-1-1,11 34 1,-6-32 61,-2-1 0,0 1 1,-2 1-1,0-1 1,-2 1-1,3 37 0,-8-59 0,1 0-1,0 1 1,0-1-1,-1 0 1,0 1-1,1-1 1,-1 0 0,0 0-1,0 0 1,0 0-1,0 0 1,-1 0-1,1 0 1,0 0-1,-1 0 1,1 0-1,-1-1 1,0 1-1,0-1 1,0 1-1,1-1 1,-5 2-1,-3 2 162,0 0-1,-1-2 1,-18 6-1,20-6-106,-83 24 881,-7 1 398,-110 49 0,208-77-1431,-1 0 0,1 0 0,-1 0 0,1 0 0,-1 1 0,1-1 0,-1 0 0,1 0 0,-1 1 0,1-1 0,-1 0 0,1 1 0,-1-1 0,1 0 0,0 1-1,-1-1 1,1 0 0,-1 1 0,1-1 0,0 1 0,0-1 0,-1 1 0,1-1 0,0 1 0,0-1 0,-1 1 0,1-1 0,0 1 0,0-1 0,0 1 0,0 0 0,0-1 0,0 1 0,0 0-250,1 0 0,-1-1 0,1 1 1,0 0-1,-1-1 0,1 1 0,0-1 0,-1 1 0,1-1 0,0 0 0,0 1 0,-1-1 0,1 0 0,0 1 1,0-1-1,0 0 0,0 0 0,-1 0 0,3 1 0,17-1-8687</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0.671"/>
    </inkml:context>
    <inkml:brush xml:id="br0">
      <inkml:brushProperty name="width" value="0.025" units="cm"/>
      <inkml:brushProperty name="height" value="0.025" units="cm"/>
    </inkml:brush>
  </inkml:definitions>
  <inkml:trace contextRef="#ctx0" brushRef="#br0">665 41 2184,'0'0'6719,"-15"-7"-4182,4 1-2085,-1 1 0,-1 0 1,1 1-1,-1 0 0,0 1 0,0 1 0,0 0 1,-17-1-1,9 3 148,-95 4 1984,99-2-2225,1 0 1,-1 2 0,1 0 0,-31 12-1,21-4 92,0 1 0,-34 23 0,48-28-243,1 0 0,0 1 1,0 1-1,1-1 0,1 2 0,-16 21 0,21-26-157,1 1 0,1-1 0,-1 1 0,1 0 0,0 0 0,1 0 0,0 0 0,0 0 0,0 0 0,1 1 0,1 12 0,-1-8-32,0-9-15,0-1 0,1 0 0,0 1 0,-1-1 0,1 0 0,0 0 0,0 0 0,0 1 0,0-1-1,0 0 1,1 0 0,-1 0 0,1-1 0,-1 1 0,1 0 0,0 0 0,-1-1 0,1 1 0,0-1 0,0 0 0,4 2 0,6 4 37,1 0 1,22 6-1,-9-2 10,-22-10-52,0 1 1,0 0 0,1 0 0,-1 1 0,-1-1-1,1 1 1,0 0 0,-1 0 0,1 0 0,-1 0-1,0 1 1,0 0 0,0-1 0,-1 1 0,1 0 0,-1 0-1,0 0 1,0 1 0,0-1 0,-1 0 0,1 1-1,-1-1 1,0 1 0,0-1 0,-1 1 0,0 0 0,1-1-1,-2 8 1,2-4 16,-1-1-1,0 1 1,0-1 0,-1 1-1,0-1 1,-1 1 0,1-1-1,-1 1 1,0-1 0,-1 0-1,0 0 1,0 0-1,-1 0 1,0-1 0,0 1-1,0-1 1,-1 0 0,0 0-1,0-1 1,0 0 0,-7 6-1,4-4-6,-10 10 33,-35 25 0,47-38-52,1 0 1,-1-1-1,0 0 0,0 0 0,-1 0 0,1-1 0,-1 0 0,1 0 0,-1-1 1,1 0-1,-11 1 0,16-3-87,1 1 0,0 0 1,-1 0-1,1-1 0,-1 1 0,1 0 0,-1-1 1,1 1-1,0 0 0,-1-1 0,1 1 0,0-1 1,-1 1-1,1 0 0,0-1 0,0 1 0,-1-1 1,1 1-1,0-1 0,0 1 0,0-1 0,0 1 1,-1-1-1,1 1 0,0-1 0,0 1 0,0-1 1,0 0-1,0 1 0,0-1 0,1 1 0,-1-1 0,4-19-985,-1 17 915,0 1 0,0-1 1,-1 1-1,1 0 0,1 0 0,-1 0 0,0 1 1,0-1-1,1 1 0,-1-1 0,1 1 0,-1 0 1,1 1-1,6-2 0,54-2-860,-59 3 988,0 1-1,0 0 1,0 1-1,0-1 0,-1 1 1,1 0-1,0 0 1,0 0-1,0 1 1,7 3-1,-9-3 43,-1 1 0,1-1 0,-1 0 0,0 1 0,1 0 0,-1 0 0,-1-1-1,1 1 1,0 0 0,-1 0 0,1 1 0,-1-1 0,0 0 0,0 0 0,-1 1 0,2 4 0,2 20 629,-1 1 0,-2 0 0,-2 42 0,0-14 706,-3-4-299,2-40-832,0 0 0,2 0 0,-1 0 0,2 0 0,-1 0 0,4 16 1,-3-27-191,0-1 1,0 1-1,0 0 1,0-1 0,0 1-1,0-1 1,0 1 0,0-1-1,1 0 1,-1 1-1,1-1 1,-1 0 0,1 0-1,-1 0 1,1 0-1,0 0 1,-1 0 0,1 0-1,3 0 1,39 9 232,-28-8-99,25 4-51,0-2 0,73-2 0,-66-3-3766</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1.703"/>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5.899"/>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7.775"/>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8.984"/>
    </inkml:context>
    <inkml:brush xml:id="br0">
      <inkml:brushProperty name="width" value="0.025" units="cm"/>
      <inkml:brushProperty name="height" value="0.025" units="cm"/>
    </inkml:brush>
  </inkml:definitions>
  <inkml:trace contextRef="#ctx0" brushRef="#br0">411 27 2529,'0'0'13500,"2"-5"-12295,5-12-296,-5 12 1264,-7 5-1981,0 1 1,1-1-1,-1 1 0,0 0 0,1 0 0,-1 0 0,1 0 0,-1 1 0,1 0 0,0 0 0,0 0 0,0 1 0,0-1 1,-6 6-1,-1 2-165,1 1 0,0 1 1,-11 15-1,4-5 258,-21 28-206,3 1 0,1 2 0,4 1 0,-25 59 0,37-69-69,2 1 1,2 0 0,2 0-1,2 2 1,2-1 0,-2 49-1,9 257 21,2-333-33,1 0 1,0-1-1,2 0 1,0 0-1,1 0 1,0 0-1,12 23 1,-14-34 1,1 1 0,0-1 0,1 0 1,-1 0-1,1-1 0,1 1 0,-1-1 1,1 0-1,0-1 0,0 1 0,1-1 0,-1 0 1,1-1-1,1 0 0,-1 0 0,0 0 0,1-1 1,15 5-1,2-4 60,0-1 1,0 0-1,1-2 1,-1-1-1,39-5 1,-63 5-80,0 0 1,1 0 0,-1 0 0,0-1-1,1 1 1,-1 0 0,0 0 0,0-1 0,1 1-1,-1-1 1,0 0 0,0 1 0,0-1-1,0 0 1,1 1 0,-1-1 0,0 0-1,-1 0 1,1 0 0,0 0 0,0 0 0,0 0-1,0-2 1,-7 3-1291,-5 2 81,0-1 0,0 2 0,0 0 0,0 0 0,-13 6 1,-24 6-4608</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9.316"/>
    </inkml:context>
    <inkml:brush xml:id="br0">
      <inkml:brushProperty name="width" value="0.025" units="cm"/>
      <inkml:brushProperty name="height" value="0.025" units="cm"/>
    </inkml:brush>
  </inkml:definitions>
  <inkml:trace contextRef="#ctx0" brushRef="#br0">86 4 440,'0'0'20655,"0"-3"-19944,1 34-223,-2 0 0,-1-1 0,-7 35 0,3-45-542,1-1-458,-1-1 0,-1 0-1,-12 24 1,18-40-125,0-1-1,0 1 0,-1-1 1,1 0-1,0 1 0,-1-1 1,1 0-1,-1 0 0,1 0 1,-1 0-1,1 0 0,-3 1 1,-7-1-7592</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9.644"/>
    </inkml:context>
    <inkml:brush xml:id="br0">
      <inkml:brushProperty name="width" value="0.025" units="cm"/>
      <inkml:brushProperty name="height" value="0.025" units="cm"/>
    </inkml:brush>
  </inkml:definitions>
  <inkml:trace contextRef="#ctx0" brushRef="#br0">1 17 1360,'0'0'19132,"10"-17"-19132,6 56-208,-5 35-1344,0-11-3137,-6-3-4497</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0.006"/>
    </inkml:context>
    <inkml:brush xml:id="br0">
      <inkml:brushProperty name="width" value="0.025" units="cm"/>
      <inkml:brushProperty name="height" value="0.025" units="cm"/>
    </inkml:brush>
  </inkml:definitions>
  <inkml:trace contextRef="#ctx0" brushRef="#br0">1 132 1616,'0'0'20089,"11"-1"-19461,77-3-9,-87 4-617,0 1 1,0-1-1,-1 0 1,1 0-1,-1 0 1,1 1 0,0-1-1,-1 0 1,1 1-1,-1-1 1,1 0-1,0 1 1,-1-1-1,1 1 1,-1-1 0,0 1-1,1-1 1,-1 1-1,1 0 1,-1-1-1,0 1 1,1-1 0,-1 1-1,0 0 1,0-1-1,0 1 1,1 0-1,-1-1 1,0 1 0,0 0-1,0-1 1,0 1-1,0 1 1,0 28-46,-1-22-11,1-6-128,12-2-949,-2-1 832,1 0 1,-1-1 0,1 0 0,-1 0-1,1-1 1,-1-1 0,0 0 0,0 0-1,-1-1 1,14-8 0,10-10-173,43-37-1,-52 40 235,-13 12 459,15-13-198,-18 9 4335,-5 132-3426,-1-58-3548,-1-3-4860,-1-40-388</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0.352"/>
    </inkml:context>
    <inkml:brush xml:id="br0">
      <inkml:brushProperty name="width" value="0.025" units="cm"/>
      <inkml:brushProperty name="height" value="0.025" units="cm"/>
    </inkml:brush>
  </inkml:definitions>
  <inkml:trace contextRef="#ctx0" brushRef="#br0">156 0 2497,'0'0'19868,"-5"28"-18716,2-8-956,-3 23 283,-3 0 1,-22 71 0,-39 103 627,60-178-1134,3-1 0,1 2-1,-2 67 1,8-94 119,-1-10-260,1 1 1,0-1 0,0 0 0,1 1 0,-1-1 0,1 1 0,-1-1 0,2 5 0,-1-7 7,0 0 0,0 1 0,0-1 0,1 0 0,-1 1 0,0-1 0,0 0 0,1 0-1,-1 0 1,1 0 0,-1 0 0,1-1 0,-1 1 0,1 0 0,-1-1 0,1 1 0,0-1 0,-1 1 0,1-1 0,2 0 0,61 6-7697,-42-6 1210</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0.692"/>
    </inkml:context>
    <inkml:brush xml:id="br0">
      <inkml:brushProperty name="width" value="0.025" units="cm"/>
      <inkml:brushProperty name="height" value="0.025" units="cm"/>
    </inkml:brush>
  </inkml:definitions>
  <inkml:trace contextRef="#ctx0" brushRef="#br0">0 43 1304,'0'0'19965,"193"-43"-19821,-145 43-144,16 0-809,-16 0-3528,0 0-7209</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1.257"/>
    </inkml:context>
    <inkml:brush xml:id="br0">
      <inkml:brushProperty name="width" value="0.025" units="cm"/>
      <inkml:brushProperty name="height" value="0.025" units="cm"/>
    </inkml:brush>
  </inkml:definitions>
  <inkml:trace contextRef="#ctx0" brushRef="#br0">289 60 1168,'0'0'15155,"1"-10"-13661,3-30-439,-3 30-231,5 21 683,10 43-1175,-2 0-1,11 102 1,-12 118-384,-12-256 28,-1-10 29,1-1 1,-2 0 0,1 0-1,-1 1 1,0-1 0,-3 11-1,3-15 5,0-1 0,0 0 0,0 0 0,-1 0 0,1 0 0,-1 0 0,1-1 0,-1 1-1,0 0 1,0-1 0,1 1 0,-1-1 0,0 1 0,0-1 0,-1 0 0,1 0 0,0 0 0,0 0-1,0 0 1,-1-1 0,1 1 0,0-1 0,-1 1 0,-3-1 0,-8 2 58,0-1 1,0 0-1,-1-1 0,1 0 1,0-2-1,-1 1 1,-13-5-1,18 3-8,0 0 1,1-1-1,0 0 0,-1 0 1,1-1-1,1 0 0,-1-1 1,1 0-1,0-1 0,-11-10 1,8 5 183,-1 0 0,2 0 1,0-1-1,0-1 0,-12-23 0,22 36-290,0 1 0,0 0 0,-1-1 0,1 1 0,0-1 0,0 1 0,0 0 0,-1-1 0,1 1 0,0-1 0,0 1 0,0-1 0,0 1 0,0-1 0,0 1 0,0-1 0,0 1 0,0-1 0,0 1 0,0 0 0,0-1 0,1 1 0,-1-1 0,0 1 0,0-1 0,0 1 0,1-1 0,-1 1 0,0 0 0,0-1 0,1 1 0,0-1 0,15-2-5379,-2 2 1997,11-9-5965</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1.590"/>
    </inkml:context>
    <inkml:brush xml:id="br0">
      <inkml:brushProperty name="width" value="0.025" units="cm"/>
      <inkml:brushProperty name="height" value="0.025" units="cm"/>
    </inkml:brush>
  </inkml:definitions>
  <inkml:trace contextRef="#ctx0" brushRef="#br0">28 0 1800,'0'0'24811,"-6"16"-21358,6 23-4734,1-9-899,-2 0 0,-6 45 0,-7-20-3820</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2.046"/>
    </inkml:context>
    <inkml:brush xml:id="br0">
      <inkml:brushProperty name="width" value="0.025" units="cm"/>
      <inkml:brushProperty name="height" value="0.025" units="cm"/>
    </inkml:brush>
  </inkml:definitions>
  <inkml:trace contextRef="#ctx0" brushRef="#br0">5 161 1040,'0'0'16546,"-1"-3"-14893,0-1-1433,0 3-158,1 0 1,0 0 0,-1 0 0,1 0 0,0 0 0,0 0 0,0 0 0,0 0 0,0 0 0,0 0 0,0 0 0,0 0 0,0 1 0,0-1 0,0 0 0,1 0 0,-1 0-1,0 0 1,1 0 0,-1 0 0,1 0 0,-1 0 0,1 0 0,-1 1 0,1-1 0,0 0 0,-1 0 0,1 1 0,0-1 0,0 0 0,-1 1 0,1-1 0,0 1 0,0-1 0,0 1-1,0 0 1,0-1 0,0 1 0,0 0 0,0-1 0,1 1 0,36-15 404,69-16-1,-28 9-311,16-1-56,-56 14-181,38-13 0,-97 41-6007,-23 21 2616,-33 12-2858,4-9-901</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2.376"/>
    </inkml:context>
    <inkml:brush xml:id="br0">
      <inkml:brushProperty name="width" value="0.025" units="cm"/>
      <inkml:brushProperty name="height" value="0.025" units="cm"/>
    </inkml:brush>
  </inkml:definitions>
  <inkml:trace contextRef="#ctx0" brushRef="#br0">6 0 1424,'-6'202'10018,"28"-202"-7289,10 0 8,5 0-345,6 0-511,10 0-425,-5-4-480,6-1-288,-11-12-320,-6 0-208,-5 8-160,-5 9-536,-16 0-1904,-6 0-4842</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3.330"/>
    </inkml:context>
    <inkml:brush xml:id="br0">
      <inkml:brushProperty name="width" value="0.025" units="cm"/>
      <inkml:brushProperty name="height" value="0.025" units="cm"/>
    </inkml:brush>
  </inkml:definitions>
  <inkml:trace contextRef="#ctx0" brushRef="#br0">288 311 2465,'0'0'15464,"-16"-8"-13952,-48-24-493,60 30-955,0 0 0,0 1 0,0-1-1,0 1 1,0 0 0,-1 0-1,1 0 1,0 1 0,-1-1 0,1 1-1,-1 0 1,1 1 0,0-1-1,-1 1 1,1 0 0,0 0 0,-1 0-1,1 0 1,0 1 0,0-1 0,0 1-1,0 0 1,0 1 0,1-1-1,-1 1 1,1-1 0,-1 1 0,1 0-1,0 0 1,0 1 0,0-1-1,-2 5 1,-5 7-45,2 0 0,0 0 0,0 1 0,2 1 0,0-1 0,-4 18 0,4-9-44,1 0 0,2 0 0,0 0 0,1 1 1,2-1-1,5 50 0,-5-72 0,1 0-1,0-1 0,-1 1 1,1 0-1,0-1 1,0 1-1,1 0 1,-1-1-1,0 0 1,1 1-1,0-1 0,-1 0 1,1 0-1,0 0 1,0 0-1,0 0 1,0 0-1,1 0 0,-1-1 1,0 1-1,1-1 1,-1 0-1,1 0 1,-1 1-1,1-2 0,4 2 1,6 1-43,-1-1-1,1 0 1,0-1 0,18-1-1,-22 0 64,-1 0-26,0-1 0,0 0 1,0 0-1,-1 0 1,1-1-1,0 0 1,0-1-1,-1 1 1,0-1-1,1-1 0,-1 0 1,0 0-1,-1 0 1,1-1-1,11-10 1,-5 1-82,0-1-1,-2 0 1,1-1 0,-2 0 0,15-28 0,-15 21 95,0-1 0,-1 1-1,-1-2 1,-2 1 0,0-1 0,3-37 0,-2-154 135,-7 164-55,0 48-33,0 0 1,0 0-1,-1 0 0,1-1 0,-1 1 0,0 0 0,0 0 0,0 0 0,0 0 0,-4-5 0,4 7 11,-1 0 0,1 0 0,-1 0 0,0 0 0,0 1-1,0-1 1,0 1 0,0-1 0,0 1 0,0 0 0,0 0-1,0 0 1,-1 0 0,1 0 0,0 0 0,-1 1 0,1-1-1,-5 1 1,3-1-12,-1 0-1,0 1 1,0-1 0,1 1-1,-1 0 1,0 1-1,1-1 1,-1 1-1,0 0 1,1 0 0,-1 1-1,1-1 1,0 1-1,-1 0 1,-7 5-1,7-3-56,0 0-1,1 1 0,-1 0 1,1-1-1,0 2 1,0-1-1,1 0 0,0 1 1,0-1-1,0 1 0,-4 12 1,1 3-757,1 1 0,0 1 1,2-1-1,-1 24 0,3-3-4021</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3.670"/>
    </inkml:context>
    <inkml:brush xml:id="br0">
      <inkml:brushProperty name="width" value="0.025" units="cm"/>
      <inkml:brushProperty name="height" value="0.025" units="cm"/>
    </inkml:brush>
  </inkml:definitions>
  <inkml:trace contextRef="#ctx0" brushRef="#br0">59 10 1512,'0'0'28158,"0"-10"-26949,-5 10-3130,-11 27-951,-6 26-2690,6-5-3095</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4.001"/>
    </inkml:context>
    <inkml:brush xml:id="br0">
      <inkml:brushProperty name="width" value="0.025" units="cm"/>
      <inkml:brushProperty name="height" value="0.025" units="cm"/>
    </inkml:brush>
  </inkml:definitions>
  <inkml:trace contextRef="#ctx0" brushRef="#br0">460 1 1216,'43'337'11867,"-54"-330"-7458,-10 15-2257,-17 9-175,1 5-441,-17 19-936,1 3-600,-11 7-144,-27 19-1600,16-14-3321,16-22-7714</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4.426"/>
    </inkml:context>
    <inkml:brush xml:id="br0">
      <inkml:brushProperty name="width" value="0.025" units="cm"/>
      <inkml:brushProperty name="height" value="0.025" units="cm"/>
    </inkml:brush>
  </inkml:definitions>
  <inkml:trace contextRef="#ctx0" brushRef="#br0">241 40 624,'0'0'17021,"4"-6"-15291,9-14-673,-13 19-944,1 0 1,-1 0-1,0 1 1,1-1-1,-1 0 0,1 1 1,-1-1-1,1 0 1,0 1-1,-1-1 1,1 0-1,0 1 1,-1-1-1,1 1 1,0 0-1,-1-1 0,1 1 1,0-1-1,0 1 1,0 0-1,-1 0 1,1-1-1,0 1 1,0 0-1,0 0 1,0 0-1,-1 0 0,1 0 1,0 0-1,0 0 1,0 0-1,0 0 1,1 1-1,0 9 189,40 737-1203,-42-745 879,0 1 0,0-1 0,0 1 0,0-1 0,0 0 0,0 1 0,-1-1 0,1 1 0,-1-1 0,0 0 0,0 1-1,1-1 1,-2 0 0,1 0 0,0 1 0,0-1 0,-1 0 0,-1 2 0,0-3 23,0 1 0,1-1 1,-1 0-1,-1 0 0,1 0 1,0 0-1,0 0 0,0-1 1,0 1-1,-1-1 0,1 0 0,0 0 1,-4 0-1,-7 0 42,7 0-30,0 1-1,0-1 0,0-1 0,0 1 1,0-1-1,1 0 0,-1-1 0,0 0 1,0 0-1,1 0 0,-1-1 0,-8-5 1,3 0 28,1 0 0,1-1 1,0 0-1,0-1 0,1 0 1,0-1-1,-8-13 0,0-4 403,-26-58 1,41 83-359,1-1 1,0 1-1,0-1 0,1 1 1,-1-1-1,1 0 1,-1-4-1,1-6-2982,0 5-2232</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4.771"/>
    </inkml:context>
    <inkml:brush xml:id="br0">
      <inkml:brushProperty name="width" value="0.025" units="cm"/>
      <inkml:brushProperty name="height" value="0.025" units="cm"/>
    </inkml:brush>
  </inkml:definitions>
  <inkml:trace contextRef="#ctx0" brushRef="#br0">0 48 10218,'0'0'17348,"0"-38"-16492,0 33-40,0 0-816,16 37-6489,11-1 680,5-9-7042</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5.367"/>
    </inkml:context>
    <inkml:brush xml:id="br0">
      <inkml:brushProperty name="width" value="0.025" units="cm"/>
      <inkml:brushProperty name="height" value="0.025" units="cm"/>
    </inkml:brush>
  </inkml:definitions>
  <inkml:trace contextRef="#ctx0" brushRef="#br0">654 0 1144,'0'0'16328,"4"0"-14457,19 0 948,-37 17-126,-276 196-694,1-1-2047,214-148-298,74-63 325,-10 9-827,20-9 54,6-1 936,34-1-113,412 13 254,-259-2 729,-200-10-971,-1 0-4,0 0 0,0-1 0,0 1 0,0 0-1,0 0 1,0 0 0,0 0 0,0 0 0,0 0 0,0 0 0,0 0-1,0 1 1,0-1 0,0 0 0,0 1 0,0-1 0,0 1-1,0-1 1,0 1 0,0-1 0,0 1 0,0-1 0,0 1 0,-1 0-1,1 0 1,1 1 0,-2-1 829,-1 12-1983,0-7 431,0-1 0,-1 1-1,1-1 1,-1 1-1,0-1 1,-1 1 0,0-1-1,0 0 1,-5 7-1,-13 5-6734</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6.414"/>
    </inkml:context>
    <inkml:brush xml:id="br0">
      <inkml:brushProperty name="width" value="0.025" units="cm"/>
      <inkml:brushProperty name="height" value="0.025" units="cm"/>
    </inkml:brush>
  </inkml:definitions>
  <inkml:trace contextRef="#ctx0" brushRef="#br0">1 118 1608,'0'0'10799,"0"-11"-8814,1-39-95,-1 48-1751,0 0 0,0 0 0,0-1 0,1 1 0,-1 0 0,1 0 0,-1 0 0,1-1 0,0 1 0,0 0 0,0 0 0,0 0 0,0 0 0,0 0 0,1 1 1,-1-1-1,1 0 0,-1 0 0,1 1 0,0-1 0,-1 1 0,1 0 0,0-1 0,0 1 0,0 0 0,2-1 0,3 0 311,-1 1 1,0-1 0,1 1-1,-1 1 1,1-1 0,10 1-1,-10 0-3,-5 1-404,-1-1-1,1 0 1,0 1-1,-1-1 1,1 1-1,0-1 1,-1 1-1,1 0 1,-1 0-1,1 0 1,-1-1-1,1 2 1,-1-1-1,0 0 1,1 0-1,-1 0 1,0 0-1,0 1 1,0-1-1,0 1 1,1 2-1,16 36 159,-15-32-134,-3-7-62,20 52 187,-2 1 0,18 87 0,-35-82-190,-1-57 323,1-3-322,0 0 0,0-1 0,0 1 0,0 0 0,0 0 0,0 0 0,-1-1 0,1 1 0,0 0 1,-1-1-1,1 1 0,-1 0 0,0-1 0,1 1 0,-1-1 0,0 1 0,0-3 0,2-4-11,6-17-46,1 0 1,1 1 0,1 1-1,2-1 1,0 2 0,1 0-1,1 1 1,1 0 0,1 1-1,32-28 1,-42 42 39,1 1-1,0 0 1,1 0-1,-1 1 1,1 0-1,0 1 1,0-1-1,0 2 1,0-1-1,0 2 1,1-1-1,-1 1 1,1 0-1,-1 1 1,13 1-1,-19-1 20,1 1 1,-1 0-1,0 0 0,1 0 0,-1 0 0,0 0 1,0 0-1,0 1 0,0 0 0,0 0 1,0 0-1,0 0 0,0 0 0,-1 0 1,1 1-1,-1-1 0,0 1 0,0 0 1,0-1-1,0 1 0,0 0 0,0 0 1,-1 0-1,3 7 0,1 4 171,0 0 0,-1 0 0,0 1 0,2 20 0,-2-7 278,1 6-1881,2 45-1,-7-36-1720,0 0-1983</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6.754"/>
    </inkml:context>
    <inkml:brush xml:id="br0">
      <inkml:brushProperty name="width" value="0.025" units="cm"/>
      <inkml:brushProperty name="height" value="0.025" units="cm"/>
    </inkml:brush>
  </inkml:definitions>
  <inkml:trace contextRef="#ctx0" brushRef="#br0">0 18 1072,'0'0'19254,"17"0"-18022,6 0-927,10 1 100,-1-1 0,0-2-1,49-8 1,-72 8-446,0 0-1,0 1 1,1 0-1,12 1 0,-21 0-869,-3 7-6362,-4 0 4317,3-5 744,-7 8-6390</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7.178"/>
    </inkml:context>
    <inkml:brush xml:id="br0">
      <inkml:brushProperty name="width" value="0.025" units="cm"/>
      <inkml:brushProperty name="height" value="0.025" units="cm"/>
    </inkml:brush>
  </inkml:definitions>
  <inkml:trace contextRef="#ctx0" brushRef="#br0">27 46 1464,'0'0'5975,"0"-3"-5548,1-4-835,-1-14 3972,0 20-3355,0 1 1,0-1-1,0 1 0,0-1 0,0 1 1,0-1-1,-1 1 0,1-1 1,0 1-1,0-1 0,0 1 1,-1-1-1,1 1 0,0 0 1,-1-1-1,1 1 0,0-1 1,-1 1-1,1 0 0,0-1 0,-1 1 1,1 0-1,-1 0 0,1-1 1,-1 1-1,1 0 0,-1 0 1,1 0-1,-1-1 0,1 1 1,-1 0-1,1 0 0,-1 0 1,-9-2 2290,5 1 2068,4 15-3133,1 56-720,21 137-1,-14-155-742,1 60 0,-7-43-5294,-1-65 379</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7.517"/>
    </inkml:context>
    <inkml:brush xml:id="br0">
      <inkml:brushProperty name="width" value="0.025" units="cm"/>
      <inkml:brushProperty name="height" value="0.025" units="cm"/>
    </inkml:brush>
  </inkml:definitions>
  <inkml:trace contextRef="#ctx0" brushRef="#br0">49 37 464,'0'0'27718,"0"-32"-27222,0 28-152,-6 30-4969,-15 17-176,-1-11-1632</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7.849"/>
    </inkml:context>
    <inkml:brush xml:id="br0">
      <inkml:brushProperty name="width" value="0.025" units="cm"/>
      <inkml:brushProperty name="height" value="0.025" units="cm"/>
    </inkml:brush>
  </inkml:definitions>
  <inkml:trace contextRef="#ctx0" brushRef="#br0">374 0 2345,'0'0'24397,"-64"12"-23245,48 20-432,0 6-408,-5 3-192,-17 19-120,-4 5-72,-28 41-1392,11-15-2865,11-21-5633</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8.599"/>
    </inkml:context>
    <inkml:brush xml:id="br0">
      <inkml:brushProperty name="width" value="0.025" units="cm"/>
      <inkml:brushProperty name="height" value="0.025" units="cm"/>
    </inkml:brush>
  </inkml:definitions>
  <inkml:trace contextRef="#ctx0" brushRef="#br0">359 31 616,'0'0'15918,"0"-31"-8045,2 53-7826,0-1 1,1 1 0,2-1 0,13 40-1,4 21-40,-12-22-135,-3 0 0,-1 96 0,-6-152 118,0 0 0,0 0 0,0 0-1,-1 1 1,1-1 0,-1 0 0,0 0 0,0 0 0,-1 0 0,1 0 0,-1 0 0,0 0 0,0-1 0,0 1 0,-1 0-1,1-1 1,-4 4 0,1-3 33,0 0 0,-1-1 1,1 1-1,-1-1 0,0 0 0,0 0 0,0-1 0,0 0 0,-13 3 0,-11 0 47,-1-1 0,0-1 0,1-2 1,-46-4-1,2 1 210,69 2-347,4 0-427,0 1-1268,-3-1 958,0-7-3884,-30-57-7313,18 31 9310</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8.962"/>
    </inkml:context>
    <inkml:brush xml:id="br0">
      <inkml:brushProperty name="width" value="0.025" units="cm"/>
      <inkml:brushProperty name="height" value="0.025" units="cm"/>
    </inkml:brush>
  </inkml:definitions>
  <inkml:trace contextRef="#ctx0" brushRef="#br0">6 27 1488,'0'0'22113,"0"-4"-20251,0 2-1410,0 1-339,1 0-1,-1 0 1,0 0-1,0 0 1,0 0 0,0 0-1,0 0 1,-1 0-1,1 0 1,0 0-1,0 0 1,-1 0-1,1 0 1,0 0-1,-1 0 1,1 1-1,-1-1 1,1 0-1,-2-2 1664,9 25-1755,1-4-1830,1 0-1,1 0 0,13 16 0,-11-16-1869,10 11-5411</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9.372"/>
    </inkml:context>
    <inkml:brush xml:id="br0">
      <inkml:brushProperty name="width" value="0.025" units="cm"/>
      <inkml:brushProperty name="height" value="0.025" units="cm"/>
    </inkml:brush>
  </inkml:definitions>
  <inkml:trace contextRef="#ctx0" brushRef="#br0">11 11 2369,'0'0'15847,"0"-8"-13063,0 6-1920,0 6 4462,2 21-4983,1-1 0,10 42-1,-6-34-324,5 51 0,-11 69-1996,-1-85-1753,0-62 3026,0 0 1,0 1 0,-1-1-1,1 0 1,-1 0-1,0 0 1,-1 0-1,1 0 1,-1 0-1,0 0 1,0 0 0,0-1-1,-7 10 1,-17 10-9242</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9.709"/>
    </inkml:context>
    <inkml:brush xml:id="br0">
      <inkml:brushProperty name="width" value="0.025" units="cm"/>
      <inkml:brushProperty name="height" value="0.025" units="cm"/>
    </inkml:brush>
  </inkml:definitions>
  <inkml:trace contextRef="#ctx0" brushRef="#br0">0 85 360,'0'0'20316,"37"-36"-19843,1 36-193,-1 0-280,1 0-40,-6 0-1089,5-7-1695,-5-3-3402,-5-7-3344,-11 3 8322</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20.039"/>
    </inkml:context>
    <inkml:brush xml:id="br0">
      <inkml:brushProperty name="width" value="0.025" units="cm"/>
      <inkml:brushProperty name="height" value="0.025" units="cm"/>
    </inkml:brush>
  </inkml:definitions>
  <inkml:trace contextRef="#ctx0" brushRef="#br0">0 1 2761,'0'0'20317,"0"21"-18680,2 70-576,-1-76-882,1 1 0,1-1 1,0 0-1,11 30 0,0-1-161,2 41-1972,-13-57-2472,-2 1-5140,-1-22 614</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20.372"/>
    </inkml:context>
    <inkml:brush xml:id="br0">
      <inkml:brushProperty name="width" value="0.025" units="cm"/>
      <inkml:brushProperty name="height" value="0.025" units="cm"/>
    </inkml:brush>
  </inkml:definitions>
  <inkml:trace contextRef="#ctx0" brushRef="#br0">1 41 1632,'0'0'23277,"59"-41"-22461,-22 41-295,1 0-329,4 0-144,1 0-48,5 0-200,6 0-665,15 0-1111,-10 19-2873,-5-11-2497</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20.763"/>
    </inkml:context>
    <inkml:brush xml:id="br0">
      <inkml:brushProperty name="width" value="0.025" units="cm"/>
      <inkml:brushProperty name="height" value="0.025" units="cm"/>
    </inkml:brush>
  </inkml:definitions>
  <inkml:trace contextRef="#ctx0" brushRef="#br0">22 66 1816,'0'0'14786,"-4"-8"-13143,-7-24-483,4 7 3787,12 25-4491,2 0-340,1 1 1,-1 0-1,1 0 1,-1 1-1,0 0 1,0 0-1,0 0 0,0 1 1,0 0-1,10 7 1,5 4 157,35 32 0,-30-23-140,45 36 142,-3 4 0,-2 2 0,100 130 0,-153-178-272,-2 2 1,0-1-1,-1 1 0,-1 1 0,-1 0 0,-1 0 1,0 1-1,-2 0 0,0 0 0,-2 1 0,0-1 0,-1 1 1,-2 0-1,-1 43 0,-1-55 47,-1 1 1,1-1-1,-2 0 0,0 1 1,0-1-1,-1 0 0,0 0 0,-1-1 1,0 0-1,0 1 0,-8 8 1,-7 7 204,-2 0 0,-31 26 0,49-47-226,-182 150 1058,-16 17-120,200-168-987,-1 0 0,0 0 1,1 0-1,-1 1 0,1-1 0,0 1 0,0 0 0,1-1 1,-1 1-1,1 0 0,-2 5 0,0 38-5404,3-39 3752,0 10-5797</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2.117"/>
    </inkml:context>
    <inkml:brush xml:id="br0">
      <inkml:brushProperty name="width" value="0.025" units="cm"/>
      <inkml:brushProperty name="height" value="0.025" units="cm"/>
    </inkml:brush>
  </inkml:definitions>
  <inkml:trace contextRef="#ctx0" brushRef="#br0">829 186 1792,'0'0'8361,"-22"15"-6830,-138 89 2186,94-60-1807,2 3 0,3 2 0,-96 100 0,126-113-1482,1 2 1,2 1-1,2 1 1,1 1-1,-18 44 1,18-28-141,3 1 1,2 1-1,-16 84 1,30-106-223,2 0 0,1 67 0,3-98-66,0-2 0,1-1 0,-1 1 0,0-1 0,1 1-1,0-1 1,0 1 0,0-1 0,0 1 0,1-1-1,-1 0 1,1 0 0,0 0 0,0 0-1,0 0 1,0 0 0,4 4 0,-1-3 0,0 1-1,0-1 1,1-1 0,0 1-1,0-1 1,0 0 0,0 0-1,8 3 1,8 0 8,0-1 0,0-1 0,1 0 0,30 0 0,129-3-23,-159-3 8,-1-1 0,0 0 1,0-2-1,-1 0 1,1-2-1,21-9 0,15-12-197,-1-1-1,-1-4 0,-2-2 0,96-81 0,-114 83-40,-1-2 0,-2-1 0,-2-1 0,-1-2 0,-2-1 0,-1-1 0,22-49 0,-37 62 155,-1-1 0,-1 0 0,-1-1 0,-2 0 0,6-50 0,-8 26 82,-3 0 1,-6-70-1,2 104 18,-1 1 1,-1-1-1,-1 0 1,0 1-1,-1 0 1,-1 0-1,-1 1 1,-1 0-1,0 0 1,-2 1-1,-13-18 0,14 22 16,-1 0 0,-1 0 0,0 1 0,0 1-1,-1 0 1,-1 1 0,0 0 0,0 1 0,-1 0 0,0 1-1,0 1 1,-1 1 0,-21-7 0,6 8 27,-1 0 1,1 2 0,-1 2-1,-39 2 1,47 0-29,1 2 1,0 1-1,0 1 1,1 0-1,-1 2 0,1 1 1,0 0-1,1 2 1,0 0-1,-25 18 1,18-10-1,1 2 1,1 1 0,1 1 0,1 2-1,0 0 1,-31 43 0,51-61-59,-1 0 0,1-1 0,0 2 0,1-1 0,0 0 0,0 1 0,0-1 0,1 1 0,-1 0 0,2 0 0,-1 0 0,1 0 0,0 0 0,0 11 0,1-17-105,0 1 0,0-1 0,0 1 0,1 0 0,-1-1 0,0 1 0,1-1 0,-1 1-1,1-1 1,-1 1 0,1-1 0,0 0 0,0 1 0,-1-1 0,1 0 0,0 1 0,0-1 0,0 0 0,1 0 0,-1 0 0,0 0-1,0 0 1,0 0 0,1 0 0,-1 0 0,2 0 0,4 2-1138,0-1 1,0 0-1,-1-1 1,15 2-1,-14-2 320,50 5-10395</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2.565"/>
    </inkml:context>
    <inkml:brush xml:id="br0">
      <inkml:brushProperty name="width" value="0.025" units="cm"/>
      <inkml:brushProperty name="height" value="0.025" units="cm"/>
    </inkml:brush>
  </inkml:definitions>
  <inkml:trace contextRef="#ctx0" brushRef="#br0">830 0 2481,'0'0'19432,"-35"5"-17919,-114 19-252,138-21-1098,-1-1 0,1 2 0,0-1 0,0 2 1,0-1-1,1 2 0,0-1 0,-1 1 0,2 1 1,-14 11-1,5-4 57,-19 16 51,2 2 1,1 1-1,1 2 1,2 1-1,2 1 1,-45 75-1,34-39-196,3 1 0,3 2-1,-24 82 1,44-111-86,2 0 1,2 1 0,2 0-1,2 1 1,1 69-1,5-105-57,0 1-1,1-1 1,0 1-1,1-1 1,0 0-1,1 0 1,7 20-1,-7-28-42,0 0 0,0 1 0,1-1 0,-1 0 0,1 0 0,0-1 0,0 1 0,1-1 0,0 0 1,-1 0-1,1-1 0,0 1 0,1-1 0,-1 0 0,1 0 0,-1-1 0,1 0 0,0 0 0,8 2 0,32 4-2128,0-2 1,1-3-1,63-2 1,-100-1 1555,109 0-9014</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3.195"/>
    </inkml:context>
    <inkml:brush xml:id="br0">
      <inkml:brushProperty name="width" value="0.025" units="cm"/>
      <inkml:brushProperty name="height" value="0.025" units="cm"/>
    </inkml:brush>
  </inkml:definitions>
  <inkml:trace contextRef="#ctx0" brushRef="#br0">1 190 1640,'0'0'18182,"2"-5"-16477,-2 3-1609,1 0 0,-1 1 0,1-1-1,0 1 1,-1-1 0,1 1 0,0-1 0,0 1 0,0-1-1,1 1 1,-1 0 0,0 0 0,0 0 0,1 0-1,-1-1 1,2 0 0,1 1 34,-1 0 1,0 0-1,1 0 0,-1 0 1,1 1-1,-1-1 1,1 1-1,7 0 0,73 0 748,-82 0-860,0 0 0,0 0 0,0 1 0,0-1 0,0 1 0,0-1 0,0 1 0,0 0 0,-1 0 0,1 0 0,0 0 0,-1 0 0,1 0 0,0 0 1,-1 0-1,1 1 0,-1-1 0,2 2 0,0 2 11,1-1-1,-1 1 1,-1 0 0,1 0 0,-1 0 0,3 7 0,0 3 44,-1 0 0,-1 1 0,3 28 0,-5 73 201,-1-115-206,0-17-34,0 8-29,-1-2-101,1 0 0,0-1 1,1 1-1,0-1 0,1 1 0,0 0 0,0 0 0,1 0 1,7-17-1,12-12-274,3 1 0,1 2 0,1 0-1,2 2 1,35-31 0,-57 58 337,0 0-1,0 1 0,0 0 0,1 0 1,13-6-1,-17 9 35,0 1 0,-1 0 0,1-1 0,0 1-1,0 0 1,0 1 0,0-1 0,0 1 0,0 0 0,0 0 0,0 0 0,0 0 0,0 1-1,0-1 1,4 2 0,-6-1 18,-1 0 0,1 1-1,0-1 1,-1 0 0,1 0-1,-1 1 1,1-1 0,-1 1-1,1 0 1,-1-1 0,0 1-1,0 0 1,0 0 0,0 0-1,0-1 1,-1 1 0,1 0 0,0 0-1,0 4 1,5 44 421,-6-46-379,1 177 2354,-2-173-2250,0 0-1,0-1 1,-1 1 0,1-1-1,-2 1 1,-4 11-1,4-12-212,0 0 1,1 0-1,-1 1 0,2-1 0,-1 1 1,0 12-1,9-20-9017,7 0-4003</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3.991"/>
    </inkml:context>
    <inkml:brush xml:id="br0">
      <inkml:brushProperty name="width" value="0.025" units="cm"/>
      <inkml:brushProperty name="height" value="0.025" units="cm"/>
    </inkml:brush>
  </inkml:definitions>
  <inkml:trace contextRef="#ctx0" brushRef="#br0">52 48 2777,'0'0'8908,"-8"5"-7187,-1-2-1254,6-2-270,0 0-1,0 0 1,0 1 0,0-1 0,0 1 0,1-1-1,-1 1 1,1 0 0,-5 4 3970,7-7-4085,0 1 1,-1-1-1,1 1 1,0-1-1,-1 1 1,1-1-1,0 1 1,0-1-1,0 0 1,-1 1-1,1-1 1,0 1-1,0-1 1,0 0-1,0 1 1,0-1-1,0 0 1,0 1 0,0-1-1,0 1 1,1-1-1,-1 0 1,0 1-1,0-1 1,0 1-1,1-1 1,-1 1-1,0-1 1,1 1-1,-1-1 1,0 1-1,1-1 1,-1 1-1,1-1 1,-1 1-1,1 0 1,-1-1-1,1 1 1,-1 0-1,1-1 1,-1 1-1,1 0 1,-1-1-1,1 1 1,0 0-1,-1 0 1,1 0-1,0 0 1,29-11 179,13-1-164,0 3 0,1 1 0,0 2 0,62 0 1,-105 27-57,-1-16-30,-1 0 1,0 0-1,0 0 0,0-1 0,-1 1 0,0 0 0,0-1 0,0 1 0,0-1 0,-1 1 1,0-1-1,-5 6 0,-48 50 55,33-38-48,-34 33 11,57-55-29,-1 1-1,0-1 0,1 1 1,-1 0-1,1-1 0,-1 1 0,1 0 1,-1-1-1,1 1 0,-1 0 1,1 0-1,0-1 0,-1 1 0,1 0 1,0 0-1,0 0 0,-1 0 1,1 0-1,0-1 0,0 1 0,0 0 1,0 0-1,0 0 0,0 0 1,1 0-1,-1 0 0,0 9 14,1-9-1,-1-1-1,1 1 1,-1-1-1,1 1 0,-1-1 1,1 0-1,-1 1 1,1-1-1,0 0 0,-1 1 1,1-1-1,-1 0 1,1 0-1,0 0 1,-1 0-1,1 1 0,0-1 1,-1 0-1,1 0 1,0 0-1,0 0 0,0-1 1,26 1 207,-19 0-115,321 0 666,-328 0-775,-6 12-9988,4-2 2015</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4.880"/>
    </inkml:context>
    <inkml:brush xml:id="br0">
      <inkml:brushProperty name="width" value="0.025" units="cm"/>
      <inkml:brushProperty name="height" value="0.025" units="cm"/>
    </inkml:brush>
  </inkml:definitions>
  <inkml:trace contextRef="#ctx0" brushRef="#br0">241 27 1096,'0'0'2185,"-4"-5"605,3 3-2339,-1 1 1,0-1 0,1 0-1,-1 1 1,0 0-1,0-1 1,0 1 0,0 0-1,0 0 1,0 0-1,0 0 1,-1 0 0,1 0-1,-4 0 1,-42-2 9652,48 3-10063,-1 0 1213,1 3-1152,0-1 0,0 1 0,0 0 1,0-1-1,0 1 0,0 0 0,1-1 1,-1 1-1,1-1 0,0 1 0,0-1 0,0 1 1,1 2-1,4 1-19,-1 0 0,1 0 0,0-1 0,0 0 0,0 0 0,1 0 0,0-1 0,14 8 0,15 9 22,-10-4-83,-1 1-1,-1 1 1,0 1 0,-2 1-1,-1 1 1,0 1 0,34 50-1,-28-26 193,-2 2 0,-3 0 1,32 99-1,-50-129-82,0 0 1,-2 0 0,0 1-1,-1-1 1,-2 21 0,1-8 7,-1-25-107,0 0 1,0 0-1,-1 0 1,1-1 0,-2 1-1,1 0 1,-1-1-1,0 1 1,0-1-1,0 0 1,-1 0 0,0 0-1,-1-1 1,1 1-1,-7 6 1,-11 9 113,-1-1 0,-31 20 0,44-32-110,-252 190 829,234-176-709,1 2-1,1 1 1,0 1-1,2 1 1,-22 34-1,20-27 447,25-33 77,22-1-466,-15 3-4183,-6 16-123,0 12-2037</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8.098"/>
    </inkml:context>
    <inkml:brush xml:id="br0">
      <inkml:brushProperty name="width" value="0.025" units="cm"/>
      <inkml:brushProperty name="height" value="0.025" units="cm"/>
    </inkml:brush>
  </inkml:definitions>
  <inkml:trace contextRef="#ctx0" brushRef="#br0">171 80 2825,'0'0'15238,"1"-12"-13794,1-6-895,0-11-104,-1 8 3079,-24 316-2887,14-223-614,7-51-31,-2 24-43,-2-1 1,-15 56-1,19-95-239,-1 0-1,1 0 1,-1 0-1,0 0 1,0-1 0,0 1-1,0-1 1,-1 0-1,-6 7 1,-40 27-6577,24-27 523</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8.516"/>
    </inkml:context>
    <inkml:brush xml:id="br0">
      <inkml:brushProperty name="width" value="0.025" units="cm"/>
      <inkml:brushProperty name="height" value="0.025" units="cm"/>
    </inkml:brush>
  </inkml:definitions>
  <inkml:trace contextRef="#ctx0" brushRef="#br0">26 183 2457,'0'0'14521,"-7"13"-13480,3-5-807,2-4-133,0 0 1,0 1 0,0-1-1,0 1 1,0 0 0,-1 6 0,3-10-63,0 0 1,0 0 0,0 0-1,0 0 1,0 0 0,1 0-1,-1 0 1,0-1 0,0 1-1,1 0 1,-1 0 0,0 0-1,1 0 1,-1 0 0,1 0-1,-1 0 1,1-1 0,-1 1 0,1 0-1,0 0 1,-1-1 0,1 1-1,0-1 1,0 1 0,0 0-1,-1-1 1,1 1 0,0-1-1,0 0 1,0 1 0,0-1-1,0 0 1,0 1 0,0-1-1,0 0 1,0 0 0,0 0-1,0 0 1,0 0 0,0 0-1,1 0 1,39 2 618,-1-2 1,0-1-1,0-2 1,0-2-1,77-20 0,-62 9-503,391-106 492,7 34-509,-358 83 46,-9 1 10,-86 11-1433,0 56-3366,0-36-319</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8.862"/>
    </inkml:context>
    <inkml:brush xml:id="br0">
      <inkml:brushProperty name="width" value="0.025" units="cm"/>
      <inkml:brushProperty name="height" value="0.025" units="cm"/>
    </inkml:brush>
  </inkml:definitions>
  <inkml:trace contextRef="#ctx0" brushRef="#br0">380 52 1744,'0'0'17655,"-7"-9"-16182,5 4-1265,-21-23 445,22 27-619,0 0-1,0 0 0,-1 0 0,1 1 0,-1-1 0,1 0 1,-1 0-1,1 1 0,-1-1 0,1 1 0,-1 0 0,1-1 0,-1 1 1,1 0-1,-1 0 0,0 0 0,1 0 0,-1 0 0,1 0 1,-1 0-1,0 1 0,1-1 0,-1 1 0,1-1 0,-2 2 0,-15 7 190,1 1 0,0 1 0,1 0 0,-26 24 0,16-10 181,-43 51 1,58-60-311,0 0 1,0 0 0,2 1 0,0 1 0,1 0-1,0 0 1,2 0 0,-8 34 0,7-8-57,2 0 0,1 77-1,4 34-621,0-150 368,0 0 0,1-1 0,-1 1 0,1-1 0,0 1-1,1-1 1,-1 1 0,1-1 0,-1 0 0,1 1 0,1-1 0,-1 0-1,3 4 1,-1-4-695,0 0 1,0 1-1,0-1 0,0-1 0,9 7 0,13 2-5897</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9.334"/>
    </inkml:context>
    <inkml:brush xml:id="br0">
      <inkml:brushProperty name="width" value="0.025" units="cm"/>
      <inkml:brushProperty name="height" value="0.025" units="cm"/>
    </inkml:brush>
  </inkml:definitions>
  <inkml:trace contextRef="#ctx0" brushRef="#br0">0 2 2841,'0'0'20260,"23"3"-19532,70 12-280,-88-13-422,-1-1 0,0 1 0,0 0-1,0 0 1,0 0 0,0 0 0,-1 1 0,1 0 0,0-1-1,-1 1 1,0 1 0,0-1 0,0 0 0,0 1 0,-1-1-1,1 1 1,-1 0 0,0 0 0,0 0 0,0 0 0,0 0-1,-1 1 1,0-1 0,0 0 0,1 9 0,-1-9-18,2 10 29,-1 1 0,-1 0 0,-1 28 0,0-26 21,0-15-52,0-4-224,0 1 169,1-1-1,-1 1 1,0-1 0,1 1 0,-1-1 0,1 1-1,-1-1 1,1 1 0,-1 0 0,1-1 0,0 1-1,1-2 1,-1 2-13,20-33-530,31-38 0,-44 62 563,0 0 0,1 1 1,1 0-1,-1 1 0,1-1 0,0 2 0,1 0 0,13-7 0,-18 12 51,-1 0 0,1 1 1,0 0-1,0 0 0,0 0 0,0 1 1,0 0-1,10 0 0,1 1 338,-16-1-334,1 0 1,-1 1-1,0-1 1,0 0-1,0 1 0,0-1 1,0 0-1,0 1 1,0-1-1,0 1 1,0 0-1,-1-1 0,1 1 1,0 0-1,0 0 1,0-1-1,-1 1 1,1 0-1,0 0 0,-1 0 1,1 0-1,-1 0 1,1 0-1,-1 0 0,1 0 1,-1 0-1,0 0 1,0 0-1,1 2 1,4 38 321,-4-29-233,0 3-217,6 39 596,-6-50-816,0 0 0,0-1 0,0 1-1,1-1 1,0 0 0,0 1 0,4 5-1,38 35-7792,-22-26 756</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9.680"/>
    </inkml:context>
    <inkml:brush xml:id="br0">
      <inkml:brushProperty name="width" value="0.025" units="cm"/>
      <inkml:brushProperty name="height" value="0.025" units="cm"/>
    </inkml:brush>
  </inkml:definitions>
  <inkml:trace contextRef="#ctx0" brushRef="#br0">0 0 3297,'0'0'16667,"33"33"-15492,102 112-352,-121-129-578,0 1 0,-2 0 1,0 1-1,-1 0 0,0 1 0,14 40 0,-15-36 13,3 11-43,-2 2-1,-1-1 1,-1 1 0,-3 1-1,0 0 1,-3-1 0,-1 47-1,-1-54-152,0-16-36,-1 0 1,0-1 0,0 1 0,-2 0 0,1-1 0,-2 1-1,1-1 1,-2 1 0,-8 20 0,4-19-4,-2 0 1,-12 15-1,13-19-345,2 0 0,-1 1 1,1-1-1,-9 21 0,15-30 129,1 0 0,0 0 0,-1 0 1,1 0-1,0 0 0,0 0 0,0 0 0,-1 0 0,1 0 1,0 1-1,1-1 0,-1 0 0,0 0 0,0 0 0,0 0 1,1 0-1,-1 0 0,0 0 0,1 0 0,-1 0 0,1 0 1,-1 0-1,1 0 0,0 0 0,-1-1 0,1 1 0,0 0 1,0 0-1,-1 0 0,1-1 0,0 1 0,0-1 0,0 1 1,0 0-1,0-1 0,0 0 0,0 1 0,0-1 0,0 1 1,0-1-1,1 0 0,46 3-9527</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0.027"/>
    </inkml:context>
    <inkml:brush xml:id="br0">
      <inkml:brushProperty name="width" value="0.025" units="cm"/>
      <inkml:brushProperty name="height" value="0.025" units="cm"/>
    </inkml:brush>
  </inkml:definitions>
  <inkml:trace contextRef="#ctx0" brushRef="#br0">13 24 3169,'0'0'16763,"-12"3"-12192,83-2-3179,-35 2-1213,-1-3 0,1-1 0,-1-1 0,52-11 0,-81 11-367,45-9 407,-16 9-4010,-35 5-453,-3 11 1060,-10 10-2152</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0.344"/>
    </inkml:context>
    <inkml:brush xml:id="br0">
      <inkml:brushProperty name="width" value="0.025" units="cm"/>
      <inkml:brushProperty name="height" value="0.025" units="cm"/>
    </inkml:brush>
  </inkml:definitions>
  <inkml:trace contextRef="#ctx0" brushRef="#br0">81 0 3313,'-80'287'13595,"85"-287"-10683,38 0-303,10 0-937,12 0-200,-7-17-335,1 0-513,-5 2-344,-11-1-176,-17 11-104,-4-2-168,-1 7-872,-5 0-1561,-5 21-3952</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5.960"/>
    </inkml:context>
    <inkml:brush xml:id="br0">
      <inkml:brushProperty name="width" value="0.025" units="cm"/>
      <inkml:brushProperty name="height" value="0.025" units="cm"/>
    </inkml:brush>
  </inkml:definitions>
  <inkml:trace contextRef="#ctx0" brushRef="#br0">0 97 1856,'0'0'12879,"3"-2"-10732,-1 1-1416,6-5-18,-5-1 3302,5 6-2670,82-12-374,39-7-734,-112 16-253,0-1 1,-1 0-1,0-1 0,0 0 1,20-12-1,-33 16-248,-13 7-3206,-18 22 464,-4 6-2067</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6.290"/>
    </inkml:context>
    <inkml:brush xml:id="br0">
      <inkml:brushProperty name="width" value="0.025" units="cm"/>
      <inkml:brushProperty name="height" value="0.025" units="cm"/>
    </inkml:brush>
  </inkml:definitions>
  <inkml:trace contextRef="#ctx0" brushRef="#br0">75 0 2593</inkml:trace>
  <inkml:trace contextRef="#ctx0" brushRef="#br0" timeOffset="1">75 0 2593,'-62'230'1387,"49"-180"4019,15-45 1250,0-6-2994,65 3-317,-23-1-2066,71-6 0,-53-8-893,-48 8-372,0 2 0,0 0-1,0 1 1,17-1 0,-4 3-899,-16 0-5329</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4.223"/>
    </inkml:context>
    <inkml:brush xml:id="br0">
      <inkml:brushProperty name="width" value="0.025" units="cm"/>
      <inkml:brushProperty name="height" value="0.025" units="cm"/>
    </inkml:brush>
  </inkml:definitions>
  <inkml:trace contextRef="#ctx0" brushRef="#br0">0 87 2881,'0'0'14828,"23"-6"-13501,76-21-32,-76 21-553,0 1 0,0 1 1,1 1-1,32 0 0,-5 1 217,-14 0-1120,-1-3 0,1-1 0,36-10 0,-70 15-1579,-3 18-11659</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1.139"/>
    </inkml:context>
    <inkml:brush xml:id="br0">
      <inkml:brushProperty name="width" value="0.025" units="cm"/>
      <inkml:brushProperty name="height" value="0.025" units="cm"/>
    </inkml:brush>
  </inkml:definitions>
  <inkml:trace contextRef="#ctx0" brushRef="#br0">659 12 2697,'0'0'17247,"-10"-2"-15746,5 0-1361,-1 0-6,-1 1 0,0-1 0,0 1-1,0 0 1,0 1 0,0 0 0,0 0-1,0 0 1,1 1 0,-1 0 0,-13 4-1,3 2 65,0 0-1,1 2 0,0 0 0,1 1 1,-25 21-1,-66 70 661,72-65-767,2 2 1,2 0-1,1 3 1,2 0-1,2 1 1,2 2-1,2 0 1,1 2-1,3 0 0,2 1 1,2 1-1,2 0 1,2 0-1,2 1 1,-1 75-1,8-113-109,0-1 1,1 1-1,0-1 1,1 1-1,0-1 1,0 0-1,6 14 1,-5-19-12,-1 1 0,1-1 0,1 0 0,-1 0 0,1-1 0,-1 1 1,1-1-1,0 1 0,1-1 0,-1-1 0,1 1 0,0-1 0,0 1 0,6 2 1,-1-2-187,1 1 1,-1-2-1,1 1 1,-1-2 0,1 1-1,0-2 1,13 2-1,74-3-2847,-88-1 2650,6 1-1334,0-2 0,31-6 0,-32 3-1205,0 0 0,21-12 0,-35 17 2799</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1.697"/>
    </inkml:context>
    <inkml:brush xml:id="br0">
      <inkml:brushProperty name="width" value="0.025" units="cm"/>
      <inkml:brushProperty name="height" value="0.025" units="cm"/>
    </inkml:brush>
  </inkml:definitions>
  <inkml:trace contextRef="#ctx0" brushRef="#br0">1 124 3313,'0'0'14183,"12"-6"-11791,10 0-1405,1 1 0,1 1-1,-1 1 1,1 1 0,46 2-1,-66 1-969,0 0 1,0 0-1,0 0 0,0 1 0,0-1 0,-1 1 0,1 0 1,0 0-1,-1 0 0,1 1 0,-1-1 0,0 1 0,0 0 1,0 0-1,0 0 0,0 0 0,-1 0 0,1 1 0,-1-1 1,0 1-1,0-1 0,-1 1 0,1 0 0,-1 0 0,2 6 1,4 13 26,-1 0 0,-1 1 0,2 29 0,-4-27 0,-2-13-203,2-37-214,3 6 142,1 1 0,0 1 0,2-1-1,0 1 1,0 1 0,1-1 0,1 2 0,14-15 0,-2 4 52,1 2 0,1 1-1,41-29 1,-60 47 194,0 0 0,0 1 0,0 0 0,0 0-1,1 0 1,-1 1 0,1 0 0,0 0 0,-1 0 0,1 1-1,0 0 1,0 1 0,0-1 0,0 1 0,0 1 0,11 1-1,-16-1 29,-1-1-1,1 1 1,-1 0-1,1 0 1,-1 0-1,0 0 1,1 0-1,-1 0 1,0 0-1,0 1 0,1-1 1,-1 0-1,0 1 1,0-1-1,-1 0 1,1 1-1,0 0 1,1 2-1,9 35 465,-8-26-248,2 19 417,-5-27-608,0 0-1,1-1 1,-1 0-1,1 1 0,0-1 1,1 1-1,-1-1 1,1 0-1,-1 0 0,1 0 1,0 0-1,1 0 1,2 4-1,-3 11-1830,8 58-7144,-5-37-573</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2.046"/>
    </inkml:context>
    <inkml:brush xml:id="br0">
      <inkml:brushProperty name="width" value="0.025" units="cm"/>
      <inkml:brushProperty name="height" value="0.025" units="cm"/>
    </inkml:brush>
  </inkml:definitions>
  <inkml:trace contextRef="#ctx0" brushRef="#br0">0 13 3129,'0'0'12673,"7"-8"-10214,-1 7-1998,0 0-1,0 0 1,1 0-1,-1 1 1,0 0-1,0 0 1,7 2-1,11-1 364,65-2 164,20 0-988,-36 3-10054</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2.376"/>
    </inkml:context>
    <inkml:brush xml:id="br0">
      <inkml:brushProperty name="width" value="0.025" units="cm"/>
      <inkml:brushProperty name="height" value="0.025" units="cm"/>
    </inkml:brush>
  </inkml:definitions>
  <inkml:trace contextRef="#ctx0" brushRef="#br0">1 1 4113,'0'0'19225,"0"17"-17819,0 146 797,0-38-2323,0-46-3165,1-47-1132,8-6-2489</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2.766"/>
    </inkml:context>
    <inkml:brush xml:id="br0">
      <inkml:brushProperty name="width" value="0.025" units="cm"/>
      <inkml:brushProperty name="height" value="0.025" units="cm"/>
    </inkml:brush>
  </inkml:definitions>
  <inkml:trace contextRef="#ctx0" brushRef="#br0">4 80 1216,'0'0'15476,"-1"-13"-13635,0 4-1571,1 6-188,-1-1 0,1 1 0,0-1 0,0 1 0,0-1 0,0 1 0,1-1 0,0-4 0,0 7-48,0 0 0,-1-1 0,1 1 0,0 0 0,0 0 0,-1 0 0,1 0 0,0 0 0,0 0 0,1 0 0,-1 0 0,0 0 0,0 0 0,0 1 1,0-1-1,1 0 0,-1 1 0,0-1 0,1 1 0,-1-1 0,0 1 0,1 0 0,-1 0 0,1-1 0,-1 1 0,1 0 0,-1 0 0,3 1 0,18-2 333,-14 0-259,1 1 0,-1 0 0,0 0 1,1 1-1,-1 0 0,0 0 0,0 1 0,13 4 1,-10 0-12,0 1 0,-1 0 0,0 0 0,-1 1 0,1 0 0,-1 1 0,-1 0 0,13 17 0,-2 2 99,-1 0 0,18 36 0,-16-19-39,-2 1 0,-2 0 1,-3 2-1,-1-1 0,-2 1 0,-2 1 0,-3 0 0,0 89 0,-5-126-123,0 1-1,-1 0 1,0 0 0,-1 0-1,-1 0 1,0-1 0,0 1-1,-1-1 1,-1 0 0,0 0-1,-1-1 1,0 1-1,0-1 1,-1 0 0,-1-1-1,-9 11 1,-8 5-3,-1-2 1,-1 0-1,-32 20 0,50-38-155,1 0 0,1 1 0,-1 0 0,1 0 0,1 0 0,-8 11 0,-17 31-4485,31-49 4604,-17 32-6039</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3.302"/>
    </inkml:context>
    <inkml:brush xml:id="br0">
      <inkml:brushProperty name="width" value="0.025" units="cm"/>
      <inkml:brushProperty name="height" value="0.025" units="cm"/>
    </inkml:brush>
  </inkml:definitions>
  <inkml:trace contextRef="#ctx0" brushRef="#br0">600 28 1616,'0'0'18503,"-7"-4"-17280,0-2-910,5 4-235,0 1 1,0-1 0,-1 0-1,1 1 1,-1 0-1,1-1 1,-1 1 0,1 0-1,-1 0 1,0 1 0,1-1-1,-1 0 1,0 1 0,0 0-1,1 0 1,-5 0 0,-11 0 269,4-1-269,0 0-1,0 1 1,1 1 0,-1 1 0,0 0 0,1 0-1,-1 2 1,1-1 0,0 2 0,-18 8 0,9 1-14,0 0 1,2 2 0,0 1-1,0 0 1,2 1 0,0 1 0,-17 24-1,9-6-10,1 0-1,2 2 0,-24 55 0,35-63-83,1 1-1,1 1 1,3-1-1,0 2 1,2-1-1,2 1 1,0-1-1,5 61 1,-1-91-18,-1-1 0,0 1 1,1 0-1,-1-1 0,1 1 0,0-1 1,0 1-1,0-1 0,0 1 0,0-1 1,0 0-1,1 1 0,-1-1 0,1 0 1,0 0-1,0 0 0,-1 0 0,4 2 1,1 0-214,0 0 0,1-1 1,-1 0-1,14 5 0,-6-2-292,58 19-3600,-3-13-2031</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3.783"/>
    </inkml:context>
    <inkml:brush xml:id="br0">
      <inkml:brushProperty name="width" value="0.025" units="cm"/>
      <inkml:brushProperty name="height" value="0.025" units="cm"/>
    </inkml:brush>
  </inkml:definitions>
  <inkml:trace contextRef="#ctx0" brushRef="#br0">1 29 1688,'0'0'22555,"6"12"-21479,-1-3-919,0 1 37,1 0 0,-1 0 1,-1 0-1,0 1 0,-1 0 1,0-1-1,0 1 0,1 15 0,-4-25-197,0-1 0,-1 1 0,1-1 0,0 1-1,0-1 1,0 1 0,0-1 0,0 1 0,0-1-1,0 1 1,0 0 0,0-1 0,0 1 0,0-1-1,0 1 1,0-1 0,1 1 0,-1-1 0,0 1-1,0-1 1,1 1 0,-1-1 0,0 1 0,0-1-1,1 0 1,-1 1 0,0-1 0,1 1 0,-1-1-1,1 0 1,-1 1 0,1-1 0,-1 0 0,0 0-1,1 1 1,-1-1 0,1 0 0,-1 0 0,1 0-1,-1 0 1,1 1 0,0-1 0,-1 0 0,1 0-1,-1 0 1,1 0 0,-1 0 0,1 0 0,-1 0-1,1-1 1,-1 1 0,1 0 0,-1 0 0,1 0-1,-1 0 1,2-1 0,1-1-156,0 0-1,0 0 1,0 0-1,0 0 1,0-1-1,5-5 1,8-11-205,2 0 1,0 1-1,2 1 1,23-16 0,-34 26 536,1 2 0,0-1 0,0 1 0,0 0 1,1 1-1,0 0 0,0 1 0,0 0 0,0 1 1,0 0-1,20 0 0,-29 3-105,0-1 0,0 1 1,0-1-1,0 1 0,0 0 1,0 0-1,0 0 0,-1 0 0,1 0 1,0 1-1,0-1 0,-1 1 0,1-1 1,-1 1-1,0-1 0,1 1 0,-1 0 1,0-1-1,0 1 0,0 0 1,0 0-1,0 0 0,0 0 0,-1 0 1,1 0-1,-1 0 0,1 0 0,-1 3 1,3 8-396,0 1 1,-2 0-1,1 23 0,-1 46-5929,3-46-1337</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4.145"/>
    </inkml:context>
    <inkml:brush xml:id="br0">
      <inkml:brushProperty name="width" value="0.025" units="cm"/>
      <inkml:brushProperty name="height" value="0.025" units="cm"/>
    </inkml:brush>
  </inkml:definitions>
  <inkml:trace contextRef="#ctx0" brushRef="#br0">0 37 1560,'0'0'16697,"28"0"-15354,7 1-997,112-6 846,-27-10-406,-61 7-706,70-1-1,-128 9-133</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4.501"/>
    </inkml:context>
    <inkml:brush xml:id="br0">
      <inkml:brushProperty name="width" value="0.025" units="cm"/>
      <inkml:brushProperty name="height" value="0.025" units="cm"/>
    </inkml:brush>
  </inkml:definitions>
  <inkml:trace contextRef="#ctx0" brushRef="#br0">7 1 1872,'0'0'22389,"0"8"-19214,0 39-2744,0 0-156,-5 110-356,3-100-3621,3-52 2866,-1 0 0,1-1 0,-1 1 0,1-1 0,1 1 0,-1-1 0,0 1 0,1-1 0,3 6 0,15 8-8386</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4.957"/>
    </inkml:context>
    <inkml:brush xml:id="br0">
      <inkml:brushProperty name="width" value="0.025" units="cm"/>
      <inkml:brushProperty name="height" value="0.025" units="cm"/>
    </inkml:brush>
  </inkml:definitions>
  <inkml:trace contextRef="#ctx0" brushRef="#br0">1 8 968,'0'0'12762,"7"-3"-10241,-4 2-2330,-1 0-1,1 0 0,0 0 0,0 1 0,0 0 0,0-1 0,0 1 0,0 0 0,0 0 0,0 1 1,0-1-1,0 1 0,0-1 0,-1 1 0,1 0 0,0 0 0,0 0 0,4 3 0,7 5 429,-1 0 0,22 19 1,-33-26-588,300 268 4713,-262-233-4178,-1 1 0,44 57 0,-72-81-518,-1 1-1,0 0 1,-1 1-1,-1 0 1,0 0-1,-1 1 0,-1 0 1,-1 0-1,0 0 1,-1 1-1,1 18 1,-2-7 40,-2 0 1,-3 37 0,1-57-77,-1 0-1,1 0 1,-1 0 0,-1-1 0,1 1 0,-2-1 0,1 0 0,-1 0 0,0 0 0,-1 0 0,-8 10 0,-4 2 10,-1-2 0,-1 0-1,-33 24 1,-71 38-352,14-8-1346,43-25-1728,6-11-3522</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8.604"/>
    </inkml:context>
    <inkml:brush xml:id="br0">
      <inkml:brushProperty name="width" value="0.025" units="cm"/>
      <inkml:brushProperty name="height" value="0.025" units="cm"/>
    </inkml:brush>
  </inkml:definitions>
  <inkml:trace contextRef="#ctx0" brushRef="#br0">81 89 960,'0'0'12331,"-12"-9"-10225,-34-27-118,32 23 109,7 8 475,5 16 1074,3-3-3582,0 0 1,0 0-1,1 0 1,-1 0-1,2 0 0,-1 0 1,5 8-1,31 57 251,-4-6-247,4 30 36,-40-103-98,1 0 0,0 0 0,1 0 1,-1 0-1,1 0 0,0 0 1,0 0-1,1 0 0,0 0 0,2-8 1,1 1-97,0 1 0,1-1 1,0 1-1,12-20 0,-7 17 30,0 0 0,0 1 0,2 0 1,-1 1-1,2 0 0,0 1 0,0 0 0,27-16 0,-26 20 54,0 0-1,1 1 1,0 1 0,0 1-1,1 0 1,0 1 0,0 0-1,0 1 1,0 1 0,32 0-1,-47 2 16,1 1-1,-1-1 1,1 0-1,-1 1 0,1-1 1,-1 1-1,1-1 0,-1 1 1,0 0-1,1-1 1,-1 1-1,0 0 0,0 0 1,1 0-1,-1 0 0,0 0 1,0 0-1,0 0 1,0 1-1,0-1 0,-1 0 1,1 0-1,0 1 0,0-1 1,-1 1-1,1-1 1,0 3-1,9 49 326,-8-34-140,1-9-229,-2 0 0,1-1-1,-1 1 1,-1 0 0,0-1 0,0 1-1,-1 0 1,0 0 0,-1-1-1,0 1 1,0-1 0,-1 1-1,0-1 1,-1 0 0,0 0-1,0-1 1,-1 1 0,-8 10 0,10-14-502,0 1 1,0 0 0,0 0 0,1 0 0,0 0 0,0 0 0,1 0 0,0 0-1,0 1 1,0-1 0,1 1 0,0-1 0,1 8 0,-1-9-222,0 10-5214</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9.107"/>
    </inkml:context>
    <inkml:brush xml:id="br0">
      <inkml:brushProperty name="width" value="0.025" units="cm"/>
      <inkml:brushProperty name="height" value="0.025" units="cm"/>
    </inkml:brush>
  </inkml:definitions>
  <inkml:trace contextRef="#ctx0" brushRef="#br0">0 22 1272,'0'0'11132,"4"-3"-9137,14-15 912,-23 19 2303,17-2-4182,0 0-987,-5 1-13,1 0 1,-1 0-1,0 1 1,1 0-1,9 2 0,-15-2-26,0-1 1,0 1-1,-1 0 0,1 0 0,0 0 0,-1 0 0,1 0 0,0 0 0,-1 0 0,1 0 0,-1 1 0,0-1 0,1 1 0,-1-1 0,0 1 0,0-1 0,0 1 0,0 0 0,0 0 0,0-1 0,-1 1 0,1 0 0,0 0 0,-1 0 0,0 0 0,1 2 0,1 6 26,-1-1-1,0 1 1,-1 0-1,0 0 1,0 0-1,-1 0 1,0 0-1,-1 0 1,0-1-1,-1 1 1,0-1-1,0 1 1,-1-1 0,0 0-1,-7 11 1,7-15 4,2-2-14,0-1 1,0 1-1,0 0 0,0 0 0,1 0 1,0 0-1,-1 0 0,1 0 0,0 0 0,0 0 1,1 1-1,-1-1 0,1 0 0,-1 1 0,1 3 1,1-7-13,-1 1 0,1 0 0,-1 0 1,1-1-1,-1 1 0,1 0 1,-1-1-1,1 1 0,-1-1 0,1 1 1,0-1-1,-1 1 0,1-1 1,0 1-1,0-1 0,-1 0 0,1 1 1,0-1-1,0 0 0,0 0 1,-1 0-1,3 1 0,23 4 125,-21-4-120,25 2-1350,0-1-1,43-2 0,-32-1-1057,-27 1-3493</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0.634"/>
    </inkml:context>
    <inkml:brush xml:id="br0">
      <inkml:brushProperty name="width" value="0.025" units="cm"/>
      <inkml:brushProperty name="height" value="0.025" units="cm"/>
    </inkml:brush>
  </inkml:definitions>
  <inkml:trace contextRef="#ctx0" brushRef="#br0">1 148 2665,'0'0'2444,"19"-8"-545,61-22-208,-58 17-344,-20-1 11893,13 14-12211,39-4-787,1-1 0,88-22 0,-16 3-215,-83 16-116,-14 3-318,0 0 0,33 1 0,-69 5-118,0 0 0,0 1 0,0 0-1,0 0 1,0 0 0,1 1-1,-1 0 1,1 0 0,0 0 0,0 1-1,-5 4 1,-9 5-1563,-34 17-4765</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1.476"/>
    </inkml:context>
    <inkml:brush xml:id="br0">
      <inkml:brushProperty name="width" value="0.025" units="cm"/>
      <inkml:brushProperty name="height" value="0.025" units="cm"/>
    </inkml:brush>
  </inkml:definitions>
  <inkml:trace contextRef="#ctx0" brushRef="#br0">0 0 2833,'0'0'10278,"3"17"983,7-16-11108,0 0 0,-1 0 0,1 1 0,0 1 0,-1-1 0,1 2 0,-1-1 0,0 1 0,0 1 0,10 6 0,11 9 162,42 36-1,-70-54-307,1 1-1,0 0 1,-1 0-1,1 0 1,-1 0-1,0 1 1,0-1-1,0 1 0,-1-1 1,1 1-1,-1-1 1,0 1-1,1 6 1,-1-8-6,-1 1 1,0-1 0,1 0-1,-1 1 1,0-1-1,0 0 1,-1 1 0,1-1-1,0 0 1,-1 1 0,0-1-1,1 0 1,-1 1 0,0-1-1,0 0 1,0 0 0,0 0-1,-1 0 1,1 0-1,0 0 1,-1 0 0,-3 2-1,34-36-217,28-25 107,-33 33 17,2 2-1,49-33 1,-67 50 108,-1 1 1,1 0-1,0 0 0,0 0 1,0 1-1,0 1 0,1-1 0,-1 1 1,1 1-1,0-1 0,-1 1 1,1 1-1,0 0 0,0 0 0,-1 1 1,13 2-1,-19-2 17,1 1 1,0-1-1,0 1 1,-1 0-1,1 0 1,-1 0-1,1 0 1,-1 0-1,0 1 1,0-1-1,0 1 1,0-1-1,-1 1 1,1 0-1,-1-1 1,1 1-1,-1 0 1,0 0-1,1 4 1,4 12 391,7 36 1,-11-43-191,0 2-389,-1-1 0,-1 0-1,0 0 1,-1 0 0,0 1-1,-3 14 1,-1 3-3332,3 0-3583,2-19-4810</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1.823"/>
    </inkml:context>
    <inkml:brush xml:id="br0">
      <inkml:brushProperty name="width" value="0.025" units="cm"/>
      <inkml:brushProperty name="height" value="0.025" units="cm"/>
    </inkml:brush>
  </inkml:definitions>
  <inkml:trace contextRef="#ctx0" brushRef="#br0">0 6 2112,'0'0'18876,"26"0"-17383,152 0 702,-132 0-1616,-18 2-350,0-2 0,45-6 0,-36 4-4295,-26 3 414,1-1-2649</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2.453"/>
    </inkml:context>
    <inkml:brush xml:id="br0">
      <inkml:brushProperty name="width" value="0.025" units="cm"/>
      <inkml:brushProperty name="height" value="0.025" units="cm"/>
    </inkml:brush>
  </inkml:definitions>
  <inkml:trace contextRef="#ctx0" brushRef="#br0">1 15 3081,'0'0'18245,"6"2"-16262,14 7-647,-8-4-904,0 0 0,-1 0 0,0 1 1,18 13-1,-26-16-423,0 0 1,0 0-1,0 0 1,0 0 0,0 0-1,-1 1 1,1-1-1,-1 1 1,0 0-1,0 0 1,-1 0-1,1 0 1,-1 0-1,0 0 1,0 0-1,0 0 1,0 0-1,-1 0 1,1 6-1,-1 9-13,0 21 17,-1-38-21,1 0 1,0-1-1,0 1 0,-1-1 1,1 0-1,-1 1 0,0-1 0,1 1 1,-1-1-1,0 0 0,0 1 0,0-1 1,0 0-1,0 0 0,0 0 0,0 0 1,0 0-1,0 0 0,-1 0 1,1 0-1,-2 1 0,1-1-156,2-8-558,1 1 503,0 0 0,0 0 0,0 0 0,0 0 0,1 1 0,0-1 0,1 0-1,-1 1 1,1-1 0,0 1 0,0 0 0,6-8 0,4-2 111,1 1 0,27-23 1,-23 22-41,-12 8 241,1 1 1,1 0-1,-1 0 0,1 1 1,0 0-1,0 1 0,0-1 0,0 1 1,1 1-1,0 0 0,0 0 0,0 1 1,0 0-1,0 0 0,13 0 0,-20 2 36,1 1 0,-1-1 0,0 0 0,1 1 0,-1-1 0,0 1 0,0 0 0,0 0 0,0 0 0,0 0 0,0 0 0,0 0 0,0 1 0,0-1 0,0 1 0,1 1 0,1 2 117,1 0 0,-2 0 0,1 0 0,-1 1 0,6 10 0,-3-2 79,-1 0-1,-1 0 0,0 0 1,4 25-1,6 47-489,-13-83-14,0-1 1,1 0 0,-1 1-1,0-1 1,1 0 0,-1 0 0,1 0-1,0 0 1,0 0 0,0 0 0,0-1-1,0 1 1,0 0 0,4 1-1,37 19-3666,-34-18 2328,34 13-5979</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2.973"/>
    </inkml:context>
    <inkml:brush xml:id="br0">
      <inkml:brushProperty name="width" value="0.025" units="cm"/>
      <inkml:brushProperty name="height" value="0.025" units="cm"/>
    </inkml:brush>
  </inkml:definitions>
  <inkml:trace contextRef="#ctx0" brushRef="#br0">38 20 1480,'0'0'21488,"-2"-5"-20147,-4-10-787,6 15-545,0 1 0,0-1 0,0 0-1,0 0 1,0 0 0,0 0 0,0 0-1,0 0 1,0 0 0,0 0 0,0 0 0,0 0-1,0 0 1,0 0 0,0 0 0,0 0-1,-1 0 1,1 0 0,0 1 0,0-1 0,0 0-1,0 0 1,0 0 0,0 0 0,0 0-1,0 0 1,0 0 0,0 0 0,0 0 0,0 0-1,0 0 1,0 0 0,0 0 0,0 0-1,-1 0 1,1 0 0,0 0 0,0 0-1,0 0 1,0 0 0,0 0 0,0 0 0,0 0-1,0 0 1,0 0 0,0 0 0,0 0-1,0 0 1,0 0 0,0 0 0,0 0 0,-1-1-1,1 1 1,0 0 0,0 0 0,0 0-1,0 0 1,0 0 0,0 0 0,0 0 0,0 0-1,0 0 1,0 0 0,0 0 0,0 29 844,0-6-744,0 168 879,0-59-3267,0-127 1585,0-1 0,0 1-1,-1-1 1,1 1 0,-1-1-1,0 1 1,0-1 0,-1 1-1,1-1 1,-4 5 0,-10 9-6620</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3.303"/>
    </inkml:context>
    <inkml:brush xml:id="br0">
      <inkml:brushProperty name="width" value="0.025" units="cm"/>
      <inkml:brushProperty name="height" value="0.025" units="cm"/>
    </inkml:brush>
  </inkml:definitions>
  <inkml:trace contextRef="#ctx0" brushRef="#br0">1 39 640,'0'0'22261,"128"-39"-22221,-96 39-40,48 0-640,-5 0-1625,-5 0-2592</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3.656"/>
    </inkml:context>
    <inkml:brush xml:id="br0">
      <inkml:brushProperty name="width" value="0.025" units="cm"/>
      <inkml:brushProperty name="height" value="0.025" units="cm"/>
    </inkml:brush>
  </inkml:definitions>
  <inkml:trace contextRef="#ctx0" brushRef="#br0">21 1 1592,'0'0'26782,"38"69"-26254,-38-25-200,0-1-176,0-2-80,0 7-64,0-5-8,0 1-192,0 4-600,-16 17-744,-6-12-2273,1-10-3697</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5.037"/>
    </inkml:context>
    <inkml:brush xml:id="br0">
      <inkml:brushProperty name="width" value="0.025" units="cm"/>
      <inkml:brushProperty name="height" value="0.025" units="cm"/>
    </inkml:brush>
  </inkml:definitions>
  <inkml:trace contextRef="#ctx0" brushRef="#br0">1 77 2513,'0'0'17915,"2"-3"-16164,-1 3-1700,-1 0-1,0-1 0,0 1 1,0 0-1,1-1 0,-1 1 0,0 0 1,0 0-1,1-1 0,-1 1 1,0 0-1,1 0 0,-1-1 0,0 1 1,1 0-1,-1 0 0,0 0 1,1 0-1,-1 0 0,0-1 0,1 1 1,-1 0-1,1 0 0,-1 0 1,0 0-1,1 0 0,-1 0 1,1 0-1,-1 0 0,0 0 0,1 1 1,-1-1-1,0 0 0,1 0 1,4 15 1672,-2 0-1634,14 31 465,-13-37-509,0 1 0,0 0 0,-1 0 0,0 1 0,-1-1 0,0 1 0,1 14 0,-3-24-59,1-1-92,-1 0 66,1 0 0,0 0 0,0 0 0,0 0 0,0 0 0,-1 0 0,1 0 0,0 0 0,0 0 0,0-1 0,-1 1 0,1 0 0,0-1 0,0 1 1,0 0-1,-1-1 0,1 1 0,0-1 0,-1 1 0,2-2 0,17-19-659,22-30-1,-24 28 530,38-38 0,-43 48 172,2 1 0,0 1 0,0 0 0,1 1 0,16-9 0,-30 18 41,0 1 0,0-1 0,0 1 0,0-1 1,0 1-1,0 0 0,0-1 0,0 1 0,1 0 0,-1 0 1,0 0-1,0-1 0,0 1 0,0 1 0,0-1 0,0 0 1,0 0-1,1 0 0,-1 0 0,0 1 0,0-1 0,0 1 1,0-1-1,0 1 0,0-1 0,0 1 0,0-1 0,0 1 1,-1 0-1,1-1 0,0 1 0,0 0 0,0 0 0,-1 0 1,1 0-1,-1 0 0,1 0 0,0 1 0,2 4 97,-1 1 0,0 0 1,0-1-1,-1 1 0,1 9 0,3 8 52,4 11 165,-1 1-1,4 52 1,-10-54-3746,-1 2-3736</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5.467"/>
    </inkml:context>
    <inkml:brush xml:id="br0">
      <inkml:brushProperty name="width" value="0.025" units="cm"/>
      <inkml:brushProperty name="height" value="0.025" units="cm"/>
    </inkml:brush>
  </inkml:definitions>
  <inkml:trace contextRef="#ctx0" brushRef="#br0">34 1 2497,'0'0'22507,"23"0"-21928,-22 0-579,0 0-1,1 0 1,-1 0 0,0 0 0,1 0-1,-1 0 1,0 0 0,1 1 0,-1-1-1,0 0 1,1 1 0,-1-1 0,0 1-1,0 0 1,1-1 0,-1 1 0,0 0-1,0 0 1,0-1 0,0 1 0,0 0-1,0 0 1,0 0 0,-1 0 0,1 1-1,0-1 1,0 0 0,0 2-1,0 1 6,0 1 0,0 0 0,0 0 0,-1 0 0,0 0 0,0 8-1,-1 2 53,1-9-38,-1 0 0,-1 0 1,1 0-1,-1 0 1,0-1-1,0 1 0,-1-1 1,0 1-1,1-1 1,-2 0-1,1 0 1,-1 0-1,0 0 0,-7 7 1,6-6-8,-1-1 0,2 2 0,-1-1 0,1 0 0,-1 1-1,2 0 1,-1 0 0,1 0 0,-4 13 0,7-18-16,-1-1 0,1 0-1,0 1 1,-1-1 0,1 1 0,0-1 0,0 1-1,0-1 1,0 0 0,0 1 0,0-1-1,0 1 1,1-1 0,-1 1 0,1-1-1,-1 0 1,1 1 0,-1-1 0,1 0-1,0 0 1,-1 1 0,1-1 0,0 0-1,0 0 1,0 0 0,0 0 0,0 0-1,0 0 1,0 0 0,0 0 0,0 0-1,1-1 1,-1 1 0,0 0 0,1-1-1,1 1 1,5 1-72,0-1 0,1 0 1,-1 0-1,1-1 0,12 0 0,1-1-261,110 1-4436,-72 0-882</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5.814"/>
    </inkml:context>
    <inkml:brush xml:id="br0">
      <inkml:brushProperty name="width" value="0.025" units="cm"/>
      <inkml:brushProperty name="height" value="0.025" units="cm"/>
    </inkml:brush>
  </inkml:definitions>
  <inkml:trace contextRef="#ctx0" brushRef="#br0">0 1 5313,'0'0'23645,"187"9"-23381,-160-9-248,0 0-16,-1 0-336,28 0-904,-1 0-1721,1 0-4656</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6.143"/>
    </inkml:context>
    <inkml:brush xml:id="br0">
      <inkml:brushProperty name="width" value="0.025" units="cm"/>
      <inkml:brushProperty name="height" value="0.025" units="cm"/>
    </inkml:brush>
  </inkml:definitions>
  <inkml:trace contextRef="#ctx0" brushRef="#br0">1 44 1568,'0'0'23363,"24"-5"-22927,143-27-151,-145 29-305,0 1 0,23 1 0,-45 0 19,0 1 0,0 0 1,0 0-1,0 0 0,0 0 0,1 0 0,-1 0 0,0 0 0,0 0 0,0 0 1,0 0-1,0 0 0,1 1 0,-1-1 0,0 0 0,0 0 0,0 0 1,0 0-1,0 0 0,1 0 0,-1 0 0,0 0 0,0 0 0,0 0 1,0 0-1,0 1 0,0-1 0,0 0 0,0 0 0,0 0 0,1 0 0,-1 0 1,0 0-1,0 1 0,0-1 0,0 0 0,0 0 0,0 0 0,0 0 1,0 0-1,0 1 0,0-1 0,0 0 0,0 0 0,0 0 0,0 0 0,0 0 1,0 1-1,0-1 0,0 0 0,0 0 0,0 0 0,0 0 0,-1 0 1,1 0-1,0 1 0,1 6 0,-1 0 0,0 1 0,-1-1 0,1 0 0,-1 1 0,-1-1 0,0 0 0,0 0 0,0 0 0,0 0 0,-1 0 0,-1-1 0,1 1 0,-1-1 0,-5 7 0,-69 76 14,10-14 4,65-72-19,1 1-1,-1 0 0,1 0 0,0 0 1,0 0-1,0 0 0,1 0 0,-1 1 1,1-1-1,0 1 0,0-1 0,1 1 1,-1-1-1,1 7 0,0-10 3,1 0-1,-1 0 1,1 0 0,-1 0-1,1-1 1,0 1 0,-1 0 0,1 0-1,0 0 1,-1 0 0,1-1-1,0 1 1,0 0 0,0-1-1,0 1 1,0-1 0,0 1-1,0-1 1,0 1 0,0-1-1,0 0 1,0 1 0,0-1-1,0 0 1,0 0 0,0 0-1,2 0 1,0 1 1,12 1 8,0 0 1,0-2-1,28-1 1,-1 0-60,11-1-1116,104-17 0,-21-9-5843,-63 7-4025</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6.907"/>
    </inkml:context>
    <inkml:brush xml:id="br0">
      <inkml:brushProperty name="width" value="0.025" units="cm"/>
      <inkml:brushProperty name="height" value="0.025" units="cm"/>
    </inkml:brush>
  </inkml:definitions>
  <inkml:trace contextRef="#ctx0" brushRef="#br0">0 125 1800,'0'0'22685,"5"0"-21447,175 0 2195,-176 0-3424,0 0 0,0 1 0,0 0 0,-1 0 0,1 0 0,0 0 0,-1 0 0,1 1 0,-1 0 0,1-1 0,-1 1 0,0 1 0,0-1 0,0 0 0,0 1 0,0-1 0,2 5 0,-3-5-31,0 0 0,-1 0 0,1 0 0,-1 0 0,1 1 0,-1-1-1,0 0 1,0 1 0,0-1 0,0 1 0,-1 0 0,1-1 0,-1 1 0,1 0 0,-1-1 0,0 1-1,0 0 1,0-1 0,-1 1 0,1 0 0,0-1 0,-1 1 0,0-1 0,0 1 0,-2 4-1,1-4-13,-1 0-1,1 0 1,-1 0-1,0 0 1,0-1-1,0 0 1,-1 1-1,1-1 1,0 0-1,-1 0 1,-6 2-1,4-2-77,-1 1-1,1-1 1,-1 0-1,0-1 0,1 1 1,-9 0-1,13-2-221,5-13-573,2 3 731,0 0 0,1 0 0,1 0 0,-1 1 1,1-1-1,1 2 0,0-1 0,0 1 0,18-14 1,97-61 26,-100 69 101,-7 4 146,-2 0-106,1 2 0,17-9 0,-27 15 206,-1 1 0,1-1 0,0 1 0,-1 0 0,1 0 0,0 0 0,0 0 0,0 1 0,-1 0 0,1 0 0,0 0-1,6 2 1,-9-1-97,0 1-1,1-1 0,-1 1 0,0-1 1,0 1-1,-1 0 0,1 0 1,0 0-1,-1 0 0,1 0 0,-1 0 1,1 0-1,-1 1 0,1 2 0,18 39 635,-19-41-639,2 4-365,-1 1-1,0-1 1,0 1 0,-1 0-1,1 9 1,-2 41-4640,-1-28 1232,1 10-4526</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7.271"/>
    </inkml:context>
    <inkml:brush xml:id="br0">
      <inkml:brushProperty name="width" value="0.025" units="cm"/>
      <inkml:brushProperty name="height" value="0.025" units="cm"/>
    </inkml:brush>
  </inkml:definitions>
  <inkml:trace contextRef="#ctx0" brushRef="#br0">60 1 1296,'0'0'23717,"-2"11"-22140,-2 33-153,2 50 1,-2 35-3478,-4-82-1540,-6-15-1868,-11-4-3469</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7.625"/>
    </inkml:context>
    <inkml:brush xml:id="br0">
      <inkml:brushProperty name="width" value="0.025" units="cm"/>
      <inkml:brushProperty name="height" value="0.025" units="cm"/>
    </inkml:brush>
  </inkml:definitions>
  <inkml:trace contextRef="#ctx0" brushRef="#br0">0 113 1408,'0'0'23149,"310"-91"-23149,-230 79-752,43 7-1336,-21 5-1977,-17-5-2073</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7.972"/>
    </inkml:context>
    <inkml:brush xml:id="br0">
      <inkml:brushProperty name="width" value="0.025" units="cm"/>
      <inkml:brushProperty name="height" value="0.025" units="cm"/>
    </inkml:brush>
  </inkml:definitions>
  <inkml:trace contextRef="#ctx0" brushRef="#br0">268 1 1712,'0'0'26206,"0"202"-25774,0-142-240,-21 5-192,-17 5-72,-31 57-792,-1-14-1785,1-12-4008</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39.957"/>
    </inkml:context>
    <inkml:brush xml:id="br0">
      <inkml:brushProperty name="width" value="0.025" units="cm"/>
      <inkml:brushProperty name="height" value="0.025" units="cm"/>
    </inkml:brush>
  </inkml:definitions>
  <inkml:trace contextRef="#ctx0" brushRef="#br0">38 12 1664,'0'0'6086,"-1"-1"-6406,-3-8 10208,2 7-9178,-25 2 948,24 0-1247,18 0-181,316 0 359,-271 5 1709,-60-4-2286,0 4-38,0-4-252,0 0 169,0-1 0,0 0-1,0 0 1,0 1 0,0-1 0,0 0-1,0 1 1,0-1 0,0 0-1,0 1 1,0-1 0,0 0 0,0 0-1,0 1 1,0-1 0,0 0 0,0 1-1,0-1 1,0 0 0,0 0-1,-1 1 1,1-1 0,0 0 0,0 0-1,0 1 1,0-1 0,-1 0 0,1 0-1,0 0 1,0 1 0,-1-1-1,1 0 1,-13 6-4843,-3-1-2819</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1.311"/>
    </inkml:context>
    <inkml:brush xml:id="br0">
      <inkml:brushProperty name="width" value="0.025" units="cm"/>
      <inkml:brushProperty name="height" value="0.025" units="cm"/>
    </inkml:brush>
  </inkml:definitions>
  <inkml:trace contextRef="#ctx0" brushRef="#br0">776 0 3569,'0'0'7704,"5"3"-210,-22 482-7257,17-481-236,-12 88 17,10-83-12,0 0-1,-1 1 1,0-1-1,-1 0 0,0-1 1,0 1-1,-10 13 1,5-13 37,0 0-1,-1-1 1,0-1 0,0 0 0,-1 0 0,-15 6 0,10-3 19,-11 5-35,-1-1-1,0-1 0,0-1 0,-1-2 0,-1-1 0,1-1 0,-1-1 0,-1-2 0,1-1 0,-44 0 0,63-4-16,0 1 60,0-1 0,0 0 0,0-1-1,0 0 1,0 0 0,0-1 0,0-1 0,0 0 0,1 0 0,-1-1 0,-10-6-1,14 6-29,0 0 0,0-1 0,1 0 0,0 0-1,0-1 1,0 0 0,1 0 0,0 0 0,0 0-1,1-1 1,-1 0 0,2 0 0,-1 0 0,-3-9-1,3 1 33,0-1 0,1 0-1,1 0 1,0-1 0,2-29-1,0-7 197,0 53-49,2 3-227,0 0 1,-1 0-1,1 0 1,-1 1-1,1-1 0,-1 0 1,1 6-1,6 11-168,-7-17 32,1-1 0,-1 1 0,1-1-1,0 0 1,0 0 0,0 0 0,0 0 0,3 3 0,13 0-6648,-7-5-4271</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2.688"/>
    </inkml:context>
    <inkml:brush xml:id="br0">
      <inkml:brushProperty name="width" value="0.025" units="cm"/>
      <inkml:brushProperty name="height" value="0.025" units="cm"/>
    </inkml:brush>
  </inkml:definitions>
  <inkml:trace contextRef="#ctx0" brushRef="#br0">150 239 3929,'0'0'10405,"-11"-7"-6183,11-7-3854,-43 13 153,43 1-505,-1 0 0,1 0 0,-1-1 0,0 1-1,1 0 1,-1 0 0,1-1 0,-1 1 0,1 0-1,-1-1 1,1 1 0,-1-1 0,1 1 0,-1-1-1,1 1 1,-1-1 0,1 1 0,0-1 0,-1 1-1,1-1 1,0 1 0,0-1 0,-1 0 0,1 1-1,0-1 1,0 0 0,0 1 0,0-1 0,0 1-1,0-1 1,0 0 0,0 0 0,0-30-67,1 19 57,-1 11-70,48 1-158,-48 0 233,1 0 0,-1 1-1,0-1 1,1 0 0,-1 0-1,1 1 1,-1-1 0,0 0-1,1 1 1,-1-1 0,0 0 0,0 1-1,1-1 1,-1 1 0,0-1-1,0 0 1,1 1 0,-1-1-1,0 1 1,0-1 0,0 1 0,0-1-1,0 0 1,0 1 0,0-1-1,0 1 1,0-1 0,0 1-1,0-1 1,0 1 0,0-1 0,0 1-1,-3 13 385,-1-14-368,1 0-1,-1-1 0,0 1 0,0-1 1,0 1-1,0-1 0,0 0 0,1-1 1,-1 1-1,-4-3 0,6 3-15,0 0-1,1 0 1,-1-1-1,1 1 1,0-1-1,-1 1 1,1-1-1,0 1 1,0-1-1,0 0 1,0 1-1,0-1 1,0 0-1,0 0 1,1 0 0,-1 0-1,1 0 1,-1 0-1,1 1 1,0-1-1,0 0 1,0-4-1,-1 4-15,1 0-1,0 0 1,0 0-1,0 0 1,0 0-1,0 1 0,0-1 1,0 0-1,1 0 1,-1 0-1,1 0 1,-1 0-1,1 0 1,0 1-1,0-1 1,0 0-1,0 1 1,0-1-1,0 0 1,0 1-1,0-1 1,1 1-1,-1 0 1,0-1-1,1 1 1,0 0-1,-1 0 1,1 0-1,-1 0 1,1 0-1,0 0 1,0 1-1,0-1 0,-1 1 1,4-1-1,8-5 2,-9 4 1,0 0 0,0 1 0,0-1 0,0 1 0,0 0 0,0 0 0,0 1-1,5-1 1,-8 1-2,-1 1 12,0 1 0,0-1-1,1 1 1,-1-1 0,0 1 0,0-1-1,-1 1 1,1-1 0,0 1 0,0-1 0,-1 1-1,1-1 1,-1 1 0,1-1 0,-1 1-1,1-1 1,-1 0 0,0 1 0,0-1-1,0 0 1,0 0 0,0 0 0,0 0 0,0 1-1,0-1 1,-2 1 0,-1-1 20,0 0 0,-1 0 1,1 0-1,0 0 0,0-1 0,-1 1 0,1-1 1,-5-1-1,3 1-16,-2 0 43,6 0-23,0 1-1,0-1 1,0 0-1,1 0 1,-1-1-1,0 1 1,0 0-1,0-1 1,0 1-1,-3-2 1,4 1-24,1 0 1,-1 0-1,0 0 1,1 0-1,-1 0 1,1 0 0,-1 0-1,1 0 1,-1 0-1,1-1 1,0 1-1,0 0 1,0 0-1,-1 0 1,1 0 0,0-1-1,0 1 1,1-2-1,-2-15 43,1 14-63,0-1-1,0 1 1,0 0-1,0 0 0,1 0 1,-1 0-1,2-5 1,-1 8 8,-1 0 1,1 0-1,0 0 0,0-1 1,0 1-1,-1 0 1,1 0-1,0 0 1,0 0-1,1 1 1,-1-1-1,0 0 1,0 0-1,0 1 1,0-1-1,1 0 1,-1 1-1,0-1 0,1 1 1,-1 0-1,0-1 1,1 1-1,-1 0 1,3 0-1,5-2-17,1 1 0,-1 1 1,1 0-1,-1 0 0,1 0 0,12 4 0,-21-4 22,0 1 1,0 0 0,0 0-1,0-1 1,0 1 0,0 0-1,-1 0 1,1 0-1,0 0 1,-1 0 0,1 0-1,0 0 1,-1 0-1,0 0 1,1 0 0,-1 1-1,0-1 1,1 0-1,-1 0 1,0 0 0,0 0-1,0 3 1,0 34 66,-1-24-20,1-13-37,0 1 0,0-1 0,-1 1 0,1 0 0,0-1 0,-1 1 0,1-1 0,-1 1-1,0-1 1,1 1 0,-1-1 0,0 0 0,0 1 0,0-1 0,0 0 0,0 0 0,0 1 0,0-1 0,0 0 0,-3 1 0,0 0 7,1 0 0,-1 0 0,0 0 0,1 0 1,-1-1-1,0 0 0,0 0 0,-6 1 0,5-1-1,-1-1-1,1 1 1,-1-1-1,1 0 1,-1 0-1,1-1 1,0 0-1,-1 0 1,1 0-1,0 0 1,-1-1-1,1 0 1,-7-4-1,8 3 24,0-1-1,0 1 0,0-1 1,1 0-1,-1 0 1,1 0-1,0-1 1,1 1-1,-1-1 1,1 0-1,0 1 1,-3-9-1,5 12 35,18 5-251,-10 1 165,0 1 0,-1 0 0,0 0 0,0 0 0,11 15 0,12 10-452,10 5-1757,-14-14-2311,-2-4-4293</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3.924"/>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5.594"/>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1"/>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6"/>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7"/>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8"/>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9"/>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0"/>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1"/>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2"/>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3"/>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4"/>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5"/>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6"/>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7"/>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8"/>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9"/>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0"/>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1"/>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2"/>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4"/>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5"/>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6"/>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7"/>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8"/>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9"/>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0"/>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1"/>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2"/>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3"/>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4"/>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5"/>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6"/>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7"/>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8"/>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9"/>
    </inkml:context>
    <inkml:brush xml:id="br0">
      <inkml:brushProperty name="width" value="0.025" units="cm"/>
      <inkml:brushProperty name="height" value="0.025" units="cm"/>
    </inkml:brush>
  </inkml:definitions>
  <inkml:trace contextRef="#ctx0" brushRef="#br0">0 22 14779,'0'0'9402,"0"-22"-11194</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0"/>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1"/>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2"/>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3"/>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4"/>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5"/>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6"/>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7"/>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8"/>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9"/>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1"/>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2"/>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3"/>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4"/>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5"/>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6"/>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7"/>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8"/>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9"/>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0"/>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1"/>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2"/>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3"/>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4"/>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5"/>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6"/>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8"/>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9"/>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0"/>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1"/>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2"/>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3"/>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4"/>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5"/>
    </inkml:context>
    <inkml:brush xml:id="br0">
      <inkml:brushProperty name="width" value="0.025" units="cm"/>
      <inkml:brushProperty name="height" value="0.025" units="cm"/>
    </inkml:brush>
  </inkml:definitions>
  <inkml:trace contextRef="#ctx0" brushRef="#br0">1 0 10186,'0'0'6001,"69"58"-20876</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6"/>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7"/>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9"/>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0"/>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1"/>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2"/>
    </inkml:context>
    <inkml:brush xml:id="br0">
      <inkml:brushProperty name="width" value="0.025" units="cm"/>
      <inkml:brushProperty name="height" value="0.025" units="cm"/>
    </inkml:brush>
  </inkml:definitions>
  <inkml:trace contextRef="#ctx0" brushRef="#br0">337 609 1064,'0'0'6524,"15"-14"-5438,42-45 331,-37 37 801,-18 13 202,0 1-1623,11-13 2523,16-4-3201,-5 6 31,-5 0-132,0-1 1,-1-1 0,-1 0-1,28-46 1,-37 53-36,-1-1 1,0 0-1,-1 0 0,-1 0 1,0-1-1,-1 1 0,0-1 1,-2 0-1,2-29 0,-4 41-17,0 0-1,0 0 0,0 0 0,0 0 1,-1 0-1,0 0 0,0 0 0,0 0 0,0 0 1,0 0-1,-1 0 0,-3-5 0,2 6-5,0 0 0,0 0-1,0 1 1,0-1 0,-1 1-1,1 0 1,-1 0 0,0 0-1,1 0 1,-1 1 0,0-1 0,-8-1-1,-15-2 44,1 1 0,-1 1 1,0 1-1,-36 2 0,47 0 39,11 0-29,0 0 1,0 1 0,1 0 0,-1 0-1,0 0 1,0 1 0,0-1 0,1 1-1,-1 0 1,1 0 0,-1 1 0,1 0-1,0-1 1,0 2 0,0-1 0,-6 6-1,-2 5 122,0 1 0,1 0 0,-11 20-1,17-27-72,-16 29 226,2 1-1,2 1 0,1 0 0,2 1 0,1 1 0,-12 78 0,-8 260 870,25-238-596,-17 699 2861,25-839-3906,-9-1-2648,6 0 2562,1 0 0,-1 0 0,1-1 0,-1 1 0,1-1 0,-1 1 0,1-1 0,-1 0-1,1 0 1,0 0 0,-1 0 0,1 0 0,0-1 0,0 1 0,0 0 0,0-1-1,-4-3 1,-20-24-8986</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3"/>
    </inkml:context>
    <inkml:brush xml:id="br0">
      <inkml:brushProperty name="width" value="0.025" units="cm"/>
      <inkml:brushProperty name="height" value="0.025" units="cm"/>
    </inkml:brush>
  </inkml:definitions>
  <inkml:trace contextRef="#ctx0" brushRef="#br0">0 246 1016,'0'0'17580,"310"-96"-16724,-235 87-424,5-3-272,-10-3-48,5 3-112,-6-5-8,-5 3-224,-10-3-744,-1 0-1200,-26 7-2377,-11 1-2241,-11-8 1377</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4"/>
    </inkml:context>
    <inkml:brush xml:id="br0">
      <inkml:brushProperty name="width" value="0.025" units="cm"/>
      <inkml:brushProperty name="height" value="0.025" units="cm"/>
    </inkml:brush>
  </inkml:definitions>
  <inkml:trace contextRef="#ctx0" brushRef="#br0">99 145 1560,'0'0'15889,"-13"3"-14114,-38 12-504,49-14-1216,0 0-1,0 0 0,0 0 1,0 0-1,0 1 1,1-1-1,-1 1 1,1-1-1,-1 1 1,1-1-1,-1 1 0,1 0 1,0 0-1,0 0 1,0 0-1,0 0 1,0 0-1,-1 4 1,-1 34 367,3-34-373,-1 17 53,0-15-100,1 1-1,0-1 1,0 1-1,1-1 1,3 14-1,-3-20-11,0 0 1,0 1-1,0-1 1,0 0-1,0 0 0,1 1 1,-1-1-1,0 0 0,1-1 1,0 1-1,0 0 0,-1 0 1,1-1-1,0 1 0,0-1 1,0 1-1,1-1 1,-1 0-1,0 0 0,0 0 1,1 0-1,-1 0 0,5 0 1,16 3-371,1-1 1,-1-2 0,1 0 0,41-5-1,-62 4 281,0 0 0,0-1-1,0 0 1,0 1 0,0-1-1,0 0 1,0 0 0,0-1-1,0 1 1,0-1 0,-1 1-1,1-1 1,-1 0 0,1 0-1,-1 0 1,0 0 0,3-4-1,-1 2-8,-1-1 0,0-1 1,0 1-1,0 0 0,-1-1 0,0 1 0,0-1 0,2-11 0,-2 8 60,0-1-1,-1 0 1,-1 0-1,1 0 1,-2 0-1,1 1 1,-1-1-1,-1 0 1,0 0 0,0 1-1,-7-17 1,-5 1 117,-1 0 1,-30-35 0,21 28 257,13 20 19,10 11-547,13 7-7226,3 5-1647</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5"/>
    </inkml:context>
    <inkml:brush xml:id="br0">
      <inkml:brushProperty name="width" value="0.025" units="cm"/>
      <inkml:brushProperty name="height" value="0.025" units="cm"/>
    </inkml:brush>
  </inkml:definitions>
  <inkml:trace contextRef="#ctx0" brushRef="#br0">0 322 1424,'0'0'21162,"15"8"-20190,48 25-414,-41-22-242,-22-11-305,1 0 0,-1 0 1,0 0-1,1 0 0,-1 0 0,0 0 0,0 0 1,1 0-1,-1 0 0,0 0 0,1 0 0,-1 0 1,0 1-1,0-1 0,1 0 0,-1 0 0,0 0 0,0 0 1,0 1-1,1-1 0,-1 0 0,0 0 0,0 1 1,0-1-1,0 0 0,1 0 0,-1 1 0,0-1 1,0 0-1,0 1 0,0-1 0,0 0 0,0 1 453,0-3-292,-3-55 36,1 44-243,1 0 0,0 0 1,1 0-1,0 0 0,1 0 0,1 0 1,0 0-1,0 0 0,7-18 0,1 13 12,2-1-1,-1 2 1,2 0-1,1 0 1,0 1-1,0 1 0,2 0 1,20-15-1,-35 29 19,1 0 0,-1 0 0,1 1-1,-1-1 1,1 0 0,-1 0 0,1 1-1,0-1 1,-1 1 0,1 0-1,0-1 1,3 1 0,-5 0-75,1 0 1,-1 0-1,1 0 1,0 0-1,-1 0 1,1 0-1,-1 0 0,1 1 1,-1-1-1,1 0 1,0 0-1,-1 0 1,1 1-1,-1-1 0,1 0 1,-1 1-1,0-1 1,1 0-1,-1 1 1,1-1-1,-1 1 1,1-1-1,-1 1 0,0-1 1,1 1-1,-1-1 1,0 1-1,0-1 1,1 1-1,-1-1 1,0 1-1,0-1 0,0 1 1,0 0-1,0-1 1,0 1-1,0-1 1,0 2-1,0 26-6336,0 5-6641</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6"/>
    </inkml:context>
    <inkml:brush xml:id="br0">
      <inkml:brushProperty name="width" value="0.025" units="cm"/>
      <inkml:brushProperty name="height" value="0.025" units="cm"/>
    </inkml:brush>
  </inkml:definitions>
  <inkml:trace contextRef="#ctx0" brushRef="#br0">0 252 6641,'0'0'12811,"7"-17"-11900,26-53-36,-29 65-758,-1 0 0,1 0 0,0 1 0,0-1 0,0 1 0,1 0 0,-1 1 0,1-1 0,0 1 0,0 0 0,0 0 0,1 0 0,8-3 0,8-4 152,4-5-176,1 1 0,0 2 0,1 1-1,0 1 1,1 1 0,0 2 0,0 0 0,0 2 0,1 2 0,45-1-1,-52 4-84,-13-1-8,-1 1 0,0 0 0,1 1 0,-1 0 0,0 0 0,12 4 0,-19-4-3,1 0-1,-1 0 1,0 0-1,0 0 1,1 1-1,-1 0 1,0-1-1,0 1 1,0 0-1,0 0 1,-1 0-1,1 0 1,0 0-1,-1 0 1,0 0-1,1 1 1,-1-1-1,0 1 1,0-1-1,0 1 1,-1-1-1,1 1 1,-1-1-1,1 1 1,-1 0-1,0 4 1,1 3 22,0-1 0,-1 1 0,0 0 1,-1 0-1,0-1 0,0 1 0,-1 0 0,-1-1 1,1 1-1,-2-1 0,1 0 0,-1 0 0,0 0 1,-1-1-1,0 1 0,-1-1 0,0 0 0,0-1 1,-8 9-1,-197 177 433,199-183-449,1 1-1,0-1 1,0 2-1,1-1 1,-16 26 0,21-28-54,1 0 0,-1 0 0,2 0 0,-1 0 0,1 1 0,1 0 0,0-1 0,0 1 0,1 0 0,0 15 0,1-24 38,1 1 0,-1 0 0,1 0 0,-1-1 1,1 1-1,0 0 0,0-1 0,-1 1 0,1-1 1,0 1-1,1-1 0,-1 0 0,0 1 1,0-1-1,1 0 0,-1 0 0,0 1 0,1-1 1,-1-1-1,1 1 0,-1 0 0,1 0 0,0 0 1,-1-1-1,1 1 0,0-1 0,0 1 1,3-1-1,10 3-92,0 0 1,22 0 0,-24-2 2,-9-1 64,21 3-346,0-2 1,1 0-1,-1-2 0,0 0 0,31-7 1,-47 4 338,-9 4 48,0 0 0,0 0 0,0 0 0,0 0 0,0 0 0,0 0 0,0 1 1,0-1-1,0 0 0,0 0 0,0 0 0,0 0 0,0 0 0,0 0 1,0 0-1,0 0 0,0 0 0,0 1 0,0-1 0,0 0 0,0 0 1,0 0-1,0 0 0,0 0 0,0 0 0,0 0 0,0 0 0,0 0 1,0 1-1,0-1 0,0 0 0,0 0 0,0 0 0,0 0 0,1 0 0,-1 0 1,0 0-1,0 0 0,0 0 0,0 0 0,0 0 0,0 0 0,0 0 1,0 0-1,0 0 0,0 0 0,1 0 0,-1 0 0,0 0 0,0 0 1,0 0-1,0 0 0,0 0 0,0 0 0,0 0 0,0 0 0,1 0 0,-2 9 46,1 45 96,3 94-28,-2-125-110,2-1-1,1 0 1,1-1-1,11 34 1,-6-32 61,-2-1 0,0 1 1,-2 1-1,0-1 1,-2 1-1,3 37 0,-8-59 0,1 0-1,0 1 1,0-1-1,-1 0 1,0 1-1,1-1 1,-1 0 0,0 0-1,0 0 1,0 0-1,0 0 1,-1 0-1,1 0 1,0 0-1,-1 0 1,1 0-1,-1-1 1,0 1-1,0-1 1,0 1-1,1-1 1,-5 2-1,-3 2 162,0 0-1,-1-2 1,-18 6-1,20-6-106,-83 24 881,-7 1 398,-110 49 0,208-77-1431,-1 0 0,1 0 0,-1 0 0,1 0 0,-1 1 0,1-1 0,-1 0 0,1 0 0,-1 1 0,1-1 0,-1 0 0,1 1 0,-1-1 0,1 0 0,0 1-1,-1-1 1,1 0 0,-1 1 0,1-1 0,0 1 0,0-1 0,-1 1 0,1-1 0,0 1 0,0-1 0,-1 1 0,1-1 0,0 1 0,0-1 0,0 1 0,0 0 0,0-1 0,0 1 0,0 0-250,1 0 0,-1-1 0,1 1 1,0 0-1,-1-1 0,1 1 0,0-1 0,-1 1 0,1-1 0,0 0 0,0 1 0,-1-1 0,1 0 0,0 1 1,0-1-1,0 0 0,0 0 0,-1 0 0,3 1 0,17-1-8687</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7"/>
    </inkml:context>
    <inkml:brush xml:id="br0">
      <inkml:brushProperty name="width" value="0.025" units="cm"/>
      <inkml:brushProperty name="height" value="0.025" units="cm"/>
    </inkml:brush>
  </inkml:definitions>
  <inkml:trace contextRef="#ctx0" brushRef="#br0">665 41 2184,'0'0'6719,"-15"-7"-4182,4 1-2085,-1 1 0,-1 0 1,1 1-1,-1 0 0,0 1 0,0 1 0,0 0 1,-17-1-1,9 3 148,-95 4 1984,99-2-2225,1 0 1,-1 2 0,1 0 0,-31 12-1,21-4 92,0 1 0,-34 23 0,48-28-243,1 0 0,0 1 1,0 1-1,1-1 0,1 2 0,-16 21 0,21-26-157,1 1 0,1-1 0,-1 1 0,1 0 0,0 0 0,1 0 0,0 0 0,0 0 0,0 0 0,1 1 0,1 12 0,-1-8-32,0-9-15,0-1 0,1 0 0,0 1 0,-1-1 0,1 0 0,0 0 0,0 0 0,0 1 0,0-1-1,0 0 1,1 0 0,-1 0 0,1-1 0,-1 1 0,1 0 0,0 0 0,-1-1 0,1 1 0,0-1 0,0 0 0,4 2 0,6 4 37,1 0 1,22 6-1,-9-2 10,-22-10-52,0 1 1,0 0 0,1 0 0,-1 1 0,-1-1-1,1 1 1,0 0 0,-1 0 0,1 0 0,-1 0-1,0 1 1,0 0 0,0-1 0,-1 1 0,1 0 0,-1 0-1,0 0 1,0 1 0,0-1 0,-1 0 0,1 1-1,-1-1 1,0 1 0,0-1 0,-1 1 0,0 0 0,1-1-1,-2 8 1,2-4 16,-1-1-1,0 1 1,0-1 0,-1 1-1,0-1 1,-1 1 0,1-1-1,-1 1 1,0-1 0,-1 0-1,0 0 1,0 0-1,-1 0 1,0-1 0,0 1-1,0-1 1,-1 0 0,0 0-1,0-1 1,0 0 0,-7 6-1,4-4-6,-10 10 33,-35 25 0,47-38-52,1 0 1,-1-1-1,0 0 0,0 0 0,-1 0 0,1-1 0,-1 0 0,1 0 0,-1-1 1,1 0-1,-11 1 0,16-3-87,1 1 0,0 0 1,-1 0-1,1-1 0,-1 1 0,1 0 0,-1-1 1,1 1-1,0 0 0,-1-1 0,1 1 0,0-1 1,-1 1-1,1 0 0,0-1 0,0 1 0,-1-1 1,1 1-1,0-1 0,0 1 0,0-1 0,0 1 1,-1-1-1,1 1 0,0-1 0,0 1 0,0-1 1,0 0-1,0 1 0,0-1 0,1 1 0,-1-1 0,4-19-985,-1 17 915,0 1 0,0-1 1,-1 1-1,1 0 0,1 0 0,-1 0 0,0 1 1,0-1-1,1 1 0,-1-1 0,1 1 0,-1 0 1,1 1-1,6-2 0,54-2-860,-59 3 988,0 1-1,0 0 1,0 1-1,0-1 0,-1 1 1,1 0-1,0 0 1,0 0-1,0 1 1,7 3-1,-9-3 43,-1 1 0,1-1 0,-1 0 0,0 1 0,1 0 0,-1 0 0,-1-1-1,1 1 1,0 0 0,-1 0 0,1 1 0,-1-1 0,0 0 0,0 0 0,-1 1 0,2 4 0,2 20 629,-1 1 0,-2 0 0,-2 42 0,0-14 706,-3-4-299,2-40-832,0 0 0,2 0 0,-1 0 0,2 0 0,-1 0 0,4 16 1,-3-27-191,0-1 1,0 1-1,0 0 1,0-1 0,0 1-1,0-1 1,0 1 0,0-1-1,1 0 1,-1 1-1,1-1 1,-1 0 0,1 0-1,-1 0 1,1 0-1,0 0 1,-1 0 0,1 0-1,3 0 1,39 9 232,-28-8-99,25 4-51,0-2 0,73-2 0,-66-3-3766</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8"/>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9"/>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0"/>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1"/>
    </inkml:context>
    <inkml:brush xml:id="br0">
      <inkml:brushProperty name="width" value="0.025" units="cm"/>
      <inkml:brushProperty name="height" value="0.025" units="cm"/>
    </inkml:brush>
  </inkml:definitions>
  <inkml:trace contextRef="#ctx0" brushRef="#br0">411 27 2529,'0'0'13500,"2"-5"-12295,5-12-296,-5 12 1264,-7 5-1981,0 1 1,1-1-1,-1 1 0,0 0 0,1 0 0,-1 0 0,1 0 0,-1 1 0,1 0 0,0 0 0,0 0 0,0 1 0,0-1 1,-6 6-1,-1 2-165,1 1 0,0 1 1,-11 15-1,4-5 258,-21 28-206,3 1 0,1 2 0,4 1 0,-25 59 0,37-69-69,2 1 1,2 0 0,2 0-1,2 2 1,2-1 0,-2 49-1,9 257 21,2-333-33,1 0 1,0-1-1,2 0 1,0 0-1,1 0 1,0 0-1,12 23 1,-14-34 1,1 1 0,0-1 0,1 0 1,-1 0-1,1-1 0,1 1 0,-1-1 1,1 0-1,0-1 0,0 1 0,1-1 0,-1 0 1,1-1-1,1 0 0,-1 0 0,0 0 0,1-1 1,15 5-1,2-4 60,0-1 1,0 0-1,1-2 1,-1-1-1,39-5 1,-63 5-80,0 0 1,1 0 0,-1 0 0,0-1-1,1 1 1,-1 0 0,0 0 0,0-1 0,1 1-1,-1-1 1,0 0 0,0 1 0,0-1-1,0 0 1,1 1 0,-1-1 0,0 0-1,-1 0 1,1 0 0,0 0 0,0 0 0,0 0-1,0-2 1,-7 3-1291,-5 2 81,0-1 0,0 2 0,0 0 0,0 0 0,-13 6 1,-24 6-4608</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2"/>
    </inkml:context>
    <inkml:brush xml:id="br0">
      <inkml:brushProperty name="width" value="0.025" units="cm"/>
      <inkml:brushProperty name="height" value="0.025" units="cm"/>
    </inkml:brush>
  </inkml:definitions>
  <inkml:trace contextRef="#ctx0" brushRef="#br0">86 4 440,'0'0'20655,"0"-3"-19944,1 34-223,-2 0 0,-1-1 0,-7 35 0,3-45-542,1-1-458,-1-1 0,-1 0-1,-12 24 1,18-40-125,0-1-1,0 1 0,-1-1 1,1 0-1,0 1 0,-1-1 1,1 0-1,-1 0 0,1 0 1,-1 0-1,1 0 0,-3 1 1,-7-1-7592</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3"/>
    </inkml:context>
    <inkml:brush xml:id="br0">
      <inkml:brushProperty name="width" value="0.025" units="cm"/>
      <inkml:brushProperty name="height" value="0.025" units="cm"/>
    </inkml:brush>
  </inkml:definitions>
  <inkml:trace contextRef="#ctx0" brushRef="#br0">1 17 1360,'0'0'19132,"10"-17"-19132,6 56-208,-5 35-1344,0-11-3137,-6-3-4497</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4"/>
    </inkml:context>
    <inkml:brush xml:id="br0">
      <inkml:brushProperty name="width" value="0.025" units="cm"/>
      <inkml:brushProperty name="height" value="0.025" units="cm"/>
    </inkml:brush>
  </inkml:definitions>
  <inkml:trace contextRef="#ctx0" brushRef="#br0">1 132 1616,'0'0'20089,"11"-1"-19461,77-3-9,-87 4-617,0 1 1,0-1-1,-1 0 1,1 0-1,-1 0 1,1 1 0,0-1-1,-1 0 1,1 1-1,-1-1 1,1 0-1,0 1 1,-1-1-1,1 1 1,-1-1 0,0 1-1,1-1 1,-1 1-1,1 0 1,-1-1-1,0 1 1,1-1 0,-1 1-1,0 0 1,0-1-1,0 1 1,1 0-1,-1-1 1,0 1 0,0 0-1,0-1 1,0 1-1,0 1 1,0 28-46,-1-22-11,1-6-128,12-2-949,-2-1 832,1 0 1,-1-1 0,1 0 0,-1 0-1,1-1 1,-1-1 0,0 0 0,0 0-1,-1-1 1,14-8 0,10-10-173,43-37-1,-52 40 235,-13 12 459,15-13-198,-18 9 4335,-5 132-3426,-1-58-3548,-1-3-4860,-1-40-388</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5"/>
    </inkml:context>
    <inkml:brush xml:id="br0">
      <inkml:brushProperty name="width" value="0.025" units="cm"/>
      <inkml:brushProperty name="height" value="0.025" units="cm"/>
    </inkml:brush>
  </inkml:definitions>
  <inkml:trace contextRef="#ctx0" brushRef="#br0">156 0 2497,'0'0'19868,"-5"28"-18716,2-8-956,-3 23 283,-3 0 1,-22 71 0,-39 103 627,60-178-1134,3-1 0,1 2-1,-2 67 1,8-94 119,-1-10-260,1 1 1,0-1 0,0 0 0,1 1 0,-1-1 0,1 1 0,-1-1 0,2 5 0,-1-7 7,0 0 0,0 1 0,0-1 0,1 0 0,-1 1 0,0-1 0,0 0 0,1 0-1,-1 0 1,1 0 0,-1 0 0,1-1 0,-1 1 0,1 0 0,-1-1 0,1 1 0,0-1 0,-1 1 0,1-1 0,2 0 0,61 6-7697,-42-6 1210</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6"/>
    </inkml:context>
    <inkml:brush xml:id="br0">
      <inkml:brushProperty name="width" value="0.025" units="cm"/>
      <inkml:brushProperty name="height" value="0.025" units="cm"/>
    </inkml:brush>
  </inkml:definitions>
  <inkml:trace contextRef="#ctx0" brushRef="#br0">0 43 1304,'0'0'19965,"193"-43"-19821,-145 43-144,16 0-809,-16 0-3528,0 0-7209</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7"/>
    </inkml:context>
    <inkml:brush xml:id="br0">
      <inkml:brushProperty name="width" value="0.025" units="cm"/>
      <inkml:brushProperty name="height" value="0.025" units="cm"/>
    </inkml:brush>
  </inkml:definitions>
  <inkml:trace contextRef="#ctx0" brushRef="#br0">289 60 1168,'0'0'15155,"1"-10"-13661,3-30-439,-3 30-231,5 21 683,10 43-1175,-2 0-1,11 102 1,-12 118-384,-12-256 28,-1-10 29,1-1 1,-2 0 0,1 0-1,-1 1 1,0-1 0,-3 11-1,3-15 5,0-1 0,0 0 0,0 0 0,-1 0 0,1 0 0,-1 0 0,1-1 0,-1 1-1,0 0 1,0-1 0,1 1 0,-1-1 0,0 1 0,0-1 0,-1 0 0,1 0 0,0 0 0,0 0-1,0 0 1,-1-1 0,1 1 0,0-1 0,-1 1 0,-3-1 0,-8 2 58,0-1 1,0 0-1,-1-1 0,1 0 1,0-2-1,-1 1 1,-13-5-1,18 3-8,0 0 1,1-1-1,0 0 0,-1 0 1,1-1-1,1 0 0,-1-1 1,1 0-1,0-1 0,-11-10 1,8 5 183,-1 0 0,2 0 1,0-1-1,0-1 0,-12-23 0,22 36-290,0 1 0,0 0 0,-1-1 0,1 1 0,0-1 0,0 1 0,0 0 0,-1-1 0,1 1 0,0-1 0,0 1 0,0-1 0,0 1 0,0-1 0,0 1 0,0-1 0,0 1 0,0-1 0,0 1 0,0 0 0,0-1 0,1 1 0,-1-1 0,0 1 0,0-1 0,0 1 0,1-1 0,-1 1 0,0 0 0,0-1 0,1 1 0,0-1 0,15-2-5379,-2 2 1997,11-9-5965</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8"/>
    </inkml:context>
    <inkml:brush xml:id="br0">
      <inkml:brushProperty name="width" value="0.025" units="cm"/>
      <inkml:brushProperty name="height" value="0.025" units="cm"/>
    </inkml:brush>
  </inkml:definitions>
  <inkml:trace contextRef="#ctx0" brushRef="#br0">28 0 1800,'0'0'24811,"-6"16"-21358,6 23-4734,1-9-899,-2 0 0,-6 45 0,-7-20-3820</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9"/>
    </inkml:context>
    <inkml:brush xml:id="br0">
      <inkml:brushProperty name="width" value="0.025" units="cm"/>
      <inkml:brushProperty name="height" value="0.025" units="cm"/>
    </inkml:brush>
  </inkml:definitions>
  <inkml:trace contextRef="#ctx0" brushRef="#br0">5 161 1040,'0'0'16546,"-1"-3"-14893,0-1-1433,0 3-158,1 0 1,0 0 0,-1 0 0,1 0 0,0 0 0,0 0 0,0 0 0,0 0 0,0 0 0,0 0 0,0 0 0,0 0 0,0 1 0,0-1 0,0 0 0,1 0 0,-1 0-1,0 0 1,1 0 0,-1 0 0,1 0 0,-1 0 0,1 0 0,-1 1 0,1-1 0,0 0 0,-1 0 0,1 1 0,0-1 0,0 0 0,-1 1 0,1-1 0,0 1 0,0-1 0,0 1-1,0 0 1,0-1 0,0 1 0,0 0 0,0-1 0,1 1 0,36-15 404,69-16-1,-28 9-311,16-1-56,-56 14-181,38-13 0,-97 41-6007,-23 21 2616,-33 12-2858,4-9-901</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
    </inkml:context>
    <inkml:brush xml:id="br0">
      <inkml:brushProperty name="width" value="0.025" units="cm"/>
      <inkml:brushProperty name="height" value="0.025" units="cm"/>
    </inkml:brush>
  </inkml:definitions>
  <inkml:trace contextRef="#ctx0" brushRef="#br0">6 0 1424,'-6'202'10018,"28"-202"-7289,10 0 8,5 0-345,6 0-511,10 0-425,-5-4-480,6-1-288,-11-12-320,-6 0-208,-5 8-160,-5 9-536,-16 0-1904,-6 0-4842</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1"/>
    </inkml:context>
    <inkml:brush xml:id="br0">
      <inkml:brushProperty name="width" value="0.025" units="cm"/>
      <inkml:brushProperty name="height" value="0.025" units="cm"/>
    </inkml:brush>
  </inkml:definitions>
  <inkml:trace contextRef="#ctx0" brushRef="#br0">288 311 2465,'0'0'15464,"-16"-8"-13952,-48-24-493,60 30-955,0 0 0,0 1 0,0-1-1,0 1 1,0 0 0,-1 0-1,1 0 1,0 1 0,-1-1 0,1 1-1,-1 0 1,1 1 0,0-1-1,-1 1 1,1 0 0,0 0 0,-1 0-1,1 0 1,0 1 0,0-1 0,0 1-1,0 0 1,0 1 0,1-1-1,-1 1 1,1-1 0,-1 1 0,1 0-1,0 0 1,0 1 0,0-1-1,-2 5 1,-5 7-45,2 0 0,0 0 0,0 1 0,2 1 0,0-1 0,-4 18 0,4-9-44,1 0 0,2 0 0,0 0 0,1 1 1,2-1-1,5 50 0,-5-72 0,1 0-1,0-1 0,-1 1 1,1 0-1,0-1 1,0 1-1,1 0 1,-1-1-1,0 0 1,1 1-1,0-1 0,-1 0 1,1 0-1,0 0 1,0 0-1,0 0 1,0 0-1,1 0 0,-1-1 1,0 1-1,1-1 1,-1 0-1,1 0 1,-1 1-1,1-2 0,4 2 1,6 1-43,-1-1-1,1 0 1,0-1 0,18-1-1,-22 0 64,-1 0-26,0-1 0,0 0 1,0 0-1,-1 0 1,1-1-1,0 0 1,0-1-1,-1 1 1,0-1-1,1-1 0,-1 0 1,0 0-1,-1 0 1,1-1-1,11-10 1,-5 1-82,0-1-1,-2 0 1,1-1 0,-2 0 0,15-28 0,-15 21 95,0-1 0,-1 1-1,-1-2 1,-2 1 0,0-1 0,3-37 0,-2-154 135,-7 164-55,0 48-33,0 0 1,0 0-1,-1 0 0,1-1 0,-1 1 0,0 0 0,0 0 0,0 0 0,0 0 0,-4-5 0,4 7 11,-1 0 0,1 0 0,-1 0 0,0 0 0,0 1-1,0-1 1,0 1 0,0-1 0,0 1 0,0 0 0,0 0-1,0 0 1,-1 0 0,1 0 0,0 0 0,-1 1 0,1-1-1,-5 1 1,3-1-12,-1 0-1,0 1 1,0-1 0,1 1-1,-1 0 1,0 1-1,1-1 1,-1 1-1,0 0 1,1 0 0,-1 1-1,1-1 1,0 1-1,-1 0 1,-7 5-1,7-3-56,0 0-1,1 1 0,-1 0 1,1-1-1,0 2 1,0-1-1,1 0 0,0 1 1,0-1-1,0 1 0,-4 12 1,1 3-757,1 1 0,0 1 1,2-1-1,-1 24 0,3-3-4021</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2"/>
    </inkml:context>
    <inkml:brush xml:id="br0">
      <inkml:brushProperty name="width" value="0.025" units="cm"/>
      <inkml:brushProperty name="height" value="0.025" units="cm"/>
    </inkml:brush>
  </inkml:definitions>
  <inkml:trace contextRef="#ctx0" brushRef="#br0">59 10 1512,'0'0'28158,"0"-10"-26949,-5 10-3130,-11 27-951,-6 26-2690,6-5-3095</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3"/>
    </inkml:context>
    <inkml:brush xml:id="br0">
      <inkml:brushProperty name="width" value="0.025" units="cm"/>
      <inkml:brushProperty name="height" value="0.025" units="cm"/>
    </inkml:brush>
  </inkml:definitions>
  <inkml:trace contextRef="#ctx0" brushRef="#br0">460 1 1216,'43'337'11867,"-54"-330"-7458,-10 15-2257,-17 9-175,1 5-441,-17 19-936,1 3-600,-11 7-144,-27 19-1600,16-14-3321,16-22-7714</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4"/>
    </inkml:context>
    <inkml:brush xml:id="br0">
      <inkml:brushProperty name="width" value="0.025" units="cm"/>
      <inkml:brushProperty name="height" value="0.025" units="cm"/>
    </inkml:brush>
  </inkml:definitions>
  <inkml:trace contextRef="#ctx0" brushRef="#br0">241 40 624,'0'0'17021,"4"-6"-15291,9-14-673,-13 19-944,1 0 1,-1 0-1,0 1 1,1-1-1,-1 0 0,1 1 1,-1-1-1,1 0 1,0 1-1,-1-1 1,1 0-1,0 1 1,-1-1-1,1 1 1,0 0-1,-1-1 0,1 1 1,0-1-1,0 1 1,0 0-1,-1 0 1,1-1-1,0 1 1,0 0-1,0 0 1,0 0-1,-1 0 0,1 0 1,0 0-1,0 0 1,0 0-1,0 0 1,1 1-1,0 9 189,40 737-1203,-42-745 879,0 1 0,0-1 0,0 1 0,0-1 0,0 0 0,0 1 0,-1-1 0,1 1 0,-1-1 0,0 0 0,0 1-1,1-1 1,-2 0 0,1 0 0,0 1 0,0-1 0,-1 0 0,-1 2 0,0-3 23,0 1 0,1-1 1,-1 0-1,-1 0 0,1 0 1,0 0-1,0 0 0,0-1 1,0 1-1,-1-1 0,1 0 0,0 0 1,-4 0-1,-7 0 42,7 0-30,0 1-1,0-1 0,0-1 0,0 1 1,0-1-1,1 0 0,-1-1 0,0 0 1,0 0-1,1 0 0,-1-1 0,-8-5 1,3 0 28,1 0 0,1-1 1,0 0-1,0-1 0,1 0 1,0-1-1,-8-13 0,0-4 403,-26-58 1,41 83-359,1-1 1,0 1-1,0-1 0,1 1 1,-1-1-1,1 0 1,-1-4-1,1-6-2982,0 5-2232</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5"/>
    </inkml:context>
    <inkml:brush xml:id="br0">
      <inkml:brushProperty name="width" value="0.025" units="cm"/>
      <inkml:brushProperty name="height" value="0.025" units="cm"/>
    </inkml:brush>
  </inkml:definitions>
  <inkml:trace contextRef="#ctx0" brushRef="#br0">0 48 10218,'0'0'17348,"0"-38"-16492,0 33-40,0 0-816,16 37-6489,11-1 680,5-9-7042</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6"/>
    </inkml:context>
    <inkml:brush xml:id="br0">
      <inkml:brushProperty name="width" value="0.025" units="cm"/>
      <inkml:brushProperty name="height" value="0.025" units="cm"/>
    </inkml:brush>
  </inkml:definitions>
  <inkml:trace contextRef="#ctx0" brushRef="#br0">654 0 1144,'0'0'16328,"4"0"-14457,19 0 948,-37 17-126,-276 196-694,1-1-2047,214-148-298,74-63 325,-10 9-827,20-9 54,6-1 936,34-1-113,412 13 254,-259-2 729,-200-10-971,-1 0-4,0 0 0,0-1 0,0 1 0,0 0-1,0 0 1,0 0 0,0 0 0,0 0 0,0 0 0,0 0 0,0 0-1,0 1 1,0-1 0,0 0 0,0 1 0,0-1 0,0 1-1,0-1 1,0 1 0,0-1 0,0 1 0,0-1 0,0 1 0,-1 0-1,1 0 1,1 1 0,-2-1 829,-1 12-1983,0-7 431,0-1 0,-1 1-1,1-1 1,-1 1-1,0-1 1,-1 1 0,0-1-1,0 0 1,-5 7-1,-13 5-6734</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7"/>
    </inkml:context>
    <inkml:brush xml:id="br0">
      <inkml:brushProperty name="width" value="0.025" units="cm"/>
      <inkml:brushProperty name="height" value="0.025" units="cm"/>
    </inkml:brush>
  </inkml:definitions>
  <inkml:trace contextRef="#ctx0" brushRef="#br0">1 118 1608,'0'0'10799,"0"-11"-8814,1-39-95,-1 48-1751,0 0 0,0 0 0,0-1 0,1 1 0,-1 0 0,1 0 0,-1 0 0,1-1 0,0 1 0,0 0 0,0 0 0,0 0 0,0 0 0,0 0 0,1 1 1,-1-1-1,1 0 0,-1 0 0,1 1 0,0-1 0,-1 1 0,1 0 0,0-1 0,0 1 0,0 0 0,2-1 0,3 0 311,-1 1 1,0-1 0,1 1-1,-1 1 1,1-1 0,10 1-1,-10 0-3,-5 1-404,-1-1-1,1 0 1,0 1-1,-1-1 1,1 1-1,0-1 1,-1 1-1,1 0 1,-1 0-1,1 0 1,-1-1-1,1 2 1,-1-1-1,0 0 1,1 0-1,-1 0 1,0 0-1,0 1 1,0-1-1,0 1 1,1 2-1,16 36 159,-15-32-134,-3-7-62,20 52 187,-2 1 0,18 87 0,-35-82-190,-1-57 323,1-3-322,0 0 0,0-1 0,0 1 0,0 0 0,0 0 0,0 0 0,-1-1 0,1 1 0,0 0 1,-1-1-1,1 1 0,-1 0 0,0-1 0,1 1 0,-1-1 0,0 1 0,0-3 0,2-4-11,6-17-46,1 0 1,1 1 0,1 1-1,2-1 1,0 2 0,1 0-1,1 1 1,1 0 0,1 1-1,32-28 1,-42 42 39,1 1-1,0 0 1,1 0-1,-1 1 1,1 0-1,0 1 1,0-1-1,0 2 1,0-1-1,0 2 1,1-1-1,-1 1 1,1 0-1,-1 1 1,13 1-1,-19-1 20,1 1 1,-1 0-1,0 0 0,1 0 0,-1 0 0,0 0 1,0 0-1,0 1 0,0 0 0,0 0 1,0 0-1,0 0 0,0 0 0,-1 0 1,1 1-1,-1-1 0,0 1 0,0 0 1,0-1-1,0 1 0,0 0 0,0 0 1,-1 0-1,3 7 0,1 4 171,0 0 0,-1 0 0,0 1 0,2 20 0,-2-7 278,1 6-1881,2 45-1,-7-36-1720,0 0-1983</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8"/>
    </inkml:context>
    <inkml:brush xml:id="br0">
      <inkml:brushProperty name="width" value="0.025" units="cm"/>
      <inkml:brushProperty name="height" value="0.025" units="cm"/>
    </inkml:brush>
  </inkml:definitions>
  <inkml:trace contextRef="#ctx0" brushRef="#br0">0 18 1072,'0'0'19254,"17"0"-18022,6 0-927,10 1 100,-1-1 0,0-2-1,49-8 1,-72 8-446,0 0-1,0 1 1,1 0-1,12 1 0,-21 0-869,-3 7-6362,-4 0 4317,3-5 744,-7 8-6390</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9"/>
    </inkml:context>
    <inkml:brush xml:id="br0">
      <inkml:brushProperty name="width" value="0.025" units="cm"/>
      <inkml:brushProperty name="height" value="0.025" units="cm"/>
    </inkml:brush>
  </inkml:definitions>
  <inkml:trace contextRef="#ctx0" brushRef="#br0">27 46 1464,'0'0'5975,"0"-3"-5548,1-4-835,-1-14 3972,0 20-3355,0 1 1,0-1-1,0 1 0,0-1 0,0 1 1,0-1-1,-1 1 0,1-1 1,0 1-1,0-1 0,0 1 1,-1-1-1,1 1 0,0 0 1,-1-1-1,1 1 0,0-1 1,-1 1-1,1 0 0,0-1 0,-1 1 1,1 0-1,-1 0 0,1-1 1,-1 1-1,1 0 0,-1 0 1,1 0-1,-1-1 0,1 1 1,-1 0-1,1 0 0,-1 0 1,-9-2 2290,5 1 2068,4 15-3133,1 56-720,21 137-1,-14-155-742,1 60 0,-7-43-5294,-1-65 379</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0"/>
    </inkml:context>
    <inkml:brush xml:id="br0">
      <inkml:brushProperty name="width" value="0.025" units="cm"/>
      <inkml:brushProperty name="height" value="0.025" units="cm"/>
    </inkml:brush>
  </inkml:definitions>
  <inkml:trace contextRef="#ctx0" brushRef="#br0">49 37 464,'0'0'27718,"0"-32"-27222,0 28-152,-6 30-4969,-15 17-176,-1-11-1632</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1"/>
    </inkml:context>
    <inkml:brush xml:id="br0">
      <inkml:brushProperty name="width" value="0.025" units="cm"/>
      <inkml:brushProperty name="height" value="0.025" units="cm"/>
    </inkml:brush>
  </inkml:definitions>
  <inkml:trace contextRef="#ctx0" brushRef="#br0">374 0 2345,'0'0'24397,"-64"12"-23245,48 20-432,0 6-408,-5 3-192,-17 19-120,-4 5-72,-28 41-1392,11-15-2865,11-21-5633</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2"/>
    </inkml:context>
    <inkml:brush xml:id="br0">
      <inkml:brushProperty name="width" value="0.025" units="cm"/>
      <inkml:brushProperty name="height" value="0.025" units="cm"/>
    </inkml:brush>
  </inkml:definitions>
  <inkml:trace contextRef="#ctx0" brushRef="#br0">359 31 616,'0'0'15918,"0"-31"-8045,2 53-7826,0-1 1,1 1 0,2-1 0,13 40-1,4 21-40,-12-22-135,-3 0 0,-1 96 0,-6-152 118,0 0 0,0 0 0,0 0-1,-1 1 1,1-1 0,-1 0 0,0 0 0,0 0 0,-1 0 0,1 0 0,-1 0 0,0 0 0,0-1 0,0 1 0,-1 0-1,1-1 1,-4 4 0,1-3 33,0 0 0,-1-1 1,1 1-1,-1-1 0,0 0 0,0 0 0,0-1 0,0 0 0,-13 3 0,-11 0 47,-1-1 0,0-1 0,1-2 1,-46-4-1,2 1 210,69 2-347,4 0-427,0 1-1268,-3-1 958,0-7-3884,-30-57-7313,18 31 9310</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3"/>
    </inkml:context>
    <inkml:brush xml:id="br0">
      <inkml:brushProperty name="width" value="0.025" units="cm"/>
      <inkml:brushProperty name="height" value="0.025" units="cm"/>
    </inkml:brush>
  </inkml:definitions>
  <inkml:trace contextRef="#ctx0" brushRef="#br0">6 27 1488,'0'0'22113,"0"-4"-20251,0 2-1410,0 1-339,1 0-1,-1 0 1,0 0-1,0 0 1,0 0 0,0 0-1,0 0 1,-1 0-1,1 0 1,0 0-1,0 0 1,-1 0-1,1 0 1,0 0-1,-1 0 1,1 1-1,-1-1 1,1 0-1,-2-2 1664,9 25-1755,1-4-1830,1 0-1,1 0 0,13 16 0,-11-16-1869,10 11-5411</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4"/>
    </inkml:context>
    <inkml:brush xml:id="br0">
      <inkml:brushProperty name="width" value="0.025" units="cm"/>
      <inkml:brushProperty name="height" value="0.025" units="cm"/>
    </inkml:brush>
  </inkml:definitions>
  <inkml:trace contextRef="#ctx0" brushRef="#br0">11 11 2369,'0'0'15847,"0"-8"-13063,0 6-1920,0 6 4462,2 21-4983,1-1 0,10 42-1,-6-34-324,5 51 0,-11 69-1996,-1-85-1753,0-62 3026,0 0 1,0 1 0,-1-1-1,1 0 1,-1 0-1,0 0 1,-1 0-1,1 0 1,-1 0-1,0 0 1,0 0 0,0-1-1,-7 10 1,-17 10-9242</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5"/>
    </inkml:context>
    <inkml:brush xml:id="br0">
      <inkml:brushProperty name="width" value="0.025" units="cm"/>
      <inkml:brushProperty name="height" value="0.025" units="cm"/>
    </inkml:brush>
  </inkml:definitions>
  <inkml:trace contextRef="#ctx0" brushRef="#br0">0 85 360,'0'0'20316,"37"-36"-19843,1 36-193,-1 0-280,1 0-40,-6 0-1089,5-7-1695,-5-3-3402,-5-7-3344,-11 3 8322</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6"/>
    </inkml:context>
    <inkml:brush xml:id="br0">
      <inkml:brushProperty name="width" value="0.025" units="cm"/>
      <inkml:brushProperty name="height" value="0.025" units="cm"/>
    </inkml:brush>
  </inkml:definitions>
  <inkml:trace contextRef="#ctx0" brushRef="#br0">0 1 2761,'0'0'20317,"0"21"-18680,2 70-576,-1-76-882,1 1 0,1-1 1,0 0-1,11 30 0,0-1-161,2 41-1972,-13-57-2472,-2 1-5140,-1-22 614</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7"/>
    </inkml:context>
    <inkml:brush xml:id="br0">
      <inkml:brushProperty name="width" value="0.025" units="cm"/>
      <inkml:brushProperty name="height" value="0.025" units="cm"/>
    </inkml:brush>
  </inkml:definitions>
  <inkml:trace contextRef="#ctx0" brushRef="#br0">1 41 1632,'0'0'23277,"59"-41"-22461,-22 41-295,1 0-329,4 0-144,1 0-48,5 0-200,6 0-665,15 0-1111,-10 19-2873,-5-11-2497</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8"/>
    </inkml:context>
    <inkml:brush xml:id="br0">
      <inkml:brushProperty name="width" value="0.025" units="cm"/>
      <inkml:brushProperty name="height" value="0.025" units="cm"/>
    </inkml:brush>
  </inkml:definitions>
  <inkml:trace contextRef="#ctx0" brushRef="#br0">22 66 1816,'0'0'14786,"-4"-8"-13143,-7-24-483,4 7 3787,12 25-4491,2 0-340,1 1 1,-1 0-1,1 0 1,-1 1-1,0 0 1,0 0-1,0 0 0,0 1 1,0 0-1,10 7 1,5 4 157,35 32 0,-30-23-140,45 36 142,-3 4 0,-2 2 0,100 130 0,-153-178-272,-2 2 1,0-1-1,-1 1 0,-1 1 0,-1 0 0,-1 0 1,0 1-1,-2 0 0,0 0 0,-2 1 0,0-1 0,-1 1 1,-2 0-1,-1 43 0,-1-55 47,-1 1 1,1-1-1,-2 0 0,0 1 1,0-1-1,-1 0 0,0 0 0,-1-1 1,0 0-1,0 1 0,-8 8 1,-7 7 204,-2 0 0,-31 26 0,49-47-226,-182 150 1058,-16 17-120,200-168-987,-1 0 0,0 0 1,1 0-1,-1 1 0,1-1 0,0 1 0,0 0 0,1-1 1,-1 1-1,1 0 0,-2 5 0,0 38-5404,3-39 3752,0 10-5797</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9"/>
    </inkml:context>
    <inkml:brush xml:id="br0">
      <inkml:brushProperty name="width" value="0.025" units="cm"/>
      <inkml:brushProperty name="height" value="0.025" units="cm"/>
    </inkml:brush>
  </inkml:definitions>
  <inkml:trace contextRef="#ctx0" brushRef="#br0">38 12 1664,'0'0'6086,"-1"-1"-6406,-3-8 10208,2 7-9178,-25 2 948,24 0-1247,18 0-181,316 0 359,-271 5 1709,-60-4-2286,0 4-38,0-4-252,0 0 169,0-1 0,0 0-1,0 0 1,0 1 0,0-1 0,0 0-1,0 1 1,0-1 0,0 0-1,0 1 1,0-1 0,0 0 0,0 0-1,0 1 1,0-1 0,0 0 0,0 1-1,0-1 1,0 0 0,0 0-1,-1 1 1,1-1 0,0 0 0,0 0-1,0 1 1,0-1 0,-1 0 0,1 0-1,0 0 1,0 1 0,-1-1-1,1 0 1,-13 6-4843,-3-1-2819</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0"/>
    </inkml:context>
    <inkml:brush xml:id="br0">
      <inkml:brushProperty name="width" value="0.025" units="cm"/>
      <inkml:brushProperty name="height" value="0.025" units="cm"/>
    </inkml:brush>
  </inkml:definitions>
  <inkml:trace contextRef="#ctx0" brushRef="#br0">776 0 3569,'0'0'7704,"5"3"-210,-22 482-7257,17-481-236,-12 88 17,10-83-12,0 0-1,-1 1 1,0-1-1,-1 0 0,0-1 1,0 1-1,-10 13 1,5-13 37,0 0-1,-1-1 1,0-1 0,0 0 0,-1 0 0,-15 6 0,10-3 19,-11 5-35,-1-1-1,0-1 0,0-1 0,-1-2 0,-1-1 0,1-1 0,-1-1 0,-1-2 0,1-1 0,-44 0 0,63-4-16,0 1 60,0-1 0,0 0 0,0-1-1,0 0 1,0 0 0,0-1 0,0-1 0,0 0 0,1 0 0,-1-1 0,-10-6-1,14 6-29,0 0 0,0-1 0,1 0 0,0 0-1,0-1 1,0 0 0,1 0 0,0 0 0,0 0-1,1-1 1,-1 0 0,2 0 0,-1 0 0,-3-9-1,3 1 33,0-1 0,1 0-1,1 0 1,0-1 0,2-29-1,0-7 197,0 53-49,2 3-227,0 0 1,-1 0-1,1 0 1,-1 1-1,1-1 0,-1 0 1,1 6-1,6 11-168,-7-17 32,1-1 0,-1 1 0,1-1-1,0 0 1,0 0 0,0 0 0,0 0 0,3 3 0,13 0-6648,-7-5-4271</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1"/>
    </inkml:context>
    <inkml:brush xml:id="br0">
      <inkml:brushProperty name="width" value="0.025" units="cm"/>
      <inkml:brushProperty name="height" value="0.025" units="cm"/>
    </inkml:brush>
  </inkml:definitions>
  <inkml:trace contextRef="#ctx0" brushRef="#br0">150 239 3929,'0'0'10405,"-11"-7"-6183,11-7-3854,-43 13 153,43 1-505,-1 0 0,1 0 0,-1-1 0,0 1-1,1 0 1,-1 0 0,1-1 0,-1 1 0,1 0-1,-1-1 1,1 1 0,-1-1 0,1 1 0,-1-1-1,1 1 1,-1-1 0,1 1 0,0-1 0,-1 1-1,1-1 1,0 1 0,0-1 0,-1 0 0,1 1-1,0-1 1,0 0 0,0 1 0,0-1 0,0 1-1,0-1 1,0 0 0,0 0 0,0-30-67,1 19 57,-1 11-70,48 1-158,-48 0 233,1 0 0,-1 1-1,0-1 1,1 0 0,-1 0-1,1 1 1,-1-1 0,0 0-1,1 1 1,-1-1 0,0 0 0,0 1-1,1-1 1,-1 1 0,0-1-1,0 0 1,1 1 0,-1-1-1,0 1 1,0-1 0,0 1 0,0-1-1,0 0 1,0 1 0,0-1-1,0 1 1,0-1 0,0 1-1,0-1 1,0 1 0,0-1 0,0 1-1,-3 13 385,-1-14-368,1 0-1,-1-1 0,0 1 0,0-1 1,0 1-1,0-1 0,0 0 0,1-1 1,-1 1-1,-4-3 0,6 3-15,0 0-1,1 0 1,-1-1-1,1 1 1,0-1-1,-1 1 1,1-1-1,0 1 1,0-1-1,0 0 1,0 1-1,0-1 1,0 0-1,0 0 1,1 0 0,-1 0-1,1 0 1,-1 0-1,1 1 1,0-1-1,0 0 1,0-4-1,-1 4-15,1 0-1,0 0 1,0 0-1,0 0 1,0 0-1,0 1 0,0-1 1,0 0-1,1 0 1,-1 0-1,1 0 1,-1 0-1,1 0 1,0 1-1,0-1 1,0 0-1,0 1 1,0-1-1,0 0 1,0 1-1,0-1 1,1 1-1,-1 0 1,0-1-1,1 1 1,0 0-1,-1 0 1,1 0-1,-1 0 1,1 0-1,0 0 1,0 1-1,0-1 0,-1 1 1,4-1-1,8-5 2,-9 4 1,0 0 0,0 1 0,0-1 0,0 1 0,0 0 0,0 0 0,0 1-1,5-1 1,-8 1-2,-1 1 12,0 1 0,0-1-1,1 1 1,-1-1 0,0 1 0,0-1-1,-1 1 1,1-1 0,0 1 0,0-1 0,-1 1-1,1-1 1,-1 1 0,1-1 0,-1 1-1,1-1 1,-1 0 0,0 1 0,0-1-1,0 0 1,0 0 0,0 0 0,0 0 0,0 1-1,0-1 1,-2 1 0,-1-1 20,0 0 0,-1 0 1,1 0-1,0 0 0,0-1 0,-1 1 0,1-1 1,-5-1-1,3 1-16,-2 0 43,6 0-23,0 1-1,0-1 1,0 0-1,1 0 1,-1-1-1,0 1 1,0 0-1,0-1 1,0 1-1,-3-2 1,4 1-24,1 0 1,-1 0-1,0 0 1,1 0-1,-1 0 1,1 0 0,-1 0-1,1 0 1,-1 0-1,1-1 1,0 1-1,0 0 1,0 0-1,-1 0 1,1 0 0,0-1-1,0 1 1,1-2-1,-2-15 43,1 14-63,0-1-1,0 1 1,0 0-1,0 0 0,1 0 1,-1 0-1,2-5 1,-1 8 8,-1 0 1,1 0-1,0 0 0,0-1 1,0 1-1,-1 0 1,1 0-1,0 0 1,0 0-1,1 1 1,-1-1-1,0 0 1,0 0-1,0 1 1,0-1-1,1 0 1,-1 1-1,0-1 0,1 1 1,-1 0-1,0-1 1,1 1-1,-1 0 1,3 0-1,5-2-17,1 1 0,-1 1 1,1 0-1,-1 0 0,1 0 0,12 4 0,-21-4 22,0 1 1,0 0 0,0 0-1,0-1 1,0 1 0,0 0-1,-1 0 1,1 0-1,0 0 1,-1 0 0,1 0-1,0 0 1,-1 0-1,0 0 1,1 0 0,-1 1-1,0-1 1,1 0-1,-1 0 1,0 0 0,0 0-1,0 3 1,0 34 66,-1-24-20,1-13-37,0 1 0,0-1 0,-1 1 0,1 0 0,0-1 0,-1 1 0,1-1 0,-1 1-1,0-1 1,1 1 0,-1-1 0,0 0 0,0 1 0,0-1 0,0 0 0,0 0 0,0 1 0,0-1 0,0 0 0,-3 1 0,0 0 7,1 0 0,-1 0 0,0 0 0,1 0 1,-1-1-1,0 0 0,0 0 0,-6 1 0,5-1-1,-1-1-1,1 1 1,-1-1-1,1 0 1,-1 0-1,1-1 1,0 0-1,-1 0 1,1 0-1,0 0 1,-1-1-1,1 0 1,-7-4-1,8 3 24,0-1-1,0 1 0,0-1 1,1 0-1,-1 0 1,1 0-1,0-1 1,1 1-1,-1-1 1,1 0-1,0 1 1,-3-9-1,5 12 35,18 5-251,-10 1 165,0 1 0,-1 0 0,0 0 0,0 0 0,11 15 0,12 10-452,10 5-1757,-14-14-2311,-2-4-4293</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2"/>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3"/>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6.489"/>
    </inkml:context>
    <inkml:brush xml:id="br0">
      <inkml:brushProperty name="width" value="0.025" units="cm"/>
      <inkml:brushProperty name="height" value="0.025" units="cm"/>
    </inkml:brush>
  </inkml:definitions>
  <inkml:trace contextRef="#ctx0" brushRef="#br0">43 0 17068,'0'0'6281,"5"0"-6281,1 0-104,-33 0-8594,0 0-1136</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59.872"/>
    </inkml:context>
    <inkml:brush xml:id="br0">
      <inkml:brushProperty name="width" value="0.025" units="cm"/>
      <inkml:brushProperty name="height" value="0.025" units="cm"/>
    </inkml:brush>
  </inkml:definitions>
  <inkml:trace contextRef="#ctx0" brushRef="#br0">252 140 3145,'0'0'8239,"0"-17"-7239,0-105 1633,0 121-1852,-1 3-525,-1 6-191,0 0 0,0 0 0,1 0 0,0 0 0,1 0 0,0 13 0,-1 12 34,-19 253 261,9-98-291,-39 212 0,45-372-41,-2 0 0,-2 0 0,-11 27 0,19-54 2,1-1-1,-1 0 0,0 1 1,1-1-1,-1 0 1,1 0-1,-1 1 0,1-1 1,-1 0-1,0 0 0,1 0 1,-1 0-1,0 0 1,1 0-1,-1 0 0,1 0 1,-1 0-1,0 0 0,1 0 1,-1 0-1,1 0 1,-1 0-1,0-1 0,1 1 1,-1 0-1,1 0 0,-1-1 1,1 1-1,-1-1 1,1 1-1,-1 0 0,1-1 1,-1 1-1,1-1 0,-1 1 1,1-1-1,0 1 0,-1-1 1,1 1-1,0-1 1,-1 0-1,2-3-38,-1 1-1,1-1 1,0 1-1,-1 0 1,2-1 0,-1 1-1,0 0 1,1-1-1,-1 1 1,1 0 0,0 0-1,0 0 1,0 1 0,1-1-1,-1 0 1,0 1-1,1 0 1,3-3 0,8-5-95,0 0 1,23-11-1,-23 13-43,1 0-27,1 0 1,0 0-1,1 2 1,-1 0-1,1 1 1,1 0-1,-1 2 1,0 0-1,30-1 1,-47 4 168,1 1 1,0-1-1,-1 0 1,1 1 0,0-1-1,-1 1 1,1-1-1,0 1 1,-1-1-1,1 1 1,-1 0-1,1-1 1,-1 1-1,1-1 1,-1 1 0,1 0-1,-1 0 1,0-1-1,1 1 1,-1 0-1,0 0 1,0-1-1,0 1 1,0 0 0,1 0-1,-1 0 1,0-1-1,0 1 1,-1 1-1,2 29 25,-1-27-26,1 37 32,-3 46 14,1-83-32,0-1 0,0 1 0,0-1-1,-1 1 1,0-1 0,1 1-1,-1-1 1,0 0 0,-1 0-1,1 0 1,0 0 0,-1 0 0,0-1-1,0 1 1,0-1 0,0 0-1,0 1 1,0-1 0,0-1 0,-4 3-1,-5 1 86,0 1 0,0-2-1,0 1 1,-22 3 0,9-4 174,-1-2-1,1-1 1,-40-3 0,37 0 24,0 2 0,-40 4 0,51 0-259,16-4-48,1 0-66,0 1 63,0-1 0,0 0-1,-1 1 1,1-1 0,0 0-1,0 1 1,0-1-1,0 0 1,0 1 0,0-1-1,0 0 1,0 1 0,0-1-1,0 0 1,1 1 0,-1-1-1,0 0 1,0 1 0,0-1-1,0 0 1,0 1-1,1-1 1,-1 0 0,0 1-1,0-1 1,1 0 0,-1 0-1,0 1 1,0-1 0,1 0-1,-1 0 1,0 0 0,0 1-1,1-1 1,-1 0-1,0 0 1,1 0 0,17 1-605,-10-1 318,11 0-388,55-2-5367,-27-8-3358</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0.343"/>
    </inkml:context>
    <inkml:brush xml:id="br0">
      <inkml:brushProperty name="width" value="0.025" units="cm"/>
      <inkml:brushProperty name="height" value="0.025" units="cm"/>
    </inkml:brush>
  </inkml:definitions>
  <inkml:trace contextRef="#ctx0" brushRef="#br0">317 1 7922,'0'0'7396,"-29"11"-7052,-94 40 33,114-47-311,0 0 0,0 0-1,0 1 1,1 0-1,0 1 1,0-1-1,1 1 1,-1 1 0,1 0-1,1 0 1,-1 0-1,1 1 1,1 0-1,-8 13 1,1-4 21,8-10-79,0 0-1,0 0 1,0 0-1,1 0 1,0 1-1,0-1 0,1 1 1,0 0-1,0-1 1,1 1-1,0 0 1,1 0-1,-1 0 1,1 0-1,1 0 1,1 11-1,-1-17-10,0 0-1,0 0 1,1 0 0,-1 0 0,0 0-1,1-1 1,-1 1 0,1 0 0,-1-1-1,1 1 1,0-1 0,0 1 0,0-1-1,0 0 1,0 1 0,0-1 0,0 0-1,0-1 1,0 1 0,0 0 0,1-1-1,-1 1 1,4 0 0,8 0-33,1 1 0,25-2 0,-23-1 7,-13 2 33,0-1 0,-1 0 0,1-1 0,0 1 0,0-1 0,-1 1 0,1-1 0,0 0 0,-1 0 0,1-1-1,-1 1 1,0-1 0,1 0 0,-1 0 0,6-4 0,-5 1 9,0 0-1,-1 0 1,1 0-1,-1 0 1,0-1-1,0 0 1,-1 1-1,1-1 1,1-7-1,4-17 199,-2 0 0,0 0 0,-2-1 0,-2 0 0,-1-47 0,-2 77-192,1 0-1,-1 0 1,0 0 0,0 1-1,0-1 1,0 0-1,0 0 1,0 0 0,0 1-1,0-1 1,0 1 0,0-1-1,0 1 1,0-1 0,0 1-1,-1-1 1,1 1 0,0 0-1,0 0 1,0 0 0,-1 0-1,1 0 1,0 0-1,0 0 1,-1 0 0,1 0-1,-2 1 1,0-1-22,-1 0 0,1 0 1,-1 1-1,0-1 0,1 1 0,-1 0 0,1 0 0,0 0 0,-1 0 1,-3 3-1,3 1-230,0 0-1,0 1 1,0-1 0,1 1 0,0 0 0,0 0 0,0 0 0,1 1-1,0-1 1,0 1 0,1-1 0,-1 1 0,2-1 0,-1 1-1,1 0 1,0 7 0,3 8-3385,15-11-2910</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0.776"/>
    </inkml:context>
    <inkml:brush xml:id="br0">
      <inkml:brushProperty name="width" value="0.025" units="cm"/>
      <inkml:brushProperty name="height" value="0.025" units="cm"/>
    </inkml:brush>
  </inkml:definitions>
  <inkml:trace contextRef="#ctx0" brushRef="#br0">316 1 4033,'0'0'13256,"-39"13"-12845,-121 46-199,151-55-197,0 0 1,0 0-1,0 1 1,-9 7-1,16-10-12,0 0 0,0-1 0,1 1 0,-1 0 0,0 0 0,1 1 0,-1-1 0,-1 4 0,-4 5 2,2-3-5,0 0-1,1 0 1,0 0 0,0 1-1,1-1 1,0 1 0,0 0-1,1 0 1,0 0-1,0 0 1,1 0 0,1 0-1,0 17 1,0-24-12,0 0 1,0 0-1,1 0 1,-1 0 0,1 0-1,-1 0 1,1 0-1,0 0 1,0 0-1,0 0 1,0 0-1,0-1 1,0 1 0,0 0-1,0-1 1,1 1-1,-1-1 1,1 0-1,-1 1 1,1-1-1,-1 0 1,1 0-1,0 0 1,0 0 0,0 0-1,-1 0 1,1 0-1,0-1 1,0 1-1,0-1 1,3 1-1,8 1-113,-1 0 0,1-1 0,24-2-1,-20 1-85,-12 0 207,1 0 1,-1-1-1,0 1 1,1-1-1,-1 0 1,0-1-1,1 1 1,-1-1-1,0 0 1,0-1-1,0 1 1,0-1 0,-1 0-1,1 0 1,-1 0-1,0-1 1,0 1-1,0-1 1,0 0-1,-1 0 1,1-1-1,-1 1 1,0-1-1,0 0 1,-1 1-1,0-1 1,1 0-1,-2-1 1,1 1-1,0 0 1,-1 0-1,0-1 1,-1 1-1,1-1 1,-1 1-1,0-7 1,1-10 298,-2-26 252,0 46-531,1 0 0,-1 0 0,1 0 0,-1 0 0,0 0 0,1 0 0,-1 0 0,0 0 0,0 0 0,-1 1 0,1-1 0,0 0 0,-1 1 0,1-1 0,0 1 0,-1-1 0,0 1 0,-2-2 0,-9-3-31,0 0 0,-1 1 0,1 1 0,-1 0 0,0 1-1,0 1 1,-25-2 0,21 2-242,16 2-45,0 0 1,-1-1-1,1 1 1,0-1-1,-1 0 1,1 1-1,0-1 1,0 0-1,-4-3 0,4-1-3256</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1.122"/>
    </inkml:context>
    <inkml:brush xml:id="br0">
      <inkml:brushProperty name="width" value="0.025" units="cm"/>
      <inkml:brushProperty name="height" value="0.025" units="cm"/>
    </inkml:brush>
  </inkml:definitions>
  <inkml:trace contextRef="#ctx0" brushRef="#br0">274 0 7154,'0'0'10476,"-9"27"-9890,-2 7-353,-50 141 779,28-94-655,-11 27-244,4 2 0,-29 131-1,66-225-717,2 0-1,-1 0 0,2 19 0,0-28-93,3 7-2181,10-11-1264</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1.556"/>
    </inkml:context>
    <inkml:brush xml:id="br0">
      <inkml:brushProperty name="width" value="0.025" units="cm"/>
      <inkml:brushProperty name="height" value="0.025" units="cm"/>
    </inkml:brush>
  </inkml:definitions>
  <inkml:trace contextRef="#ctx0" brushRef="#br0">113 60 8130,'0'0'6839,"-3"18"-6701,-1 1-100,1 0 0,0 21 0,3-39-35,0 1 1,1-1-1,-1 1 1,0-1 0,1 1-1,-1-1 1,1 1-1,-1-1 1,1 1 0,0-1-1,0 0 1,0 1-1,0-1 1,0 0 0,0 0-1,0 0 1,0 0-1,0 0 1,0 0 0,1 0-1,-1 0 1,0 0-1,1 0 1,-1-1 0,0 1-1,1-1 1,-1 1-1,1-1 1,-1 1 0,1-1-1,-1 0 1,1 0-1,0 0 1,-1 0 0,1 0-1,2 0 1,5 0 11,10 4-2,-1-2 0,1 0 1,1-1-1,-1-1 0,0-1 1,26-5-1,-39 4 49,-1-1 0,1 0 0,-1 0 1,0-1-1,0 1 0,0-1 0,0 0 0,-1-1 0,1 1 0,-1-1 1,-1 0-1,1 0 0,0 0 0,-1 0 0,0-1 0,-1 0 0,1 1 1,-1-1-1,0 0 0,0 0 0,-1 0 0,0 0 0,0 0 0,0-1 1,-1 1-1,0 0 0,0 0 0,0 0 0,-2-7 0,1 12-23,0-1 0,0 0-1,0 1 1,0-1-1,0 0 1,-1 1-1,1 0 1,0-1 0,-1 1-1,1 0 1,-1 0-1,0-1 1,1 1-1,-1 0 1,0 1 0,1-1-1,-1 0 1,0 0-1,0 1 1,0-1 0,-3 1-1,-46-6 248,47 6-239,-22-2 105,1 1 0,-50 6 0,66-3-135,0 0-1,1 0 1,-1 1-1,0 0 1,1 0 0,0 1-1,0 0 1,0 0-1,1 1 1,-1 0-1,-12 12 1,14-11-2,0 0-1,1 0 1,0 0 0,0 1 0,0-1 0,1 1 0,0 0 0,0 1 0,0-1-1,1 1 1,-3 13 0,2-2-5,2 1 0,0 0-1,1 31 1,1-48-16,0 0 0,0 0 0,0 0-1,0 0 1,0-1 0,1 1 0,0 0 0,-1 0 0,1 0-1,0-1 1,0 1 0,1 0 0,-1-1 0,0 1 0,1-1-1,0 1 1,-1-1 0,1 0 0,0 0 0,0 0 0,1 0-1,-1 0 1,0 0 0,0-1 0,1 1 0,-1-1 0,1 1-1,4 1 1,3-1-152,1 1 0,0-1 0,-1-1 0,1 0 0,0 0 0,12-2 0,-21 1 118,63-2-2200,-1-10-2421</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2.014"/>
    </inkml:context>
    <inkml:brush xml:id="br0">
      <inkml:brushProperty name="width" value="0.025" units="cm"/>
      <inkml:brushProperty name="height" value="0.025" units="cm"/>
    </inkml:brush>
  </inkml:definitions>
  <inkml:trace contextRef="#ctx0" brushRef="#br0">398 1 9754,'0'0'8446,"-47"28"-8199,-143 87 25,124-69-75,44-21-18,10-9-89,4-5-44,0-1-1,0 1 1,2 0-1,-1 0 1,-5 14-1,10-18-53,-1-1 1,1 1-1,1 0 0,-1 0 0,1 0 0,1-1 0,-1 1 1,1 0-1,0 0 0,1 0 0,1 10 0,-2-16 2,1 0 0,0 0 1,-1 0-1,1 0 0,0-1 0,0 1 0,-1 0 0,1 0 1,0 0-1,0 0 0,0-1 0,0 1 0,0-1 0,0 1 1,0 0-1,0-1 0,0 0 0,0 1 0,1-1 0,-1 0 1,0 1-1,0-1 0,0 0 0,0 0 0,2 0 0,36 0-70,-30 0 24,-5 0 35,4 1-66,0-1-1,1 1 1,-1-2-1,1 1 1,-1-1-1,0-1 1,1 0-1,-1 0 1,0 0-1,0-1 1,-1 0-1,1 0 1,8-6-1,38-34-219,-50 39 356,1 0 0,-1 0-1,0-1 1,-1 1 0,1-1 0,-1 0-1,0 0 1,0 0 0,2-6 0,-4 2 723,0 3 446,4 13-1032,10 20-299,-10-19-258,-1 0 0,1 0 0,0-1 0,9 12 0,-10-16-365,-1 0 0,1 1 0,0-1 1,0-1-1,0 1 0,9 3 0,9 3-5631</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2.447"/>
    </inkml:context>
    <inkml:brush xml:id="br0">
      <inkml:brushProperty name="width" value="0.025" units="cm"/>
      <inkml:brushProperty name="height" value="0.025" units="cm"/>
    </inkml:brush>
  </inkml:definitions>
  <inkml:trace contextRef="#ctx0" brushRef="#br0">0 27 8362,'0'0'8658,"4"10"-8026,4 15-318,0 1 0,-2-1 0,6 49 0,-12-73-320,0 0-1,0 0 1,0 0-1,0-1 1,0 1 0,0 0-1,1 0 1,-1 0-1,0 0 1,1 0 0,-1 0-1,0 0 1,1 0-1,0 0 1,-1-1 0,1 1-1,-1 0 1,1 0-1,0-1 1,-1 1 0,1 0-1,0-1 1,0 1-1,0-1 1,0 1 0,-1-1-1,1 1 1,0-1-1,0 0 1,0 1 0,0-1-1,0 0 1,0 0-1,0 0 1,0 0 0,0 0-1,0 0 1,0 0-1,0 0 1,0 0 0,0 0-1,0 0 1,0-1-1,0 1 1,0 0 0,-1-1-1,1 1 1,1-1-1,1 0-76,1 0 26,0 1 0,0-2 1,0 1-1,0 0 0,-1-1 1,1 0-1,-1 1 0,1-2 1,-1 1-1,1 0 0,3-5 1,32-33-92,-31 30 75,27-28-49,44-55 486,-79 93-335,0 0 1,0 0-1,0 0 0,0 0 1,0 0-1,0 0 0,0-1 1,0 1-1,0 0 0,0 0 1,0 0-1,0 0 0,1 0 1,-1 0-1,0 0 0,0 0 1,0 0-1,0 0 0,0 0 1,0 0-1,0 0 0,0 0 1,0 0-1,0 0 0,0 0 1,1 0-1,-1 0 0,0 0 1,0 0-1,0 0 0,0 0 1,0 0-1,0 0 0,0 0 1,0 1-1,0-1 0,0 0 1,0 0-1,1 0 0,-1 0 1,0 0-1,0 0 0,0 0 1,0 0-1,0 0 1,0 0-1,0 0 0,0 0 1,0 0-1,0 1 0,0-1 1,0 0-1,0 0 0,0 0 1,0 0-1,0 0 0,0 0 1,0 0-1,0 0 0,0 0 1,0 0-1,0 1 0,0-1 1,0 0-1,0 0 0,0 0 1,0 0-1,1 13 616,0 20-485,-1-29 50,-1 17-218,2 29 563,-1-47-1007,0 0 1,1 0-1,-1-1 0,1 1 1,0 0-1,0 0 0,0 0 1,0-1-1,1 1 0,-1 0 1,1-1-1,0 1 1,2 2-1,11 6-8305</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3.092"/>
    </inkml:context>
    <inkml:brush xml:id="br0">
      <inkml:brushProperty name="width" value="0.025" units="cm"/>
      <inkml:brushProperty name="height" value="0.025" units="cm"/>
    </inkml:brush>
  </inkml:definitions>
  <inkml:trace contextRef="#ctx0" brushRef="#br0">338 0 7154,'0'0'13613,"-3"6"-12159,-25 6-475,8-6-691,-14 7-164,0 2 1,1 1 0,1 1-1,0 2 1,-54 43 0,83-59-143,0-1 1,0 0-1,1 1 0,-1-1 1,1 1-1,0 0 1,0 0-1,0 0 0,0 0 1,0 0-1,0 1 1,1-1-1,0 0 0,0 1 1,0-1-1,0 1 1,0-1-1,1 1 0,-1 4 1,1-8 3,0 1 1,0 0-1,1-1 1,-1 1-1,0-1 1,0 1-1,1-1 1,-1 1-1,0-1 1,1 1 0,-1-1-1,1 1 1,-1-1-1,0 0 1,1 1-1,-1-1 1,1 1-1,-1-1 1,1 0-1,-1 0 1,1 1-1,0-1 1,-1 0-1,1 0 1,-1 0-1,1 1 1,-1-1-1,1 0 1,1 0-1,22 2-117,-17-2 51,213 2-1426,-117-3 1181,-102 10 257,-2-3 92,0 0 0,0-1 1,0 1-1,-1-1 1,1 1-1,-1-1 1,-1 1-1,1-1 0,-1 0 1,0 0-1,0 0 1,0-1-1,-1 1 1,-7 7-1,-8 7 276,-41 30-1,37-31-214,2-4-172,-9 6 558,29-19-778,0-1-1,0 1 0,0 0 0,0 0 0,0 0 1,0 0-1,0 0 0,0 0 0,0 0 0,0 0 0,1 0 1,-1 1-1,0-1 0,1 0 0,-1 0 0,0 3 0</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3.650"/>
    </inkml:context>
    <inkml:brush xml:id="br0">
      <inkml:brushProperty name="width" value="0.025" units="cm"/>
      <inkml:brushProperty name="height" value="0.025" units="cm"/>
    </inkml:brush>
  </inkml:definitions>
  <inkml:trace contextRef="#ctx0" brushRef="#br0">27 39 9210,'0'0'11340,"-3"3"-11214,1 0-111,0-1-1,0 1 0,0 0 0,1 0 0,-1-1 0,1 1 0,0 0 0,0 0 0,0 1 0,0-1 0,-1 6 0,-1 45 346,1-24-207,2 102-122,0-131-43,0-1 0,0 1 1,0 0-1,0-1 1,0 1-1,1 0 1,-1-1-1,0 1 1,1 0-1,-1-1 0,0 1 1,1 0-1,-1-1 1,1 1-1,-1-1 1,1 1-1,-1-1 1,1 1-1,0-1 1,-1 1-1,1-1 0,-1 0 1,1 1-1,0-1 1,-1 0-1,1 1 1,0-1-1,0 0 1,-1 0-1,1 0 0,0 0 1,0 0-1,29 1-260,-22-1 167,-1 1 16,-1-1 1,1 0-1,0 0 1,-1-1 0,1 0-1,0 0 1,-1 0-1,1-1 1,-1 0-1,0 0 1,1-1 0,-1 0-1,0 0 1,-1 0-1,1-1 1,0 1 0,-1-1-1,0-1 1,0 1-1,0-1 1,-1 0-1,6-7 1,-6 7 50,3-2 42,-1-1 0,0 0 0,0-1 0,-1 1 1,4-11-1,-9 22 24,0 0 1,0-1 0,0 1-1,1 0 1,-1-1 0,1 1-1,-1-1 1,1 1 0,0-1-1,0 1 1,0-1 0,0 0-1,0 1 1,1-1 0,-1 0-1,1 0 1,2 3 0,-2-2-93,1 1 1,0-1-1,0 0 1,0 0-1,0-1 1,1 1-1,-1-1 1,1 1-1,-1-1 1,1 0-1,0 0 1,0-1-1,0 1 1,8 1 0,31-1-131,-22-3 133,-20 1 61,0 0 1,0 0-1,0 0 0,0 0 1,0-1-1,0 1 0,0 0 1,0-1-1,0 1 0,0 0 1,0-1-1,0 1 1,-1-1-1,1 0 0,0 1 1,0-1-1,-1 0 0,1 1 1,0-1-1,-1 0 0,1 0 1,0-1-1,9-27 55,-8 12 54,-1 0 0,-1-19 1,-1 23 47,1 8-86,1-2 140,-1 1 0,-1 0 0,1-1-1,-4-11 1,4 16-159,-1 0 0,0 0-1,0 0 1,0 0 0,0 0 0,-1 0-1,1 0 1,0 1 0,-1-1-1,0 0 1,1 1 0,-1-1 0,0 1-1,1 0 1,-1 0 0,0-1 0,-3 0-1,-6-3 114,4 2-134,-1-1-1,1 0 1,0 0-1,0-1 1,-8-7-1,15 12-88,-1 0-1,1 0 0,0-1 1,-1 1-1,1 0 0,0-1 1,0 1-1,0 0 0,-1-1 0,1 1 1,0 0-1,0-1 0,0 1 1,0 0-1,0-1 0,-1 1 0,1-1 1,0 1-1,0 0 0,0-1 1,0 1-1,0-1 0,0 1 1,0 0-1,1-1 0,-1 1 0,0 0 1,0-1-1,0 1 0,0 0 1,0-1-1,1 1 0,-1-1 1,0 1-1,0 0 0,0 0 0,1-1 1,-1 1-1,0 0 0,0-1 1,1 1-1,16-8-4234,12-3-1239</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4.092"/>
    </inkml:context>
    <inkml:brush xml:id="br0">
      <inkml:brushProperty name="width" value="0.025" units="cm"/>
      <inkml:brushProperty name="height" value="0.025" units="cm"/>
    </inkml:brush>
  </inkml:definitions>
  <inkml:trace contextRef="#ctx0" brushRef="#br0">316 0 10298,'0'0'9131,"-31"17"-8944,-98 56-48,121-70-121,2 1 0,-1 1 0,0-1 0,1 1 0,0 0 1,0 1-1,0-1 0,1 1 0,-7 9 0,0 1 26,1-2-14,1 0 0,0 0-1,-12 24 1,18-30-31,0 0 0,1 1 0,1-1 0,-1 1 0,1 0 0,1-1 0,0 1 0,-1 14 0,3-22-18,-1-1 1,0 1 0,0 0 0,0-1 0,0 1 0,0 0-1,1-1 1,-1 1 0,0 0 0,1-1 0,-1 1 0,0-1-1,1 1 1,-1-1 0,1 1 0,-1-1 0,1 1 0,-1-1-1,1 1 1,-1-1 0,1 1 0,0-1 0,-1 0 0,1 1-1,0-1 1,-1 0 0,2 1 0,28 2-492,-22-3 335,0-1-1,0 0 1,1 0-1,-1-1 1,10-3 0,-8 0 144,0-1 1,-1 0-1,0-1 1,0 0-1,0 0 1,-1-1-1,0 0 1,0 0-1,-1-1 1,0 0-1,-1 0 1,0-1-1,0 1 1,4-13-1,-10 24 130,0-1 1,0 1-1,0 0 0,0-1 1,0 1-1,0 0 0,0-1 0,1 1 1,-1 0-1,1-1 0,-1 1 0,1-1 1,0 1-1,-1-1 0,1 1 1,0-1-1,0 1 0,2 1 1,0 1-1140,1 0 0,-1 0 1,1 0-1,0-1 1,0 1-1,9 4 1,13 5-7915</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4.424"/>
    </inkml:context>
    <inkml:brush xml:id="br0">
      <inkml:brushProperty name="width" value="0.025" units="cm"/>
      <inkml:brushProperty name="height" value="0.025" units="cm"/>
    </inkml:brush>
  </inkml:definitions>
  <inkml:trace contextRef="#ctx0" brushRef="#br0">1 0 12339</inkml:trace>
  <inkml:trace contextRef="#ctx0" brushRef="#br0" timeOffset="1">1 0 12339,'380'197'2872,"-396"-170"-1944,5 16 105,0 15 55,6 12-344,5 4-224,0 6-176,-6-11-152,6-4-120,-5-12-64,0-5-8,-6-4 0,0-6-424,-5-2-1344,6-9-2025,-1-15-3905</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4.762"/>
    </inkml:context>
    <inkml:brush xml:id="br0">
      <inkml:brushProperty name="width" value="0.025" units="cm"/>
      <inkml:brushProperty name="height" value="0.025" units="cm"/>
    </inkml:brush>
  </inkml:definitions>
  <inkml:trace contextRef="#ctx0" brushRef="#br0">1 12 8186,'0'0'7784,"36"-3"-7517,13-2-106,50 2-1,-98 2-141,1 1 0,0 1-1,0-1 1,0 0 0,-1 0-1,1 0 1,0 1 0,0-1 0,-1 1-1,1 0 1,0-1 0,-1 1-1,1 0 1,0 0 0,-1 0 0,1 0-1,-1 0 1,0 0 0,1 1-1,-1-1 1,0 0 0,0 1 0,0-1-1,0 1 1,1 1 0,-1 0 45,0 0 0,-1 1 0,1-1-1,-1 0 1,0 0 0,0 1 0,0-1 0,0 0 0,-1 5 0,-1 5 221,2-3-143,-2 1-1,0-1 1,0 0-1,0 0 1,-1-1 0,-1 1-1,0-1 1,0 1-1,-1-1 1,0 0-1,-1-1 1,1 1 0,-2-1-1,1 0 1,-1-1-1,0 1 1,-1-1-1,0-1 1,-16 11-1,19-14-209,-1-1 1,1 1-1,-1-1 0,0 0 0,1-1 0,-1 1 0,0-1 0,0 0 0,0-1 0,0 1 0,0-1 0,-8-1 0,0 1-1708,17-11-3813,10-5-914</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5.076"/>
    </inkml:context>
    <inkml:brush xml:id="br0">
      <inkml:brushProperty name="width" value="0.025" units="cm"/>
      <inkml:brushProperty name="height" value="0.025" units="cm"/>
    </inkml:brush>
  </inkml:definitions>
  <inkml:trace contextRef="#ctx0" brushRef="#br0">43 1 9618,'0'0'10170,"0"288"-9802,0-223-96,0 3-144,0-3-112,0-5 32,0-7-48,-5-10-128,-6-7-824,1-19-1200,-1-7-1793,6-10-2529</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5.407"/>
    </inkml:context>
    <inkml:brush xml:id="br0">
      <inkml:brushProperty name="width" value="0.025" units="cm"/>
      <inkml:brushProperty name="height" value="0.025" units="cm"/>
    </inkml:brush>
  </inkml:definitions>
  <inkml:trace contextRef="#ctx0" brushRef="#br0">0 16 7362,'0'0'8847,"37"-5"-8527,2 0-194,68-1 0,-105 6-115,-1 0-1,1 0 1,-1 0 0,1 1-1,0-1 1,-1 0-1,1 1 1,-1-1 0,1 1-1,-1-1 1,1 1 0,-1 0-1,1 0 1,-1 0 0,0 0-1,1 0 1,-1 0 0,0 0-1,0 0 1,0 0-1,0 0 1,0 1 0,0-1-1,0 1 1,0-1 0,0 0-1,0 3 1,0 0 34,0 1 1,-1-1-1,0 1 1,1 0-1,-1-1 1,-1 1-1,0 5 0,-1 8 129,3 0-18,-1 3 167,0 0 0,-6 36 1,5-51-252,-1 0 0,1 0 1,-1 0-1,0-1 0,0 1 1,-1-1-1,0 0 0,0 1 1,0-1-1,0 0 1,-1-1-1,0 1 0,0-1 1,-7 7-1,9-10-63,-1 0-1,1 0 1,0 0 0,-1 0 0,1-1-1,-1 1 1,1-1 0,-1 1-1,1-1 1,-1 0 0,1 0 0,-1 0-1,-3-1 1,-3 1-266,8 0-806</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6.043"/>
    </inkml:context>
    <inkml:brush xml:id="br0">
      <inkml:brushProperty name="width" value="0.025" units="cm"/>
      <inkml:brushProperty name="height" value="0.025" units="cm"/>
    </inkml:brush>
  </inkml:definitions>
  <inkml:trace contextRef="#ctx0" brushRef="#br0">15 141 2537,'0'0'7736,"-4"10"2484,5-5-11205,3-4 986,1 1 0,0-1-1,-1 0 1,1 0 0,0 0-1,0-1 1,-1 1 0,1-1-1,0 0 1,0-1 0,7 0 0,8-1 5,-3 3-20,21-3 96,-37 2-78,1-1-1,-1 1 0,1-1 0,-1 1 1,0-1-1,1 0 0,-1 0 0,0 0 1,0 1-1,0-1 0,0-1 0,0 1 1,0 0-1,0 0 0,0 0 0,0 0 1,0-1-1,0 1 0,-1 0 1,1-1-1,-1 1 0,1 0 0,0-3 1,1-4 13,0 0 0,0-1 0,0 1 0,-1-1 1,-1 1-1,0-1 0,0 1 0,-1-10 1,1 16-14,-1-1 1,0 1-1,1 0 1,-1-1-1,0 1 1,0 0-1,0 0 1,-1 0-1,1 0 1,0 0-1,-1 0 1,1 0-1,-1 0 1,0 0-1,0 1 1,1-1-1,-1 1 1,0-1-1,0 1 1,-1 0-1,1 0 1,0 0-1,0 0 1,-1 0-1,1 0 1,0 1-1,-1-1 1,1 1-1,0-1 1,-1 1-1,1 0 1,-1 0-1,-3 1 1,-10-2-6,10 1 0,-1 0 0,1 0-1,-1 0 1,1 1 0,-7 1 0,11-1 1,0 0-1,0 0 1,0-1-1,0 1 1,0 0 0,0 1-1,0-1 1,1 0 0,-1 0-1,0 1 1,1-1 0,0 1-1,-1-1 1,1 1 0,0 0-1,-1 0 1,1-1 0,0 1-1,-1 4 1,-5 18 1,1-1-1,1 2 1,1-1 0,2 0 0,0 1-1,1-1 1,2 1 0,4 30 0,-5-53-7,1 1 0,-1-1 1,1 0-1,0 0 0,0 0 1,0 1-1,0-1 0,1 0 1,-1 0-1,1-1 1,-1 1-1,1 0 0,-1 0 1,1-1-1,0 1 0,0-1 1,0 1-1,0-1 0,0 0 1,0 0-1,0 0 1,0 0-1,0 0 0,1 0 1,-1-1-1,0 1 0,4-1 1,9 3-180,-1-1 1,1-1-1,18 0 1,-32-1 158,133 0-4884,-74 0-1250</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6.587"/>
    </inkml:context>
    <inkml:brush xml:id="br0">
      <inkml:brushProperty name="width" value="0.025" units="cm"/>
      <inkml:brushProperty name="height" value="0.025" units="cm"/>
    </inkml:brush>
  </inkml:definitions>
  <inkml:trace contextRef="#ctx0" brushRef="#br0">274 481 8754,'0'0'11202,"-26"8"-10656,-87 26-222,106-32-308,0-1 0,0 2-1,0-1 1,1 1 0,-1 0 0,1 0 0,-1 1 0,1 0 0,0 0-1,0 1 1,1-1 0,0 1 0,-1 1 0,2-1 0,-1 0 0,0 1-1,1 0 1,0 0 0,-3 8 0,3-1-25,0 1-1,1 0 1,1-1-1,0 1 1,0 0 0,2 1-1,1 16 1,-1-25 6,0-5-1,0 0 1,0 0-1,0 0 1,0 0-1,0 0 1,1 0-1,-1 0 1,0 0-1,1 0 1,-1 0 0,1 0-1,-1 0 1,1-1-1,-1 1 1,1 0-1,0 0 1,-1 0-1,1-1 1,0 1-1,0 0 1,0-1 0,0 1-1,1 0 1,1 1-6,0-1 1,1 0-1,-1 0 1,0 0 0,0 0-1,1 0 1,5-1-1,2 1 1,0-1-1,0-1 0,0 0 1,12-3-1,-17 2-2,1-1 1,-1 0-1,0 0 0,1 0 0,-2-1 0,1 0 1,0 0-1,-1 0 0,0-1 0,0 0 1,0 0-1,0 0 0,3-7 0,12-15-191,22-41-1,-32 50 114,21-35 21,-3-2 1,-2-1-1,-3-2 1,-2 0-1,-3-1 1,-2 0-1,14-111 1,-30 142 947,0 27 127,-2 5-811,-29 48-41,3 1 1,-41 108-1,57-123-99,1 0 0,2 0 0,2 1 0,1 0 0,0 65 0,5-79-78,1 4 17,1 0 0,6 41-1,-6-61-83,2 0 0,-1 0 0,1 0 0,0 0-1,1-1 1,0 1 0,0-1 0,1 0 0,0 0 0,0-1-1,13 14 1,-7-10-766,2-1 0,-1 0-1,1-1 1,0-1 0,1 0-1,0 0 1,18 6-1,22-1-6771</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6.965"/>
    </inkml:context>
    <inkml:brush xml:id="br0">
      <inkml:brushProperty name="width" value="0.025" units="cm"/>
      <inkml:brushProperty name="height" value="0.025" units="cm"/>
    </inkml:brush>
  </inkml:definitions>
  <inkml:trace contextRef="#ctx0" brushRef="#br0">1 0 5537,'0'0'12951,"13"0"-12104,248 0 1128,-145 0-10758</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7.279"/>
    </inkml:context>
    <inkml:brush xml:id="br0">
      <inkml:brushProperty name="width" value="0.025" units="cm"/>
      <inkml:brushProperty name="height" value="0.025" units="cm"/>
    </inkml:brush>
  </inkml:definitions>
  <inkml:trace contextRef="#ctx0" brushRef="#br0">1 0 5457,'112'236'5185,"-80"-236"-3200,6 0-97,15 0-152,1 0-519,-6 0-465,0 0-312,-11 0-272,-5 0-104,-5 0-64,-11 12-752,-5 3-1801,-6 2-4728</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7.826"/>
    </inkml:context>
    <inkml:brush xml:id="br0">
      <inkml:brushProperty name="width" value="0.025" units="cm"/>
      <inkml:brushProperty name="height" value="0.025" units="cm"/>
    </inkml:brush>
  </inkml:definitions>
  <inkml:trace contextRef="#ctx0" brushRef="#br0">556 216 9522,'0'0'8858,"-10"-31"-8214,-32-95-117,41 122-484,-1 0 0,1 1 0,-1-1 1,0 1-1,0-1 0,0 1 0,0 0 0,0 0 1,-1 0-1,0 0 0,1 0 0,-1 1 0,-5-4 1,6 5-14,0 0 1,-1 0-1,1 0 0,-1 0 1,1 1-1,-1-1 1,1 1-1,-1 0 0,0-1 1,1 1-1,-5 1 1,-5-1 14,0-1-15,-12-1 11,0 1-1,-39 3 0,57-1-40,-1 0-1,1 0 1,-1 0-1,1 1 0,-1 0 1,1 0-1,0 1 1,0 0-1,0 0 0,1 0 1,-1 1-1,1 0 1,-1 0-1,-6 7 0,0 4-8,1 0 0,0 1-1,2 0 1,-1 1-1,2 0 1,0 1-1,1-1 1,-8 35 0,0 15 11,-7 72 0,-25 307 38,41-379-108,4 111-1,4-90-4857,-6-87 367,-14-1-1966</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8.424"/>
    </inkml:context>
    <inkml:brush xml:id="br0">
      <inkml:brushProperty name="width" value="0.025" units="cm"/>
      <inkml:brushProperty name="height" value="0.025" units="cm"/>
    </inkml:brush>
  </inkml:definitions>
  <inkml:trace contextRef="#ctx0" brushRef="#br0">1 133 9498,'0'0'8064,"57"-4"-7122,185-15-434,-22-1-56,161-50-246,-381 70-209,43-12 97,-38 7 113,-26 3-11,3 3-163,0 1-1,0 0 1,0 1-1,1 2 1,-1-1-1,1 2 1,0 0-1,0 2 1,-26 14-1,21-9-17,1 2-1,0 0 0,1 1 0,1 0 0,0 2 0,-22 27 0,37-40-17,0 0 0,1 1-1,-1-1 1,1 1 0,0 0-1,1 0 1,-1 0 0,1 0-1,0 0 1,1 0 0,0 1-1,0-1 1,0 0 0,0 1-1,1-1 1,0 1 0,2 9-1,-1-16-6,-1 1 0,1 0 0,0 0 0,-1 0-1,1 0 1,0-1 0,0 1 0,0 0 0,0-1 0,0 1-1,0 0 1,0-1 0,0 0 0,0 1 0,0-1 0,0 1-1,0-1 1,0 0 0,0 0 0,0 0 0,0 0-1,1 0 1,-1 0 0,0 0 0,0 0 0,0 0 0,0 0-1,0 0 1,2-1 0,3 1-63,-2 0 40,18 0-211,-1-1 0,27-4 0,-41 4 188,0-1 0,0 0 0,0 0 0,-1-1 0,1 1 0,-1-2 0,0 1 0,0-1 0,0 1 0,8-8 0,1-4 21,-1-1-1,0-1 0,-1 0 0,-1 0 0,-1-1 0,0-1 1,12-31-1,-1 6 78,-22 44-42,11-19 277,-8 30 52,0 8-377,-3-18 38,4 24 74,0-1-1,2 1 0,10 26 1,-14-46-167,-1 0 0,1-1 0,0 1 0,0-1 1,1 1-1,0-1 0,-1 0 0,1 0 0,0 0 0,1 0 0,-1-1 1,1 0-1,0 1 0,0-1 0,0 0 0,0-1 0,0 1 0,0-1 1,1 0-1,-1 0 0,1 0 0,0 0 0,4 0 0,19-1-3235,-1-1-2676</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8.752"/>
    </inkml:context>
    <inkml:brush xml:id="br0">
      <inkml:brushProperty name="width" value="0.025" units="cm"/>
      <inkml:brushProperty name="height" value="0.025" units="cm"/>
    </inkml:brush>
  </inkml:definitions>
  <inkml:trace contextRef="#ctx0" brushRef="#br0">82 0 4849,'0'0'13911,"0"26"-13069,-1 11-602,1 0 131,-10 72-1,-17 50 380,11-71-444,4 0 0,-2 94 0,14-175-322,0-5 4,-1-1 0,1 1 1,0 0-1,0-1 0,0 1 0,0-1 1,0 1-1,0-1 0,0 1 0,1-1 1,-1 1-1,0-1 0,1 1 0,-1-1 1,1 1-1,0-1 0,0 0 0,-1 1 1,1-1-1,0 0 0,0 1 0,0-1 1,0 0-1,0 0 0,0 0 0,1 0 1,-1 0-1,2 1 0,10 2-1005,0 0 0,0-1 0,28 3 0,-4-5-4670</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9.178"/>
    </inkml:context>
    <inkml:brush xml:id="br0">
      <inkml:brushProperty name="width" value="0.025" units="cm"/>
      <inkml:brushProperty name="height" value="0.025" units="cm"/>
    </inkml:brush>
  </inkml:definitions>
  <inkml:trace contextRef="#ctx0" brushRef="#br0">209 10 9178,'0'0'12948,"-16"-2"-12505,-51-4-228,66 6-213,-1-1 0,1 1 1,-1 0-1,0 0 1,1 0-1,-1 0 1,1 0-1,-1 0 1,1 1-1,-1-1 1,0 0-1,1 1 0,-1-1 1,1 1-1,-1 0 1,1-1-1,0 1 1,-1 0-1,1 0 1,0 0-1,0 0 1,-1 0-1,1 0 0,0 0 1,0 1-1,0-1 1,0 0-1,0 1 1,1-1-1,-1 0 1,0 1-1,0 1 1,0 3-24,0 0 0,0-1 0,0 1 1,1 0-1,0 0 0,1 10 0,0-1-71,-1-13 37,0 0-1,0 0 0,0 0 0,0 0 0,0 1 0,0-1 0,1 0 1,-1 0-1,1 0 0,0 0 0,-1 0 0,1 0 0,0 0 0,0 0 0,0 0 1,1-1-1,-1 1 0,0 0 0,2 1 0,1 0-76,0-1 0,0 0 0,0-1 0,0 1 1,0-1-1,0 1 0,1-1 0,7 1 0,-6-1-29,4 0-153,0 1 0,1 0 0,-1 1 0,-1 0 0,1 1 1,0 0-1,-1 0 0,17 11 0,-24-14 315,-1 0 1,0 0-1,0 1 0,1-1 1,-1 0-1,0 1 0,0-1 1,0 1-1,-1 0 0,1-1 1,0 1-1,-1 0 0,1-1 1,-1 1-1,1 0 0,-1-1 0,0 1 1,1 0-1,-1 0 0,0 0 1,0-1-1,-1 1 0,1 0 1,0 0-1,0 0 0,-1-1 1,1 1-1,-1 0 0,0-1 1,0 1-1,1 0 0,-3 1 1,0 3 118,0-1 0,-1 0 1,0 0-1,0 0 1,0-1-1,0 1 1,-10 6-1,-176 128 932,164-114-1829,24-23-1137</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9.721"/>
    </inkml:context>
    <inkml:brush xml:id="br0">
      <inkml:brushProperty name="width" value="0.025" units="cm"/>
      <inkml:brushProperty name="height" value="0.025" units="cm"/>
    </inkml:brush>
  </inkml:definitions>
  <inkml:trace contextRef="#ctx0" brushRef="#br0">1 90 6185,'0'0'7678,"0"0"-7619,0 0 1,0-1-1,0 1 0,1 0 0,-1 0 1,0 0-1,0 0 0,0 0 1,0 0-1,1 0 0,-1 0 0,0 0 1,0 0-1,0 0 0,0 0 1,1 0-1,-1 0 0,0 0 0,0 0 1,0 0-1,0 0 0,1 0 1,-1 0-1,0 0 0,0 1 0,0-1 1,0 0-1,1 0 0,-1 0 1,0 0-1,0 0 0,0 0 0,0 0 1,0 1-1,0-1 0,0 0 1,1 0-1,-1 0 0,0 0 0,0 1 1,0-1-1,0 0 0,0 0 1,0 0-1,0 1 0,3 5 16,0 1-1,0-1 0,1 0 1,0 1-1,0-2 0,0 1 1,1 0-1,0-1 0,0 0 1,0 0-1,1 0 0,-1-1 1,1 0-1,0 0 0,1 0 1,-1-1-1,1 0 0,-1 0 1,1-1-1,0 1 0,0-1 1,0-1-1,0 0 0,0 0 1,1 0-1,13-1 0,-19 0-68,-1 0-1,1 0 1,0-1-1,-1 1 0,1 0 1,-1-1-1,1 1 1,0-1-1,-1 1 0,1-1 1,-1 0-1,0 0 1,1 0-1,-1 0 0,0 0 1,1 0-1,-1 0 1,0 0-1,0 0 0,2-3 1,-1 0-4,1 0 1,-1 0-1,0-1 1,-1 1-1,1 0 1,-1-1-1,2-7 1,0-10-23,-1 0 1,-1-34 0,-2 40 17,2 15 5,-1 0 1,0 0-1,0 0 1,0 0 0,0 0-1,0 0 1,0 1 0,-1-1-1,1 0 1,0 0-1,0 0 1,-1 0 0,1 0-1,0 1 1,-1-1-1,1 0 1,-1 0 0,1 1-1,-1-1 1,1 0-1,-1 0 1,0 1 0,1-1-1,-2 0 1,-19-1 242,8 3-160,-55-1 468,66 0-534,1 0 0,-1 1 0,0-1 0,1 1 0,-1-1 0,1 1 0,-1 0 0,1 0 0,-1 0 0,1-1 0,-1 1 0,1 1 0,0-1 0,0 0 0,-1 0 0,1 0 0,0 1 0,0-1 0,0 0 0,0 1 0,1-1 0,-1 1 0,0-1 0,1 1 0,-1 0 0,1-1 0,-1 1 0,1 0 0,-1 1 0,-1 7 39,1-1 0,0 1 0,0 15 0,1-13-21,-1-7-28,0 0 0,1 0 0,0 0 0,0 0 0,0 0 0,1 0-1,0 0 1,0 0 0,0 0 0,1 0 0,-1-1 0,1 1 0,0 0 0,0-1 0,1 0 0,-1 1 0,1-1 0,5 6 0,22 16-169,47 45-86,-30-20-4143,-31-34-1198,-5-6-4202</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10.051"/>
    </inkml:context>
    <inkml:brush xml:id="br0">
      <inkml:brushProperty name="width" value="0.025" units="cm"/>
      <inkml:brushProperty name="height" value="0.025" units="cm"/>
    </inkml:brush>
  </inkml:definitions>
  <inkml:trace contextRef="#ctx0" brushRef="#br0">1 1 10234,'0'0'15083,"11"21"-14835,-6-21-160,0 5-88,1-5 0,-1 5-384,-5 12-1576,0-3-2305,0-2-3193</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10.401"/>
    </inkml:context>
    <inkml:brush xml:id="br0">
      <inkml:brushProperty name="width" value="0.025" units="cm"/>
      <inkml:brushProperty name="height" value="0.025" units="cm"/>
    </inkml:brush>
  </inkml:definitions>
  <inkml:trace contextRef="#ctx0" brushRef="#br0">305 0 12819,'0'0'7705,"-166"304"-8049,97-230-2784,-1 1-7819</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5.128"/>
    </inkml:context>
    <inkml:brush xml:id="br0">
      <inkml:brushProperty name="width" value="0.025" units="cm"/>
      <inkml:brushProperty name="height" value="0.025" units="cm"/>
    </inkml:brush>
  </inkml:definitions>
  <inkml:trace contextRef="#ctx0" brushRef="#br0">323 7 360,'0'0'17349,"0"-1"-17336,6-3-109,-3 4 273,-5 0 928,-43 0-569,8-1-304,-70 7 1,95-4-232,1 0 1,-1 1-1,0 0 0,1 1 0,0 0 1,0 1-1,0 0 0,1 1 0,-1 0 1,-9 8-1,20-14-1,-1 1 0,1-1 0,-1 0 1,0 1-1,1-1 0,-1 1 0,1-1 0,-1 1 0,1-1 0,0 1 1,-1-1-1,1 1 0,-1-1 0,1 1 0,0-1 0,0 1 1,-1-1-1,1 1 0,0 0 0,0-1 0,0 1 0,-1 0 0,1-1 1,0 1-1,0 0 0,0-1 0,0 1 0,0 0 0,0-1 1,1 1-1,-1 0 0,0-1 0,0 1 0,0-1 0,1 1 0,-1 0 1,0-1-1,0 1 0,1-1 0,-1 1 0,1-1 0,-1 1 1,0-1-1,1 1 0,-1-1 0,1 1 0,0 0 0,30 15-3,-28-15 2,165 79-10,-159-77 11,-1 1 0,1 0 1,-1 1-1,0 0 0,14 11 0,-19-13 0,0-1 0,-1 1 1,0 0-1,1 0 0,-1 0 0,0 0 0,-1 0 0,1 0 1,0 0-1,-1 1 0,0-1 0,0 1 0,0-1 0,0 1 0,0-1 1,-1 1-1,1 6 0,-1 38 56,-1-47-46,1-1 1,-1 1-1,0-1 0,1 1 0,-1-1 1,1 1-1,-1-1 0,0 0 1,1 0-1,-1 1 0,0-1 0,1 0 1,-1 0-1,0 1 0,0-1 1,1 0-1,-1 0 0,0 0 0,0 0 1,1 0-1,-1 0 0,-1-1 1,-24 1 236,20 0-154,-137 0 2031,121-1-1676,20 0-451,0 1-1,0-1 0,0 1 0,0 0 1,0 0-1,0-1 0,0 2 0,0-1 0,0 0 1,0 0-1,0 1 0,0-1 0,0 1 0,0-1 1,0 1-1,0 0 0,0 0 0,0 0 0,1 0 1,-1 0-1,0 0 0,1 0 0,-1 0 0,1 1 1,-1-1-1,1 1 0,0-1 0,0 1 1,-1 0-1,1-1 0,0 1 0,0 0 0,0 2 1,0-3-139,0 0-1,1 1 1,-1-1 0,0 1 0,1-1 0,-1 0 0,1 1 0,0-1 0,-1 1 0,1-1 0,0 1 0,0-1 0,0 1 0,0-1-1,1 3 1,-1-3-172,1 0 0,-1 0 0,1 0 0,0 0-1,-1-1 1,1 1 0,0 0 0,0-1-1,-1 1 1,1 0 0,0-1 0,0 1-1,0-1 1,0 1 0,0-1 0,0 0 0,0 1-1,0-1 1,0 0 0,0 0 0,0 0-1,0 0 1,0 0 0,2 0 0,31 1-7696</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5.804"/>
    </inkml:context>
    <inkml:brush xml:id="br0">
      <inkml:brushProperty name="width" value="0.025" units="cm"/>
      <inkml:brushProperty name="height" value="0.025" units="cm"/>
    </inkml:brush>
  </inkml:definitions>
  <inkml:trace contextRef="#ctx0" brushRef="#br0">9 118 3713,'0'0'12430,"-5"-10"-9538,3 61-2136,1-28-654,0 0 0,6 45 1,-5-67-111,1 0 0,-1 1 1,1-1-1,-1 0 0,1 0 1,0 0-1,-1 0 0,1 0 1,0 0-1,0 0 0,0 0 1,0 0-1,0 0 0,0 0 1,0 0-1,0-1 0,0 1 1,0 0-1,1-1 0,-1 1 0,0-1 1,0 1-1,1-1 0,-1 0 1,0 0-1,1 1 0,-1-1 1,2 0-1,48 0-455,-31-1 255,-15 0 203,-1 0-1,1 0 0,-1-1 1,0 1-1,0-1 1,0 0-1,0-1 0,0 1 1,0 0-1,0-1 1,-1 0-1,1 0 1,-1 0-1,0-1 0,0 1 1,3-5-1,-1 2 27,1 0 0,0 0 1,1 1-1,6-6 0,10 10 9,-17 1-13,1 1-1,-1 0 0,0 1 0,1 0 0,-1 0 1,11 5-1,-10-4-19,1 0 0,0-1 0,-1 1 0,10 0 0,25 0-275,57-3-1,-39-1 128,-59 1 162,-1 0 1,1-1-1,0 1 0,0 0 0,0 0 1,0-1-1,0 1 0,-1 0 1,1-1-1,0 1 0,0-1 0,-1 1 1,1-1-1,0 0 0,-1 1 0,1-1 1,-1 0-1,1 1 0,0-1 1,-1 0-1,0 0 0,1 1 0,-1-1 1,1 0-1,-1 0 0,0 0 1,0 0-1,1 1 0,-1-1 0,0 0 1,0 0-1,0-2 0,0-35 543,0 27-470,-2 2-63,0 0 0,0 0 0,-1 0 0,0 0 0,-1 0 0,0 0 0,0 1 0,-1 0 0,-7-10 1,-2-6 205,9 16 113,0 0-1,-1 0 1,0 0-1,-13-13 1,18 21-8,1 1-1224,2 3 332,-1 0 1,1 0 0,0 0-1,-1 0 1,2-1-1,-1 1 1,0-1-1,1 0 1,0 1-1,0-1 1,0 0-1,0 0 1,0-1 0,0 1-1,5 2 1,18 12-6679</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6.275"/>
    </inkml:context>
    <inkml:brush xml:id="br0">
      <inkml:brushProperty name="width" value="0.025" units="cm"/>
      <inkml:brushProperty name="height" value="0.025" units="cm"/>
    </inkml:brush>
  </inkml:definitions>
  <inkml:trace contextRef="#ctx0" brushRef="#br0">391 5 5065,'0'0'16998,"-22"-1"-16524,-70-2-209,82 3-249,0 0 0,1 0-1,-1 1 1,1 1 0,-1-1-1,1 2 1,-1-1 0,1 1-1,0 1 1,0 0 0,-13 7-1,5 1-17,1 0 1,1 1-1,-25 26 0,26-25 7,10-10-85,-1 0 1,1 1 0,0-1 0,1 1-1,-1 0 1,1 0 0,0 0 0,0 0-1,0 1 1,1 0 0,-1-1 0,1 1-1,1 0 1,-1 0 0,1 0 0,0 0-1,1 0 1,-1 12 0,2-18 28,0 1 1,-1 0-1,1-1 1,0 1-1,-1-1 1,1 1-1,0-1 1,0 1-1,-1-1 1,1 1-1,0-1 1,0 0-1,0 0 1,0 1-1,0-1 1,0 0-1,-1 0 1,1 0-1,0 0 1,0 0-1,0 0 1,0 0-1,0 0 1,0 0-1,0 0 1,1-1-1,4 1-188,40 0-804,-9 2 320,46-6 0,-78 3 708,0 0-1,0-1 1,0 0-1,0 0 1,-1 0 0,1 0-1,-1-1 1,1 0-1,-1 0 1,6-5-1,-7 6 282,-1 0-1,1-1 1,-1 1 0,1-1-1,-1 1 1,0-1 0,0 0 0,0 0-1,-1 0 1,1 0 0,-1 0-1,0 0 1,1 0 0,-2 0-1,1-1 1,1-4 0,-2 9-335,1 1 1,-1-1-1,1 0 0,-1 1 1,1-1-1,0 0 1,0 0-1,-1 0 1,1 0-1,0 0 0,0 0 1,0 0-1,0 0 1,0 0-1,1 0 1,-1-1-1,1 2 0,27 14-1070,-21-12 573,29 16-2382,-4-6-1907</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6.625"/>
    </inkml:context>
    <inkml:brush xml:id="br0">
      <inkml:brushProperty name="width" value="0.025" units="cm"/>
      <inkml:brushProperty name="height" value="0.025" units="cm"/>
    </inkml:brush>
  </inkml:definitions>
  <inkml:trace contextRef="#ctx0" brushRef="#br0">1 1 6065</inkml:trace>
  <inkml:trace contextRef="#ctx0" brushRef="#br0" timeOffset="1">1 1 6065,'385'55'14155,"-385"-36"-13643,-11 25 25,0 4-73,-10 12-224,5-2-152,0-10-88,5 0-8,-5-5-408,0-11-1481,0-16-1071,0-11-1913,5-5-3217</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6.971"/>
    </inkml:context>
    <inkml:brush xml:id="br0">
      <inkml:brushProperty name="width" value="0.025" units="cm"/>
      <inkml:brushProperty name="height" value="0.025" units="cm"/>
    </inkml:brush>
  </inkml:definitions>
  <inkml:trace contextRef="#ctx0" brushRef="#br0">70 1 4401,'0'0'12687,"30"11"-12373,87 40-16,-114-50-277,-1 1 0,1-1 0,-1 0 0,0 1 0,0 0 0,0-1 0,0 1 0,0 0 0,0 0 0,0 0 0,0 0 0,-1 0 0,3 4 0,-4-5 10,1 1 0,-1 0-1,0-1 1,0 1 0,1 0 0,-1-1-1,0 1 1,0-1 0,-1 1 0,1 0-1,0-1 1,-1 3 0,0 6 219,1-8-161,0 0 0,-1 1 0,1-1-1,-1 0 1,1 1 0,-1-1 0,0 0 0,0 1 0,0-1 0,0 0-1,0 0 1,0 0 0,-1 0 0,1 0 0,-1 0 0,-2 2 0,0 0 37,-1 0 0,0 0 0,0-1 0,0 0 0,0 0 0,-9 3 0,-7 2 65,-1-1 0,-36 7 0,50-13-180,1 0-289,-36 11 843,41-12-766,1 1 1,-1-1-1,1 1 1,0-1-1,-1 1 1,1-1-1,0 1 1,0 0-1,0 0 1,-1 0 0,1 0-1,0 0 1,0 0-1,0 0 1,0 0-1,1 0 1,-1 0-1,0 0 1,0 1-1,1-1 1,-1 0-1,0 0 1,1 1-1,0-1 1,-1 2 0,4 4-4257,10-5-1877</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7.318"/>
    </inkml:context>
    <inkml:brush xml:id="br0">
      <inkml:brushProperty name="width" value="0.025" units="cm"/>
      <inkml:brushProperty name="height" value="0.025" units="cm"/>
    </inkml:brush>
  </inkml:definitions>
  <inkml:trace contextRef="#ctx0" brushRef="#br0">139 163 8194,'0'0'13459,"-26"262"-13147,20-219-120,-10-11-64,5-1-120,-5-9-8,0-6-520,0-11-1049,0-5-1055,6 0-1953,4-21-4417</inkml:trace>
  <inkml:trace contextRef="#ctx0" brushRef="#br0" timeOffset="1">139 163 6041,'133'-112'2716,"-86"75"-494,-24 28-53,-13 7-1315,-9 1-759,0 1 0,0 0 0,-1-1 0,1 1 0,0 0 0,0 0 0,0-1 0,-1 1 0,1 0 0,0 0 0,0 0 1,0 0-1,0 0 0,-1 0 0,1 0 0,0 1 0,0-1 0,0 0 0,-1 0 0,1 0 0,0 1 0,0-1 0,0 1 0,-1-1 1,1 0-1,0 1 0,-1-1 0,1 1 0,0 0 0,-1-1 0,1 1 0,0 1 0,0 0 40,0 1 0,-1 0-1,1 0 1,-1 0 0,0 0 0,0-1 0,0 1-1,-1 4 1,1 6 298,0-9-323,-1 1 0,0-1 0,0 1 0,0-1 0,0 0 0,0 0 0,-1 1 0,0-1-1,0 0 1,0 0 0,0-1 0,-1 1 0,0 0 0,-2 2 0,-9 9 201,-29 24 0,15-14-149,4-6-361,0 0 1,-48 26-1,61-38-324,8-5-1344</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7.672"/>
    </inkml:context>
    <inkml:brush xml:id="br0">
      <inkml:brushProperty name="width" value="0.025" units="cm"/>
      <inkml:brushProperty name="height" value="0.025" units="cm"/>
    </inkml:brush>
  </inkml:definitions>
  <inkml:trace contextRef="#ctx0" brushRef="#br0">0 1 1768,'0'0'14342,"13"6"-13999,-2 0-305,0 0-1,1-1 1,0 0 0,0-1-1,0 0 1,0 0 0,0-2-1,1 0 1,0 0 0,15 0 0,-27-2-22,-1 0 1,1 0-1,0 0 1,0 0-1,-1 0 0,1 0 1,0 0-1,0 0 1,0 0-1,-1 0 1,1-1-1,0 1 1,0 0-1,-1 0 1,1-1-1,0 1 1,0 0-1,-1-1 1,1 1-1,-1-1 1,1 1-1,0-1 1,-1 0-1,1 1 0,-1-1 1,1 1-1,-1-1 1,1 0-1,-1 1 1,1-3-1,-1 2 12,0 1-1,-1-1 1,1 0-1,0 0 0,0 0 1,-1 0-1,1 0 1,-1 0-1,1 0 0,0 0 1,-1 1-1,0-1 1,1 0-1,-1 0 1,0 1-1,1-1 0,-1 0 1,0 1-1,0-1 1,1 1-1,-1-1 0,0 1 1,0-1-1,0 1 1,0 0-1,-1-1 1,-10-2 60,1 0 0,-1 1 0,0 0 0,0 1 0,-1 0 1,1 1-1,-23 3 0,-4-2 111,38 14-177,1-9-28,-1-4-11,1 0 0,0 1 0,0-1 0,0 1 0,0-1 0,1 1 0,-1-1 0,0 0-1,1 1 1,0-1 0,0 0 0,0 0 0,0 1 0,0-1 0,0 0 0,0 0 0,1 0 0,1 2 0,8 5-701,0-2 1,1 1 0,0-1 0,0-1-1,20 8 1,20 4-5108</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8.146"/>
    </inkml:context>
    <inkml:brush xml:id="br0">
      <inkml:brushProperty name="width" value="0.025" units="cm"/>
      <inkml:brushProperty name="height" value="0.025" units="cm"/>
    </inkml:brush>
  </inkml:definitions>
  <inkml:trace contextRef="#ctx0" brushRef="#br0">356 492 10746,'0'0'10501,"-34"-4"-10146,-111-10-74,136 12-240,-1 1-1,1 0 0,-1 1 0,1 0 1,-1 0-1,1 1 0,-1 1 1,1-1-1,-1 2 0,-16 5 0,23-5-39,-1-1-1,0 1 0,1 0 1,0 0-1,-1 1 1,1-1-1,1 1 0,-1 0 1,0-1-1,1 1 0,0 0 1,0 1-1,0-1 0,0 0 1,1 0-1,0 1 0,-1 4 1,-6 30-95,8-38 82,-1 1-1,1-1 1,0 0-1,0 1 1,0-1-1,0 1 1,0-1-1,0 1 1,0-1-1,0 0 1,1 1-1,-1-1 1,0 0-1,1 1 1,0-1-1,-1 0 1,1 0-1,-1 1 1,1-1-1,0 0 1,0 0 0,0 0-1,0 0 1,0 0-1,0 0 1,1 1-1,10 1-161,0-1 0,0 0 1,0-1-1,0 0 0,0-1 0,19-2 0,7 1-348,-27 0 402,1 0 0,0-1 1,-1 0-1,0 0 0,0-2 0,0 1 1,0-1-1,0-1 0,-1 0 0,1-1 1,17-12-1,2-5-239,0-2 1,34-37-1,-28 25 60,-3-2 0,-1-1 0,31-52 0,-46 65 483,-2-1 0,-1 0 0,-2 0 0,0-1 0,-2-1 0,8-42 0,-15 57 563,-2 7 1033,-1 12 181,-2 31-1042,-1 23-542,-18 101-1,11-102-273,-4 102 0,13-140-123,1 22-68,0-40 48,0 1 0,0-1 0,0 1 1,0 0-1,1-1 0,-1 1 0,1-1 0,-1 1 0,1-1 0,-1 1 0,1-1 0,0 1 1,0-1-1,0 0 0,0 0 0,0 1 0,0-1 0,2 2 0,1-2-194,0 1-1,1 0 0,0-1 1,-1 0-1,1 0 0,0 0 0,-1 0 1,7-1-1,52 0-3300,-33 0 1175,59 0-6218</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8.505"/>
    </inkml:context>
    <inkml:brush xml:id="br0">
      <inkml:brushProperty name="width" value="0.025" units="cm"/>
      <inkml:brushProperty name="height" value="0.025" units="cm"/>
    </inkml:brush>
  </inkml:definitions>
  <inkml:trace contextRef="#ctx0" brushRef="#br0">1 0 7114,'0'0'7860,"22"0"-7015,165 10 2095,-156-6-2294,14 3-319,48-1 0,-93-6-420,1 0 0,-1 1 0,1-1-1,-1 0 1,1 0 0,-1 1 0,1-1 0,-1 0 0,0 1 0,1-1 0,-1 1-1,0-1 1,1 0 0,-1 1 0,0-1 0,1 1 0,-1-1 0,0 1 0,0-1-1,0 1 1,1-1 0,-1 1 0,0-1 0,0 1 0,0-1 0,0 1 0,0 0-1,0-1 1,0 1 0,0-1 0,0 1 0,0-1 0,0 1 0,-1-1 0,1 1-1,0-1 1,0 1 0,0-1 0,-1 1 0,1-1 0,0 1 0,0-1 0,-1 0-1,1 1 1,-1-1 0,0 1 0,-20 14-4167,-18 2-1121</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8.853"/>
    </inkml:context>
    <inkml:brush xml:id="br0">
      <inkml:brushProperty name="width" value="0.025" units="cm"/>
      <inkml:brushProperty name="height" value="0.025" units="cm"/>
    </inkml:brush>
  </inkml:definitions>
  <inkml:trace contextRef="#ctx0" brushRef="#br0">33 0 4921,'-32'299'5265,"43"-299"-2544,15 0-585,6 0-559,6 0-265,-1 5-352,1-5-568,-6 7-248,5-7-144,27 0-456,-5 0-3369,0 0-4809</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9.184"/>
    </inkml:context>
    <inkml:brush xml:id="br0">
      <inkml:brushProperty name="width" value="0.025" units="cm"/>
      <inkml:brushProperty name="height" value="0.025" units="cm"/>
    </inkml:brush>
  </inkml:definitions>
  <inkml:trace contextRef="#ctx0" brushRef="#br0">316 1 4705,'0'0'16243,"-75"300"-15242,64-237-225,-5 2-392,6-5-208,-6-2-120,-6-5-48,1-5-8,-6-10-728,-16 6-1513,6-13-2280,0-9-3208</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9.524"/>
    </inkml:context>
    <inkml:brush xml:id="br0">
      <inkml:brushProperty name="width" value="0.025" units="cm"/>
      <inkml:brushProperty name="height" value="0.025" units="cm"/>
    </inkml:brush>
  </inkml:definitions>
  <inkml:trace contextRef="#ctx0" brushRef="#br0">1 36 9690,'0'0'9399,"35"-1"-8957,113-2-35,-139 3-340,-1-1 1,1 2-1,-1-1 1,0 1 0,1 0-1,-1 1 1,15 5 0,-20-5-42,1 0 1,0 0 0,-1 0 0,0 1 0,1 0 0,-1 0 0,0 0 0,-1 0 0,5 5 0,6 8 43,-5-7-9,0 1 0,-1 0-1,0 0 1,-1 1 0,8 18 0,-13-28-13,-1-1 1,0 1-1,1 0 0,-1-1 0,1 1 0,0-1 1,-1 1-1,1-1 0,0 1 0,-1-1 1,1 1-1,0-1 0,-1 1 0,1-1 0,0 0 1,0 0-1,-1 1 0,1-1 0,0 0 1,0 0-1,-1 0 0,1 0 0,0 0 0,0 0 1,0 0-1,0 0 0,-1 0 0,1 0 0,0 0 1,0 0-1,-1-1 0,1 1 0,0 0 1,1-1-1,1 0 46,-1-1 0,1 1 0,0 0 0,0-1 0,-1 0 0,1 0 0,-1 1 0,5-6 0,26-32 274,49-53-218,-73 82-447,5-3 53,2 10-6922,-11 3-304</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9.869"/>
    </inkml:context>
    <inkml:brush xml:id="br0">
      <inkml:brushProperty name="width" value="0.025" units="cm"/>
      <inkml:brushProperty name="height" value="0.025" units="cm"/>
    </inkml:brush>
  </inkml:definitions>
  <inkml:trace contextRef="#ctx0" brushRef="#br0">0 7 6249,'0'0'17129,"0"7"-16749,0 3-356,0 1-1,1-1 1,0 0-1,1 0 0,4 13 1,-6-21-73,1 1 0,0-1 0,0 1 0,0-1 1,0 1-1,1-1 0,-1 0 0,1 0 0,-1 0 0,1 1 0,0-1 1,0-1-1,-1 1 0,2 0 0,-1 0 0,0-1 0,0 1 1,0-1-1,1 0 0,-1 0 0,1 0 0,-1 0 0,1 0 1,-1 0-1,5 0 0,-1 0-134,1 0 0,-1-1 0,0 0-1,1 0 1,-1 0 0,1-1 0,-1 0 0,1 0 0,-1 0 0,0-1 0,0 0 0,0-1 0,0 1 0,0-1 0,0 0-1,0 0 1,-1-1 0,0 0 0,0 0 0,6-5 0,-1-1 202,-1 2 97,0 0-1,0-1 1,-1 0-1,0 0 1,0-1 0,11-20 5328,-19 34-5567,0-1-1,1 0 1,-1 1-1,1-1 1,0 1-1,0-1 1,0 0-1,1 1 1,-1-1-1,1 0 1,0 0-1,-1 0 0,1 0 1,1-1-1,-1 1 1,0 0-1,1-1 1,-1 1-1,1-1 1,0 0-1,0 0 1,0 0-1,0 0 1,0-1-1,0 1 1,0-1-1,6 2 1,4 1-1551,1-1 1,-1 0 0,0-1-1,1 0 1,24-1-1,0-1-4631</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0.217"/>
    </inkml:context>
    <inkml:brush xml:id="br0">
      <inkml:brushProperty name="width" value="0.025" units="cm"/>
      <inkml:brushProperty name="height" value="0.025" units="cm"/>
    </inkml:brush>
  </inkml:definitions>
  <inkml:trace contextRef="#ctx0" brushRef="#br0">17 160 5193,'0'0'12479,"9"0"-12151,175 0 191,-185-27 481,-1 21-943,1 0 1,-2 0-1,1 1 1,0-1-1,-1 1 1,0-1-1,-1 1 1,1 0-1,-1 0 0,0 1 1,0-1-1,0 1 1,-5-4-1,0 0 133,0 1 0,-1 0 0,0 0 0,0 1 0,-21-9 0,28 13-114,0 1-1,0 0 1,0 0-1,0 1 0,0-1 1,-1 1-1,1-1 1,0 1-1,0 0 1,-1 0-1,-4 1 1,6 0-66,1-1 0,0 1 0,-1-1 0,1 1 0,-1-1 1,1 1-1,0 0 0,-1 0 0,1 0 0,0 0 1,0 0-1,0 0 0,0 0 0,0 0 0,0 1 0,0-1 1,0 0-1,0 0 0,1 1 0,-1-1 0,1 1 0,-1-1 1,0 3-1,-4 19 1,2-1 0,0 1-1,2 0 1,1 28 0,0-30-53,1-17-43,-1-1 1,1 1-1,-1-1 0,1 0 1,0 0-1,1 0 0,-1 0 1,0 1-1,1-2 1,0 1-1,0 0 0,0 0 1,0 0-1,0-1 1,0 1-1,1-1 0,-1 0 1,1 0-1,0 0 0,-1 0 1,1 0-1,0 0 1,0-1-1,0 1 0,0-1 1,6 1-1,8 4-1365,0-1-1,0-1 1,28 3-1,-41-7 1100,56 7-4866,-1-6-2673</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0.557"/>
    </inkml:context>
    <inkml:brush xml:id="br0">
      <inkml:brushProperty name="width" value="0.025" units="cm"/>
      <inkml:brushProperty name="height" value="0.025" units="cm"/>
    </inkml:brush>
  </inkml:definitions>
  <inkml:trace contextRef="#ctx0" brushRef="#br0">1 1 11522,'0'0'16204,"5"0"-15876,-5 4-3281,0 23-999,0-5-1786</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0.886"/>
    </inkml:context>
    <inkml:brush xml:id="br0">
      <inkml:brushProperty name="width" value="0.025" units="cm"/>
      <inkml:brushProperty name="height" value="0.025" units="cm"/>
    </inkml:brush>
  </inkml:definitions>
  <inkml:trace contextRef="#ctx0" brushRef="#br0">412 1 12803,'117'250'3865,"-122"-233"-2161,-11 4 928,0 6-719,-16 9-1113,-11 12-536,-21 5-264,-59 50-608,5-14-3313,6-2-3841</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9.077"/>
    </inkml:context>
    <inkml:brush xml:id="br0">
      <inkml:brushProperty name="width" value="0.025" units="cm"/>
      <inkml:brushProperty name="height" value="0.025" units="cm"/>
    </inkml:brush>
  </inkml:definitions>
  <inkml:trace contextRef="#ctx0" brushRef="#br0">80 28 2529,'0'0'7245,"-3"3"-6406,0-1-800,-8 3 595,10-6-610,1 0 1,0 1-1,-1-1 1,1 1 0,-1-1-1,1 0 1,0 1-1,-1-1 1,1 0 0,0 0-1,0 1 1,0-1-1,0 0 1,-1 1-1,1-1 1,0 0 0,0 0-1,0 1 1,1-1-1,-1 0 1,0-1 0,-1-9-769,-1 2 6025,0 12 320,2 9-5775,0 18 480,-1 0-1,-1-1 1,-11 55-1,12-60-123,2 3-156,-1-27-67,-22 1-4734,16 4 264,-4-4-1901</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9.498"/>
    </inkml:context>
    <inkml:brush xml:id="br0">
      <inkml:brushProperty name="width" value="0.025" units="cm"/>
      <inkml:brushProperty name="height" value="0.025" units="cm"/>
    </inkml:brush>
  </inkml:definitions>
  <inkml:trace contextRef="#ctx0" brushRef="#br0">0 1 1744,'0'0'15520,"0"26"-7866,0-14-7321,0 106 111,0-117-521,0 0 0,1 0 0,-1 0 0,0 1 0,0-1 0,1 0 0,-1 0 0,1 0 0,-1 0 0,1 1 1,-1-1-1,1 0 0,0 0 0,0 0 0,-1 0 0,1-1 0,0 1 0,0 0 0,0 0 0,0 0 0,0-1 0,0 1 0,2 0 0,28 9-3961,-4-8-2553</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0.252"/>
    </inkml:context>
    <inkml:brush xml:id="br0">
      <inkml:brushProperty name="width" value="0.025" units="cm"/>
      <inkml:brushProperty name="height" value="0.025" units="cm"/>
    </inkml:brush>
  </inkml:definitions>
  <inkml:trace contextRef="#ctx0" brushRef="#br0">446 153 1816,'0'0'12576,"-3"-14"-11690,2 5-795,-1-2 71,0 0 0,0-1 0,-1 1 0,0 1-1,-1-1 1,-1 0 0,1 1 0,-10-14 0,12 22-124,1 0-1,-1 1 1,0-1 0,-1 0-1,1 1 1,0 0-1,0-1 1,-1 1-1,1 0 1,-1 0 0,1 1-1,-1-1 1,1 0-1,-1 1 1,-4-1-1,-43 1 366,28 1-353,14-1-24,0 1 1,0 1-1,0-1 1,0 1 0,0 1-1,0-1 1,0 1-1,1 1 1,0-1-1,-1 1 1,-7 6-1,-10 8 45,-37 35 0,54-46-64,0 0 26,0 1 0,0 0 0,0 0 0,1 1 0,1 0 0,0 0 0,0 1 0,0 0 0,1 0 0,1 0 0,0 0 0,0 1 0,1-1 0,0 1 0,1 0 0,0 0 0,1 0 0,0 0 0,1 15 0,0 15 210,-1-16-42,1 0 1,0-1-1,3 1 0,0 0 0,7 28 1,2-5 99,-2 1 1,-3-1 0,-1 1 0,-2 53-1,0-12-120,-3 49 206,4-119-368,-5-19-87,0-15-16624</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0.593"/>
    </inkml:context>
    <inkml:brush xml:id="br0">
      <inkml:brushProperty name="width" value="0.025" units="cm"/>
      <inkml:brushProperty name="height" value="0.025" units="cm"/>
    </inkml:brush>
  </inkml:definitions>
  <inkml:trace contextRef="#ctx0" brushRef="#br0">76 32 3081,'0'0'12953,"-13"-4"-11337,-49-14 525,70 17-1914,0 0 1,0 0 0,0 1-1,0 0 1,10 2-1,11-1 198,214-9 284,-126 7-2828,-67 1-2105</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5.012"/>
    </inkml:context>
    <inkml:brush xml:id="br0">
      <inkml:brushProperty name="width" value="0.025" units="cm"/>
      <inkml:brushProperty name="height" value="0.025" units="cm"/>
    </inkml:brush>
  </inkml:definitions>
  <inkml:trace contextRef="#ctx0" brushRef="#br0">494 13 2617,'0'0'4103,"5"-2"-2313,-1 0-2527,7-4 5462,-32 4 358,12 2-5020,-1 0 1,0 0-1,1 1 0,-1 0 1,1 1-1,-1 0 0,1 0 1,0 1-1,0 0 0,0 1 0,0 0 1,1 0-1,-1 1 0,-10 8 1,-18 15 70,2 1 1,1 2-1,1 1 1,2 1-1,-38 53 1,55-66-38,1 1 0,2 0 0,0 0 0,1 1 1,1 1-1,1 0 0,1 0 0,1 0 0,1 1 0,1-1 0,1 1 0,0 25 0,2-5 90,0-15 164,6 56 0,-4-76-274,1 0 0,0-1 1,0 1-1,1 0 0,0-1 0,0 1 0,1-1 1,0 0-1,1-1 0,8 12 0,-6-11-5,0 0 0,1-1 0,-1 1 0,2-2 0,-1 1 0,1-1 0,0-1 0,0 1 0,1-2 0,-1 1 0,1-1 1,0-1-1,0 0 0,11 2 0,13 1 211,0-3 1,1 0-1,34-3 1,-45 0-108,-23 0-150,-5 0-2060,-40 0-5987,23 0 98</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6.316"/>
    </inkml:context>
    <inkml:brush xml:id="br0">
      <inkml:brushProperty name="width" value="0.025" units="cm"/>
      <inkml:brushProperty name="height" value="0.025" units="cm"/>
    </inkml:brush>
  </inkml:definitions>
  <inkml:trace contextRef="#ctx0" brushRef="#br0">1 58 1584,'0'0'9342,"0"-4"-7505,0 1-1530,0 0 1,0 1-1,0-1 1,1 0-1,-1 0 1,1 0 0,0 1-1,0-1 1,-1 0-1,2 1 1,-1-1-1,2-2 1,2-4-346,0 2 3041,2 19-1406,0 13-1414,-2 0 0,0 0 0,2 50 0,-8 82 617,-1-64-541,2 50-32,0-141-219,0-2-1,0 4-43,0-4-302,2 22-7030,7-12 2548</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6.923"/>
    </inkml:context>
    <inkml:brush xml:id="br0">
      <inkml:brushProperty name="width" value="0.025" units="cm"/>
      <inkml:brushProperty name="height" value="0.025" units="cm"/>
    </inkml:brush>
  </inkml:definitions>
  <inkml:trace contextRef="#ctx0" brushRef="#br0">32 84 1776,'0'0'8833,"-5"-2"-7481,3 2-1263,1-1 0,-1 1 0,1-1 0,-1 0 0,1 1 0,0-1 0,-1 0 0,1 0 0,0 0 0,0 0 1,0 0-1,0 0 0,0-1 0,0 1 0,0 0 0,0 0 0,0-1 0,0 1 0,1-1 0,-1 1 0,0-1 0,1 1 0,0-1 0,-1 1 0,1-1 0,0 1 0,0-1 0,0 1 0,0-1 0,0 0 0,0 1 0,0-1 0,0 1 0,1-1 0,-1 1 0,0-1 0,1 1 0,0-1 0,-1 1 0,1-1 0,0 1 0,0 0 0,0-1 0,-1 1 0,1 0 0,1 0 0,-1 0 0,0 0 0,0 0 1,0 0-1,1 0 0,1-1 0,2-1 189,-1 1 0,1 0 0,-1 0 0,1 1 0,-1-1 0,10-1 0,-12 3-203,-1 0 0,0 0 0,0 0 0,0 0 0,0 0 0,1 0 0,-1 0 0,0 0 0,0 1 1,0-1-1,0 0 0,0 1 0,0-1 0,0 1 0,0-1 0,0 1 0,0-1 0,0 1 0,0 0 0,0 0 0,0-1 0,0 1 0,0 0 0,-1 0 0,1 0 0,0 0 0,-1 0 0,1 0 0,-1 0 0,2 2 0,-2-2 278,1 0 0,-1 1 0,1-1 0,-1 1 0,0-1 0,1 1 0,-1-1-1,0 1 1,0-1 0,0 1 0,0-1 0,0 1 0,-1 1 0,-8 10-2993,-1-4-2937</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11.555"/>
    </inkml:context>
    <inkml:brush xml:id="br0">
      <inkml:brushProperty name="width" value="0.025" units="cm"/>
      <inkml:brushProperty name="height" value="0.025" units="cm"/>
    </inkml:brush>
  </inkml:definitions>
  <inkml:trace contextRef="#ctx0" brushRef="#br0">3 67 1528,'0'0'15585,"-1"-10"-13673,0 5-1689,1 2-93,0 0 0,-1 0 1,1 0-1,0 0 0,1 0 1,-1 0-1,0 0 0,2-6 1,-1 8-75,0 0 1,-1 0-1,1-1 1,0 1 0,0 0-1,0 0 1,0 0 0,0 0-1,0 0 1,0 0-1,1 0 1,-1 1 0,0-1-1,0 0 1,1 1-1,-1-1 1,1 0 0,-1 1-1,0 0 1,1-1 0,-1 1-1,1 0 1,-1 0-1,1 0 1,2 0 0,176 0 2891,-165 1-2843,0 2-1,0-1 0,0 2 1,0 0-1,0 1 0,-1 0 1,0 1-1,0 1 0,-1 0 1,0 1-1,0 1 0,0 0 1,16 16-1,-4-3-44,-2 2-1,0 1 1,-2 1 0,0 1 0,20 36-1,-29-40-34,0 0 0,-2 0 0,0 1-1,-2 0 1,10 47 0,-11-26 16,-1-1 1,-2 70 0,-4-100 13,0 1 1,-1 0-1,-1 0 1,0-1-1,-1 1 0,-1-1 1,0 0-1,-1 0 1,0 0-1,-1 0 1,-13 19-1,-53 73 398,-4-3-1,-108 110 0,152-177-348,27-32-95,-7 14-18,11-16-130,1-15-7069,0-7 930</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7.552"/>
    </inkml:context>
    <inkml:brush xml:id="br0">
      <inkml:brushProperty name="width" value="0.025" units="cm"/>
      <inkml:brushProperty name="height" value="0.025" units="cm"/>
    </inkml:brush>
  </inkml:definitions>
  <inkml:trace contextRef="#ctx0" brushRef="#br0">451 1 3313,'0'0'13617,"-45"3"-12338,-145 15-263,176-16-852,0 0 0,0 0 0,0 1 0,0 1 0,-25 10 0,16-4 74,13-7-149,0 1 1,0 1-1,0 0 0,0 0 1,1 1-1,-11 8 1,20-14-94,-1 0 1,1 1 0,0-1 0,-1 0 0,1 1 0,0-1 0,-1 0 0,1 1 0,0-1 0,0 0 0,-1 1 0,1-1 0,0 1 0,0-1 0,0 0 0,0 1 0,0-1 0,-1 1 0,1-1 0,0 0-1,0 1 1,0-1 0,0 1 0,0-1 0,0 1 0,0-1 0,1 0 0,-1 1 0,0-1 0,0 1 0,0-1 0,0 1 0,0-1 0,1 0 0,-1 1 0,0-1 0,0 0 0,1 1 0,-1-1 0,0 0 0,0 1-1,1-1 1,-1 0 0,0 0 0,1 1 0,-1-1 0,1 0 0,-1 0 0,0 0 0,1 1 0,22 8-70,-21-8 76,67 18-53,57 20-204,-113-33 86,1 0 1,-1 0 0,-1 2 0,1-1 0,-1 2-1,21 18 1,-31-26 154,-1 0 0,0 0 1,0 1-1,1-1 0,-1 0 0,0 1 0,0-1 1,0 0-1,0 1 0,-1-1 0,1 1 0,0-1 0,-1 1 1,1 0-1,-1-1 0,1 1 0,-1 0 0,0-1 0,0 1 1,0 0-1,0-1 0,0 1 0,0 0 0,0 0 0,0-1 1,-1 1-1,1 0 0,-1-1 0,1 1 0,-1-1 1,0 1-1,1-1 0,-1 1 0,0-1 0,0 1 0,-2 1 1,-3 3 29,1 0 1,-2-1 0,1 0 0,0 0 0,-1-1 0,-10 5 0,-39 21 447,-1-2 1,-62 19-1,114-44-410,-16 0 107,19-3-296,6-2-549,66-27-4067,-26 12-309</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7.899"/>
    </inkml:context>
    <inkml:brush xml:id="br0">
      <inkml:brushProperty name="width" value="0.025" units="cm"/>
      <inkml:brushProperty name="height" value="0.025" units="cm"/>
    </inkml:brush>
  </inkml:definitions>
  <inkml:trace contextRef="#ctx0" brushRef="#br0">0 1 2497</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8.229"/>
    </inkml:context>
    <inkml:brush xml:id="br0">
      <inkml:brushProperty name="width" value="0.025" units="cm"/>
      <inkml:brushProperty name="height" value="0.025" units="cm"/>
    </inkml:brush>
  </inkml:definitions>
  <inkml:trace contextRef="#ctx0" brushRef="#br0">0 43 2497,'112'116'1382,"-90"-93"7702,-23-5-5039,-2 13-2433,-9 116 572,13-146-2183,-1 0-1,1-1 1,0 1-1,-1 0 1,1-1 0,0 1-1,-1-1 1,1 1-1,0-1 1,0 0-1,0 1 1,0-1-1,-1 0 1,1 0-1,0 1 1,0-1-1,0 0 1,0 0-1,0 0 1,0 0-1,0 0 1,-1 0-1,1 0 1,0 0-1,0-1 1,2 1-1,2-1 2,-5 1-2,8 1-21,0 0-1,0-1 0,1-1 0,-1 1 0,0-2 0,0 1 0,0-1 0,0 0 0,0 0 0,0-1 0,0 0 1,-1-1-1,10-5 0,43-34-993,60-57 0,-120 100 1013,1 0-1,0 0 1,-1 0-1,1 0 1,0 0 0,-1 0-1,1 1 1,0-1-1,-1 0 1,1 0 0,0 1-1,-1-1 1,1 0 0,-1 1-1,1-1 1,-1 1-1,1-1 1,-1 1 0,1-1-1,-1 1 1,1-1-1,-1 1 1,0 0 0,1 0-1,18 24 25,-12-15-23,-3-5 1,1 0 0,0 0 0,0 0 0,0 0 0,1-1 0,0 0 0,0 0 0,0 0 0,0-1 0,0 0 0,1 0-1,-1-1 1,1 1 0,0-2 0,0 1 0,0-1 0,0 0 0,0 0 0,10-1 0,-16 0 0,1 0 0,-1-1 0,1 1 0,-1 0 0,0-1 0,1 0 0,-1 1 0,0-1 0,1 0 0,-1 0 0,0 0-1,0 0 1,0 0 0,0 0 0,0 0 0,0 0 0,0 0 0,0 0 0,0-1 0,0 1 0,-1 0 0,1-1 0,-1 1 0,1 0 0,-1-1 0,1-1 0,8-40 21,-7 25 56,-1-1-1,-1 0 1,-2-22 0,1 33-17,-1 1 0,0 0 0,0-1 0,0 1 0,-1 0 0,0 0 0,0 0 0,-1 1 0,1-1 0,-9-10 0,-36-41 715,48 58-792,0-1 1,0 1 0,0 0 0,-1-1-1,1 1 1,0 0 0,-1-1 0,1 1-1,0 0 1,-1 0 0,1-1-1,0 1 1,-1 0 0,1 0 0,0-1-1,-1 1 1,1 0 0,-1 0 0,1 0-1,0 0 1,-1 0 0,1 0 0,-1 0-1,1 0 1,-1 0 0,1 0-1,-1 0 1,1 0-66,0 0 0,0 0 0,-1 1 0,1-1 0,0 0 0,0 1 0,0-1 0,0 0 0,0 0 0,0 1 0,0-1 0,0 0 0,0 1 0,0-1 0,0 0 0,0 0 0,0 1 0,0-1 0,1 0 0,-1 0 0,0 1 0,0-1 0,0 0 0,0 0 0,0 1 0,1-1 0,-1 0 0,0 0 0,0 1 0,0-1 0,1 0 0,-1 0 0,0 0 0,0 0 0,1 1 0,-1-1 0,0 0 0,0 0 0,1 0-1,-1 0 2,28 15-4499,8-2-3755</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8.570"/>
    </inkml:context>
    <inkml:brush xml:id="br0">
      <inkml:brushProperty name="width" value="0.025" units="cm"/>
      <inkml:brushProperty name="height" value="0.025" units="cm"/>
    </inkml:brush>
  </inkml:definitions>
  <inkml:trace contextRef="#ctx0" brushRef="#br0">439 1 3041,'0'0'12268,"-42"15"-10995,-133 50-255,160-59-769,-1 0-1,1 1 1,0 0 0,-25 18 0,22-12 63,8-7-172,1 1 0,1 0 0,-1 0 0,1 1-1,0 0 1,1 0 0,-8 11 0,11-13-99,0 1 0,1-1 1,0 1-1,0 0 0,0-1 0,1 1 1,0 1-1,1-1 0,-1 0 0,1 0 1,0 13-1,2-19-44,-1-1 1,1 1 0,-1-1 0,0 1-1,1-1 1,-1 0 0,1 1-1,0-1 1,-1 1 0,1-1-1,-1 0 1,1 0 0,-1 1-1,1-1 1,0 0 0,-1 0-1,1 0 1,0 0 0,-1 0 0,1 1-1,0-1 1,-1 0 0,1-1-1,0 1 1,0 0 0,25 0-76,-19 0 42,3 0-1,0 0-1,-1-1 0,1 0 0,-1 0 0,17-5 0,-21 4 26,1-1-1,0 0 0,-1 0 0,0 0 1,0 0-1,0-1 0,0 0 1,-1 0-1,1 0 0,3-6 1,10-5-9,-16 13 174,1 0-1,0 0 1,-1-1-1,1 1 1,-1 0-1,0-1 1,0 0-1,4-5 1,-7 51-137,0 43-197,2-79-91,0 0 0,0-1 0,0 1-1,1-1 1,0 1 0,0-1 0,0 0-1,1 0 1,0 0 0,4 6 0,23 21-4236</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8.901"/>
    </inkml:context>
    <inkml:brush xml:id="br0">
      <inkml:brushProperty name="width" value="0.025" units="cm"/>
      <inkml:brushProperty name="height" value="0.025" units="cm"/>
    </inkml:brush>
  </inkml:definitions>
  <inkml:trace contextRef="#ctx0" brushRef="#br0">252 0 3297,'0'0'17804,"-22"37"-17074,-66 120-88,80-143-540,1 1 1,1 0 0,0 0-1,1 0 1,1 1 0,0 0-1,-2 24 1,2-9-8,-10 61 53,0 3-211,-29 105-1,37-180-358,2 0-1,0 0 0,-1 24 1,3 24-3629,2-40-1391</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9.234"/>
    </inkml:context>
    <inkml:brush xml:id="br0">
      <inkml:brushProperty name="width" value="0.025" units="cm"/>
      <inkml:brushProperty name="height" value="0.025" units="cm"/>
    </inkml:brush>
  </inkml:definitions>
  <inkml:trace contextRef="#ctx0" brushRef="#br0">76 90 3209,'0'0'12668,"23"-14"-11508,74-44-197,-92 55-815,0 1 0,1-1 0,0 1 0,-1 0 0,1 0 0,0 1 0,10-2 0,-13 3-14,0 0 0,0 0 0,0 1 0,0-1 0,1 1 0,-1-1 0,0 1 0,3 2 0,-4-2-95,-1 0 1,1 0-1,-1 1 1,0-1 0,0 1-1,0-1 1,1 1-1,-1-1 1,-1 1 0,1-1-1,0 1 1,0 0-1,-1 0 1,1-1 0,-1 1-1,1 0 1,-1 0-1,0 0 1,0 0 0,1 0-1,-1-1 1,-1 1-1,1 2 1,0 2 43,1 126 580,-1-125-618,-1-1 1,0 0-1,-1 0 0,1 0 0,-1 0 0,-1 0 1,1 0-1,-1 0 0,0-1 0,0 1 1,0-1-1,-1 0 0,0 0 0,0 0 1,0-1-1,0 1 0,-1-1 0,-9 7 0,6-5-23,0-1-1,0 0 0,0-1 0,0 1 0,-1-2 0,1 1 0,-1-1 0,0 0 0,0-1 0,-1 0 0,1 0 1,-12 0-1,-88-2-1432,106 0-347</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9.577"/>
    </inkml:context>
    <inkml:brush xml:id="br0">
      <inkml:brushProperty name="width" value="0.025" units="cm"/>
      <inkml:brushProperty name="height" value="0.025" units="cm"/>
    </inkml:brush>
  </inkml:definitions>
  <inkml:trace contextRef="#ctx0" brushRef="#br0">193 3 1776,'0'0'17213,"-7"-1"-15699,6 1-1465,-1-1-1,1 1 1,0 0 0,0 0-1,0 0 1,0-1 0,0 1-1,0 0 1,-1 1 0,1-1-1,0 0 1,0 0 0,0 0-1,0 1 1,0-1 0,0 0-1,0 1 1,0-1 0,0 1-1,0 0 1,0-1 0,0 1-1,0 0 1,0-1 0,0 1-1,1 0 1,-1 0 0,0 0-1,0 0 1,0 1 0,0 3 131,0 1 1,0-1-1,0 1 1,1 0-1,-1-1 1,2 9-1,-1 0 3,0 4 44,-6 230 1342,2-198-1529,-2-2 0,-3 1 0,-14 49-1,-71 166-2186,87-222-440,6-13-2018,1-9-2003</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9.926"/>
    </inkml:context>
    <inkml:brush xml:id="br0">
      <inkml:brushProperty name="width" value="0.025" units="cm"/>
      <inkml:brushProperty name="height" value="0.025" units="cm"/>
    </inkml:brush>
  </inkml:definitions>
  <inkml:trace contextRef="#ctx0" brushRef="#br0">38 93 1768,'0'0'12771,"30"-16"-12204,96-48 86,-124 62-595,1 0-1,0 1 0,0-1 0,0 1 1,0 0-1,0 0 0,0 0 0,0 1 0,0-1 1,0 1-1,0-1 0,1 1 0,-1 0 1,0 0-1,4 1 0,-6 0-15,0 0 0,0-1 1,0 1-1,0 0 0,0 0 0,0 0 0,0 0 0,-1 0 1,1 0-1,0 0 0,-1 0 0,1 0 0,-1 0 0,1 1 0,-1-1 1,0 0-1,1 0 0,-1 0 0,0 1 0,0 0 0,2 5 152,1 17 389,0-1 1,-1 0-1,-3 43 0,1-26-104,0-22-276,-1 0-1,0 0 1,-2 0 0,0 0 0,-1 0 0,-8 23 0,10-36-162,1 0 0,-1 0 0,0-1 1,-1 1-1,1-1 0,-1 0 0,0 1 1,0-1-1,-1-1 0,1 1 1,-1 0-1,1-1 0,-1 0 0,0 0 1,0 0-1,-1 0 0,1-1 0,-1 1 1,1-1-1,-1 0 0,0-1 0,0 1 1,0-1-1,1 0 0,-1 0 0,0 0 1,-7-1-1,4 1-26,0-2 0,1 1 0,-1-1 0,-15-3 0,20 3-15,0 0 0,1 0-1,-1-1 1,0 1 0,0-1 0,1 0-1,-1 0 1,1 0 0,-1 0-1,1 0 1,0-1 0,0 1-1,0 0 1,0-1 0,-1-3 0,0 2-84,-3-6 12,0 0-1,0 0 1,1 0 0,-5-16 0,9 23-148,0 0 1,1 0 0,0 1 0,-1-1 0,1 0-1,0 0 1,0 1 0,0-1 0,1 0 0,0-3 0,-1 4-165,1 0 1,0 0 0,0 0 0,0 0 0,0 1-1,0-1 1,0 0 0,0 1 0,1-1 0,-1 1-1,1-1 1,-1 1 0,1-1 0,-1 1 0,4-2-1,25-13-7615</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10.398"/>
    </inkml:context>
    <inkml:brush xml:id="br0">
      <inkml:brushProperty name="width" value="0.025" units="cm"/>
      <inkml:brushProperty name="height" value="0.025" units="cm"/>
    </inkml:brush>
  </inkml:definitions>
  <inkml:trace contextRef="#ctx0" brushRef="#br0">1 22 3201,'0'0'12962,"6"10"-11749,-1-1-971,-3-5-166,0 0 0,0 0 0,1-1 0,-1 1 0,1-1 0,0 1 0,0-1 0,0 0 0,0 0 0,0 0 0,1-1 0,0 1-1,-1-1 1,1 0 0,7 3 0,13 3 74,1-1 1,0-2-1,1 0 0,-1-2 0,1-1 0,44-2 0,-69 0-150,0 0-1,0 0 0,0-1 0,0 1 1,0 0-1,0-1 0,-1 1 0,1-1 1,0 1-1,0-1 0,-1 1 0,1-1 1,0 0-1,-1 1 0,1-1 0,0 0 1,-1 1-1,1-1 0,-1 0 1,1 0-1,-1 0 0,0 1 0,1-1 1,-1 0-1,0 0 0,1 0 0,-1 0 1,0 0-1,0 0 0,0 0 0,0 1 1,0-3-1,0-39-7,-1 27 51,1 14-37,0 0-1,0 0 1,0-1 0,-1 1-1,1 0 1,0 0-1,-1 0 1,1 0 0,-1 0-1,1 0 1,-1 0 0,0 0-1,1 0 1,-1 0 0,0 0-1,0 0 1,0 0 0,1 1-1,-1-1 1,0 0 0,-2-1-1,-32-10 99,19 9 94,0 1 0,-26 0-1,-36 2 1277,76 0-1325,3 36-309,1 0-1,2 0 0,1 0 0,12 39 0,-7-42-1578,1 0 1,19 38 0,-3-21-3884</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10.992"/>
    </inkml:context>
    <inkml:brush xml:id="br0">
      <inkml:brushProperty name="width" value="0.025" units="cm"/>
      <inkml:brushProperty name="height" value="0.025" units="cm"/>
    </inkml:brush>
  </inkml:definitions>
  <inkml:trace contextRef="#ctx0" brushRef="#br0">458 642 3321,'0'0'15906,"-34"-7"-14502,-106-22-401,126 26-703,-1 0 0,1 1 0,-1 1 0,0 0 0,-22 2 0,6 1 6,26-2-259,0 1 0,1 0 1,-1 0-1,0 1 0,1 0 1,-1-1-1,1 1 0,0 1 1,0-1-1,-1 1 0,1-1 0,1 1 1,-1 1-1,0-1 0,1 0 1,0 1-1,-1-1 0,2 1 1,-1 0-1,0 0 0,-3 9 1,-3 3 4,1 0 1,1 1 0,0 0-1,-6 29 1,10-27-75,0 1 0,1 1 0,1-1 0,1 0 0,3 28 0,-3-47 18,1 1-1,-1-1 1,1 0 0,0 1 0,-1-1-1,1 0 1,0 0 0,0 0-1,0 0 1,0 0 0,0 0 0,0 0-1,0 0 1,0 0 0,0 0-1,0 0 1,0 0 0,1-1 0,-1 1-1,0-1 1,1 1 0,-1-1-1,0 1 1,1-1 0,-1 0 0,1 0-1,-1 1 1,3-1 0,48 0-92,-36 0 43,-9-1 4,0 0 1,0 0 0,0 0-1,0-1 1,0 0 0,0 0-1,-1-1 1,1 0 0,-1 0-1,1-1 1,-1 1-1,0-1 1,8-7 0,7-9-372,0 0-1,19-23 1,-25 25 46,18-21-418,-1-2-1,-3-1 0,-1-1 0,-3-1 0,-1-2 0,18-48 1,-22 40 656,-2 0 0,-3-2 0,-2 1 0,-3-2 0,4-67 0,-13 72 1723,-1 47 362,0 23 1529,-2 15-2907,-3 1 1,0-1-1,-2 0 1,-12 32-1,-11 56 378,18-32-530,4 2 1,5 108 0,3-158-431,0-36 7,0 1 0,0 0 0,1 0 0,-1 0 0,1 1 0,2 5 0,-3-10-14,1 0 0,0 0 0,0-1 0,0 1 0,0 0 1,0-1-1,0 1 0,0 0 0,0-1 0,1 1 0,-1-1 0,1 0 1,-1 1-1,1-1 0,0 0 0,-1 0 0,1 0 0,0 0 0,3 1 1,10 1-512,0 0 0,0-1 0,0-1-1,1 0 1,19-2 0,-13 1-832,52 0-4896</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7.263"/>
    </inkml:context>
    <inkml:brush xml:id="br0">
      <inkml:brushProperty name="width" value="0.025" units="cm"/>
      <inkml:brushProperty name="height" value="0.025" units="cm"/>
    </inkml:brush>
  </inkml:definitions>
  <inkml:trace contextRef="#ctx0" brushRef="#br0">391 19 1176,'0'0'2207,"5"0"-936,11 0-161,-5 0 17442,-13-17-16781,-50 16-1485,-41 0-205,82 2-79,1 0-1,-1 1 0,1 0 0,-1 1 0,1 0 0,-15 6 0,-11 10 5,0 0 0,-61 47 0,96-65-16,1-1 1,0 0-1,0 0 0,0 0 0,0 0 0,0 0 0,0 0 0,0 0 1,0 0-1,0 0 0,-1 1 0,1-1 0,0 0 0,0 0 0,0 0 1,0 0-1,0 0 0,0 0 0,0 0 0,0 1 0,0-1 0,0 0 1,0 0-1,0 0 0,0 0 0,0 0 0,0 0 0,0 1 0,0-1 1,0 0-1,0 0 0,0 0 0,0 0 0,0 0 0,0 0 0,0 1 1,0-1-1,1 0 0,-1 0 0,0 0 0,0 0 0,0 0 0,0 0 1,0 0-1,0 0 0,0 1 0,0-1 0,0 0 0,1 0 0,-1 0 1,0 0-1,0 0 0,0 0 0,0 0 0,0 0 0,0 0 0,1 0 1,-1 0-1,0 0 0,0 0 0,0 0 0,0 0 0,0 0 0,1 0 1,17 3-203,28-2 196,-42-1-27,45-1-89,-22-1-206,-1 2 0,0 0 0,0 2 0,1 1 0,-1 1 1,41 13-1,-61-15 219,-2 0 1,1 1 0,0-1 0,0 1-1,-1 1 1,1-1 0,-1 0 0,0 1-1,0 0 1,6 8 0,-9-10 107,0-1 0,0 1 1,0-1-1,0 1 0,0 0 0,-1-1 1,1 1-1,-1 0 0,1 0 0,-1 0 1,1-1-1,-1 1 0,0 0 1,0 0-1,0 0 0,0 0 0,0 0 1,0-1-1,0 1 0,-1 0 1,1 0-1,-1 0 0,1-1 0,-1 1 1,0 0-1,0-1 0,0 1 0,0 0 1,0-1-1,0 1 0,0-1 1,0 0-1,-1 1 0,1-1 0,0 0 1,-3 2-1,-29 19 282,0-1 0,-2-1 0,-63 25 0,20-9 151,-35 13-10,109-47-405,-9 2-13,12-4-185,6-5-8416,22-17 1282</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7.602"/>
    </inkml:context>
    <inkml:brush xml:id="br0">
      <inkml:brushProperty name="width" value="0.025" units="cm"/>
      <inkml:brushProperty name="height" value="0.025" units="cm"/>
    </inkml:brush>
  </inkml:definitions>
  <inkml:trace contextRef="#ctx0" brushRef="#br0">81 0 8730,'0'0'12309,"0"47"-10858,0 145-464,0-17 615,0-161-1533,-1 1 0,0-1 1,-1 1-1,0-1 1,-6 17-1,5-24-645,1 0 1,-1 0-1,-1-1 0,-7 13 1,8-15-690,0 0-1,-1 0 1,0 0 0,1 0 0,-1-1 0,-1 1 0,-6 3 0,5-2-5350</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8.058"/>
    </inkml:context>
    <inkml:brush xml:id="br0">
      <inkml:brushProperty name="width" value="0.025" units="cm"/>
      <inkml:brushProperty name="height" value="0.025" units="cm"/>
    </inkml:brush>
  </inkml:definitions>
  <inkml:trace contextRef="#ctx0" brushRef="#br0">0 123 3649,'0'0'10771,"54"-6"-9784,176-20-311,-188 20-403,0-1 0,59-19 0,-74 18 417,47-8-1,-87 32 2628,-45 70-3208,52-72-283,0 0-1,1 1 0,0 0 0,1 0 1,1 0-1,1 1 0,0-1 1,0 1-1,2 0 0,1 17 1,-1-31 119,0-1 1,0 1-1,0 0 1,0 0 0,1-1-1,-1 1 1,1 0-1,-1-1 1,1 1 0,-1-1-1,1 1 1,0 0-1,0-1 1,-1 1-1,1-1 1,0 0 0,0 1-1,1-1 1,-1 0-1,0 0 1,0 0 0,1 0-1,-1 0 1,1 0-1,-1 0 1,1 0 0,-1 0-1,1 0 1,-1-1-1,4 1 1,3 1-114,0-1 0,0 0 1,1 0-1,-1-1 0,10-1 0,-1 1-154,-9 0 234,1 0-1,-1-1 1,0 0-1,0 0 1,0-1-1,0 0 0,0 0 1,0-1-1,0 0 1,-1 0-1,1-1 1,-1 0-1,0-1 1,0 1-1,-1-1 1,1 0-1,-1-1 1,0 0-1,-1 0 0,1 0 1,-1 0-1,6-10 1,-6 6 115,-1 0 0,1 0 0,-2-1 0,1 1 0,-1-1 0,-1 0 0,0 0-1,-1 0 1,0 1 0,0-2 0,-1 1 0,-2-12 0,2 4 263,0 16-208,0-1-1,0 1 1,-1 0 0,1 0-1,-1-1 1,0 1 0,0 0-1,0 0 1,0 0 0,0 0-1,-1 0 1,1 0 0,-1 0 0,0 1-1,0-1 1,0 1 0,-3-4-1,0 2 38,1 1 0,-1 0 0,0-1-1,0 2 1,0-1 0,0 1 0,0-1 0,-1 2 0,-7-3-1,-11-1 183,0 2-1,0 1 1,-44 0-1,54 2-285,5 0-65,-1 0 61,1 0 0,0 0 0,-1 1-1,1 1 1,-14 2 0,21-3-103,-1 0 0,1 0 0,0 0-1,0 0 1,0 0 0,0 1 0,0-1 0,0 1-1,1-1 1,-1 1 0,0-1 0,1 1 0,-1 0-1,1 0 1,-1 0 0,1 0 0,0 0-1,0 0 1,0 0 0,0 0 0,1 1 0,-1-1-1,0 0 1,1 1 0,-1-1 0,1 0-1,0 3 1,-1 28-4290,1-7-2885</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8.389"/>
    </inkml:context>
    <inkml:brush xml:id="br0">
      <inkml:brushProperty name="width" value="0.025" units="cm"/>
      <inkml:brushProperty name="height" value="0.025" units="cm"/>
    </inkml:brush>
  </inkml:definitions>
  <inkml:trace contextRef="#ctx0" brushRef="#br0">209 0 4049,'0'0'18997,"-4"40"-17875,-13 130-131,15-154-858,0 0 1,-1 0-1,-1-1 0,0 1 1,-1-1-1,-11 23 1,-2 5-32,-52 122-1118,62-148-1136,-1-1 0,-17 22 0,17-24-817,-3 3-2951</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8.803"/>
    </inkml:context>
    <inkml:brush xml:id="br0">
      <inkml:brushProperty name="width" value="0.025" units="cm"/>
      <inkml:brushProperty name="height" value="0.025" units="cm"/>
    </inkml:brush>
  </inkml:definitions>
  <inkml:trace contextRef="#ctx0" brushRef="#br0">1 50 2937,'0'0'18953,"30"-8"-17677,96-24-365,-116 29-759,0 1 0,0 0-1,0 1 1,1 0 0,-1 0 0,16 2-1,-3 0 22,-21-1-166,1 0 0,-1 0 0,1 0 0,-1 1 0,0-1-1,1 1 1,-1 0 0,0-1 0,0 1 0,1 0 0,-1 0 0,0 1 0,0-1 0,0 0 0,0 1-1,0-1 1,-1 1 0,3 1 0,-1 1 6,-1-1-1,1 1 1,-1 0 0,0 0-1,0 0 1,0 0-1,-1 0 1,1 0 0,0 6-1,1 11 40,0-1-1,-2 0 1,-1 32-1,-1-29-14,1-14-24,1 2 4,-1-1 1,-1 1-1,0-1 0,-4 18 0,5-26 0,-1 1 1,0-1-1,0 0 0,0 0 1,0 1-1,0-1 1,0 0-1,-1 0 0,1 0 1,0 0-1,-1 0 1,0-1-1,1 1 0,-1 0 1,0-1-1,0 1 0,0-1 1,0 0-1,0 0 1,0 0-1,-1 0 0,1 0 1,0 0-1,0 0 1,-1-1-1,-3 2 0,-1-1 35,-1 0 0,1 0 0,-1-1 0,1 0 0,-1 0 0,1-1 0,-1 0 0,1 0 0,0 0 0,-1-1 0,1 0 0,0-1 0,0 0 0,0 0-1,1 0 1,-1-1 0,1 0 0,0 0 0,-7-6 0,-8-10-19,12 13-36,0-1-1,0-1 0,1 0 1,-11-15-1,18 22-239,1 2-500,0 0 687,0 0-1,-1 0 1,1 0 0,0 0-1,0 0 1,0 0 0,0 0-1,0 0 1,-1 0 0,1 0 0,0 0-1,0 0 1,0 0 0,0 0-1,0 0 1,-1 0 0,1 0-1,0 0 1,0 0 0,0 0-1,0 0 1,0 0 0,0 0-1,-1 1 1,1-1 0,0 0-1,0 0 1,0 0 0,0 0-1,0 0 1,0 0 0,0 0-1,0 0 1,-1 1 0,1-1-1,0 0 1,0 0 0,0 0-1,0 0 1,0 0 0,0 1-1,0-1 1,0 0 0,0 0-1,0 0 1,-4 40-8027,3-18 831</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9.135"/>
    </inkml:context>
    <inkml:brush xml:id="br0">
      <inkml:brushProperty name="width" value="0.025" units="cm"/>
      <inkml:brushProperty name="height" value="0.025" units="cm"/>
    </inkml:brush>
  </inkml:definitions>
  <inkml:trace contextRef="#ctx0" brushRef="#br0">6 2 9754,'0'0'20463,"-3"-2"-18789,1 9-4754,2 19-1097,0-4-3375,0-1-7730</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9.474"/>
    </inkml:context>
    <inkml:brush xml:id="br0">
      <inkml:brushProperty name="width" value="0.025" units="cm"/>
      <inkml:brushProperty name="height" value="0.025" units="cm"/>
    </inkml:brush>
  </inkml:definitions>
  <inkml:trace contextRef="#ctx0" brushRef="#br0">508 1 9938,'-112'308'6882,"101"-280"-3762,1 13-335,-12-2-473,1 9-1087,-11 12-729,-16-2-472,-43 33-24,10-11-2217,1-11-5816</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30.631"/>
    </inkml:context>
    <inkml:brush xml:id="br0">
      <inkml:brushProperty name="width" value="0.025" units="cm"/>
      <inkml:brushProperty name="height" value="0.025" units="cm"/>
    </inkml:brush>
  </inkml:definitions>
  <inkml:trace contextRef="#ctx0" brushRef="#br0">111 1 4609,'0'0'14492,"-16"1"-11878,-7 36-1600,-30 36-1,34-47-799,21-28 734,1-2-831,0 1 0,0 0-1,0 0 1,1 0 0,-1 1 0,1-1 0,-1 1 0,1 0-1,5-2 1,-8 4 38,3 0 126</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5.138"/>
    </inkml:context>
    <inkml:brush xml:id="br0">
      <inkml:brushProperty name="width" value="0.025" units="cm"/>
      <inkml:brushProperty name="height" value="0.025" units="cm"/>
    </inkml:brush>
  </inkml:definitions>
  <inkml:trace contextRef="#ctx0" brushRef="#br0">1128 92 3209,'0'0'14798,"-4"0"-13616,1 0-1054,2 0-8,-1 1 0,0-1-1,1 0 1,-1-1 0,0 1-1,1 0 1,-1 0 0,0-1 0,1 1-1,-1-1 1,1 1 0,-1-1-1,1 0 1,-1 0 0,1 1-1,0-1 1,-1 0 0,1 0 0,-2-2-1,-8-7 312,0 1 0,-1 1 1,-22-13-1,21 15-383,0 1 0,0 0 1,-1 1-1,1 1 0,-1 0 1,-18-1-1,-85 1-70,66 4 42,37 0-25,1 0 0,-1 1 0,1 1 0,0 0 0,-1 1 0,1 0 0,1 1 0,-1 1 0,1 0 0,0 1 0,-22 15 0,-5 8-1,1 2-1,-33 37 1,18-16 2,3 2-1,2 3 0,3 2 1,-61 105-1,88-132 3,1 0 0,2 1 0,2 1 0,1 1 0,2 0 0,1 0 0,2 0-1,1 1 1,2 0 0,2 1 0,2 46 0,1-80-1,-1 0 1,0 0-1,1 0 1,0 0-1,0 0 0,0 0 1,0 0-1,1 0 1,-1-1-1,1 1 0,0 0 1,0-1-1,0 1 0,1-1 1,-1 0-1,1 0 1,0 0-1,0 0 0,0 0 1,0-1-1,5 4 1,0-3-8,1 1 1,-1-1 0,1 0-1,0 0 1,0-1 0,0-1-1,0 0 1,15 1 0,2 0 22,0 0 0,0-2 0,0-1 0,0-1 0,-1-1 0,1-2 0,-1 0 0,0-2 0,31-12 0,17-16 198,-1-4-1,-3-2 1,123-98-1,-188 135-292,2 1 795,-4 15-61,-2-2-533,0 19 57,0-1 0,-2 0-1,-1 0 1,-9 36-1,-73 220-785,80-255-1996,5-11-1934,0-13 2776,0 1-4958</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5.481"/>
    </inkml:context>
    <inkml:brush xml:id="br0">
      <inkml:brushProperty name="width" value="0.025" units="cm"/>
      <inkml:brushProperty name="height" value="0.025" units="cm"/>
    </inkml:brush>
  </inkml:definitions>
  <inkml:trace contextRef="#ctx0" brushRef="#br0">5 0 1904,'0'0'15781,"2"14"-14277,7 116 1361,-9-129-2872,0 0 0,1 0 0,-1 0 1,0 0-1,0 0 0,0 0 0,0 0 0,0 0 0,-1 0 1,1 1-1,0-1 0,0 0 0,-1 0 0,1 0 0,-1 0 0,1 0 1,-1 0-1,1 0 0,-1 0 0,1-1 0,-1 1 0,0 0 0,1 0 1,-1 0-1,0-1 0,-1 2 0,-3 2-541,5 1-6269,4-4 219</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5.812"/>
    </inkml:context>
    <inkml:brush xml:id="br0">
      <inkml:brushProperty name="width" value="0.025" units="cm"/>
      <inkml:brushProperty name="height" value="0.025" units="cm"/>
    </inkml:brush>
  </inkml:definitions>
  <inkml:trace contextRef="#ctx0" brushRef="#br0">22 5 3873,'0'0'16835,"-22"-4"-16523,22 35-135,0 7-177,0 11-537,0 16-1383,0-13-2313,0-15-5209</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6.284"/>
    </inkml:context>
    <inkml:brush xml:id="br0">
      <inkml:brushProperty name="width" value="0.025" units="cm"/>
      <inkml:brushProperty name="height" value="0.025" units="cm"/>
    </inkml:brush>
  </inkml:definitions>
  <inkml:trace contextRef="#ctx0" brushRef="#br0">23 417 1880,'0'0'15732,"-3"-10"-14296,-1-2-1058,2 8-223,0 0 0,1-1 0,0 1-1,0-1 1,0 1 0,0-1 0,1 1-1,0-5 1,0 8 967,-2 1-780,-1 0 530,2 9-270,0 3-537,1 0 1,0 0-1,1-1 0,0 1 0,1 0 1,0 0-1,1-1 0,0 1 0,1-1 0,1 0 1,7 16-1,-11-27-64,6 14-5,1-1 1,0-1 0,1 0-1,21 21 1,-29-30-1,1-1-1,0-1 1,0 1-1,1 0 1,-1 0-1,0-1 1,1 0-1,-1 1 1,0-1-1,1 0 1,0 0-1,-1 0 1,1 0-1,0-1 1,-1 1-1,1-1 1,0 1-1,0-1 1,-1 0 0,1 0-1,0-1 1,0 1-1,-1 0 1,1-1-1,0 0 1,-1 1-1,1-1 1,0 0-1,-1 0 1,1-1-1,-1 1 1,0 0-1,1-1 1,-1 0-1,0 1 1,2-3 0,7-8 4,0 0 0,-1-1 0,0 0 1,-1-1-1,-1 0 0,0 0 1,8-21-1,0-7 40,17-62 0,-19 49 79,-2 0 0,-2-1 0,3-105 0,-13 160-121,1 33-1073,0-28 479,1 0 0,0 0 0,0-1 0,0 1 0,0 0 0,1 0 0,-1-1 0,1 0 1,0 1-1,0-1 0,0 0 0,0-1 0,1 1 0,-1 0 0,1-1 0,-1 0 0,1 0 0,5 2 0,18 4-9905</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6.780"/>
    </inkml:context>
    <inkml:brush xml:id="br0">
      <inkml:brushProperty name="width" value="0.025" units="cm"/>
      <inkml:brushProperty name="height" value="0.025" units="cm"/>
    </inkml:brush>
  </inkml:definitions>
  <inkml:trace contextRef="#ctx0" brushRef="#br0">0 107 3001,'0'0'12141,"13"12"-11017,44 39-369,-53-48-679,-1-1 0,0 1 0,0-1 0,1 0 0,-1 0 0,1-1 0,-1 1 0,1-1 0,0 0 0,0 0 0,0 0 0,0 0 0,0-1 0,0 1 0,-1-1 0,1 0-1,6-1 1,15 2 467,53 0 554,-77-2-1092,-1 1-1,1 0 1,0-1 0,-1 1-1,1 0 1,0-1-1,-1 1 1,1 0-1,-1-1 1,1 1 0,-1-1-1,1 1 1,-1-1-1,1 1 1,-1-1-1,0 0 1,1 1 0,-1-1-1,0 0 1,1 1-1,-1-1 1,0 0-1,0 1 1,0-1 0,0 0-1,0 1 1,1-1-1,-1 0 1,0 1-1,-1-2 1,2-27 17,-1 23-18,0-4 6,0 0 0,-1 0 1,0 1-1,-1-1 0,0 0 0,0 1 0,-6-16 0,6 22-1,1 0 1,-1 0-1,0 0 1,1 1-1,-1-1 0,-1 0 1,1 1-1,0-1 1,-1 1-1,1 0 0,-1 0 1,0 0-1,1 0 1,-1 0-1,0 0 1,0 1-1,-1 0 0,1-1 1,0 1-1,0 0 1,0 1-1,-1-1 0,1 1 1,-1-1-1,1 1 1,-4 0-1,-10 0 93,10-1-22,0 1 1,-1 0 0,1 1 0,0 0-1,0 0 1,-8 2 0,12-1-40,0-1 0,0 0 0,0 1 0,1 0 0,-1 0 0,1 0 0,-1 0 0,1 0 0,0 0 0,0 1 0,0-1 0,0 1-1,0-1 1,0 1 0,1 0 0,-1 0 0,-1 4 0,-2 10 103,1 0 0,0 0 0,1 1 0,1-1 0,1 1-1,0 0 1,4 31 0,-2-2 62,-2-28-179,0-10-6,0-1 0,1 1 0,0 0 0,3 12-1,-3-19-27,0 0-1,0-1 0,1 1 0,-1 0 1,1 0-1,0-1 0,-1 1 0,1-1 1,0 1-1,0-1 0,0 1 0,0-1 0,0 1 1,1-1-1,-1 0 0,0 0 0,1 1 1,-1-1-1,0 0 0,1 0 0,-1 0 1,1-1-1,0 1 0,-1 0 0,1-1 1,0 1-1,-1-1 0,3 1 0,74 1-2039,-51-2 283,27 0-3420</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7.270"/>
    </inkml:context>
    <inkml:brush xml:id="br0">
      <inkml:brushProperty name="width" value="0.025" units="cm"/>
      <inkml:brushProperty name="height" value="0.025" units="cm"/>
    </inkml:brush>
  </inkml:definitions>
  <inkml:trace contextRef="#ctx0" brushRef="#br0">27 70 2833,'0'0'17919,"-4"8"-17260,0 1-490,0-1-1,1 1 1,0 1-1,0-1 1,1 0-1,1 1 1,0-1-1,0 1 1,0-1-1,2 14 1,6 48 341,1 32-33,-6-114-521,-1-1 0,1 1 0,1 0-1,0 0 1,1 0 0,0 1 0,0-1 0,1 1 0,1 0 0,0 0 0,9-11 0,7-10-81,2 2 0,30-29 0,-35 39 84,1 2 1,26-20 0,-40 32 38,1 1-1,0 0 1,0 0-1,1 0 1,-1 1 0,0 0-1,1 1 1,0 0-1,0 0 1,0 0 0,12 0-1,-19 2 4,0 0 0,0 0 0,1 1 0,-1-1 0,0 0 0,0 1 0,0-1 0,1 1 0,-1-1 0,0 1 0,0 0 0,0-1 0,0 1 0,0 0 0,0 0 0,-1 0 0,1-1 0,0 1 0,0 0 0,0 0 0,-1 0 0,1 0 0,-1 1 0,1-1 0,0 0 0,-1 0 0,0 0 0,1 0 0,-1 0 0,0 1 0,1 1 0,1 46 132,-3-36-76,1 369 1912,0-381-2097,2-6-393,3-4-609,0-1 0,1 1 0,0 0 0,13-14-1,13-13-4755</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8.276"/>
    </inkml:context>
    <inkml:brush xml:id="br0">
      <inkml:brushProperty name="width" value="0.025" units="cm"/>
      <inkml:brushProperty name="height" value="0.025" units="cm"/>
    </inkml:brush>
  </inkml:definitions>
  <inkml:trace contextRef="#ctx0" brushRef="#br0">31 0 3369,'0'0'17562,"-7"0"-15747,-6 0-1691,2 1 2069,37 5-873,-21-4-1307,0-1 0,0 1 0,0 0-1,-1 0 1,1 1 0,-1 0 0,1-1 0,-1 1 0,0 1 0,0-1 0,0 1-1,0-1 1,-1 1 0,1 0 0,-1 1 0,0-1 0,-1 0 0,1 1-1,-1 0 1,1-1 0,-1 1 0,-1 0 0,1 0 0,-1 0 0,1 8 0,3 14 75,-2 0-1,-2 0 1,-2 49 0,0-32-55,-2-41-77,0 0 0,0 0 0,0 0 0,-1 0 0,1-1 0,-1 1 0,1-1 0,-7 3 0,9-5-84,1-3-38,0 1 124,1-1 1,-1 0-1,1 1 1,0-1-1,0 0 1,0 1-1,0-1 0,0 1 1,0-1-1,1 1 1,0 0-1,-1 0 1,5-5-1,2-4-73,16-24 34,2 0 0,1 2 0,2 0 1,45-39-1,-69 68 90,-1 1 1,0-1 0,1 1 0,0 0 0,0 1-1,0-1 1,0 1 0,0 0 0,0 0-1,1 1 1,-1 0 0,1-1 0,-1 2-1,1-1 1,-1 1 0,1 0 0,-1 0-1,11 2 1,-15-2 3,0 1-1,0-1 1,0 1-1,0-1 1,0 1-1,0 0 1,0 0-1,-1-1 0,1 1 1,0 0-1,0 0 1,-1 0-1,1 0 1,-1 0-1,1 0 1,-1 0-1,1 0 1,0 2-1,7 26 237,-5-19-83,0 5 38,0-1 0,2 25 0,-5-27-141,2 0 1,0 0-1,6 23 1,-6-31-8,5 8-1738,14-10-3888,7-2 587</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8.647"/>
    </inkml:context>
    <inkml:brush xml:id="br0">
      <inkml:brushProperty name="width" value="0.025" units="cm"/>
      <inkml:brushProperty name="height" value="0.025" units="cm"/>
    </inkml:brush>
  </inkml:definitions>
  <inkml:trace contextRef="#ctx0" brushRef="#br0">10 0 1584,'0'0'12724,"-2"7"-10850,-5 19-120,7-25-1672,0-1 0,0 1 0,0 0 0,0 0 0,0-1 1,1 1-1,-1 0 0,0-1 0,0 1 0,1-1 0,-1 1 0,0 0 1,1-1-1,-1 1 0,1-1 0,-1 1 0,1-1 0,-1 1 0,1-1 0,-1 1 1,1-1-1,-1 0 0,1 1 0,0-1 0,-1 0 0,1 1 0,-1-1 0,1 0 1,0 0-1,-1 0 0,1 1 0,0-1 0,0 0 0,-1 0 0,1 0 1,0 0-1,-1 0 0,1 0 0,0-1 0,-1 1 0,2 0 0,3 0 254,58 11 438,-1-3 0,74 0 1,-67-7-794,-33 1-439,0-2-1,61-7 0,-92 6-473</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8.977"/>
    </inkml:context>
    <inkml:brush xml:id="br0">
      <inkml:brushProperty name="width" value="0.025" units="cm"/>
      <inkml:brushProperty name="height" value="0.025" units="cm"/>
    </inkml:brush>
  </inkml:definitions>
  <inkml:trace contextRef="#ctx0" brushRef="#br0">0 1 1328,'0'0'18308,"273"5"-16315,-220-5-537,-5 0-376,-5 0-496,-16 0-392,-6 0-96,-10 0-96,5 0-176,43 4-1232,-6 18-3825,1-22-2825</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9.308"/>
    </inkml:context>
    <inkml:brush xml:id="br0">
      <inkml:brushProperty name="width" value="0.025" units="cm"/>
      <inkml:brushProperty name="height" value="0.025" units="cm"/>
    </inkml:brush>
  </inkml:definitions>
  <inkml:trace contextRef="#ctx0" brushRef="#br0">128 0 3673,'0'0'19036,"-48"173"-18140,43-115-200,0 7-216,-1-2-256,-4 2-136,-7 4-88,-4-4 0,5-7-304,16 17-1048,0-15-2425,0-24-2848</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9.647"/>
    </inkml:context>
    <inkml:brush xml:id="br0">
      <inkml:brushProperty name="width" value="0.025" units="cm"/>
      <inkml:brushProperty name="height" value="0.025" units="cm"/>
    </inkml:brush>
  </inkml:definitions>
  <inkml:trace contextRef="#ctx0" brushRef="#br0">295 34 2561,'0'0'21004,"-38"39"-20635,-120 126-181,142-147-151,-27 38-1,23-11-13,14-27-21,3-7-14,0 1 0,0-1-1,1 1 1,1-1 0,0 1 0,0 0 0,1 0 0,2 12-1,-2-22 5,0-1-1,0 1 0,1-1 1,-1 1-1,1-1 0,-1 0 1,1 1-1,0-1 0,-1 1 1,1-1-1,0 0 0,0 0 1,0 0-1,0 1 0,0-1 1,0 0-1,0 0 0,0 0 1,2 1-1,0 0-15,1-1 0,0 1 0,-1 0 1,1-1-1,0 0 0,0 0 0,5 1 0,9 0-160,1 0 0,28-2-1,-29-1-44,-9 1 130,2 1-52,-1-1 0,1-1 0,-1 1-1,1-2 1,16-3 0,-23 3 137,-1 0 0,1 0-1,0 0 1,-1 0 0,1-1-1,-1 1 1,1-1 0,-1 0-1,0 0 1,0 0 0,-1 0-1,1 0 1,-1-1 0,1 1 0,-1-1-1,0 0 1,1-4 0,3-9 53,-1 1 1,-1 0 0,0-1 0,-2 0-1,0 0 1,-1 0 0,0 0-1,-3-23 1,2 6 55,-1 17-42,0 1 0,-1 0 0,-1-1 0,0 1 0,-2 0 0,1 0 0,-2 1 0,0 0 0,-1 0 0,0 0 0,-2 1 0,-12-19 0,19 30-54,0 0-1,0 0 1,-1 0 0,1 0-1,-1 1 1,1-1-1,-1 1 1,0 0 0,0-1-1,0 1 1,0 0 0,-1 1-1,1-1 1,0 1-1,-1-1 1,1 1 0,-1 0-1,1 0 1,-1 0-1,0 1 1,1 0 0,-7-1-1,9 2-62,-1-1 1,1 0-1,0 1 0,-1-1 0,1 1 1,0 0-1,-1-1 0,1 1 0,0 0 1,0 0-1,0 0 0,0 0 0,0 0 1,0 0-1,0 0 0,0 0 0,0 0 1,0 0-1,0 1 0,1-1 0,-1 0 1,0 1-1,1-1 0,0 0 0,-1 1 1,1-1-1,0 0 0,-1 1 0,1-1 1,0 1-1,0-1 0,0 3 0,0 63-2926,1-44 1108,-1 33-3950</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0.103"/>
    </inkml:context>
    <inkml:brush xml:id="br0">
      <inkml:brushProperty name="width" value="0.025" units="cm"/>
      <inkml:brushProperty name="height" value="0.025" units="cm"/>
    </inkml:brush>
  </inkml:definitions>
  <inkml:trace contextRef="#ctx0" brushRef="#br0">231 153 3121,'0'0'18270,"-7"1"-16707,-1 1-1368,0 1-1,0-1 1,1 2 0,-1-1-1,1 1 1,0 0-1,0 1 1,0 0-1,1 0 1,-1 0 0,1 1-1,1-1 1,-1 2-1,-7 9 1,-4 7-106,0 1 0,1 1 0,-13 28 1,22-36-162,1 1 1,0-1-1,2 1 1,0 0-1,1 0 1,0 0 0,2 1-1,1 28 1,0-46 40,0 1 1,1-1 0,-1 0 0,0 0-1,1 0 1,-1 0 0,1 0-1,0 0 1,-1 0 0,1 0-1,0 0 1,-1 0 0,1 0-1,0 0 1,0 0 0,0 0 0,0-1-1,0 1 1,0 0 0,0-1-1,0 1 1,0-1 0,0 1-1,0-1 1,0 1 0,1-1-1,-1 0 1,0 0 0,0 1 0,0-1-1,1 0 1,0 0 0,51 1-755,-38-2 397,-2 1 132,1-2-1,-1 0 1,0 0-1,0-1 1,0-1-1,-1 0 0,1-1 1,-1 0-1,0-1 1,0 0-1,-1-1 1,0 0-1,0-1 1,-1 0-1,10-10 0,-10 8 266,-1 1 0,0-1-1,0 0 1,-1-1-1,-1 0 1,0 0 0,-1-1-1,0 0 1,0 0-1,-1 0 1,-1-1-1,0 1 1,-1-1 0,0 0-1,1-17 1,-3 15 208,0 5-79,0 1 0,0-1 0,-1 1 0,0-1 0,-1 1 0,0-1 0,-1 1 0,0-1-1,0 1 1,-1 0 0,-4-11 0,-3 7-5,0 1-1,0 0 1,-1 0 0,-1 1-1,0 1 1,0 0 0,-1 0-1,0 1 1,-1 1 0,-25-12-1,30 17-129,-1 0 0,1 1-1,-1 0 1,0 0 0,0 1-1,1 0 1,-1 1 0,-11 0-1,7 0-71,12 0-15,0 0 0,-1 0-1,1 1 1,0-1 0,-1 0 0,1 1 0,0-1 0,0 1 0,0 0-1,-1 0 1,1 0 0,0 0 0,0 0 0,0 0 0,0 0-1,0 1 1,1-1 0,-1 1 0,0-1 0,1 1 0,-1 0 0,1 0-1,-1 0 1,1 0 0,0 0 0,0 0 0,0 0 0,0 0-1,0 0 1,0 0 0,0 4 0,-1 6-1071,0 0-1,1 0 1,1 0 0,0 0-1,2 12 1,-1-14-367,3 31-7247</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0.569"/>
    </inkml:context>
    <inkml:brush xml:id="br0">
      <inkml:brushProperty name="width" value="0.025" units="cm"/>
      <inkml:brushProperty name="height" value="0.025" units="cm"/>
    </inkml:brush>
  </inkml:definitions>
  <inkml:trace contextRef="#ctx0" brushRef="#br0">257 229 3225,'0'0'20789,"-3"0"-19284,-17-1-34,14 0-1347,-1 1 0,1-1 0,0 1-1,0 0 1,0 1 0,0-1 0,0 1-1,0 0 1,0 1 0,0-1 0,-11 6-1,7 1-123,1 0 0,0 1 0,0 0-1,1 1 1,0 0 0,0 0-1,1 1 1,1-1 0,0 2 0,0-1-1,1 1 1,1-1 0,-6 22-1,4-6-175,1-1 0,2 1 0,0 0-1,2 0 1,2 39 0,-1-63 123,1 0 0,0 1 0,0-1 0,0 0-1,0 0 1,0 0 0,0 0 0,1 0 0,0 0 0,-1 0 0,1 0 0,0 0 0,0-1 0,1 1 0,-1-1 0,0 1-1,1-1 1,0 0 0,-1 0 0,1 0 0,0-1 0,0 1 0,0-1 0,0 1 0,0-1 0,6 1 0,-3 0-54,1 0 0,0-1 0,0 0 0,0 0 0,0-1 0,0 1 0,0-2 0,0 1 0,0-1 0,0 0 0,0 0 1,10-4-1,-8 1 63,-1 0 1,-1-1 0,1 0 0,-1 0-1,0-1 1,0 0 0,0 0 0,-1-1-1,0 1 1,0-1 0,-1-1 0,0 1 0,4-9-1,4-6 57,-2 0 0,-1-1-1,12-40 1,-16 40 27,-1-1-1,-1 0 1,1-42 0,-7-73 367,1 115-298,0 13-17,1 0 0,-2 0 0,1 0 0,-2 1 0,-5-18 1,7 24-38,-1 1 0,1-1 0,-1 1 1,0-1-1,0 1 0,0 0 0,-1 0 1,1 0-1,-1 0 0,0 0 1,0 1-1,0-1 0,0 1 0,0 0 1,0 0-1,-1 0 0,1 0 0,-7-2 1,3 2-10,0 0 1,0 0-1,0 1 1,0 0-1,-1 0 1,1 1-1,0 0 1,-1 0-1,1 1 1,0 0 0,-1 0-1,1 0 1,0 1-1,0 0 1,0 1-1,1 0 1,-1 0-1,0 0 1,1 1-1,0 0 1,0 0-1,0 0 1,0 1 0,1 0-1,0 0 1,0 0-1,-5 8 1,-1 0-423,1 1 0,1 0 0,0 1 0,-9 21 0,8-14-1779,2 0 1,-7 29-1,7-19-6356</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9.001"/>
    </inkml:context>
    <inkml:brush xml:id="br0">
      <inkml:brushProperty name="width" value="0.025" units="cm"/>
      <inkml:brushProperty name="height" value="0.025" units="cm"/>
    </inkml:brush>
  </inkml:definitions>
  <inkml:trace contextRef="#ctx0" brushRef="#br0">64 22 4049,'0'0'11198,"9"-3"-10551,27-12-296,-27 12 7274,-9 28-7582,-27 542 787,-42-73-753,63-464-447,3-24-1739,1-38-2465,1 10 4407,-4-48-5118,0 1-3613</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9.488"/>
    </inkml:context>
    <inkml:brush xml:id="br0">
      <inkml:brushProperty name="width" value="0.025" units="cm"/>
      <inkml:brushProperty name="height" value="0.025" units="cm"/>
    </inkml:brush>
  </inkml:definitions>
  <inkml:trace contextRef="#ctx0" brushRef="#br0">1 0 208,'0'0'16340,"101"0"-15588,-85 0-216,11 0-192</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0.946"/>
    </inkml:context>
    <inkml:brush xml:id="br0">
      <inkml:brushProperty name="width" value="0.025" units="cm"/>
      <inkml:brushProperty name="height" value="0.025" units="cm"/>
    </inkml:brush>
  </inkml:definitions>
  <inkml:trace contextRef="#ctx0" brushRef="#br0">1236 134 0,'124'1'0,"0"6"0,212 38 0,-334-44 0,18 2 0,1 2 0,-1 0 0,-1 1 0,1 1 0,26 14 0,-39-17 0,-1 1 0,1 0 0,-1 0 0,0 1 0,0 0 0,-1 0 0,1 1 0,-1-1 0,-1 1 0,1 0 0,-1 0 0,-1 1 0,1-1 0,-1 1 0,0 0 0,-1 0 0,2 10 0,12 47 0,5 13 0,11 96 0,-24-100 0,-4 0 0,-8 145 0,-6-175 0,-1 1 0,-2-2 0,-1 0 0,-36 71 0,33-76 0,5-13 0,1 4 0,-2-1 0,-1 0 0,-1-2 0,-26 35 0,38-57 0,-1 0 0,-1 0 0,1-1 0,0 1 0,-1-1 0,0 0 0,-5 2 0,-20 15 0,11-3 0,7-6 0,-1 0 0,-1 0 0,0-1 0,-24 13 0,-37 14 0,-99 33 0,76-33 0,58-20 0,-78 21 0,115-37 0,-9-1 0,11-1 0,-1 0 0,1 0 0,0 0 0,0 0 0,0 0 0,0 0 0,0 0 0,0-1 0,0 1 0,1 0 0,-1-1 0,0 1 0,1 0 0,-1-3 0,-11-30 0,-12-54 0,-7-27 0,-4-16 0,-1-5 0,30 119 0,-1-4 0,0 1 0,-2 0 0,0 1 0,-15-23 0,-22-12 0,30 21 0,15 27 0,-1 1 0,0 0 0,0 0 0,-1 0 0,0 0 0,0 0 0,0 1 0,0-1 0,0 1 0,-1 0 0,0 0 0,0 0 0,0 1 0,0-1 0,-1 1 0,-8-5 0,-13-4 0,6 3 0,0-1 0,-36-24 0,41 23 0,0 2 0,-1 0 0,0 1 0,-1 0 0,1 1 0,-24-6 0,-107-18 0,56 24 0,-1 0 0,82 5 0,0 0 0,1 0 0,0-1 0,-1 0 0,1-1 0,0 1 0,-9-7 0,14 7 0,-1-1 0,0 1 0,1-1 0,0 0 0,0 0 0,0-1 0,1 1 0,-1-1 0,1 1 0,0-1 0,1 0 0,-1-1 0,1 1 0,-3-8 0,0-7 0,0 0 0,-2-36 0,-4-14 0,11 69 0,0 1 0,0-1 0,-1 0 0,1 0 0,0 0 0,-1 0 0,1 1 0,-1-1 0,1 0 0,-1 1 0,1-1 0,-1 0 0,1 1 0,-1-1 0,0 0 0,1 1 0,-1-1 0,0 1 0,0-1 0,1 1 0,-1 0 0,0-1 0,0 1 0,-1 0 0,-1-2 0,2 2 0,1-1 0,0 1 0,0-1 0,-1 1 0,1-1 0,0 1 0,0-1 0,0 1 0,-1-1 0,1 1 0,0-1 0,0 1 0,0-1 0,0 1 0,0-1 0,0 1 0,0-1 0,0 0 0,0 1 0,0-1 0,1 1 0,-1-1 0,0 1 0,0-1 0,0 1 0,1-1 0,-1 1 0,0 0 0,0-1 0,1 1 0,-1-1 0,1 1 0,25-23 0,-22 20 0,-1 1 0,0-1 0,1 1 0,-1-1 0,0 0 0,0 0 0,-1 0 0,1-1 0,-1 1 0,0-1 0,1 1 0,-1-1 0,-1 0 0,1 0 0,-1 0 0,1 0 0,0-5 0,-2 8 0,0 0 0,0 0 0,0-1 0,0 1 0,0 0 0,0 0 0,-1 0 0,1-1 0,0 1 0,-1 0 0,1 0 0,-1 0 0,1 0 0,-1 0 0,1 0 0,-1 0 0,0 0 0,0 0 0,1 0 0,-1 0 0,0 0 0,0 1 0,0-1 0,0 0 0,0 1 0,0-1 0,0 0 0,0 1 0,0-1 0,0 1 0,-1 0 0,1-1 0,0 1 0,0 0 0,0 0 0,0 0 0,-1 0 0,-1 0 0,-9-2 0,0 2 0,0 0 0,-14 1 0,8 0 0,-42-1 12355,64-10-10963,0 2-843,22-57 750,-23 56 23,-2 1 1,1 0 0,-1-1 0,0-11 0,0 19-1235,-1-1-1,0 1 1,1 0 0,-1-1 0,1 1 0,-1 0 0,1 0 0,-1-1-1,1 1 1,0 0 0,0 0 0,-1 0 0,1 0 0,0 0 0,0 0-1,0 0 1,0 0 0,0 1 0,1-1 0,-1 0 0,0 0 0,0 1 0,0-1-1,1 1 1,-1-1 0,3 0 0,44-9-270,-33 8 370,421-83-50,358-73-124,-755 152 36,0 1 0,61 2 0,-69 1 146,0-1 0,57-14 0,-46 8-141,-36 8-40,0 0 1,-1-1-1,1 1 0,-1-1 0,1 0 1,7-5-1,-112 75-9407,45-29 2387</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1.357"/>
    </inkml:context>
    <inkml:brush xml:id="br0">
      <inkml:brushProperty name="width" value="0.025" units="cm"/>
      <inkml:brushProperty name="height" value="0.025" units="cm"/>
    </inkml:brush>
  </inkml:definitions>
  <inkml:trace contextRef="#ctx0" brushRef="#br0">544 75 5417,'0'0'13128,"1"-14"-12162,-1 9-869,1 1-37,-1 0 0,1 0 0,-1 0 0,-1-1 0,1 1 0,0 0-1,-1 0 1,-1-5 0,1 8-47,1 1-1,0-1 1,-1 0-1,1 0 1,-1 0-1,1 1 1,-1-1 0,1 0-1,-1 1 1,0-1-1,1 1 1,-1-1-1,0 0 1,0 1-1,1-1 1,-1 1 0,0 0-1,0-1 1,0 1-1,0-1 1,-1 1 8,-1 0 1,1 0-1,0 0 1,0 0-1,0 0 1,0 0-1,0 1 0,0-1 1,0 1-1,0-1 1,0 1-1,-3 2 1,-16 7 173,0 2 1,-31 24-1,8-5 139,-18 10 469,-60 53 0,103-77-667,0 1 0,1 0 0,1 2 0,1 0 0,1 0 0,-24 42 0,33-47-112,0 1 1,1-1-1,0 1 1,2 0-1,0 0 1,0 0-1,2 1 0,0-1 1,1 0-1,0 1 1,6 31-1,-5-43-75,0-1-1,0 0 0,0 1 1,1-1-1,0 0 1,0 0-1,0 0 0,0-1 1,1 1-1,-1 0 1,1-1-1,0 0 0,0 1 1,6 3-1,-3-2-193,1-1 0,-1 0 0,1 0 0,0 0 0,1-1 0,-1 0-1,13 3 1,6-1-1083,1-1 0,0-1-1,46-1 1,-29-2-4691</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1.827"/>
    </inkml:context>
    <inkml:brush xml:id="br0">
      <inkml:brushProperty name="width" value="0.025" units="cm"/>
      <inkml:brushProperty name="height" value="0.025" units="cm"/>
    </inkml:brush>
  </inkml:definitions>
  <inkml:trace contextRef="#ctx0" brushRef="#br0">1 0 5657,'0'0'12968,"16"6"-11754,52 25-93,-61-27-973,0 0-1,0 1 0,-1 0 0,1 0 0,-1 1 0,-1-1 0,1 2 0,-1-1 0,0 0 0,6 12 0,2 1 96,11 17 102,-18-26-318,-1-1 0,2 0-1,-1 0 1,1-1 0,15 14-1,-21-21-32,1 0 0,-1 0 0,1-1 0,-1 1 0,1 0 0,-1-1 0,1 1 0,-1 0 0,1-1 0,0 0 0,0 0 0,-1 1 0,1-1 0,0 0 0,-1 0 0,1 0 0,0-1 0,-1 1 0,1 0 0,0-1 0,-1 1 0,1-1 0,0 1 0,-1-1 0,1 0 0,-1 0 0,1 0 0,-1 1 0,1-1 0,-1-1 0,2-1 0,5-4-60,0-1-1,0-1 0,11-16 1,-7 10 42,13-16 24,1 1 0,2 1 1,32-25-1,-59 53 29,-1 0 1,1 0 0,0 1-1,0-1 1,1 0-1,-1 0 1,0 1-1,0-1 1,0 0-1,0 1 1,0-1-1,1 1 1,-1 0-1,0-1 1,1 1 0,-1 0-1,0 0 1,0 0-1,1 0 1,-1 0-1,0 0 1,1 0-1,-1 0 1,0 1-1,1-1 1,-1 0 0,0 1-1,0-1 1,0 1-1,1-1 1,-1 1-1,0 0 1,0-1-1,0 1 1,0 0-1,0 0 1,0 0-1,0 0 1,0 0 0,0 0-1,-1 0 1,1 0-1,0 0 1,0 2-1,4 6 166,-1 1 0,0-1-1,0 1 1,3 18 0,-1-6-187,-2-11-303,-1 1 0,0 0 0,-1 0 0,1 17 0,-2 22-4531,-1-46 4188,0 29-5200</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2.345"/>
    </inkml:context>
    <inkml:brush xml:id="br0">
      <inkml:brushProperty name="width" value="0.025" units="cm"/>
      <inkml:brushProperty name="height" value="0.025" units="cm"/>
    </inkml:brush>
  </inkml:definitions>
  <inkml:trace contextRef="#ctx0" brushRef="#br0">1 6 3201,'0'0'11782,"5"-1"-10899,3-1-550,0 1 1,0 0-1,0 1 1,0 0-1,-1 0 0,1 0 1,0 1-1,0 1 1,12 2-1,66 47 1851,-22-12-990,-26-18-684,-1 2-1,-1 1 0,57 51 1,-83-65-455,0 0 1,0 0-1,-1 1 1,0 1-1,-1-1 1,0 1-1,-1 0 1,0 1-1,-1 0 1,-1 0 0,0 0-1,0 1 1,-2 0-1,0-1 1,2 20-1,-3-15 45,-2 1 0,-3 33 0,2-46-80,0 0 1,-1 0-1,1 0 1,-1 0-1,0 0 1,-1-1-1,0 1 0,0-1 1,0 0-1,0 1 1,-1-2-1,-4 6 1,-12 9-22,-2-1 0,1-2 0,-2 0 0,0-1 0,-1-1-1,-30 12 1,46-22-41,6-3-53,0 0 1,0 1-1,0-1 0,0 0 0,0 1 0,1-1 1,-1 0-1,1 1 0,-1 0 0,1-1 0,-3 4 1,4-3-1435,16-2-14848</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2.780"/>
    </inkml:context>
    <inkml:brush xml:id="br0">
      <inkml:brushProperty name="width" value="0.025" units="cm"/>
      <inkml:brushProperty name="height" value="0.025" units="cm"/>
    </inkml:brush>
  </inkml:definitions>
  <inkml:trace contextRef="#ctx0" brushRef="#br0">0 70 6585,'3'0'15502,"23"0"-14924,-10 0-362,22 1-71,1-2 0,-1-1 1,0-2-1,47-11 1,-23-5-271,-29 10-1068,36-8 0,-89 17-6196,14 1 6105,-35 0-4603</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3.551"/>
    </inkml:context>
    <inkml:brush xml:id="br0">
      <inkml:brushProperty name="width" value="0.025" units="cm"/>
      <inkml:brushProperty name="height" value="0.025" units="cm"/>
    </inkml:brush>
  </inkml:definitions>
  <inkml:trace contextRef="#ctx0" brushRef="#br0">1 7 3913,'0'0'16123,"118"0"-15299,-65 0-167,1 0-289,-6 0-216,-11 0-88,-5 0-64,-10 0-8,-6 0-200,5 0-649,-5 0-2967,11-7-5130</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4.133"/>
    </inkml:context>
    <inkml:brush xml:id="br0">
      <inkml:brushProperty name="width" value="0.025" units="cm"/>
      <inkml:brushProperty name="height" value="0.025" units="cm"/>
    </inkml:brush>
  </inkml:definitions>
  <inkml:trace contextRef="#ctx0" brushRef="#br0">638 69 6489,'0'0'15074,"-52"13"-14005,-169 45-61,207-53-884,1 0 0,0 0 0,0 1 0,0 1 0,-19 13 0,23-13-1,1 1 1,0 0-1,1 0 0,-10 13 0,-1 2 94,-5 5-144,2 0-1,0 1 1,2 1-1,2 1 1,1 0-1,1 2 1,1-1-1,2 2 1,2 0-1,1 0 1,1 1-1,2 0 1,2 0-1,1 0 1,2 1-1,5 61 1,-4-90-94,1 1 0,1-1 1,-1 1-1,1-1 0,1 1 1,-1-1-1,1 0 1,1 0-1,-1 0 0,1-1 1,0 1-1,0-1 0,1 0 1,0 0-1,0 0 0,1-1 1,-1 0-1,1 0 0,0 0 1,1-1-1,-1 0 0,1 0 1,9 4-1,3-1-130,0-1-1,0 0 1,1-2-1,0 0 1,0-1 0,0-1-1,32-1 1,-37-2 2,0 0 0,0-1 0,0-1 1,-1 0-1,1-1 0,-1 0 0,0-1 1,0-1-1,-1 0 0,0-1 1,0-1-1,0 0 0,11-10 0,0-2-174,0-1 0,-2-1 0,-1-1 0,0 0 0,20-34 0,-27 36 217,-1-1 0,-1-1-1,-2 1 1,0-2 0,-1 1 0,-1-1 0,4-28 0,-5 13 126,-2 0-1,-1 0 0,-4-72 1,-2 93 68,0 0-1,-1 1 1,-1 0-1,-1 0 1,0 0 0,-1 0-1,-1 1 1,0 0 0,-1 0-1,-1 1 1,-1 0-1,0 1 1,-1 0 0,0 0-1,-1 1 1,-1 1-1,0 0 1,0 0 0,-1 2-1,-1-1 1,0 2 0,0 0-1,-1 1 1,0 1-1,0 0 1,-1 1 0,1 1-1,-2 0 1,-23-3-1,6 5 93,1 1-1,-1 1 1,-57 7-1,87-5-178,1-1 1,-1 1-1,1 0 1,0 1-1,-1-1 1,1 1-1,0 0 1,0 0-1,0 0 1,0 0-1,1 1 1,-1-1-1,1 1 1,-1 0-1,1 0 1,0 1-1,0-1 1,0 1-1,1-1 0,-5 8 1,3-2-325,1 1 1,0-1 0,1 0-1,0 1 1,0-1-1,1 1 1,1-1-1,0 15 1,-1-18-396,1 1 1,1-1 0,-1 0 0,1 1-1,2 6 1,-1-9-297,0 0 1,0 0-1,0 0 0,1 0 0,0 0 1,5 6-1</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4.492"/>
    </inkml:context>
    <inkml:brush xml:id="br0">
      <inkml:brushProperty name="width" value="0.025" units="cm"/>
      <inkml:brushProperty name="height" value="0.025" units="cm"/>
    </inkml:brush>
  </inkml:definitions>
  <inkml:trace contextRef="#ctx0" brushRef="#br0">820 1 8666,'0'0'14335,"-50"10"-13388,-165 40-102,196-44-728,1 0 0,1 2 0,-1-1 0,1 2 1,0 1-1,1 0 0,0 1 0,1 0 0,0 1 0,-22 25 0,16-17-23,-14 14-8,2 2 0,1 1 0,2 2 0,2 1 0,-44 82 0,55-87-85,2 0 0,1 0 0,2 2 0,2-1 0,1 2 0,2-1 0,1 1 0,0 42 0,5-53-10,0-1-95,0 0-1,2 1 1,1-1-1,9 45 1,-9-63-7,0 0-1,1 0 1,0-1 0,1 0-1,0 1 1,0-1-1,0-1 1,1 1 0,0-1-1,0 1 1,0-1 0,1-1-1,0 1 1,0-1 0,1 0-1,-1-1 1,1 1 0,0-1-1,1-1 1,8 4-1,13 2-1001,0-2-1,0-1 1,1-2-1,0 0 1,46-2-1,23-1-4785</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4.980"/>
    </inkml:context>
    <inkml:brush xml:id="br0">
      <inkml:brushProperty name="width" value="0.025" units="cm"/>
      <inkml:brushProperty name="height" value="0.025" units="cm"/>
    </inkml:brush>
  </inkml:definitions>
  <inkml:trace contextRef="#ctx0" brushRef="#br0">1 40 9298,'0'0'12599,"29"20"-11759,92 68-189,-116-85-600,0 1 1,0-1-1,-1 1 0,1 0 1,-1 0-1,0 1 1,0-1-1,-1 1 1,0 0-1,1 0 1,-1 0-1,-1 1 0,4 7 1,1 4 88,-4-11-107,0 0 0,0 0 1,-1 1-1,1-1 0,-1 1 0,-1 0 0,1 0 1,-1-1-1,-1 1 0,1 9 0,-18-17-93,16 0 21,-1 0-1,1-1 0,0 1 1,0 0-1,0 0 0,-1 0 0,1-1 1,0 1-1,1-1 0,-1 1 1,0-1-1,0 1 0,1-1 1,-1 1-1,1-1 0,-1 0 1,1 1-1,0-1 0,-1 0 1,1 1-1,0-1 0,0-2 1,1-51-901,0 35 680,0 12 217,-1 1 0,2 0 0,-1 0-1,1 1 1,0-1 0,0 0 0,1 1 0,0-1 0,0 1 0,1 0 0,0 0 0,0 0 0,0 0 0,8-8 0,6-4-8,0 1 1,37-26-1,-52 40 76,0 1 0,1 0 0,-1 0-1,1 0 1,-1 1 0,1-1 0,0 1-1,-1 0 1,1 0 0,0 0 0,0 0-1,0 1 1,0 0 0,0 0 0,5 0-1,-8 0 1,-1 0-1,1 0 1,0 0 0,-1 0-1,1 1 1,-1-1-1,1 0 1,-1 0-1,1 0 1,0 1 0,-1-1-1,1 0 1,-1 1-1,1-1 1,-1 0-1,1 1 1,-1-1-1,0 1 1,1-1 0,-1 1-1,0-1 1,1 1-1,-1-1 1,0 1-1,1-1 1,-1 1-1,0-1 1,0 1 0,0-1-1,1 2 1,1 20 305,-2-16-163,2 185 2225,-3-102-2430,6-77-4860,-4-7-1413</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5.437"/>
    </inkml:context>
    <inkml:brush xml:id="br0">
      <inkml:brushProperty name="width" value="0.025" units="cm"/>
      <inkml:brushProperty name="height" value="0.025" units="cm"/>
    </inkml:brush>
  </inkml:definitions>
  <inkml:trace contextRef="#ctx0" brushRef="#br0">1 0 8650,'0'0'12544,"3"0"-11872,2 1-598,1 0 0,-1 1 0,0-1 0,0 1 0,-1 0 0,1 0 0,0 0 1,-1 1-1,5 3 0,32 14 21,-3-10-94,-29-8 7,1 1-1,-1-1 1,1 1 0,-1 1-1,16 8 1,-22-10-19,-1 0 0,1 0 1,-1 0-1,1 1 0,-1-1 0,0 1 0,0-1 0,0 1 0,0 0 1,-1 0-1,1 0 0,-1 0 0,0 0 0,1 0 0,-1 0 0,-1 0 1,1 0-1,0 0 0,-1 1 0,0-1 0,1 0 0,-2 4 0,2-1 22,-1 0-1,0 0 0,0 0 0,-1 0 0,0 0 0,0-1 1,0 1-1,-1 0 0,1-1 0,-1 1 0,-1-1 0,1 1 0,-1-1 1,0 0-1,0 0 0,-1 0 0,-7 8 0,7-9-9,0 0-1,0 1 1,0-1-1,1 1 0,0 0 1,0 0-1,0 0 1,0 0-1,1 1 1,0-1-1,0 1 1,1-1-1,-1 1 0,1 0 1,0-1-1,1 1 1,-1 8-1,1-14-5,1 1-1,-1 0 1,0 0-1,0 0 1,1-1-1,-1 1 1,1 0-1,-1 0 1,0-1-1,1 1 1,-1 0-1,1-1 1,0 1-1,-1-1 0,1 1 1,0 0-1,-1-1 1,1 0-1,0 1 1,-1-1-1,1 1 1,0-1-1,0 0 1,0 1-1,-1-1 1,1 0-1,0 0 1,0 0-1,0 0 1,0 0-1,1 0 1,32 1-462,-26-1 217,25 0-2091,0 0-2872</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5.804"/>
    </inkml:context>
    <inkml:brush xml:id="br0">
      <inkml:brushProperty name="width" value="0.025" units="cm"/>
      <inkml:brushProperty name="height" value="0.025" units="cm"/>
    </inkml:brush>
  </inkml:definitions>
  <inkml:trace contextRef="#ctx0" brushRef="#br0">1 0 9722,'0'0'12651,"52"26"-11744,165 93-165,-210-115-699,0 0 0,-1 1 0,1 0 0,-1 0-1,0 1 1,-1 0 0,1 0 0,-1 0-1,0 1 1,-1 0 0,1 0 0,-1 0-1,-1 0 1,4 10 0,16 46 172,-3 1 1,-3 0-1,-3 1 1,-3 1-1,-2 0 1,-1 119-1,-7-134-235,-3 66-5,0-104 25,0 0-1,0-1 1,-2 1 0,1-1-1,-1 1 1,-12 22-1,10-23-75,0-1-1,-1 0 1,0 0 0,-1 0-1,0-1 1,-1 0 0,0-1-1,0 0 1,-1 0 0,0-1-1,-1 0 1,0-1-1,0 0 1,-22 9 0,4-6-1308,-45 10 0,-1-7-3625,-2-6-4871</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8.560"/>
    </inkml:context>
    <inkml:brush xml:id="br0">
      <inkml:brushProperty name="width" value="0.025" units="cm"/>
      <inkml:brushProperty name="height" value="0.025" units="cm"/>
    </inkml:brush>
  </inkml:definitions>
  <inkml:trace contextRef="#ctx0" brushRef="#br0">1 166 1144,'0'0'20239,"1"-25"-20059,0 22-180,0 0-1,0 0 1,0 0-1,1 0 1,-1 1-1,1-1 1,0 0-1,-1 1 1,1-1-1,1 1 1,-1 0-1,0-1 1,1 1-1,-1 0 1,1 0 0,-1 1-1,1-1 1,3-1-1,5-2-17,1 1 0,-1 0 0,17-3 0,-13 3 22,44-9-3,0 3 0,0 2 0,0 3 0,62 3 0,-118 2-1,-1 0-1,1 1 0,-1 0 1,1 0-1,0 0 1,-1 0-1,1 0 0,-1 0 1,0 1-1,1-1 1,-1 1-1,0-1 0,0 1 1,0 0-1,0 0 0,0 0 1,-1 0-1,1 0 1,0 1-1,0 1 0,7 11 17,0 0 0,6 18 0,-4-11 31,-8-17-37,0 0 0,0-1 0,0 1 0,1-1 0,0 0 0,0 0 0,0 0 0,0-1 0,0 1 0,1-1 0,0 0 0,0 0 0,-1-1 0,2 0 0,-1 0 0,0 0 0,0 0 0,1-1 0,-1 1 0,7-1 0,5 1 69,0-1 0,0 0 0,1-1 0,-1-1 0,25-5 0,-23 2-7,1-1 0,-1-1 1,0-1-1,29-14 0,72-48 97,16-7 201,-122 70-280,-9 3-26,0 1 0,-1 0-1,1 0 1,1 0 0,-1 0 0,0 1 0,0 0-1,7-1 1,-14 19-73,-2-12-119,-1 0 0,1 0 0,-1-1 0,0 0 1,0 0-1,0 0 0,-1-1 0,1 0 0,-7 3 0,-10 6-800,-101 59-4714,59-38 649</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9.192"/>
    </inkml:context>
    <inkml:brush xml:id="br0">
      <inkml:brushProperty name="width" value="0.025" units="cm"/>
      <inkml:brushProperty name="height" value="0.025" units="cm"/>
    </inkml:brush>
  </inkml:definitions>
  <inkml:trace contextRef="#ctx0" brushRef="#br0">0 252 5065,'0'0'10598,"16"-11"-7937,1-22-127,-16 29-2438,0 0 0,1 0 0,0 1 0,0-1-1,0 0 1,0 1 0,0 0 0,1-1 0,-1 1 0,1 0 0,0 0-1,0 0 1,0 1 0,1-1 0,-1 1 0,1 0 0,3-2-1,34-17-68,1 2 0,0 3 0,1 1 0,1 1 0,0 3-1,1 2 1,0 2 0,76-3 0,-115 10-12,0 0-1,0 0 1,-1 1 0,1 0-1,0 0 1,-1 0 0,7 2-1,-9-1-5,-1-1 0,1 1-1,0-1 1,-1 1 0,1 0 0,-1 0-1,0 0 1,0 1 0,0-1-1,0 0 1,0 1 0,0-1 0,0 1-1,1 3 1,2 7 44,0-1 0,0 1 0,-1 0 0,2 15 0,12 36 338,-16-62-368,-1-1 1,0 1-1,0-1 0,1 0 0,-1 1 0,1-1 1,-1 0-1,1 0 0,-1 0 0,1 0 1,0 0-1,0 0 0,-1 0 0,1 0 0,0-1 1,0 1-1,0-1 0,0 1 0,0-1 1,0 0-1,0 0 0,0 0 0,3 0 0,4 0 90,0-1 0,0 1 0,0-2 0,9-1 0,3-5-11,-2 0 0,1-1 0,-1 0 0,-1-2 0,34-25 0,5-3 66,77-52 928,-123 80-671,-12 6-617,-2 5 8,1 0 0,0 0 1,0 1-1,0-1 0,0 1 1,0-1-1,0 1 0,0 0 1,0-1-1,0 1 0,0 0 1,-2 2-1,-61 31-7934,38-18 370</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26.528"/>
    </inkml:context>
    <inkml:brush xml:id="br0">
      <inkml:brushProperty name="width" value="0.025" units="cm"/>
      <inkml:brushProperty name="height" value="0.025" units="cm"/>
    </inkml:brush>
  </inkml:definitions>
  <inkml:trace contextRef="#ctx0" brushRef="#br0">183 56 4385,'0'0'8543,"9"-9"-6977,31-27-197,-39 34-1317,9-7 2753,-10 12 630,-2 7-3821,-1 33 731,-2-1 1,-2 0 0,-2 0 0,-16 48-1,1-1-9,-16 71 366,-49 190 626,86-340-1279,0 11 455,18-28 135,-14 6-671,0 0-74,1-1 0,0 1 0,0-1 1,-1 0-1,1 0 0,-1 0 0,1 0 0,-1 0 1,0 0-1,0-1 0,0 1 0,0 0 1,0 0-1,0-1 0,-1 1 0,1-1 0,-1-2 1,-9 5-5819,-19 0 409,-4 0-3036</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29.565"/>
    </inkml:context>
    <inkml:brush xml:id="br0">
      <inkml:brushProperty name="width" value="0.025" units="cm"/>
      <inkml:brushProperty name="height" value="0.025" units="cm"/>
    </inkml:brush>
  </inkml:definitions>
  <inkml:trace contextRef="#ctx0" brushRef="#br0">310 97 3817,'0'0'11380,"16"-15"-10454,64-65 316,-79 79 293,-10 1-813,2 1-659,0 0 0,0 0 1,0 1-1,0 0 1,0 0-1,0 1 1,1 0-1,-1 0 1,-10 8-1,-63 46 250,45-30-139,8-9-132,1 2 0,1 1 1,-36 39-1,54-52-35,0 1-1,1 0 1,0 0 0,0 0-1,1 1 1,0-1 0,1 1-1,0 1 1,0-1 0,1 0 0,1 1-1,0 0 1,0-1 0,0 18-1,2-27-5,0 0 0,1 0 0,-1 0 0,0 0 0,0 0-1,0 0 1,1 0 0,-1 0 0,1-1 0,-1 1-1,0 0 1,1 0 0,0 0 0,-1-1 0,1 1-1,-1 0 1,1-1 0,0 1 0,-1 0 0,1-1-1,0 1 1,0-1 0,0 1 0,-1-1 0,1 0-1,0 1 1,0-1 0,0 0 0,0 1 0,0-1-1,0 0 1,0 0 0,1 0 0,40 0 67,-24-1-25,5 0-26,1 0 0,-1-2 0,-1-1 0,1-1 0,-1-1 0,1 0 0,-2-2 0,1-1 0,-1 0 0,0-2 1,-1 0-1,22-17 0,-22 14-12,0 0-1,-1-2 1,19-20 0,-33 31 20,0 0 0,-1-1 0,0 0 0,1 0 0,-2 0 1,1-1-1,-1 1 0,0-1 0,0 1 0,-1-1 0,0 0 0,0 0 0,-1-1 0,1 1 0,-1-8 0,-1 9-6,0 1 0,0 0 0,-1 0 1,1 0-1,-1 0 0,0 0 0,-1 0 1,1 0-1,-1 0 0,0 0 0,-5-8 1,5 10-30,-1 1 0,1-1 1,-1 1-1,1-1 0,-1 1 0,0 0 1,0 0-1,0 0 0,0 0 1,0 1-1,0-1 0,-1 1 1,1 0-1,0 0 0,-1 0 0,1 1 1,-1-1-1,-5 0 0,3 1-23,-66-3-521,68 4 506,0-1-1,0 0 1,0 1 0,0 0 0,0 0-1,0 0 1,0 1 0,0-1 0,0 1 0,0 0-1,1 0 1,-1 0 0,1 0 0,-4 4-1,2-1-79,0 0-1,0 0 0,1 1 0,-1-1 0,2 1 0,-1 0 0,0 0 1,-2 7-1,5-7-828,-1 0 0,1 0 1,-1 0-1,2 0 0,-1 0 1,1 7-1,1-2-2522,8-5-2009</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0.052"/>
    </inkml:context>
    <inkml:brush xml:id="br0">
      <inkml:brushProperty name="width" value="0.025" units="cm"/>
      <inkml:brushProperty name="height" value="0.025" units="cm"/>
    </inkml:brush>
  </inkml:definitions>
  <inkml:trace contextRef="#ctx0" brushRef="#br0">332 56 4561,'0'0'12843,"-35"13"-12621,-112 43-47,138-52-149,0 0-1,0 1 0,1 0 1,-11 9-1,-2 12 78,12-13-62,1-2 16,1 0 0,0 1 0,1 0 0,0 0 0,1 0 0,0 1 1,1 0-1,-5 26 0,4-2 65,2 73 0,3-109-123,0 1-2,0 0 1,0 0-1,0 0 0,0 0 0,1 0 0,-1-1 0,1 1 0,-1 0 0,1 0 0,0-1 0,0 1 0,0 0 1,0-1-1,0 1 0,0-1 0,0 1 0,0-1 0,0 1 0,1-1 0,-1 0 0,1 0 0,1 2 0,1-1-7,0 0 0,0-1-1,0 1 1,0-1 0,0 0-1,0 0 1,0 0 0,0 0-1,9-1 1,-5 0 25,1 0-1,-1 0 1,0-1 0,1-1-1,-1 1 1,0-1 0,0-1-1,0 1 1,0-2-1,12-5 1,-4-4 16,1 0 1,-2-1-1,0 0 1,-1-2-1,19-24 0,-11 8-8,-1 0 0,17-38 0,-28 52 5,-1 0 0,-1-1 0,-1 0 0,-1 0 0,0-1 0,-2 0 0,0 0 0,-1 0 0,0-26 0,-3 44-22,0 0-1,0 1 0,-1-1 0,1 0 0,-1 0 0,1 1 1,-1-1-1,1 0 0,-1 0 0,0 1 0,0-1 0,0 1 1,0-1-1,0 1 0,0-1 0,-1 1 0,1 0 0,0-1 1,-1 1-1,1 0 0,-1 0 0,1 0 0,-1 0 0,1 0 0,-1 1 1,0-1-1,0 0 0,1 1 0,-1-1 0,0 1 0,0-1 1,0 1-1,1 0 0,-3 0 0,-10-1 14,1 1 1,-1 0-1,-23 3 0,29-2 2,-10 3-97,1 0-1,0 1 1,0 1-1,0 0 1,0 1-1,1 1 1,1 1 0,-1 0-1,1 1 1,1 1-1,0 0 1,0 1-1,1 1 1,-16 19-1,29-32 11,0 0-1,-1 0 1,1 1-1,0-1 1,-1 0 0,1 1-1,0-1 1,-1 0-1,1 1 1,0-1-1,0 0 1,-1 1-1,1-1 1,0 0-1,0 1 1,0-1 0,-1 0-1,1 1 1,0-1-1,0 1 1,0-1-1,0 1 1,0-1-1,0 0 1,0 1 0,0-1-1,0 1 1,0-1-1,0 1 1,0-1-1,0 0 1,1 1-1,-1-1 1,0 1-1,0-1 1,0 0 0,0 1-1,1-1 1,-1 0-1,0 1 1,1-1-1,-1 0 1,0 1-1,0-1 1,1 0-1,-1 0 1,0 1 0,1-1-1,21 4-3058,-19-4 3049,29 1-4018</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0.533"/>
    </inkml:context>
    <inkml:brush xml:id="br0">
      <inkml:brushProperty name="width" value="0.025" units="cm"/>
      <inkml:brushProperty name="height" value="0.025" units="cm"/>
    </inkml:brush>
  </inkml:definitions>
  <inkml:trace contextRef="#ctx0" brushRef="#br0">349 146 8970,'0'0'12275,"-12"-1"-11625,5 1-596,1 0 0,-1 0 0,1 0-1,-1 1 1,0 0 0,1 0 0,-1 1-1,1 0 1,0 0 0,0 0 0,-1 1 0,1 0-1,1 0 1,-1 0 0,0 1 0,1 0-1,0 0 1,-6 6 0,0 1-10,0 1 0,1 0 1,0 0-1,1 1 0,1 0 1,0 0-1,1 1 0,0 0 0,-6 19 1,6-12-93,1 0 1,1 1 0,1 0-1,1 0 1,-1 40 0,4-62 44,0 0 0,0 0 0,0 0 0,0 0 0,0 0 0,0 0 0,0 0 0,0 1 0,0-1 0,0 0 0,0 0 0,0 0 1,0 0-1,0 0 0,0 0 0,0 1 0,0-1 0,0 0 0,0 0 0,0 0 0,1 0 0,-1 0 0,0 0 0,0 0 0,0 0 0,0 0 0,0 1 1,0-1-1,0 0 0,0 0 0,1 0 0,-1 0 0,0 0 0,0 0 0,0 0 0,0 0 0,0 0 0,0 0 0,0 0 0,1 0 0,-1 0 1,0 0-1,0 0 0,0 0 0,0 0 0,0 0 0,0 0 0,1 0 0,-1 0 0,0 0 0,0 0 0,0 0 0,0 0 0,0 0 0,0-1 1,7 2-15,0-1 0,-1 0 0,1 0 0,-1-1 0,1 0 0,0 0 0,-1 0 0,0-1 0,1 0 0,-1 0 0,0-1 0,0 0 0,0 0 0,0 0 0,-1-1 0,0 0 0,10-8 0,7-8 22,0-1 1,-1-2-1,-1 0 0,-1-1 0,-2-1 0,0-1 1,-2 0-1,0-1 0,-2-1 0,11-33 1,-21 52 18,0-1 0,-1 0 0,0 0 0,0 0 0,-1 0 0,0 0 0,-1 0 1,0 0-1,-4-19 0,4 27-20,-1 0 0,0-1-1,0 1 1,0 0 0,0 1 0,0-1 0,-1 0-1,1 0 1,-1 0 0,1 1 0,-1-1 0,1 1 0,-1-1-1,0 1 1,0 0 0,0-1 0,0 1 0,0 0 0,0 0-1,0 1 1,0-1 0,0 0 0,-4 0 0,-5-1-17,0 0 0,-1 0 0,-14 0 0,26 2 13,-10 0-13,-23-2-28,-50 5 1,73-2 17,0 0 0,1 1 0,-1 0 0,0 1 0,1 0 1,0 0-1,-1 1 0,1 1 0,-12 7 0,7-2-177,0 0 0,-22 22 0,33-29 4,0 0 1,0 1-1,0-1 0,0 1 0,1 0 0,-1 0 1,1 0-1,0 0 0,1 0 0,-1 0 0,0 1 1,1-1-1,0 1 0,0-1 0,0 7 0,1-11 154,0 1 0,0-1-1,0 1 1,0-1 0,0 0-1,0 1 1,0-1 0,0 1-1,0-1 1,0 1 0,1-1-1,-1 0 1,0 1 0,0-1-1,0 1 1,0-1 0,1 0-1,-1 1 1,0-1 0,1 0-1,-1 1 1,0-1-1,0 0 1,1 0 0,-1 1-1,1-1 1,-1 0 0,0 0-1,1 1 1,-1-1 0,0 0-1,1 0 1,-1 0 0,1 0-1,0 0 1,17 4-896,1-1-1,-1-1 1,1-1 0,22-1-1,33 0-4524</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1.336"/>
    </inkml:context>
    <inkml:brush xml:id="br0">
      <inkml:brushProperty name="width" value="0.025" units="cm"/>
      <inkml:brushProperty name="height" value="0.025" units="cm"/>
    </inkml:brush>
  </inkml:definitions>
  <inkml:trace contextRef="#ctx0" brushRef="#br0">279 24 4961,'0'0'11405,"1"-3"-10725,-1 2-637,0 1 0,1-1 0,-1 1-1,0-1 1,0 1 0,1-1 0,-1 1 0,0-1-1,0 1 1,0-1 0,0 0 0,0 1-1,0-1 1,0 1 0,0-1 0,0 1 0,0-1-1,0 1 1,0-1 0,0 0 0,-1 1-1,1-1 1,0 1 0,0-1 0,-1 1 0,1-1-1,0 1 1,-1 0 0,1-1 0,0 1-1,-1-1 1,1 1 0,-1 0 0,1-1 0,0 1-1,-1 0 1,1-1 0,-1 1 0,1 0-1,-1 0 1,1-1 0,-1 1 0,1 0 0,-1 0-1,0 0 1,1 0 0,-1 0 0,1 0-1,-1 0 1,1 0 0,-1 0 0,1 0 0,-1 0-1,0 0 1,1 0 0,-1 0 0,1 0-1,-1 1 1,1-1 0,-1 0 0,1 0 0,-1 1-1,1-1 1,-1 1 0,-7 2-33,1 0 0,0 1 0,0 0 0,-7 5 1,-9 8 47,1 1 0,0 0 1,1 2-1,2 0 0,-21 27 1,32-36-52,0 0-1,0 1 1,1 0 0,1 1 0,0-1 0,1 1 0,0 0 0,1 0 0,0 1 0,1-1 0,0 1 0,0 23 0,4 37-49,-1-73 43,1 1-1,-1 0 0,1 0 1,-1 0-1,1-1 1,0 1-1,0 0 0,0 0 1,0-1-1,0 1 1,0-1-1,0 1 0,1-1 1,-1 0-1,0 1 0,1-1 1,-1 0-1,1 0 1,0 0-1,-1 0 0,1 0 1,0 0-1,-1 0 1,1-1-1,0 1 0,0-1 1,0 1-1,3-1 0,6 2 31,1 0 0,0-1-1,18-1 1,-18-1 9,-1 2-24,1-2 0,-1 1 1,0-2-1,17-3 0,-23 3-10,1 0-1,0 0 1,0-1 0,-1 0-1,1 0 1,-1-1-1,0 1 1,0-1-1,6-7 1,13-12 3,-1-1 0,-2-1 0,22-32 0,-35 46-1,-2 0 0,1 0-1,-1-1 1,-1 1 0,0-1 0,-1 0 0,0-1 0,-1 1 0,-1-1 0,0 1 0,1-16 0,-2 10 51,-2-23 92,1 39-139,-1 1-1,1-1 1,-1 0 0,1 0-1,-1 0 1,0 0 0,0 0-1,0 1 1,0-1 0,0 0-1,0 1 1,0-1 0,0 1-1,-1-1 1,1 1 0,-1 0 0,1-1-1,-2 0 1,-5-2 4,1 1 0,-1 0 0,1 0 0,-1 0 0,0 1 0,0 1 0,0-1 0,-12 0 0,-72 1 37,52 2-43,23-1-14,0 1 0,-28 5 1,39-5-110,-1 1 1,1 0-1,0 0 1,0 0-1,0 1 1,0 0-1,0 0 0,0 0 1,-9 9-1,14-12-73,0 1-1,0 0 0,0 0 1,0 0-1,0 1 1,0-1-1,0 0 0,1 0 1,-1 0-1,0 1 1,1-1-1,-1 0 0,1 0 1,0 1-1,-1-1 1,1 0-1,0 1 0,0-1 1,0 1-1,0-1 0,0 0 1,0 1-1,0-1 1,0 1-1,0-1 0,1 0 1,-1 1-1,1-1 1,-1 0-1,1 0 0,-1 1 1,1-1-1,0 0 1,0 0-1,-1 0 0,1 0 1,0 1-1,0-1 0,0-1 1,0 1-1,2 2 1,30 14-5932</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1.801"/>
    </inkml:context>
    <inkml:brush xml:id="br0">
      <inkml:brushProperty name="width" value="0.025" units="cm"/>
      <inkml:brushProperty name="height" value="0.025" units="cm"/>
    </inkml:brush>
  </inkml:definitions>
  <inkml:trace contextRef="#ctx0" brushRef="#br0">323 156 1840,'0'0'14594,"-18"0"-13732,4-1-642,7 1-131,1-1-1,-1 1 1,1 0 0,-1 0 0,0 1-1,1 0 1,-1 0 0,1 1-1,-1-1 1,1 1 0,0 1 0,0-1-1,0 1 1,0 0 0,0 1-1,-5 4 1,-10 9 125,1 1 0,1 1 0,0 1 0,2 1 0,-17 25 0,27-37-205,2 0 0,-1 0 0,2 0 0,-1 1 0,1 0 0,0 0 0,1 0 0,1 0 0,-1 1 0,1-1 0,1 1 0,0 0 0,1-1-1,0 1 1,0 0 0,3 11 0,-3-21-10,1 1 0,-1-1 0,1 1 0,0-1 0,0 1 0,0-1 0,-1 0 0,1 1 0,0-1 0,0 0 0,1 0 0,-1 0 0,0 0 1,0 0-1,0 0 0,1 0 0,-1 0 0,1-1 0,-1 1 0,0 0 0,1-1 0,-1 1 0,1-1 0,0 1 0,-1-1 0,2 0 0,49 2 1,-35-3 12,13 2 23,-14 0-25,0-1 1,0-1-1,-1 0 0,25-5 0,-19-1-20,0-1 0,-1 0-1,0-2 1,0 0-1,-1-1 1,-1-1-1,0-1 1,0 0 0,20-22-1,-12 9 27,-1-2-1,-1-1 1,-1-1-1,32-55 1,-48 71 9,0 0-1,0-1 1,8-30 0,-13 38 35,-1 0 0,1 0 0,-1 0 0,-1-1 0,1 1 0,-1 0 0,-1 0 0,1-1 0,-1 1 0,-3-12 0,4 18-43,-1 0 0,0-1 0,1 1 0,-1 0 0,0 0 0,1 0 0,-1 0 0,0 0 1,0 0-1,0 0 0,0 0 0,0 0 0,0 1 0,0-1 0,0 0 0,-1 0 0,1 1 1,0-1-1,0 1 0,0-1 0,-3 1 0,-28-4 124,24 4-97,-20-2 58,0 2 1,-53 6-1,71-5-113,0 2-1,1-1 0,-1 1 0,1 1 0,0-1 0,0 2 1,0-1-1,0 1 0,1 0 0,0 1 0,-14 12 0,16-12-189,0 1 0,0 0 0,1 0 0,0 0 0,0 1-1,-5 10 1,8-15-26,1-1 0,0 1 0,0-1 0,0 1 0,0-1-1,0 1 1,1-1 0,-1 1 0,1 0 0,0-1 0,0 1 0,0 0 0,0-1 0,0 1-1,0 0 1,1-1 0,-1 1 0,1-1 0,0 1 0,-1 0 0,1-1 0,1 1 0,-1-1-1,0 0 1,1 1 0,2 3 0,0-3-360,-1-1 0,1 1 0,0-1 0,0 1 0,0-1 0,1 0 0,4 1 0,33 9-6287</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2.244"/>
    </inkml:context>
    <inkml:brush xml:id="br0">
      <inkml:brushProperty name="width" value="0.025" units="cm"/>
      <inkml:brushProperty name="height" value="0.025" units="cm"/>
    </inkml:brush>
  </inkml:definitions>
  <inkml:trace contextRef="#ctx0" brushRef="#br0">455 264 7346,'0'0'13393,"-24"5"-12731,-2-1-456,13-2-111,0 0 0,-1 1 0,1 0 0,1 1-1,-1 1 1,1 0 0,-1 0 0,1 1 0,-15 11-1,-13 11 327,-55 50-1,79-64-317,1 2 0,1-1-1,0 2 1,1 0-1,-20 35 1,30-45-97,-1 0 1,1 1-1,1-1 1,-1 1-1,1-1 1,0 1 0,1 0-1,0-1 1,0 17-1,1-23-6,0 0 0,0 0-1,0 1 1,1-1 0,-1 0-1,0 0 1,1 1 0,-1-1-1,1 0 1,-1 0 0,1 0-1,-1 0 1,1 0 0,0 0-1,0 0 1,-1 0 0,1 0 0,0 0-1,0 0 1,2 1 0,0 0-2,0 0 1,0 0-1,1-1 1,-1 0-1,0 0 1,1 0 0,6 1-1,8 0 6,0 0 0,27-3 0,-26 1 21,1-1-10,0 0 0,0-2 0,-1 0-1,1-1 1,-1-1 0,0-1 0,0-1 0,-1 0 0,0-1 0,0-1 0,0-1 0,-2-1 0,1 0 0,-1-1 0,19-19 0,-12 11-9,-1-2 1,0-1-1,24-34 1,-37 45 9,-1-1 0,0-1-1,-1 0 1,0 0 0,-2 0 0,1-1 0,-2 0 0,5-25 0,-5 18 56,-1 0 1,-1 0-1,-1-1 0,-1 1 1,-6-40-1,6 56-55,-1 1 1,-1-1 0,1 1-1,-1-1 1,0 1-1,0 0 1,-1 0-1,0 0 1,0 0-1,0 0 1,0 0 0,-1 1-1,1 0 1,-1-1-1,0 2 1,-1-1-1,1 0 1,-1 1-1,1 0 1,-1 0 0,0 0-1,0 0 1,0 1-1,-1 0 1,1 0-1,-1 0 1,-9-1-1,2 1-25,0 1-1,0 1 1,0-1-1,0 2 0,0 0 1,0 1-1,0 0 1,0 1-1,1 0 0,-1 1 1,1 0-1,0 1 0,0 1 1,0 0-1,1 0 1,0 1-1,-13 11 0,-2 3-710,2 1 0,1 2 0,1 0 0,1 1 0,-30 47 0,21-24-4755,21-14-3699</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0.404"/>
    </inkml:context>
    <inkml:brush xml:id="br0">
      <inkml:brushProperty name="width" value="0.025" units="cm"/>
      <inkml:brushProperty name="height" value="0.025" units="cm"/>
    </inkml:brush>
  </inkml:definitions>
  <inkml:trace contextRef="#ctx0" brushRef="#br0">182 125 12459,'0'0'7999,"2"-8"-6942,2-23 432,0-46 0,-3 69-1347,1 11 166,1 18-68,-3 82-129,-3 211-1,-2-224-77,-25 133-1,-45 99-756,18-113-2598,54-198 2622,-6 13-1121,-1-13-2443,4-10-948</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0.757"/>
    </inkml:context>
    <inkml:brush xml:id="br0">
      <inkml:brushProperty name="width" value="0.025" units="cm"/>
      <inkml:brushProperty name="height" value="0.025" units="cm"/>
    </inkml:brush>
  </inkml:definitions>
  <inkml:trace contextRef="#ctx0" brushRef="#br0">1 176 312,'0'0'12659,"299"-68"-11531,-202 39-520,-7 3-304,-9 0-216,-17 11-88,-16 3 0,-21 12-528,-33 22-10722</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1.105"/>
    </inkml:context>
    <inkml:brush xml:id="br0">
      <inkml:brushProperty name="width" value="0.025" units="cm"/>
      <inkml:brushProperty name="height" value="0.025" units="cm"/>
    </inkml:brush>
  </inkml:definitions>
  <inkml:trace contextRef="#ctx0" brushRef="#br0">0 155 10778,'0'0'12115,"300"-113"-11771,-236 91-248,-5 8-96,-11 9-280,0 5-1368,-11 0-2345,-5 0-2017</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1.443"/>
    </inkml:context>
    <inkml:brush xml:id="br0">
      <inkml:brushProperty name="width" value="0.025" units="cm"/>
      <inkml:brushProperty name="height" value="0.025" units="cm"/>
    </inkml:brush>
  </inkml:definitions>
  <inkml:trace contextRef="#ctx0" brushRef="#br0">96 150 10266,'0'0'10669,"-16"39"-10318,-48 118-200,61-150-141,0 0 1,0 0 0,1 1-1,0-1 1,-1 12 0,3-18-10,0 0-1,0-1 1,1 1 0,-1 0 0,0-1 0,0 1-1,1 0 1,-1-1 0,0 1 0,1-1 0,-1 1-1,1-1 1,-1 1 0,1 0 0,-1-1-1,1 0 1,-1 1 0,1-1 0,-1 1 0,1-1-1,-1 0 1,1 1 0,0-1 0,-1 0-1,1 1 1,0-1 0,-1 0 0,1 0 0,1 0-1,0 1 1,9 2-34,1 0 1,0-1-1,0 0 1,0-1-1,0-1 1,0 0 0,0 0-1,0-1 1,0-1-1,0 0 1,0 0-1,-1-1 1,1-1 0,-1 0-1,0-1 1,0 0-1,0 0 1,11-9-1,-2 0-313,-1-1 0,-1-1 0,20-21 0,-32 30 255,0 0-1,0 0 1,-1-1-1,0 1 0,-1-1 1,0 0-1,0 0 1,0-1-1,-1 1 0,0-1 1,2-14-1,-4 14 65,0-1 0,0 1 0,-1 0 0,-1 0 0,1 0 0,-4-15 0,3 19 42,-1 1 0,1 0 0,-1 0 0,0 0 1,0 1-1,0-1 0,0 0 0,-1 1 0,0-1 1,1 1-1,-1 0 0,0 0 0,-1 0 0,1 0 0,-6-3 1,2 1 34,-1 0 23,0-1 0,0 1 0,0 1 1,0 0-1,-1 0 0,1 0 0,-1 1 0,0 1 0,0-1 0,-17-1 0,25 4-313,3 18-1572,9 6-966,8-1-2371</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1.790"/>
    </inkml:context>
    <inkml:brush xml:id="br0">
      <inkml:brushProperty name="width" value="0.025" units="cm"/>
      <inkml:brushProperty name="height" value="0.025" units="cm"/>
    </inkml:brush>
  </inkml:definitions>
  <inkml:trace contextRef="#ctx0" brushRef="#br0">0 262 9218,'0'0'13496,"25"13"-12844,77 39-260,-97-50-329,0 1-1,0 1 1,0-1-1,0 1 1,6 6-1,-11-10-52,0 0 0,0 0 0,0 0 0,0 0 1,0 0-1,0 0 0,0-1 0,0 1 0,0 0 0,0 0 0,0 0 0,0 0 0,1 0 0,-1 0 1,0 0-1,0 0 0,0 0 0,0 0 0,0 0 0,0 0 0,0 0 0,0-1 0,0 1 0,0 0 0,0 0 1,1 0-1,-1 0 0,0 0 0,0 0 0,0 0 0,0 0 0,0 0 0,0 0 0,0 0 0,0 0 1,0 0-1,1 0 0,-1 0 0,0 0 0,0 0 0,0 0 0,0-6 18,-3-58-547,0 38 479,2-1 0,1 0 0,1 0-1,6-34 1,-6 54-284,1 0 0,0 0 0,0 1 0,1-1 0,0 1 1,0-1-1,1 1 0,7-11 0,-7 13-222,0 0 1,0 1 0,0-1 0,0 1 0,1 0-1,-1 0 1,1 0 0,0 0 0,-1 1-1,1 0 1,1 0 0,9-3 0,7 3-7796</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2.120"/>
    </inkml:context>
    <inkml:brush xml:id="br0">
      <inkml:brushProperty name="width" value="0.025" units="cm"/>
      <inkml:brushProperty name="height" value="0.025" units="cm"/>
    </inkml:brush>
  </inkml:definitions>
  <inkml:trace contextRef="#ctx0" brushRef="#br0">76 1 5473,'0'0'20781,"37"197"-20221,-37-137-352,0-12-184,0 0-24,0-12-488,0-2-1121,-37-12-903,-1-13-2033,1-9-2489</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2.423"/>
    </inkml:context>
    <inkml:brush xml:id="br0">
      <inkml:brushProperty name="width" value="0.025" units="cm"/>
      <inkml:brushProperty name="height" value="0.025" units="cm"/>
    </inkml:brush>
  </inkml:definitions>
  <inkml:trace contextRef="#ctx0" brushRef="#br0">1 15 10178,'0'0'12368,"43"-2"-11886,142-8-186,-47 8-158,-136 1-138,1 1 0,0 0 0,-1 0 0,1 0 0,-1 0 0,1 1 0,-1-1 0,1 1 0,-1-1 0,1 1-1,-1 0 1,1 0 0,-1 0 0,0 0 0,1 1 0,-1-1 0,0 0 0,0 1 0,0 0 0,0-1 0,0 1 0,2 4-1,-2-1-4,0 0 0,0 0 0,-1 0-1,1 1 1,-1-1 0,-1 1 0,1-1-1,-1 0 1,0 11 0,-1-9 8,1-1-1,-1 1 1,0 0 0,-1-1 0,0 1 0,0-1 0,0 0-1,-1 1 1,1-1 0,-2 0 0,1-1 0,-8 11 0,-5 3 17,0-1 0,-25 21 0,5-5 19,4-2-155,4-5 247,-42 51 0,65-71-273,-1 0 1,1 1-1,0 0 1,1 0-1,0 0 1,0 1-1,1-1 1,0 1-1,1 0 1,-1 0-1,2 0 1,-2 15-1,3-22-18,0 0-1,0 1 1,0-1 0,1 0 0,-1 1-1,1-1 1,0 0 0,-1 1-1,1-1 1,0 0 0,0 0-1,1 0 1,-1 0 0,0 0 0,1 0-1,-1 0 1,1 0 0,-1 0-1,1-1 1,0 1 0,0-1 0,0 1-1,3 1 1,4 1-345,-1 0 0,1-1-1,1 0 1,15 4 0,3 0-677,-26-6 1076,18 4-1104,-1 1 1,0 1-1,-1 1 0,30 17 0,-43-22 1112,0 1 0,0 0 1,-1 0-1,1 1 0,-1-1 0,0 1 1,0 0-1,4 6 0,-6-6 406,1 0 0,-1 0-1,0 1 1,0-1 0,0 0 0,-1 1 0,0 0 0,0-1 0,-1 1-1,1 7 1,-2-9-70,1 1-1,-1-1 1,0 0-1,-1 0 1,1 0-1,-1 0 1,1 0-1,-1 0 1,0 0-1,-1-1 1,1 1 0,-1-1-1,1 1 1,-1-1-1,0 0 1,0 0-1,-1 0 1,-5 4-1,-10 6 817,-2 0-1,-26 13 0,24-13-209,-156 76 2909,173-86-3683,5-2-63,-1-1-1,1 1 1,0-1-1,-1 1 1,1-1 0,0 1-1,-1-1 1,1 0-1,0 0 1,-1 0 0,1 0-1,-1 0 1,1 0-1,-2 0 1,1 0-555,16-3-3400,15-11-819,3-13-3054</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2.786"/>
    </inkml:context>
    <inkml:brush xml:id="br0">
      <inkml:brushProperty name="width" value="0.025" units="cm"/>
      <inkml:brushProperty name="height" value="0.025" units="cm"/>
    </inkml:brush>
  </inkml:definitions>
  <inkml:trace contextRef="#ctx0" brushRef="#br0">3 1 3809,'0'0'19159,"0"8"-18559,-1 8-408,0-5-158,1-1-1,-1 1 1,2 0-1,0-1 1,0 1-1,5 18 0,-5-28-115,0 1 0,0-1-1,0 1 1,1-1 0,-1 0-1,0 1 1,1-1-1,-1 0 1,1 0 0,-1 0-1,1 0 1,-1 0-1,1 0 1,0 0 0,-1-1-1,1 1 1,0-1-1,0 1 1,0-1 0,0 0-1,3 1 1,43-2-3349,-39 0 2582,-3 0 366,-1 0 0,0 0 0,0-1 0,0 1 0,-1-1 0,1 0 0,0-1 0,-1 1 0,1-1 0,-1 0 0,0 0 0,0 0 0,0-1-1,4-5 1,2-1 549,-1-1-1,0 0 0,-1-1 0,7-14 8145,-15 43-5571,0-9-2440,0-1-1,1 1 1,-1-1-1,1 1 1,1-1-1,0 0 1,3 12-1,-3-17-367,-1 1 1,0-1-1,1 1 0,0-1 0,0 1 0,0-1 0,0 0 0,0 0 1,0 0-1,0 0 0,0 0 0,1-1 0,-1 1 0,1-1 0,-1 1 0,1-1 1,0 0-1,0 0 0,-1 0 0,1-1 0,0 1 0,0-1 0,5 1 0,18 0-4849</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3.179"/>
    </inkml:context>
    <inkml:brush xml:id="br0">
      <inkml:brushProperty name="width" value="0.025" units="cm"/>
      <inkml:brushProperty name="height" value="0.025" units="cm"/>
    </inkml:brush>
  </inkml:definitions>
  <inkml:trace contextRef="#ctx0" brushRef="#br0">163 0 7706,'0'0'16270,"2"52"-14326,5 167-629,-5 12 310,-2-153-1332,0 16-1051,18-104-966,11-20 402,-19 19 489,1 0-1,22-17 0,-29 25 726,0 0-1,1 1 0,0-1 1,0 1-1,-1 0 1,1 0-1,1 1 0,-1-1 1,0 1-1,0 0 1,0 0-1,8 1 1,-11 0 151,1 0 0,-1 1 0,0-1 1,0 1-1,0-1 0,1 1 0,-1 0 1,0 0-1,0 0 0,0 0 0,0 0 0,0 1 1,-1-1-1,1 0 0,0 1 0,-1 0 1,1-1-1,-1 1 0,1 0 0,-1 0 1,0 0-1,1 0 0,-1 0 0,0 0 1,-1 0-1,1 0 0,1 3 0,-1 0 64,1 1-1,-1-1 0,0 0 1,0 1-1,-1-1 1,1 1-1,-1-1 0,-1 1 1,1-1-1,-1 1 0,-1 6 1,1-10-66,0 0 0,0 0 0,0-1 0,0 1 0,0 0 0,0 0 0,-1-1 0,1 1 0,0-1 1,-1 1-1,0-1 0,1 0 0,-1 1 0,0-1 0,1 0 0,-1 0 0,-4 1 0,-37 12 282,35-12-261,-46 11-364,-108 32 832,139-36-2872,0 0 1,-32 19 0</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3.679"/>
    </inkml:context>
    <inkml:brush xml:id="br0">
      <inkml:brushProperty name="width" value="0.025" units="cm"/>
      <inkml:brushProperty name="height" value="0.025" units="cm"/>
    </inkml:brush>
  </inkml:definitions>
  <inkml:trace contextRef="#ctx0" brushRef="#br0">106 0 9826,'0'0'12395,"0"56"-10157,0 178-637,1-116-586,0-85-476,-5 53 0,1-68-447,-1 0 0,0-1 1,-7 18-1,4-13-57,6-22-101,1 0 0,0 1 1,0-1-1,0 0 0,0 1 1,0-1-1,0 0 0,0 0 0,0 1 1,0-1-1,0 0 0,0 1 1,0-1-1,0 0 0,1 1 0,-1-1 1,0 0-1,0 0 0,0 1 1,0-1-1,0 0 0,1 0 0,-1 1 1,0-1-1,0 0 0,0 0 1,1 0-1,-1 1 0,0-1 1,0 0-1,1 0 0,-1 0 0,0 0 1,0 0-1,1 1 0,-1-1 1,0 0-1,1 0 0,-1 0 0,20 1-1065,19-6-146,-38 5 1267,36-7-2153,1 3-1,54-1 1,-90 5 2172,-1 0 0,1 1 1,0-1-1,-1 0 1,1 1-1,-1-1 0,1 1 1,0-1-1,-1 1 1,0 0-1,1 0 1,-1 0-1,1 0 0,-1 0 1,0 0-1,0 0 1,1 0-1,-1 0 0,0 1 1,0-1-1,0 0 1,0 1-1,-1-1 0,1 1 1,0-1-1,-1 1 1,1-1-1,-1 1 0,1-1 1,-1 1-1,0 0 1,1-1-1,-1 1 0,0 0 1,0-1-1,0 1 1,-1 2-1,1 0 209,0 0-1,0 0 1,-1-1 0,0 1-1,1 0 1,-1 0-1,-1-1 1,1 1 0,0-1-1,-1 1 1,0-1-1,0 1 1,0-1 0,0 0-1,0 0 1,-4 3 0,-2 0 79,0-1 0,0 0 0,0 0 0,-1-1 0,0 0 0,0 0 1,0-1-1,-13 3 0,-9 0 562,-39 2 1,44-6-498,0 1 0,-39 10 0,63-12-1130,-5 1 1728</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4.026"/>
    </inkml:context>
    <inkml:brush xml:id="br0">
      <inkml:brushProperty name="width" value="0.025" units="cm"/>
      <inkml:brushProperty name="height" value="0.025" units="cm"/>
    </inkml:brush>
  </inkml:definitions>
  <inkml:trace contextRef="#ctx0" brushRef="#br0">123 0 2537,'0'0'22236,"-69"325"-20675,52-238-601,7-8-328,-1-4-296,0-6-152,6-9-136,5-11-48,0-18-304,0-5-368,0-16-704</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4.373"/>
    </inkml:context>
    <inkml:brush xml:id="br0">
      <inkml:brushProperty name="width" value="0.025" units="cm"/>
      <inkml:brushProperty name="height" value="0.025" units="cm"/>
    </inkml:brush>
  </inkml:definitions>
  <inkml:trace contextRef="#ctx0" brushRef="#br0">1 66 6209,'0'0'16967,"33"9"-16322,103 27-348,-122-31-309,0-2 0,1 1-1,-1-2 1,1 0-1,0-1 1,16 0 0,-10-1-403,-19-36 379,-3 32 36,0 0 0,0 1 0,0-1 0,0 1-1,-1-1 1,0 1 0,0 0 0,0 0 0,0 0 0,0 0 0,0 0 0,-1 0-1,1 0 1,-1 1 0,-4-4 0,-1-1 196,0 1 0,-1 0 1,0 0-1,-12-6 0,21 12-156,0 0 1,-1 0-1,1 0 0,0-1 0,0 1 1,0 0-1,0 0 0,-1 0 1,1 0-1,0 0 0,0 0 1,0 0-1,-1 0 0,1 0 1,0 0-1,0 0 0,0 0 1,-1 0-1,1 0 0,0 0 1,0 0-1,0 0 0,0 0 0,-1 0 1,1 0-1,0 1 0,0-1 1,0 0-1,-1 0 0,1 0 1,0 0-1,0 0 0,0 0 1,0 0-1,0 1 0,0-1 1,-1 0-1,1 0 0,0 0 1,0 0-1,0 1 0,0-1 0,0 0 1,0 0-1,0 0 0,0 1 1,0-1-1,-1 12 4,2-8 217,-3 33 325,1-21-463,0 0 1,2-1-1,-1 1 1,5 24-1,-4-38-136,0 0-1,-1 0 1,1 0-1,0 0 1,0-1-1,0 1 1,0 0-1,1-1 1,-1 1-1,0-1 1,1 1-1,-1-1 1,1 1-1,-1-1 1,1 0-1,0 0 1,-1 0-1,1 0 1,0 0-1,0 0 1,0 0-1,0-1 1,3 1-1,5 1-525,0 0-1,0-2 1,18 1-1,-17-2-432,41 1-4477</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5.349"/>
    </inkml:context>
    <inkml:brush xml:id="br0">
      <inkml:brushProperty name="width" value="0.025" units="cm"/>
      <inkml:brushProperty name="height" value="0.025" units="cm"/>
    </inkml:brush>
  </inkml:definitions>
  <inkml:trace contextRef="#ctx0" brushRef="#br0">564 1 4321,'0'0'10411,"-49"11"-8602,-156 41-498,183-46-1098,1 1 0,-24 12 0,3 10 112,27-18-258,6-4-56,1 0 0,0 1 0,0 0 1,0 0-1,1 1 0,0-1 0,1 2 0,0-1 1,0 1-1,1 0 0,0 0 0,1 1 0,0-1 1,1 1-1,0 0 0,0 0 0,1 0 1,1 0-1,0 0 0,0 0 0,2 13 0,-1-13-7,2 14 46,-1-24-43,-1 0-1,1 0 0,-1 0 0,1 0 0,0 0 0,0 0 0,-1 0 0,1 0 0,0-1 0,0 1 1,0 0-1,0-1 0,0 1 0,0-1 0,0 1 0,0-1 0,0 1 0,0-1 0,2 1 0,20 6 189,-14-5-154,0 0 0,0 1 1,0 1-1,-1 0 0,10 5 1,-16-8-36,1 1 0,-1 0 1,1 1-1,-1-1 1,0 0-1,0 0 0,0 1 1,0 0-1,0-1 0,-1 1 1,1 0-1,-1 0 0,0 0 1,0-1-1,0 1 0,0 1 1,0-1-1,-1 0 1,1 4-1,1 3 181,-1-1-1,0 1 1,-1-1-1,0 0 1,-1 1 0,0-1-1,0 1 1,-1-1-1,0 0 1,0 0 0,-1 0-1,0 0 1,-8 14-1,-7 2 147,-1-1 0,0 0 0,-2-2 0,-1 0 0,-46 34 0,59-45-717,15-7-892,26-6-1338,-23 2 2441,54-8-3731,10-10-1204</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5.916"/>
    </inkml:context>
    <inkml:brush xml:id="br0">
      <inkml:brushProperty name="width" value="0.025" units="cm"/>
      <inkml:brushProperty name="height" value="0.025" units="cm"/>
    </inkml:brush>
  </inkml:definitions>
  <inkml:trace contextRef="#ctx0" brushRef="#br0">285 121 1432,'0'0'21986,"-21"16"-20652,-129 96 474,136-103-1712,0 2 0,1 0 0,1 0 0,-13 15 0,21-21-128,0 0-1,0 1 1,1 0 0,0-1-1,0 1 1,0 0-1,1 0 1,0 1-1,0-1 1,1 0-1,-1 1 1,1-1 0,1 1-1,-1 6 1,1 2-169,0-12 44,-1 0-1,1 0 0,0 0 0,1 0 1,-1 0-1,0 0 0,1 0 0,0 0 1,1 6-1,-1-8 85,0 0 1,1 0 0,-1 0 0,0 0-1,1-1 1,-1 1 0,0 0-1,1 0 1,-1-1 0,1 1-1,-1-1 1,1 1 0,-1-1-1,1 0 1,-1 1 0,1-1 0,-1 0-1,1 0 1,0 0 0,-1 0-1,3-1 1,9 2-660,1-2 0,0 0 0,18-3 0,-27 3 510,0-1 0,1 0 1,-1 0-1,0-1 0,0 0 1,-1 1-1,1-1 0,0-1 1,-1 1-1,6-7 0,7-6-601,-2-1-1,0-1 1,-1-1-1,23-39 0,12-41 5252,-48 97-4306,1 0 0,0 0 0,-1 1 0,1-1-1,0 1 1,0 0 0,0-1 0,0 1 0,0 0 0,1 0 0,-1 0 0,0 0 0,0 1 0,1-1-1,4 0 1,38-6 188,-43 6-268,6 0-8,0 0 1,0 1 0,0 0-1,0 0 1,0 0-1,0 1 1,0 1 0,0-1-1,-1 1 1,13 4 0,-16-3-11,-1-1 0,1 0 0,0 1 0,-1 0 0,1 0 1,-1 0-1,0 0 0,0 1 0,0-1 0,0 1 0,-1-1 1,1 1-1,-1 0 0,0 0 0,0 0 0,-1 1 0,1-1 1,-1 0-1,2 8 0,0 10 306,0 0 0,-1 0 0,-3 38 0,1-21 1485,-6-72-1193,5-16-517,0 13 97,5-46 1,-3 71-163,1 0 0,0 0 0,1 0 1,0 1-1,1-1 0,0 1 0,0 0 1,10-15-1,0 6-33,1 0 0,32-31 1,-35 38-26,14-6-183,-11 15-2502,0 8-6086,-5 5-2748</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6.248"/>
    </inkml:context>
    <inkml:brush xml:id="br0">
      <inkml:brushProperty name="width" value="0.025" units="cm"/>
      <inkml:brushProperty name="height" value="0.025" units="cm"/>
    </inkml:brush>
  </inkml:definitions>
  <inkml:trace contextRef="#ctx0" brushRef="#br0">156 0 11026,'0'0'16843,"-7"59"-15434,-27 190-394,28-213-794,-1-1 0,-2 0 1,-14 35-1,7-25-51,4-11-454,1 1 0,2 0 1,2 1-1,1 0 0,-2 48 0,8-83 175,0-1 0,1 1 0,-1-1 0,0 1 0,1-1 1,-1 1-1,0-1 0,1 1 0,-1-1 0,0 1 0,1-1 0,-1 0 0,1 1 0,-1-1 0,1 0 0,-1 1 0,1-1 1,-1 0-1,1 0 0,0 0 0,-1 1 0,1-1 0,-1 0 0,1 0 0,-1 0 0,1 0 0,0 0 0,-1 0 1,1 0-1,-1 0 0,1 0 0,0 0 0,-1 0 0,1-1 0,-1 1 0,1 0 0,-1 0 0,1-1 0,0 1 1,27-11-3867,4-21-2416</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6.586"/>
    </inkml:context>
    <inkml:brush xml:id="br0">
      <inkml:brushProperty name="width" value="0.025" units="cm"/>
      <inkml:brushProperty name="height" value="0.025" units="cm"/>
    </inkml:brush>
  </inkml:definitions>
  <inkml:trace contextRef="#ctx0" brushRef="#br0">0 6 3241,'0'0'19012,"327"-5"-21445,-242 5-6617</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6.950"/>
    </inkml:context>
    <inkml:brush xml:id="br0">
      <inkml:brushProperty name="width" value="0.025" units="cm"/>
      <inkml:brushProperty name="height" value="0.025" units="cm"/>
    </inkml:brush>
  </inkml:definitions>
  <inkml:trace contextRef="#ctx0" brushRef="#br0">287 1 9538,'0'0'17520,"-23"0"-16617,-77 2-342,91-1-532,0 0 0,0 0 0,1 1 1,-1 0-1,1 1 0,-1 0 0,1 0 0,0 1 0,0 0 0,0 0 0,1 1 1,-1 0-1,1 0 0,0 1 0,1 0 0,-1 0 0,-6 9 0,11-13-70,1 0 0,-1 0 0,1-1 1,0 1-1,-1 0 0,1 0 0,0 0 0,0 0 0,0 1 0,1-1 0,-1 0 0,0 0 0,1 0 0,0 1 0,-1-1 1,1 0-1,0 1 0,0-1 0,0 0 0,0 0 0,1 1 0,-1-1 0,1 0 0,-1 0 0,1 1 0,0-1 0,0 0 1,0 0-1,0 0 0,0 0 0,0 0 0,1 0 0,-1-1 0,1 1 0,2 3 0,7 4-254,-1 0 0,1-1-1,1 0 1,23 12 0,-11-6-235,-14-8 276,0 0 1,-1 1-1,0 0 0,0 1 1,9 9-1,-15-12 186,1-1 1,-1 1-1,0-1 0,-1 1 0,1 0 0,-1 0 0,0 0 1,0 1-1,0-1 0,-1 0 0,0 1 0,1 10 1,-1-9 79,0 0 0,-1 0 0,-1 0 1,1 0-1,-1 0 0,-3 12 0,3-15 33,0-1 0,-1 0-1,1 0 1,-1 0 0,0 0 0,0 0-1,0 0 1,0-1 0,0 1 0,-1-1-1,1 1 1,-1-1 0,0 0 0,0 0-1,-5 3 1,-5 2 91,0-1 0,0 0 0,0-1 0,-1-1 0,0 0-1,0 0 1,0-2 0,-20 2 0,33-4-1166,18-20-5742,-10 13 4609,28-24-7915</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7.374"/>
    </inkml:context>
    <inkml:brush xml:id="br0">
      <inkml:brushProperty name="width" value="0.025" units="cm"/>
      <inkml:brushProperty name="height" value="0.025" units="cm"/>
    </inkml:brush>
  </inkml:definitions>
  <inkml:trace contextRef="#ctx0" brushRef="#br0">214 236 5657,'0'0'12843,"4"52"-9020,0 1-2945,10 275 3268,-23-114-1809,4-183-2232,0-1-1,-2 0 1,-1 0 0,-22 54 0,27-79-127,-3 11 27,-2 0 0,0 0 0,-15 19 0,21-31-89,0-1 0,-1 0 0,0 0 0,0 0 0,0 0 0,0 0 0,0-1 0,-1 0 0,1 1 0,-1-1 0,1 0 0,-1-1 0,0 1 0,0-1 0,0 0 0,0 1 0,0-2 0,0 1 0,-7 0 0,9-1-6,1 0 0,-1 0 0,1 0 0,-1 0-1,1 0 1,-1 0 0,1-1 0,-1 1 0,1-1 0,-1 1 0,1-1-1,-1 1 1,1-1 0,0 0 0,-1 0 0,1 1 0,-2-3 0,1 0-59,1 1 0,-1-1 0,1 1 0,-1-1 0,1 0 0,0 1 0,0-1 0,1 0 0,-1 0 0,0-4 0,-4-30-1154,3 0-1,1-38 1,2 45 592,-1-12-110,2 0 0,2 0-1,2 0 1,2 1 0,1 0-1,2 0 1,25-59 0,-8 39 196,2 0 1,3 2-1,59-80 0,-66 105 1125,1 1 0,2 2 0,1 1 0,1 1-1,1 2 1,60-38 0,-85 60 38,1 0 0,0 1 0,-1 1 0,1-1 0,0 1 1,0 0-1,1 1 0,-1 0 0,1 0 0,-1 1 0,11 0 0,-18 1-417,-1 0-1,1 1 0,0-1 0,-1 0 1,1 1-1,-1-1 0,1 1 0,-1-1 1,1 1-1,-1-1 0,0 1 0,1-1 1,-1 1-1,0 0 0,1-1 1,-1 1-1,0-1 0,1 1 0,-1 0 1,0-1-1,0 1 0,0 0 0,0-1 1,0 1-1,0 0 0,0-1 1,0 1-1,0 1 0,0 27 698,-1-21-356,1 3-281,-1-1 1,-1 0-1,0 0 0,0 0 1,-1 0-1,0 0 0,-1 0 1,0-1-1,-1 1 0,1-1 1,-2 0-1,1-1 0,-2 1 1,1-1-1,-1 0 1,0-1-1,-11 10 0,-14 9-295,-1 0 0,-2-3 0,-37 20-1,14-8-1496,53-32-847</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7.772"/>
    </inkml:context>
    <inkml:brush xml:id="br0">
      <inkml:brushProperty name="width" value="0.025" units="cm"/>
      <inkml:brushProperty name="height" value="0.025" units="cm"/>
    </inkml:brush>
  </inkml:definitions>
  <inkml:trace contextRef="#ctx0" brushRef="#br0">236 0 10362,'0'0'17672,"-11"2"-16413,-1 2-1218,0 0 1,1 1-1,-1 1 0,1-1 1,0 2-1,1 0 0,0 0 1,-15 14-1,13-11-46,0 1-1,1 1 1,0 0 0,1 1-1,1 0 1,-14 24 0,19-28-91,0 0 1,1 1-1,0-1 0,0 1 1,1 0-1,1 0 1,-1 0-1,1 18 0,2-28 73,-1 1-1,0 0 0,1-1 0,-1 1 1,1 0-1,-1-1 0,1 1 0,-1-1 0,1 1 1,-1-1-1,1 1 0,-1-1 0,1 1 1,-1-1-1,1 0 0,0 1 0,-1-1 0,1 0 1,0 0-1,0 1 0,-1-1 0,1 0 1,0 0-1,-1 0 0,1 0 0,0 0 0,0 0 1,-1 0-1,1 0 0,0 0 0,-1 0 1,1 0-1,0 0 0,0-1 0,0 0 0,7 1-145,2-1 8,-1 0 0,1-1 0,-1 0 0,1-1 0,-1 0 0,0-1 1,0 1-1,0-2 0,0 1 0,-1-1 0,13-10 0,14-12-546,39-39 1,-60 53 643,-13 12 70,7-6 119,0 0-1,-1 0 0,0 0 1,-1-1-1,1 0 1,-1-1-1,6-12 0,-11 21-79,-1 0-1,1-1 1,0 1-1,-1 0 1,1 0-1,-1 0 0,1 0 1,0-1-1,-1 1 1,1 0-1,0 0 0,-1 0 1,1 0-1,0 1 1,-1-1-1,1 0 1,0 0-1,-1 0 0,1 0 1,-1 1-1,1-1 1,0 0-1,-1 1 0,1-1 1,-1 0-1,1 1 1,-1-1-1,1 1 1,-1-1-1,1 0 0,-1 1 1,0 0-1,1-1 1,0 2-1,7 13-441,-7-12 242,0 0 1,0 0-1,1 0 0,0 0 0,-1-1 1,1 1-1,0 0 0,1-1 0,-1 1 1,5 3-1,-1-2-508,1-1 1,-1 0-1,1 0 1,12 3-1,18 2-4648,9-6-3518</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8.102"/>
    </inkml:context>
    <inkml:brush xml:id="br0">
      <inkml:brushProperty name="width" value="0.025" units="cm"/>
      <inkml:brushProperty name="height" value="0.025" units="cm"/>
    </inkml:brush>
  </inkml:definitions>
  <inkml:trace contextRef="#ctx0" brushRef="#br0">215 1 10402,'0'0'17828,"-182"55"-17540,166-23-168,5 6-120,6 3 0,5 2-40,0-4-344,0-8-456,26-5-632,44-26-1033,-11 0-1760,-6 0-1968</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8.444"/>
    </inkml:context>
    <inkml:brush xml:id="br0">
      <inkml:brushProperty name="width" value="0.025" units="cm"/>
      <inkml:brushProperty name="height" value="0.025" units="cm"/>
    </inkml:brush>
  </inkml:definitions>
  <inkml:trace contextRef="#ctx0" brushRef="#br0">1 10 2833,'143'90'6214,"-138"-87"-5853,25 14 5001,-26-19-3813,69 2 5641,98 0-6906,-170 0-545,-1-3-415,0 1 654,-1-1 0,1 0 1,-1 1-1,0-1 0,0 0 1,0 1-1,0-1 1,0 1-1,-1 0 0,1-1 1,-1 1-1,1 0 1,-1 0-1,0 0 0,0 0 1,0 0-1,0 0 1,-4-2-1,-48-29 343,37 24-51,15 8-210,-3-3 337,-1 1 0,0 0 0,0 0 1,0 0-1,0 1 0,0 0 1,0 0-1,-1 1 0,-8-2 0,15 8-202,-1 31-106,0-17-95,0-1 0,2 1-1,0-1 1,3 19 0,-3-32-85,0 0 0,1 0 0,-1 0 0,1 0 0,0-1 0,0 1-1,1-1 1,-1 1 0,1-1 0,0 0 0,0 0 0,1 0 0,-1 0 0,1-1 0,-1 0 0,1 1-1,0-1 1,1 0 0,-1-1 0,5 3 0,12 3-1005,1-2 1,0 0-1,1-2 0,-1 0 0,42 1 0,31-4-5110</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8.793"/>
    </inkml:context>
    <inkml:brush xml:id="br0">
      <inkml:brushProperty name="width" value="0.025" units="cm"/>
      <inkml:brushProperty name="height" value="0.025" units="cm"/>
    </inkml:brush>
  </inkml:definitions>
  <inkml:trace contextRef="#ctx0" brushRef="#br0">516 18 10850,'0'0'19268,"8"11"-18679,24 32-221,-24-32-70,-8-14-820,-1 0 159,1 0 1,-1-1-1,1 1 1,0 0-1,0 0 1,0 0 0,1-4-1,0-4-641,-1 10 830,0-1 0,0 1-1,0-1 1,0 1 0,0 0 0,-1-1 0,1 1-1,0-1 1,-1 1 0,1-1 0,-1 1-1,0 0 1,0-1 0,1 1 0,-1 0 0,0 0-1,0 0 1,0-1 0,0 1 0,0 0-1,0 0 1,0 0 0,-1 1 0,1-1 0,0 0-1,-1 0 1,1 1 0,0-1 0,-1 1-1,-2-2 1,-4 1-231,0 0-1,0 0 1,0 0-1,-15 2 0,7-1-39,1 1 388,-1 1-1,1 1 0,0 0 0,0 1 0,0 1 0,0 0 0,1 1 0,0 0 1,0 1-1,1 1 0,-18 12 0,-1 4 801,1 0 0,2 2 0,-35 39 0,49-49-178,1 1-1,1 0 0,1 1 0,-14 25 1,20-30-348,1-1 1,0 2-1,0-1 1,1 0 0,1 1-1,1 0 1,-2 21 0,3-19-85,-1 37 118,2-50-248,0 0 1,0 0-1,0 0 0,1 0 1,-1 0-1,1-1 1,0 1-1,0 0 1,0 0-1,0-1 0,1 1 1,-1-1-1,3 5 1,-1-5-23,0 0 1,0 0-1,0 0 1,1 0-1,-1-1 1,0 1-1,1-1 1,-1 0-1,1 0 1,-1 0-1,5 0 1,47 5-697,-39-5 434,6 0-381,-1 0 1,1-1-1,-1-1 0,1-1 1,35-8-1,-7-8-2127,-1-2 1,71-41-1,-87 43 861,76-37-5919</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9.121"/>
    </inkml:context>
    <inkml:brush xml:id="br0">
      <inkml:brushProperty name="width" value="0.025" units="cm"/>
      <inkml:brushProperty name="height" value="0.025" units="cm"/>
    </inkml:brush>
  </inkml:definitions>
  <inkml:trace contextRef="#ctx0" brushRef="#br0">0 0 800</inkml:trace>
  <inkml:trace contextRef="#ctx0" brushRef="#br0" timeOffset="1">0 0 800,'303'138'7310,"-246"-119"6755,-71-20-13768,7 1 776,-3 1-775,1 1 0,0-1-1,0 2 1,-1-1 0,1 1 0,1 0 0,-1 1-1,0 0 1,1 1 0,0 0 0,0 0 0,-9 8-1,-4 4-54,1 0 1,1 2-1,-23 27 0,32-32-218,0 0 0,1 0 1,0 1-1,1 0 0,-9 26 0,14-32-134,0 0-1,0 0 1,1 0-1,0 1 1,1-1-1,0 0 1,0 1-1,1 0 0,0-1 1,1 1-1,2 12 1,-2-21 50,0 1 0,-1-1 0,1 0 0,0 0 0,0 0 0,0 0 0,0 0 1,0 0-1,0 0 0,0 0 0,1 0 0,-1 0 0,0-1 0,0 1 0,1 0 0,-1-1 0,0 1 1,1-1-1,-1 1 0,0-1 0,1 0 0,-1 0 0,1 0 0,-1 1 0,0-1 0,1-1 0,-1 1 1,1 0-1,-1 0 0,3-1 0,4 1-228,-2 0 141,11 0-665,0-1 0,26-3 1,-36 2 529,0 1 1,-1-2 0,1 1-1,0-1 1,-1 0-1,0 0 1,0 0 0,0-1-1,7-5 1,10-12-1119,-1 0 0,-1-1 0,-1-1 0,-1 0 0,16-28 0,-6 10-1277,16-23-3056</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9.649"/>
    </inkml:context>
    <inkml:brush xml:id="br0">
      <inkml:brushProperty name="width" value="0.025" units="cm"/>
      <inkml:brushProperty name="height" value="0.025" units="cm"/>
    </inkml:brush>
  </inkml:definitions>
  <inkml:trace contextRef="#ctx0" brushRef="#br0">143 1 6009,'0'0'14997,"-24"35"-14664,-72 112-163,93-144-163,1 1 0,-1 0 0,1 0 0,0 0 0,0 1 0,0-1 0,0 0 0,1 1 0,0-1 0,-1 7 0,2-10-5,0 0 0,0-1-1,1 1 1,-1 0 0,0-1-1,1 1 1,-1-1 0,0 1 0,1 0-1,-1-1 1,1 1 0,-1-1-1,1 1 1,-1-1 0,1 1 0,-1-1-1,1 0 1,0 1 0,-1-1-1,1 0 1,-1 1 0,1-1 0,0 0-1,-1 0 1,1 1 0,0-1-1,0 0 1,0 0 0,7 2 11,4 3-20,0-2 1,0 0 0,0 0 0,1-1 0,17 1 0,70-3-521,-49-1-79,-3 0-89,0-2 0,52-9-1,-77 9 1391,0 1-1,23 1 0,-45 1-615,-1 0-1,1 0 1,-1 0-1,1 1 1,0-1-1,-1 0 1,1 0-1,-1 0 1,1 1-1,-1-1 1,1 0-1,-1 1 1,1-1-1,-1 0 1,0 1-1,1-1 1,-1 1-1,1-1 1,-1 1-1,0-1 1,1 0-1,-1 1 1,0 0-1,0-1 1,1 1-1,-1-1 1,0 1-1,0-1 1,0 1-1,0-1 1,0 1-1,0 0 1,0 0-1,0 25 702,0-17-278,0 12-202,-1 0 1,0 1 0,-7 29-1,8-51-369,0 1-1,0-1 1,0 0-1,-1 1 1,1-1-1,0 0 1,0 1-1,0-1 1,0 0-1,0 1 1,0-1 0,0 0-1,0 1 1,1-1-1,-1 0 1,0 1-1,0-1 1,0 0-1,0 1 1,0-1-1,0 0 1,1 1-1,-1-1 1,0 0-1,0 0 1,0 1-1,1-1 1,-1 0-1,0 0 1,0 1-1,1-1 1,-1 0-1,0 0 1,1 0-1,-1 1 1,16-1-661,17-11 175,42-37-201,-51 31 753,42-22 0,-44 27 211,-16 8 218,0 1-1,-1-1 0,1 2 1,1-1-1,-1 0 0,0 1 1,1 0-1,13-1 1809,-18 24-2620,41-21-2274,66 0 8192,-108 27-10340,-1-18-688</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0.408"/>
    </inkml:context>
    <inkml:brush xml:id="br0">
      <inkml:brushProperty name="width" value="0.025" units="cm"/>
      <inkml:brushProperty name="height" value="0.025" units="cm"/>
    </inkml:brush>
  </inkml:definitions>
  <inkml:trace contextRef="#ctx0" brushRef="#br0">221 359 224,'0'0'21131,"0"0"-21036,0 0 0,1 0-1,-1-1 1,0 1-1,1 0 1,-1 0 0,0 0-1,1 0 1,-1 0 0,1 0-1,-1 0 1,0 0 0,1 0-1,-1 0 1,0 0 0,1 0-1,-1 1 1,0-1-1,1 0 1,-1 0 0,0 0-1,1 0 1,-1 1 0,0-1-1,1 0 1,-1 0 0,0 0-1,1 1 1,-1-1 0,0 1-1,0 17 312,1 36 368,-3 1 0,-14 88-1,3-72-501,1-3-80,-4 1 0,-2-2 1,-29 72-1,45-133-182,-1 1 1,-1-1 0,1 1 0,-1-1 0,-8 10-1,10-14-6,0-1-1,0 1 0,0 0 1,0-1-1,0 1 0,-1-1 0,1 0 1,0 0-1,-1 0 0,1 0 1,-1 0-1,1-1 0,-1 1 1,0-1-1,1 1 0,-1-1 0,-3 0 1,4 0-7,1 0 1,0 0 0,1 0 0,-1 0-1,0-1 1,0 1 0,0 0-1,0-1 1,0 1 0,0-1-1,0 1 1,0-1 0,0 1 0,0-1-1,1 1 1,-1-1 0,0 0-1,1 1 1,-1-1 0,0 0 0,1 0-1,-1 0 1,1 1 0,-1-1-1,1 0 1,-1-2 0,-6-28-106,6 27 84,-2-28-199,3-49-1,0 35 62,2 17 25,0 0-1,2 0 1,1 0-1,1 1 1,2 0 0,1 1-1,12-29 1,8-6-939,69-110-1,43-23-1483,-112 161 1971,2 1 1,1 1-1,46-35 1,-21 30 303,-52 34 436,0 1-1,1 0 1,0 0-1,-1 1 1,1-1-1,0 1 1,0 0-1,11 0 1,-16 7 897,-1 0-866,0 0 1,0 0-1,-1-1 1,1 1-1,-2 0 0,1 0 1,-1-1-1,1 1 1,-1-1-1,-1 1 1,1-1-1,-1 0 0,0 0 1,0 0-1,-1 0 1,1-1-1,-1 1 1,-6 4-1,-27 23 443,0-2 0,-2-2-1,-59 32 1,96-59-986,-9 4 849,11-5-600,0 0 1,0 0-1,-1 0 1,1 0 0,0 0-1,0-1 1,-1 1-1,1 0 1,0 0-1,0 0 1,0 0-1,-1 0 1,1 0-1,0-1 1,0 1 0,0 0-1,0 0 1,-1 0-1,1 0 1,0-1-1,0 1 1,0 0-1,0 0 1,0 0-1,0-1 1,0 1 0,0 0-1,-1 0 1,1 0-1,0-1 1,0 1-1,0 0 1,0 0-1,0-1 1,0 1-1,0 0 1,0 0 0,0-1-1,1 1 1,-1 0-1,0 0 1,0 0-1,0-1 1,0 1-1,0 0 1,0 0-1,0 0 1,0-1-1,1 1 1,-1 0 0,0 0-1,0 0 1,0-1-1,9-26-6192</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0.749"/>
    </inkml:context>
    <inkml:brush xml:id="br0">
      <inkml:brushProperty name="width" value="0.025" units="cm"/>
      <inkml:brushProperty name="height" value="0.025" units="cm"/>
    </inkml:brush>
  </inkml:definitions>
  <inkml:trace contextRef="#ctx0" brushRef="#br0">465 0 4065,'0'0'19653,"-32"60"-16947,-104 193-924,87-160-620,-49 125 1,94-206-1121,-38 97 204,-29 67-684,71-174 217,-1 0 0,0 0-1,0 0 1,0 0 0,0 0-1,0-1 1,-1 1 0,1 0 0,0-1-1,-2 2 1,-11 1-9410,8-4 2437</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1.079"/>
    </inkml:context>
    <inkml:brush xml:id="br0">
      <inkml:brushProperty name="width" value="0.025" units="cm"/>
      <inkml:brushProperty name="height" value="0.025" units="cm"/>
    </inkml:brush>
  </inkml:definitions>
  <inkml:trace contextRef="#ctx0" brushRef="#br0">0 114 2761,'0'0'19834,"53"7"-18761,168 22-534,-184-24-377,0-2 0,50-3 0,-42-1-92,-24 2-73,-17-1 11,0 1 1,0-1-1,1 0 1,-1 0 0,0-1-1,0 1 1,0-1-1,7-2 1,-10 2-8,1 0 0,-1 0 0,0-1 0,1 1 0,-1 0 0,0-1 0,0 1 0,0 0 0,0-1 0,0 1 0,-1-1 0,1 0 0,0 1 0,-1-1 0,1 0 0,-1 1 0,1-1 0,-1 0 1,0 1-1,0-1 0,0 0 0,0 0 0,0 1 0,0-4 0,0-14-38,1 12 16,-1 0 0,0 0 0,0 1 0,-1-1 1,0 1-1,-3-11 0,4 15 20,-1 0 0,0 0 1,-1 0-1,1 0 0,0 0 1,0 1-1,-1-1 0,1 0 1,-1 1-1,0-1 0,1 1 1,-1-1-1,0 1 0,0 0 0,0 0 1,0 0-1,0 0 0,0 0 1,0 0-1,0 1 0,0-1 1,0 1-1,-1-1 0,-1 1 1,-6-2 95,0 1 0,1 0 0,-1 1 0,0 0 1,0 0-1,1 1 0,-1 1 0,-10 2 0,14-2 14,0 0-1,0 0 1,0 1-1,1 0 1,-1 0-1,1 0 1,0 1-1,-1 0 0,2 0 1,-1 0-1,0 0 1,1 1-1,-4 5 1,-3 5-113,0 1 0,1 0-1,1 1 1,0 0 0,1 1 0,1-1 0,1 2 0,1-1 0,0 0 0,1 1 0,1 0 0,1 0 0,0 31-1,2-47-146,0 1 1,0 0-1,0-1 0,1 1 0,0-1 0,-1 1 0,1-1 0,0 0 0,0 1 0,1-1 0,-1 0 0,1 0 0,0 0 0,0 0 0,0 0 0,0 0 0,3 4 0,-1-4-309,0-1 0,0 1 0,0 0 0,1-1 0,-1 0 0,1 0 0,-1 0 0,1-1 0,-1 0 0,1 1 0,0-2 0,6 2 0,47 0-7141</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1.412"/>
    </inkml:context>
    <inkml:brush xml:id="br0">
      <inkml:brushProperty name="width" value="0.025" units="cm"/>
      <inkml:brushProperty name="height" value="0.025" units="cm"/>
    </inkml:brush>
  </inkml:definitions>
  <inkml:trace contextRef="#ctx0" brushRef="#br0">439 1 11779,'0'0'18579,"-256"298"-18410,218-260-169,1-11-505,-6-18-927,11-9-2257,0 0-2800</inkml:trace>
  <inkml:trace contextRef="#ctx0" brushRef="#br0" timeOffset="1">81 215 14475,'0'0'13747,"284"170"-13747,-247-155-312,-5-8-768,0-7-1257,-5 0-2192,0-12-2552</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1.733"/>
    </inkml:context>
    <inkml:brush xml:id="br0">
      <inkml:brushProperty name="width" value="0.025" units="cm"/>
      <inkml:brushProperty name="height" value="0.025" units="cm"/>
    </inkml:brush>
  </inkml:definitions>
  <inkml:trace contextRef="#ctx0" brushRef="#br0">81 578 14483,'0'0'14787,"5"178"-14787,-16-152-320,-10-4-760,-1-17-1521,1-5-2880,10 0-5865</inkml:trace>
  <inkml:trace contextRef="#ctx0" brushRef="#br0" timeOffset="1">300 1 7330,'0'0'17595,"80"81"-18315,-43-61-1848,-4-8-3034,9-12-8657</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2.064"/>
    </inkml:context>
    <inkml:brush xml:id="br0">
      <inkml:brushProperty name="width" value="0.025" units="cm"/>
      <inkml:brushProperty name="height" value="0.025" units="cm"/>
    </inkml:brush>
  </inkml:definitions>
  <inkml:trace contextRef="#ctx0" brushRef="#br0">316 0 6617,'0'0'19293,"-182"354"-17317,139-263-848,6-7-552,10-2-384,11-19-144,6-3-48,10-17-336,0-11-400,0-16-616,0-11-473,21-5-815,-5 0-1985,0-21-2217</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2.406"/>
    </inkml:context>
    <inkml:brush xml:id="br0">
      <inkml:brushProperty name="width" value="0.025" units="cm"/>
      <inkml:brushProperty name="height" value="0.025" units="cm"/>
    </inkml:brush>
  </inkml:definitions>
  <inkml:trace contextRef="#ctx0" brushRef="#br0">1 1 6329,'0'0'19196,"304"57"-19196,-256-57-288,11 0-1424,-16 0-2529,-6 0-3833</inkml:trace>
  <inkml:trace contextRef="#ctx0" brushRef="#br0" timeOffset="1">803 114 13291,'0'0'15259,"149"149"-15259,-133-135-48,-5-2-680,0-12-1128,-6 0-2329,0 0-2945</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2.758"/>
    </inkml:context>
    <inkml:brush xml:id="br0">
      <inkml:brushProperty name="width" value="0.025" units="cm"/>
      <inkml:brushProperty name="height" value="0.025" units="cm"/>
    </inkml:brush>
  </inkml:definitions>
  <inkml:trace contextRef="#ctx0" brushRef="#br0">1562 1 9946,'0'0'16410,"7"0"-15499,18 0-357,-4 0 2922,-21 12-3005,0-2-413,-1 0 0,0 0 1,-1-1-1,0 1 0,0 0 0,-1-1 0,-8 18 0,-3 0 68,-24 36 1,-97 127 13,-197 214 1,24-84-140,242-261-4,-2-3 0,-2-3 0,-83 46 0,138-89-84,-1-2-1,-1 0 1,0 0-1,0-1 1,0-2-1,-1 1 1,0-2-1,0-1 0,0 0 1,0-1-1,0-1 1,-1 0-1,-22-3 1,38 1 24,-1 0-1,1 1 1,0-1 0,0-1 0,0 1 0,0 0 0,0-1-1,0 0 1,0 1 0,0-1 0,1 0 0,-1-1 0,1 1-1,-1 0 1,1-1 0,-3-4 0,-3-3-406,2-1 0,-11-23 0,7 15-374,-14-26-3024,-2 6-2357</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4.484"/>
    </inkml:context>
    <inkml:brush xml:id="br0">
      <inkml:brushProperty name="width" value="0.025" units="cm"/>
      <inkml:brushProperty name="height" value="0.025" units="cm"/>
    </inkml:brush>
  </inkml:definitions>
  <inkml:trace contextRef="#ctx0" brushRef="#br0">683 3 2881,'0'0'14539,"-8"0"-10457,-39 0-3667,-27-1 5,17-1 23,-94 10 1,133-5-410,0 0 0,1 1-1,-1 1 1,1 0 0,0 2 0,1 0 0,-1 1 0,2 0 0,-24 16-1,30-17-26,3-3-5,0 0-1,1 1 1,-1-1 0,1 1-1,-6 7 1,10-10-7,-1 1 1,1-1-1,0 1 1,-1 0-1,1-1 1,0 1-1,0 0 0,1 0 1,-1 0-1,1-1 1,-1 1-1,1 0 0,0 0 1,0 0-1,0 0 1,1 4-1,0-4 4,0-1 1,0 1-1,0-1 1,0 0-1,0 1 1,1-1-1,-1 0 0,1 0 1,0 0-1,-1 0 1,1 0-1,0-1 0,0 1 1,0 0-1,0-1 1,0 1-1,0-1 1,1 0-1,-1 0 0,0 0 1,1 0-1,3 1 1,11 6-3,182 110-14,-161-93-30,-3 1-1,0 2 1,37 39-1,-65-60 42,0 0 1,0 1-1,0 0 0,-1 0 0,0 1 0,-1 0 0,0 0 0,0 0 1,-1 1-1,0-1 0,0 1 0,-1 0 0,-1 0 0,0 0 1,0 0-1,-1 1 0,0 11 0,-1-19 15,0-1-1,-1 1 1,0 0 0,1 0 0,-1 0 0,0-1-1,0 1 1,0 0 0,-1-1 0,1 1-1,-1-1 1,1 1 0,-1-1 0,0 0-1,0 0 1,0 0 0,0 0 0,0 0 0,0 0-1,-1-1 1,1 1 0,-1 0 0,-2 0-1,-8 5 66,-1-2 0,1 0 0,-20 5 0,27-8-44,-44 9 452,0-3-1,0-1 1,0-3 0,-1-2-1,-65-6 1,107 3-430,1 0 0,-1-1 0,0 0 0,1 0 0,-1 0 0,1-1-1,0-1 1,0 1 0,0-2 0,0 1 0,1-1 0,0 0 0,-10-8 0,17 13-116,0 0 0,0 0 0,-1 0 0,1-1 0,0 1 0,0 0 0,-1 0 0,1 0 0,0 0 1,0 0-1,-1-1 0,1 1 0,0 0 0,0 0 0,0-1 0,0 1 0,-1 0 0,1 0 0,0-1 0,0 1 0,0 0 0,0 0 0,0-1 0,0 1 1,0 0-1,0 0 0,0-1 0,0 1 0,0 0 0,0-1 0,0 1 0,0 0 0,0 0 0,0-1 0,0 1 0,0-1 0,11-2-1531,24 2-605,-30 2 1518,37-1-4311,-4 0-2543</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4.845"/>
    </inkml:context>
    <inkml:brush xml:id="br0">
      <inkml:brushProperty name="width" value="0.025" units="cm"/>
      <inkml:brushProperty name="height" value="0.025" units="cm"/>
    </inkml:brush>
  </inkml:definitions>
  <inkml:trace contextRef="#ctx0" brushRef="#br0">605 1 9618,'0'0'11258,"-50"9"-10227,-161 33-157,198-39-758,0 0 0,1 1-1,-1 0 1,1 1 0,0 1 0,0 0 0,0 0 0,1 1 0,0 1-1,-13 11 1,2-1 166,8-7-171,0 1 0,1 0 0,0 1 0,1 1 0,1 0 0,0 0 0,1 1-1,0 0 1,1 1 0,1 0 0,0 0 0,2 1 0,-1 0 0,2 0 0,1 1 0,0 0 0,-2 21 0,-5 278-453,11-315 251,0-1 1,0 1-1,0-1 0,0 0 0,1 1 0,-1-1 1,0 0-1,1 1 0,0-1 0,-1 0 0,1 1 1,-1-1-1,1 0 0,0 0 0,0 0 0,0 0 1,0 0-1,0 0 0,0 0 0,0 0 0,0 0 1,0 0-1,0 0 0,1-1 0,-1 1 0,0 0 1,1-1-1,-1 1 0,0-1 0,1 0 0,-1 1 0,0-1 1,1 0-1,-1 0 0,3 0 0,5 1-466,1-1-1,-1-1 0,1 0 1,10-2-1,-12 2-92,1-1-403,0 0-1,0 0 0,-1-1 0,12-5 0,33-20-7953</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5.303"/>
    </inkml:context>
    <inkml:brush xml:id="br0">
      <inkml:brushProperty name="width" value="0.025" units="cm"/>
      <inkml:brushProperty name="height" value="0.025" units="cm"/>
    </inkml:brush>
  </inkml:definitions>
  <inkml:trace contextRef="#ctx0" brushRef="#br0">0 0 8730,'0'0'10269,"26"24"-9468,78 79-263,-101-100-500,1 0 1,-2 0-1,1 1 1,0-1-1,-1 1 0,1-1 1,-1 1-1,0 0 1,0 0-1,0 0 1,-1 0-1,0 0 1,0 0-1,0 1 1,0-1-1,0 0 1,-1 1-1,0 7 1,1 9 182,-1-26-235,0 0-1,0 1 1,0-1 0,0 0-1,1 0 1,0 0 0,0 1-1,1-1 1,-1 0 0,1 1 0,3-6-1,0-1-139,2 0 0,-1 0 0,1 1-1,15-17 1,-15 20 112,-1 0 0,1 0 0,0 0-1,1 1 1,-1 1 0,1-1 0,0 1 0,1 0-1,-1 1 1,1 0 0,0 0 0,0 1-1,0 0 1,0 1 0,1 0 0,9-1 0,-14 3 105,-1 0 1,0 0 0,0 0-1,0 0 1,1 1 0,-1 0-1,0 0 1,0 0 0,4 2 0,-6-2-12,0 1 1,0-1 0,0 1-1,-1 0 1,1 0 0,0 0-1,-1 0 1,1 0 0,-1 0 0,0 0-1,0 0 1,0 1 0,0-1-1,0 0 1,1 5 0,4 17 121,0 1 1,-2 0-1,-1 0 1,-1 0-1,-2 40 1,-1-51-319,-1 0 0,0 0 0,-1-1 0,-1 1 0,-6 17 0,-1 3-2447,2 0-3319,9-23-5186</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5.670"/>
    </inkml:context>
    <inkml:brush xml:id="br0">
      <inkml:brushProperty name="width" value="0.025" units="cm"/>
      <inkml:brushProperty name="height" value="0.025" units="cm"/>
    </inkml:brush>
  </inkml:definitions>
  <inkml:trace contextRef="#ctx0" brushRef="#br0">100 0 7634,'0'0'10467,"26"56"-9103,82 177-489,-60-114-270,-44-104-455,-1 0 0,3 29 0,-6-41-134,4 46 412,-2 0 0,-7 69 1,3-105-344,-1 1 0,0-1 0,-1 0 0,0 0 1,-1 0-1,-1 0 0,0-1 0,-1 0 1,0 0-1,0-1 0,-2 0 0,-12 14 0,-16 14-208,-76 61 0,93-83-41,8-7-167,9-7-88,0 0 0,0 0-1,-1-1 1,1 0 0,0 1 0,-8 2 0</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6.129"/>
    </inkml:context>
    <inkml:brush xml:id="br0">
      <inkml:brushProperty name="width" value="0.025" units="cm"/>
      <inkml:brushProperty name="height" value="0.025" units="cm"/>
    </inkml:brush>
  </inkml:definitions>
  <inkml:trace contextRef="#ctx0" brushRef="#br0">0 59 5153,'0'0'17817,"33"-4"-16930,110-13-24,-35-1-147,-74 11-627,0 2 0,56-2 0,-80 7-498,6 0 1199,-13 0-3006,-7 1-3727,-19 3 269</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6.451"/>
    </inkml:context>
    <inkml:brush xml:id="br0">
      <inkml:brushProperty name="width" value="0.025" units="cm"/>
      <inkml:brushProperty name="height" value="0.025" units="cm"/>
    </inkml:brush>
  </inkml:definitions>
  <inkml:trace contextRef="#ctx0" brushRef="#br0">1 0 10722,'0'0'12131,"294"5"-11883,-252-5-152,-4 0-96,-1 22-200,-5 4-1264,-5 1-3169</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0.178"/>
    </inkml:context>
    <inkml:brush xml:id="br0">
      <inkml:brushProperty name="width" value="0.025" units="cm"/>
      <inkml:brushProperty name="height" value="0.025" units="cm"/>
    </inkml:brush>
  </inkml:definitions>
  <inkml:trace contextRef="#ctx0" brushRef="#br0">439 1 7074,'0'0'7684,"27"4"-5648,-22-4 716,-4 0-2711,-1 0 0,0 0 0,0 0 1,1 0-1,-1 0 0,0 0 0,1-1 0,-1 1 0,0 0 1,1 0-1,-1 0 0,0 0 0,0 0 0,1 0 0,-1 0 0,0 0 1,1 1-1,-1-1 0,0 0 0,1 0 0,-1 0 0,0 0 1,0 0-1,1 0 0,-1 1 0,0-1 0,1 0 0,-1 0 0,0 0 1,0 1-1,0-1 0,1 0 0,-1 0 0,0 1 0,0-1 1,0 0-1,1 0 0,-1 1 0,0-1 0,0 0 0,0 1 0,0-1 1,0 0-1,0 1 0,-1 1-34,3 6 33,3-7-40,0-1 1581,26 0-1578,-26 1-13,18-2 2100,-53 40-1300,-61 59-743,4 3-1,5 5 1,-125 209 0,199-300-50,2-6-5,0 1 0,0-1 0,1 1 0,1 0 0,0 1 0,0-1 1,1 1-1,0-1 0,1 1 0,-1 14 0,3-25 8,0 0 0,0 0 0,0 0-1,0 0 1,0 1 0,0-1-1,0 0 1,0 0 0,0 0 0,0 1-1,0-1 1,0 0 0,0 0-1,0 0 1,0 1 0,0-1-1,0 0 1,0 0 0,1 0 0,-1 0-1,0 1 1,0-1 0,0 0-1,0 0 1,0 0 0,0 0 0,1 1-1,-1-1 1,0 0 0,0 0-1,0 0 1,0 0 0,1 0-1,-1 0 1,0 0 0,0 0 0,0 0-1,1 0 1,-1 1 0,0-1-1,0 0 1,0 0 0,1 0-1,-1 0 1,0 0 0,17 1 0,-1 0 0,0 0-1,1-2 1,-1 0 0,0-1 0,1 0 0,-1-2 0,0 0 0,19-7 0,398-132 5,-156 59-2,-272 81-3,16 0-3,-19 3-20,-11 12-870,-5 0 258,-1 0 0,0 0 0,0-2 0,-2 0 0,-18 9 0,-47 15-5919,38-22-1616</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0.514"/>
    </inkml:context>
    <inkml:brush xml:id="br0">
      <inkml:brushProperty name="width" value="0.025" units="cm"/>
      <inkml:brushProperty name="height" value="0.025" units="cm"/>
    </inkml:brush>
  </inkml:definitions>
  <inkml:trace contextRef="#ctx0" brushRef="#br0">12 1 10114,'0'0'13746,"9"54"-13053,31 175-199,-37-209-402,0 1 0,-1 38 0,-3-53-64,0 0 0,0 0 0,0 0 0,-1 0 0,0-1 0,-4 9 0,0 1 16,-3 6-261,1-1 0,1 1 0,0 0 0,2 1 0,1-1 0,0 1-1,0 31 1,4-18-6948,0-18 546</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2.585"/>
    </inkml:context>
    <inkml:brush xml:id="br0">
      <inkml:brushProperty name="width" value="0.025" units="cm"/>
      <inkml:brushProperty name="height" value="0.025" units="cm"/>
    </inkml:brush>
  </inkml:definitions>
  <inkml:trace contextRef="#ctx0" brushRef="#br0">552 177 7194,'0'0'11595,"-5"-10"-10697,-19-28-126,22 37-728,1-1 0,0 1 0,-1 0-1,0 0 1,1 0 0,-1 1 0,0-1 0,1 0 0,-1 0 0,0 1 0,0-1-1,0 1 1,1 0 0,-1-1 0,0 1 0,0 0 0,0 0 0,0 0-1,0 0 1,1 1 0,-1-1 0,0 0 0,0 1 0,0-1 0,1 1-1,-3 1 1,0-1 18,-4 2 28,0 0 1,0 1 0,0 0-1,1 0 1,-1 0 0,1 1 0,-7 7-1,-48 45 531,33-27-286,-17 14 208,1 3-1,-64 89 0,94-116-470,2 1-1,1 0 0,0 1 1,2 0-1,0 1 1,2 0-1,0 1 1,2 0-1,0 0 0,-2 29 1,8-48-70,-2 16 8,1-1 0,4 41-1,-2-55-8,0 0 0,1 0 0,0 0 0,0 0 0,0 0 0,0-1 0,1 1 0,0 0 0,0-1 0,1 0 0,0 0 0,-1 0 0,9 7 0,-1-2-8,1-2 0,0 0 0,0 0-1,1-1 1,0 0 0,0-1 0,0-1 0,1 0 0,0-1-1,0 0 1,0-1 0,20 1 0,22 1-146,102-5 0,-141-1 127,-3 0-22,0-2 0,-1 1 0,1-2 0,0 1 1,-1-2-1,0 0 0,0-1 0,0 0 0,-1 0 0,0-2 0,0 1 1,-1-2-1,20-18 0,-2 0-129,-2-2 0,-1-1 0,39-60 0,-50 66 169,-1 0 0,-2-1 0,0-1 0,-2 0 0,-1 0-1,-1-1 1,-1 0 0,-1-1 0,-2 1 0,-1-1 0,0-53 0,-3 70 73,-1 0 0,0 0 0,-1 0 1,0 0-1,-1 0 0,0 1 0,-1-1 0,0 1 1,0 0-1,-1 0 0,-1 0 0,1 0 0,-2 1 1,1 0-1,-1 0 0,-1 1 0,1 0 1,-11-8-1,-17-16 419,-68-49 0,83 67-308,0 1 1,-2 2-1,0 0 0,0 1 0,-30-10 0,51 20-196,0-1 0,0 1 0,0 0 0,0-1-1,0 1 1,0 0 0,0 0 0,0 0 0,0-1-1,0 1 1,0 0 0,0 0 0,0 1 0,0-1 0,0 0-1,0 0 1,0 0 0,0 1 0,0-1 0,0 0-1,0 1 1,0-1 0,-2 2 0,3-1-88,0 0 0,0 0 0,0 0 1,0 0-1,1 0 0,-1 0 0,0 0 0,0 0 1,1 0-1,-1 0 0,0 0 0,1 0 0,-1-1 1,1 1-1,-1 0 0,1 0 0,-1 0 0,1 0 1,0-1-1,-1 1 0,1 0 0,0-1 1,0 1-1,0 0 0,1 0 0,2 2-719,0 0-1,1 0 1,-1 0-1,1-1 1,8 4-1,33 8-7078</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3.121"/>
    </inkml:context>
    <inkml:brush xml:id="br0">
      <inkml:brushProperty name="width" value="0.025" units="cm"/>
      <inkml:brushProperty name="height" value="0.025" units="cm"/>
    </inkml:brush>
  </inkml:definitions>
  <inkml:trace contextRef="#ctx0" brushRef="#br0">928 2 5721,'0'0'17036,"-17"0"-16035,-9-1-652,-1 0 277,-43 4 0,58-1-467,0 0 0,0 1 0,0 1 0,0 0 0,1 0 0,0 1 0,-21 13 0,-75 57 325,77-52-327,-43 30 59,3 4-1,2 3 0,-64 73 1,107-104-170,1 2 1,2 1-1,-34 64 1,45-71-34,1 0 0,0 0 1,2 1-1,1 0 0,1 0 0,-3 39 1,8-52-7,-2 16 9,2 52 0,1-73-16,1 0 1,0 0 0,1 0 0,-1 0-1,2 0 1,-1 0 0,1-1 0,0 1-1,1-1 1,0 0 0,5 9 0,-1-7-1,0-1 0,0 0 1,1 0-1,0 0 0,0-1 0,1 0 1,-1-1-1,2 0 0,-1-1 0,1 0 1,-1-1-1,1 0 0,1 0 0,-1-1 1,13 2-1,20 1-15,-1-2-1,76-3 1,-68-2-29,-40 2 2,0-1 0,0-1 0,-1 0-1,1 0 1,0-1 0,-1 0 0,1-1 0,-1 0-1,0 0 1,0-1 0,11-7 0,-20 11-12,0 0 0,0-1 0,-1 1 0,1 0 0,0-1 0,0 1 0,-1-1 1,1 1-1,-1-1 0,1 1 0,0-1 0,-1 1 0,1-1 0,-1 0 0,1 1 0,-1-1 1,1 0-1,-1 1 0,0-1 0,1 0 0,-1 1 0,1-3 0,-2 3-171,0-1 1,0 1-1,0-1 0,0 1 0,0-1 0,0 1 0,0 0 1,0-1-1,0 1 0,0 0 0,0 0 0,0 0 0,0 0 1,0-1-1,0 2 0,0-1 0,-2 0 0,-35 0-4961,-5 0-3640</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3.790"/>
    </inkml:context>
    <inkml:brush xml:id="br0">
      <inkml:brushProperty name="width" value="0.025" units="cm"/>
      <inkml:brushProperty name="height" value="0.025" units="cm"/>
    </inkml:brush>
  </inkml:definitions>
  <inkml:trace contextRef="#ctx0" brushRef="#br0">22 1 6545,'0'0'12859,"-4"8"-3741,3-1-9499,2 9 771,0 1 1,7 28 0,2 22 29,2 520 911,-15-539-1207,-1 0 1,-16 64-1,5-27 195,14-79-1093,0-10 111,1-23-1084,0-31-6902,-4 30-144</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4.593"/>
    </inkml:context>
    <inkml:brush xml:id="br0">
      <inkml:brushProperty name="width" value="0.025" units="cm"/>
      <inkml:brushProperty name="height" value="0.025" units="cm"/>
    </inkml:brush>
  </inkml:definitions>
  <inkml:trace contextRef="#ctx0" brushRef="#br0">71 1 1256,'0'0'14610,"-11"4"-13851,-36 14-162,34-9 5120,18-1-3452,14 1-1626,-19-9-554,29 8 695,34 4 0,17 5-239,-48-8-479,0 1 1,-1 2 0,0 1 0,-1 1-1,0 1 1,32 24 0,-50-31-49,-1 1 0,0 0 0,-1 0 0,0 1 0,-1 1 0,0 0 0,0 0 0,-1 0 0,-1 1 0,0 1 0,0-1 0,-1 1 0,-1 0 0,0 0 0,-1 1-1,0 0 1,2 18 0,-1 16 158,-1 55-1,-5-81-90,0 0-1,-2 0 0,0 0 0,-12 38 1,-3-10 82,-2-2 1,-37 63 0,-63 84 375,99-162-416,-2 2 139,-2 0-1,-2-2 0,-1-1 1,-34 30-1,64-38-7984,-14-3 1374,-12 1-4349</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1"/>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2"/>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3"/>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4"/>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5"/>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6"/>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7"/>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8"/>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9"/>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1"/>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2"/>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3"/>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4"/>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5"/>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6"/>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7"/>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8"/>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0"/>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1"/>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2"/>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3"/>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4"/>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5"/>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6"/>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7"/>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8"/>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9"/>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0"/>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1"/>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2"/>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3"/>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4"/>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5"/>
    </inkml:context>
    <inkml:brush xml:id="br0">
      <inkml:brushProperty name="width" value="0.025" units="cm"/>
      <inkml:brushProperty name="height" value="0.025" units="cm"/>
    </inkml:brush>
  </inkml:definitions>
  <inkml:trace contextRef="#ctx0" brushRef="#br0">0 22 14779,'0'0'9402,"0"-22"-11194</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6"/>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7"/>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8"/>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9"/>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0"/>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1"/>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2"/>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3"/>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4"/>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5"/>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7"/>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8"/>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9"/>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0"/>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1"/>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2"/>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3"/>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4"/>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5"/>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6"/>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7"/>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8"/>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9"/>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0"/>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1"/>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2"/>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4"/>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5"/>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6"/>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7"/>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8"/>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9"/>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0"/>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1"/>
    </inkml:context>
    <inkml:brush xml:id="br0">
      <inkml:brushProperty name="width" value="0.025" units="cm"/>
      <inkml:brushProperty name="height" value="0.025" units="cm"/>
    </inkml:brush>
  </inkml:definitions>
  <inkml:trace contextRef="#ctx0" brushRef="#br0">1 0 10186,'0'0'6001,"69"58"-20876</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2"/>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3"/>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5"/>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6"/>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7"/>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8"/>
    </inkml:context>
    <inkml:brush xml:id="br0">
      <inkml:brushProperty name="width" value="0.025" units="cm"/>
      <inkml:brushProperty name="height" value="0.025" units="cm"/>
    </inkml:brush>
  </inkml:definitions>
  <inkml:trace contextRef="#ctx0" brushRef="#br0">337 609 1064,'0'0'6524,"15"-14"-5438,42-45 331,-37 37 801,-18 13 202,0 1-1623,11-13 2523,16-4-3201,-5 6 31,-5 0-132,0-1 1,-1-1 0,-1 0-1,28-46 1,-37 53-36,-1-1 1,0 0-1,-1 0 0,-1 0 1,0-1-1,-1 1 0,0-1 1,-2 0-1,2-29 0,-4 41-17,0 0-1,0 0 0,0 0 0,0 0 1,-1 0-1,0 0 0,0 0 0,0 0 0,0 0 1,0 0-1,-1 0 0,-3-5 0,2 6-5,0 0 0,0 0-1,0 1 1,0-1 0,-1 1-1,1 0 1,-1 0 0,0 0-1,1 0 1,-1 1 0,0-1 0,-8-1-1,-15-2 44,1 1 0,-1 1 1,0 1-1,-36 2 0,47 0 39,11 0-29,0 0 1,0 1 0,1 0 0,-1 0-1,0 0 1,0 1 0,0-1 0,1 1-1,-1 0 1,1 0 0,-1 1 0,1 0-1,0-1 1,0 2 0,0-1 0,-6 6-1,-2 5 122,0 1 0,1 0 0,-11 20-1,17-27-72,-16 29 226,2 1-1,2 1 0,1 0 0,2 1 0,1 1 0,-12 78 0,-8 260 870,25-238-596,-17 699 2861,25-839-3906,-9-1-2648,6 0 2562,1 0 0,-1 0 0,1-1 0,-1 1 0,1-1 0,-1 1 0,1-1 0,-1 0-1,1 0 1,0 0 0,-1 0 0,1 0 0,0-1 0,0 1 0,0 0 0,0-1-1,-4-3 1,-20-24-8986</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9"/>
    </inkml:context>
    <inkml:brush xml:id="br0">
      <inkml:brushProperty name="width" value="0.025" units="cm"/>
      <inkml:brushProperty name="height" value="0.025" units="cm"/>
    </inkml:brush>
  </inkml:definitions>
  <inkml:trace contextRef="#ctx0" brushRef="#br0">0 246 1016,'0'0'17580,"310"-96"-16724,-235 87-424,5-3-272,-10-3-48,5 3-112,-6-5-8,-5 3-224,-10-3-744,-1 0-1200,-26 7-2377,-11 1-2241,-11-8 1377</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0"/>
    </inkml:context>
    <inkml:brush xml:id="br0">
      <inkml:brushProperty name="width" value="0.025" units="cm"/>
      <inkml:brushProperty name="height" value="0.025" units="cm"/>
    </inkml:brush>
  </inkml:definitions>
  <inkml:trace contextRef="#ctx0" brushRef="#br0">99 145 1560,'0'0'15889,"-13"3"-14114,-38 12-504,49-14-1216,0 0-1,0 0 0,0 0 1,0 0-1,0 1 1,1-1-1,-1 1 1,1-1-1,-1 1 1,1-1-1,-1 1 0,1 0 1,0 0-1,0 0 1,0 0-1,0 0 1,0 0-1,-1 4 1,-1 34 367,3-34-373,-1 17 53,0-15-100,1 1-1,0-1 1,0 1-1,1-1 1,3 14-1,-3-20-11,0 0 1,0 1-1,0-1 1,0 0-1,0 0 0,1 1 1,-1-1-1,0 0 0,1-1 1,0 1-1,0 0 0,-1 0 1,1-1-1,0 1 0,0-1 1,0 1-1,1-1 1,-1 0-1,0 0 0,0 0 1,1 0-1,-1 0 0,5 0 1,16 3-371,1-1 1,-1-2 0,1 0 0,41-5-1,-62 4 281,0 0 0,0-1-1,0 0 1,0 1 0,0-1-1,0 0 1,0 0 0,0-1-1,0 1 1,0-1 0,-1 1-1,1-1 1,-1 0 0,1 0-1,-1 0 1,0 0 0,3-4-1,-1 2-8,-1-1 0,0-1 1,0 1-1,0 0 0,-1-1 0,0 1 0,0-1 0,2-11 0,-2 8 60,0-1-1,-1 0 1,-1 0-1,1 0 1,-2 0-1,1 1 1,-1-1-1,-1 0 1,0 0 0,0 1-1,-7-17 1,-5 1 117,-1 0 1,-30-35 0,21 28 257,13 20 19,10 11-547,13 7-7226,3 5-1647</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1"/>
    </inkml:context>
    <inkml:brush xml:id="br0">
      <inkml:brushProperty name="width" value="0.025" units="cm"/>
      <inkml:brushProperty name="height" value="0.025" units="cm"/>
    </inkml:brush>
  </inkml:definitions>
  <inkml:trace contextRef="#ctx0" brushRef="#br0">0 322 1424,'0'0'21162,"15"8"-20190,48 25-414,-41-22-242,-22-11-305,1 0 0,-1 0 1,0 0-1,1 0 0,-1 0 0,0 0 0,0 0 1,1 0-1,-1 0 0,0 0 0,1 0 0,-1 0 1,0 1-1,0-1 0,1 0 0,-1 0 0,0 0 0,0 0 1,0 1-1,1-1 0,-1 0 0,0 0 0,0 1 1,0-1-1,0 0 0,1 0 0,-1 1 0,0-1 1,0 0-1,0 1 0,0-1 0,0 0 0,0 1 453,0-3-292,-3-55 36,1 44-243,1 0 0,0 0 1,1 0-1,0 0 0,1 0 0,1 0 1,0 0-1,0 0 0,7-18 0,1 13 12,2-1-1,-1 2 1,2 0-1,1 0 1,0 1-1,0 1 0,2 0 1,20-15-1,-35 29 19,1 0 0,-1 0 0,1 1-1,-1-1 1,1 0 0,-1 0 0,1 1-1,0-1 1,-1 1 0,1 0-1,0-1 1,3 1 0,-5 0-75,1 0 1,-1 0-1,1 0 1,0 0-1,-1 0 1,1 0-1,-1 0 0,1 1 1,-1-1-1,1 0 1,0 0-1,-1 0 1,1 1-1,-1-1 0,1 0 1,-1 1-1,0-1 1,1 0-1,-1 1 1,1-1-1,-1 1 1,1-1-1,-1 1 0,0-1 1,1 1-1,-1-1 1,0 1-1,0-1 1,1 1-1,-1-1 1,0 1-1,0-1 0,0 1 1,0 0-1,0-1 1,0 1-1,0-1 1,0 2-1,0 26-6336,0 5-6641</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3"/>
    </inkml:context>
    <inkml:brush xml:id="br0">
      <inkml:brushProperty name="width" value="0.025" units="cm"/>
      <inkml:brushProperty name="height" value="0.025" units="cm"/>
    </inkml:brush>
  </inkml:definitions>
  <inkml:trace contextRef="#ctx0" brushRef="#br0">665 41 2184,'0'0'6719,"-15"-7"-4182,4 1-2085,-1 1 0,-1 0 1,1 1-1,-1 0 0,0 1 0,0 1 0,0 0 1,-17-1-1,9 3 148,-95 4 1984,99-2-2225,1 0 1,-1 2 0,1 0 0,-31 12-1,21-4 92,0 1 0,-34 23 0,48-28-243,1 0 0,0 1 1,0 1-1,1-1 0,1 2 0,-16 21 0,21-26-157,1 1 0,1-1 0,-1 1 0,1 0 0,0 0 0,1 0 0,0 0 0,0 0 0,0 0 0,1 1 0,1 12 0,-1-8-32,0-9-15,0-1 0,1 0 0,0 1 0,-1-1 0,1 0 0,0 0 0,0 0 0,0 1 0,0-1-1,0 0 1,1 0 0,-1 0 0,1-1 0,-1 1 0,1 0 0,0 0 0,-1-1 0,1 1 0,0-1 0,0 0 0,4 2 0,6 4 37,1 0 1,22 6-1,-9-2 10,-22-10-52,0 1 1,0 0 0,1 0 0,-1 1 0,-1-1-1,1 1 1,0 0 0,-1 0 0,1 0 0,-1 0-1,0 1 1,0 0 0,0-1 0,-1 1 0,1 0 0,-1 0-1,0 0 1,0 1 0,0-1 0,-1 0 0,1 1-1,-1-1 1,0 1 0,0-1 0,-1 1 0,0 0 0,1-1-1,-2 8 1,2-4 16,-1-1-1,0 1 1,0-1 0,-1 1-1,0-1 1,-1 1 0,1-1-1,-1 1 1,0-1 0,-1 0-1,0 0 1,0 0-1,-1 0 1,0-1 0,0 1-1,0-1 1,-1 0 0,0 0-1,0-1 1,0 0 0,-7 6-1,4-4-6,-10 10 33,-35 25 0,47-38-52,1 0 1,-1-1-1,0 0 0,0 0 0,-1 0 0,1-1 0,-1 0 0,1 0 0,-1-1 1,1 0-1,-11 1 0,16-3-87,1 1 0,0 0 1,-1 0-1,1-1 0,-1 1 0,1 0 0,-1-1 1,1 1-1,0 0 0,-1-1 0,1 1 0,0-1 1,-1 1-1,1 0 0,0-1 0,0 1 0,-1-1 1,1 1-1,0-1 0,0 1 0,0-1 0,0 1 1,-1-1-1,1 1 0,0-1 0,0 1 0,0-1 1,0 0-1,0 1 0,0-1 0,1 1 0,-1-1 0,4-19-985,-1 17 915,0 1 0,0-1 1,-1 1-1,1 0 0,1 0 0,-1 0 0,0 1 1,0-1-1,1 1 0,-1-1 0,1 1 0,-1 0 1,1 1-1,6-2 0,54-2-860,-59 3 988,0 1-1,0 0 1,0 1-1,0-1 0,-1 1 1,1 0-1,0 0 1,0 0-1,0 1 1,7 3-1,-9-3 43,-1 1 0,1-1 0,-1 0 0,0 1 0,1 0 0,-1 0 0,-1-1-1,1 1 1,0 0 0,-1 0 0,1 1 0,-1-1 0,0 0 0,0 0 0,-1 1 0,2 4 0,2 20 629,-1 1 0,-2 0 0,-2 42 0,0-14 706,-3-4-299,2-40-832,0 0 0,2 0 0,-1 0 0,2 0 0,-1 0 0,4 16 1,-3-27-191,0-1 1,0 1-1,0 0 1,0-1 0,0 1-1,0-1 1,0 1 0,0-1-1,1 0 1,-1 1-1,1-1 1,-1 0 0,1 0-1,-1 0 1,1 0-1,0 0 1,-1 0 0,1 0-1,3 0 1,39 9 232,-28-8-99,25 4-51,0-2 0,73-2 0,-66-3-3766</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4"/>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5"/>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6"/>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7"/>
    </inkml:context>
    <inkml:brush xml:id="br0">
      <inkml:brushProperty name="width" value="0.025" units="cm"/>
      <inkml:brushProperty name="height" value="0.025" units="cm"/>
    </inkml:brush>
  </inkml:definitions>
  <inkml:trace contextRef="#ctx0" brushRef="#br0">411 27 2529,'0'0'13500,"2"-5"-12295,5-12-296,-5 12 1264,-7 5-1981,0 1 1,1-1-1,-1 1 0,0 0 0,1 0 0,-1 0 0,1 0 0,-1 1 0,1 0 0,0 0 0,0 0 0,0 1 0,0-1 1,-6 6-1,-1 2-165,1 1 0,0 1 1,-11 15-1,4-5 258,-21 28-206,3 1 0,1 2 0,4 1 0,-25 59 0,37-69-69,2 1 1,2 0 0,2 0-1,2 2 1,2-1 0,-2 49-1,9 257 21,2-333-33,1 0 1,0-1-1,2 0 1,0 0-1,1 0 1,0 0-1,12 23 1,-14-34 1,1 1 0,0-1 0,1 0 1,-1 0-1,1-1 0,1 1 0,-1-1 1,1 0-1,0-1 0,0 1 0,1-1 0,-1 0 1,1-1-1,1 0 0,-1 0 0,0 0 0,1-1 1,15 5-1,2-4 60,0-1 1,0 0-1,1-2 1,-1-1-1,39-5 1,-63 5-80,0 0 1,1 0 0,-1 0 0,0-1-1,1 1 1,-1 0 0,0 0 0,0-1 0,1 1-1,-1-1 1,0 0 0,0 1 0,0-1-1,0 0 1,1 1 0,-1-1 0,0 0-1,-1 0 1,1 0 0,0 0 0,0 0 0,0 0-1,0-2 1,-7 3-1291,-5 2 81,0-1 0,0 2 0,0 0 0,0 0 0,-13 6 1,-24 6-4608</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8"/>
    </inkml:context>
    <inkml:brush xml:id="br0">
      <inkml:brushProperty name="width" value="0.025" units="cm"/>
      <inkml:brushProperty name="height" value="0.025" units="cm"/>
    </inkml:brush>
  </inkml:definitions>
  <inkml:trace contextRef="#ctx0" brushRef="#br0">86 4 440,'0'0'20655,"0"-3"-19944,1 34-223,-2 0 0,-1-1 0,-7 35 0,3-45-542,1-1-458,-1-1 0,-1 0-1,-12 24 1,18-40-125,0-1-1,0 1 0,-1-1 1,1 0-1,0 1 0,-1-1 1,1 0-1,-1 0 0,1 0 1,-1 0-1,1 0 0,-3 1 1,-7-1-7592</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9"/>
    </inkml:context>
    <inkml:brush xml:id="br0">
      <inkml:brushProperty name="width" value="0.025" units="cm"/>
      <inkml:brushProperty name="height" value="0.025" units="cm"/>
    </inkml:brush>
  </inkml:definitions>
  <inkml:trace contextRef="#ctx0" brushRef="#br0">1 17 1360,'0'0'19132,"10"-17"-19132,6 56-208,-5 35-1344,0-11-3137,-6-3-4497</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0"/>
    </inkml:context>
    <inkml:brush xml:id="br0">
      <inkml:brushProperty name="width" value="0.025" units="cm"/>
      <inkml:brushProperty name="height" value="0.025" units="cm"/>
    </inkml:brush>
  </inkml:definitions>
  <inkml:trace contextRef="#ctx0" brushRef="#br0">1 132 1616,'0'0'20089,"11"-1"-19461,77-3-9,-87 4-617,0 1 1,0-1-1,-1 0 1,1 0-1,-1 0 1,1 1 0,0-1-1,-1 0 1,1 1-1,-1-1 1,1 0-1,0 1 1,-1-1-1,1 1 1,-1-1 0,0 1-1,1-1 1,-1 1-1,1 0 1,-1-1-1,0 1 1,1-1 0,-1 1-1,0 0 1,0-1-1,0 1 1,1 0-1,-1-1 1,0 1 0,0 0-1,0-1 1,0 1-1,0 1 1,0 28-46,-1-22-11,1-6-128,12-2-949,-2-1 832,1 0 1,-1-1 0,1 0 0,-1 0-1,1-1 1,-1-1 0,0 0 0,0 0-1,-1-1 1,14-8 0,10-10-173,43-37-1,-52 40 235,-13 12 459,15-13-198,-18 9 4335,-5 132-3426,-1-58-3548,-1-3-4860,-1-40-388</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1"/>
    </inkml:context>
    <inkml:brush xml:id="br0">
      <inkml:brushProperty name="width" value="0.025" units="cm"/>
      <inkml:brushProperty name="height" value="0.025" units="cm"/>
    </inkml:brush>
  </inkml:definitions>
  <inkml:trace contextRef="#ctx0" brushRef="#br0">156 0 2497,'0'0'19868,"-5"28"-18716,2-8-956,-3 23 283,-3 0 1,-22 71 0,-39 103 627,60-178-1134,3-1 0,1 2-1,-2 67 1,8-94 119,-1-10-260,1 1 1,0-1 0,0 0 0,1 1 0,-1-1 0,1 1 0,-1-1 0,2 5 0,-1-7 7,0 0 0,0 1 0,0-1 0,1 0 0,-1 1 0,0-1 0,0 0 0,1 0-1,-1 0 1,1 0 0,-1 0 0,1-1 0,-1 1 0,1 0 0,-1-1 0,1 1 0,0-1 0,-1 1 0,1-1 0,2 0 0,61 6-7697,-42-6 1210</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2"/>
    </inkml:context>
    <inkml:brush xml:id="br0">
      <inkml:brushProperty name="width" value="0.025" units="cm"/>
      <inkml:brushProperty name="height" value="0.025" units="cm"/>
    </inkml:brush>
  </inkml:definitions>
  <inkml:trace contextRef="#ctx0" brushRef="#br0">0 43 1304,'0'0'19965,"193"-43"-19821,-145 43-144,16 0-809,-16 0-3528,0 0-7209</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3"/>
    </inkml:context>
    <inkml:brush xml:id="br0">
      <inkml:brushProperty name="width" value="0.025" units="cm"/>
      <inkml:brushProperty name="height" value="0.025" units="cm"/>
    </inkml:brush>
  </inkml:definitions>
  <inkml:trace contextRef="#ctx0" brushRef="#br0">289 60 1168,'0'0'15155,"1"-10"-13661,3-30-439,-3 30-231,5 21 683,10 43-1175,-2 0-1,11 102 1,-12 118-384,-12-256 28,-1-10 29,1-1 1,-2 0 0,1 0-1,-1 1 1,0-1 0,-3 11-1,3-15 5,0-1 0,0 0 0,0 0 0,-1 0 0,1 0 0,-1 0 0,1-1 0,-1 1-1,0 0 1,0-1 0,1 1 0,-1-1 0,0 1 0,0-1 0,-1 0 0,1 0 0,0 0 0,0 0-1,0 0 1,-1-1 0,1 1 0,0-1 0,-1 1 0,-3-1 0,-8 2 58,0-1 1,0 0-1,-1-1 0,1 0 1,0-2-1,-1 1 1,-13-5-1,18 3-8,0 0 1,1-1-1,0 0 0,-1 0 1,1-1-1,1 0 0,-1-1 1,1 0-1,0-1 0,-11-10 1,8 5 183,-1 0 0,2 0 1,0-1-1,0-1 0,-12-23 0,22 36-290,0 1 0,0 0 0,-1-1 0,1 1 0,0-1 0,0 1 0,0 0 0,-1-1 0,1 1 0,0-1 0,0 1 0,0-1 0,0 1 0,0-1 0,0 1 0,0-1 0,0 1 0,0-1 0,0 1 0,0 0 0,0-1 0,1 1 0,-1-1 0,0 1 0,0-1 0,0 1 0,1-1 0,-1 1 0,0 0 0,0-1 0,1 1 0,0-1 0,15-2-5379,-2 2 1997,11-9-5965</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4"/>
    </inkml:context>
    <inkml:brush xml:id="br0">
      <inkml:brushProperty name="width" value="0.025" units="cm"/>
      <inkml:brushProperty name="height" value="0.025" units="cm"/>
    </inkml:brush>
  </inkml:definitions>
  <inkml:trace contextRef="#ctx0" brushRef="#br0">28 0 1800,'0'0'24811,"-6"16"-21358,6 23-4734,1-9-899,-2 0 0,-6 45 0,-7-20-3820</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5"/>
    </inkml:context>
    <inkml:brush xml:id="br0">
      <inkml:brushProperty name="width" value="0.025" units="cm"/>
      <inkml:brushProperty name="height" value="0.025" units="cm"/>
    </inkml:brush>
  </inkml:definitions>
  <inkml:trace contextRef="#ctx0" brushRef="#br0">5 161 1040,'0'0'16546,"-1"-3"-14893,0-1-1433,0 3-158,1 0 1,0 0 0,-1 0 0,1 0 0,0 0 0,0 0 0,0 0 0,0 0 0,0 0 0,0 0 0,0 0 0,0 0 0,0 1 0,0-1 0,0 0 0,1 0 0,-1 0-1,0 0 1,1 0 0,-1 0 0,1 0 0,-1 0 0,1 0 0,-1 1 0,1-1 0,0 0 0,-1 0 0,1 1 0,0-1 0,0 0 0,-1 1 0,1-1 0,0 1 0,0-1 0,0 1-1,0 0 1,0-1 0,0 1 0,0 0 0,0-1 0,1 1 0,36-15 404,69-16-1,-28 9-311,16-1-56,-56 14-181,38-13 0,-97 41-6007,-23 21 2616,-33 12-2858,4-9-901</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6"/>
    </inkml:context>
    <inkml:brush xml:id="br0">
      <inkml:brushProperty name="width" value="0.025" units="cm"/>
      <inkml:brushProperty name="height" value="0.025" units="cm"/>
    </inkml:brush>
  </inkml:definitions>
  <inkml:trace contextRef="#ctx0" brushRef="#br0">6 0 1424,'-6'202'10018,"28"-202"-7289,10 0 8,5 0-345,6 0-511,10 0-425,-5-4-480,6-1-288,-11-12-320,-6 0-208,-5 8-160,-5 9-536,-16 0-1904,-6 0-4842</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7"/>
    </inkml:context>
    <inkml:brush xml:id="br0">
      <inkml:brushProperty name="width" value="0.025" units="cm"/>
      <inkml:brushProperty name="height" value="0.025" units="cm"/>
    </inkml:brush>
  </inkml:definitions>
  <inkml:trace contextRef="#ctx0" brushRef="#br0">288 311 2465,'0'0'15464,"-16"-8"-13952,-48-24-493,60 30-955,0 0 0,0 1 0,0-1-1,0 1 1,0 0 0,-1 0-1,1 0 1,0 1 0,-1-1 0,1 1-1,-1 0 1,1 1 0,0-1-1,-1 1 1,1 0 0,0 0 0,-1 0-1,1 0 1,0 1 0,0-1 0,0 1-1,0 0 1,0 1 0,1-1-1,-1 1 1,1-1 0,-1 1 0,1 0-1,0 0 1,0 1 0,0-1-1,-2 5 1,-5 7-45,2 0 0,0 0 0,0 1 0,2 1 0,0-1 0,-4 18 0,4-9-44,1 0 0,2 0 0,0 0 0,1 1 1,2-1-1,5 50 0,-5-72 0,1 0-1,0-1 0,-1 1 1,1 0-1,0-1 1,0 1-1,1 0 1,-1-1-1,0 0 1,1 1-1,0-1 0,-1 0 1,1 0-1,0 0 1,0 0-1,0 0 1,0 0-1,1 0 0,-1-1 1,0 1-1,1-1 1,-1 0-1,1 0 1,-1 1-1,1-2 0,4 2 1,6 1-43,-1-1-1,1 0 1,0-1 0,18-1-1,-22 0 64,-1 0-26,0-1 0,0 0 1,0 0-1,-1 0 1,1-1-1,0 0 1,0-1-1,-1 1 1,0-1-1,1-1 0,-1 0 1,0 0-1,-1 0 1,1-1-1,11-10 1,-5 1-82,0-1-1,-2 0 1,1-1 0,-2 0 0,15-28 0,-15 21 95,0-1 0,-1 1-1,-1-2 1,-2 1 0,0-1 0,3-37 0,-2-154 135,-7 164-55,0 48-33,0 0 1,0 0-1,-1 0 0,1-1 0,-1 1 0,0 0 0,0 0 0,0 0 0,0 0 0,-4-5 0,4 7 11,-1 0 0,1 0 0,-1 0 0,0 0 0,0 1-1,0-1 1,0 1 0,0-1 0,0 1 0,0 0 0,0 0-1,0 0 1,-1 0 0,1 0 0,0 0 0,-1 1 0,1-1-1,-5 1 1,3-1-12,-1 0-1,0 1 1,0-1 0,1 1-1,-1 0 1,0 1-1,1-1 1,-1 1-1,0 0 1,1 0 0,-1 1-1,1-1 1,0 1-1,-1 0 1,-7 5-1,7-3-56,0 0-1,1 1 0,-1 0 1,1-1-1,0 2 1,0-1-1,1 0 0,0 1 1,0-1-1,0 1 0,-4 12 1,1 3-757,1 1 0,0 1 1,2-1-1,-1 24 0,3-3-4021</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8"/>
    </inkml:context>
    <inkml:brush xml:id="br0">
      <inkml:brushProperty name="width" value="0.025" units="cm"/>
      <inkml:brushProperty name="height" value="0.025" units="cm"/>
    </inkml:brush>
  </inkml:definitions>
  <inkml:trace contextRef="#ctx0" brushRef="#br0">59 10 1512,'0'0'28158,"0"-10"-26949,-5 10-3130,-11 27-951,-6 26-2690,6-5-3095</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9"/>
    </inkml:context>
    <inkml:brush xml:id="br0">
      <inkml:brushProperty name="width" value="0.025" units="cm"/>
      <inkml:brushProperty name="height" value="0.025" units="cm"/>
    </inkml:brush>
  </inkml:definitions>
  <inkml:trace contextRef="#ctx0" brushRef="#br0">460 1 1216,'43'337'11867,"-54"-330"-7458,-10 15-2257,-17 9-175,1 5-441,-17 19-936,1 3-600,-11 7-144,-27 19-1600,16-14-3321,16-22-7714</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0"/>
    </inkml:context>
    <inkml:brush xml:id="br0">
      <inkml:brushProperty name="width" value="0.025" units="cm"/>
      <inkml:brushProperty name="height" value="0.025" units="cm"/>
    </inkml:brush>
  </inkml:definitions>
  <inkml:trace contextRef="#ctx0" brushRef="#br0">241 40 624,'0'0'17021,"4"-6"-15291,9-14-673,-13 19-944,1 0 1,-1 0-1,0 1 1,1-1-1,-1 0 0,1 1 1,-1-1-1,1 0 1,0 1-1,-1-1 1,1 0-1,0 1 1,-1-1-1,1 1 1,0 0-1,-1-1 0,1 1 1,0-1-1,0 1 1,0 0-1,-1 0 1,1-1-1,0 1 1,0 0-1,0 0 1,0 0-1,-1 0 0,1 0 1,0 0-1,0 0 1,0 0-1,0 0 1,1 1-1,0 9 189,40 737-1203,-42-745 879,0 1 0,0-1 0,0 1 0,0-1 0,0 0 0,0 1 0,-1-1 0,1 1 0,-1-1 0,0 0 0,0 1-1,1-1 1,-2 0 0,1 0 0,0 1 0,0-1 0,-1 0 0,-1 2 0,0-3 23,0 1 0,1-1 1,-1 0-1,-1 0 0,1 0 1,0 0-1,0 0 0,0-1 1,0 1-1,-1-1 0,1 0 0,0 0 1,-4 0-1,-7 0 42,7 0-30,0 1-1,0-1 0,0-1 0,0 1 1,0-1-1,1 0 0,-1-1 0,0 0 1,0 0-1,1 0 0,-1-1 0,-8-5 1,3 0 28,1 0 0,1-1 1,0 0-1,0-1 0,1 0 1,0-1-1,-8-13 0,0-4 403,-26-58 1,41 83-359,1-1 1,0 1-1,0-1 0,1 1 1,-1-1-1,1 0 1,-1-4-1,1-6-2982,0 5-2232</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1"/>
    </inkml:context>
    <inkml:brush xml:id="br0">
      <inkml:brushProperty name="width" value="0.025" units="cm"/>
      <inkml:brushProperty name="height" value="0.025" units="cm"/>
    </inkml:brush>
  </inkml:definitions>
  <inkml:trace contextRef="#ctx0" brushRef="#br0">0 48 10218,'0'0'17348,"0"-38"-16492,0 33-40,0 0-816,16 37-6489,11-1 680,5-9-7042</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2"/>
    </inkml:context>
    <inkml:brush xml:id="br0">
      <inkml:brushProperty name="width" value="0.025" units="cm"/>
      <inkml:brushProperty name="height" value="0.025" units="cm"/>
    </inkml:brush>
  </inkml:definitions>
  <inkml:trace contextRef="#ctx0" brushRef="#br0">654 0 1144,'0'0'16328,"4"0"-14457,19 0 948,-37 17-126,-276 196-694,1-1-2047,214-148-298,74-63 325,-10 9-827,20-9 54,6-1 936,34-1-113,412 13 254,-259-2 729,-200-10-971,-1 0-4,0 0 0,0-1 0,0 1 0,0 0-1,0 0 1,0 0 0,0 0 0,0 0 0,0 0 0,0 0 0,0 0-1,0 1 1,0-1 0,0 0 0,0 1 0,0-1 0,0 1-1,0-1 1,0 1 0,0-1 0,0 1 0,0-1 0,0 1 0,-1 0-1,1 0 1,1 1 0,-2-1 829,-1 12-1983,0-7 431,0-1 0,-1 1-1,1-1 1,-1 1-1,0-1 1,-1 1 0,0-1-1,0 0 1,-5 7-1,-13 5-6734</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8"/>
    </inkml:context>
    <inkml:brush xml:id="br0">
      <inkml:brushProperty name="width" value="0.025" units="cm"/>
      <inkml:brushProperty name="height" value="0.025" units="cm"/>
    </inkml:brush>
  </inkml:definitions>
  <inkml:trace contextRef="#ctx0" brushRef="#br0">359 31 616,'0'0'15918,"0"-31"-8045,2 53-7826,0-1 1,1 1 0,2-1 0,13 40-1,4 21-40,-12-22-135,-3 0 0,-1 96 0,-6-152 118,0 0 0,0 0 0,0 0-1,-1 1 1,1-1 0,-1 0 0,0 0 0,0 0 0,-1 0 0,1 0 0,-1 0 0,0 0 0,0-1 0,0 1 0,-1 0-1,1-1 1,-4 4 0,1-3 33,0 0 0,-1-1 1,1 1-1,-1-1 0,0 0 0,0 0 0,0-1 0,0 0 0,-13 3 0,-11 0 47,-1-1 0,0-1 0,1-2 1,-46-4-1,2 1 210,69 2-347,4 0-427,0 1-1268,-3-1 958,0-7-3884,-30-57-7313,18 31 9310</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9"/>
    </inkml:context>
    <inkml:brush xml:id="br0">
      <inkml:brushProperty name="width" value="0.025" units="cm"/>
      <inkml:brushProperty name="height" value="0.025" units="cm"/>
    </inkml:brush>
  </inkml:definitions>
  <inkml:trace contextRef="#ctx0" brushRef="#br0">6 27 1488,'0'0'22113,"0"-4"-20251,0 2-1410,0 1-339,1 0-1,-1 0 1,0 0-1,0 0 1,0 0 0,0 0-1,0 0 1,-1 0-1,1 0 1,0 0-1,0 0 1,-1 0-1,1 0 1,0 0-1,-1 0 1,1 1-1,-1-1 1,1 0-1,-2-2 1664,9 25-1755,1-4-1830,1 0-1,1 0 0,13 16 0,-11-16-1869,10 11-5411</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0"/>
    </inkml:context>
    <inkml:brush xml:id="br0">
      <inkml:brushProperty name="width" value="0.025" units="cm"/>
      <inkml:brushProperty name="height" value="0.025" units="cm"/>
    </inkml:brush>
  </inkml:definitions>
  <inkml:trace contextRef="#ctx0" brushRef="#br0">11 11 2369,'0'0'15847,"0"-8"-13063,0 6-1920,0 6 4462,2 21-4983,1-1 0,10 42-1,-6-34-324,5 51 0,-11 69-1996,-1-85-1753,0-62 3026,0 0 1,0 1 0,-1-1-1,1 0 1,-1 0-1,0 0 1,-1 0-1,1 0 1,-1 0-1,0 0 1,0 0 0,0-1-1,-7 10 1,-17 10-9242</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1"/>
    </inkml:context>
    <inkml:brush xml:id="br0">
      <inkml:brushProperty name="width" value="0.025" units="cm"/>
      <inkml:brushProperty name="height" value="0.025" units="cm"/>
    </inkml:brush>
  </inkml:definitions>
  <inkml:trace contextRef="#ctx0" brushRef="#br0">0 85 360,'0'0'20316,"37"-36"-19843,1 36-193,-1 0-280,1 0-40,-6 0-1089,5-7-1695,-5-3-3402,-5-7-3344,-11 3 8322</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2"/>
    </inkml:context>
    <inkml:brush xml:id="br0">
      <inkml:brushProperty name="width" value="0.025" units="cm"/>
      <inkml:brushProperty name="height" value="0.025" units="cm"/>
    </inkml:brush>
  </inkml:definitions>
  <inkml:trace contextRef="#ctx0" brushRef="#br0">0 1 2761,'0'0'20317,"0"21"-18680,2 70-576,-1-76-882,1 1 0,1-1 1,0 0-1,11 30 0,0-1-161,2 41-1972,-13-57-2472,-2 1-5140,-1-22 614</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3"/>
    </inkml:context>
    <inkml:brush xml:id="br0">
      <inkml:brushProperty name="width" value="0.025" units="cm"/>
      <inkml:brushProperty name="height" value="0.025" units="cm"/>
    </inkml:brush>
  </inkml:definitions>
  <inkml:trace contextRef="#ctx0" brushRef="#br0">1 41 1632,'0'0'23277,"59"-41"-22461,-22 41-295,1 0-329,4 0-144,1 0-48,5 0-200,6 0-665,15 0-1111,-10 19-2873,-5-11-2497</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4"/>
    </inkml:context>
    <inkml:brush xml:id="br0">
      <inkml:brushProperty name="width" value="0.025" units="cm"/>
      <inkml:brushProperty name="height" value="0.025" units="cm"/>
    </inkml:brush>
  </inkml:definitions>
  <inkml:trace contextRef="#ctx0" brushRef="#br0">22 66 1816,'0'0'14786,"-4"-8"-13143,-7-24-483,4 7 3787,12 25-4491,2 0-340,1 1 1,-1 0-1,1 0 1,-1 1-1,0 0 1,0 0-1,0 0 0,0 1 1,0 0-1,10 7 1,5 4 157,35 32 0,-30-23-140,45 36 142,-3 4 0,-2 2 0,100 130 0,-153-178-272,-2 2 1,0-1-1,-1 1 0,-1 1 0,-1 0 0,-1 0 1,0 1-1,-2 0 0,0 0 0,-2 1 0,0-1 0,-1 1 1,-2 0-1,-1 43 0,-1-55 47,-1 1 1,1-1-1,-2 0 0,0 1 1,0-1-1,-1 0 0,0 0 0,-1-1 1,0 0-1,0 1 0,-8 8 1,-7 7 204,-2 0 0,-31 26 0,49-47-226,-182 150 1058,-16 17-120,200-168-987,-1 0 0,0 0 1,1 0-1,-1 1 0,1-1 0,0 1 0,0 0 0,1-1 1,-1 1-1,1 0 0,-2 5 0,0 38-5404,3-39 3752,0 10-5797</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8"/>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9"/>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8"/>
    </inkml:context>
    <inkml:brush xml:id="br0">
      <inkml:brushProperty name="width" value="0.025" units="cm"/>
      <inkml:brushProperty name="height" value="0.025" units="cm"/>
    </inkml:brush>
  </inkml:definitions>
  <inkml:trace contextRef="#ctx0" brushRef="#br0">1 71 1688,'0'0'9065,"19"-10"-7265,55-30-418,-55 30 4158,25 5-8251,3 4-601,1-3-2930</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4"/>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5"/>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6"/>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7"/>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8"/>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9"/>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0"/>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1"/>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2"/>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3"/>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4"/>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5"/>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6"/>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7"/>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8"/>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9"/>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0"/>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1"/>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3"/>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4"/>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5"/>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6"/>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7"/>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8"/>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9"/>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0"/>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1"/>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2"/>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3"/>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4"/>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5"/>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6"/>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7"/>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8"/>
    </inkml:context>
    <inkml:brush xml:id="br0">
      <inkml:brushProperty name="width" value="0.025" units="cm"/>
      <inkml:brushProperty name="height" value="0.025" units="cm"/>
    </inkml:brush>
  </inkml:definitions>
  <inkml:trace contextRef="#ctx0" brushRef="#br0">0 22 14779,'0'0'9402,"0"-22"-11194</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9"/>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0"/>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1"/>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2"/>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3"/>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4"/>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5"/>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6"/>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7"/>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8"/>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0"/>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1"/>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2"/>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3"/>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4"/>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5"/>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6"/>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7"/>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8"/>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9"/>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30"/>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31"/>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32"/>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2"/>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3"/>
    </inkml:context>
    <inkml:brush xml:id="br0">
      <inkml:brushProperty name="width" value="0.025" units="cm"/>
      <inkml:brushProperty name="height" value="0.025" units="cm"/>
    </inkml:brush>
  </inkml:definitions>
  <inkml:trace contextRef="#ctx0" brushRef="#br0">1 0 10186,'0'0'6001,"69"58"-20876</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8"/>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9"/>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0"/>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1"/>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2"/>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6"/>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7"/>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32.631"/>
    </inkml:context>
    <inkml:brush xml:id="br0">
      <inkml:brushProperty name="width" value="0.025" units="cm"/>
      <inkml:brushProperty name="height" value="0.025" units="cm"/>
    </inkml:brush>
  </inkml:definitions>
  <inkml:trace contextRef="#ctx0" brushRef="#br0">6 0 8210,'0'0'12442,"-6"0"-11153,17 0-14396</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46.726"/>
    </inkml:context>
    <inkml:brush xml:id="br0">
      <inkml:brushProperty name="width" value="0.025" units="cm"/>
      <inkml:brushProperty name="height" value="0.025" units="cm"/>
    </inkml:brush>
  </inkml:definitions>
  <inkml:trace contextRef="#ctx0" brushRef="#br0">209 11 2497,'0'0'8732,"6"5"-7666,15 14 170,-21-18-1124,0-1-1,0 0 1,1 0 0,-1 0 0,0 1-1,0-1 1,0 0 0,1 0 0,-1 0-1,0 0 1,0 0 0,0 1 0,1-1-1,-1 0 1,0 0 0,0 0 0,1 0-1,-1 0 1,0 0 0,0 0-1,1 0 1,-1 0 0,0 0 0,0 0-1,1 0 1,-1 0 0,0 0 0,0 0-1,1 0 1,-1 0 0,0-1 0,0 1-1,1 0 1,-1 0 0,0 0 0,0 0-1,0 0 1,1-1 0,-1 1 0,3-12 348,-2 11-491,-1 0-1,0 0 1,0 0-1,-1 0 1,1 1-1,0-1 1,0 0-1,0 0 1,0 0-1,-1 0 1,1 1-1,0-1 1,-1 0-1,1 0 1,-1 1 0,1-1-1,-1 0 1,1 1-1,-1-1 1,0 0-1,1 1 1,-1-1-1,0 1 1,1-1-1,-1 1 1,0-1-1,1 1 1,-1-1-1,0 1 1,0 0-1,0 0 1,0-1-1,1 1 1,-1 0-1,-1 0 1,-7 0-7,2-1 21,0 1 1,-1 0-1,1 0 1,0 1-1,0 0 1,0 0-1,1 1 1,-1 0-1,0 0 1,0 0-1,-8 5 1,1 2 16,1-1 0,-1 2 0,-15 14 0,26-21-2,-1 0 1,1 1-1,0 0 1,0-1 0,0 1-1,1 0 1,0 0-1,-1 1 1,1-1 0,0 0-1,1 1 1,-1-1-1,1 1 1,0 0-1,0-1 1,0 9 0,11 366 229,-8-342-171,-1 20 1,3-1 0,2 0 1,2-1-1,19 63 0,-18-90 4,-1 0 1,-1 1 0,-1 0-1,2 54 1,-8-82-40,-5-1-2094,0-1 1328,0 0 1,0 0 0,-1 0-1,1 0 1,1-1-1,-1 0 1,0 0 0,0 0-1,1-1 1,-1 0 0,-7-6-1,-34-23-5689</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47.072"/>
    </inkml:context>
    <inkml:brush xml:id="br0">
      <inkml:brushProperty name="width" value="0.025" units="cm"/>
      <inkml:brushProperty name="height" value="0.025" units="cm"/>
    </inkml:brush>
  </inkml:definitions>
  <inkml:trace contextRef="#ctx0" brushRef="#br0">0 0 1568,'0'0'12011,"241"0"-10915,-209 0-368,-5 0-72,-6 0-239,-5 0-265,-11 0-88,1 0-64,-6 5-401,-16 12-1191,-16-12-2841</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56.867"/>
    </inkml:context>
    <inkml:brush xml:id="br0">
      <inkml:brushProperty name="width" value="0.025" units="cm"/>
      <inkml:brushProperty name="height" value="0.025" units="cm"/>
    </inkml:brush>
  </inkml:definitions>
  <inkml:trace contextRef="#ctx0" brushRef="#br0">1 106 2937,'0'0'8032,"2"2"-6878,1 0-2722,-3-1 1814,0-1 1,0 0-1,0 0 0,0 0 1,1 1-1,-1-1 0,0 0 1,0 0-1,0 0 0,0 1 1,0-1-1,1 0 0,-1 0 0,0 0 1,0 1-1,0-1 0,1 0 1,-1 0-1,0 0 0,0 0 1,1 0-1,-1 0 0,0 0 1,0 0-1,0 0 0,1 1 0,-1-1 1,0 0-1,0 0 0,1 0 1,-1 0-1,0 0 0,0-1 1,1 1-1,-1 0 0,0 0 1,0 0-1,1 0 0,-1 0 0,0 0 1,0 0-1,0 0 0,1 0 1,-1-1-1,0 1 0,0 0 1,0 0-1,1 0 0,-1-1 1,1-4 450,32-17-197,-8 10-476,1 1 1,1 1 0,0 2-1,54-10 1,-61 13-17,15-2 31,1 1 0,0 2 0,-1 1 0,38 2 1,-73 20-2130,1-9 879,-1 1 0,2 0 0,0-1 0,3 12 0,1 1-4125</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57.519"/>
    </inkml:context>
    <inkml:brush xml:id="br0">
      <inkml:brushProperty name="width" value="0.025" units="cm"/>
      <inkml:brushProperty name="height" value="0.025" units="cm"/>
    </inkml:brush>
  </inkml:definitions>
  <inkml:trace contextRef="#ctx0" brushRef="#br0">93 143 3577,'0'0'3963,"-15"-3"-3441,-46-13 495,60 16-932,1 0-1,-1 0 0,0 0 1,1 0-1,-1 0 0,0-1 1,0 1-1,1 0 0,-1-1 1,0 1-1,1 0 0,-1-1 1,1 1-1,-1-1 1,0 1-1,1-1 0,-1 1 1,1-1-1,-1 1 0,1-1 1,0 1-1,-1-1 0,1 0 1,0 1-1,-1-1 0,1 0 1,0 1-1,-1-1 0,1 0 1,0 0-1,0 1 1,0-1-1,0 0 0,0 1 1,0-1-1,0 0 0,0 0 1,0 1-1,0-1 0,0 0 1,1 0-1,-1 1 0,0-1 1,0 0-1,1 1 0,-1-1 1,0 0-1,1 1 0,-1-1 1,1 1-1,-1-1 1,1 1-1,-1-1 0,1 1 1,-1-1-1,1 1 0,0-1 1,-1 1-1,1-1 0,0 1 1,-1 0-1,1 0 0,1-1 1,8-4 1259,-8 5-983,0-1-1,-1 0 0,1 0 1,0 1-1,-1-1 0,1 1 0,0-1 1,-1 1-1,1 0 0,4 0 1,67-10 1544,-56 8-1747,69-12 322,88-15-316,-37 3-92,-137 27-47,0-1 1,1 1-1,-1-1 1,0 1-1,0-1 1,0 1-1,0-1 1,0 1-1,0-1 1,0 1-1,0-1 1,0 1-1,0-1 0,0 1 1,-1-1-1,1 1 1,0-1-1,0 1 1,0-1-1,-1 1 1,1-1-1,0 1 1,-1-1-1,1 1 1,0-1-1,-1 0 1,1 1-1,0-1 1,-1 1-1,0-1 1,-13 22-1798,-8 5-2087,-4-1-1518</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09.045"/>
    </inkml:context>
    <inkml:brush xml:id="br0">
      <inkml:brushProperty name="width" value="0.025" units="cm"/>
      <inkml:brushProperty name="height" value="0.025" units="cm"/>
    </inkml:brush>
  </inkml:definitions>
  <inkml:trace contextRef="#ctx0" brushRef="#br0">0 171 3505,'0'0'7833,"0"-22"-5640,0-29 1045,0 50-2979,0 0-234,1 1 0,-1 0 1,0-1-1,0 1 0,0-1 1,0 1-1,0 0 0,0-1 1,0 1-1,1-1 0,-1 1 1,0 0-1,0-1 0,0 1 1,1 0-1,-1 0 0,0-1 1,1 1-1,-1 0 0,0-1 1,0 1-1,1 0 0,-1 0 1,1 0-1,-1-1 0,0 1 1,1 0-1,0 0 0,23-4-52,0 1-1,0 2 0,27 1 0,-31 0-26,-17 0 63,0 1 0,-1 0 0,1-1 0,0 1-1,-1 0 1,1 1 0,-1-1 0,1 0 0,-1 1 0,1-1 0,-1 1-1,0 0 1,0 0 0,0 0 0,0 0 0,0 0 0,0 0 0,-1 0-1,1 1 1,-1-1 0,1 1 0,-1-1 0,0 1 0,0 0 0,0-1-1,1 6 1,1 4 121,0 0 1,0 0-1,-1 0 0,-1 0 0,1 15 0,-2 111 3024,0-149-3159,-1-10-74,6-37 0,-4 50 43,1 1 1,-1 0 0,2 0 0,-1-1 0,1 2 0,0-1 0,1 0-1,7-11 1,2 0-41,1 0 0,1 1 0,1 0-1,1 1 1,0 1 0,30-21 0,-35 28 63,1 1 0,0 0 1,0 1-1,1 1 0,0 0 1,-1 0-1,2 2 0,-1 0 1,0 0-1,1 1 0,18 0 1,-31 2 8,0 0 0,0 0 0,0 0 1,0 1-1,0-1 0,0 0 0,0 1 0,0-1 0,-1 1 1,1-1-1,0 1 0,0 0 0,0 0 0,-1 0 1,1 0-1,-1 0 0,1 0 0,2 3 0,-1 0 18,-1 0 0,0 0 0,0 0 0,0 0 0,0 0-1,1 8 1,-1-9 3,11 34 223,-7-22-27,-1 1 1,0-1 0,-1 1-1,0 0 1,-2 0 0,2 25-1,-4 66 1130,0-107-1283,0-7-12425,0-12 3914</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09.447"/>
    </inkml:context>
    <inkml:brush xml:id="br0">
      <inkml:brushProperty name="width" value="0.025" units="cm"/>
      <inkml:brushProperty name="height" value="0.025" units="cm"/>
    </inkml:brush>
  </inkml:definitions>
  <inkml:trace contextRef="#ctx0" brushRef="#br0">0 18 2905,'0'0'11431,"5"1"-10422,22 1 665,56 0-1,-49-2-1537,-33 0 448,21 0-1060,0-2-1251,43-6 1,-16 0-2719,-31 4 400</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09.874"/>
    </inkml:context>
    <inkml:brush xml:id="br0">
      <inkml:brushProperty name="width" value="0.025" units="cm"/>
      <inkml:brushProperty name="height" value="0.025" units="cm"/>
    </inkml:brush>
  </inkml:definitions>
  <inkml:trace contextRef="#ctx0" brushRef="#br0">1 0 2721,'0'0'12046,"5"0"-10940,22 0 1488,-27 23-655,0 344 1532,-2-359-3232,-1-2-910,3 2-3288,5-8-4301</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0.220"/>
    </inkml:context>
    <inkml:brush xml:id="br0">
      <inkml:brushProperty name="width" value="0.025" units="cm"/>
      <inkml:brushProperty name="height" value="0.025" units="cm"/>
    </inkml:brush>
  </inkml:definitions>
  <inkml:trace contextRef="#ctx0" brushRef="#br0">65 1 6977,'0'0'17252,"5"0"-17244,-5 12-280,0 19-184,0 12-824,-11 27-1273,-15-7-2688,-7-15-3529</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0.558"/>
    </inkml:context>
    <inkml:brush xml:id="br0">
      <inkml:brushProperty name="width" value="0.025" units="cm"/>
      <inkml:brushProperty name="height" value="0.025" units="cm"/>
    </inkml:brush>
  </inkml:definitions>
  <inkml:trace contextRef="#ctx0" brushRef="#br0">156 0 2833,'0'0'20532,"-155"144"-20532,155-127-432,5-12-584,38 0-1745,0-5-3064</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0.905"/>
    </inkml:context>
    <inkml:brush xml:id="br0">
      <inkml:brushProperty name="width" value="0.025" units="cm"/>
      <inkml:brushProperty name="height" value="0.025" units="cm"/>
    </inkml:brush>
  </inkml:definitions>
  <inkml:trace contextRef="#ctx0" brushRef="#br0">0 277 3865,'0'0'11474,"10"-1"-10201,-4 0-1101,-3 1-101,0 0 1,0-1 0,1 1 0,-1-1-1,0 0 1,0 0 0,0 0 0,0 0-1,0 0 1,0 0 0,-1-1 0,1 0 0,0 1-1,-1-1 1,1 0 0,-1 0 0,0-1-1,1 1 1,-1 0 0,3-6 0,35-48 179,3 2 1,52-51-1,-87 96-188,6-7-171,-9 16 432,-3 11 555,-4 11-524,-1 0-1,0 0 1,-2-1 0,-7 23-1,-11 56 189,20-81-570,-5 57-684,8-75-576,11-1-8861</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1.236"/>
    </inkml:context>
    <inkml:brush xml:id="br0">
      <inkml:brushProperty name="width" value="0.025" units="cm"/>
      <inkml:brushProperty name="height" value="0.025" units="cm"/>
    </inkml:brush>
  </inkml:definitions>
  <inkml:trace contextRef="#ctx0" brushRef="#br0">1 37 7090,'0'0'18091,"10"-36"-17827,-4 36-264,-1 0-120,0 9 112,1 18-128,4 2-328,7 2-568,9 17-936,1-12-1785,-11-2-1640</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1.581"/>
    </inkml:context>
    <inkml:brush xml:id="br0">
      <inkml:brushProperty name="width" value="0.025" units="cm"/>
      <inkml:brushProperty name="height" value="0.025" units="cm"/>
    </inkml:brush>
  </inkml:definitions>
  <inkml:trace contextRef="#ctx0" brushRef="#br0">1 0 3321,'0'0'9646,"10"4"-7790,33 10 78,-40-13-1626,-1 0 1,1 0-1,0 0 1,-1 0-1,1-1 1,0 1-1,0-1 1,-1 0-1,1 0 1,0 0-1,5-1 1,3 0 98,325 13 1591,-239-8-1987,48 6-9,-143-9-6,0-1-1,0 0 1,-1 0 0,1 1-1,0-1 1,-1 1 0,1-1-1,-1 1 1,1 0 0,-1 0-1,1-1 1,-1 1-1,1 0 1,-1 0 0,0 1-1,1-1 1,-1 0 0,0 0-1,0 1 1,0-1 0,0 0-1,0 1 1,0-1 0,0 1-1,0 2 1,0-2 14,-1 0 0,0 0-1,0 0 1,0 1 0,0-1 0,0 0-1,-1 0 1,1 0 0,-1 0 0,1 0-1,-1 0 1,0 0 0,0 0 0,1 0-1,-2 0 1,1 0 0,0 0 0,0-1-1,0 1 1,-3 2 0,-6 6 88,-1 0 0,0-1 0,0-1 0,-1 0 0,-23 12 0,-71 29 140,101-47-229,-33 13 47,-56 11 0,4-1 8,61-15-66,1 1 0,1 1 1,-29 17-1,38-20-24,-13 7 6,30-15-14,0-1 1,0 1-1,0 0 1,0 0-1,0-1 1,0 1-1,0 0 1,0 0-1,0 0 1,0 0-1,1 0 1,-1 0-1,0 1 1,1-1-1,-1 0 1,1 0-1,0 0 1,-1 0-1,0 3 1,2-3-32,-1-1 0,0 1 1,0-1-1,1 1 0,-1-1 0,0 0 1,0 1-1,1-1 0,-1 1 0,0-1 0,1 0 1,-1 1-1,1-1 0,-1 0 0,0 1 1,1-1-1,-1 0 0,1 0 0,-1 1 0,1-1 1,-1 0-1,1 0 0,-1 0 0,1 0 1,-1 0-1,1 0 0,-1 0 0,1 0 0,-1 0 1,1 0-1,-1 0 0,1 0 0,-1 0 1,2 0-1,111 1-5416,-54-1-1426</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1.992"/>
    </inkml:context>
    <inkml:brush xml:id="br0">
      <inkml:brushProperty name="width" value="0.025" units="cm"/>
      <inkml:brushProperty name="height" value="0.025" units="cm"/>
    </inkml:brush>
  </inkml:definitions>
  <inkml:trace contextRef="#ctx0" brushRef="#br0">1 1 2985,'0'0'11938,"0"0"-11858,0 0-1,0 1 1,0-1 0,0 0-1,0 0 1,0 1-1,0-1 1,0 0 0,0 1-1,0-1 1,0 0 0,0 0-1,1 1 1,-1-1-1,0 0 1,0 0 0,0 1-1,0-1 1,0 0-1,1 0 1,-1 0 0,0 1-1,0-1 1,1 0-1,-1 0 1,0 0 0,0 0-1,1 1 1,-1-1 0,0 0-1,0 0 1,1 0-1,-1 0 1,0 0 0,0 0-1,1 0 1,-1 0-1,0 0 1,1 0 0,-1 0-1,0 0 1,0 0-1,1 0 1,-1 0 0,1 0-1,113 1 920,127-2-1063,-245 9-652,-2-2 448,-1 1-1,0-1 1,0 0-1,0-1 1,-1 0-1,-9 5 1,-58 27-2231,43-22 1241,-22 11-1916,5-3-2243</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2.339"/>
    </inkml:context>
    <inkml:brush xml:id="br0">
      <inkml:brushProperty name="width" value="0.025" units="cm"/>
      <inkml:brushProperty name="height" value="0.025" units="cm"/>
    </inkml:brush>
  </inkml:definitions>
  <inkml:trace contextRef="#ctx0" brushRef="#br0">81 1 392,'-51'213'251,"50"-205"-153,-1 0 1,0 0 0,-1 0 0,0 0-1,0-1 1,-8 15 0,8-15 2352,2 9 6427,15-16-5242,62 1-445,143-6 637,-187 3-4552,1 0-1,53 6 1,-66 1-1922,-10 4-2718,-8 3-5066</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4.501"/>
    </inkml:context>
    <inkml:brush xml:id="br0">
      <inkml:brushProperty name="width" value="0.025" units="cm"/>
      <inkml:brushProperty name="height" value="0.025" units="cm"/>
    </inkml:brush>
  </inkml:definitions>
  <inkml:trace contextRef="#ctx0" brushRef="#br0">130 20 3849,'0'0'7264,"10"0"-6218,39 0 1760,-49-1-2431,0 1-248,0-1 1,0 1 0,0 0-1,0-1 1,0 1-1,0 0 1,0 0-1,0-1 1,0 1 0,0 0-1,0-1 1,0 1-1,0 0 1,0 0-1,0-1 1,0 1 0,-1 0-1,1 0 1,0-1-1,0 1 1,0 0-1,0 0 1,-1-1 0,1 1-1,0 0 1,0 0-1,0 0 1,-1-1-1,1 1 1,0 0 0,0 0-1,-1 0 1,1 0-1,0 0 1,0-1-1,-1 1 1,1 0 0,0 0-1,-1 0 1,1 0-1,0 0 1,0 0-1,-1 0 1,1 0 0,-4 1-100,1-1 1,0 1 0,0 0-1,0-1 1,0 2 0,-1-1-1,1 0 1,1 1 0,-1-1-1,0 1 1,0 0 0,1 0-1,-1 0 1,1 0 0,-1 0-1,1 1 1,0-1 0,-4 6-1,-5 8 84,1 0 0,-10 21-1,2-3 44,5-12 5,0-1 0,-12 33 0,22-46-133,0 1 0,1 0 1,0 0-1,0 0 0,1 0 0,0 0 1,1 0-1,0 1 0,2 15 1,-2-23-27,1 0 0,0 0 0,0 0 0,0 0 0,0-1 0,0 1 0,0 0 0,0 0 0,1-1 0,-1 1 0,1-1 0,-1 1 0,1-1 0,0 0 1,-1 0-1,1 0 0,0 0 0,0 0 0,0 0 0,0 0 0,0 0 0,0-1 0,0 1 0,3 0 0,58 9 109,-50-9-66,40 4 56,0-3 1,77-6-1,-125 3-85,1 0 0,-1 0-1,1-1 1,-1 0 0,0 0 0,1 0 0,-1-1-1,0 0 1,0 0 0,-1 0 0,1-1 0,-1 1-1,1-1 1,-1 0 0,-1 0 0,1 0 0,0-1-1,-1 0 1,0 1 0,0-1 0,0 0 0,-1-1-1,0 1 1,0 0 0,0-1 0,0 1 0,-1-1-1,0 1 1,0-1 0,0-8 0,-1-14 123,1 14-59,-1-1 1,-1 1-1,-4-25 1,4 34-69,0 0 0,-1-1 1,0 1-1,0 0 0,-1 1 0,1-1 1,-1 0-1,0 1 0,0-1 0,-1 1 1,1 0-1,-1 0 0,-7-6 0,-4-1 71,-1 1 0,0 0 0,-1 1 0,0 1 0,0 1 0,-1 0 0,0 1 0,0 1 0,0 1 0,-1 0 0,-20 0 0,29 1 436,4 2-1774,0 1-6390,11 0 1915</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4.959"/>
    </inkml:context>
    <inkml:brush xml:id="br0">
      <inkml:brushProperty name="width" value="0.025" units="cm"/>
      <inkml:brushProperty name="height" value="0.025" units="cm"/>
    </inkml:brush>
  </inkml:definitions>
  <inkml:trace contextRef="#ctx0" brushRef="#br0">0 22 1216,'0'0'23680,"4"-4"-22186,14-14 741,-18 24-6115,0 56-5375,0-41-522</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5.323"/>
    </inkml:context>
    <inkml:brush xml:id="br0">
      <inkml:brushProperty name="width" value="0.025" units="cm"/>
      <inkml:brushProperty name="height" value="0.025" units="cm"/>
    </inkml:brush>
  </inkml:definitions>
  <inkml:trace contextRef="#ctx0" brushRef="#br0">615 1 4049,'0'0'19756,"21"65"-19212,-69-39-288,-16 6-96,-11 6-160,-10 15-264,-54 48-1032,26-9-1721,1 4-3864</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25.625"/>
    </inkml:context>
    <inkml:brush xml:id="br0">
      <inkml:brushProperty name="width" value="0.025" units="cm"/>
      <inkml:brushProperty name="height" value="0.025" units="cm"/>
    </inkml:brush>
  </inkml:definitions>
  <inkml:trace contextRef="#ctx0" brushRef="#br0">0 195 2601,'0'0'2499,"0"-20"-876,2 14-1247,-1 1 1,1-1-1,-1 1 1,1-1-1,1 1 1,-1 0-1,1-1 1,0 1-1,0 1 1,1-1 0,-1 0-1,1 1 1,0 0-1,8-7 1,-8 3 6617,-3-1-3475,-1 8-3458,0 0-1,-1 0 0,1 0 1,0 1-1,0-1 0,1 0 0,-1 0 1,0 0-1,0 0 0,0 0 1,0 0-1,1 0 0,-1 1 0,0-1 1,1 0-1,-1 0 0,1 0 1,-1 1-1,1-1 0,-1 0 0,1 0 1,0 1-1,-1-1 0,1 1 1,0-1-1,-1 0 0,1 1 0,0 0 1,0-1-1,1 0 0,65-17 94,71-10 0,-108 25-155,53 0 0,-74 3 1,-5 0 2,0 1 0,0-1 0,0 1 0,0 0 0,0 0 0,0 0 0,0 0 1,0 1-1,-1 0 0,1 0 0,-1 0 0,1 0 0,-1 0 0,0 0 0,0 1 0,3 3 1,4 4 11,-1 1 0,0 1 0,8 13 0,3 4-1,75 77-20,-91-101 8,-1 0 1,0 0-1,0 0 0,0 0 0,-1 0 0,1 0 0,-1 1 0,-1-1 0,3 11 0,-3-13 2,-1 0-1,1 1 1,-1-1 0,0 1-1,0-1 1,0 0 0,-1 1-1,1-1 1,-1 1 0,0-1-1,0 0 1,0 0 0,0 1-1,-1-1 1,1 0 0,-1 0-1,0 0 1,-2 2 0,-7 7 15,-1-1 1,0 0 0,-1-1 0,-1-1-1,-14 9 1,11-9-14,2 2 0,-1 0 0,-16 16 0,31-26-9,0 0 1,1-1-1,-1 1 1,0 0-1,0 0 1,1 0 0,-1 0-1,1 0 1,-1 0-1,1 0 1,-1 0-1,1 0 1,-1 0-1,1 0 1,0 0-1,-1 2 1,1-2-2,1 0 0,-1-1-1,0 1 1,0-1 0,0 1 0,1 0-1,-1-1 1,0 1 0,1-1 0,-1 1-1,0-1 1,1 1 0,-1-1-1,1 1 1,-1-1 0,1 1 0,-1-1-1,1 1 1,-1-1 0,2 1 0,3 1-15,-1 0 0,1 0 1,0-1-1,0 0 1,8 2-1,-8-3 39,24 4-71,-1-3 1,56-2 0,-23-1-131,10 2 76,-71 10 189,-16 239 224,16-73 353,0-174-632,-1 0 0,1-1 0,0 1 0,-1 0-1,1-1 1,-1 1 0,0 0 0,1-1 0,-1 1 0,0-1 0,0 1 0,0-1 0,0 1 0,0-1 0,-1 0 0,1 1-1,0-1 1,0 0 0,-1 0 0,1 0 0,-1 0 0,1 0 0,-1 0 0,0-1 0,1 1 0,-1 0 0,0-1 0,1 0-1,-1 1 1,-2-1 0,-8 3 65,-1-1-1,1-1 0,-17 0 0,13 0 57,-67 4 597,-114 3 711,192-8-1412,0 0 0,1 0 0,-1 1 1,0-1-1,1 1 0,-1 0 0,-4 2 0,6-2 39,6-1-353,50-1-3624,-45-5-1551</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6.534"/>
    </inkml:context>
    <inkml:brush xml:id="br0">
      <inkml:brushProperty name="width" value="0.025" units="cm"/>
      <inkml:brushProperty name="height" value="0.025" units="cm"/>
    </inkml:brush>
  </inkml:definitions>
  <inkml:trace contextRef="#ctx0" brushRef="#br0">187 2 6481,'0'0'9569,"0"-1"-9469,0 1 0,0 0 0,0 0 0,0 0 0,1 0 0,-1 0 0,0 0-1,0 0 1,0 0 0,0 0 0,0-1 0,0 1 0,0 0 0,1 0 0,-1 0 0,0 0 0,0 0 0,0 0 0,0 0-1,0 0 1,0 0 0,1 0 0,-1 0 0,0 0 0,0 0 0,0 0 0,0 0 0,0 0 0,0 0 0,1 0 0,-1 0 0,0 0-1,0 0 1,0 0 0,0 1 0,0-1 0,0 0 0,0 0 0,1 0 0,-1 0 0,0 0 0,0 0 0,0 0 0,0 0-1,0 0 1,0 1 0,0-1 0,0 0 0,0 0 0,0 0 0,0 0 0,0 10-42,-1 1 0,0-1 0,-1 0 0,0 0 0,-1-1 0,0 1 0,-1 0 0,1-1 0,-10 16 0,3-4-38,-17 35-1,3 1 0,3 1 0,2 1-1,2 0 1,4 2 0,1-1 0,-4 104 0,16-159-19,1 245 24,0-237-25,1-1 1,0 0 0,0 0-1,2 0 1,-1 0 0,2-1-1,-1 1 1,2-1 0,-1 0-1,11 13 1,-12-18 5,0 0 0,1 0 1,0-1-1,0 0 0,1 0 0,-1 0 0,1-1 0,0 1 1,0-2-1,1 1 0,-1-1 0,1 1 0,0-2 1,-1 1-1,1-1 0,0 0 0,1 0 0,9 0 0,-12-2-9,10 2-83,-1-1-1,1-1 0,26-3 1,-41 3-9,1-1 1,0 0-1,-1 1 1,1-1-1,-1 0 1,1 1-1,-1-1 1,1 0-1,-1 0 0,1 1 1,-1-1-1,0 0 1,1 0-1,-1 0 1,0 0-1,0 1 1,0-1-1,1 0 1,-1 0-1,0 0 1,0 0-1,0 0 1,0 0-1,-1 1 1,1-1-1,0 0 1,0 0-1,0 0 1,-1 0-1,1 1 1,-1-1-1,1 0 1,0 0-1,-1 0 1,1 1-1,-2-2 1,-22-10-3009,-12 2-1801</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7.118"/>
    </inkml:context>
    <inkml:brush xml:id="br0">
      <inkml:brushProperty name="width" value="0.025" units="cm"/>
      <inkml:brushProperty name="height" value="0.025" units="cm"/>
    </inkml:brush>
  </inkml:definitions>
  <inkml:trace contextRef="#ctx0" brushRef="#br0">1 2 6001,'0'0'11873,"5"-1"-10818,-3 1-969,0 0-1,0 0 0,1 0 0,-1 0 0,0 0 1,0 1-1,0-1 0,0 0 0,0 1 0,0 0 0,0 0 1,0-1-1,0 1 0,-1 0 0,1 1 0,0-1 1,0 0-1,1 2 0,1 1 87,0 0 0,0 0 0,-1 1 0,1 0 0,-1-1-1,5 11 1,0 5-64,0 1 1,-1 0-1,-1 1 0,-1-1 0,-1 1 0,-1 0 1,-1 0-1,-1 29 0,-1-50-110,1 0 0,-1 0-1,1-1 1,-1 1 0,1 0 0,0-1 0,-1 1 0,1-1-1,0 1 1,-1 0 0,1-1 0,0 0 0,0 1 0,0-1-1,0 1 1,0-1 0,-1 0 0,1 0 0,0 1-1,0-1 1,0 0 0,0 0 0,0 0 0,0 0 0,0 0-1,0 0 1,0 0 0,-1-1 0,1 1 0,0 0 0,0 0-1,0-1 1,0 1 0,0-1 0,-1 1 0,1 0 0,0-1-1,0 0 1,0 0 0,3-2-24,-1-1 0,0 0 0,-1 1-1,1-1 1,-1 0 0,0 0 0,3-7 0,4-8-26,-6 15 49,13-27-71,3 0 0,0 1 0,2 1 0,43-46-1,-58 72 85,-6 3 80,1 8 409,5 11-23,0 1 0,16 34 1,-15-41-410,-1 1 0,0 1 1,-1-1-1,-1 1 0,0 0 1,-1 0-1,2 25 0,-5 19-536,0-19-6155</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7.476"/>
    </inkml:context>
    <inkml:brush xml:id="br0">
      <inkml:brushProperty name="width" value="0.025" units="cm"/>
      <inkml:brushProperty name="height" value="0.025" units="cm"/>
    </inkml:brush>
  </inkml:definitions>
  <inkml:trace contextRef="#ctx0" brushRef="#br0">0 0 6281,'0'0'12512,"20"4"-11353,-3-1-940,14 4 817,1-2-1,46 2 0,171 1 28,-248-8-1110,-3 0-2085,1 0 1682,0 1 1,0-1-1,0 0 1,0 0-1,0 0 1,0 0-1,0 0 1,0-1-1,0 1 1,1 0-1,-1 0 1,0-1-1,0 1 1,0 0-1,0-1 1,0 1-1,0-1 1,-1 0-1,2-17-4632</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7.823"/>
    </inkml:context>
    <inkml:brush xml:id="br0">
      <inkml:brushProperty name="width" value="0.025" units="cm"/>
      <inkml:brushProperty name="height" value="0.025" units="cm"/>
    </inkml:brush>
  </inkml:definitions>
  <inkml:trace contextRef="#ctx0" brushRef="#br0">0 0 4441,'0'0'15143,"7"34"-13788,22 107-256,-26-124-770,0-1-1,-1 1 1,-1 0 0,-1 33 0,-2-12 149,2 203-1456,0-240 678,0 0-1,0 0 0,0 0 1,0 0-1,0 0 1,0 0-1,0 0 0,0 0 1,0 0-1,-1 0 1,1 0-1,0-1 1,-1 1-1,1 0 0,-1 0 1,1 0-1,-1 0 1,1 0-1,-2 1 0,-8-1-4562</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8.245"/>
    </inkml:context>
    <inkml:brush xml:id="br0">
      <inkml:brushProperty name="width" value="0.025" units="cm"/>
      <inkml:brushProperty name="height" value="0.025" units="cm"/>
    </inkml:brush>
  </inkml:definitions>
  <inkml:trace contextRef="#ctx0" brushRef="#br0">0 1 10570,'0'0'8855,"17"14"-8105,5 3-512,-6-5-67,-1 1 1,0 1-1,0 0 1,-2 0-1,13 19 1,-9-9-25,-2 0 0,-2 2 0,0 0 0,14 39 0,27 116 412,-34-91-226,-4 1 1,5 125 0,-13 184 918,-8-317-1004,0-68-217,-1 0-1,0 1 0,-1-1 0,0 0 0,-1 0 0,-1-1 1,-6 16-1,6-22 8,0 0 1,0 0 0,-1 0-1,0-1 1,0 1 0,-1-1-1,0 0 1,0-1 0,0 0 0,-1 0-1,0 0 1,0-1 0,-11 6-1,14-8-84,-1 0-1,0-1 1,0 1-1,0-1 1,0 0 0,0-1-1,0 1 1,-1-1-1,1 0 1,0 0-1,-8-1 1,12-11-1460,1-110-5994,0 56 605</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8.682"/>
    </inkml:context>
    <inkml:brush xml:id="br0">
      <inkml:brushProperty name="width" value="0.025" units="cm"/>
      <inkml:brushProperty name="height" value="0.025" units="cm"/>
    </inkml:brush>
  </inkml:definitions>
  <inkml:trace contextRef="#ctx0" brushRef="#br0">620 0 8914,'0'0'11073,"-24"48"-10193,-85 160-58,-61 115 937,61-95-1086,42-83-405,-42 106-138,92-222 355,5-9-1838,9-12-4218,3-28 1073,0-12-2387</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9.247"/>
    </inkml:context>
    <inkml:brush xml:id="br0">
      <inkml:brushProperty name="width" value="0.025" units="cm"/>
      <inkml:brushProperty name="height" value="0.025" units="cm"/>
    </inkml:brush>
  </inkml:definitions>
  <inkml:trace contextRef="#ctx0" brushRef="#br0">1 0 4153,'0'0'17613,"22"10"-16617,115 40-458,-129-47-538,1 1 1,-1-1-1,-1 2 1,1-1 0,0 1-1,-1 0 1,0 1-1,11 11 1,-17-16-11,-1-1 0,0 1 1,0-1-1,1 1 0,-1 0 1,0-1-1,0 1 0,0 0 0,0-1 1,0 1-1,0 0 0,0-1 0,0 1 1,0 0-1,0-1 0,0 1 0,0 0 1,0-1-1,0 1 0,-1-1 0,1 1 1,0 0-1,0-1 0,-1 1 0,1-1 1,-1 1-1,0 0 0,-14 16 20,10-13-7,-46 44 238,31-30-70,0 2 1,-28 33 0,43-46-142,0 0 1,1 0-1,0 0 0,0 1 1,1-1-1,-1 1 0,2 0 1,-1 0-1,1 0 1,0 0-1,1 0 0,-1 17 1,2 48 226,0-71-248,0-1-1,1 0 1,-1 0 0,0 1-1,1-1 1,-1 0-1,1 0 1,-1 1-1,1-1 1,0 0 0,-1 0-1,1 0 1,0 0-1,0 0 1,0 0-1,0 0 1,0 0 0,0-1-1,0 1 1,0 0-1,0-1 1,0 1-1,0 0 1,0-1 0,0 1-1,1-1 1,-1 0-1,0 1 1,0-1-1,1 0 1,2 0 0,45 2 228,-38-2-177,123 0-121,-133 0-503</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9.604"/>
    </inkml:context>
    <inkml:brush xml:id="br0">
      <inkml:brushProperty name="width" value="0.025" units="cm"/>
      <inkml:brushProperty name="height" value="0.025" units="cm"/>
    </inkml:brush>
  </inkml:definitions>
  <inkml:trace contextRef="#ctx0" brushRef="#br0">1 0 12019,'0'0'14841,"10"0"-13943,44 0-339,-56 27-7462,-9-11 1178,-8-1-3747</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9.951"/>
    </inkml:context>
    <inkml:brush xml:id="br0">
      <inkml:brushProperty name="width" value="0.025" units="cm"/>
      <inkml:brushProperty name="height" value="0.025" units="cm"/>
    </inkml:brush>
  </inkml:definitions>
  <inkml:trace contextRef="#ctx0" brushRef="#br0">364 1 8194,'0'0'13723,"-5"22"-12739,0 4-88,-1 8-256,-4 7-360,-12 14-128,-10 8-152,-64 59-168,5-13-1872,-5-13-5082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42E396-6A81-4E93-A021-DD87CBA25AFE}" type="datetimeFigureOut">
              <a:rPr lang="en-US" smtClean="0"/>
              <a:pPr/>
              <a:t>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05BBFF-2AB3-4701-919E-A58E83F5B078}" type="slidenum">
              <a:rPr lang="en-US" smtClean="0"/>
              <a:pPr/>
              <a:t>‹#›</a:t>
            </a:fld>
            <a:endParaRPr lang="en-US"/>
          </a:p>
        </p:txBody>
      </p:sp>
    </p:spTree>
    <p:extLst>
      <p:ext uri="{BB962C8B-B14F-4D97-AF65-F5344CB8AC3E}">
        <p14:creationId xmlns:p14="http://schemas.microsoft.com/office/powerpoint/2010/main" val="1361709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5BBFF-2AB3-4701-919E-A58E83F5B078}" type="slidenum">
              <a:rPr lang="en-US" smtClean="0"/>
              <a:pPr/>
              <a:t>14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505BBFF-2AB3-4701-919E-A58E83F5B078}" type="slidenum">
              <a:rPr lang="en-US" smtClean="0"/>
              <a:pPr/>
              <a:t>30</a:t>
            </a:fld>
            <a:endParaRPr lang="en-US"/>
          </a:p>
        </p:txBody>
      </p:sp>
    </p:spTree>
    <p:extLst>
      <p:ext uri="{BB962C8B-B14F-4D97-AF65-F5344CB8AC3E}">
        <p14:creationId xmlns:p14="http://schemas.microsoft.com/office/powerpoint/2010/main" val="1960627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2D3C97-B8C0-459A-9BD2-BA627C2436BD}" type="datetime1">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E64170-5D7A-407D-A95C-F7F57957DF35}" type="datetime1">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006065-B96B-456A-A1E6-049884692F2E}" type="datetime1">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49D6E5-3E85-4F2B-BB0F-688A2EEABF6A}" type="datetime1">
              <a:rPr lang="en-US" smtClean="0"/>
              <a:pPr/>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3E20CD-A872-4481-B343-79CDD4D87B20}" type="datetime1">
              <a:rPr lang="en-US" smtClean="0"/>
              <a:pPr/>
              <a:t>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78A941-7EBC-4677-92A8-0DA5A691F8D6}" type="datetime1">
              <a:rPr lang="en-US" smtClean="0"/>
              <a:pPr/>
              <a:t>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AA0E20-E6D7-4BEC-B4D5-3A386E9F567D}" type="datetime1">
              <a:rPr lang="en-US" smtClean="0"/>
              <a:pPr/>
              <a:t>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AB7942-0ED9-48AE-AEC3-1FF62F18DD0F}" type="datetime1">
              <a:rPr lang="en-US" smtClean="0"/>
              <a:pPr/>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9AB8A2-FDE0-4340-9858-BD81B5DD8EC3}" type="datetime1">
              <a:rPr lang="en-US" smtClean="0"/>
              <a:pPr/>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4DC361-2999-49B3-AB28-FAFDB54D02ED}" type="datetime1">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EC51FA-FFBC-404C-A2AD-E4A09A1C154C}" type="datetime1">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BD6FE2-5B65-458D-A722-3DA795F887BE}" type="datetime1">
              <a:rPr lang="en-US" smtClean="0"/>
              <a:pPr/>
              <a:t>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B2EE5-B8BC-4D24-A25E-F2DF61737E6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63" Type="http://schemas.openxmlformats.org/officeDocument/2006/relationships/image" Target="../media/image31.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customXml" Target="../ink/ink82.xml"/><Relationship Id="rId170" Type="http://schemas.openxmlformats.org/officeDocument/2006/relationships/customXml" Target="../ink/ink93.xml"/><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53" Type="http://schemas.openxmlformats.org/officeDocument/2006/relationships/image" Target="../media/image26.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4.png"/><Relationship Id="rId5" Type="http://schemas.openxmlformats.org/officeDocument/2006/relationships/image" Target="../media/image2.png"/><Relationship Id="rId95" Type="http://schemas.openxmlformats.org/officeDocument/2006/relationships/image" Target="../media/image47.png"/><Relationship Id="rId160" Type="http://schemas.openxmlformats.org/officeDocument/2006/relationships/customXml" Target="../ink/ink83.xml"/><Relationship Id="rId181" Type="http://schemas.openxmlformats.org/officeDocument/2006/relationships/customXml" Target="../ink/ink101.xml"/><Relationship Id="rId22" Type="http://schemas.openxmlformats.org/officeDocument/2006/relationships/customXml" Target="../ink/ink11.xml"/><Relationship Id="rId43" Type="http://schemas.openxmlformats.org/officeDocument/2006/relationships/image" Target="../media/image21.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69.png"/><Relationship Id="rId85" Type="http://schemas.openxmlformats.org/officeDocument/2006/relationships/image" Target="../media/image42.png"/><Relationship Id="rId150" Type="http://schemas.openxmlformats.org/officeDocument/2006/relationships/customXml" Target="../ink/ink75.xml"/><Relationship Id="rId171" Type="http://schemas.openxmlformats.org/officeDocument/2006/relationships/customXml" Target="../ink/ink94.xml"/><Relationship Id="rId12" Type="http://schemas.openxmlformats.org/officeDocument/2006/relationships/customXml" Target="../ink/ink6.xml"/><Relationship Id="rId33" Type="http://schemas.openxmlformats.org/officeDocument/2006/relationships/image" Target="../media/image16.png"/><Relationship Id="rId108" Type="http://schemas.openxmlformats.org/officeDocument/2006/relationships/customXml" Target="../ink/ink54.xml"/><Relationship Id="rId129" Type="http://schemas.openxmlformats.org/officeDocument/2006/relationships/image" Target="../media/image64.png"/><Relationship Id="rId54" Type="http://schemas.openxmlformats.org/officeDocument/2006/relationships/customXml" Target="../ink/ink27.xml"/><Relationship Id="rId75" Type="http://schemas.openxmlformats.org/officeDocument/2006/relationships/image" Target="../media/image37.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customXml" Target="../ink/ink84.xml"/><Relationship Id="rId182" Type="http://schemas.openxmlformats.org/officeDocument/2006/relationships/image" Target="../media/image80.png"/><Relationship Id="rId6" Type="http://schemas.openxmlformats.org/officeDocument/2006/relationships/customXml" Target="../ink/ink3.xml"/><Relationship Id="rId23" Type="http://schemas.openxmlformats.org/officeDocument/2006/relationships/image" Target="../media/image11.png"/><Relationship Id="rId119" Type="http://schemas.openxmlformats.org/officeDocument/2006/relationships/image" Target="../media/image59.png"/><Relationship Id="rId44" Type="http://schemas.openxmlformats.org/officeDocument/2006/relationships/customXml" Target="../ink/ink22.xml"/><Relationship Id="rId65" Type="http://schemas.openxmlformats.org/officeDocument/2006/relationships/image" Target="../media/image32.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5.png"/><Relationship Id="rId172" Type="http://schemas.openxmlformats.org/officeDocument/2006/relationships/customXml" Target="../ink/ink95.xml"/><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109" Type="http://schemas.openxmlformats.org/officeDocument/2006/relationships/image" Target="../media/image5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2.png"/><Relationship Id="rId141" Type="http://schemas.openxmlformats.org/officeDocument/2006/relationships/image" Target="../media/image70.png"/><Relationship Id="rId146" Type="http://schemas.openxmlformats.org/officeDocument/2006/relationships/customXml" Target="../ink/ink73.xml"/><Relationship Id="rId167" Type="http://schemas.openxmlformats.org/officeDocument/2006/relationships/customXml" Target="../ink/ink90.xml"/><Relationship Id="rId188" Type="http://schemas.openxmlformats.org/officeDocument/2006/relationships/image" Target="../media/image83.png"/><Relationship Id="rId7" Type="http://schemas.openxmlformats.org/officeDocument/2006/relationships/image" Target="../media/image3.png"/><Relationship Id="rId71" Type="http://schemas.openxmlformats.org/officeDocument/2006/relationships/image" Target="../media/image35.png"/><Relationship Id="rId92" Type="http://schemas.openxmlformats.org/officeDocument/2006/relationships/customXml" Target="../ink/ink46.xml"/><Relationship Id="rId162" Type="http://schemas.openxmlformats.org/officeDocument/2006/relationships/customXml" Target="../ink/ink85.xml"/><Relationship Id="rId183" Type="http://schemas.openxmlformats.org/officeDocument/2006/relationships/customXml" Target="../ink/ink102.xml"/><Relationship Id="rId2" Type="http://schemas.openxmlformats.org/officeDocument/2006/relationships/customXml" Target="../ink/ink1.xml"/><Relationship Id="rId29" Type="http://schemas.openxmlformats.org/officeDocument/2006/relationships/image" Target="../media/image1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15" Type="http://schemas.openxmlformats.org/officeDocument/2006/relationships/image" Target="../media/image57.png"/><Relationship Id="rId131" Type="http://schemas.openxmlformats.org/officeDocument/2006/relationships/image" Target="../media/image65.png"/><Relationship Id="rId136" Type="http://schemas.openxmlformats.org/officeDocument/2006/relationships/customXml" Target="../ink/ink68.xml"/><Relationship Id="rId157" Type="http://schemas.openxmlformats.org/officeDocument/2006/relationships/customXml" Target="../ink/ink80.xml"/><Relationship Id="rId178" Type="http://schemas.openxmlformats.org/officeDocument/2006/relationships/image" Target="../media/image78.png"/><Relationship Id="rId61" Type="http://schemas.openxmlformats.org/officeDocument/2006/relationships/image" Target="../media/image30.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customXml" Target="../ink/ink96.xml"/><Relationship Id="rId19" Type="http://schemas.openxmlformats.org/officeDocument/2006/relationships/image" Target="../media/image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105" Type="http://schemas.openxmlformats.org/officeDocument/2006/relationships/image" Target="../media/image52.png"/><Relationship Id="rId126" Type="http://schemas.openxmlformats.org/officeDocument/2006/relationships/customXml" Target="../ink/ink63.xml"/><Relationship Id="rId147" Type="http://schemas.openxmlformats.org/officeDocument/2006/relationships/image" Target="../media/image73.png"/><Relationship Id="rId168" Type="http://schemas.openxmlformats.org/officeDocument/2006/relationships/customXml" Target="../ink/ink91.xml"/><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98" Type="http://schemas.openxmlformats.org/officeDocument/2006/relationships/customXml" Target="../ink/ink49.xml"/><Relationship Id="rId121" Type="http://schemas.openxmlformats.org/officeDocument/2006/relationships/image" Target="../media/image60.png"/><Relationship Id="rId142" Type="http://schemas.openxmlformats.org/officeDocument/2006/relationships/customXml" Target="../ink/ink71.xml"/><Relationship Id="rId163" Type="http://schemas.openxmlformats.org/officeDocument/2006/relationships/customXml" Target="../ink/ink86.xml"/><Relationship Id="rId184" Type="http://schemas.openxmlformats.org/officeDocument/2006/relationships/image" Target="../media/image81.png"/><Relationship Id="rId189" Type="http://schemas.openxmlformats.org/officeDocument/2006/relationships/customXml" Target="../ink/ink105.xml"/><Relationship Id="rId3" Type="http://schemas.openxmlformats.org/officeDocument/2006/relationships/image" Target="../media/image1.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116" Type="http://schemas.openxmlformats.org/officeDocument/2006/relationships/customXml" Target="../ink/ink58.xml"/><Relationship Id="rId137" Type="http://schemas.openxmlformats.org/officeDocument/2006/relationships/image" Target="../media/image68.png"/><Relationship Id="rId158" Type="http://schemas.openxmlformats.org/officeDocument/2006/relationships/customXml" Target="../ink/ink81.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88" Type="http://schemas.openxmlformats.org/officeDocument/2006/relationships/customXml" Target="../ink/ink44.xml"/><Relationship Id="rId111" Type="http://schemas.openxmlformats.org/officeDocument/2006/relationships/image" Target="../media/image55.png"/><Relationship Id="rId132" Type="http://schemas.openxmlformats.org/officeDocument/2006/relationships/customXml" Target="../ink/ink66.xml"/><Relationship Id="rId153" Type="http://schemas.openxmlformats.org/officeDocument/2006/relationships/image" Target="../media/image76.png"/><Relationship Id="rId174" Type="http://schemas.openxmlformats.org/officeDocument/2006/relationships/customXml" Target="../ink/ink97.xml"/><Relationship Id="rId179" Type="http://schemas.openxmlformats.org/officeDocument/2006/relationships/customXml" Target="../ink/ink100.xml"/><Relationship Id="rId190" Type="http://schemas.openxmlformats.org/officeDocument/2006/relationships/image" Target="../media/image84.png"/><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27" Type="http://schemas.openxmlformats.org/officeDocument/2006/relationships/image" Target="../media/image63.png"/><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 Id="rId143" Type="http://schemas.openxmlformats.org/officeDocument/2006/relationships/image" Target="../media/image71.png"/><Relationship Id="rId148" Type="http://schemas.openxmlformats.org/officeDocument/2006/relationships/customXml" Target="../ink/ink74.xml"/><Relationship Id="rId164" Type="http://schemas.openxmlformats.org/officeDocument/2006/relationships/customXml" Target="../ink/ink87.xml"/><Relationship Id="rId169" Type="http://schemas.openxmlformats.org/officeDocument/2006/relationships/customXml" Target="../ink/ink92.xml"/><Relationship Id="rId185" Type="http://schemas.openxmlformats.org/officeDocument/2006/relationships/customXml" Target="../ink/ink103.xml"/><Relationship Id="rId4" Type="http://schemas.openxmlformats.org/officeDocument/2006/relationships/customXml" Target="../ink/ink2.xml"/><Relationship Id="rId9" Type="http://schemas.openxmlformats.org/officeDocument/2006/relationships/image" Target="../media/image4.png"/><Relationship Id="rId180" Type="http://schemas.openxmlformats.org/officeDocument/2006/relationships/image" Target="../media/image79.png"/><Relationship Id="rId26" Type="http://schemas.openxmlformats.org/officeDocument/2006/relationships/customXml" Target="../ink/ink13.xml"/><Relationship Id="rId47" Type="http://schemas.openxmlformats.org/officeDocument/2006/relationships/image" Target="../media/image23.png"/><Relationship Id="rId68" Type="http://schemas.openxmlformats.org/officeDocument/2006/relationships/customXml" Target="../ink/ink34.xml"/><Relationship Id="rId89" Type="http://schemas.openxmlformats.org/officeDocument/2006/relationships/image" Target="../media/image44.png"/><Relationship Id="rId112" Type="http://schemas.openxmlformats.org/officeDocument/2006/relationships/customXml" Target="../ink/ink56.xml"/><Relationship Id="rId133" Type="http://schemas.openxmlformats.org/officeDocument/2006/relationships/image" Target="../media/image66.png"/><Relationship Id="rId154" Type="http://schemas.openxmlformats.org/officeDocument/2006/relationships/customXml" Target="../ink/ink77.xml"/><Relationship Id="rId175" Type="http://schemas.openxmlformats.org/officeDocument/2006/relationships/customXml" Target="../ink/ink98.xml"/><Relationship Id="rId16" Type="http://schemas.openxmlformats.org/officeDocument/2006/relationships/customXml" Target="../ink/ink8.xml"/><Relationship Id="rId37" Type="http://schemas.openxmlformats.org/officeDocument/2006/relationships/image" Target="../media/image18.png"/><Relationship Id="rId58" Type="http://schemas.openxmlformats.org/officeDocument/2006/relationships/customXml" Target="../ink/ink29.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customXml" Target="../ink/ink88.xml"/><Relationship Id="rId186" Type="http://schemas.openxmlformats.org/officeDocument/2006/relationships/image" Target="../media/image82.png"/><Relationship Id="rId27" Type="http://schemas.openxmlformats.org/officeDocument/2006/relationships/image" Target="../media/image13.png"/><Relationship Id="rId48" Type="http://schemas.openxmlformats.org/officeDocument/2006/relationships/customXml" Target="../ink/ink24.xml"/><Relationship Id="rId69" Type="http://schemas.openxmlformats.org/officeDocument/2006/relationships/image" Target="../media/image34.png"/><Relationship Id="rId113" Type="http://schemas.openxmlformats.org/officeDocument/2006/relationships/image" Target="../media/image56.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customXml" Target="../ink/ink78.xml"/><Relationship Id="rId176" Type="http://schemas.openxmlformats.org/officeDocument/2006/relationships/image" Target="../media/image77.png"/><Relationship Id="rId17" Type="http://schemas.openxmlformats.org/officeDocument/2006/relationships/image" Target="../media/image8.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5.png"/><Relationship Id="rId145" Type="http://schemas.openxmlformats.org/officeDocument/2006/relationships/image" Target="../media/image72.png"/><Relationship Id="rId166" Type="http://schemas.openxmlformats.org/officeDocument/2006/relationships/customXml" Target="../ink/ink89.xml"/><Relationship Id="rId187" Type="http://schemas.openxmlformats.org/officeDocument/2006/relationships/customXml" Target="../ink/ink104.xml"/><Relationship Id="rId1" Type="http://schemas.openxmlformats.org/officeDocument/2006/relationships/slideLayout" Target="../slideLayouts/slideLayout7.xml"/><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0.png"/><Relationship Id="rId135" Type="http://schemas.openxmlformats.org/officeDocument/2006/relationships/image" Target="../media/image67.png"/><Relationship Id="rId156" Type="http://schemas.openxmlformats.org/officeDocument/2006/relationships/customXml" Target="../ink/ink79.xml"/><Relationship Id="rId177" Type="http://schemas.openxmlformats.org/officeDocument/2006/relationships/customXml" Target="../ink/ink99.xml"/></Relationships>
</file>

<file path=ppt/slides/_rels/slide3.xml.rels><?xml version="1.0" encoding="UTF-8" standalone="yes"?>
<Relationships xmlns="http://schemas.openxmlformats.org/package/2006/relationships"><Relationship Id="rId117" Type="http://schemas.openxmlformats.org/officeDocument/2006/relationships/image" Target="../media/image116.png"/><Relationship Id="rId21" Type="http://schemas.openxmlformats.org/officeDocument/2006/relationships/image" Target="../media/image29.png"/><Relationship Id="rId42" Type="http://schemas.openxmlformats.org/officeDocument/2006/relationships/customXml" Target="../ink/ink129.xml"/><Relationship Id="rId63" Type="http://schemas.openxmlformats.org/officeDocument/2006/relationships/customXml" Target="../ink/ink143.xml"/><Relationship Id="rId84" Type="http://schemas.openxmlformats.org/officeDocument/2006/relationships/customXml" Target="../ink/ink158.xml"/><Relationship Id="rId16" Type="http://schemas.openxmlformats.org/officeDocument/2006/relationships/customXml" Target="../ink/ink113.xml"/><Relationship Id="rId107" Type="http://schemas.openxmlformats.org/officeDocument/2006/relationships/image" Target="../media/image111.png"/><Relationship Id="rId11" Type="http://schemas.openxmlformats.org/officeDocument/2006/relationships/image" Target="../media/image18.png"/><Relationship Id="rId32" Type="http://schemas.openxmlformats.org/officeDocument/2006/relationships/customXml" Target="../ink/ink121.xml"/><Relationship Id="rId37" Type="http://schemas.openxmlformats.org/officeDocument/2006/relationships/customXml" Target="../ink/ink124.xml"/><Relationship Id="rId53" Type="http://schemas.openxmlformats.org/officeDocument/2006/relationships/image" Target="../media/image89.png"/><Relationship Id="rId58" Type="http://schemas.openxmlformats.org/officeDocument/2006/relationships/image" Target="../media/image91.png"/><Relationship Id="rId74" Type="http://schemas.openxmlformats.org/officeDocument/2006/relationships/image" Target="../media/image99.png"/><Relationship Id="rId79" Type="http://schemas.openxmlformats.org/officeDocument/2006/relationships/customXml" Target="../ink/ink153.xml"/><Relationship Id="rId102" Type="http://schemas.openxmlformats.org/officeDocument/2006/relationships/customXml" Target="../ink/ink167.xml"/><Relationship Id="rId123" Type="http://schemas.openxmlformats.org/officeDocument/2006/relationships/image" Target="../media/image119.png"/><Relationship Id="rId128" Type="http://schemas.openxmlformats.org/officeDocument/2006/relationships/customXml" Target="../ink/ink180.xml"/><Relationship Id="rId5" Type="http://schemas.openxmlformats.org/officeDocument/2006/relationships/image" Target="../media/image15.png"/><Relationship Id="rId90" Type="http://schemas.openxmlformats.org/officeDocument/2006/relationships/customXml" Target="../ink/ink161.xml"/><Relationship Id="rId95" Type="http://schemas.openxmlformats.org/officeDocument/2006/relationships/image" Target="../media/image105.png"/><Relationship Id="rId22" Type="http://schemas.openxmlformats.org/officeDocument/2006/relationships/customXml" Target="../ink/ink116.xml"/><Relationship Id="rId27" Type="http://schemas.openxmlformats.org/officeDocument/2006/relationships/image" Target="../media/image32.png"/><Relationship Id="rId43" Type="http://schemas.openxmlformats.org/officeDocument/2006/relationships/customXml" Target="../ink/ink130.xml"/><Relationship Id="rId48" Type="http://schemas.openxmlformats.org/officeDocument/2006/relationships/customXml" Target="../ink/ink135.xml"/><Relationship Id="rId64" Type="http://schemas.openxmlformats.org/officeDocument/2006/relationships/image" Target="../media/image94.png"/><Relationship Id="rId69" Type="http://schemas.openxmlformats.org/officeDocument/2006/relationships/customXml" Target="../ink/ink146.xml"/><Relationship Id="rId113" Type="http://schemas.openxmlformats.org/officeDocument/2006/relationships/image" Target="../media/image114.png"/><Relationship Id="rId118" Type="http://schemas.openxmlformats.org/officeDocument/2006/relationships/customXml" Target="../ink/ink175.xml"/><Relationship Id="rId134" Type="http://schemas.openxmlformats.org/officeDocument/2006/relationships/customXml" Target="../ink/ink183.xml"/><Relationship Id="rId80" Type="http://schemas.openxmlformats.org/officeDocument/2006/relationships/customXml" Target="../ink/ink154.xml"/><Relationship Id="rId85" Type="http://schemas.openxmlformats.org/officeDocument/2006/relationships/image" Target="../media/image100.png"/><Relationship Id="rId12" Type="http://schemas.openxmlformats.org/officeDocument/2006/relationships/customXml" Target="../ink/ink111.xml"/><Relationship Id="rId17" Type="http://schemas.openxmlformats.org/officeDocument/2006/relationships/image" Target="../media/image27.png"/><Relationship Id="rId33" Type="http://schemas.openxmlformats.org/officeDocument/2006/relationships/image" Target="../media/image85.png"/><Relationship Id="rId38" Type="http://schemas.openxmlformats.org/officeDocument/2006/relationships/customXml" Target="../ink/ink125.xml"/><Relationship Id="rId59" Type="http://schemas.openxmlformats.org/officeDocument/2006/relationships/customXml" Target="../ink/ink141.xml"/><Relationship Id="rId103" Type="http://schemas.openxmlformats.org/officeDocument/2006/relationships/image" Target="../media/image109.png"/><Relationship Id="rId108" Type="http://schemas.openxmlformats.org/officeDocument/2006/relationships/customXml" Target="../ink/ink170.xml"/><Relationship Id="rId124" Type="http://schemas.openxmlformats.org/officeDocument/2006/relationships/customXml" Target="../ink/ink178.xml"/><Relationship Id="rId129" Type="http://schemas.openxmlformats.org/officeDocument/2006/relationships/image" Target="../media/image122.png"/><Relationship Id="rId54" Type="http://schemas.openxmlformats.org/officeDocument/2006/relationships/customXml" Target="../ink/ink138.xml"/><Relationship Id="rId70" Type="http://schemas.openxmlformats.org/officeDocument/2006/relationships/image" Target="../media/image97.png"/><Relationship Id="rId75" Type="http://schemas.openxmlformats.org/officeDocument/2006/relationships/customXml" Target="../ink/ink149.xml"/><Relationship Id="rId91" Type="http://schemas.openxmlformats.org/officeDocument/2006/relationships/image" Target="../media/image103.png"/><Relationship Id="rId96" Type="http://schemas.openxmlformats.org/officeDocument/2006/relationships/customXml" Target="../ink/ink164.xml"/><Relationship Id="rId1" Type="http://schemas.openxmlformats.org/officeDocument/2006/relationships/slideLayout" Target="../slideLayouts/slideLayout7.xml"/><Relationship Id="rId6" Type="http://schemas.openxmlformats.org/officeDocument/2006/relationships/customXml" Target="../ink/ink108.xml"/><Relationship Id="rId23" Type="http://schemas.openxmlformats.org/officeDocument/2006/relationships/image" Target="../media/image30.png"/><Relationship Id="rId28" Type="http://schemas.openxmlformats.org/officeDocument/2006/relationships/customXml" Target="../ink/ink119.xml"/><Relationship Id="rId49" Type="http://schemas.openxmlformats.org/officeDocument/2006/relationships/image" Target="../media/image87.png"/><Relationship Id="rId114" Type="http://schemas.openxmlformats.org/officeDocument/2006/relationships/customXml" Target="../ink/ink173.xml"/><Relationship Id="rId119" Type="http://schemas.openxmlformats.org/officeDocument/2006/relationships/image" Target="../media/image117.png"/><Relationship Id="rId44" Type="http://schemas.openxmlformats.org/officeDocument/2006/relationships/customXml" Target="../ink/ink131.xml"/><Relationship Id="rId60" Type="http://schemas.openxmlformats.org/officeDocument/2006/relationships/image" Target="../media/image92.png"/><Relationship Id="rId65" Type="http://schemas.openxmlformats.org/officeDocument/2006/relationships/customXml" Target="../ink/ink144.xml"/><Relationship Id="rId81" Type="http://schemas.openxmlformats.org/officeDocument/2006/relationships/customXml" Target="../ink/ink155.xml"/><Relationship Id="rId86" Type="http://schemas.openxmlformats.org/officeDocument/2006/relationships/customXml" Target="../ink/ink159.xml"/><Relationship Id="rId130" Type="http://schemas.openxmlformats.org/officeDocument/2006/relationships/customXml" Target="../ink/ink181.xml"/><Relationship Id="rId135" Type="http://schemas.openxmlformats.org/officeDocument/2006/relationships/image" Target="../media/image125.png"/><Relationship Id="rId13" Type="http://schemas.openxmlformats.org/officeDocument/2006/relationships/image" Target="../media/image19.png"/><Relationship Id="rId18" Type="http://schemas.openxmlformats.org/officeDocument/2006/relationships/customXml" Target="../ink/ink114.xml"/><Relationship Id="rId39" Type="http://schemas.openxmlformats.org/officeDocument/2006/relationships/customXml" Target="../ink/ink126.xml"/><Relationship Id="rId109" Type="http://schemas.openxmlformats.org/officeDocument/2006/relationships/image" Target="../media/image112.png"/><Relationship Id="rId34" Type="http://schemas.openxmlformats.org/officeDocument/2006/relationships/customXml" Target="../ink/ink122.xml"/><Relationship Id="rId50" Type="http://schemas.openxmlformats.org/officeDocument/2006/relationships/customXml" Target="../ink/ink136.xml"/><Relationship Id="rId55" Type="http://schemas.openxmlformats.org/officeDocument/2006/relationships/customXml" Target="../ink/ink139.xml"/><Relationship Id="rId76" Type="http://schemas.openxmlformats.org/officeDocument/2006/relationships/customXml" Target="../ink/ink150.xml"/><Relationship Id="rId97" Type="http://schemas.openxmlformats.org/officeDocument/2006/relationships/image" Target="../media/image106.png"/><Relationship Id="rId104" Type="http://schemas.openxmlformats.org/officeDocument/2006/relationships/customXml" Target="../ink/ink168.xml"/><Relationship Id="rId120" Type="http://schemas.openxmlformats.org/officeDocument/2006/relationships/customXml" Target="../ink/ink176.xml"/><Relationship Id="rId125" Type="http://schemas.openxmlformats.org/officeDocument/2006/relationships/image" Target="../media/image120.png"/><Relationship Id="rId7" Type="http://schemas.openxmlformats.org/officeDocument/2006/relationships/image" Target="../media/image16.png"/><Relationship Id="rId71" Type="http://schemas.openxmlformats.org/officeDocument/2006/relationships/customXml" Target="../ink/ink147.xml"/><Relationship Id="rId92" Type="http://schemas.openxmlformats.org/officeDocument/2006/relationships/customXml" Target="../ink/ink162.xml"/><Relationship Id="rId2" Type="http://schemas.openxmlformats.org/officeDocument/2006/relationships/customXml" Target="../ink/ink106.xml"/><Relationship Id="rId29" Type="http://schemas.openxmlformats.org/officeDocument/2006/relationships/image" Target="../media/image33.png"/><Relationship Id="rId24" Type="http://schemas.openxmlformats.org/officeDocument/2006/relationships/customXml" Target="../ink/ink117.xml"/><Relationship Id="rId40" Type="http://schemas.openxmlformats.org/officeDocument/2006/relationships/customXml" Target="../ink/ink127.xml"/><Relationship Id="rId45" Type="http://schemas.openxmlformats.org/officeDocument/2006/relationships/customXml" Target="../ink/ink132.xml"/><Relationship Id="rId66" Type="http://schemas.openxmlformats.org/officeDocument/2006/relationships/image" Target="../media/image95.png"/><Relationship Id="rId87" Type="http://schemas.openxmlformats.org/officeDocument/2006/relationships/image" Target="../media/image101.png"/><Relationship Id="rId110" Type="http://schemas.openxmlformats.org/officeDocument/2006/relationships/customXml" Target="../ink/ink171.xml"/><Relationship Id="rId115" Type="http://schemas.openxmlformats.org/officeDocument/2006/relationships/image" Target="../media/image115.png"/><Relationship Id="rId131" Type="http://schemas.openxmlformats.org/officeDocument/2006/relationships/image" Target="../media/image123.png"/><Relationship Id="rId61" Type="http://schemas.openxmlformats.org/officeDocument/2006/relationships/customXml" Target="../ink/ink142.xml"/><Relationship Id="rId82" Type="http://schemas.openxmlformats.org/officeDocument/2006/relationships/customXml" Target="../ink/ink156.xml"/><Relationship Id="rId19" Type="http://schemas.openxmlformats.org/officeDocument/2006/relationships/image" Target="../media/image28.png"/><Relationship Id="rId14" Type="http://schemas.openxmlformats.org/officeDocument/2006/relationships/customXml" Target="../ink/ink112.xml"/><Relationship Id="rId30" Type="http://schemas.openxmlformats.org/officeDocument/2006/relationships/customXml" Target="../ink/ink120.xml"/><Relationship Id="rId35" Type="http://schemas.openxmlformats.org/officeDocument/2006/relationships/image" Target="../media/image86.png"/><Relationship Id="rId56" Type="http://schemas.openxmlformats.org/officeDocument/2006/relationships/image" Target="../media/image90.png"/><Relationship Id="rId77" Type="http://schemas.openxmlformats.org/officeDocument/2006/relationships/customXml" Target="../ink/ink151.xml"/><Relationship Id="rId100" Type="http://schemas.openxmlformats.org/officeDocument/2006/relationships/customXml" Target="../ink/ink166.xml"/><Relationship Id="rId105" Type="http://schemas.openxmlformats.org/officeDocument/2006/relationships/image" Target="../media/image110.png"/><Relationship Id="rId126" Type="http://schemas.openxmlformats.org/officeDocument/2006/relationships/customXml" Target="../ink/ink179.xml"/><Relationship Id="rId8" Type="http://schemas.openxmlformats.org/officeDocument/2006/relationships/customXml" Target="../ink/ink109.xml"/><Relationship Id="rId51" Type="http://schemas.openxmlformats.org/officeDocument/2006/relationships/image" Target="../media/image88.png"/><Relationship Id="rId72" Type="http://schemas.openxmlformats.org/officeDocument/2006/relationships/image" Target="../media/image98.png"/><Relationship Id="rId93" Type="http://schemas.openxmlformats.org/officeDocument/2006/relationships/image" Target="../media/image104.png"/><Relationship Id="rId98" Type="http://schemas.openxmlformats.org/officeDocument/2006/relationships/customXml" Target="../ink/ink165.xml"/><Relationship Id="rId121" Type="http://schemas.openxmlformats.org/officeDocument/2006/relationships/image" Target="../media/image118.png"/><Relationship Id="rId3" Type="http://schemas.openxmlformats.org/officeDocument/2006/relationships/image" Target="../media/image14.png"/><Relationship Id="rId25" Type="http://schemas.openxmlformats.org/officeDocument/2006/relationships/image" Target="../media/image31.png"/><Relationship Id="rId46" Type="http://schemas.openxmlformats.org/officeDocument/2006/relationships/customXml" Target="../ink/ink133.xml"/><Relationship Id="rId67" Type="http://schemas.openxmlformats.org/officeDocument/2006/relationships/customXml" Target="../ink/ink145.xml"/><Relationship Id="rId116" Type="http://schemas.openxmlformats.org/officeDocument/2006/relationships/customXml" Target="../ink/ink174.xml"/><Relationship Id="rId20" Type="http://schemas.openxmlformats.org/officeDocument/2006/relationships/customXml" Target="../ink/ink115.xml"/><Relationship Id="rId41" Type="http://schemas.openxmlformats.org/officeDocument/2006/relationships/customXml" Target="../ink/ink128.xml"/><Relationship Id="rId62" Type="http://schemas.openxmlformats.org/officeDocument/2006/relationships/image" Target="../media/image93.png"/><Relationship Id="rId83" Type="http://schemas.openxmlformats.org/officeDocument/2006/relationships/customXml" Target="../ink/ink157.xml"/><Relationship Id="rId88" Type="http://schemas.openxmlformats.org/officeDocument/2006/relationships/customXml" Target="../ink/ink160.xml"/><Relationship Id="rId111" Type="http://schemas.openxmlformats.org/officeDocument/2006/relationships/image" Target="../media/image113.png"/><Relationship Id="rId132" Type="http://schemas.openxmlformats.org/officeDocument/2006/relationships/customXml" Target="../ink/ink182.xml"/><Relationship Id="rId15" Type="http://schemas.openxmlformats.org/officeDocument/2006/relationships/image" Target="../media/image20.png"/><Relationship Id="rId36" Type="http://schemas.openxmlformats.org/officeDocument/2006/relationships/customXml" Target="../ink/ink123.xml"/><Relationship Id="rId57" Type="http://schemas.openxmlformats.org/officeDocument/2006/relationships/customXml" Target="../ink/ink140.xml"/><Relationship Id="rId106" Type="http://schemas.openxmlformats.org/officeDocument/2006/relationships/customXml" Target="../ink/ink169.xml"/><Relationship Id="rId127" Type="http://schemas.openxmlformats.org/officeDocument/2006/relationships/image" Target="../media/image121.png"/><Relationship Id="rId10" Type="http://schemas.openxmlformats.org/officeDocument/2006/relationships/customXml" Target="../ink/ink110.xml"/><Relationship Id="rId31" Type="http://schemas.openxmlformats.org/officeDocument/2006/relationships/image" Target="../media/image34.png"/><Relationship Id="rId52" Type="http://schemas.openxmlformats.org/officeDocument/2006/relationships/customXml" Target="../ink/ink137.xml"/><Relationship Id="rId73" Type="http://schemas.openxmlformats.org/officeDocument/2006/relationships/customXml" Target="../ink/ink148.xml"/><Relationship Id="rId78" Type="http://schemas.openxmlformats.org/officeDocument/2006/relationships/customXml" Target="../ink/ink152.xml"/><Relationship Id="rId94" Type="http://schemas.openxmlformats.org/officeDocument/2006/relationships/customXml" Target="../ink/ink163.xml"/><Relationship Id="rId99" Type="http://schemas.openxmlformats.org/officeDocument/2006/relationships/image" Target="../media/image107.png"/><Relationship Id="rId101" Type="http://schemas.openxmlformats.org/officeDocument/2006/relationships/image" Target="../media/image108.png"/><Relationship Id="rId122" Type="http://schemas.openxmlformats.org/officeDocument/2006/relationships/customXml" Target="../ink/ink177.xml"/><Relationship Id="rId4" Type="http://schemas.openxmlformats.org/officeDocument/2006/relationships/customXml" Target="../ink/ink107.xml"/><Relationship Id="rId9" Type="http://schemas.openxmlformats.org/officeDocument/2006/relationships/image" Target="../media/image17.png"/><Relationship Id="rId26" Type="http://schemas.openxmlformats.org/officeDocument/2006/relationships/customXml" Target="../ink/ink118.xml"/><Relationship Id="rId47" Type="http://schemas.openxmlformats.org/officeDocument/2006/relationships/customXml" Target="../ink/ink134.xml"/><Relationship Id="rId68" Type="http://schemas.openxmlformats.org/officeDocument/2006/relationships/image" Target="../media/image96.png"/><Relationship Id="rId89" Type="http://schemas.openxmlformats.org/officeDocument/2006/relationships/image" Target="../media/image102.png"/><Relationship Id="rId112" Type="http://schemas.openxmlformats.org/officeDocument/2006/relationships/customXml" Target="../ink/ink172.xml"/><Relationship Id="rId133" Type="http://schemas.openxmlformats.org/officeDocument/2006/relationships/image" Target="../media/image124.png"/></Relationships>
</file>

<file path=ppt/slides/_rels/slide4.xml.rels><?xml version="1.0" encoding="UTF-8" standalone="yes"?>
<Relationships xmlns="http://schemas.openxmlformats.org/package/2006/relationships"><Relationship Id="rId117" Type="http://schemas.openxmlformats.org/officeDocument/2006/relationships/image" Target="../media/image183.png"/><Relationship Id="rId21" Type="http://schemas.openxmlformats.org/officeDocument/2006/relationships/image" Target="../media/image135.png"/><Relationship Id="rId42" Type="http://schemas.openxmlformats.org/officeDocument/2006/relationships/customXml" Target="../ink/ink204.xml"/><Relationship Id="rId63" Type="http://schemas.openxmlformats.org/officeDocument/2006/relationships/image" Target="../media/image156.png"/><Relationship Id="rId84" Type="http://schemas.openxmlformats.org/officeDocument/2006/relationships/customXml" Target="../ink/ink225.xml"/><Relationship Id="rId138" Type="http://schemas.openxmlformats.org/officeDocument/2006/relationships/customXml" Target="../ink/ink252.xml"/><Relationship Id="rId159" Type="http://schemas.openxmlformats.org/officeDocument/2006/relationships/image" Target="../media/image204.png"/><Relationship Id="rId107" Type="http://schemas.openxmlformats.org/officeDocument/2006/relationships/image" Target="../media/image178.png"/><Relationship Id="rId11" Type="http://schemas.openxmlformats.org/officeDocument/2006/relationships/image" Target="../media/image130.png"/><Relationship Id="rId32" Type="http://schemas.openxmlformats.org/officeDocument/2006/relationships/customXml" Target="../ink/ink199.xml"/><Relationship Id="rId53" Type="http://schemas.openxmlformats.org/officeDocument/2006/relationships/image" Target="../media/image151.png"/><Relationship Id="rId74" Type="http://schemas.openxmlformats.org/officeDocument/2006/relationships/customXml" Target="../ink/ink220.xml"/><Relationship Id="rId128" Type="http://schemas.openxmlformats.org/officeDocument/2006/relationships/customXml" Target="../ink/ink247.xml"/><Relationship Id="rId149" Type="http://schemas.openxmlformats.org/officeDocument/2006/relationships/image" Target="../media/image199.png"/><Relationship Id="rId5" Type="http://schemas.openxmlformats.org/officeDocument/2006/relationships/image" Target="../media/image127.png"/><Relationship Id="rId95" Type="http://schemas.openxmlformats.org/officeDocument/2006/relationships/image" Target="../media/image172.png"/><Relationship Id="rId160" Type="http://schemas.openxmlformats.org/officeDocument/2006/relationships/customXml" Target="../ink/ink263.xml"/><Relationship Id="rId22" Type="http://schemas.openxmlformats.org/officeDocument/2006/relationships/customXml" Target="../ink/ink194.xml"/><Relationship Id="rId43" Type="http://schemas.openxmlformats.org/officeDocument/2006/relationships/image" Target="../media/image146.png"/><Relationship Id="rId64" Type="http://schemas.openxmlformats.org/officeDocument/2006/relationships/customXml" Target="../ink/ink215.xml"/><Relationship Id="rId118" Type="http://schemas.openxmlformats.org/officeDocument/2006/relationships/customXml" Target="../ink/ink242.xml"/><Relationship Id="rId139" Type="http://schemas.openxmlformats.org/officeDocument/2006/relationships/image" Target="../media/image194.png"/><Relationship Id="rId85" Type="http://schemas.openxmlformats.org/officeDocument/2006/relationships/image" Target="../media/image167.png"/><Relationship Id="rId150" Type="http://schemas.openxmlformats.org/officeDocument/2006/relationships/customXml" Target="../ink/ink258.xml"/><Relationship Id="rId12" Type="http://schemas.openxmlformats.org/officeDocument/2006/relationships/customXml" Target="../ink/ink189.xml"/><Relationship Id="rId17" Type="http://schemas.openxmlformats.org/officeDocument/2006/relationships/image" Target="../media/image133.png"/><Relationship Id="rId33" Type="http://schemas.openxmlformats.org/officeDocument/2006/relationships/image" Target="../media/image141.png"/><Relationship Id="rId38" Type="http://schemas.openxmlformats.org/officeDocument/2006/relationships/customXml" Target="../ink/ink202.xml"/><Relationship Id="rId59" Type="http://schemas.openxmlformats.org/officeDocument/2006/relationships/image" Target="../media/image154.png"/><Relationship Id="rId103" Type="http://schemas.openxmlformats.org/officeDocument/2006/relationships/image" Target="../media/image176.png"/><Relationship Id="rId108" Type="http://schemas.openxmlformats.org/officeDocument/2006/relationships/customXml" Target="../ink/ink237.xml"/><Relationship Id="rId124" Type="http://schemas.openxmlformats.org/officeDocument/2006/relationships/customXml" Target="../ink/ink245.xml"/><Relationship Id="rId129" Type="http://schemas.openxmlformats.org/officeDocument/2006/relationships/image" Target="../media/image189.png"/><Relationship Id="rId54" Type="http://schemas.openxmlformats.org/officeDocument/2006/relationships/customXml" Target="../ink/ink210.xml"/><Relationship Id="rId70" Type="http://schemas.openxmlformats.org/officeDocument/2006/relationships/customXml" Target="../ink/ink218.xml"/><Relationship Id="rId75" Type="http://schemas.openxmlformats.org/officeDocument/2006/relationships/image" Target="../media/image162.png"/><Relationship Id="rId91" Type="http://schemas.openxmlformats.org/officeDocument/2006/relationships/image" Target="../media/image170.png"/><Relationship Id="rId96" Type="http://schemas.openxmlformats.org/officeDocument/2006/relationships/customXml" Target="../ink/ink231.xml"/><Relationship Id="rId140" Type="http://schemas.openxmlformats.org/officeDocument/2006/relationships/customXml" Target="../ink/ink253.xml"/><Relationship Id="rId145" Type="http://schemas.openxmlformats.org/officeDocument/2006/relationships/image" Target="../media/image197.png"/><Relationship Id="rId161"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customXml" Target="../ink/ink186.xml"/><Relationship Id="rId23" Type="http://schemas.openxmlformats.org/officeDocument/2006/relationships/image" Target="../media/image136.png"/><Relationship Id="rId28" Type="http://schemas.openxmlformats.org/officeDocument/2006/relationships/customXml" Target="../ink/ink197.xml"/><Relationship Id="rId49" Type="http://schemas.openxmlformats.org/officeDocument/2006/relationships/image" Target="../media/image149.png"/><Relationship Id="rId114" Type="http://schemas.openxmlformats.org/officeDocument/2006/relationships/customXml" Target="../ink/ink240.xml"/><Relationship Id="rId119" Type="http://schemas.openxmlformats.org/officeDocument/2006/relationships/image" Target="../media/image184.png"/><Relationship Id="rId44" Type="http://schemas.openxmlformats.org/officeDocument/2006/relationships/customXml" Target="../ink/ink205.xml"/><Relationship Id="rId60" Type="http://schemas.openxmlformats.org/officeDocument/2006/relationships/customXml" Target="../ink/ink213.xml"/><Relationship Id="rId65" Type="http://schemas.openxmlformats.org/officeDocument/2006/relationships/image" Target="../media/image157.png"/><Relationship Id="rId81" Type="http://schemas.openxmlformats.org/officeDocument/2006/relationships/image" Target="../media/image165.png"/><Relationship Id="rId86" Type="http://schemas.openxmlformats.org/officeDocument/2006/relationships/customXml" Target="../ink/ink226.xml"/><Relationship Id="rId130" Type="http://schemas.openxmlformats.org/officeDocument/2006/relationships/customXml" Target="../ink/ink248.xml"/><Relationship Id="rId135" Type="http://schemas.openxmlformats.org/officeDocument/2006/relationships/image" Target="../media/image192.png"/><Relationship Id="rId151" Type="http://schemas.openxmlformats.org/officeDocument/2006/relationships/image" Target="../media/image200.png"/><Relationship Id="rId156" Type="http://schemas.openxmlformats.org/officeDocument/2006/relationships/customXml" Target="../ink/ink261.xml"/><Relationship Id="rId13" Type="http://schemas.openxmlformats.org/officeDocument/2006/relationships/image" Target="../media/image131.png"/><Relationship Id="rId18" Type="http://schemas.openxmlformats.org/officeDocument/2006/relationships/customXml" Target="../ink/ink192.xml"/><Relationship Id="rId39" Type="http://schemas.openxmlformats.org/officeDocument/2006/relationships/image" Target="../media/image144.png"/><Relationship Id="rId109" Type="http://schemas.openxmlformats.org/officeDocument/2006/relationships/image" Target="../media/image179.png"/><Relationship Id="rId34" Type="http://schemas.openxmlformats.org/officeDocument/2006/relationships/customXml" Target="../ink/ink200.xml"/><Relationship Id="rId50" Type="http://schemas.openxmlformats.org/officeDocument/2006/relationships/customXml" Target="../ink/ink208.xml"/><Relationship Id="rId55" Type="http://schemas.openxmlformats.org/officeDocument/2006/relationships/image" Target="../media/image152.png"/><Relationship Id="rId76" Type="http://schemas.openxmlformats.org/officeDocument/2006/relationships/customXml" Target="../ink/ink221.xml"/><Relationship Id="rId97" Type="http://schemas.openxmlformats.org/officeDocument/2006/relationships/image" Target="../media/image173.png"/><Relationship Id="rId104" Type="http://schemas.openxmlformats.org/officeDocument/2006/relationships/customXml" Target="../ink/ink235.xml"/><Relationship Id="rId120" Type="http://schemas.openxmlformats.org/officeDocument/2006/relationships/customXml" Target="../ink/ink243.xml"/><Relationship Id="rId125" Type="http://schemas.openxmlformats.org/officeDocument/2006/relationships/image" Target="../media/image187.png"/><Relationship Id="rId141" Type="http://schemas.openxmlformats.org/officeDocument/2006/relationships/image" Target="../media/image195.png"/><Relationship Id="rId146" Type="http://schemas.openxmlformats.org/officeDocument/2006/relationships/customXml" Target="../ink/ink256.xml"/><Relationship Id="rId7" Type="http://schemas.openxmlformats.org/officeDocument/2006/relationships/image" Target="../media/image128.png"/><Relationship Id="rId71" Type="http://schemas.openxmlformats.org/officeDocument/2006/relationships/image" Target="../media/image160.png"/><Relationship Id="rId92" Type="http://schemas.openxmlformats.org/officeDocument/2006/relationships/customXml" Target="../ink/ink229.xml"/><Relationship Id="rId2" Type="http://schemas.openxmlformats.org/officeDocument/2006/relationships/customXml" Target="../ink/ink184.xml"/><Relationship Id="rId29" Type="http://schemas.openxmlformats.org/officeDocument/2006/relationships/image" Target="../media/image139.png"/><Relationship Id="rId24" Type="http://schemas.openxmlformats.org/officeDocument/2006/relationships/customXml" Target="../ink/ink195.xml"/><Relationship Id="rId40" Type="http://schemas.openxmlformats.org/officeDocument/2006/relationships/customXml" Target="../ink/ink203.xml"/><Relationship Id="rId45" Type="http://schemas.openxmlformats.org/officeDocument/2006/relationships/image" Target="../media/image147.png"/><Relationship Id="rId66" Type="http://schemas.openxmlformats.org/officeDocument/2006/relationships/customXml" Target="../ink/ink216.xml"/><Relationship Id="rId87" Type="http://schemas.openxmlformats.org/officeDocument/2006/relationships/image" Target="../media/image168.png"/><Relationship Id="rId110" Type="http://schemas.openxmlformats.org/officeDocument/2006/relationships/customXml" Target="../ink/ink238.xml"/><Relationship Id="rId115" Type="http://schemas.openxmlformats.org/officeDocument/2006/relationships/image" Target="../media/image182.png"/><Relationship Id="rId131" Type="http://schemas.openxmlformats.org/officeDocument/2006/relationships/image" Target="../media/image190.png"/><Relationship Id="rId136" Type="http://schemas.openxmlformats.org/officeDocument/2006/relationships/customXml" Target="../ink/ink251.xml"/><Relationship Id="rId157" Type="http://schemas.openxmlformats.org/officeDocument/2006/relationships/image" Target="../media/image203.png"/><Relationship Id="rId61" Type="http://schemas.openxmlformats.org/officeDocument/2006/relationships/image" Target="../media/image155.png"/><Relationship Id="rId82" Type="http://schemas.openxmlformats.org/officeDocument/2006/relationships/customXml" Target="../ink/ink224.xml"/><Relationship Id="rId152" Type="http://schemas.openxmlformats.org/officeDocument/2006/relationships/customXml" Target="../ink/ink259.xml"/><Relationship Id="rId19" Type="http://schemas.openxmlformats.org/officeDocument/2006/relationships/image" Target="../media/image134.png"/><Relationship Id="rId14" Type="http://schemas.openxmlformats.org/officeDocument/2006/relationships/customXml" Target="../ink/ink190.xml"/><Relationship Id="rId30" Type="http://schemas.openxmlformats.org/officeDocument/2006/relationships/customXml" Target="../ink/ink198.xml"/><Relationship Id="rId35" Type="http://schemas.openxmlformats.org/officeDocument/2006/relationships/image" Target="../media/image142.png"/><Relationship Id="rId56" Type="http://schemas.openxmlformats.org/officeDocument/2006/relationships/customXml" Target="../ink/ink211.xml"/><Relationship Id="rId77" Type="http://schemas.openxmlformats.org/officeDocument/2006/relationships/image" Target="../media/image163.png"/><Relationship Id="rId100" Type="http://schemas.openxmlformats.org/officeDocument/2006/relationships/customXml" Target="../ink/ink233.xml"/><Relationship Id="rId105" Type="http://schemas.openxmlformats.org/officeDocument/2006/relationships/image" Target="../media/image177.png"/><Relationship Id="rId126" Type="http://schemas.openxmlformats.org/officeDocument/2006/relationships/customXml" Target="../ink/ink246.xml"/><Relationship Id="rId147" Type="http://schemas.openxmlformats.org/officeDocument/2006/relationships/image" Target="../media/image198.png"/><Relationship Id="rId8" Type="http://schemas.openxmlformats.org/officeDocument/2006/relationships/customXml" Target="../ink/ink187.xml"/><Relationship Id="rId51" Type="http://schemas.openxmlformats.org/officeDocument/2006/relationships/image" Target="../media/image150.png"/><Relationship Id="rId72" Type="http://schemas.openxmlformats.org/officeDocument/2006/relationships/customXml" Target="../ink/ink219.xml"/><Relationship Id="rId93" Type="http://schemas.openxmlformats.org/officeDocument/2006/relationships/image" Target="../media/image171.png"/><Relationship Id="rId98" Type="http://schemas.openxmlformats.org/officeDocument/2006/relationships/customXml" Target="../ink/ink232.xml"/><Relationship Id="rId121" Type="http://schemas.openxmlformats.org/officeDocument/2006/relationships/image" Target="../media/image185.png"/><Relationship Id="rId142" Type="http://schemas.openxmlformats.org/officeDocument/2006/relationships/customXml" Target="../ink/ink254.xml"/><Relationship Id="rId3" Type="http://schemas.openxmlformats.org/officeDocument/2006/relationships/image" Target="../media/image126.png"/><Relationship Id="rId25" Type="http://schemas.openxmlformats.org/officeDocument/2006/relationships/image" Target="../media/image137.png"/><Relationship Id="rId46" Type="http://schemas.openxmlformats.org/officeDocument/2006/relationships/customXml" Target="../ink/ink206.xml"/><Relationship Id="rId67" Type="http://schemas.openxmlformats.org/officeDocument/2006/relationships/image" Target="../media/image158.png"/><Relationship Id="rId116" Type="http://schemas.openxmlformats.org/officeDocument/2006/relationships/customXml" Target="../ink/ink241.xml"/><Relationship Id="rId137" Type="http://schemas.openxmlformats.org/officeDocument/2006/relationships/image" Target="../media/image193.png"/><Relationship Id="rId158" Type="http://schemas.openxmlformats.org/officeDocument/2006/relationships/customXml" Target="../ink/ink262.xml"/><Relationship Id="rId20" Type="http://schemas.openxmlformats.org/officeDocument/2006/relationships/customXml" Target="../ink/ink193.xml"/><Relationship Id="rId41" Type="http://schemas.openxmlformats.org/officeDocument/2006/relationships/image" Target="../media/image145.png"/><Relationship Id="rId62" Type="http://schemas.openxmlformats.org/officeDocument/2006/relationships/customXml" Target="../ink/ink214.xml"/><Relationship Id="rId83" Type="http://schemas.openxmlformats.org/officeDocument/2006/relationships/image" Target="../media/image166.png"/><Relationship Id="rId88" Type="http://schemas.openxmlformats.org/officeDocument/2006/relationships/customXml" Target="../ink/ink227.xml"/><Relationship Id="rId111" Type="http://schemas.openxmlformats.org/officeDocument/2006/relationships/image" Target="../media/image180.png"/><Relationship Id="rId132" Type="http://schemas.openxmlformats.org/officeDocument/2006/relationships/customXml" Target="../ink/ink249.xml"/><Relationship Id="rId153" Type="http://schemas.openxmlformats.org/officeDocument/2006/relationships/image" Target="../media/image201.png"/><Relationship Id="rId15" Type="http://schemas.openxmlformats.org/officeDocument/2006/relationships/image" Target="../media/image132.png"/><Relationship Id="rId36" Type="http://schemas.openxmlformats.org/officeDocument/2006/relationships/customXml" Target="../ink/ink201.xml"/><Relationship Id="rId57" Type="http://schemas.openxmlformats.org/officeDocument/2006/relationships/image" Target="../media/image153.png"/><Relationship Id="rId106" Type="http://schemas.openxmlformats.org/officeDocument/2006/relationships/customXml" Target="../ink/ink236.xml"/><Relationship Id="rId127" Type="http://schemas.openxmlformats.org/officeDocument/2006/relationships/image" Target="../media/image188.png"/><Relationship Id="rId10" Type="http://schemas.openxmlformats.org/officeDocument/2006/relationships/customXml" Target="../ink/ink188.xml"/><Relationship Id="rId31" Type="http://schemas.openxmlformats.org/officeDocument/2006/relationships/image" Target="../media/image140.png"/><Relationship Id="rId52" Type="http://schemas.openxmlformats.org/officeDocument/2006/relationships/customXml" Target="../ink/ink209.xml"/><Relationship Id="rId73" Type="http://schemas.openxmlformats.org/officeDocument/2006/relationships/image" Target="../media/image161.png"/><Relationship Id="rId78" Type="http://schemas.openxmlformats.org/officeDocument/2006/relationships/customXml" Target="../ink/ink222.xml"/><Relationship Id="rId94" Type="http://schemas.openxmlformats.org/officeDocument/2006/relationships/customXml" Target="../ink/ink230.xml"/><Relationship Id="rId99" Type="http://schemas.openxmlformats.org/officeDocument/2006/relationships/image" Target="../media/image174.png"/><Relationship Id="rId101" Type="http://schemas.openxmlformats.org/officeDocument/2006/relationships/image" Target="../media/image175.png"/><Relationship Id="rId122" Type="http://schemas.openxmlformats.org/officeDocument/2006/relationships/customXml" Target="../ink/ink244.xml"/><Relationship Id="rId143" Type="http://schemas.openxmlformats.org/officeDocument/2006/relationships/image" Target="../media/image196.png"/><Relationship Id="rId148" Type="http://schemas.openxmlformats.org/officeDocument/2006/relationships/customXml" Target="../ink/ink257.xml"/><Relationship Id="rId4" Type="http://schemas.openxmlformats.org/officeDocument/2006/relationships/customXml" Target="../ink/ink185.xml"/><Relationship Id="rId9" Type="http://schemas.openxmlformats.org/officeDocument/2006/relationships/image" Target="../media/image129.png"/><Relationship Id="rId26" Type="http://schemas.openxmlformats.org/officeDocument/2006/relationships/customXml" Target="../ink/ink196.xml"/><Relationship Id="rId47" Type="http://schemas.openxmlformats.org/officeDocument/2006/relationships/image" Target="../media/image148.png"/><Relationship Id="rId68" Type="http://schemas.openxmlformats.org/officeDocument/2006/relationships/customXml" Target="../ink/ink217.xml"/><Relationship Id="rId89" Type="http://schemas.openxmlformats.org/officeDocument/2006/relationships/image" Target="../media/image169.png"/><Relationship Id="rId112" Type="http://schemas.openxmlformats.org/officeDocument/2006/relationships/customXml" Target="../ink/ink239.xml"/><Relationship Id="rId133" Type="http://schemas.openxmlformats.org/officeDocument/2006/relationships/image" Target="../media/image191.png"/><Relationship Id="rId154" Type="http://schemas.openxmlformats.org/officeDocument/2006/relationships/customXml" Target="../ink/ink260.xml"/><Relationship Id="rId16" Type="http://schemas.openxmlformats.org/officeDocument/2006/relationships/customXml" Target="../ink/ink191.xml"/><Relationship Id="rId37" Type="http://schemas.openxmlformats.org/officeDocument/2006/relationships/image" Target="../media/image143.png"/><Relationship Id="rId58" Type="http://schemas.openxmlformats.org/officeDocument/2006/relationships/customXml" Target="../ink/ink212.xml"/><Relationship Id="rId79" Type="http://schemas.openxmlformats.org/officeDocument/2006/relationships/image" Target="../media/image164.png"/><Relationship Id="rId102" Type="http://schemas.openxmlformats.org/officeDocument/2006/relationships/customXml" Target="../ink/ink234.xml"/><Relationship Id="rId123" Type="http://schemas.openxmlformats.org/officeDocument/2006/relationships/image" Target="../media/image186.png"/><Relationship Id="rId144" Type="http://schemas.openxmlformats.org/officeDocument/2006/relationships/customXml" Target="../ink/ink255.xml"/><Relationship Id="rId90" Type="http://schemas.openxmlformats.org/officeDocument/2006/relationships/customXml" Target="../ink/ink228.xml"/><Relationship Id="rId27" Type="http://schemas.openxmlformats.org/officeDocument/2006/relationships/image" Target="../media/image138.png"/><Relationship Id="rId48" Type="http://schemas.openxmlformats.org/officeDocument/2006/relationships/customXml" Target="../ink/ink207.xml"/><Relationship Id="rId69" Type="http://schemas.openxmlformats.org/officeDocument/2006/relationships/image" Target="../media/image159.png"/><Relationship Id="rId113" Type="http://schemas.openxmlformats.org/officeDocument/2006/relationships/image" Target="../media/image181.png"/><Relationship Id="rId134" Type="http://schemas.openxmlformats.org/officeDocument/2006/relationships/customXml" Target="../ink/ink250.xml"/><Relationship Id="rId80" Type="http://schemas.openxmlformats.org/officeDocument/2006/relationships/customXml" Target="../ink/ink223.xml"/><Relationship Id="rId155" Type="http://schemas.openxmlformats.org/officeDocument/2006/relationships/image" Target="../media/image202.png"/></Relationships>
</file>

<file path=ppt/slides/_rels/slide5.xml.rels><?xml version="1.0" encoding="UTF-8" standalone="yes"?>
<Relationships xmlns="http://schemas.openxmlformats.org/package/2006/relationships"><Relationship Id="rId26" Type="http://schemas.openxmlformats.org/officeDocument/2006/relationships/customXml" Target="../ink/ink276.xml"/><Relationship Id="rId21" Type="http://schemas.openxmlformats.org/officeDocument/2006/relationships/image" Target="../media/image215.png"/><Relationship Id="rId34" Type="http://schemas.openxmlformats.org/officeDocument/2006/relationships/customXml" Target="../ink/ink280.xml"/><Relationship Id="rId42" Type="http://schemas.openxmlformats.org/officeDocument/2006/relationships/customXml" Target="../ink/ink284.xml"/><Relationship Id="rId47" Type="http://schemas.openxmlformats.org/officeDocument/2006/relationships/image" Target="../media/image228.png"/><Relationship Id="rId50" Type="http://schemas.openxmlformats.org/officeDocument/2006/relationships/customXml" Target="../ink/ink288.xml"/><Relationship Id="rId55" Type="http://schemas.openxmlformats.org/officeDocument/2006/relationships/image" Target="../media/image232.png"/><Relationship Id="rId63" Type="http://schemas.openxmlformats.org/officeDocument/2006/relationships/image" Target="../media/image236.png"/><Relationship Id="rId7" Type="http://schemas.openxmlformats.org/officeDocument/2006/relationships/image" Target="../media/image208.png"/><Relationship Id="rId2" Type="http://schemas.openxmlformats.org/officeDocument/2006/relationships/customXml" Target="../ink/ink264.xml"/><Relationship Id="rId16" Type="http://schemas.openxmlformats.org/officeDocument/2006/relationships/customXml" Target="../ink/ink271.xml"/><Relationship Id="rId29" Type="http://schemas.openxmlformats.org/officeDocument/2006/relationships/image" Target="../media/image219.png"/><Relationship Id="rId11" Type="http://schemas.openxmlformats.org/officeDocument/2006/relationships/image" Target="../media/image210.png"/><Relationship Id="rId24" Type="http://schemas.openxmlformats.org/officeDocument/2006/relationships/customXml" Target="../ink/ink275.xml"/><Relationship Id="rId32" Type="http://schemas.openxmlformats.org/officeDocument/2006/relationships/customXml" Target="../ink/ink279.xml"/><Relationship Id="rId37" Type="http://schemas.openxmlformats.org/officeDocument/2006/relationships/image" Target="../media/image223.png"/><Relationship Id="rId40" Type="http://schemas.openxmlformats.org/officeDocument/2006/relationships/customXml" Target="../ink/ink283.xml"/><Relationship Id="rId45" Type="http://schemas.openxmlformats.org/officeDocument/2006/relationships/image" Target="../media/image227.png"/><Relationship Id="rId53" Type="http://schemas.openxmlformats.org/officeDocument/2006/relationships/image" Target="../media/image231.png"/><Relationship Id="rId58" Type="http://schemas.openxmlformats.org/officeDocument/2006/relationships/customXml" Target="../ink/ink292.xml"/><Relationship Id="rId5" Type="http://schemas.openxmlformats.org/officeDocument/2006/relationships/image" Target="../media/image207.png"/><Relationship Id="rId61" Type="http://schemas.openxmlformats.org/officeDocument/2006/relationships/image" Target="../media/image235.png"/><Relationship Id="rId19" Type="http://schemas.openxmlformats.org/officeDocument/2006/relationships/image" Target="../media/image214.png"/><Relationship Id="rId14" Type="http://schemas.openxmlformats.org/officeDocument/2006/relationships/customXml" Target="../ink/ink270.xml"/><Relationship Id="rId22" Type="http://schemas.openxmlformats.org/officeDocument/2006/relationships/customXml" Target="../ink/ink274.xml"/><Relationship Id="rId27" Type="http://schemas.openxmlformats.org/officeDocument/2006/relationships/image" Target="../media/image218.png"/><Relationship Id="rId30" Type="http://schemas.openxmlformats.org/officeDocument/2006/relationships/customXml" Target="../ink/ink278.xml"/><Relationship Id="rId35" Type="http://schemas.openxmlformats.org/officeDocument/2006/relationships/image" Target="../media/image222.png"/><Relationship Id="rId43" Type="http://schemas.openxmlformats.org/officeDocument/2006/relationships/image" Target="../media/image226.png"/><Relationship Id="rId48" Type="http://schemas.openxmlformats.org/officeDocument/2006/relationships/customXml" Target="../ink/ink287.xml"/><Relationship Id="rId56" Type="http://schemas.openxmlformats.org/officeDocument/2006/relationships/customXml" Target="../ink/ink291.xml"/><Relationship Id="rId64" Type="http://schemas.openxmlformats.org/officeDocument/2006/relationships/customXml" Target="../ink/ink295.xml"/><Relationship Id="rId8" Type="http://schemas.openxmlformats.org/officeDocument/2006/relationships/customXml" Target="../ink/ink267.xml"/><Relationship Id="rId51" Type="http://schemas.openxmlformats.org/officeDocument/2006/relationships/image" Target="../media/image230.png"/><Relationship Id="rId3" Type="http://schemas.openxmlformats.org/officeDocument/2006/relationships/image" Target="../media/image206.png"/><Relationship Id="rId12" Type="http://schemas.openxmlformats.org/officeDocument/2006/relationships/customXml" Target="../ink/ink269.xml"/><Relationship Id="rId17" Type="http://schemas.openxmlformats.org/officeDocument/2006/relationships/image" Target="../media/image213.png"/><Relationship Id="rId25" Type="http://schemas.openxmlformats.org/officeDocument/2006/relationships/image" Target="../media/image217.png"/><Relationship Id="rId33" Type="http://schemas.openxmlformats.org/officeDocument/2006/relationships/image" Target="../media/image221.png"/><Relationship Id="rId38" Type="http://schemas.openxmlformats.org/officeDocument/2006/relationships/customXml" Target="../ink/ink282.xml"/><Relationship Id="rId46" Type="http://schemas.openxmlformats.org/officeDocument/2006/relationships/customXml" Target="../ink/ink286.xml"/><Relationship Id="rId59" Type="http://schemas.openxmlformats.org/officeDocument/2006/relationships/image" Target="../media/image234.png"/><Relationship Id="rId20" Type="http://schemas.openxmlformats.org/officeDocument/2006/relationships/customXml" Target="../ink/ink273.xml"/><Relationship Id="rId41" Type="http://schemas.openxmlformats.org/officeDocument/2006/relationships/image" Target="../media/image225.png"/><Relationship Id="rId54" Type="http://schemas.openxmlformats.org/officeDocument/2006/relationships/customXml" Target="../ink/ink290.xml"/><Relationship Id="rId62" Type="http://schemas.openxmlformats.org/officeDocument/2006/relationships/customXml" Target="../ink/ink294.xml"/><Relationship Id="rId1" Type="http://schemas.openxmlformats.org/officeDocument/2006/relationships/slideLayout" Target="../slideLayouts/slideLayout7.xml"/><Relationship Id="rId6" Type="http://schemas.openxmlformats.org/officeDocument/2006/relationships/customXml" Target="../ink/ink266.xml"/><Relationship Id="rId15" Type="http://schemas.openxmlformats.org/officeDocument/2006/relationships/image" Target="../media/image212.png"/><Relationship Id="rId23" Type="http://schemas.openxmlformats.org/officeDocument/2006/relationships/image" Target="../media/image216.png"/><Relationship Id="rId28" Type="http://schemas.openxmlformats.org/officeDocument/2006/relationships/customXml" Target="../ink/ink277.xml"/><Relationship Id="rId36" Type="http://schemas.openxmlformats.org/officeDocument/2006/relationships/customXml" Target="../ink/ink281.xml"/><Relationship Id="rId49" Type="http://schemas.openxmlformats.org/officeDocument/2006/relationships/image" Target="../media/image229.png"/><Relationship Id="rId57" Type="http://schemas.openxmlformats.org/officeDocument/2006/relationships/image" Target="../media/image233.png"/><Relationship Id="rId10" Type="http://schemas.openxmlformats.org/officeDocument/2006/relationships/customXml" Target="../ink/ink268.xml"/><Relationship Id="rId31" Type="http://schemas.openxmlformats.org/officeDocument/2006/relationships/image" Target="../media/image220.png"/><Relationship Id="rId44" Type="http://schemas.openxmlformats.org/officeDocument/2006/relationships/customXml" Target="../ink/ink285.xml"/><Relationship Id="rId52" Type="http://schemas.openxmlformats.org/officeDocument/2006/relationships/customXml" Target="../ink/ink289.xml"/><Relationship Id="rId60" Type="http://schemas.openxmlformats.org/officeDocument/2006/relationships/customXml" Target="../ink/ink293.xml"/><Relationship Id="rId65" Type="http://schemas.openxmlformats.org/officeDocument/2006/relationships/image" Target="../media/image237.png"/><Relationship Id="rId4" Type="http://schemas.openxmlformats.org/officeDocument/2006/relationships/customXml" Target="../ink/ink265.xml"/><Relationship Id="rId9" Type="http://schemas.openxmlformats.org/officeDocument/2006/relationships/image" Target="../media/image209.png"/><Relationship Id="rId13" Type="http://schemas.openxmlformats.org/officeDocument/2006/relationships/image" Target="../media/image211.png"/><Relationship Id="rId18" Type="http://schemas.openxmlformats.org/officeDocument/2006/relationships/customXml" Target="../ink/ink272.xml"/><Relationship Id="rId39" Type="http://schemas.openxmlformats.org/officeDocument/2006/relationships/image" Target="../media/image224.png"/></Relationships>
</file>

<file path=ppt/slides/_rels/slide6.xml.rels><?xml version="1.0" encoding="UTF-8" standalone="yes"?>
<Relationships xmlns="http://schemas.openxmlformats.org/package/2006/relationships"><Relationship Id="rId117" Type="http://schemas.openxmlformats.org/officeDocument/2006/relationships/image" Target="../media/image267.png"/><Relationship Id="rId299" Type="http://schemas.openxmlformats.org/officeDocument/2006/relationships/image" Target="../media/image358.png"/><Relationship Id="rId21" Type="http://schemas.openxmlformats.org/officeDocument/2006/relationships/image" Target="../media/image19.png"/><Relationship Id="rId63" Type="http://schemas.openxmlformats.org/officeDocument/2006/relationships/image" Target="../media/image240.png"/><Relationship Id="rId159" Type="http://schemas.openxmlformats.org/officeDocument/2006/relationships/image" Target="../media/image288.png"/><Relationship Id="rId324" Type="http://schemas.openxmlformats.org/officeDocument/2006/relationships/customXml" Target="../ink/ink457.xml"/><Relationship Id="rId366" Type="http://schemas.openxmlformats.org/officeDocument/2006/relationships/customXml" Target="../ink/ink478.xml"/><Relationship Id="rId170" Type="http://schemas.openxmlformats.org/officeDocument/2006/relationships/customXml" Target="../ink/ink380.xml"/><Relationship Id="rId226" Type="http://schemas.openxmlformats.org/officeDocument/2006/relationships/customXml" Target="../ink/ink408.xml"/><Relationship Id="rId268" Type="http://schemas.openxmlformats.org/officeDocument/2006/relationships/customXml" Target="../ink/ink429.xml"/><Relationship Id="rId32" Type="http://schemas.openxmlformats.org/officeDocument/2006/relationships/customXml" Target="../ink/ink311.xml"/><Relationship Id="rId74" Type="http://schemas.openxmlformats.org/officeDocument/2006/relationships/customXml" Target="../ink/ink332.xml"/><Relationship Id="rId128" Type="http://schemas.openxmlformats.org/officeDocument/2006/relationships/customXml" Target="../ink/ink359.xml"/><Relationship Id="rId335" Type="http://schemas.openxmlformats.org/officeDocument/2006/relationships/image" Target="../media/image376.png"/><Relationship Id="rId377" Type="http://schemas.openxmlformats.org/officeDocument/2006/relationships/image" Target="../media/image397.png"/><Relationship Id="rId5" Type="http://schemas.openxmlformats.org/officeDocument/2006/relationships/image" Target="../media/image11.png"/><Relationship Id="rId181" Type="http://schemas.openxmlformats.org/officeDocument/2006/relationships/image" Target="../media/image299.png"/><Relationship Id="rId237" Type="http://schemas.openxmlformats.org/officeDocument/2006/relationships/image" Target="../media/image327.png"/><Relationship Id="rId279" Type="http://schemas.openxmlformats.org/officeDocument/2006/relationships/image" Target="../media/image348.png"/><Relationship Id="rId43" Type="http://schemas.openxmlformats.org/officeDocument/2006/relationships/image" Target="../media/image30.png"/><Relationship Id="rId139" Type="http://schemas.openxmlformats.org/officeDocument/2006/relationships/image" Target="../media/image278.png"/><Relationship Id="rId290" Type="http://schemas.openxmlformats.org/officeDocument/2006/relationships/customXml" Target="../ink/ink440.xml"/><Relationship Id="rId304" Type="http://schemas.openxmlformats.org/officeDocument/2006/relationships/customXml" Target="../ink/ink447.xml"/><Relationship Id="rId346" Type="http://schemas.openxmlformats.org/officeDocument/2006/relationships/customXml" Target="../ink/ink468.xml"/><Relationship Id="rId388" Type="http://schemas.openxmlformats.org/officeDocument/2006/relationships/customXml" Target="../ink/ink489.xml"/><Relationship Id="rId85" Type="http://schemas.openxmlformats.org/officeDocument/2006/relationships/image" Target="../media/image251.png"/><Relationship Id="rId150" Type="http://schemas.openxmlformats.org/officeDocument/2006/relationships/customXml" Target="../ink/ink370.xml"/><Relationship Id="rId192" Type="http://schemas.openxmlformats.org/officeDocument/2006/relationships/customXml" Target="../ink/ink391.xml"/><Relationship Id="rId206" Type="http://schemas.openxmlformats.org/officeDocument/2006/relationships/customXml" Target="../ink/ink398.xml"/><Relationship Id="rId248" Type="http://schemas.openxmlformats.org/officeDocument/2006/relationships/customXml" Target="../ink/ink419.xml"/><Relationship Id="rId12" Type="http://schemas.openxmlformats.org/officeDocument/2006/relationships/customXml" Target="../ink/ink301.xml"/><Relationship Id="rId108" Type="http://schemas.openxmlformats.org/officeDocument/2006/relationships/customXml" Target="../ink/ink349.xml"/><Relationship Id="rId315" Type="http://schemas.openxmlformats.org/officeDocument/2006/relationships/image" Target="../media/image366.png"/><Relationship Id="rId357" Type="http://schemas.openxmlformats.org/officeDocument/2006/relationships/image" Target="../media/image387.png"/><Relationship Id="rId54" Type="http://schemas.openxmlformats.org/officeDocument/2006/relationships/customXml" Target="../ink/ink322.xml"/><Relationship Id="rId96" Type="http://schemas.openxmlformats.org/officeDocument/2006/relationships/customXml" Target="../ink/ink343.xml"/><Relationship Id="rId161" Type="http://schemas.openxmlformats.org/officeDocument/2006/relationships/image" Target="../media/image289.png"/><Relationship Id="rId217" Type="http://schemas.openxmlformats.org/officeDocument/2006/relationships/image" Target="../media/image317.png"/><Relationship Id="rId259" Type="http://schemas.openxmlformats.org/officeDocument/2006/relationships/image" Target="../media/image338.png"/><Relationship Id="rId23" Type="http://schemas.openxmlformats.org/officeDocument/2006/relationships/image" Target="../media/image20.png"/><Relationship Id="rId119" Type="http://schemas.openxmlformats.org/officeDocument/2006/relationships/image" Target="../media/image268.png"/><Relationship Id="rId270" Type="http://schemas.openxmlformats.org/officeDocument/2006/relationships/customXml" Target="../ink/ink430.xml"/><Relationship Id="rId326" Type="http://schemas.openxmlformats.org/officeDocument/2006/relationships/customXml" Target="../ink/ink458.xml"/><Relationship Id="rId65" Type="http://schemas.openxmlformats.org/officeDocument/2006/relationships/image" Target="../media/image241.png"/><Relationship Id="rId130" Type="http://schemas.openxmlformats.org/officeDocument/2006/relationships/customXml" Target="../ink/ink360.xml"/><Relationship Id="rId368" Type="http://schemas.openxmlformats.org/officeDocument/2006/relationships/customXml" Target="../ink/ink479.xml"/><Relationship Id="rId172" Type="http://schemas.openxmlformats.org/officeDocument/2006/relationships/customXml" Target="../ink/ink381.xml"/><Relationship Id="rId228" Type="http://schemas.openxmlformats.org/officeDocument/2006/relationships/customXml" Target="../ink/ink409.xml"/><Relationship Id="rId281" Type="http://schemas.openxmlformats.org/officeDocument/2006/relationships/image" Target="../media/image349.png"/><Relationship Id="rId337" Type="http://schemas.openxmlformats.org/officeDocument/2006/relationships/image" Target="../media/image377.png"/><Relationship Id="rId34" Type="http://schemas.openxmlformats.org/officeDocument/2006/relationships/customXml" Target="../ink/ink312.xml"/><Relationship Id="rId76" Type="http://schemas.openxmlformats.org/officeDocument/2006/relationships/customXml" Target="../ink/ink333.xml"/><Relationship Id="rId141" Type="http://schemas.openxmlformats.org/officeDocument/2006/relationships/image" Target="../media/image279.png"/><Relationship Id="rId379" Type="http://schemas.openxmlformats.org/officeDocument/2006/relationships/image" Target="../media/image398.png"/><Relationship Id="rId7" Type="http://schemas.openxmlformats.org/officeDocument/2006/relationships/image" Target="../media/image12.png"/><Relationship Id="rId183" Type="http://schemas.openxmlformats.org/officeDocument/2006/relationships/image" Target="../media/image300.png"/><Relationship Id="rId239" Type="http://schemas.openxmlformats.org/officeDocument/2006/relationships/image" Target="../media/image328.png"/><Relationship Id="rId250" Type="http://schemas.openxmlformats.org/officeDocument/2006/relationships/customXml" Target="../ink/ink420.xml"/><Relationship Id="rId292" Type="http://schemas.openxmlformats.org/officeDocument/2006/relationships/customXml" Target="../ink/ink441.xml"/><Relationship Id="rId306" Type="http://schemas.openxmlformats.org/officeDocument/2006/relationships/customXml" Target="../ink/ink448.xml"/><Relationship Id="rId45" Type="http://schemas.openxmlformats.org/officeDocument/2006/relationships/image" Target="../media/image31.png"/><Relationship Id="rId87" Type="http://schemas.openxmlformats.org/officeDocument/2006/relationships/image" Target="../media/image252.png"/><Relationship Id="rId110" Type="http://schemas.openxmlformats.org/officeDocument/2006/relationships/customXml" Target="../ink/ink350.xml"/><Relationship Id="rId348" Type="http://schemas.openxmlformats.org/officeDocument/2006/relationships/customXml" Target="../ink/ink469.xml"/><Relationship Id="rId152" Type="http://schemas.openxmlformats.org/officeDocument/2006/relationships/customXml" Target="../ink/ink371.xml"/><Relationship Id="rId194" Type="http://schemas.openxmlformats.org/officeDocument/2006/relationships/customXml" Target="../ink/ink392.xml"/><Relationship Id="rId208" Type="http://schemas.openxmlformats.org/officeDocument/2006/relationships/customXml" Target="../ink/ink399.xml"/><Relationship Id="rId261" Type="http://schemas.openxmlformats.org/officeDocument/2006/relationships/image" Target="../media/image339.png"/><Relationship Id="rId14" Type="http://schemas.openxmlformats.org/officeDocument/2006/relationships/customXml" Target="../ink/ink302.xml"/><Relationship Id="rId56" Type="http://schemas.openxmlformats.org/officeDocument/2006/relationships/customXml" Target="../ink/ink323.xml"/><Relationship Id="rId317" Type="http://schemas.openxmlformats.org/officeDocument/2006/relationships/image" Target="../media/image367.png"/><Relationship Id="rId359" Type="http://schemas.openxmlformats.org/officeDocument/2006/relationships/image" Target="../media/image388.png"/><Relationship Id="rId98" Type="http://schemas.openxmlformats.org/officeDocument/2006/relationships/customXml" Target="../ink/ink344.xml"/><Relationship Id="rId121" Type="http://schemas.openxmlformats.org/officeDocument/2006/relationships/image" Target="../media/image269.png"/><Relationship Id="rId163" Type="http://schemas.openxmlformats.org/officeDocument/2006/relationships/image" Target="../media/image290.png"/><Relationship Id="rId219" Type="http://schemas.openxmlformats.org/officeDocument/2006/relationships/image" Target="../media/image318.png"/><Relationship Id="rId370" Type="http://schemas.openxmlformats.org/officeDocument/2006/relationships/customXml" Target="../ink/ink480.xml"/><Relationship Id="rId230" Type="http://schemas.openxmlformats.org/officeDocument/2006/relationships/customXml" Target="../ink/ink410.xml"/><Relationship Id="rId25" Type="http://schemas.openxmlformats.org/officeDocument/2006/relationships/image" Target="../media/image21.png"/><Relationship Id="rId67" Type="http://schemas.openxmlformats.org/officeDocument/2006/relationships/image" Target="../media/image242.png"/><Relationship Id="rId272" Type="http://schemas.openxmlformats.org/officeDocument/2006/relationships/customXml" Target="../ink/ink431.xml"/><Relationship Id="rId328" Type="http://schemas.openxmlformats.org/officeDocument/2006/relationships/customXml" Target="../ink/ink459.xml"/><Relationship Id="rId132" Type="http://schemas.openxmlformats.org/officeDocument/2006/relationships/customXml" Target="../ink/ink361.xml"/><Relationship Id="rId174" Type="http://schemas.openxmlformats.org/officeDocument/2006/relationships/customXml" Target="../ink/ink382.xml"/><Relationship Id="rId381" Type="http://schemas.openxmlformats.org/officeDocument/2006/relationships/image" Target="../media/image399.png"/><Relationship Id="rId241" Type="http://schemas.openxmlformats.org/officeDocument/2006/relationships/image" Target="../media/image329.png"/><Relationship Id="rId36" Type="http://schemas.openxmlformats.org/officeDocument/2006/relationships/customXml" Target="../ink/ink313.xml"/><Relationship Id="rId283" Type="http://schemas.openxmlformats.org/officeDocument/2006/relationships/image" Target="../media/image350.png"/><Relationship Id="rId339" Type="http://schemas.openxmlformats.org/officeDocument/2006/relationships/image" Target="../media/image378.png"/><Relationship Id="rId78" Type="http://schemas.openxmlformats.org/officeDocument/2006/relationships/customXml" Target="../ink/ink334.xml"/><Relationship Id="rId101" Type="http://schemas.openxmlformats.org/officeDocument/2006/relationships/image" Target="../media/image259.png"/><Relationship Id="rId143" Type="http://schemas.openxmlformats.org/officeDocument/2006/relationships/image" Target="../media/image280.png"/><Relationship Id="rId185" Type="http://schemas.openxmlformats.org/officeDocument/2006/relationships/image" Target="../media/image301.png"/><Relationship Id="rId350" Type="http://schemas.openxmlformats.org/officeDocument/2006/relationships/customXml" Target="../ink/ink470.xml"/><Relationship Id="rId9" Type="http://schemas.openxmlformats.org/officeDocument/2006/relationships/image" Target="../media/image13.png"/><Relationship Id="rId210" Type="http://schemas.openxmlformats.org/officeDocument/2006/relationships/customXml" Target="../ink/ink400.xml"/><Relationship Id="rId252" Type="http://schemas.openxmlformats.org/officeDocument/2006/relationships/customXml" Target="../ink/ink421.xml"/><Relationship Id="rId294" Type="http://schemas.openxmlformats.org/officeDocument/2006/relationships/customXml" Target="../ink/ink442.xml"/><Relationship Id="rId308" Type="http://schemas.openxmlformats.org/officeDocument/2006/relationships/customXml" Target="../ink/ink449.xml"/><Relationship Id="rId47" Type="http://schemas.openxmlformats.org/officeDocument/2006/relationships/image" Target="../media/image32.png"/><Relationship Id="rId89" Type="http://schemas.openxmlformats.org/officeDocument/2006/relationships/image" Target="../media/image253.png"/><Relationship Id="rId112" Type="http://schemas.openxmlformats.org/officeDocument/2006/relationships/customXml" Target="../ink/ink351.xml"/><Relationship Id="rId154" Type="http://schemas.openxmlformats.org/officeDocument/2006/relationships/customXml" Target="../ink/ink372.xml"/><Relationship Id="rId361" Type="http://schemas.openxmlformats.org/officeDocument/2006/relationships/image" Target="../media/image389.png"/><Relationship Id="rId196" Type="http://schemas.openxmlformats.org/officeDocument/2006/relationships/customXml" Target="../ink/ink393.xml"/><Relationship Id="rId200" Type="http://schemas.openxmlformats.org/officeDocument/2006/relationships/customXml" Target="../ink/ink395.xml"/><Relationship Id="rId382" Type="http://schemas.openxmlformats.org/officeDocument/2006/relationships/customXml" Target="../ink/ink486.xml"/><Relationship Id="rId16" Type="http://schemas.openxmlformats.org/officeDocument/2006/relationships/customXml" Target="../ink/ink303.xml"/><Relationship Id="rId221" Type="http://schemas.openxmlformats.org/officeDocument/2006/relationships/image" Target="../media/image319.png"/><Relationship Id="rId242" Type="http://schemas.openxmlformats.org/officeDocument/2006/relationships/customXml" Target="../ink/ink416.xml"/><Relationship Id="rId263" Type="http://schemas.openxmlformats.org/officeDocument/2006/relationships/image" Target="../media/image340.png"/><Relationship Id="rId284" Type="http://schemas.openxmlformats.org/officeDocument/2006/relationships/customXml" Target="../ink/ink437.xml"/><Relationship Id="rId319" Type="http://schemas.openxmlformats.org/officeDocument/2006/relationships/image" Target="../media/image368.png"/><Relationship Id="rId37" Type="http://schemas.openxmlformats.org/officeDocument/2006/relationships/image" Target="../media/image27.png"/><Relationship Id="rId58" Type="http://schemas.openxmlformats.org/officeDocument/2006/relationships/customXml" Target="../ink/ink324.xml"/><Relationship Id="rId79" Type="http://schemas.openxmlformats.org/officeDocument/2006/relationships/image" Target="../media/image248.png"/><Relationship Id="rId102" Type="http://schemas.openxmlformats.org/officeDocument/2006/relationships/customXml" Target="../ink/ink346.xml"/><Relationship Id="rId123" Type="http://schemas.openxmlformats.org/officeDocument/2006/relationships/image" Target="../media/image270.png"/><Relationship Id="rId144" Type="http://schemas.openxmlformats.org/officeDocument/2006/relationships/customXml" Target="../ink/ink367.xml"/><Relationship Id="rId330" Type="http://schemas.openxmlformats.org/officeDocument/2006/relationships/customXml" Target="../ink/ink460.xml"/><Relationship Id="rId90" Type="http://schemas.openxmlformats.org/officeDocument/2006/relationships/customXml" Target="../ink/ink340.xml"/><Relationship Id="rId165" Type="http://schemas.openxmlformats.org/officeDocument/2006/relationships/image" Target="../media/image291.png"/><Relationship Id="rId186" Type="http://schemas.openxmlformats.org/officeDocument/2006/relationships/customXml" Target="../ink/ink388.xml"/><Relationship Id="rId351" Type="http://schemas.openxmlformats.org/officeDocument/2006/relationships/image" Target="../media/image384.png"/><Relationship Id="rId372" Type="http://schemas.openxmlformats.org/officeDocument/2006/relationships/customXml" Target="../ink/ink481.xml"/><Relationship Id="rId211" Type="http://schemas.openxmlformats.org/officeDocument/2006/relationships/image" Target="../media/image314.png"/><Relationship Id="rId232" Type="http://schemas.openxmlformats.org/officeDocument/2006/relationships/customXml" Target="../ink/ink411.xml"/><Relationship Id="rId253" Type="http://schemas.openxmlformats.org/officeDocument/2006/relationships/image" Target="../media/image335.png"/><Relationship Id="rId274" Type="http://schemas.openxmlformats.org/officeDocument/2006/relationships/customXml" Target="../ink/ink432.xml"/><Relationship Id="rId295" Type="http://schemas.openxmlformats.org/officeDocument/2006/relationships/image" Target="../media/image356.png"/><Relationship Id="rId309" Type="http://schemas.openxmlformats.org/officeDocument/2006/relationships/image" Target="../media/image363.png"/><Relationship Id="rId27" Type="http://schemas.openxmlformats.org/officeDocument/2006/relationships/image" Target="../media/image22.png"/><Relationship Id="rId48" Type="http://schemas.openxmlformats.org/officeDocument/2006/relationships/customXml" Target="../ink/ink319.xml"/><Relationship Id="rId69" Type="http://schemas.openxmlformats.org/officeDocument/2006/relationships/image" Target="../media/image243.png"/><Relationship Id="rId113" Type="http://schemas.openxmlformats.org/officeDocument/2006/relationships/image" Target="../media/image265.png"/><Relationship Id="rId134" Type="http://schemas.openxmlformats.org/officeDocument/2006/relationships/customXml" Target="../ink/ink362.xml"/><Relationship Id="rId320" Type="http://schemas.openxmlformats.org/officeDocument/2006/relationships/customXml" Target="../ink/ink455.xml"/><Relationship Id="rId80" Type="http://schemas.openxmlformats.org/officeDocument/2006/relationships/customXml" Target="../ink/ink335.xml"/><Relationship Id="rId155" Type="http://schemas.openxmlformats.org/officeDocument/2006/relationships/image" Target="../media/image286.png"/><Relationship Id="rId176" Type="http://schemas.openxmlformats.org/officeDocument/2006/relationships/customXml" Target="../ink/ink383.xml"/><Relationship Id="rId197" Type="http://schemas.openxmlformats.org/officeDocument/2006/relationships/image" Target="../media/image307.png"/><Relationship Id="rId341" Type="http://schemas.openxmlformats.org/officeDocument/2006/relationships/image" Target="../media/image379.png"/><Relationship Id="rId362" Type="http://schemas.openxmlformats.org/officeDocument/2006/relationships/customXml" Target="../ink/ink476.xml"/><Relationship Id="rId383" Type="http://schemas.openxmlformats.org/officeDocument/2006/relationships/image" Target="../media/image400.png"/><Relationship Id="rId201" Type="http://schemas.openxmlformats.org/officeDocument/2006/relationships/image" Target="../media/image309.png"/><Relationship Id="rId222" Type="http://schemas.openxmlformats.org/officeDocument/2006/relationships/customXml" Target="../ink/ink406.xml"/><Relationship Id="rId243" Type="http://schemas.openxmlformats.org/officeDocument/2006/relationships/image" Target="../media/image330.png"/><Relationship Id="rId264" Type="http://schemas.openxmlformats.org/officeDocument/2006/relationships/customXml" Target="../ink/ink427.xml"/><Relationship Id="rId285" Type="http://schemas.openxmlformats.org/officeDocument/2006/relationships/image" Target="../media/image351.png"/><Relationship Id="rId17" Type="http://schemas.openxmlformats.org/officeDocument/2006/relationships/image" Target="../media/image17.png"/><Relationship Id="rId38" Type="http://schemas.openxmlformats.org/officeDocument/2006/relationships/customXml" Target="../ink/ink314.xml"/><Relationship Id="rId59" Type="http://schemas.openxmlformats.org/officeDocument/2006/relationships/image" Target="../media/image238.png"/><Relationship Id="rId103" Type="http://schemas.openxmlformats.org/officeDocument/2006/relationships/image" Target="../media/image260.png"/><Relationship Id="rId124" Type="http://schemas.openxmlformats.org/officeDocument/2006/relationships/customXml" Target="../ink/ink357.xml"/><Relationship Id="rId310" Type="http://schemas.openxmlformats.org/officeDocument/2006/relationships/customXml" Target="../ink/ink450.xml"/><Relationship Id="rId70" Type="http://schemas.openxmlformats.org/officeDocument/2006/relationships/customXml" Target="../ink/ink330.xml"/><Relationship Id="rId91" Type="http://schemas.openxmlformats.org/officeDocument/2006/relationships/image" Target="../media/image254.png"/><Relationship Id="rId145" Type="http://schemas.openxmlformats.org/officeDocument/2006/relationships/image" Target="../media/image281.png"/><Relationship Id="rId166" Type="http://schemas.openxmlformats.org/officeDocument/2006/relationships/customXml" Target="../ink/ink378.xml"/><Relationship Id="rId187" Type="http://schemas.openxmlformats.org/officeDocument/2006/relationships/image" Target="../media/image302.png"/><Relationship Id="rId331" Type="http://schemas.openxmlformats.org/officeDocument/2006/relationships/image" Target="../media/image374.png"/><Relationship Id="rId352" Type="http://schemas.openxmlformats.org/officeDocument/2006/relationships/customXml" Target="../ink/ink471.xml"/><Relationship Id="rId373" Type="http://schemas.openxmlformats.org/officeDocument/2006/relationships/image" Target="../media/image395.png"/><Relationship Id="rId1" Type="http://schemas.openxmlformats.org/officeDocument/2006/relationships/slideLayout" Target="../slideLayouts/slideLayout7.xml"/><Relationship Id="rId212" Type="http://schemas.openxmlformats.org/officeDocument/2006/relationships/customXml" Target="../ink/ink401.xml"/><Relationship Id="rId233" Type="http://schemas.openxmlformats.org/officeDocument/2006/relationships/image" Target="../media/image325.png"/><Relationship Id="rId254" Type="http://schemas.openxmlformats.org/officeDocument/2006/relationships/customXml" Target="../ink/ink422.xml"/><Relationship Id="rId28" Type="http://schemas.openxmlformats.org/officeDocument/2006/relationships/customXml" Target="../ink/ink309.xml"/><Relationship Id="rId49" Type="http://schemas.openxmlformats.org/officeDocument/2006/relationships/image" Target="../media/image33.png"/><Relationship Id="rId114" Type="http://schemas.openxmlformats.org/officeDocument/2006/relationships/customXml" Target="../ink/ink352.xml"/><Relationship Id="rId275" Type="http://schemas.openxmlformats.org/officeDocument/2006/relationships/image" Target="../media/image346.png"/><Relationship Id="rId296" Type="http://schemas.openxmlformats.org/officeDocument/2006/relationships/customXml" Target="../ink/ink443.xml"/><Relationship Id="rId300" Type="http://schemas.openxmlformats.org/officeDocument/2006/relationships/customXml" Target="../ink/ink445.xml"/><Relationship Id="rId60" Type="http://schemas.openxmlformats.org/officeDocument/2006/relationships/customXml" Target="../ink/ink325.xml"/><Relationship Id="rId81" Type="http://schemas.openxmlformats.org/officeDocument/2006/relationships/image" Target="../media/image249.png"/><Relationship Id="rId135" Type="http://schemas.openxmlformats.org/officeDocument/2006/relationships/image" Target="../media/image276.png"/><Relationship Id="rId156" Type="http://schemas.openxmlformats.org/officeDocument/2006/relationships/customXml" Target="../ink/ink373.xml"/><Relationship Id="rId177" Type="http://schemas.openxmlformats.org/officeDocument/2006/relationships/image" Target="../media/image297.png"/><Relationship Id="rId198" Type="http://schemas.openxmlformats.org/officeDocument/2006/relationships/customXml" Target="../ink/ink394.xml"/><Relationship Id="rId321" Type="http://schemas.openxmlformats.org/officeDocument/2006/relationships/image" Target="../media/image369.png"/><Relationship Id="rId342" Type="http://schemas.openxmlformats.org/officeDocument/2006/relationships/customXml" Target="../ink/ink466.xml"/><Relationship Id="rId363" Type="http://schemas.openxmlformats.org/officeDocument/2006/relationships/image" Target="../media/image390.png"/><Relationship Id="rId384" Type="http://schemas.openxmlformats.org/officeDocument/2006/relationships/customXml" Target="../ink/ink487.xml"/><Relationship Id="rId202" Type="http://schemas.openxmlformats.org/officeDocument/2006/relationships/customXml" Target="../ink/ink396.xml"/><Relationship Id="rId223" Type="http://schemas.openxmlformats.org/officeDocument/2006/relationships/image" Target="../media/image320.png"/><Relationship Id="rId244" Type="http://schemas.openxmlformats.org/officeDocument/2006/relationships/customXml" Target="../ink/ink417.xml"/><Relationship Id="rId18" Type="http://schemas.openxmlformats.org/officeDocument/2006/relationships/customXml" Target="../ink/ink304.xml"/><Relationship Id="rId39" Type="http://schemas.openxmlformats.org/officeDocument/2006/relationships/image" Target="../media/image28.png"/><Relationship Id="rId265" Type="http://schemas.openxmlformats.org/officeDocument/2006/relationships/image" Target="../media/image341.png"/><Relationship Id="rId286" Type="http://schemas.openxmlformats.org/officeDocument/2006/relationships/customXml" Target="../ink/ink438.xml"/><Relationship Id="rId50" Type="http://schemas.openxmlformats.org/officeDocument/2006/relationships/customXml" Target="../ink/ink320.xml"/><Relationship Id="rId104" Type="http://schemas.openxmlformats.org/officeDocument/2006/relationships/customXml" Target="../ink/ink347.xml"/><Relationship Id="rId125" Type="http://schemas.openxmlformats.org/officeDocument/2006/relationships/image" Target="../media/image271.png"/><Relationship Id="rId146" Type="http://schemas.openxmlformats.org/officeDocument/2006/relationships/customXml" Target="../ink/ink368.xml"/><Relationship Id="rId167" Type="http://schemas.openxmlformats.org/officeDocument/2006/relationships/image" Target="../media/image292.png"/><Relationship Id="rId188" Type="http://schemas.openxmlformats.org/officeDocument/2006/relationships/customXml" Target="../ink/ink389.xml"/><Relationship Id="rId311" Type="http://schemas.openxmlformats.org/officeDocument/2006/relationships/image" Target="../media/image364.png"/><Relationship Id="rId332" Type="http://schemas.openxmlformats.org/officeDocument/2006/relationships/customXml" Target="../ink/ink461.xml"/><Relationship Id="rId353" Type="http://schemas.openxmlformats.org/officeDocument/2006/relationships/image" Target="../media/image385.png"/><Relationship Id="rId374" Type="http://schemas.openxmlformats.org/officeDocument/2006/relationships/customXml" Target="../ink/ink482.xml"/><Relationship Id="rId71" Type="http://schemas.openxmlformats.org/officeDocument/2006/relationships/image" Target="../media/image244.png"/><Relationship Id="rId92" Type="http://schemas.openxmlformats.org/officeDocument/2006/relationships/customXml" Target="../ink/ink341.xml"/><Relationship Id="rId213" Type="http://schemas.openxmlformats.org/officeDocument/2006/relationships/image" Target="../media/image315.png"/><Relationship Id="rId234" Type="http://schemas.openxmlformats.org/officeDocument/2006/relationships/customXml" Target="../ink/ink412.xml"/><Relationship Id="rId2" Type="http://schemas.openxmlformats.org/officeDocument/2006/relationships/customXml" Target="../ink/ink296.xml"/><Relationship Id="rId29" Type="http://schemas.openxmlformats.org/officeDocument/2006/relationships/image" Target="../media/image23.png"/><Relationship Id="rId255" Type="http://schemas.openxmlformats.org/officeDocument/2006/relationships/image" Target="../media/image336.png"/><Relationship Id="rId276" Type="http://schemas.openxmlformats.org/officeDocument/2006/relationships/customXml" Target="../ink/ink433.xml"/><Relationship Id="rId297" Type="http://schemas.openxmlformats.org/officeDocument/2006/relationships/image" Target="../media/image357.png"/><Relationship Id="rId40" Type="http://schemas.openxmlformats.org/officeDocument/2006/relationships/customXml" Target="../ink/ink315.xml"/><Relationship Id="rId115" Type="http://schemas.openxmlformats.org/officeDocument/2006/relationships/image" Target="../media/image266.png"/><Relationship Id="rId136" Type="http://schemas.openxmlformats.org/officeDocument/2006/relationships/customXml" Target="../ink/ink363.xml"/><Relationship Id="rId157" Type="http://schemas.openxmlformats.org/officeDocument/2006/relationships/image" Target="../media/image287.png"/><Relationship Id="rId178" Type="http://schemas.openxmlformats.org/officeDocument/2006/relationships/customXml" Target="../ink/ink384.xml"/><Relationship Id="rId301" Type="http://schemas.openxmlformats.org/officeDocument/2006/relationships/image" Target="../media/image359.png"/><Relationship Id="rId322" Type="http://schemas.openxmlformats.org/officeDocument/2006/relationships/customXml" Target="../ink/ink456.xml"/><Relationship Id="rId343" Type="http://schemas.openxmlformats.org/officeDocument/2006/relationships/image" Target="../media/image380.png"/><Relationship Id="rId364" Type="http://schemas.openxmlformats.org/officeDocument/2006/relationships/customXml" Target="../ink/ink477.xml"/><Relationship Id="rId61" Type="http://schemas.openxmlformats.org/officeDocument/2006/relationships/image" Target="../media/image239.png"/><Relationship Id="rId82" Type="http://schemas.openxmlformats.org/officeDocument/2006/relationships/customXml" Target="../ink/ink336.xml"/><Relationship Id="rId199" Type="http://schemas.openxmlformats.org/officeDocument/2006/relationships/image" Target="../media/image308.png"/><Relationship Id="rId203" Type="http://schemas.openxmlformats.org/officeDocument/2006/relationships/image" Target="../media/image310.png"/><Relationship Id="rId385" Type="http://schemas.openxmlformats.org/officeDocument/2006/relationships/image" Target="../media/image401.png"/><Relationship Id="rId19" Type="http://schemas.openxmlformats.org/officeDocument/2006/relationships/image" Target="../media/image18.png"/><Relationship Id="rId224" Type="http://schemas.openxmlformats.org/officeDocument/2006/relationships/customXml" Target="../ink/ink407.xml"/><Relationship Id="rId245" Type="http://schemas.openxmlformats.org/officeDocument/2006/relationships/image" Target="../media/image331.png"/><Relationship Id="rId266" Type="http://schemas.openxmlformats.org/officeDocument/2006/relationships/customXml" Target="../ink/ink428.xml"/><Relationship Id="rId287" Type="http://schemas.openxmlformats.org/officeDocument/2006/relationships/image" Target="../media/image352.png"/><Relationship Id="rId30" Type="http://schemas.openxmlformats.org/officeDocument/2006/relationships/customXml" Target="../ink/ink310.xml"/><Relationship Id="rId105" Type="http://schemas.openxmlformats.org/officeDocument/2006/relationships/image" Target="../media/image261.png"/><Relationship Id="rId126" Type="http://schemas.openxmlformats.org/officeDocument/2006/relationships/customXml" Target="../ink/ink358.xml"/><Relationship Id="rId147" Type="http://schemas.openxmlformats.org/officeDocument/2006/relationships/image" Target="../media/image282.png"/><Relationship Id="rId168" Type="http://schemas.openxmlformats.org/officeDocument/2006/relationships/customXml" Target="../ink/ink379.xml"/><Relationship Id="rId312" Type="http://schemas.openxmlformats.org/officeDocument/2006/relationships/customXml" Target="../ink/ink451.xml"/><Relationship Id="rId333" Type="http://schemas.openxmlformats.org/officeDocument/2006/relationships/image" Target="../media/image375.png"/><Relationship Id="rId354" Type="http://schemas.openxmlformats.org/officeDocument/2006/relationships/customXml" Target="../ink/ink472.xml"/><Relationship Id="rId51" Type="http://schemas.openxmlformats.org/officeDocument/2006/relationships/image" Target="../media/image34.png"/><Relationship Id="rId72" Type="http://schemas.openxmlformats.org/officeDocument/2006/relationships/customXml" Target="../ink/ink331.xml"/><Relationship Id="rId93" Type="http://schemas.openxmlformats.org/officeDocument/2006/relationships/image" Target="../media/image255.png"/><Relationship Id="rId189" Type="http://schemas.openxmlformats.org/officeDocument/2006/relationships/image" Target="../media/image303.png"/><Relationship Id="rId375" Type="http://schemas.openxmlformats.org/officeDocument/2006/relationships/image" Target="../media/image396.png"/><Relationship Id="rId3" Type="http://schemas.openxmlformats.org/officeDocument/2006/relationships/image" Target="../media/image10.png"/><Relationship Id="rId214" Type="http://schemas.openxmlformats.org/officeDocument/2006/relationships/customXml" Target="../ink/ink402.xml"/><Relationship Id="rId235" Type="http://schemas.openxmlformats.org/officeDocument/2006/relationships/image" Target="../media/image326.png"/><Relationship Id="rId256" Type="http://schemas.openxmlformats.org/officeDocument/2006/relationships/customXml" Target="../ink/ink423.xml"/><Relationship Id="rId277" Type="http://schemas.openxmlformats.org/officeDocument/2006/relationships/image" Target="../media/image347.png"/><Relationship Id="rId298" Type="http://schemas.openxmlformats.org/officeDocument/2006/relationships/customXml" Target="../ink/ink444.xml"/><Relationship Id="rId116" Type="http://schemas.openxmlformats.org/officeDocument/2006/relationships/customXml" Target="../ink/ink353.xml"/><Relationship Id="rId137" Type="http://schemas.openxmlformats.org/officeDocument/2006/relationships/image" Target="../media/image277.png"/><Relationship Id="rId158" Type="http://schemas.openxmlformats.org/officeDocument/2006/relationships/customXml" Target="../ink/ink374.xml"/><Relationship Id="rId302" Type="http://schemas.openxmlformats.org/officeDocument/2006/relationships/customXml" Target="../ink/ink446.xml"/><Relationship Id="rId323" Type="http://schemas.openxmlformats.org/officeDocument/2006/relationships/image" Target="../media/image370.png"/><Relationship Id="rId344" Type="http://schemas.openxmlformats.org/officeDocument/2006/relationships/customXml" Target="../ink/ink467.xml"/><Relationship Id="rId20" Type="http://schemas.openxmlformats.org/officeDocument/2006/relationships/customXml" Target="../ink/ink305.xml"/><Relationship Id="rId41" Type="http://schemas.openxmlformats.org/officeDocument/2006/relationships/image" Target="../media/image29.png"/><Relationship Id="rId62" Type="http://schemas.openxmlformats.org/officeDocument/2006/relationships/customXml" Target="../ink/ink326.xml"/><Relationship Id="rId83" Type="http://schemas.openxmlformats.org/officeDocument/2006/relationships/image" Target="../media/image250.png"/><Relationship Id="rId179" Type="http://schemas.openxmlformats.org/officeDocument/2006/relationships/image" Target="../media/image298.png"/><Relationship Id="rId365" Type="http://schemas.openxmlformats.org/officeDocument/2006/relationships/image" Target="../media/image391.png"/><Relationship Id="rId386" Type="http://schemas.openxmlformats.org/officeDocument/2006/relationships/customXml" Target="../ink/ink488.xml"/><Relationship Id="rId190" Type="http://schemas.openxmlformats.org/officeDocument/2006/relationships/customXml" Target="../ink/ink390.xml"/><Relationship Id="rId204" Type="http://schemas.openxmlformats.org/officeDocument/2006/relationships/customXml" Target="../ink/ink397.xml"/><Relationship Id="rId225" Type="http://schemas.openxmlformats.org/officeDocument/2006/relationships/image" Target="../media/image321.png"/><Relationship Id="rId246" Type="http://schemas.openxmlformats.org/officeDocument/2006/relationships/customXml" Target="../ink/ink418.xml"/><Relationship Id="rId267" Type="http://schemas.openxmlformats.org/officeDocument/2006/relationships/image" Target="../media/image342.png"/><Relationship Id="rId288" Type="http://schemas.openxmlformats.org/officeDocument/2006/relationships/customXml" Target="../ink/ink439.xml"/><Relationship Id="rId106" Type="http://schemas.openxmlformats.org/officeDocument/2006/relationships/customXml" Target="../ink/ink348.xml"/><Relationship Id="rId127" Type="http://schemas.openxmlformats.org/officeDocument/2006/relationships/image" Target="../media/image272.png"/><Relationship Id="rId313" Type="http://schemas.openxmlformats.org/officeDocument/2006/relationships/image" Target="../media/image365.png"/><Relationship Id="rId10" Type="http://schemas.openxmlformats.org/officeDocument/2006/relationships/customXml" Target="../ink/ink300.xml"/><Relationship Id="rId31" Type="http://schemas.openxmlformats.org/officeDocument/2006/relationships/image" Target="../media/image24.png"/><Relationship Id="rId52" Type="http://schemas.openxmlformats.org/officeDocument/2006/relationships/customXml" Target="../ink/ink321.xml"/><Relationship Id="rId73" Type="http://schemas.openxmlformats.org/officeDocument/2006/relationships/image" Target="../media/image245.png"/><Relationship Id="rId94" Type="http://schemas.openxmlformats.org/officeDocument/2006/relationships/customXml" Target="../ink/ink342.xml"/><Relationship Id="rId148" Type="http://schemas.openxmlformats.org/officeDocument/2006/relationships/customXml" Target="../ink/ink369.xml"/><Relationship Id="rId169" Type="http://schemas.openxmlformats.org/officeDocument/2006/relationships/image" Target="../media/image293.png"/><Relationship Id="rId334" Type="http://schemas.openxmlformats.org/officeDocument/2006/relationships/customXml" Target="../ink/ink462.xml"/><Relationship Id="rId355" Type="http://schemas.openxmlformats.org/officeDocument/2006/relationships/image" Target="../media/image386.png"/><Relationship Id="rId376" Type="http://schemas.openxmlformats.org/officeDocument/2006/relationships/customXml" Target="../ink/ink483.xml"/><Relationship Id="rId4" Type="http://schemas.openxmlformats.org/officeDocument/2006/relationships/customXml" Target="../ink/ink297.xml"/><Relationship Id="rId180" Type="http://schemas.openxmlformats.org/officeDocument/2006/relationships/customXml" Target="../ink/ink385.xml"/><Relationship Id="rId215" Type="http://schemas.openxmlformats.org/officeDocument/2006/relationships/image" Target="../media/image316.png"/><Relationship Id="rId236" Type="http://schemas.openxmlformats.org/officeDocument/2006/relationships/customXml" Target="../ink/ink413.xml"/><Relationship Id="rId257" Type="http://schemas.openxmlformats.org/officeDocument/2006/relationships/image" Target="../media/image337.png"/><Relationship Id="rId278" Type="http://schemas.openxmlformats.org/officeDocument/2006/relationships/customXml" Target="../ink/ink434.xml"/><Relationship Id="rId303" Type="http://schemas.openxmlformats.org/officeDocument/2006/relationships/image" Target="../media/image360.png"/><Relationship Id="rId42" Type="http://schemas.openxmlformats.org/officeDocument/2006/relationships/customXml" Target="../ink/ink316.xml"/><Relationship Id="rId84" Type="http://schemas.openxmlformats.org/officeDocument/2006/relationships/customXml" Target="../ink/ink337.xml"/><Relationship Id="rId138" Type="http://schemas.openxmlformats.org/officeDocument/2006/relationships/customXml" Target="../ink/ink364.xml"/><Relationship Id="rId345" Type="http://schemas.openxmlformats.org/officeDocument/2006/relationships/image" Target="../media/image381.png"/><Relationship Id="rId387" Type="http://schemas.openxmlformats.org/officeDocument/2006/relationships/image" Target="../media/image402.png"/><Relationship Id="rId191" Type="http://schemas.openxmlformats.org/officeDocument/2006/relationships/image" Target="../media/image304.png"/><Relationship Id="rId205" Type="http://schemas.openxmlformats.org/officeDocument/2006/relationships/image" Target="../media/image311.png"/><Relationship Id="rId247" Type="http://schemas.openxmlformats.org/officeDocument/2006/relationships/image" Target="../media/image332.png"/><Relationship Id="rId107" Type="http://schemas.openxmlformats.org/officeDocument/2006/relationships/image" Target="../media/image262.png"/><Relationship Id="rId289" Type="http://schemas.openxmlformats.org/officeDocument/2006/relationships/image" Target="../media/image353.png"/><Relationship Id="rId11" Type="http://schemas.openxmlformats.org/officeDocument/2006/relationships/image" Target="../media/image14.png"/><Relationship Id="rId53" Type="http://schemas.openxmlformats.org/officeDocument/2006/relationships/image" Target="../media/image82.png"/><Relationship Id="rId149" Type="http://schemas.openxmlformats.org/officeDocument/2006/relationships/image" Target="../media/image283.png"/><Relationship Id="rId314" Type="http://schemas.openxmlformats.org/officeDocument/2006/relationships/customXml" Target="../ink/ink452.xml"/><Relationship Id="rId356" Type="http://schemas.openxmlformats.org/officeDocument/2006/relationships/customXml" Target="../ink/ink473.xml"/><Relationship Id="rId95" Type="http://schemas.openxmlformats.org/officeDocument/2006/relationships/image" Target="../media/image256.png"/><Relationship Id="rId160" Type="http://schemas.openxmlformats.org/officeDocument/2006/relationships/customXml" Target="../ink/ink375.xml"/><Relationship Id="rId216" Type="http://schemas.openxmlformats.org/officeDocument/2006/relationships/customXml" Target="../ink/ink403.xml"/><Relationship Id="rId258" Type="http://schemas.openxmlformats.org/officeDocument/2006/relationships/customXml" Target="../ink/ink424.xml"/><Relationship Id="rId22" Type="http://schemas.openxmlformats.org/officeDocument/2006/relationships/customXml" Target="../ink/ink306.xml"/><Relationship Id="rId64" Type="http://schemas.openxmlformats.org/officeDocument/2006/relationships/customXml" Target="../ink/ink327.xml"/><Relationship Id="rId118" Type="http://schemas.openxmlformats.org/officeDocument/2006/relationships/customXml" Target="../ink/ink354.xml"/><Relationship Id="rId325" Type="http://schemas.openxmlformats.org/officeDocument/2006/relationships/image" Target="../media/image371.png"/><Relationship Id="rId367" Type="http://schemas.openxmlformats.org/officeDocument/2006/relationships/image" Target="../media/image392.png"/><Relationship Id="rId171" Type="http://schemas.openxmlformats.org/officeDocument/2006/relationships/image" Target="../media/image294.png"/><Relationship Id="rId227" Type="http://schemas.openxmlformats.org/officeDocument/2006/relationships/image" Target="../media/image322.png"/><Relationship Id="rId269" Type="http://schemas.openxmlformats.org/officeDocument/2006/relationships/image" Target="../media/image343.png"/><Relationship Id="rId33" Type="http://schemas.openxmlformats.org/officeDocument/2006/relationships/image" Target="../media/image25.png"/><Relationship Id="rId129" Type="http://schemas.openxmlformats.org/officeDocument/2006/relationships/image" Target="../media/image273.png"/><Relationship Id="rId280" Type="http://schemas.openxmlformats.org/officeDocument/2006/relationships/customXml" Target="../ink/ink435.xml"/><Relationship Id="rId336" Type="http://schemas.openxmlformats.org/officeDocument/2006/relationships/customXml" Target="../ink/ink463.xml"/><Relationship Id="rId75" Type="http://schemas.openxmlformats.org/officeDocument/2006/relationships/image" Target="../media/image246.png"/><Relationship Id="rId140" Type="http://schemas.openxmlformats.org/officeDocument/2006/relationships/customXml" Target="../ink/ink365.xml"/><Relationship Id="rId182" Type="http://schemas.openxmlformats.org/officeDocument/2006/relationships/customXml" Target="../ink/ink386.xml"/><Relationship Id="rId378" Type="http://schemas.openxmlformats.org/officeDocument/2006/relationships/customXml" Target="../ink/ink484.xml"/><Relationship Id="rId6" Type="http://schemas.openxmlformats.org/officeDocument/2006/relationships/customXml" Target="../ink/ink298.xml"/><Relationship Id="rId238" Type="http://schemas.openxmlformats.org/officeDocument/2006/relationships/customXml" Target="../ink/ink414.xml"/><Relationship Id="rId291" Type="http://schemas.openxmlformats.org/officeDocument/2006/relationships/image" Target="../media/image354.png"/><Relationship Id="rId305" Type="http://schemas.openxmlformats.org/officeDocument/2006/relationships/image" Target="../media/image361.png"/><Relationship Id="rId347" Type="http://schemas.openxmlformats.org/officeDocument/2006/relationships/image" Target="../media/image382.png"/><Relationship Id="rId44" Type="http://schemas.openxmlformats.org/officeDocument/2006/relationships/customXml" Target="../ink/ink317.xml"/><Relationship Id="rId86" Type="http://schemas.openxmlformats.org/officeDocument/2006/relationships/customXml" Target="../ink/ink338.xml"/><Relationship Id="rId151" Type="http://schemas.openxmlformats.org/officeDocument/2006/relationships/image" Target="../media/image284.png"/><Relationship Id="rId389" Type="http://schemas.openxmlformats.org/officeDocument/2006/relationships/image" Target="../media/image403.png"/><Relationship Id="rId193" Type="http://schemas.openxmlformats.org/officeDocument/2006/relationships/image" Target="../media/image305.png"/><Relationship Id="rId207" Type="http://schemas.openxmlformats.org/officeDocument/2006/relationships/image" Target="../media/image312.png"/><Relationship Id="rId249" Type="http://schemas.openxmlformats.org/officeDocument/2006/relationships/image" Target="../media/image333.png"/><Relationship Id="rId13" Type="http://schemas.openxmlformats.org/officeDocument/2006/relationships/image" Target="../media/image15.png"/><Relationship Id="rId109" Type="http://schemas.openxmlformats.org/officeDocument/2006/relationships/image" Target="../media/image263.png"/><Relationship Id="rId260" Type="http://schemas.openxmlformats.org/officeDocument/2006/relationships/customXml" Target="../ink/ink425.xml"/><Relationship Id="rId316" Type="http://schemas.openxmlformats.org/officeDocument/2006/relationships/customXml" Target="../ink/ink453.xml"/><Relationship Id="rId55" Type="http://schemas.openxmlformats.org/officeDocument/2006/relationships/image" Target="../media/image83.png"/><Relationship Id="rId97" Type="http://schemas.openxmlformats.org/officeDocument/2006/relationships/image" Target="../media/image257.png"/><Relationship Id="rId120" Type="http://schemas.openxmlformats.org/officeDocument/2006/relationships/customXml" Target="../ink/ink355.xml"/><Relationship Id="rId358" Type="http://schemas.openxmlformats.org/officeDocument/2006/relationships/customXml" Target="../ink/ink474.xml"/><Relationship Id="rId162" Type="http://schemas.openxmlformats.org/officeDocument/2006/relationships/customXml" Target="../ink/ink376.xml"/><Relationship Id="rId218" Type="http://schemas.openxmlformats.org/officeDocument/2006/relationships/customXml" Target="../ink/ink404.xml"/><Relationship Id="rId271" Type="http://schemas.openxmlformats.org/officeDocument/2006/relationships/image" Target="../media/image344.png"/><Relationship Id="rId24" Type="http://schemas.openxmlformats.org/officeDocument/2006/relationships/customXml" Target="../ink/ink307.xml"/><Relationship Id="rId66" Type="http://schemas.openxmlformats.org/officeDocument/2006/relationships/customXml" Target="../ink/ink328.xml"/><Relationship Id="rId131" Type="http://schemas.openxmlformats.org/officeDocument/2006/relationships/image" Target="../media/image274.png"/><Relationship Id="rId327" Type="http://schemas.openxmlformats.org/officeDocument/2006/relationships/image" Target="../media/image372.png"/><Relationship Id="rId369" Type="http://schemas.openxmlformats.org/officeDocument/2006/relationships/image" Target="../media/image393.png"/><Relationship Id="rId173" Type="http://schemas.openxmlformats.org/officeDocument/2006/relationships/image" Target="../media/image295.png"/><Relationship Id="rId229" Type="http://schemas.openxmlformats.org/officeDocument/2006/relationships/image" Target="../media/image323.png"/><Relationship Id="rId380" Type="http://schemas.openxmlformats.org/officeDocument/2006/relationships/customXml" Target="../ink/ink485.xml"/><Relationship Id="rId240" Type="http://schemas.openxmlformats.org/officeDocument/2006/relationships/customXml" Target="../ink/ink415.xml"/><Relationship Id="rId35" Type="http://schemas.openxmlformats.org/officeDocument/2006/relationships/image" Target="../media/image26.png"/><Relationship Id="rId77" Type="http://schemas.openxmlformats.org/officeDocument/2006/relationships/image" Target="../media/image247.png"/><Relationship Id="rId100" Type="http://schemas.openxmlformats.org/officeDocument/2006/relationships/customXml" Target="../ink/ink345.xml"/><Relationship Id="rId282" Type="http://schemas.openxmlformats.org/officeDocument/2006/relationships/customXml" Target="../ink/ink436.xml"/><Relationship Id="rId338" Type="http://schemas.openxmlformats.org/officeDocument/2006/relationships/customXml" Target="../ink/ink464.xml"/><Relationship Id="rId8" Type="http://schemas.openxmlformats.org/officeDocument/2006/relationships/customXml" Target="../ink/ink299.xml"/><Relationship Id="rId142" Type="http://schemas.openxmlformats.org/officeDocument/2006/relationships/customXml" Target="../ink/ink366.xml"/><Relationship Id="rId184" Type="http://schemas.openxmlformats.org/officeDocument/2006/relationships/customXml" Target="../ink/ink387.xml"/><Relationship Id="rId251" Type="http://schemas.openxmlformats.org/officeDocument/2006/relationships/image" Target="../media/image334.png"/><Relationship Id="rId46" Type="http://schemas.openxmlformats.org/officeDocument/2006/relationships/customXml" Target="../ink/ink318.xml"/><Relationship Id="rId293" Type="http://schemas.openxmlformats.org/officeDocument/2006/relationships/image" Target="../media/image355.png"/><Relationship Id="rId307" Type="http://schemas.openxmlformats.org/officeDocument/2006/relationships/image" Target="../media/image362.png"/><Relationship Id="rId349" Type="http://schemas.openxmlformats.org/officeDocument/2006/relationships/image" Target="../media/image383.png"/><Relationship Id="rId88" Type="http://schemas.openxmlformats.org/officeDocument/2006/relationships/customXml" Target="../ink/ink339.xml"/><Relationship Id="rId111" Type="http://schemas.openxmlformats.org/officeDocument/2006/relationships/image" Target="../media/image264.png"/><Relationship Id="rId153" Type="http://schemas.openxmlformats.org/officeDocument/2006/relationships/image" Target="../media/image285.png"/><Relationship Id="rId195" Type="http://schemas.openxmlformats.org/officeDocument/2006/relationships/image" Target="../media/image306.png"/><Relationship Id="rId209" Type="http://schemas.openxmlformats.org/officeDocument/2006/relationships/image" Target="../media/image313.png"/><Relationship Id="rId360" Type="http://schemas.openxmlformats.org/officeDocument/2006/relationships/customXml" Target="../ink/ink475.xml"/><Relationship Id="rId220" Type="http://schemas.openxmlformats.org/officeDocument/2006/relationships/customXml" Target="../ink/ink405.xml"/><Relationship Id="rId15" Type="http://schemas.openxmlformats.org/officeDocument/2006/relationships/image" Target="../media/image16.png"/><Relationship Id="rId57" Type="http://schemas.openxmlformats.org/officeDocument/2006/relationships/image" Target="../media/image84.png"/><Relationship Id="rId262" Type="http://schemas.openxmlformats.org/officeDocument/2006/relationships/customXml" Target="../ink/ink426.xml"/><Relationship Id="rId318" Type="http://schemas.openxmlformats.org/officeDocument/2006/relationships/customXml" Target="../ink/ink454.xml"/><Relationship Id="rId99" Type="http://schemas.openxmlformats.org/officeDocument/2006/relationships/image" Target="../media/image258.png"/><Relationship Id="rId122" Type="http://schemas.openxmlformats.org/officeDocument/2006/relationships/customXml" Target="../ink/ink356.xml"/><Relationship Id="rId164" Type="http://schemas.openxmlformats.org/officeDocument/2006/relationships/customXml" Target="../ink/ink377.xml"/><Relationship Id="rId371" Type="http://schemas.openxmlformats.org/officeDocument/2006/relationships/image" Target="../media/image394.png"/><Relationship Id="rId26" Type="http://schemas.openxmlformats.org/officeDocument/2006/relationships/customXml" Target="../ink/ink308.xml"/><Relationship Id="rId231" Type="http://schemas.openxmlformats.org/officeDocument/2006/relationships/image" Target="../media/image324.png"/><Relationship Id="rId273" Type="http://schemas.openxmlformats.org/officeDocument/2006/relationships/image" Target="../media/image345.png"/><Relationship Id="rId329" Type="http://schemas.openxmlformats.org/officeDocument/2006/relationships/image" Target="../media/image373.png"/><Relationship Id="rId68" Type="http://schemas.openxmlformats.org/officeDocument/2006/relationships/customXml" Target="../ink/ink329.xml"/><Relationship Id="rId133" Type="http://schemas.openxmlformats.org/officeDocument/2006/relationships/image" Target="../media/image275.png"/><Relationship Id="rId175" Type="http://schemas.openxmlformats.org/officeDocument/2006/relationships/image" Target="../media/image296.png"/><Relationship Id="rId340" Type="http://schemas.openxmlformats.org/officeDocument/2006/relationships/customXml" Target="../ink/ink465.xml"/></Relationships>
</file>

<file path=ppt/slides/_rels/slide7.xml.rels><?xml version="1.0" encoding="UTF-8" standalone="yes"?>
<Relationships xmlns="http://schemas.openxmlformats.org/package/2006/relationships"><Relationship Id="rId117" Type="http://schemas.openxmlformats.org/officeDocument/2006/relationships/image" Target="../media/image308.png"/><Relationship Id="rId21" Type="http://schemas.openxmlformats.org/officeDocument/2006/relationships/image" Target="../media/image413.png"/><Relationship Id="rId42" Type="http://schemas.openxmlformats.org/officeDocument/2006/relationships/customXml" Target="../ink/ink510.xml"/><Relationship Id="rId63" Type="http://schemas.openxmlformats.org/officeDocument/2006/relationships/image" Target="../media/image434.png"/><Relationship Id="rId84" Type="http://schemas.openxmlformats.org/officeDocument/2006/relationships/customXml" Target="../ink/ink531.xml"/><Relationship Id="rId138" Type="http://schemas.openxmlformats.org/officeDocument/2006/relationships/customXml" Target="../ink/ink558.xml"/><Relationship Id="rId159" Type="http://schemas.openxmlformats.org/officeDocument/2006/relationships/image" Target="../media/image329.png"/><Relationship Id="rId170" Type="http://schemas.openxmlformats.org/officeDocument/2006/relationships/customXml" Target="../ink/ink574.xml"/><Relationship Id="rId191" Type="http://schemas.openxmlformats.org/officeDocument/2006/relationships/image" Target="../media/image345.png"/><Relationship Id="rId205" Type="http://schemas.openxmlformats.org/officeDocument/2006/relationships/image" Target="../media/image352.png"/><Relationship Id="rId107" Type="http://schemas.openxmlformats.org/officeDocument/2006/relationships/image" Target="../media/image456.png"/><Relationship Id="rId11" Type="http://schemas.openxmlformats.org/officeDocument/2006/relationships/image" Target="../media/image408.png"/><Relationship Id="rId32" Type="http://schemas.openxmlformats.org/officeDocument/2006/relationships/customXml" Target="../ink/ink505.xml"/><Relationship Id="rId53" Type="http://schemas.openxmlformats.org/officeDocument/2006/relationships/image" Target="../media/image429.png"/><Relationship Id="rId74" Type="http://schemas.openxmlformats.org/officeDocument/2006/relationships/customXml" Target="../ink/ink526.xml"/><Relationship Id="rId128" Type="http://schemas.openxmlformats.org/officeDocument/2006/relationships/customXml" Target="../ink/ink553.xml"/><Relationship Id="rId149" Type="http://schemas.openxmlformats.org/officeDocument/2006/relationships/image" Target="../media/image324.png"/><Relationship Id="rId5" Type="http://schemas.openxmlformats.org/officeDocument/2006/relationships/image" Target="../media/image405.png"/><Relationship Id="rId95" Type="http://schemas.openxmlformats.org/officeDocument/2006/relationships/image" Target="../media/image450.png"/><Relationship Id="rId160" Type="http://schemas.openxmlformats.org/officeDocument/2006/relationships/customXml" Target="../ink/ink569.xml"/><Relationship Id="rId181" Type="http://schemas.openxmlformats.org/officeDocument/2006/relationships/image" Target="../media/image340.png"/><Relationship Id="rId22" Type="http://schemas.openxmlformats.org/officeDocument/2006/relationships/customXml" Target="../ink/ink500.xml"/><Relationship Id="rId43" Type="http://schemas.openxmlformats.org/officeDocument/2006/relationships/image" Target="../media/image424.png"/><Relationship Id="rId64" Type="http://schemas.openxmlformats.org/officeDocument/2006/relationships/customXml" Target="../ink/ink521.xml"/><Relationship Id="rId118" Type="http://schemas.openxmlformats.org/officeDocument/2006/relationships/customXml" Target="../ink/ink548.xml"/><Relationship Id="rId139" Type="http://schemas.openxmlformats.org/officeDocument/2006/relationships/image" Target="../media/image319.png"/><Relationship Id="rId85" Type="http://schemas.openxmlformats.org/officeDocument/2006/relationships/image" Target="../media/image445.png"/><Relationship Id="rId150" Type="http://schemas.openxmlformats.org/officeDocument/2006/relationships/customXml" Target="../ink/ink564.xml"/><Relationship Id="rId171" Type="http://schemas.openxmlformats.org/officeDocument/2006/relationships/image" Target="../media/image335.png"/><Relationship Id="rId192" Type="http://schemas.openxmlformats.org/officeDocument/2006/relationships/customXml" Target="../ink/ink585.xml"/><Relationship Id="rId206" Type="http://schemas.openxmlformats.org/officeDocument/2006/relationships/customXml" Target="../ink/ink592.xml"/><Relationship Id="rId12" Type="http://schemas.openxmlformats.org/officeDocument/2006/relationships/customXml" Target="../ink/ink495.xml"/><Relationship Id="rId33" Type="http://schemas.openxmlformats.org/officeDocument/2006/relationships/image" Target="../media/image419.png"/><Relationship Id="rId108" Type="http://schemas.openxmlformats.org/officeDocument/2006/relationships/customXml" Target="../ink/ink543.xml"/><Relationship Id="rId129" Type="http://schemas.openxmlformats.org/officeDocument/2006/relationships/image" Target="../media/image314.png"/><Relationship Id="rId54" Type="http://schemas.openxmlformats.org/officeDocument/2006/relationships/customXml" Target="../ink/ink516.xml"/><Relationship Id="rId75" Type="http://schemas.openxmlformats.org/officeDocument/2006/relationships/image" Target="../media/image440.png"/><Relationship Id="rId96" Type="http://schemas.openxmlformats.org/officeDocument/2006/relationships/customXml" Target="../ink/ink537.xml"/><Relationship Id="rId140" Type="http://schemas.openxmlformats.org/officeDocument/2006/relationships/customXml" Target="../ink/ink559.xml"/><Relationship Id="rId161" Type="http://schemas.openxmlformats.org/officeDocument/2006/relationships/image" Target="../media/image330.png"/><Relationship Id="rId182" Type="http://schemas.openxmlformats.org/officeDocument/2006/relationships/customXml" Target="../ink/ink580.xml"/><Relationship Id="rId6" Type="http://schemas.openxmlformats.org/officeDocument/2006/relationships/customXml" Target="../ink/ink492.xml"/><Relationship Id="rId23" Type="http://schemas.openxmlformats.org/officeDocument/2006/relationships/image" Target="../media/image414.png"/><Relationship Id="rId119" Type="http://schemas.openxmlformats.org/officeDocument/2006/relationships/image" Target="../media/image309.png"/><Relationship Id="rId44" Type="http://schemas.openxmlformats.org/officeDocument/2006/relationships/customXml" Target="../ink/ink511.xml"/><Relationship Id="rId65" Type="http://schemas.openxmlformats.org/officeDocument/2006/relationships/image" Target="../media/image435.png"/><Relationship Id="rId86" Type="http://schemas.openxmlformats.org/officeDocument/2006/relationships/customXml" Target="../ink/ink532.xml"/><Relationship Id="rId130" Type="http://schemas.openxmlformats.org/officeDocument/2006/relationships/customXml" Target="../ink/ink554.xml"/><Relationship Id="rId151" Type="http://schemas.openxmlformats.org/officeDocument/2006/relationships/image" Target="../media/image325.png"/><Relationship Id="rId172" Type="http://schemas.openxmlformats.org/officeDocument/2006/relationships/customXml" Target="../ink/ink575.xml"/><Relationship Id="rId193" Type="http://schemas.openxmlformats.org/officeDocument/2006/relationships/image" Target="../media/image346.png"/><Relationship Id="rId207" Type="http://schemas.openxmlformats.org/officeDocument/2006/relationships/image" Target="../media/image353.png"/><Relationship Id="rId13" Type="http://schemas.openxmlformats.org/officeDocument/2006/relationships/image" Target="../media/image409.png"/><Relationship Id="rId109" Type="http://schemas.openxmlformats.org/officeDocument/2006/relationships/image" Target="../media/image304.png"/><Relationship Id="rId34" Type="http://schemas.openxmlformats.org/officeDocument/2006/relationships/customXml" Target="../ink/ink506.xml"/><Relationship Id="rId55" Type="http://schemas.openxmlformats.org/officeDocument/2006/relationships/image" Target="../media/image430.png"/><Relationship Id="rId76" Type="http://schemas.openxmlformats.org/officeDocument/2006/relationships/customXml" Target="../ink/ink527.xml"/><Relationship Id="rId97" Type="http://schemas.openxmlformats.org/officeDocument/2006/relationships/image" Target="../media/image451.png"/><Relationship Id="rId120" Type="http://schemas.openxmlformats.org/officeDocument/2006/relationships/customXml" Target="../ink/ink549.xml"/><Relationship Id="rId141" Type="http://schemas.openxmlformats.org/officeDocument/2006/relationships/image" Target="../media/image320.png"/><Relationship Id="rId7" Type="http://schemas.openxmlformats.org/officeDocument/2006/relationships/image" Target="../media/image406.png"/><Relationship Id="rId162" Type="http://schemas.openxmlformats.org/officeDocument/2006/relationships/customXml" Target="../ink/ink570.xml"/><Relationship Id="rId183" Type="http://schemas.openxmlformats.org/officeDocument/2006/relationships/image" Target="../media/image341.png"/><Relationship Id="rId24" Type="http://schemas.openxmlformats.org/officeDocument/2006/relationships/customXml" Target="../ink/ink501.xml"/><Relationship Id="rId40" Type="http://schemas.openxmlformats.org/officeDocument/2006/relationships/customXml" Target="../ink/ink509.xml"/><Relationship Id="rId45" Type="http://schemas.openxmlformats.org/officeDocument/2006/relationships/image" Target="../media/image425.png"/><Relationship Id="rId66" Type="http://schemas.openxmlformats.org/officeDocument/2006/relationships/customXml" Target="../ink/ink522.xml"/><Relationship Id="rId87" Type="http://schemas.openxmlformats.org/officeDocument/2006/relationships/image" Target="../media/image446.png"/><Relationship Id="rId110" Type="http://schemas.openxmlformats.org/officeDocument/2006/relationships/customXml" Target="../ink/ink544.xml"/><Relationship Id="rId115" Type="http://schemas.openxmlformats.org/officeDocument/2006/relationships/image" Target="../media/image307.png"/><Relationship Id="rId131" Type="http://schemas.openxmlformats.org/officeDocument/2006/relationships/image" Target="../media/image315.png"/><Relationship Id="rId136" Type="http://schemas.openxmlformats.org/officeDocument/2006/relationships/customXml" Target="../ink/ink557.xml"/><Relationship Id="rId157" Type="http://schemas.openxmlformats.org/officeDocument/2006/relationships/image" Target="../media/image328.png"/><Relationship Id="rId178" Type="http://schemas.openxmlformats.org/officeDocument/2006/relationships/customXml" Target="../ink/ink578.xml"/><Relationship Id="rId61" Type="http://schemas.openxmlformats.org/officeDocument/2006/relationships/image" Target="../media/image433.png"/><Relationship Id="rId82" Type="http://schemas.openxmlformats.org/officeDocument/2006/relationships/customXml" Target="../ink/ink530.xml"/><Relationship Id="rId152" Type="http://schemas.openxmlformats.org/officeDocument/2006/relationships/customXml" Target="../ink/ink565.xml"/><Relationship Id="rId173" Type="http://schemas.openxmlformats.org/officeDocument/2006/relationships/image" Target="../media/image336.png"/><Relationship Id="rId194" Type="http://schemas.openxmlformats.org/officeDocument/2006/relationships/customXml" Target="../ink/ink586.xml"/><Relationship Id="rId199" Type="http://schemas.openxmlformats.org/officeDocument/2006/relationships/image" Target="../media/image349.png"/><Relationship Id="rId203" Type="http://schemas.openxmlformats.org/officeDocument/2006/relationships/image" Target="../media/image351.png"/><Relationship Id="rId19" Type="http://schemas.openxmlformats.org/officeDocument/2006/relationships/image" Target="../media/image412.png"/><Relationship Id="rId14" Type="http://schemas.openxmlformats.org/officeDocument/2006/relationships/customXml" Target="../ink/ink496.xml"/><Relationship Id="rId30" Type="http://schemas.openxmlformats.org/officeDocument/2006/relationships/customXml" Target="../ink/ink504.xml"/><Relationship Id="rId35" Type="http://schemas.openxmlformats.org/officeDocument/2006/relationships/image" Target="../media/image420.png"/><Relationship Id="rId56" Type="http://schemas.openxmlformats.org/officeDocument/2006/relationships/customXml" Target="../ink/ink517.xml"/><Relationship Id="rId77" Type="http://schemas.openxmlformats.org/officeDocument/2006/relationships/image" Target="../media/image441.png"/><Relationship Id="rId100" Type="http://schemas.openxmlformats.org/officeDocument/2006/relationships/customXml" Target="../ink/ink539.xml"/><Relationship Id="rId105" Type="http://schemas.openxmlformats.org/officeDocument/2006/relationships/image" Target="../media/image455.png"/><Relationship Id="rId126" Type="http://schemas.openxmlformats.org/officeDocument/2006/relationships/customXml" Target="../ink/ink552.xml"/><Relationship Id="rId147" Type="http://schemas.openxmlformats.org/officeDocument/2006/relationships/image" Target="../media/image323.png"/><Relationship Id="rId168" Type="http://schemas.openxmlformats.org/officeDocument/2006/relationships/customXml" Target="../ink/ink573.xml"/><Relationship Id="rId8" Type="http://schemas.openxmlformats.org/officeDocument/2006/relationships/customXml" Target="../ink/ink493.xml"/><Relationship Id="rId51" Type="http://schemas.openxmlformats.org/officeDocument/2006/relationships/image" Target="../media/image428.png"/><Relationship Id="rId72" Type="http://schemas.openxmlformats.org/officeDocument/2006/relationships/customXml" Target="../ink/ink525.xml"/><Relationship Id="rId93" Type="http://schemas.openxmlformats.org/officeDocument/2006/relationships/image" Target="../media/image449.png"/><Relationship Id="rId98" Type="http://schemas.openxmlformats.org/officeDocument/2006/relationships/customXml" Target="../ink/ink538.xml"/><Relationship Id="rId121" Type="http://schemas.openxmlformats.org/officeDocument/2006/relationships/image" Target="../media/image310.png"/><Relationship Id="rId142" Type="http://schemas.openxmlformats.org/officeDocument/2006/relationships/customXml" Target="../ink/ink560.xml"/><Relationship Id="rId163" Type="http://schemas.openxmlformats.org/officeDocument/2006/relationships/image" Target="../media/image331.png"/><Relationship Id="rId184" Type="http://schemas.openxmlformats.org/officeDocument/2006/relationships/customXml" Target="../ink/ink581.xml"/><Relationship Id="rId189" Type="http://schemas.openxmlformats.org/officeDocument/2006/relationships/image" Target="../media/image344.png"/><Relationship Id="rId3" Type="http://schemas.openxmlformats.org/officeDocument/2006/relationships/image" Target="../media/image404.png"/><Relationship Id="rId25" Type="http://schemas.openxmlformats.org/officeDocument/2006/relationships/image" Target="../media/image415.png"/><Relationship Id="rId46" Type="http://schemas.openxmlformats.org/officeDocument/2006/relationships/customXml" Target="../ink/ink512.xml"/><Relationship Id="rId67" Type="http://schemas.openxmlformats.org/officeDocument/2006/relationships/image" Target="../media/image436.png"/><Relationship Id="rId116" Type="http://schemas.openxmlformats.org/officeDocument/2006/relationships/customXml" Target="../ink/ink547.xml"/><Relationship Id="rId137" Type="http://schemas.openxmlformats.org/officeDocument/2006/relationships/image" Target="../media/image318.png"/><Relationship Id="rId158" Type="http://schemas.openxmlformats.org/officeDocument/2006/relationships/customXml" Target="../ink/ink568.xml"/><Relationship Id="rId20" Type="http://schemas.openxmlformats.org/officeDocument/2006/relationships/customXml" Target="../ink/ink499.xml"/><Relationship Id="rId41" Type="http://schemas.openxmlformats.org/officeDocument/2006/relationships/image" Target="../media/image423.png"/><Relationship Id="rId62" Type="http://schemas.openxmlformats.org/officeDocument/2006/relationships/customXml" Target="../ink/ink520.xml"/><Relationship Id="rId83" Type="http://schemas.openxmlformats.org/officeDocument/2006/relationships/image" Target="../media/image444.png"/><Relationship Id="rId88" Type="http://schemas.openxmlformats.org/officeDocument/2006/relationships/customXml" Target="../ink/ink533.xml"/><Relationship Id="rId111" Type="http://schemas.openxmlformats.org/officeDocument/2006/relationships/image" Target="../media/image305.png"/><Relationship Id="rId132" Type="http://schemas.openxmlformats.org/officeDocument/2006/relationships/customXml" Target="../ink/ink555.xml"/><Relationship Id="rId153" Type="http://schemas.openxmlformats.org/officeDocument/2006/relationships/image" Target="../media/image326.png"/><Relationship Id="rId174" Type="http://schemas.openxmlformats.org/officeDocument/2006/relationships/customXml" Target="../ink/ink576.xml"/><Relationship Id="rId179" Type="http://schemas.openxmlformats.org/officeDocument/2006/relationships/image" Target="../media/image339.png"/><Relationship Id="rId195" Type="http://schemas.openxmlformats.org/officeDocument/2006/relationships/image" Target="../media/image347.png"/><Relationship Id="rId190" Type="http://schemas.openxmlformats.org/officeDocument/2006/relationships/customXml" Target="../ink/ink584.xml"/><Relationship Id="rId204" Type="http://schemas.openxmlformats.org/officeDocument/2006/relationships/customXml" Target="../ink/ink591.xml"/><Relationship Id="rId15" Type="http://schemas.openxmlformats.org/officeDocument/2006/relationships/image" Target="../media/image410.png"/><Relationship Id="rId36" Type="http://schemas.openxmlformats.org/officeDocument/2006/relationships/customXml" Target="../ink/ink507.xml"/><Relationship Id="rId57" Type="http://schemas.openxmlformats.org/officeDocument/2006/relationships/image" Target="../media/image431.png"/><Relationship Id="rId106" Type="http://schemas.openxmlformats.org/officeDocument/2006/relationships/customXml" Target="../ink/ink542.xml"/><Relationship Id="rId127" Type="http://schemas.openxmlformats.org/officeDocument/2006/relationships/image" Target="../media/image313.png"/><Relationship Id="rId10" Type="http://schemas.openxmlformats.org/officeDocument/2006/relationships/customXml" Target="../ink/ink494.xml"/><Relationship Id="rId31" Type="http://schemas.openxmlformats.org/officeDocument/2006/relationships/image" Target="../media/image418.png"/><Relationship Id="rId52" Type="http://schemas.openxmlformats.org/officeDocument/2006/relationships/customXml" Target="../ink/ink515.xml"/><Relationship Id="rId73" Type="http://schemas.openxmlformats.org/officeDocument/2006/relationships/image" Target="../media/image439.png"/><Relationship Id="rId78" Type="http://schemas.openxmlformats.org/officeDocument/2006/relationships/customXml" Target="../ink/ink528.xml"/><Relationship Id="rId94" Type="http://schemas.openxmlformats.org/officeDocument/2006/relationships/customXml" Target="../ink/ink536.xml"/><Relationship Id="rId99" Type="http://schemas.openxmlformats.org/officeDocument/2006/relationships/image" Target="../media/image452.png"/><Relationship Id="rId101" Type="http://schemas.openxmlformats.org/officeDocument/2006/relationships/image" Target="../media/image453.png"/><Relationship Id="rId122" Type="http://schemas.openxmlformats.org/officeDocument/2006/relationships/customXml" Target="../ink/ink550.xml"/><Relationship Id="rId143" Type="http://schemas.openxmlformats.org/officeDocument/2006/relationships/image" Target="../media/image321.png"/><Relationship Id="rId148" Type="http://schemas.openxmlformats.org/officeDocument/2006/relationships/customXml" Target="../ink/ink563.xml"/><Relationship Id="rId164" Type="http://schemas.openxmlformats.org/officeDocument/2006/relationships/customXml" Target="../ink/ink571.xml"/><Relationship Id="rId169" Type="http://schemas.openxmlformats.org/officeDocument/2006/relationships/image" Target="../media/image334.png"/><Relationship Id="rId185" Type="http://schemas.openxmlformats.org/officeDocument/2006/relationships/image" Target="../media/image342.png"/><Relationship Id="rId4" Type="http://schemas.openxmlformats.org/officeDocument/2006/relationships/customXml" Target="../ink/ink491.xml"/><Relationship Id="rId9" Type="http://schemas.openxmlformats.org/officeDocument/2006/relationships/image" Target="../media/image407.png"/><Relationship Id="rId180" Type="http://schemas.openxmlformats.org/officeDocument/2006/relationships/customXml" Target="../ink/ink579.xml"/><Relationship Id="rId26" Type="http://schemas.openxmlformats.org/officeDocument/2006/relationships/customXml" Target="../ink/ink502.xml"/><Relationship Id="rId47" Type="http://schemas.openxmlformats.org/officeDocument/2006/relationships/image" Target="../media/image426.png"/><Relationship Id="rId68" Type="http://schemas.openxmlformats.org/officeDocument/2006/relationships/customXml" Target="../ink/ink523.xml"/><Relationship Id="rId89" Type="http://schemas.openxmlformats.org/officeDocument/2006/relationships/image" Target="../media/image447.png"/><Relationship Id="rId112" Type="http://schemas.openxmlformats.org/officeDocument/2006/relationships/customXml" Target="../ink/ink545.xml"/><Relationship Id="rId133" Type="http://schemas.openxmlformats.org/officeDocument/2006/relationships/image" Target="../media/image316.png"/><Relationship Id="rId154" Type="http://schemas.openxmlformats.org/officeDocument/2006/relationships/customXml" Target="../ink/ink566.xml"/><Relationship Id="rId175" Type="http://schemas.openxmlformats.org/officeDocument/2006/relationships/image" Target="../media/image337.png"/><Relationship Id="rId196" Type="http://schemas.openxmlformats.org/officeDocument/2006/relationships/customXml" Target="../ink/ink587.xml"/><Relationship Id="rId200" Type="http://schemas.openxmlformats.org/officeDocument/2006/relationships/customXml" Target="../ink/ink589.xml"/><Relationship Id="rId16" Type="http://schemas.openxmlformats.org/officeDocument/2006/relationships/customXml" Target="../ink/ink497.xml"/><Relationship Id="rId37" Type="http://schemas.openxmlformats.org/officeDocument/2006/relationships/image" Target="../media/image421.png"/><Relationship Id="rId58" Type="http://schemas.openxmlformats.org/officeDocument/2006/relationships/customXml" Target="../ink/ink518.xml"/><Relationship Id="rId79" Type="http://schemas.openxmlformats.org/officeDocument/2006/relationships/image" Target="../media/image442.png"/><Relationship Id="rId102" Type="http://schemas.openxmlformats.org/officeDocument/2006/relationships/customXml" Target="../ink/ink540.xml"/><Relationship Id="rId123" Type="http://schemas.openxmlformats.org/officeDocument/2006/relationships/image" Target="../media/image311.png"/><Relationship Id="rId144" Type="http://schemas.openxmlformats.org/officeDocument/2006/relationships/customXml" Target="../ink/ink561.xml"/><Relationship Id="rId90" Type="http://schemas.openxmlformats.org/officeDocument/2006/relationships/customXml" Target="../ink/ink534.xml"/><Relationship Id="rId165" Type="http://schemas.openxmlformats.org/officeDocument/2006/relationships/image" Target="../media/image332.png"/><Relationship Id="rId186" Type="http://schemas.openxmlformats.org/officeDocument/2006/relationships/customXml" Target="../ink/ink582.xml"/><Relationship Id="rId27" Type="http://schemas.openxmlformats.org/officeDocument/2006/relationships/image" Target="../media/image416.png"/><Relationship Id="rId48" Type="http://schemas.openxmlformats.org/officeDocument/2006/relationships/customXml" Target="../ink/ink513.xml"/><Relationship Id="rId69" Type="http://schemas.openxmlformats.org/officeDocument/2006/relationships/image" Target="../media/image437.png"/><Relationship Id="rId113" Type="http://schemas.openxmlformats.org/officeDocument/2006/relationships/image" Target="../media/image306.png"/><Relationship Id="rId134" Type="http://schemas.openxmlformats.org/officeDocument/2006/relationships/customXml" Target="../ink/ink556.xml"/><Relationship Id="rId80" Type="http://schemas.openxmlformats.org/officeDocument/2006/relationships/customXml" Target="../ink/ink529.xml"/><Relationship Id="rId155" Type="http://schemas.openxmlformats.org/officeDocument/2006/relationships/image" Target="../media/image327.png"/><Relationship Id="rId176" Type="http://schemas.openxmlformats.org/officeDocument/2006/relationships/customXml" Target="../ink/ink577.xml"/><Relationship Id="rId197" Type="http://schemas.openxmlformats.org/officeDocument/2006/relationships/image" Target="../media/image348.png"/><Relationship Id="rId201" Type="http://schemas.openxmlformats.org/officeDocument/2006/relationships/image" Target="../media/image350.png"/><Relationship Id="rId17" Type="http://schemas.openxmlformats.org/officeDocument/2006/relationships/image" Target="../media/image411.png"/><Relationship Id="rId38" Type="http://schemas.openxmlformats.org/officeDocument/2006/relationships/customXml" Target="../ink/ink508.xml"/><Relationship Id="rId59" Type="http://schemas.openxmlformats.org/officeDocument/2006/relationships/image" Target="../media/image432.png"/><Relationship Id="rId103" Type="http://schemas.openxmlformats.org/officeDocument/2006/relationships/image" Target="../media/image454.png"/><Relationship Id="rId124" Type="http://schemas.openxmlformats.org/officeDocument/2006/relationships/customXml" Target="../ink/ink551.xml"/><Relationship Id="rId70" Type="http://schemas.openxmlformats.org/officeDocument/2006/relationships/customXml" Target="../ink/ink524.xml"/><Relationship Id="rId91" Type="http://schemas.openxmlformats.org/officeDocument/2006/relationships/image" Target="../media/image448.png"/><Relationship Id="rId145" Type="http://schemas.openxmlformats.org/officeDocument/2006/relationships/image" Target="../media/image322.png"/><Relationship Id="rId166" Type="http://schemas.openxmlformats.org/officeDocument/2006/relationships/customXml" Target="../ink/ink572.xml"/><Relationship Id="rId187" Type="http://schemas.openxmlformats.org/officeDocument/2006/relationships/image" Target="../media/image343.png"/><Relationship Id="rId1" Type="http://schemas.openxmlformats.org/officeDocument/2006/relationships/slideLayout" Target="../slideLayouts/slideLayout7.xml"/><Relationship Id="rId28" Type="http://schemas.openxmlformats.org/officeDocument/2006/relationships/customXml" Target="../ink/ink503.xml"/><Relationship Id="rId49" Type="http://schemas.openxmlformats.org/officeDocument/2006/relationships/image" Target="../media/image427.png"/><Relationship Id="rId114" Type="http://schemas.openxmlformats.org/officeDocument/2006/relationships/customXml" Target="../ink/ink546.xml"/><Relationship Id="rId60" Type="http://schemas.openxmlformats.org/officeDocument/2006/relationships/customXml" Target="../ink/ink519.xml"/><Relationship Id="rId81" Type="http://schemas.openxmlformats.org/officeDocument/2006/relationships/image" Target="../media/image443.png"/><Relationship Id="rId135" Type="http://schemas.openxmlformats.org/officeDocument/2006/relationships/image" Target="../media/image317.png"/><Relationship Id="rId156" Type="http://schemas.openxmlformats.org/officeDocument/2006/relationships/customXml" Target="../ink/ink567.xml"/><Relationship Id="rId177" Type="http://schemas.openxmlformats.org/officeDocument/2006/relationships/image" Target="../media/image338.png"/><Relationship Id="rId198" Type="http://schemas.openxmlformats.org/officeDocument/2006/relationships/customXml" Target="../ink/ink588.xml"/><Relationship Id="rId202" Type="http://schemas.openxmlformats.org/officeDocument/2006/relationships/customXml" Target="../ink/ink590.xml"/><Relationship Id="rId18" Type="http://schemas.openxmlformats.org/officeDocument/2006/relationships/customXml" Target="../ink/ink498.xml"/><Relationship Id="rId39" Type="http://schemas.openxmlformats.org/officeDocument/2006/relationships/image" Target="../media/image422.png"/><Relationship Id="rId50" Type="http://schemas.openxmlformats.org/officeDocument/2006/relationships/customXml" Target="../ink/ink514.xml"/><Relationship Id="rId104" Type="http://schemas.openxmlformats.org/officeDocument/2006/relationships/customXml" Target="../ink/ink541.xml"/><Relationship Id="rId125" Type="http://schemas.openxmlformats.org/officeDocument/2006/relationships/image" Target="../media/image312.png"/><Relationship Id="rId146" Type="http://schemas.openxmlformats.org/officeDocument/2006/relationships/customXml" Target="../ink/ink562.xml"/><Relationship Id="rId167" Type="http://schemas.openxmlformats.org/officeDocument/2006/relationships/image" Target="../media/image333.png"/><Relationship Id="rId188" Type="http://schemas.openxmlformats.org/officeDocument/2006/relationships/customXml" Target="../ink/ink583.xml"/><Relationship Id="rId71" Type="http://schemas.openxmlformats.org/officeDocument/2006/relationships/image" Target="../media/image438.png"/><Relationship Id="rId92" Type="http://schemas.openxmlformats.org/officeDocument/2006/relationships/customXml" Target="../ink/ink535.xml"/><Relationship Id="rId2" Type="http://schemas.openxmlformats.org/officeDocument/2006/relationships/customXml" Target="../ink/ink490.xml"/><Relationship Id="rId29" Type="http://schemas.openxmlformats.org/officeDocument/2006/relationships/image" Target="../media/image4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17" Type="http://schemas.openxmlformats.org/officeDocument/2006/relationships/image" Target="../media/image514.png"/><Relationship Id="rId21" Type="http://schemas.openxmlformats.org/officeDocument/2006/relationships/image" Target="../media/image466.png"/><Relationship Id="rId63" Type="http://schemas.openxmlformats.org/officeDocument/2006/relationships/image" Target="../media/image487.png"/><Relationship Id="rId159" Type="http://schemas.openxmlformats.org/officeDocument/2006/relationships/image" Target="../media/image535.png"/><Relationship Id="rId324" Type="http://schemas.openxmlformats.org/officeDocument/2006/relationships/customXml" Target="../ink/ink754.xml"/><Relationship Id="rId366" Type="http://schemas.openxmlformats.org/officeDocument/2006/relationships/customXml" Target="../ink/ink775.xml"/><Relationship Id="rId170" Type="http://schemas.openxmlformats.org/officeDocument/2006/relationships/customXml" Target="../ink/ink677.xml"/><Relationship Id="rId226" Type="http://schemas.openxmlformats.org/officeDocument/2006/relationships/customXml" Target="../ink/ink705.xml"/><Relationship Id="rId433" Type="http://schemas.openxmlformats.org/officeDocument/2006/relationships/image" Target="../media/image672.png"/><Relationship Id="rId268" Type="http://schemas.openxmlformats.org/officeDocument/2006/relationships/customXml" Target="../ink/ink726.xml"/><Relationship Id="rId475" Type="http://schemas.openxmlformats.org/officeDocument/2006/relationships/image" Target="../media/image693.png"/><Relationship Id="rId32" Type="http://schemas.openxmlformats.org/officeDocument/2006/relationships/customXml" Target="../ink/ink608.xml"/><Relationship Id="rId74" Type="http://schemas.openxmlformats.org/officeDocument/2006/relationships/customXml" Target="../ink/ink629.xml"/><Relationship Id="rId128" Type="http://schemas.openxmlformats.org/officeDocument/2006/relationships/customXml" Target="../ink/ink656.xml"/><Relationship Id="rId335" Type="http://schemas.openxmlformats.org/officeDocument/2006/relationships/image" Target="../media/image623.png"/><Relationship Id="rId377" Type="http://schemas.openxmlformats.org/officeDocument/2006/relationships/image" Target="../media/image644.png"/><Relationship Id="rId500" Type="http://schemas.openxmlformats.org/officeDocument/2006/relationships/customXml" Target="../ink/ink842.xml"/><Relationship Id="rId5" Type="http://schemas.openxmlformats.org/officeDocument/2006/relationships/image" Target="../media/image458.png"/><Relationship Id="rId181" Type="http://schemas.openxmlformats.org/officeDocument/2006/relationships/image" Target="../media/image546.png"/><Relationship Id="rId237" Type="http://schemas.openxmlformats.org/officeDocument/2006/relationships/image" Target="../media/image574.png"/><Relationship Id="rId402" Type="http://schemas.openxmlformats.org/officeDocument/2006/relationships/customXml" Target="../ink/ink793.xml"/><Relationship Id="rId279" Type="http://schemas.openxmlformats.org/officeDocument/2006/relationships/image" Target="../media/image595.png"/><Relationship Id="rId444" Type="http://schemas.openxmlformats.org/officeDocument/2006/relationships/customXml" Target="../ink/ink814.xml"/><Relationship Id="rId486" Type="http://schemas.openxmlformats.org/officeDocument/2006/relationships/customXml" Target="../ink/ink835.xml"/><Relationship Id="rId43" Type="http://schemas.openxmlformats.org/officeDocument/2006/relationships/image" Target="../media/image477.png"/><Relationship Id="rId139" Type="http://schemas.openxmlformats.org/officeDocument/2006/relationships/image" Target="../media/image525.png"/><Relationship Id="rId290" Type="http://schemas.openxmlformats.org/officeDocument/2006/relationships/customXml" Target="../ink/ink737.xml"/><Relationship Id="rId304" Type="http://schemas.openxmlformats.org/officeDocument/2006/relationships/customXml" Target="../ink/ink744.xml"/><Relationship Id="rId346" Type="http://schemas.openxmlformats.org/officeDocument/2006/relationships/customXml" Target="../ink/ink765.xml"/><Relationship Id="rId388" Type="http://schemas.openxmlformats.org/officeDocument/2006/relationships/customXml" Target="../ink/ink786.xml"/><Relationship Id="rId511" Type="http://schemas.openxmlformats.org/officeDocument/2006/relationships/image" Target="../media/image711.png"/><Relationship Id="rId85" Type="http://schemas.openxmlformats.org/officeDocument/2006/relationships/image" Target="../media/image498.png"/><Relationship Id="rId150" Type="http://schemas.openxmlformats.org/officeDocument/2006/relationships/customXml" Target="../ink/ink667.xml"/><Relationship Id="rId192" Type="http://schemas.openxmlformats.org/officeDocument/2006/relationships/customXml" Target="../ink/ink688.xml"/><Relationship Id="rId206" Type="http://schemas.openxmlformats.org/officeDocument/2006/relationships/customXml" Target="../ink/ink695.xml"/><Relationship Id="rId413" Type="http://schemas.openxmlformats.org/officeDocument/2006/relationships/image" Target="../media/image662.png"/><Relationship Id="rId248" Type="http://schemas.openxmlformats.org/officeDocument/2006/relationships/customXml" Target="../ink/ink716.xml"/><Relationship Id="rId455" Type="http://schemas.openxmlformats.org/officeDocument/2006/relationships/image" Target="../media/image683.png"/><Relationship Id="rId497" Type="http://schemas.openxmlformats.org/officeDocument/2006/relationships/image" Target="../media/image704.png"/><Relationship Id="rId12" Type="http://schemas.openxmlformats.org/officeDocument/2006/relationships/customXml" Target="../ink/ink598.xml"/><Relationship Id="rId108" Type="http://schemas.openxmlformats.org/officeDocument/2006/relationships/customXml" Target="../ink/ink646.xml"/><Relationship Id="rId315" Type="http://schemas.openxmlformats.org/officeDocument/2006/relationships/image" Target="../media/image613.png"/><Relationship Id="rId357" Type="http://schemas.openxmlformats.org/officeDocument/2006/relationships/image" Target="../media/image634.png"/><Relationship Id="rId54" Type="http://schemas.openxmlformats.org/officeDocument/2006/relationships/customXml" Target="../ink/ink619.xml"/><Relationship Id="rId96" Type="http://schemas.openxmlformats.org/officeDocument/2006/relationships/customXml" Target="../ink/ink640.xml"/><Relationship Id="rId161" Type="http://schemas.openxmlformats.org/officeDocument/2006/relationships/image" Target="../media/image536.png"/><Relationship Id="rId217" Type="http://schemas.openxmlformats.org/officeDocument/2006/relationships/image" Target="../media/image564.png"/><Relationship Id="rId399" Type="http://schemas.openxmlformats.org/officeDocument/2006/relationships/image" Target="../media/image655.png"/><Relationship Id="rId259" Type="http://schemas.openxmlformats.org/officeDocument/2006/relationships/image" Target="../media/image585.png"/><Relationship Id="rId424" Type="http://schemas.openxmlformats.org/officeDocument/2006/relationships/customXml" Target="../ink/ink804.xml"/><Relationship Id="rId466" Type="http://schemas.openxmlformats.org/officeDocument/2006/relationships/customXml" Target="../ink/ink825.xml"/><Relationship Id="rId23" Type="http://schemas.openxmlformats.org/officeDocument/2006/relationships/image" Target="../media/image467.png"/><Relationship Id="rId119" Type="http://schemas.openxmlformats.org/officeDocument/2006/relationships/image" Target="../media/image515.png"/><Relationship Id="rId270" Type="http://schemas.openxmlformats.org/officeDocument/2006/relationships/customXml" Target="../ink/ink727.xml"/><Relationship Id="rId326" Type="http://schemas.openxmlformats.org/officeDocument/2006/relationships/customXml" Target="../ink/ink755.xml"/><Relationship Id="rId65" Type="http://schemas.openxmlformats.org/officeDocument/2006/relationships/image" Target="../media/image488.png"/><Relationship Id="rId130" Type="http://schemas.openxmlformats.org/officeDocument/2006/relationships/customXml" Target="../ink/ink657.xml"/><Relationship Id="rId368" Type="http://schemas.openxmlformats.org/officeDocument/2006/relationships/customXml" Target="../ink/ink776.xml"/><Relationship Id="rId172" Type="http://schemas.openxmlformats.org/officeDocument/2006/relationships/customXml" Target="../ink/ink678.xml"/><Relationship Id="rId228" Type="http://schemas.openxmlformats.org/officeDocument/2006/relationships/customXml" Target="../ink/ink706.xml"/><Relationship Id="rId435" Type="http://schemas.openxmlformats.org/officeDocument/2006/relationships/image" Target="../media/image673.png"/><Relationship Id="rId477" Type="http://schemas.openxmlformats.org/officeDocument/2006/relationships/image" Target="../media/image694.png"/><Relationship Id="rId281" Type="http://schemas.openxmlformats.org/officeDocument/2006/relationships/image" Target="../media/image596.png"/><Relationship Id="rId337" Type="http://schemas.openxmlformats.org/officeDocument/2006/relationships/image" Target="../media/image624.png"/><Relationship Id="rId502" Type="http://schemas.openxmlformats.org/officeDocument/2006/relationships/customXml" Target="../ink/ink843.xml"/><Relationship Id="rId34" Type="http://schemas.openxmlformats.org/officeDocument/2006/relationships/customXml" Target="../ink/ink609.xml"/><Relationship Id="rId76" Type="http://schemas.openxmlformats.org/officeDocument/2006/relationships/customXml" Target="../ink/ink630.xml"/><Relationship Id="rId141" Type="http://schemas.openxmlformats.org/officeDocument/2006/relationships/image" Target="../media/image526.png"/><Relationship Id="rId379" Type="http://schemas.openxmlformats.org/officeDocument/2006/relationships/image" Target="../media/image645.png"/><Relationship Id="rId7" Type="http://schemas.openxmlformats.org/officeDocument/2006/relationships/image" Target="../media/image459.png"/><Relationship Id="rId183" Type="http://schemas.openxmlformats.org/officeDocument/2006/relationships/image" Target="../media/image547.png"/><Relationship Id="rId239" Type="http://schemas.openxmlformats.org/officeDocument/2006/relationships/image" Target="../media/image575.png"/><Relationship Id="rId390" Type="http://schemas.openxmlformats.org/officeDocument/2006/relationships/customXml" Target="../ink/ink787.xml"/><Relationship Id="rId404" Type="http://schemas.openxmlformats.org/officeDocument/2006/relationships/customXml" Target="../ink/ink794.xml"/><Relationship Id="rId446" Type="http://schemas.openxmlformats.org/officeDocument/2006/relationships/customXml" Target="../ink/ink815.xml"/><Relationship Id="rId250" Type="http://schemas.openxmlformats.org/officeDocument/2006/relationships/customXml" Target="../ink/ink717.xml"/><Relationship Id="rId292" Type="http://schemas.openxmlformats.org/officeDocument/2006/relationships/customXml" Target="../ink/ink738.xml"/><Relationship Id="rId306" Type="http://schemas.openxmlformats.org/officeDocument/2006/relationships/customXml" Target="../ink/ink745.xml"/><Relationship Id="rId488" Type="http://schemas.openxmlformats.org/officeDocument/2006/relationships/customXml" Target="../ink/ink836.xml"/><Relationship Id="rId45" Type="http://schemas.openxmlformats.org/officeDocument/2006/relationships/image" Target="../media/image478.png"/><Relationship Id="rId87" Type="http://schemas.openxmlformats.org/officeDocument/2006/relationships/image" Target="../media/image499.png"/><Relationship Id="rId110" Type="http://schemas.openxmlformats.org/officeDocument/2006/relationships/customXml" Target="../ink/ink647.xml"/><Relationship Id="rId348" Type="http://schemas.openxmlformats.org/officeDocument/2006/relationships/customXml" Target="../ink/ink766.xml"/><Relationship Id="rId513" Type="http://schemas.openxmlformats.org/officeDocument/2006/relationships/image" Target="../media/image712.png"/><Relationship Id="rId152" Type="http://schemas.openxmlformats.org/officeDocument/2006/relationships/customXml" Target="../ink/ink668.xml"/><Relationship Id="rId194" Type="http://schemas.openxmlformats.org/officeDocument/2006/relationships/customXml" Target="../ink/ink689.xml"/><Relationship Id="rId208" Type="http://schemas.openxmlformats.org/officeDocument/2006/relationships/customXml" Target="../ink/ink696.xml"/><Relationship Id="rId415" Type="http://schemas.openxmlformats.org/officeDocument/2006/relationships/image" Target="../media/image663.png"/><Relationship Id="rId457" Type="http://schemas.openxmlformats.org/officeDocument/2006/relationships/image" Target="../media/image684.png"/><Relationship Id="rId261" Type="http://schemas.openxmlformats.org/officeDocument/2006/relationships/image" Target="../media/image586.png"/><Relationship Id="rId499" Type="http://schemas.openxmlformats.org/officeDocument/2006/relationships/image" Target="../media/image705.png"/><Relationship Id="rId14" Type="http://schemas.openxmlformats.org/officeDocument/2006/relationships/customXml" Target="../ink/ink599.xml"/><Relationship Id="rId56" Type="http://schemas.openxmlformats.org/officeDocument/2006/relationships/customXml" Target="../ink/ink620.xml"/><Relationship Id="rId317" Type="http://schemas.openxmlformats.org/officeDocument/2006/relationships/image" Target="../media/image614.png"/><Relationship Id="rId359" Type="http://schemas.openxmlformats.org/officeDocument/2006/relationships/image" Target="../media/image635.png"/><Relationship Id="rId98" Type="http://schemas.openxmlformats.org/officeDocument/2006/relationships/customXml" Target="../ink/ink641.xml"/><Relationship Id="rId121" Type="http://schemas.openxmlformats.org/officeDocument/2006/relationships/image" Target="../media/image516.png"/><Relationship Id="rId163" Type="http://schemas.openxmlformats.org/officeDocument/2006/relationships/image" Target="../media/image537.png"/><Relationship Id="rId219" Type="http://schemas.openxmlformats.org/officeDocument/2006/relationships/image" Target="../media/image565.png"/><Relationship Id="rId370" Type="http://schemas.openxmlformats.org/officeDocument/2006/relationships/customXml" Target="../ink/ink777.xml"/><Relationship Id="rId426" Type="http://schemas.openxmlformats.org/officeDocument/2006/relationships/customXml" Target="../ink/ink805.xml"/><Relationship Id="rId230" Type="http://schemas.openxmlformats.org/officeDocument/2006/relationships/customXml" Target="../ink/ink707.xml"/><Relationship Id="rId468" Type="http://schemas.openxmlformats.org/officeDocument/2006/relationships/customXml" Target="../ink/ink826.xml"/><Relationship Id="rId25" Type="http://schemas.openxmlformats.org/officeDocument/2006/relationships/image" Target="../media/image468.png"/><Relationship Id="rId67" Type="http://schemas.openxmlformats.org/officeDocument/2006/relationships/image" Target="../media/image489.png"/><Relationship Id="rId272" Type="http://schemas.openxmlformats.org/officeDocument/2006/relationships/customXml" Target="../ink/ink728.xml"/><Relationship Id="rId328" Type="http://schemas.openxmlformats.org/officeDocument/2006/relationships/customXml" Target="../ink/ink756.xml"/><Relationship Id="rId132" Type="http://schemas.openxmlformats.org/officeDocument/2006/relationships/customXml" Target="../ink/ink658.xml"/><Relationship Id="rId174" Type="http://schemas.openxmlformats.org/officeDocument/2006/relationships/customXml" Target="../ink/ink679.xml"/><Relationship Id="rId381" Type="http://schemas.openxmlformats.org/officeDocument/2006/relationships/image" Target="../media/image646.png"/><Relationship Id="rId241" Type="http://schemas.openxmlformats.org/officeDocument/2006/relationships/image" Target="../media/image576.png"/><Relationship Id="rId437" Type="http://schemas.openxmlformats.org/officeDocument/2006/relationships/image" Target="../media/image674.png"/><Relationship Id="rId479" Type="http://schemas.openxmlformats.org/officeDocument/2006/relationships/image" Target="../media/image695.png"/><Relationship Id="rId36" Type="http://schemas.openxmlformats.org/officeDocument/2006/relationships/customXml" Target="../ink/ink610.xml"/><Relationship Id="rId283" Type="http://schemas.openxmlformats.org/officeDocument/2006/relationships/image" Target="../media/image597.png"/><Relationship Id="rId339" Type="http://schemas.openxmlformats.org/officeDocument/2006/relationships/image" Target="../media/image625.png"/><Relationship Id="rId490" Type="http://schemas.openxmlformats.org/officeDocument/2006/relationships/customXml" Target="../ink/ink837.xml"/><Relationship Id="rId504" Type="http://schemas.openxmlformats.org/officeDocument/2006/relationships/customXml" Target="../ink/ink844.xml"/><Relationship Id="rId78" Type="http://schemas.openxmlformats.org/officeDocument/2006/relationships/customXml" Target="../ink/ink631.xml"/><Relationship Id="rId101" Type="http://schemas.openxmlformats.org/officeDocument/2006/relationships/image" Target="../media/image506.png"/><Relationship Id="rId143" Type="http://schemas.openxmlformats.org/officeDocument/2006/relationships/image" Target="../media/image527.png"/><Relationship Id="rId185" Type="http://schemas.openxmlformats.org/officeDocument/2006/relationships/image" Target="../media/image548.png"/><Relationship Id="rId350" Type="http://schemas.openxmlformats.org/officeDocument/2006/relationships/customXml" Target="../ink/ink767.xml"/><Relationship Id="rId406" Type="http://schemas.openxmlformats.org/officeDocument/2006/relationships/customXml" Target="../ink/ink795.xml"/><Relationship Id="rId9" Type="http://schemas.openxmlformats.org/officeDocument/2006/relationships/image" Target="../media/image460.png"/><Relationship Id="rId210" Type="http://schemas.openxmlformats.org/officeDocument/2006/relationships/customXml" Target="../ink/ink697.xml"/><Relationship Id="rId392" Type="http://schemas.openxmlformats.org/officeDocument/2006/relationships/customXml" Target="../ink/ink788.xml"/><Relationship Id="rId448" Type="http://schemas.openxmlformats.org/officeDocument/2006/relationships/customXml" Target="../ink/ink816.xml"/><Relationship Id="rId252" Type="http://schemas.openxmlformats.org/officeDocument/2006/relationships/customXml" Target="../ink/ink718.xml"/><Relationship Id="rId294" Type="http://schemas.openxmlformats.org/officeDocument/2006/relationships/customXml" Target="../ink/ink739.xml"/><Relationship Id="rId308" Type="http://schemas.openxmlformats.org/officeDocument/2006/relationships/customXml" Target="../ink/ink746.xml"/><Relationship Id="rId515" Type="http://schemas.openxmlformats.org/officeDocument/2006/relationships/image" Target="../media/image713.png"/><Relationship Id="rId47" Type="http://schemas.openxmlformats.org/officeDocument/2006/relationships/image" Target="../media/image479.png"/><Relationship Id="rId89" Type="http://schemas.openxmlformats.org/officeDocument/2006/relationships/image" Target="../media/image500.png"/><Relationship Id="rId112" Type="http://schemas.openxmlformats.org/officeDocument/2006/relationships/customXml" Target="../ink/ink648.xml"/><Relationship Id="rId154" Type="http://schemas.openxmlformats.org/officeDocument/2006/relationships/customXml" Target="../ink/ink669.xml"/><Relationship Id="rId361" Type="http://schemas.openxmlformats.org/officeDocument/2006/relationships/image" Target="../media/image636.png"/><Relationship Id="rId196" Type="http://schemas.openxmlformats.org/officeDocument/2006/relationships/customXml" Target="../ink/ink690.xml"/><Relationship Id="rId417" Type="http://schemas.openxmlformats.org/officeDocument/2006/relationships/image" Target="../media/image664.png"/><Relationship Id="rId459" Type="http://schemas.openxmlformats.org/officeDocument/2006/relationships/image" Target="../media/image685.png"/><Relationship Id="rId16" Type="http://schemas.openxmlformats.org/officeDocument/2006/relationships/customXml" Target="../ink/ink600.xml"/><Relationship Id="rId221" Type="http://schemas.openxmlformats.org/officeDocument/2006/relationships/image" Target="../media/image566.png"/><Relationship Id="rId263" Type="http://schemas.openxmlformats.org/officeDocument/2006/relationships/image" Target="../media/image587.png"/><Relationship Id="rId319" Type="http://schemas.openxmlformats.org/officeDocument/2006/relationships/image" Target="../media/image615.png"/><Relationship Id="rId470" Type="http://schemas.openxmlformats.org/officeDocument/2006/relationships/customXml" Target="../ink/ink827.xml"/><Relationship Id="rId58" Type="http://schemas.openxmlformats.org/officeDocument/2006/relationships/customXml" Target="../ink/ink621.xml"/><Relationship Id="rId123" Type="http://schemas.openxmlformats.org/officeDocument/2006/relationships/image" Target="../media/image517.png"/><Relationship Id="rId330" Type="http://schemas.openxmlformats.org/officeDocument/2006/relationships/customXml" Target="../ink/ink757.xml"/><Relationship Id="rId165" Type="http://schemas.openxmlformats.org/officeDocument/2006/relationships/image" Target="../media/image538.png"/><Relationship Id="rId372" Type="http://schemas.openxmlformats.org/officeDocument/2006/relationships/customXml" Target="../ink/ink778.xml"/><Relationship Id="rId428" Type="http://schemas.openxmlformats.org/officeDocument/2006/relationships/customXml" Target="../ink/ink806.xml"/><Relationship Id="rId232" Type="http://schemas.openxmlformats.org/officeDocument/2006/relationships/customXml" Target="../ink/ink708.xml"/><Relationship Id="rId274" Type="http://schemas.openxmlformats.org/officeDocument/2006/relationships/customXml" Target="../ink/ink729.xml"/><Relationship Id="rId481" Type="http://schemas.openxmlformats.org/officeDocument/2006/relationships/image" Target="../media/image696.png"/><Relationship Id="rId27" Type="http://schemas.openxmlformats.org/officeDocument/2006/relationships/image" Target="../media/image469.png"/><Relationship Id="rId69" Type="http://schemas.openxmlformats.org/officeDocument/2006/relationships/image" Target="../media/image490.png"/><Relationship Id="rId134" Type="http://schemas.openxmlformats.org/officeDocument/2006/relationships/customXml" Target="../ink/ink659.xml"/><Relationship Id="rId80" Type="http://schemas.openxmlformats.org/officeDocument/2006/relationships/customXml" Target="../ink/ink632.xml"/><Relationship Id="rId176" Type="http://schemas.openxmlformats.org/officeDocument/2006/relationships/customXml" Target="../ink/ink680.xml"/><Relationship Id="rId341" Type="http://schemas.openxmlformats.org/officeDocument/2006/relationships/image" Target="../media/image626.png"/><Relationship Id="rId383" Type="http://schemas.openxmlformats.org/officeDocument/2006/relationships/image" Target="../media/image647.png"/><Relationship Id="rId439" Type="http://schemas.openxmlformats.org/officeDocument/2006/relationships/image" Target="../media/image675.png"/><Relationship Id="rId201" Type="http://schemas.openxmlformats.org/officeDocument/2006/relationships/image" Target="../media/image556.png"/><Relationship Id="rId243" Type="http://schemas.openxmlformats.org/officeDocument/2006/relationships/image" Target="../media/image577.png"/><Relationship Id="rId285" Type="http://schemas.openxmlformats.org/officeDocument/2006/relationships/image" Target="../media/image598.png"/><Relationship Id="rId450" Type="http://schemas.openxmlformats.org/officeDocument/2006/relationships/customXml" Target="../ink/ink817.xml"/><Relationship Id="rId506" Type="http://schemas.openxmlformats.org/officeDocument/2006/relationships/customXml" Target="../ink/ink845.xml"/><Relationship Id="rId38" Type="http://schemas.openxmlformats.org/officeDocument/2006/relationships/customXml" Target="../ink/ink611.xml"/><Relationship Id="rId103" Type="http://schemas.openxmlformats.org/officeDocument/2006/relationships/image" Target="../media/image507.png"/><Relationship Id="rId310" Type="http://schemas.openxmlformats.org/officeDocument/2006/relationships/customXml" Target="../ink/ink747.xml"/><Relationship Id="rId492" Type="http://schemas.openxmlformats.org/officeDocument/2006/relationships/customXml" Target="../ink/ink838.xml"/><Relationship Id="rId91" Type="http://schemas.openxmlformats.org/officeDocument/2006/relationships/image" Target="../media/image501.png"/><Relationship Id="rId145" Type="http://schemas.openxmlformats.org/officeDocument/2006/relationships/image" Target="../media/image528.png"/><Relationship Id="rId187" Type="http://schemas.openxmlformats.org/officeDocument/2006/relationships/image" Target="../media/image549.png"/><Relationship Id="rId352" Type="http://schemas.openxmlformats.org/officeDocument/2006/relationships/customXml" Target="../ink/ink768.xml"/><Relationship Id="rId394" Type="http://schemas.openxmlformats.org/officeDocument/2006/relationships/customXml" Target="../ink/ink789.xml"/><Relationship Id="rId408" Type="http://schemas.openxmlformats.org/officeDocument/2006/relationships/customXml" Target="../ink/ink796.xml"/><Relationship Id="rId212" Type="http://schemas.openxmlformats.org/officeDocument/2006/relationships/customXml" Target="../ink/ink698.xml"/><Relationship Id="rId254" Type="http://schemas.openxmlformats.org/officeDocument/2006/relationships/customXml" Target="../ink/ink719.xml"/><Relationship Id="rId49" Type="http://schemas.openxmlformats.org/officeDocument/2006/relationships/image" Target="../media/image480.png"/><Relationship Id="rId114" Type="http://schemas.openxmlformats.org/officeDocument/2006/relationships/customXml" Target="../ink/ink649.xml"/><Relationship Id="rId296" Type="http://schemas.openxmlformats.org/officeDocument/2006/relationships/customXml" Target="../ink/ink740.xml"/><Relationship Id="rId461" Type="http://schemas.openxmlformats.org/officeDocument/2006/relationships/image" Target="../media/image686.png"/><Relationship Id="rId60" Type="http://schemas.openxmlformats.org/officeDocument/2006/relationships/customXml" Target="../ink/ink622.xml"/><Relationship Id="rId156" Type="http://schemas.openxmlformats.org/officeDocument/2006/relationships/customXml" Target="../ink/ink670.xml"/><Relationship Id="rId198" Type="http://schemas.openxmlformats.org/officeDocument/2006/relationships/customXml" Target="../ink/ink691.xml"/><Relationship Id="rId321" Type="http://schemas.openxmlformats.org/officeDocument/2006/relationships/image" Target="../media/image616.png"/><Relationship Id="rId363" Type="http://schemas.openxmlformats.org/officeDocument/2006/relationships/image" Target="../media/image637.png"/><Relationship Id="rId419" Type="http://schemas.openxmlformats.org/officeDocument/2006/relationships/image" Target="../media/image665.png"/><Relationship Id="rId223" Type="http://schemas.openxmlformats.org/officeDocument/2006/relationships/image" Target="../media/image567.png"/><Relationship Id="rId430" Type="http://schemas.openxmlformats.org/officeDocument/2006/relationships/customXml" Target="../ink/ink807.xml"/><Relationship Id="rId18" Type="http://schemas.openxmlformats.org/officeDocument/2006/relationships/customXml" Target="../ink/ink601.xml"/><Relationship Id="rId265" Type="http://schemas.openxmlformats.org/officeDocument/2006/relationships/image" Target="../media/image588.png"/><Relationship Id="rId472" Type="http://schemas.openxmlformats.org/officeDocument/2006/relationships/customXml" Target="../ink/ink828.xml"/><Relationship Id="rId125" Type="http://schemas.openxmlformats.org/officeDocument/2006/relationships/image" Target="../media/image518.png"/><Relationship Id="rId167" Type="http://schemas.openxmlformats.org/officeDocument/2006/relationships/image" Target="../media/image539.png"/><Relationship Id="rId332" Type="http://schemas.openxmlformats.org/officeDocument/2006/relationships/customXml" Target="../ink/ink758.xml"/><Relationship Id="rId374" Type="http://schemas.openxmlformats.org/officeDocument/2006/relationships/customXml" Target="../ink/ink779.xml"/><Relationship Id="rId71" Type="http://schemas.openxmlformats.org/officeDocument/2006/relationships/image" Target="../media/image491.png"/><Relationship Id="rId234" Type="http://schemas.openxmlformats.org/officeDocument/2006/relationships/customXml" Target="../ink/ink709.xml"/><Relationship Id="rId2" Type="http://schemas.openxmlformats.org/officeDocument/2006/relationships/customXml" Target="../ink/ink593.xml"/><Relationship Id="rId29" Type="http://schemas.openxmlformats.org/officeDocument/2006/relationships/image" Target="../media/image470.png"/><Relationship Id="rId276" Type="http://schemas.openxmlformats.org/officeDocument/2006/relationships/customXml" Target="../ink/ink730.xml"/><Relationship Id="rId441" Type="http://schemas.openxmlformats.org/officeDocument/2006/relationships/image" Target="../media/image676.png"/><Relationship Id="rId483" Type="http://schemas.openxmlformats.org/officeDocument/2006/relationships/image" Target="../media/image697.png"/><Relationship Id="rId40" Type="http://schemas.openxmlformats.org/officeDocument/2006/relationships/customXml" Target="../ink/ink612.xml"/><Relationship Id="rId136" Type="http://schemas.openxmlformats.org/officeDocument/2006/relationships/customXml" Target="../ink/ink660.xml"/><Relationship Id="rId178" Type="http://schemas.openxmlformats.org/officeDocument/2006/relationships/customXml" Target="../ink/ink681.xml"/><Relationship Id="rId301" Type="http://schemas.openxmlformats.org/officeDocument/2006/relationships/image" Target="../media/image606.png"/><Relationship Id="rId343" Type="http://schemas.openxmlformats.org/officeDocument/2006/relationships/image" Target="../media/image627.png"/><Relationship Id="rId82" Type="http://schemas.openxmlformats.org/officeDocument/2006/relationships/customXml" Target="../ink/ink633.xml"/><Relationship Id="rId203" Type="http://schemas.openxmlformats.org/officeDocument/2006/relationships/image" Target="../media/image557.png"/><Relationship Id="rId385" Type="http://schemas.openxmlformats.org/officeDocument/2006/relationships/image" Target="../media/image648.png"/><Relationship Id="rId245" Type="http://schemas.openxmlformats.org/officeDocument/2006/relationships/image" Target="../media/image578.png"/><Relationship Id="rId287" Type="http://schemas.openxmlformats.org/officeDocument/2006/relationships/image" Target="../media/image599.png"/><Relationship Id="rId410" Type="http://schemas.openxmlformats.org/officeDocument/2006/relationships/customXml" Target="../ink/ink797.xml"/><Relationship Id="rId452" Type="http://schemas.openxmlformats.org/officeDocument/2006/relationships/customXml" Target="../ink/ink818.xml"/><Relationship Id="rId494" Type="http://schemas.openxmlformats.org/officeDocument/2006/relationships/customXml" Target="../ink/ink839.xml"/><Relationship Id="rId508" Type="http://schemas.openxmlformats.org/officeDocument/2006/relationships/customXml" Target="../ink/ink846.xml"/><Relationship Id="rId105" Type="http://schemas.openxmlformats.org/officeDocument/2006/relationships/image" Target="../media/image508.png"/><Relationship Id="rId147" Type="http://schemas.openxmlformats.org/officeDocument/2006/relationships/image" Target="../media/image529.png"/><Relationship Id="rId312" Type="http://schemas.openxmlformats.org/officeDocument/2006/relationships/customXml" Target="../ink/ink748.xml"/><Relationship Id="rId354" Type="http://schemas.openxmlformats.org/officeDocument/2006/relationships/customXml" Target="../ink/ink769.xml"/><Relationship Id="rId51" Type="http://schemas.openxmlformats.org/officeDocument/2006/relationships/image" Target="../media/image481.png"/><Relationship Id="rId93" Type="http://schemas.openxmlformats.org/officeDocument/2006/relationships/image" Target="../media/image502.png"/><Relationship Id="rId189" Type="http://schemas.openxmlformats.org/officeDocument/2006/relationships/image" Target="../media/image550.png"/><Relationship Id="rId396" Type="http://schemas.openxmlformats.org/officeDocument/2006/relationships/customXml" Target="../ink/ink790.xml"/><Relationship Id="rId214" Type="http://schemas.openxmlformats.org/officeDocument/2006/relationships/customXml" Target="../ink/ink699.xml"/><Relationship Id="rId256" Type="http://schemas.openxmlformats.org/officeDocument/2006/relationships/customXml" Target="../ink/ink720.xml"/><Relationship Id="rId298" Type="http://schemas.openxmlformats.org/officeDocument/2006/relationships/customXml" Target="../ink/ink741.xml"/><Relationship Id="rId421" Type="http://schemas.openxmlformats.org/officeDocument/2006/relationships/image" Target="../media/image666.png"/><Relationship Id="rId463" Type="http://schemas.openxmlformats.org/officeDocument/2006/relationships/image" Target="../media/image687.png"/><Relationship Id="rId116" Type="http://schemas.openxmlformats.org/officeDocument/2006/relationships/customXml" Target="../ink/ink650.xml"/><Relationship Id="rId158" Type="http://schemas.openxmlformats.org/officeDocument/2006/relationships/customXml" Target="../ink/ink671.xml"/><Relationship Id="rId323" Type="http://schemas.openxmlformats.org/officeDocument/2006/relationships/image" Target="../media/image617.png"/><Relationship Id="rId20" Type="http://schemas.openxmlformats.org/officeDocument/2006/relationships/customXml" Target="../ink/ink602.xml"/><Relationship Id="rId62" Type="http://schemas.openxmlformats.org/officeDocument/2006/relationships/customXml" Target="../ink/ink623.xml"/><Relationship Id="rId365" Type="http://schemas.openxmlformats.org/officeDocument/2006/relationships/image" Target="../media/image638.png"/><Relationship Id="rId225" Type="http://schemas.openxmlformats.org/officeDocument/2006/relationships/image" Target="../media/image568.png"/><Relationship Id="rId267" Type="http://schemas.openxmlformats.org/officeDocument/2006/relationships/image" Target="../media/image589.png"/><Relationship Id="rId432" Type="http://schemas.openxmlformats.org/officeDocument/2006/relationships/customXml" Target="../ink/ink808.xml"/><Relationship Id="rId474" Type="http://schemas.openxmlformats.org/officeDocument/2006/relationships/customXml" Target="../ink/ink829.xml"/><Relationship Id="rId127" Type="http://schemas.openxmlformats.org/officeDocument/2006/relationships/image" Target="../media/image519.png"/><Relationship Id="rId31" Type="http://schemas.openxmlformats.org/officeDocument/2006/relationships/image" Target="../media/image471.png"/><Relationship Id="rId73" Type="http://schemas.openxmlformats.org/officeDocument/2006/relationships/image" Target="../media/image492.png"/><Relationship Id="rId169" Type="http://schemas.openxmlformats.org/officeDocument/2006/relationships/image" Target="../media/image540.png"/><Relationship Id="rId334" Type="http://schemas.openxmlformats.org/officeDocument/2006/relationships/customXml" Target="../ink/ink759.xml"/><Relationship Id="rId376" Type="http://schemas.openxmlformats.org/officeDocument/2006/relationships/customXml" Target="../ink/ink780.xml"/><Relationship Id="rId4" Type="http://schemas.openxmlformats.org/officeDocument/2006/relationships/customXml" Target="../ink/ink594.xml"/><Relationship Id="rId180" Type="http://schemas.openxmlformats.org/officeDocument/2006/relationships/customXml" Target="../ink/ink682.xml"/><Relationship Id="rId236" Type="http://schemas.openxmlformats.org/officeDocument/2006/relationships/customXml" Target="../ink/ink710.xml"/><Relationship Id="rId278" Type="http://schemas.openxmlformats.org/officeDocument/2006/relationships/customXml" Target="../ink/ink731.xml"/><Relationship Id="rId401" Type="http://schemas.openxmlformats.org/officeDocument/2006/relationships/image" Target="../media/image656.png"/><Relationship Id="rId443" Type="http://schemas.openxmlformats.org/officeDocument/2006/relationships/image" Target="../media/image677.png"/><Relationship Id="rId303" Type="http://schemas.openxmlformats.org/officeDocument/2006/relationships/image" Target="../media/image607.png"/><Relationship Id="rId485" Type="http://schemas.openxmlformats.org/officeDocument/2006/relationships/image" Target="../media/image698.png"/><Relationship Id="rId42" Type="http://schemas.openxmlformats.org/officeDocument/2006/relationships/customXml" Target="../ink/ink613.xml"/><Relationship Id="rId84" Type="http://schemas.openxmlformats.org/officeDocument/2006/relationships/customXml" Target="../ink/ink634.xml"/><Relationship Id="rId138" Type="http://schemas.openxmlformats.org/officeDocument/2006/relationships/customXml" Target="../ink/ink661.xml"/><Relationship Id="rId345" Type="http://schemas.openxmlformats.org/officeDocument/2006/relationships/image" Target="../media/image628.png"/><Relationship Id="rId387" Type="http://schemas.openxmlformats.org/officeDocument/2006/relationships/image" Target="../media/image649.png"/><Relationship Id="rId510" Type="http://schemas.openxmlformats.org/officeDocument/2006/relationships/customXml" Target="../ink/ink847.xml"/><Relationship Id="rId191" Type="http://schemas.openxmlformats.org/officeDocument/2006/relationships/image" Target="../media/image551.png"/><Relationship Id="rId205" Type="http://schemas.openxmlformats.org/officeDocument/2006/relationships/image" Target="../media/image558.png"/><Relationship Id="rId247" Type="http://schemas.openxmlformats.org/officeDocument/2006/relationships/image" Target="../media/image579.png"/><Relationship Id="rId412" Type="http://schemas.openxmlformats.org/officeDocument/2006/relationships/customXml" Target="../ink/ink798.xml"/><Relationship Id="rId107" Type="http://schemas.openxmlformats.org/officeDocument/2006/relationships/image" Target="../media/image509.png"/><Relationship Id="rId289" Type="http://schemas.openxmlformats.org/officeDocument/2006/relationships/image" Target="../media/image600.png"/><Relationship Id="rId454" Type="http://schemas.openxmlformats.org/officeDocument/2006/relationships/customXml" Target="../ink/ink819.xml"/><Relationship Id="rId496" Type="http://schemas.openxmlformats.org/officeDocument/2006/relationships/customXml" Target="../ink/ink840.xml"/><Relationship Id="rId11" Type="http://schemas.openxmlformats.org/officeDocument/2006/relationships/image" Target="../media/image461.png"/><Relationship Id="rId53" Type="http://schemas.openxmlformats.org/officeDocument/2006/relationships/image" Target="../media/image482.png"/><Relationship Id="rId149" Type="http://schemas.openxmlformats.org/officeDocument/2006/relationships/image" Target="../media/image530.png"/><Relationship Id="rId314" Type="http://schemas.openxmlformats.org/officeDocument/2006/relationships/customXml" Target="../ink/ink749.xml"/><Relationship Id="rId356" Type="http://schemas.openxmlformats.org/officeDocument/2006/relationships/customXml" Target="../ink/ink770.xml"/><Relationship Id="rId398" Type="http://schemas.openxmlformats.org/officeDocument/2006/relationships/customXml" Target="../ink/ink791.xml"/><Relationship Id="rId95" Type="http://schemas.openxmlformats.org/officeDocument/2006/relationships/image" Target="../media/image503.png"/><Relationship Id="rId160" Type="http://schemas.openxmlformats.org/officeDocument/2006/relationships/customXml" Target="../ink/ink672.xml"/><Relationship Id="rId216" Type="http://schemas.openxmlformats.org/officeDocument/2006/relationships/customXml" Target="../ink/ink700.xml"/><Relationship Id="rId423" Type="http://schemas.openxmlformats.org/officeDocument/2006/relationships/image" Target="../media/image667.png"/><Relationship Id="rId258" Type="http://schemas.openxmlformats.org/officeDocument/2006/relationships/customXml" Target="../ink/ink721.xml"/><Relationship Id="rId465" Type="http://schemas.openxmlformats.org/officeDocument/2006/relationships/image" Target="../media/image688.png"/><Relationship Id="rId22" Type="http://schemas.openxmlformats.org/officeDocument/2006/relationships/customXml" Target="../ink/ink603.xml"/><Relationship Id="rId64" Type="http://schemas.openxmlformats.org/officeDocument/2006/relationships/customXml" Target="../ink/ink624.xml"/><Relationship Id="rId118" Type="http://schemas.openxmlformats.org/officeDocument/2006/relationships/customXml" Target="../ink/ink651.xml"/><Relationship Id="rId325" Type="http://schemas.openxmlformats.org/officeDocument/2006/relationships/image" Target="../media/image618.png"/><Relationship Id="rId367" Type="http://schemas.openxmlformats.org/officeDocument/2006/relationships/image" Target="../media/image639.png"/><Relationship Id="rId171" Type="http://schemas.openxmlformats.org/officeDocument/2006/relationships/image" Target="../media/image541.png"/><Relationship Id="rId227" Type="http://schemas.openxmlformats.org/officeDocument/2006/relationships/image" Target="../media/image569.png"/><Relationship Id="rId269" Type="http://schemas.openxmlformats.org/officeDocument/2006/relationships/image" Target="../media/image590.png"/><Relationship Id="rId434" Type="http://schemas.openxmlformats.org/officeDocument/2006/relationships/customXml" Target="../ink/ink809.xml"/><Relationship Id="rId476" Type="http://schemas.openxmlformats.org/officeDocument/2006/relationships/customXml" Target="../ink/ink830.xml"/><Relationship Id="rId33" Type="http://schemas.openxmlformats.org/officeDocument/2006/relationships/image" Target="../media/image472.png"/><Relationship Id="rId129" Type="http://schemas.openxmlformats.org/officeDocument/2006/relationships/image" Target="../media/image520.png"/><Relationship Id="rId280" Type="http://schemas.openxmlformats.org/officeDocument/2006/relationships/customXml" Target="../ink/ink732.xml"/><Relationship Id="rId336" Type="http://schemas.openxmlformats.org/officeDocument/2006/relationships/customXml" Target="../ink/ink760.xml"/><Relationship Id="rId501" Type="http://schemas.openxmlformats.org/officeDocument/2006/relationships/image" Target="../media/image706.png"/><Relationship Id="rId75" Type="http://schemas.openxmlformats.org/officeDocument/2006/relationships/image" Target="../media/image493.png"/><Relationship Id="rId140" Type="http://schemas.openxmlformats.org/officeDocument/2006/relationships/customXml" Target="../ink/ink662.xml"/><Relationship Id="rId182" Type="http://schemas.openxmlformats.org/officeDocument/2006/relationships/customXml" Target="../ink/ink683.xml"/><Relationship Id="rId378" Type="http://schemas.openxmlformats.org/officeDocument/2006/relationships/customXml" Target="../ink/ink781.xml"/><Relationship Id="rId403" Type="http://schemas.openxmlformats.org/officeDocument/2006/relationships/image" Target="../media/image657.png"/><Relationship Id="rId6" Type="http://schemas.openxmlformats.org/officeDocument/2006/relationships/customXml" Target="../ink/ink595.xml"/><Relationship Id="rId238" Type="http://schemas.openxmlformats.org/officeDocument/2006/relationships/customXml" Target="../ink/ink711.xml"/><Relationship Id="rId445" Type="http://schemas.openxmlformats.org/officeDocument/2006/relationships/image" Target="../media/image678.png"/><Relationship Id="rId487" Type="http://schemas.openxmlformats.org/officeDocument/2006/relationships/image" Target="../media/image699.png"/><Relationship Id="rId291" Type="http://schemas.openxmlformats.org/officeDocument/2006/relationships/image" Target="../media/image601.png"/><Relationship Id="rId305" Type="http://schemas.openxmlformats.org/officeDocument/2006/relationships/image" Target="../media/image608.png"/><Relationship Id="rId347" Type="http://schemas.openxmlformats.org/officeDocument/2006/relationships/image" Target="../media/image629.png"/><Relationship Id="rId512" Type="http://schemas.openxmlformats.org/officeDocument/2006/relationships/customXml" Target="../ink/ink848.xml"/><Relationship Id="rId44" Type="http://schemas.openxmlformats.org/officeDocument/2006/relationships/customXml" Target="../ink/ink614.xml"/><Relationship Id="rId86" Type="http://schemas.openxmlformats.org/officeDocument/2006/relationships/customXml" Target="../ink/ink635.xml"/><Relationship Id="rId151" Type="http://schemas.openxmlformats.org/officeDocument/2006/relationships/image" Target="../media/image531.png"/><Relationship Id="rId389" Type="http://schemas.openxmlformats.org/officeDocument/2006/relationships/image" Target="../media/image650.png"/><Relationship Id="rId193" Type="http://schemas.openxmlformats.org/officeDocument/2006/relationships/image" Target="../media/image552.png"/><Relationship Id="rId207" Type="http://schemas.openxmlformats.org/officeDocument/2006/relationships/image" Target="../media/image559.png"/><Relationship Id="rId249" Type="http://schemas.openxmlformats.org/officeDocument/2006/relationships/image" Target="../media/image580.png"/><Relationship Id="rId414" Type="http://schemas.openxmlformats.org/officeDocument/2006/relationships/customXml" Target="../ink/ink799.xml"/><Relationship Id="rId456" Type="http://schemas.openxmlformats.org/officeDocument/2006/relationships/customXml" Target="../ink/ink820.xml"/><Relationship Id="rId498" Type="http://schemas.openxmlformats.org/officeDocument/2006/relationships/customXml" Target="../ink/ink841.xml"/><Relationship Id="rId13" Type="http://schemas.openxmlformats.org/officeDocument/2006/relationships/image" Target="../media/image462.png"/><Relationship Id="rId109" Type="http://schemas.openxmlformats.org/officeDocument/2006/relationships/image" Target="../media/image510.png"/><Relationship Id="rId260" Type="http://schemas.openxmlformats.org/officeDocument/2006/relationships/customXml" Target="../ink/ink722.xml"/><Relationship Id="rId316" Type="http://schemas.openxmlformats.org/officeDocument/2006/relationships/customXml" Target="../ink/ink750.xml"/><Relationship Id="rId55" Type="http://schemas.openxmlformats.org/officeDocument/2006/relationships/image" Target="../media/image483.png"/><Relationship Id="rId97" Type="http://schemas.openxmlformats.org/officeDocument/2006/relationships/image" Target="../media/image504.png"/><Relationship Id="rId120" Type="http://schemas.openxmlformats.org/officeDocument/2006/relationships/customXml" Target="../ink/ink652.xml"/><Relationship Id="rId358" Type="http://schemas.openxmlformats.org/officeDocument/2006/relationships/customXml" Target="../ink/ink771.xml"/><Relationship Id="rId162" Type="http://schemas.openxmlformats.org/officeDocument/2006/relationships/customXml" Target="../ink/ink673.xml"/><Relationship Id="rId218" Type="http://schemas.openxmlformats.org/officeDocument/2006/relationships/customXml" Target="../ink/ink701.xml"/><Relationship Id="rId425" Type="http://schemas.openxmlformats.org/officeDocument/2006/relationships/image" Target="../media/image668.png"/><Relationship Id="rId467" Type="http://schemas.openxmlformats.org/officeDocument/2006/relationships/image" Target="../media/image689.png"/><Relationship Id="rId271" Type="http://schemas.openxmlformats.org/officeDocument/2006/relationships/image" Target="../media/image591.png"/><Relationship Id="rId24" Type="http://schemas.openxmlformats.org/officeDocument/2006/relationships/customXml" Target="../ink/ink604.xml"/><Relationship Id="rId66" Type="http://schemas.openxmlformats.org/officeDocument/2006/relationships/customXml" Target="../ink/ink625.xml"/><Relationship Id="rId131" Type="http://schemas.openxmlformats.org/officeDocument/2006/relationships/image" Target="../media/image521.png"/><Relationship Id="rId327" Type="http://schemas.openxmlformats.org/officeDocument/2006/relationships/image" Target="../media/image619.png"/><Relationship Id="rId369" Type="http://schemas.openxmlformats.org/officeDocument/2006/relationships/image" Target="../media/image640.png"/><Relationship Id="rId173" Type="http://schemas.openxmlformats.org/officeDocument/2006/relationships/image" Target="../media/image542.png"/><Relationship Id="rId229" Type="http://schemas.openxmlformats.org/officeDocument/2006/relationships/image" Target="../media/image570.png"/><Relationship Id="rId380" Type="http://schemas.openxmlformats.org/officeDocument/2006/relationships/customXml" Target="../ink/ink782.xml"/><Relationship Id="rId436" Type="http://schemas.openxmlformats.org/officeDocument/2006/relationships/customXml" Target="../ink/ink810.xml"/><Relationship Id="rId240" Type="http://schemas.openxmlformats.org/officeDocument/2006/relationships/customXml" Target="../ink/ink712.xml"/><Relationship Id="rId478" Type="http://schemas.openxmlformats.org/officeDocument/2006/relationships/customXml" Target="../ink/ink831.xml"/><Relationship Id="rId35" Type="http://schemas.openxmlformats.org/officeDocument/2006/relationships/image" Target="../media/image473.png"/><Relationship Id="rId77" Type="http://schemas.openxmlformats.org/officeDocument/2006/relationships/image" Target="../media/image494.png"/><Relationship Id="rId100" Type="http://schemas.openxmlformats.org/officeDocument/2006/relationships/customXml" Target="../ink/ink642.xml"/><Relationship Id="rId282" Type="http://schemas.openxmlformats.org/officeDocument/2006/relationships/customXml" Target="../ink/ink733.xml"/><Relationship Id="rId338" Type="http://schemas.openxmlformats.org/officeDocument/2006/relationships/customXml" Target="../ink/ink761.xml"/><Relationship Id="rId503" Type="http://schemas.openxmlformats.org/officeDocument/2006/relationships/image" Target="../media/image707.png"/><Relationship Id="rId8" Type="http://schemas.openxmlformats.org/officeDocument/2006/relationships/customXml" Target="../ink/ink596.xml"/><Relationship Id="rId142" Type="http://schemas.openxmlformats.org/officeDocument/2006/relationships/customXml" Target="../ink/ink663.xml"/><Relationship Id="rId184" Type="http://schemas.openxmlformats.org/officeDocument/2006/relationships/customXml" Target="../ink/ink684.xml"/><Relationship Id="rId391" Type="http://schemas.openxmlformats.org/officeDocument/2006/relationships/image" Target="../media/image651.png"/><Relationship Id="rId405" Type="http://schemas.openxmlformats.org/officeDocument/2006/relationships/image" Target="../media/image658.png"/><Relationship Id="rId447" Type="http://schemas.openxmlformats.org/officeDocument/2006/relationships/image" Target="../media/image679.png"/><Relationship Id="rId251" Type="http://schemas.openxmlformats.org/officeDocument/2006/relationships/image" Target="../media/image581.png"/><Relationship Id="rId489" Type="http://schemas.openxmlformats.org/officeDocument/2006/relationships/image" Target="../media/image700.png"/><Relationship Id="rId46" Type="http://schemas.openxmlformats.org/officeDocument/2006/relationships/customXml" Target="../ink/ink615.xml"/><Relationship Id="rId293" Type="http://schemas.openxmlformats.org/officeDocument/2006/relationships/image" Target="../media/image602.png"/><Relationship Id="rId307" Type="http://schemas.openxmlformats.org/officeDocument/2006/relationships/image" Target="../media/image609.png"/><Relationship Id="rId349" Type="http://schemas.openxmlformats.org/officeDocument/2006/relationships/image" Target="../media/image630.png"/><Relationship Id="rId514" Type="http://schemas.openxmlformats.org/officeDocument/2006/relationships/customXml" Target="../ink/ink849.xml"/><Relationship Id="rId88" Type="http://schemas.openxmlformats.org/officeDocument/2006/relationships/customXml" Target="../ink/ink636.xml"/><Relationship Id="rId111" Type="http://schemas.openxmlformats.org/officeDocument/2006/relationships/image" Target="../media/image511.png"/><Relationship Id="rId153" Type="http://schemas.openxmlformats.org/officeDocument/2006/relationships/image" Target="../media/image532.png"/><Relationship Id="rId195" Type="http://schemas.openxmlformats.org/officeDocument/2006/relationships/image" Target="../media/image553.png"/><Relationship Id="rId209" Type="http://schemas.openxmlformats.org/officeDocument/2006/relationships/image" Target="../media/image560.png"/><Relationship Id="rId360" Type="http://schemas.openxmlformats.org/officeDocument/2006/relationships/customXml" Target="../ink/ink772.xml"/><Relationship Id="rId416" Type="http://schemas.openxmlformats.org/officeDocument/2006/relationships/customXml" Target="../ink/ink800.xml"/><Relationship Id="rId220" Type="http://schemas.openxmlformats.org/officeDocument/2006/relationships/customXml" Target="../ink/ink702.xml"/><Relationship Id="rId458" Type="http://schemas.openxmlformats.org/officeDocument/2006/relationships/customXml" Target="../ink/ink821.xml"/><Relationship Id="rId15" Type="http://schemas.openxmlformats.org/officeDocument/2006/relationships/image" Target="../media/image463.png"/><Relationship Id="rId57" Type="http://schemas.openxmlformats.org/officeDocument/2006/relationships/image" Target="../media/image484.png"/><Relationship Id="rId262" Type="http://schemas.openxmlformats.org/officeDocument/2006/relationships/customXml" Target="../ink/ink723.xml"/><Relationship Id="rId318" Type="http://schemas.openxmlformats.org/officeDocument/2006/relationships/customXml" Target="../ink/ink751.xml"/><Relationship Id="rId99" Type="http://schemas.openxmlformats.org/officeDocument/2006/relationships/image" Target="../media/image505.png"/><Relationship Id="rId122" Type="http://schemas.openxmlformats.org/officeDocument/2006/relationships/customXml" Target="../ink/ink653.xml"/><Relationship Id="rId164" Type="http://schemas.openxmlformats.org/officeDocument/2006/relationships/customXml" Target="../ink/ink674.xml"/><Relationship Id="rId371" Type="http://schemas.openxmlformats.org/officeDocument/2006/relationships/image" Target="../media/image641.png"/><Relationship Id="rId427" Type="http://schemas.openxmlformats.org/officeDocument/2006/relationships/image" Target="../media/image669.png"/><Relationship Id="rId469" Type="http://schemas.openxmlformats.org/officeDocument/2006/relationships/image" Target="../media/image690.png"/><Relationship Id="rId26" Type="http://schemas.openxmlformats.org/officeDocument/2006/relationships/customXml" Target="../ink/ink605.xml"/><Relationship Id="rId231" Type="http://schemas.openxmlformats.org/officeDocument/2006/relationships/image" Target="../media/image571.png"/><Relationship Id="rId273" Type="http://schemas.openxmlformats.org/officeDocument/2006/relationships/image" Target="../media/image592.png"/><Relationship Id="rId329" Type="http://schemas.openxmlformats.org/officeDocument/2006/relationships/image" Target="../media/image620.png"/><Relationship Id="rId480" Type="http://schemas.openxmlformats.org/officeDocument/2006/relationships/customXml" Target="../ink/ink832.xml"/><Relationship Id="rId68" Type="http://schemas.openxmlformats.org/officeDocument/2006/relationships/customXml" Target="../ink/ink626.xml"/><Relationship Id="rId133" Type="http://schemas.openxmlformats.org/officeDocument/2006/relationships/image" Target="../media/image522.png"/><Relationship Id="rId175" Type="http://schemas.openxmlformats.org/officeDocument/2006/relationships/image" Target="../media/image543.png"/><Relationship Id="rId340" Type="http://schemas.openxmlformats.org/officeDocument/2006/relationships/customXml" Target="../ink/ink762.xml"/><Relationship Id="rId200" Type="http://schemas.openxmlformats.org/officeDocument/2006/relationships/customXml" Target="../ink/ink692.xml"/><Relationship Id="rId382" Type="http://schemas.openxmlformats.org/officeDocument/2006/relationships/customXml" Target="../ink/ink783.xml"/><Relationship Id="rId438" Type="http://schemas.openxmlformats.org/officeDocument/2006/relationships/customXml" Target="../ink/ink811.xml"/><Relationship Id="rId242" Type="http://schemas.openxmlformats.org/officeDocument/2006/relationships/customXml" Target="../ink/ink713.xml"/><Relationship Id="rId284" Type="http://schemas.openxmlformats.org/officeDocument/2006/relationships/customXml" Target="../ink/ink734.xml"/><Relationship Id="rId491" Type="http://schemas.openxmlformats.org/officeDocument/2006/relationships/image" Target="../media/image701.png"/><Relationship Id="rId505" Type="http://schemas.openxmlformats.org/officeDocument/2006/relationships/image" Target="../media/image708.png"/><Relationship Id="rId37" Type="http://schemas.openxmlformats.org/officeDocument/2006/relationships/image" Target="../media/image474.png"/><Relationship Id="rId79" Type="http://schemas.openxmlformats.org/officeDocument/2006/relationships/image" Target="../media/image495.png"/><Relationship Id="rId102" Type="http://schemas.openxmlformats.org/officeDocument/2006/relationships/customXml" Target="../ink/ink643.xml"/><Relationship Id="rId144" Type="http://schemas.openxmlformats.org/officeDocument/2006/relationships/customXml" Target="../ink/ink664.xml"/><Relationship Id="rId90" Type="http://schemas.openxmlformats.org/officeDocument/2006/relationships/customXml" Target="../ink/ink637.xml"/><Relationship Id="rId186" Type="http://schemas.openxmlformats.org/officeDocument/2006/relationships/customXml" Target="../ink/ink685.xml"/><Relationship Id="rId351" Type="http://schemas.openxmlformats.org/officeDocument/2006/relationships/image" Target="../media/image631.png"/><Relationship Id="rId393" Type="http://schemas.openxmlformats.org/officeDocument/2006/relationships/image" Target="../media/image652.png"/><Relationship Id="rId407" Type="http://schemas.openxmlformats.org/officeDocument/2006/relationships/image" Target="../media/image659.png"/><Relationship Id="rId449" Type="http://schemas.openxmlformats.org/officeDocument/2006/relationships/image" Target="../media/image680.png"/><Relationship Id="rId211" Type="http://schemas.openxmlformats.org/officeDocument/2006/relationships/image" Target="../media/image561.png"/><Relationship Id="rId253" Type="http://schemas.openxmlformats.org/officeDocument/2006/relationships/image" Target="../media/image582.png"/><Relationship Id="rId295" Type="http://schemas.openxmlformats.org/officeDocument/2006/relationships/image" Target="../media/image603.png"/><Relationship Id="rId309" Type="http://schemas.openxmlformats.org/officeDocument/2006/relationships/image" Target="../media/image610.png"/><Relationship Id="rId460" Type="http://schemas.openxmlformats.org/officeDocument/2006/relationships/customXml" Target="../ink/ink822.xml"/><Relationship Id="rId48" Type="http://schemas.openxmlformats.org/officeDocument/2006/relationships/customXml" Target="../ink/ink616.xml"/><Relationship Id="rId113" Type="http://schemas.openxmlformats.org/officeDocument/2006/relationships/image" Target="../media/image512.png"/><Relationship Id="rId320" Type="http://schemas.openxmlformats.org/officeDocument/2006/relationships/customXml" Target="../ink/ink752.xml"/><Relationship Id="rId155" Type="http://schemas.openxmlformats.org/officeDocument/2006/relationships/image" Target="../media/image533.png"/><Relationship Id="rId197" Type="http://schemas.openxmlformats.org/officeDocument/2006/relationships/image" Target="../media/image554.png"/><Relationship Id="rId362" Type="http://schemas.openxmlformats.org/officeDocument/2006/relationships/customXml" Target="../ink/ink773.xml"/><Relationship Id="rId418" Type="http://schemas.openxmlformats.org/officeDocument/2006/relationships/customXml" Target="../ink/ink801.xml"/><Relationship Id="rId222" Type="http://schemas.openxmlformats.org/officeDocument/2006/relationships/customXml" Target="../ink/ink703.xml"/><Relationship Id="rId264" Type="http://schemas.openxmlformats.org/officeDocument/2006/relationships/customXml" Target="../ink/ink724.xml"/><Relationship Id="rId471" Type="http://schemas.openxmlformats.org/officeDocument/2006/relationships/image" Target="../media/image691.png"/><Relationship Id="rId17" Type="http://schemas.openxmlformats.org/officeDocument/2006/relationships/image" Target="../media/image464.png"/><Relationship Id="rId59" Type="http://schemas.openxmlformats.org/officeDocument/2006/relationships/image" Target="../media/image485.png"/><Relationship Id="rId124" Type="http://schemas.openxmlformats.org/officeDocument/2006/relationships/customXml" Target="../ink/ink654.xml"/><Relationship Id="rId70" Type="http://schemas.openxmlformats.org/officeDocument/2006/relationships/customXml" Target="../ink/ink627.xml"/><Relationship Id="rId166" Type="http://schemas.openxmlformats.org/officeDocument/2006/relationships/customXml" Target="../ink/ink675.xml"/><Relationship Id="rId331" Type="http://schemas.openxmlformats.org/officeDocument/2006/relationships/image" Target="../media/image621.png"/><Relationship Id="rId373" Type="http://schemas.openxmlformats.org/officeDocument/2006/relationships/image" Target="../media/image642.png"/><Relationship Id="rId429" Type="http://schemas.openxmlformats.org/officeDocument/2006/relationships/image" Target="../media/image670.png"/><Relationship Id="rId1" Type="http://schemas.openxmlformats.org/officeDocument/2006/relationships/slideLayout" Target="../slideLayouts/slideLayout7.xml"/><Relationship Id="rId233" Type="http://schemas.openxmlformats.org/officeDocument/2006/relationships/image" Target="../media/image572.png"/><Relationship Id="rId440" Type="http://schemas.openxmlformats.org/officeDocument/2006/relationships/customXml" Target="../ink/ink812.xml"/><Relationship Id="rId28" Type="http://schemas.openxmlformats.org/officeDocument/2006/relationships/customXml" Target="../ink/ink606.xml"/><Relationship Id="rId275" Type="http://schemas.openxmlformats.org/officeDocument/2006/relationships/image" Target="../media/image593.png"/><Relationship Id="rId300" Type="http://schemas.openxmlformats.org/officeDocument/2006/relationships/customXml" Target="../ink/ink742.xml"/><Relationship Id="rId482" Type="http://schemas.openxmlformats.org/officeDocument/2006/relationships/customXml" Target="../ink/ink833.xml"/><Relationship Id="rId81" Type="http://schemas.openxmlformats.org/officeDocument/2006/relationships/image" Target="../media/image496.png"/><Relationship Id="rId135" Type="http://schemas.openxmlformats.org/officeDocument/2006/relationships/image" Target="../media/image523.png"/><Relationship Id="rId177" Type="http://schemas.openxmlformats.org/officeDocument/2006/relationships/image" Target="../media/image544.png"/><Relationship Id="rId342" Type="http://schemas.openxmlformats.org/officeDocument/2006/relationships/customXml" Target="../ink/ink763.xml"/><Relationship Id="rId384" Type="http://schemas.openxmlformats.org/officeDocument/2006/relationships/customXml" Target="../ink/ink784.xml"/><Relationship Id="rId202" Type="http://schemas.openxmlformats.org/officeDocument/2006/relationships/customXml" Target="../ink/ink693.xml"/><Relationship Id="rId244" Type="http://schemas.openxmlformats.org/officeDocument/2006/relationships/customXml" Target="../ink/ink714.xml"/><Relationship Id="rId39" Type="http://schemas.openxmlformats.org/officeDocument/2006/relationships/image" Target="../media/image475.png"/><Relationship Id="rId286" Type="http://schemas.openxmlformats.org/officeDocument/2006/relationships/customXml" Target="../ink/ink735.xml"/><Relationship Id="rId451" Type="http://schemas.openxmlformats.org/officeDocument/2006/relationships/image" Target="../media/image681.png"/><Relationship Id="rId493" Type="http://schemas.openxmlformats.org/officeDocument/2006/relationships/image" Target="../media/image702.png"/><Relationship Id="rId507" Type="http://schemas.openxmlformats.org/officeDocument/2006/relationships/image" Target="../media/image709.png"/><Relationship Id="rId50" Type="http://schemas.openxmlformats.org/officeDocument/2006/relationships/customXml" Target="../ink/ink617.xml"/><Relationship Id="rId104" Type="http://schemas.openxmlformats.org/officeDocument/2006/relationships/customXml" Target="../ink/ink644.xml"/><Relationship Id="rId146" Type="http://schemas.openxmlformats.org/officeDocument/2006/relationships/customXml" Target="../ink/ink665.xml"/><Relationship Id="rId188" Type="http://schemas.openxmlformats.org/officeDocument/2006/relationships/customXml" Target="../ink/ink686.xml"/><Relationship Id="rId311" Type="http://schemas.openxmlformats.org/officeDocument/2006/relationships/image" Target="../media/image611.png"/><Relationship Id="rId353" Type="http://schemas.openxmlformats.org/officeDocument/2006/relationships/image" Target="../media/image632.png"/><Relationship Id="rId395" Type="http://schemas.openxmlformats.org/officeDocument/2006/relationships/image" Target="../media/image653.png"/><Relationship Id="rId409" Type="http://schemas.openxmlformats.org/officeDocument/2006/relationships/image" Target="../media/image660.png"/><Relationship Id="rId92" Type="http://schemas.openxmlformats.org/officeDocument/2006/relationships/customXml" Target="../ink/ink638.xml"/><Relationship Id="rId213" Type="http://schemas.openxmlformats.org/officeDocument/2006/relationships/image" Target="../media/image562.png"/><Relationship Id="rId420" Type="http://schemas.openxmlformats.org/officeDocument/2006/relationships/customXml" Target="../ink/ink802.xml"/><Relationship Id="rId255" Type="http://schemas.openxmlformats.org/officeDocument/2006/relationships/image" Target="../media/image583.png"/><Relationship Id="rId297" Type="http://schemas.openxmlformats.org/officeDocument/2006/relationships/image" Target="../media/image604.png"/><Relationship Id="rId462" Type="http://schemas.openxmlformats.org/officeDocument/2006/relationships/customXml" Target="../ink/ink823.xml"/><Relationship Id="rId115" Type="http://schemas.openxmlformats.org/officeDocument/2006/relationships/image" Target="../media/image513.png"/><Relationship Id="rId157" Type="http://schemas.openxmlformats.org/officeDocument/2006/relationships/image" Target="../media/image534.png"/><Relationship Id="rId322" Type="http://schemas.openxmlformats.org/officeDocument/2006/relationships/customXml" Target="../ink/ink753.xml"/><Relationship Id="rId364" Type="http://schemas.openxmlformats.org/officeDocument/2006/relationships/customXml" Target="../ink/ink774.xml"/><Relationship Id="rId61" Type="http://schemas.openxmlformats.org/officeDocument/2006/relationships/image" Target="../media/image486.png"/><Relationship Id="rId199" Type="http://schemas.openxmlformats.org/officeDocument/2006/relationships/image" Target="../media/image555.png"/><Relationship Id="rId19" Type="http://schemas.openxmlformats.org/officeDocument/2006/relationships/image" Target="../media/image465.png"/><Relationship Id="rId224" Type="http://schemas.openxmlformats.org/officeDocument/2006/relationships/customXml" Target="../ink/ink704.xml"/><Relationship Id="rId266" Type="http://schemas.openxmlformats.org/officeDocument/2006/relationships/customXml" Target="../ink/ink725.xml"/><Relationship Id="rId431" Type="http://schemas.openxmlformats.org/officeDocument/2006/relationships/image" Target="../media/image671.png"/><Relationship Id="rId473" Type="http://schemas.openxmlformats.org/officeDocument/2006/relationships/image" Target="../media/image692.png"/><Relationship Id="rId30" Type="http://schemas.openxmlformats.org/officeDocument/2006/relationships/customXml" Target="../ink/ink607.xml"/><Relationship Id="rId126" Type="http://schemas.openxmlformats.org/officeDocument/2006/relationships/customXml" Target="../ink/ink655.xml"/><Relationship Id="rId168" Type="http://schemas.openxmlformats.org/officeDocument/2006/relationships/customXml" Target="../ink/ink676.xml"/><Relationship Id="rId333" Type="http://schemas.openxmlformats.org/officeDocument/2006/relationships/image" Target="../media/image622.png"/><Relationship Id="rId72" Type="http://schemas.openxmlformats.org/officeDocument/2006/relationships/customXml" Target="../ink/ink628.xml"/><Relationship Id="rId375" Type="http://schemas.openxmlformats.org/officeDocument/2006/relationships/image" Target="../media/image643.png"/><Relationship Id="rId3" Type="http://schemas.openxmlformats.org/officeDocument/2006/relationships/image" Target="../media/image457.png"/><Relationship Id="rId235" Type="http://schemas.openxmlformats.org/officeDocument/2006/relationships/image" Target="../media/image573.png"/><Relationship Id="rId277" Type="http://schemas.openxmlformats.org/officeDocument/2006/relationships/image" Target="../media/image594.png"/><Relationship Id="rId400" Type="http://schemas.openxmlformats.org/officeDocument/2006/relationships/customXml" Target="../ink/ink792.xml"/><Relationship Id="rId442" Type="http://schemas.openxmlformats.org/officeDocument/2006/relationships/customXml" Target="../ink/ink813.xml"/><Relationship Id="rId484" Type="http://schemas.openxmlformats.org/officeDocument/2006/relationships/customXml" Target="../ink/ink834.xml"/><Relationship Id="rId137" Type="http://schemas.openxmlformats.org/officeDocument/2006/relationships/image" Target="../media/image524.png"/><Relationship Id="rId302" Type="http://schemas.openxmlformats.org/officeDocument/2006/relationships/customXml" Target="../ink/ink743.xml"/><Relationship Id="rId344" Type="http://schemas.openxmlformats.org/officeDocument/2006/relationships/customXml" Target="../ink/ink764.xml"/><Relationship Id="rId41" Type="http://schemas.openxmlformats.org/officeDocument/2006/relationships/image" Target="../media/image476.png"/><Relationship Id="rId83" Type="http://schemas.openxmlformats.org/officeDocument/2006/relationships/image" Target="../media/image497.png"/><Relationship Id="rId179" Type="http://schemas.openxmlformats.org/officeDocument/2006/relationships/image" Target="../media/image545.png"/><Relationship Id="rId386" Type="http://schemas.openxmlformats.org/officeDocument/2006/relationships/customXml" Target="../ink/ink785.xml"/><Relationship Id="rId190" Type="http://schemas.openxmlformats.org/officeDocument/2006/relationships/customXml" Target="../ink/ink687.xml"/><Relationship Id="rId204" Type="http://schemas.openxmlformats.org/officeDocument/2006/relationships/customXml" Target="../ink/ink694.xml"/><Relationship Id="rId246" Type="http://schemas.openxmlformats.org/officeDocument/2006/relationships/customXml" Target="../ink/ink715.xml"/><Relationship Id="rId288" Type="http://schemas.openxmlformats.org/officeDocument/2006/relationships/customXml" Target="../ink/ink736.xml"/><Relationship Id="rId411" Type="http://schemas.openxmlformats.org/officeDocument/2006/relationships/image" Target="../media/image661.png"/><Relationship Id="rId453" Type="http://schemas.openxmlformats.org/officeDocument/2006/relationships/image" Target="../media/image682.png"/><Relationship Id="rId509" Type="http://schemas.openxmlformats.org/officeDocument/2006/relationships/image" Target="../media/image710.png"/><Relationship Id="rId106" Type="http://schemas.openxmlformats.org/officeDocument/2006/relationships/customXml" Target="../ink/ink645.xml"/><Relationship Id="rId313" Type="http://schemas.openxmlformats.org/officeDocument/2006/relationships/image" Target="../media/image612.png"/><Relationship Id="rId495" Type="http://schemas.openxmlformats.org/officeDocument/2006/relationships/image" Target="../media/image703.png"/><Relationship Id="rId10" Type="http://schemas.openxmlformats.org/officeDocument/2006/relationships/customXml" Target="../ink/ink597.xml"/><Relationship Id="rId52" Type="http://schemas.openxmlformats.org/officeDocument/2006/relationships/customXml" Target="../ink/ink618.xml"/><Relationship Id="rId94" Type="http://schemas.openxmlformats.org/officeDocument/2006/relationships/customXml" Target="../ink/ink639.xml"/><Relationship Id="rId148" Type="http://schemas.openxmlformats.org/officeDocument/2006/relationships/customXml" Target="../ink/ink666.xml"/><Relationship Id="rId355" Type="http://schemas.openxmlformats.org/officeDocument/2006/relationships/image" Target="../media/image633.png"/><Relationship Id="rId397" Type="http://schemas.openxmlformats.org/officeDocument/2006/relationships/image" Target="../media/image654.png"/><Relationship Id="rId215" Type="http://schemas.openxmlformats.org/officeDocument/2006/relationships/image" Target="../media/image563.png"/><Relationship Id="rId257" Type="http://schemas.openxmlformats.org/officeDocument/2006/relationships/image" Target="../media/image584.png"/><Relationship Id="rId422" Type="http://schemas.openxmlformats.org/officeDocument/2006/relationships/customXml" Target="../ink/ink803.xml"/><Relationship Id="rId464" Type="http://schemas.openxmlformats.org/officeDocument/2006/relationships/customXml" Target="../ink/ink824.xml"/><Relationship Id="rId299" Type="http://schemas.openxmlformats.org/officeDocument/2006/relationships/image" Target="../media/image60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852.xml"/><Relationship Id="rId3" Type="http://schemas.openxmlformats.org/officeDocument/2006/relationships/image" Target="../media/image714.wmf"/><Relationship Id="rId7" Type="http://schemas.openxmlformats.org/officeDocument/2006/relationships/image" Target="../media/image3100.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customXml" Target="../ink/ink851.xml"/><Relationship Id="rId11" Type="http://schemas.openxmlformats.org/officeDocument/2006/relationships/image" Target="../media/image5100.png"/><Relationship Id="rId5" Type="http://schemas.openxmlformats.org/officeDocument/2006/relationships/image" Target="../media/image2100.png"/><Relationship Id="rId10" Type="http://schemas.openxmlformats.org/officeDocument/2006/relationships/customXml" Target="../ink/ink853.xml"/><Relationship Id="rId4" Type="http://schemas.openxmlformats.org/officeDocument/2006/relationships/customXml" Target="../ink/ink850.xml"/><Relationship Id="rId9" Type="http://schemas.openxmlformats.org/officeDocument/2006/relationships/image" Target="../media/image4100.png"/></Relationships>
</file>

<file path=ppt/slides/_rels/slide17.xml.rels><?xml version="1.0" encoding="UTF-8" standalone="yes"?>
<Relationships xmlns="http://schemas.openxmlformats.org/package/2006/relationships"><Relationship Id="rId3" Type="http://schemas.openxmlformats.org/officeDocument/2006/relationships/image" Target="../media/image7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17" Type="http://schemas.openxmlformats.org/officeDocument/2006/relationships/image" Target="../media/image6410.png"/><Relationship Id="rId21" Type="http://schemas.openxmlformats.org/officeDocument/2006/relationships/image" Target="../media/image1610.png"/><Relationship Id="rId42" Type="http://schemas.openxmlformats.org/officeDocument/2006/relationships/customXml" Target="../ink/ink874.xml"/><Relationship Id="rId63" Type="http://schemas.openxmlformats.org/officeDocument/2006/relationships/image" Target="../media/image3710.png"/><Relationship Id="rId84" Type="http://schemas.openxmlformats.org/officeDocument/2006/relationships/customXml" Target="../ink/ink895.xml"/><Relationship Id="rId138" Type="http://schemas.openxmlformats.org/officeDocument/2006/relationships/customXml" Target="../ink/ink922.xml"/><Relationship Id="rId159" Type="http://schemas.openxmlformats.org/officeDocument/2006/relationships/image" Target="../media/image850.png"/><Relationship Id="rId170" Type="http://schemas.openxmlformats.org/officeDocument/2006/relationships/customXml" Target="../ink/ink938.xml"/><Relationship Id="rId191" Type="http://schemas.openxmlformats.org/officeDocument/2006/relationships/image" Target="../media/image1011.png"/><Relationship Id="rId205" Type="http://schemas.openxmlformats.org/officeDocument/2006/relationships/image" Target="../media/image1080.png"/><Relationship Id="rId107" Type="http://schemas.openxmlformats.org/officeDocument/2006/relationships/image" Target="../media/image5910.png"/><Relationship Id="rId11" Type="http://schemas.openxmlformats.org/officeDocument/2006/relationships/image" Target="../media/image1110.png"/><Relationship Id="rId32" Type="http://schemas.openxmlformats.org/officeDocument/2006/relationships/customXml" Target="../ink/ink869.xml"/><Relationship Id="rId53" Type="http://schemas.openxmlformats.org/officeDocument/2006/relationships/image" Target="../media/image3210.png"/><Relationship Id="rId74" Type="http://schemas.openxmlformats.org/officeDocument/2006/relationships/customXml" Target="../ink/ink890.xml"/><Relationship Id="rId128" Type="http://schemas.openxmlformats.org/officeDocument/2006/relationships/customXml" Target="../ink/ink917.xml"/><Relationship Id="rId149" Type="http://schemas.openxmlformats.org/officeDocument/2006/relationships/image" Target="../media/image800.png"/><Relationship Id="rId5" Type="http://schemas.openxmlformats.org/officeDocument/2006/relationships/image" Target="../media/image810.png"/><Relationship Id="rId95" Type="http://schemas.openxmlformats.org/officeDocument/2006/relationships/image" Target="../media/image5310.png"/><Relationship Id="rId160" Type="http://schemas.openxmlformats.org/officeDocument/2006/relationships/customXml" Target="../ink/ink933.xml"/><Relationship Id="rId181" Type="http://schemas.openxmlformats.org/officeDocument/2006/relationships/image" Target="../media/image960.png"/><Relationship Id="rId216" Type="http://schemas.openxmlformats.org/officeDocument/2006/relationships/customXml" Target="../ink/ink961.xml"/><Relationship Id="rId22" Type="http://schemas.openxmlformats.org/officeDocument/2006/relationships/customXml" Target="../ink/ink864.xml"/><Relationship Id="rId43" Type="http://schemas.openxmlformats.org/officeDocument/2006/relationships/image" Target="../media/image2710.png"/><Relationship Id="rId64" Type="http://schemas.openxmlformats.org/officeDocument/2006/relationships/customXml" Target="../ink/ink885.xml"/><Relationship Id="rId118" Type="http://schemas.openxmlformats.org/officeDocument/2006/relationships/customXml" Target="../ink/ink912.xml"/><Relationship Id="rId139" Type="http://schemas.openxmlformats.org/officeDocument/2006/relationships/image" Target="../media/image750.png"/><Relationship Id="rId85" Type="http://schemas.openxmlformats.org/officeDocument/2006/relationships/image" Target="../media/image4810.png"/><Relationship Id="rId150" Type="http://schemas.openxmlformats.org/officeDocument/2006/relationships/customXml" Target="../ink/ink928.xml"/><Relationship Id="rId171" Type="http://schemas.openxmlformats.org/officeDocument/2006/relationships/image" Target="../media/image911.png"/><Relationship Id="rId192" Type="http://schemas.openxmlformats.org/officeDocument/2006/relationships/customXml" Target="../ink/ink949.xml"/><Relationship Id="rId206" Type="http://schemas.openxmlformats.org/officeDocument/2006/relationships/customXml" Target="../ink/ink956.xml"/><Relationship Id="rId12" Type="http://schemas.openxmlformats.org/officeDocument/2006/relationships/customXml" Target="../ink/ink859.xml"/><Relationship Id="rId33" Type="http://schemas.openxmlformats.org/officeDocument/2006/relationships/image" Target="../media/image2210.png"/><Relationship Id="rId108" Type="http://schemas.openxmlformats.org/officeDocument/2006/relationships/customXml" Target="../ink/ink907.xml"/><Relationship Id="rId129" Type="http://schemas.openxmlformats.org/officeDocument/2006/relationships/image" Target="../media/image7000.png"/><Relationship Id="rId54" Type="http://schemas.openxmlformats.org/officeDocument/2006/relationships/customXml" Target="../ink/ink880.xml"/><Relationship Id="rId75" Type="http://schemas.openxmlformats.org/officeDocument/2006/relationships/image" Target="../media/image4310.png"/><Relationship Id="rId96" Type="http://schemas.openxmlformats.org/officeDocument/2006/relationships/customXml" Target="../ink/ink901.xml"/><Relationship Id="rId140" Type="http://schemas.openxmlformats.org/officeDocument/2006/relationships/customXml" Target="../ink/ink923.xml"/><Relationship Id="rId161" Type="http://schemas.openxmlformats.org/officeDocument/2006/relationships/image" Target="../media/image860.png"/><Relationship Id="rId182" Type="http://schemas.openxmlformats.org/officeDocument/2006/relationships/customXml" Target="../ink/ink944.xml"/><Relationship Id="rId217" Type="http://schemas.openxmlformats.org/officeDocument/2006/relationships/image" Target="../media/image1140.png"/><Relationship Id="rId6" Type="http://schemas.openxmlformats.org/officeDocument/2006/relationships/customXml" Target="../ink/ink856.xml"/><Relationship Id="rId23" Type="http://schemas.openxmlformats.org/officeDocument/2006/relationships/image" Target="../media/image1710.png"/><Relationship Id="rId119" Type="http://schemas.openxmlformats.org/officeDocument/2006/relationships/image" Target="../media/image6510.png"/><Relationship Id="rId44" Type="http://schemas.openxmlformats.org/officeDocument/2006/relationships/customXml" Target="../ink/ink875.xml"/><Relationship Id="rId65" Type="http://schemas.openxmlformats.org/officeDocument/2006/relationships/image" Target="../media/image3810.png"/><Relationship Id="rId86" Type="http://schemas.openxmlformats.org/officeDocument/2006/relationships/customXml" Target="../ink/ink896.xml"/><Relationship Id="rId130" Type="http://schemas.openxmlformats.org/officeDocument/2006/relationships/customXml" Target="../ink/ink918.xml"/><Relationship Id="rId151" Type="http://schemas.openxmlformats.org/officeDocument/2006/relationships/image" Target="../media/image811.png"/><Relationship Id="rId172" Type="http://schemas.openxmlformats.org/officeDocument/2006/relationships/customXml" Target="../ink/ink939.xml"/><Relationship Id="rId193" Type="http://schemas.openxmlformats.org/officeDocument/2006/relationships/image" Target="../media/image1020.png"/><Relationship Id="rId207" Type="http://schemas.openxmlformats.org/officeDocument/2006/relationships/image" Target="../media/image1090.png"/><Relationship Id="rId13" Type="http://schemas.openxmlformats.org/officeDocument/2006/relationships/image" Target="../media/image1210.png"/><Relationship Id="rId109" Type="http://schemas.openxmlformats.org/officeDocument/2006/relationships/image" Target="../media/image6010.png"/><Relationship Id="rId34" Type="http://schemas.openxmlformats.org/officeDocument/2006/relationships/customXml" Target="../ink/ink870.xml"/><Relationship Id="rId55" Type="http://schemas.openxmlformats.org/officeDocument/2006/relationships/image" Target="../media/image3310.png"/><Relationship Id="rId76" Type="http://schemas.openxmlformats.org/officeDocument/2006/relationships/customXml" Target="../ink/ink891.xml"/><Relationship Id="rId97" Type="http://schemas.openxmlformats.org/officeDocument/2006/relationships/image" Target="../media/image5410.png"/><Relationship Id="rId120" Type="http://schemas.openxmlformats.org/officeDocument/2006/relationships/customXml" Target="../ink/ink913.xml"/><Relationship Id="rId141" Type="http://schemas.openxmlformats.org/officeDocument/2006/relationships/image" Target="../media/image760.png"/><Relationship Id="rId7" Type="http://schemas.openxmlformats.org/officeDocument/2006/relationships/image" Target="../media/image910.png"/><Relationship Id="rId162" Type="http://schemas.openxmlformats.org/officeDocument/2006/relationships/customXml" Target="../ink/ink934.xml"/><Relationship Id="rId183" Type="http://schemas.openxmlformats.org/officeDocument/2006/relationships/image" Target="../media/image970.png"/><Relationship Id="rId218" Type="http://schemas.openxmlformats.org/officeDocument/2006/relationships/customXml" Target="../ink/ink962.xml"/><Relationship Id="rId24" Type="http://schemas.openxmlformats.org/officeDocument/2006/relationships/customXml" Target="../ink/ink865.xml"/><Relationship Id="rId45" Type="http://schemas.openxmlformats.org/officeDocument/2006/relationships/image" Target="../media/image2810.png"/><Relationship Id="rId66" Type="http://schemas.openxmlformats.org/officeDocument/2006/relationships/customXml" Target="../ink/ink886.xml"/><Relationship Id="rId87" Type="http://schemas.openxmlformats.org/officeDocument/2006/relationships/image" Target="../media/image4910.png"/><Relationship Id="rId110" Type="http://schemas.openxmlformats.org/officeDocument/2006/relationships/customXml" Target="../ink/ink908.xml"/><Relationship Id="rId131" Type="http://schemas.openxmlformats.org/officeDocument/2006/relationships/image" Target="../media/image7110.png"/><Relationship Id="rId152" Type="http://schemas.openxmlformats.org/officeDocument/2006/relationships/customXml" Target="../ink/ink929.xml"/><Relationship Id="rId173" Type="http://schemas.openxmlformats.org/officeDocument/2006/relationships/image" Target="../media/image920.png"/><Relationship Id="rId194" Type="http://schemas.openxmlformats.org/officeDocument/2006/relationships/customXml" Target="../ink/ink950.xml"/><Relationship Id="rId208" Type="http://schemas.openxmlformats.org/officeDocument/2006/relationships/customXml" Target="../ink/ink957.xml"/><Relationship Id="rId14" Type="http://schemas.openxmlformats.org/officeDocument/2006/relationships/customXml" Target="../ink/ink860.xml"/><Relationship Id="rId30" Type="http://schemas.openxmlformats.org/officeDocument/2006/relationships/customXml" Target="../ink/ink868.xml"/><Relationship Id="rId35" Type="http://schemas.openxmlformats.org/officeDocument/2006/relationships/image" Target="../media/image2310.png"/><Relationship Id="rId56" Type="http://schemas.openxmlformats.org/officeDocument/2006/relationships/customXml" Target="../ink/ink881.xml"/><Relationship Id="rId77" Type="http://schemas.openxmlformats.org/officeDocument/2006/relationships/image" Target="../media/image4410.png"/><Relationship Id="rId100" Type="http://schemas.openxmlformats.org/officeDocument/2006/relationships/customXml" Target="../ink/ink903.xml"/><Relationship Id="rId105" Type="http://schemas.openxmlformats.org/officeDocument/2006/relationships/image" Target="../media/image5810.png"/><Relationship Id="rId126" Type="http://schemas.openxmlformats.org/officeDocument/2006/relationships/customXml" Target="../ink/ink916.xml"/><Relationship Id="rId147" Type="http://schemas.openxmlformats.org/officeDocument/2006/relationships/image" Target="../media/image790.png"/><Relationship Id="rId168" Type="http://schemas.openxmlformats.org/officeDocument/2006/relationships/customXml" Target="../ink/ink937.xml"/><Relationship Id="rId8" Type="http://schemas.openxmlformats.org/officeDocument/2006/relationships/customXml" Target="../ink/ink857.xml"/><Relationship Id="rId51" Type="http://schemas.openxmlformats.org/officeDocument/2006/relationships/image" Target="../media/image3110.png"/><Relationship Id="rId72" Type="http://schemas.openxmlformats.org/officeDocument/2006/relationships/customXml" Target="../ink/ink889.xml"/><Relationship Id="rId93" Type="http://schemas.openxmlformats.org/officeDocument/2006/relationships/image" Target="../media/image5210.png"/><Relationship Id="rId98" Type="http://schemas.openxmlformats.org/officeDocument/2006/relationships/customXml" Target="../ink/ink902.xml"/><Relationship Id="rId121" Type="http://schemas.openxmlformats.org/officeDocument/2006/relationships/image" Target="../media/image6610.png"/><Relationship Id="rId142" Type="http://schemas.openxmlformats.org/officeDocument/2006/relationships/customXml" Target="../ink/ink924.xml"/><Relationship Id="rId163" Type="http://schemas.openxmlformats.org/officeDocument/2006/relationships/image" Target="../media/image870.png"/><Relationship Id="rId184" Type="http://schemas.openxmlformats.org/officeDocument/2006/relationships/customXml" Target="../ink/ink945.xml"/><Relationship Id="rId189" Type="http://schemas.openxmlformats.org/officeDocument/2006/relationships/image" Target="../media/image1000.png"/><Relationship Id="rId219" Type="http://schemas.openxmlformats.org/officeDocument/2006/relationships/image" Target="../media/image1150.png"/><Relationship Id="rId3" Type="http://schemas.openxmlformats.org/officeDocument/2006/relationships/image" Target="../media/image7100.png"/><Relationship Id="rId214" Type="http://schemas.openxmlformats.org/officeDocument/2006/relationships/customXml" Target="../ink/ink960.xml"/><Relationship Id="rId25" Type="http://schemas.openxmlformats.org/officeDocument/2006/relationships/image" Target="../media/image1810.png"/><Relationship Id="rId46" Type="http://schemas.openxmlformats.org/officeDocument/2006/relationships/customXml" Target="../ink/ink876.xml"/><Relationship Id="rId67" Type="http://schemas.openxmlformats.org/officeDocument/2006/relationships/image" Target="../media/image3910.png"/><Relationship Id="rId116" Type="http://schemas.openxmlformats.org/officeDocument/2006/relationships/customXml" Target="../ink/ink911.xml"/><Relationship Id="rId137" Type="http://schemas.openxmlformats.org/officeDocument/2006/relationships/image" Target="../media/image740.png"/><Relationship Id="rId158" Type="http://schemas.openxmlformats.org/officeDocument/2006/relationships/customXml" Target="../ink/ink932.xml"/><Relationship Id="rId20" Type="http://schemas.openxmlformats.org/officeDocument/2006/relationships/customXml" Target="../ink/ink863.xml"/><Relationship Id="rId41" Type="http://schemas.openxmlformats.org/officeDocument/2006/relationships/image" Target="../media/image2610.png"/><Relationship Id="rId62" Type="http://schemas.openxmlformats.org/officeDocument/2006/relationships/customXml" Target="../ink/ink884.xml"/><Relationship Id="rId83" Type="http://schemas.openxmlformats.org/officeDocument/2006/relationships/image" Target="../media/image4710.png"/><Relationship Id="rId88" Type="http://schemas.openxmlformats.org/officeDocument/2006/relationships/customXml" Target="../ink/ink897.xml"/><Relationship Id="rId111" Type="http://schemas.openxmlformats.org/officeDocument/2006/relationships/image" Target="../media/image6110.png"/><Relationship Id="rId132" Type="http://schemas.openxmlformats.org/officeDocument/2006/relationships/customXml" Target="../ink/ink919.xml"/><Relationship Id="rId153" Type="http://schemas.openxmlformats.org/officeDocument/2006/relationships/image" Target="../media/image820.png"/><Relationship Id="rId174" Type="http://schemas.openxmlformats.org/officeDocument/2006/relationships/customXml" Target="../ink/ink940.xml"/><Relationship Id="rId179" Type="http://schemas.openxmlformats.org/officeDocument/2006/relationships/image" Target="../media/image950.png"/><Relationship Id="rId195" Type="http://schemas.openxmlformats.org/officeDocument/2006/relationships/image" Target="../media/image1030.png"/><Relationship Id="rId209" Type="http://schemas.openxmlformats.org/officeDocument/2006/relationships/image" Target="../media/image1100.png"/><Relationship Id="rId190" Type="http://schemas.openxmlformats.org/officeDocument/2006/relationships/customXml" Target="../ink/ink948.xml"/><Relationship Id="rId204" Type="http://schemas.openxmlformats.org/officeDocument/2006/relationships/customXml" Target="../ink/ink955.xml"/><Relationship Id="rId15" Type="http://schemas.openxmlformats.org/officeDocument/2006/relationships/image" Target="../media/image1310.png"/><Relationship Id="rId36" Type="http://schemas.openxmlformats.org/officeDocument/2006/relationships/customXml" Target="../ink/ink871.xml"/><Relationship Id="rId57" Type="http://schemas.openxmlformats.org/officeDocument/2006/relationships/image" Target="../media/image3410.png"/><Relationship Id="rId106" Type="http://schemas.openxmlformats.org/officeDocument/2006/relationships/customXml" Target="../ink/ink906.xml"/><Relationship Id="rId127" Type="http://schemas.openxmlformats.org/officeDocument/2006/relationships/image" Target="../media/image6900.png"/><Relationship Id="rId10" Type="http://schemas.openxmlformats.org/officeDocument/2006/relationships/customXml" Target="../ink/ink858.xml"/><Relationship Id="rId31" Type="http://schemas.openxmlformats.org/officeDocument/2006/relationships/image" Target="../media/image2110.png"/><Relationship Id="rId52" Type="http://schemas.openxmlformats.org/officeDocument/2006/relationships/customXml" Target="../ink/ink879.xml"/><Relationship Id="rId73" Type="http://schemas.openxmlformats.org/officeDocument/2006/relationships/image" Target="../media/image4210.png"/><Relationship Id="rId78" Type="http://schemas.openxmlformats.org/officeDocument/2006/relationships/customXml" Target="../ink/ink892.xml"/><Relationship Id="rId94" Type="http://schemas.openxmlformats.org/officeDocument/2006/relationships/customXml" Target="../ink/ink900.xml"/><Relationship Id="rId99" Type="http://schemas.openxmlformats.org/officeDocument/2006/relationships/image" Target="../media/image5510.png"/><Relationship Id="rId101" Type="http://schemas.openxmlformats.org/officeDocument/2006/relationships/image" Target="../media/image5610.png"/><Relationship Id="rId122" Type="http://schemas.openxmlformats.org/officeDocument/2006/relationships/customXml" Target="../ink/ink914.xml"/><Relationship Id="rId143" Type="http://schemas.openxmlformats.org/officeDocument/2006/relationships/image" Target="../media/image770.png"/><Relationship Id="rId148" Type="http://schemas.openxmlformats.org/officeDocument/2006/relationships/customXml" Target="../ink/ink927.xml"/><Relationship Id="rId164" Type="http://schemas.openxmlformats.org/officeDocument/2006/relationships/customXml" Target="../ink/ink935.xml"/><Relationship Id="rId169" Type="http://schemas.openxmlformats.org/officeDocument/2006/relationships/image" Target="../media/image900.png"/><Relationship Id="rId185" Type="http://schemas.openxmlformats.org/officeDocument/2006/relationships/image" Target="../media/image980.png"/><Relationship Id="rId4" Type="http://schemas.openxmlformats.org/officeDocument/2006/relationships/customXml" Target="../ink/ink855.xml"/><Relationship Id="rId9" Type="http://schemas.openxmlformats.org/officeDocument/2006/relationships/image" Target="../media/image1010.png"/><Relationship Id="rId180" Type="http://schemas.openxmlformats.org/officeDocument/2006/relationships/customXml" Target="../ink/ink943.xml"/><Relationship Id="rId210" Type="http://schemas.openxmlformats.org/officeDocument/2006/relationships/customXml" Target="../ink/ink958.xml"/><Relationship Id="rId215" Type="http://schemas.openxmlformats.org/officeDocument/2006/relationships/image" Target="../media/image1130.png"/><Relationship Id="rId26" Type="http://schemas.openxmlformats.org/officeDocument/2006/relationships/customXml" Target="../ink/ink866.xml"/><Relationship Id="rId47" Type="http://schemas.openxmlformats.org/officeDocument/2006/relationships/image" Target="../media/image2910.png"/><Relationship Id="rId68" Type="http://schemas.openxmlformats.org/officeDocument/2006/relationships/customXml" Target="../ink/ink887.xml"/><Relationship Id="rId89" Type="http://schemas.openxmlformats.org/officeDocument/2006/relationships/image" Target="../media/image5010.png"/><Relationship Id="rId112" Type="http://schemas.openxmlformats.org/officeDocument/2006/relationships/customXml" Target="../ink/ink909.xml"/><Relationship Id="rId133" Type="http://schemas.openxmlformats.org/officeDocument/2006/relationships/image" Target="../media/image720.png"/><Relationship Id="rId154" Type="http://schemas.openxmlformats.org/officeDocument/2006/relationships/customXml" Target="../ink/ink930.xml"/><Relationship Id="rId175" Type="http://schemas.openxmlformats.org/officeDocument/2006/relationships/image" Target="../media/image930.png"/><Relationship Id="rId196" Type="http://schemas.openxmlformats.org/officeDocument/2006/relationships/customXml" Target="../ink/ink951.xml"/><Relationship Id="rId200" Type="http://schemas.openxmlformats.org/officeDocument/2006/relationships/customXml" Target="../ink/ink953.xml"/><Relationship Id="rId16" Type="http://schemas.openxmlformats.org/officeDocument/2006/relationships/customXml" Target="../ink/ink861.xml"/><Relationship Id="rId37" Type="http://schemas.openxmlformats.org/officeDocument/2006/relationships/image" Target="../media/image2410.png"/><Relationship Id="rId58" Type="http://schemas.openxmlformats.org/officeDocument/2006/relationships/customXml" Target="../ink/ink882.xml"/><Relationship Id="rId79" Type="http://schemas.openxmlformats.org/officeDocument/2006/relationships/image" Target="../media/image4510.png"/><Relationship Id="rId102" Type="http://schemas.openxmlformats.org/officeDocument/2006/relationships/customXml" Target="../ink/ink904.xml"/><Relationship Id="rId123" Type="http://schemas.openxmlformats.org/officeDocument/2006/relationships/image" Target="../media/image6740.png"/><Relationship Id="rId144" Type="http://schemas.openxmlformats.org/officeDocument/2006/relationships/customXml" Target="../ink/ink925.xml"/><Relationship Id="rId90" Type="http://schemas.openxmlformats.org/officeDocument/2006/relationships/customXml" Target="../ink/ink898.xml"/><Relationship Id="rId165" Type="http://schemas.openxmlformats.org/officeDocument/2006/relationships/image" Target="../media/image880.png"/><Relationship Id="rId186" Type="http://schemas.openxmlformats.org/officeDocument/2006/relationships/customXml" Target="../ink/ink946.xml"/><Relationship Id="rId211" Type="http://schemas.openxmlformats.org/officeDocument/2006/relationships/image" Target="../media/image1111.png"/><Relationship Id="rId27" Type="http://schemas.openxmlformats.org/officeDocument/2006/relationships/image" Target="../media/image1910.png"/><Relationship Id="rId48" Type="http://schemas.openxmlformats.org/officeDocument/2006/relationships/customXml" Target="../ink/ink877.xml"/><Relationship Id="rId69" Type="http://schemas.openxmlformats.org/officeDocument/2006/relationships/image" Target="../media/image4010.png"/><Relationship Id="rId113" Type="http://schemas.openxmlformats.org/officeDocument/2006/relationships/image" Target="../media/image6210.png"/><Relationship Id="rId134" Type="http://schemas.openxmlformats.org/officeDocument/2006/relationships/customXml" Target="../ink/ink920.xml"/><Relationship Id="rId80" Type="http://schemas.openxmlformats.org/officeDocument/2006/relationships/customXml" Target="../ink/ink893.xml"/><Relationship Id="rId155" Type="http://schemas.openxmlformats.org/officeDocument/2006/relationships/image" Target="../media/image830.png"/><Relationship Id="rId176" Type="http://schemas.openxmlformats.org/officeDocument/2006/relationships/customXml" Target="../ink/ink941.xml"/><Relationship Id="rId197" Type="http://schemas.openxmlformats.org/officeDocument/2006/relationships/image" Target="../media/image1040.png"/><Relationship Id="rId201" Type="http://schemas.openxmlformats.org/officeDocument/2006/relationships/image" Target="../media/image1060.png"/><Relationship Id="rId17" Type="http://schemas.openxmlformats.org/officeDocument/2006/relationships/image" Target="../media/image1410.png"/><Relationship Id="rId38" Type="http://schemas.openxmlformats.org/officeDocument/2006/relationships/customXml" Target="../ink/ink872.xml"/><Relationship Id="rId59" Type="http://schemas.openxmlformats.org/officeDocument/2006/relationships/image" Target="../media/image3510.png"/><Relationship Id="rId103" Type="http://schemas.openxmlformats.org/officeDocument/2006/relationships/image" Target="../media/image5710.png"/><Relationship Id="rId124" Type="http://schemas.openxmlformats.org/officeDocument/2006/relationships/customXml" Target="../ink/ink915.xml"/><Relationship Id="rId70" Type="http://schemas.openxmlformats.org/officeDocument/2006/relationships/customXml" Target="../ink/ink888.xml"/><Relationship Id="rId91" Type="http://schemas.openxmlformats.org/officeDocument/2006/relationships/image" Target="../media/image5110.png"/><Relationship Id="rId145" Type="http://schemas.openxmlformats.org/officeDocument/2006/relationships/image" Target="../media/image780.png"/><Relationship Id="rId166" Type="http://schemas.openxmlformats.org/officeDocument/2006/relationships/customXml" Target="../ink/ink936.xml"/><Relationship Id="rId187" Type="http://schemas.openxmlformats.org/officeDocument/2006/relationships/image" Target="../media/image990.png"/><Relationship Id="rId1" Type="http://schemas.openxmlformats.org/officeDocument/2006/relationships/slideLayout" Target="../slideLayouts/slideLayout7.xml"/><Relationship Id="rId212" Type="http://schemas.openxmlformats.org/officeDocument/2006/relationships/customXml" Target="../ink/ink959.xml"/><Relationship Id="rId28" Type="http://schemas.openxmlformats.org/officeDocument/2006/relationships/customXml" Target="../ink/ink867.xml"/><Relationship Id="rId49" Type="http://schemas.openxmlformats.org/officeDocument/2006/relationships/image" Target="../media/image3010.png"/><Relationship Id="rId114" Type="http://schemas.openxmlformats.org/officeDocument/2006/relationships/customXml" Target="../ink/ink910.xml"/><Relationship Id="rId60" Type="http://schemas.openxmlformats.org/officeDocument/2006/relationships/customXml" Target="../ink/ink883.xml"/><Relationship Id="rId81" Type="http://schemas.openxmlformats.org/officeDocument/2006/relationships/image" Target="../media/image4610.png"/><Relationship Id="rId135" Type="http://schemas.openxmlformats.org/officeDocument/2006/relationships/image" Target="../media/image730.png"/><Relationship Id="rId156" Type="http://schemas.openxmlformats.org/officeDocument/2006/relationships/customXml" Target="../ink/ink931.xml"/><Relationship Id="rId177" Type="http://schemas.openxmlformats.org/officeDocument/2006/relationships/image" Target="../media/image940.png"/><Relationship Id="rId198" Type="http://schemas.openxmlformats.org/officeDocument/2006/relationships/customXml" Target="../ink/ink952.xml"/><Relationship Id="rId202" Type="http://schemas.openxmlformats.org/officeDocument/2006/relationships/customXml" Target="../ink/ink954.xml"/><Relationship Id="rId18" Type="http://schemas.openxmlformats.org/officeDocument/2006/relationships/customXml" Target="../ink/ink862.xml"/><Relationship Id="rId39" Type="http://schemas.openxmlformats.org/officeDocument/2006/relationships/image" Target="../media/image2510.png"/><Relationship Id="rId50" Type="http://schemas.openxmlformats.org/officeDocument/2006/relationships/customXml" Target="../ink/ink878.xml"/><Relationship Id="rId104" Type="http://schemas.openxmlformats.org/officeDocument/2006/relationships/customXml" Target="../ink/ink905.xml"/><Relationship Id="rId125" Type="http://schemas.openxmlformats.org/officeDocument/2006/relationships/image" Target="../media/image6800.png"/><Relationship Id="rId146" Type="http://schemas.openxmlformats.org/officeDocument/2006/relationships/customXml" Target="../ink/ink926.xml"/><Relationship Id="rId167" Type="http://schemas.openxmlformats.org/officeDocument/2006/relationships/image" Target="../media/image890.png"/><Relationship Id="rId188" Type="http://schemas.openxmlformats.org/officeDocument/2006/relationships/customXml" Target="../ink/ink947.xml"/><Relationship Id="rId71" Type="http://schemas.openxmlformats.org/officeDocument/2006/relationships/image" Target="../media/image4110.png"/><Relationship Id="rId92" Type="http://schemas.openxmlformats.org/officeDocument/2006/relationships/customXml" Target="../ink/ink899.xml"/><Relationship Id="rId213" Type="http://schemas.openxmlformats.org/officeDocument/2006/relationships/image" Target="../media/image1120.png"/><Relationship Id="rId2" Type="http://schemas.openxmlformats.org/officeDocument/2006/relationships/customXml" Target="../ink/ink854.xml"/><Relationship Id="rId29" Type="http://schemas.openxmlformats.org/officeDocument/2006/relationships/image" Target="../media/image2010.png"/><Relationship Id="rId40" Type="http://schemas.openxmlformats.org/officeDocument/2006/relationships/customXml" Target="../ink/ink873.xml"/><Relationship Id="rId115" Type="http://schemas.openxmlformats.org/officeDocument/2006/relationships/image" Target="../media/image6310.png"/><Relationship Id="rId136" Type="http://schemas.openxmlformats.org/officeDocument/2006/relationships/customXml" Target="../ink/ink921.xml"/><Relationship Id="rId157" Type="http://schemas.openxmlformats.org/officeDocument/2006/relationships/image" Target="../media/image840.png"/><Relationship Id="rId178" Type="http://schemas.openxmlformats.org/officeDocument/2006/relationships/customXml" Target="../ink/ink942.xml"/><Relationship Id="rId61" Type="http://schemas.openxmlformats.org/officeDocument/2006/relationships/image" Target="../media/image3610.png"/><Relationship Id="rId82" Type="http://schemas.openxmlformats.org/officeDocument/2006/relationships/customXml" Target="../ink/ink894.xml"/><Relationship Id="rId199" Type="http://schemas.openxmlformats.org/officeDocument/2006/relationships/image" Target="../media/image1050.png"/><Relationship Id="rId203" Type="http://schemas.openxmlformats.org/officeDocument/2006/relationships/image" Target="../media/image1070.png"/><Relationship Id="rId19" Type="http://schemas.openxmlformats.org/officeDocument/2006/relationships/image" Target="../media/image1510.png"/></Relationships>
</file>

<file path=ppt/slides/_rels/slide22.xml.rels><?xml version="1.0" encoding="UTF-8" standalone="yes"?>
<Relationships xmlns="http://schemas.openxmlformats.org/package/2006/relationships"><Relationship Id="rId26" Type="http://schemas.openxmlformats.org/officeDocument/2006/relationships/customXml" Target="../ink/ink975.xml"/><Relationship Id="rId21" Type="http://schemas.openxmlformats.org/officeDocument/2006/relationships/image" Target="../media/image1250.png"/><Relationship Id="rId42" Type="http://schemas.openxmlformats.org/officeDocument/2006/relationships/customXml" Target="../ink/ink983.xml"/><Relationship Id="rId47" Type="http://schemas.openxmlformats.org/officeDocument/2006/relationships/image" Target="../media/image1380.png"/><Relationship Id="rId63" Type="http://schemas.openxmlformats.org/officeDocument/2006/relationships/image" Target="../media/image1460.png"/><Relationship Id="rId68" Type="http://schemas.openxmlformats.org/officeDocument/2006/relationships/customXml" Target="../ink/ink996.xml"/><Relationship Id="rId16" Type="http://schemas.openxmlformats.org/officeDocument/2006/relationships/customXml" Target="../ink/ink970.xml"/><Relationship Id="rId11" Type="http://schemas.openxmlformats.org/officeDocument/2006/relationships/image" Target="../media/image1200.png"/><Relationship Id="rId24" Type="http://schemas.openxmlformats.org/officeDocument/2006/relationships/customXml" Target="../ink/ink974.xml"/><Relationship Id="rId32" Type="http://schemas.openxmlformats.org/officeDocument/2006/relationships/customXml" Target="../ink/ink978.xml"/><Relationship Id="rId37" Type="http://schemas.openxmlformats.org/officeDocument/2006/relationships/image" Target="../media/image1330.png"/><Relationship Id="rId40" Type="http://schemas.openxmlformats.org/officeDocument/2006/relationships/customXml" Target="../ink/ink982.xml"/><Relationship Id="rId45" Type="http://schemas.openxmlformats.org/officeDocument/2006/relationships/image" Target="../media/image1370.png"/><Relationship Id="rId53" Type="http://schemas.openxmlformats.org/officeDocument/2006/relationships/image" Target="../media/image1411.png"/><Relationship Id="rId58" Type="http://schemas.openxmlformats.org/officeDocument/2006/relationships/customXml" Target="../ink/ink991.xml"/><Relationship Id="rId66" Type="http://schemas.openxmlformats.org/officeDocument/2006/relationships/customXml" Target="../ink/ink995.xml"/><Relationship Id="rId74" Type="http://schemas.openxmlformats.org/officeDocument/2006/relationships/customXml" Target="../ink/ink999.xml"/><Relationship Id="rId79" Type="http://schemas.openxmlformats.org/officeDocument/2006/relationships/image" Target="../media/image1540.png"/><Relationship Id="rId5" Type="http://schemas.openxmlformats.org/officeDocument/2006/relationships/image" Target="../media/image1170.png"/><Relationship Id="rId61" Type="http://schemas.openxmlformats.org/officeDocument/2006/relationships/image" Target="../media/image1450.png"/><Relationship Id="rId19" Type="http://schemas.openxmlformats.org/officeDocument/2006/relationships/image" Target="../media/image1240.png"/><Relationship Id="rId14" Type="http://schemas.openxmlformats.org/officeDocument/2006/relationships/customXml" Target="../ink/ink969.xml"/><Relationship Id="rId22" Type="http://schemas.openxmlformats.org/officeDocument/2006/relationships/customXml" Target="../ink/ink973.xml"/><Relationship Id="rId27" Type="http://schemas.openxmlformats.org/officeDocument/2006/relationships/image" Target="../media/image1280.png"/><Relationship Id="rId30" Type="http://schemas.openxmlformats.org/officeDocument/2006/relationships/customXml" Target="../ink/ink977.xml"/><Relationship Id="rId35" Type="http://schemas.openxmlformats.org/officeDocument/2006/relationships/image" Target="../media/image1320.png"/><Relationship Id="rId43" Type="http://schemas.openxmlformats.org/officeDocument/2006/relationships/image" Target="../media/image1360.png"/><Relationship Id="rId48" Type="http://schemas.openxmlformats.org/officeDocument/2006/relationships/customXml" Target="../ink/ink986.xml"/><Relationship Id="rId56" Type="http://schemas.openxmlformats.org/officeDocument/2006/relationships/customXml" Target="../ink/ink990.xml"/><Relationship Id="rId64" Type="http://schemas.openxmlformats.org/officeDocument/2006/relationships/customXml" Target="../ink/ink994.xml"/><Relationship Id="rId69" Type="http://schemas.openxmlformats.org/officeDocument/2006/relationships/image" Target="../media/image1490.png"/><Relationship Id="rId77" Type="http://schemas.openxmlformats.org/officeDocument/2006/relationships/image" Target="../media/image1530.png"/><Relationship Id="rId8" Type="http://schemas.openxmlformats.org/officeDocument/2006/relationships/customXml" Target="../ink/ink966.xml"/><Relationship Id="rId51" Type="http://schemas.openxmlformats.org/officeDocument/2006/relationships/image" Target="../media/image1400.png"/><Relationship Id="rId72" Type="http://schemas.openxmlformats.org/officeDocument/2006/relationships/customXml" Target="../ink/ink998.xml"/><Relationship Id="rId3" Type="http://schemas.openxmlformats.org/officeDocument/2006/relationships/image" Target="../media/image1160.png"/><Relationship Id="rId12" Type="http://schemas.openxmlformats.org/officeDocument/2006/relationships/customXml" Target="../ink/ink968.xml"/><Relationship Id="rId17" Type="http://schemas.openxmlformats.org/officeDocument/2006/relationships/image" Target="../media/image1230.png"/><Relationship Id="rId25" Type="http://schemas.openxmlformats.org/officeDocument/2006/relationships/image" Target="../media/image1270.png"/><Relationship Id="rId33" Type="http://schemas.openxmlformats.org/officeDocument/2006/relationships/image" Target="../media/image1311.png"/><Relationship Id="rId38" Type="http://schemas.openxmlformats.org/officeDocument/2006/relationships/customXml" Target="../ink/ink981.xml"/><Relationship Id="rId46" Type="http://schemas.openxmlformats.org/officeDocument/2006/relationships/customXml" Target="../ink/ink985.xml"/><Relationship Id="rId59" Type="http://schemas.openxmlformats.org/officeDocument/2006/relationships/image" Target="../media/image1440.png"/><Relationship Id="rId67" Type="http://schemas.openxmlformats.org/officeDocument/2006/relationships/image" Target="../media/image1480.png"/><Relationship Id="rId20" Type="http://schemas.openxmlformats.org/officeDocument/2006/relationships/customXml" Target="../ink/ink972.xml"/><Relationship Id="rId41" Type="http://schemas.openxmlformats.org/officeDocument/2006/relationships/image" Target="../media/image1350.png"/><Relationship Id="rId54" Type="http://schemas.openxmlformats.org/officeDocument/2006/relationships/customXml" Target="../ink/ink989.xml"/><Relationship Id="rId62" Type="http://schemas.openxmlformats.org/officeDocument/2006/relationships/customXml" Target="../ink/ink993.xml"/><Relationship Id="rId70" Type="http://schemas.openxmlformats.org/officeDocument/2006/relationships/customXml" Target="../ink/ink997.xml"/><Relationship Id="rId75" Type="http://schemas.openxmlformats.org/officeDocument/2006/relationships/image" Target="../media/image1520.png"/><Relationship Id="rId1" Type="http://schemas.openxmlformats.org/officeDocument/2006/relationships/slideLayout" Target="../slideLayouts/slideLayout7.xml"/><Relationship Id="rId6" Type="http://schemas.openxmlformats.org/officeDocument/2006/relationships/customXml" Target="../ink/ink965.xml"/><Relationship Id="rId15" Type="http://schemas.openxmlformats.org/officeDocument/2006/relationships/image" Target="../media/image1220.png"/><Relationship Id="rId23" Type="http://schemas.openxmlformats.org/officeDocument/2006/relationships/image" Target="../media/image1260.png"/><Relationship Id="rId28" Type="http://schemas.openxmlformats.org/officeDocument/2006/relationships/customXml" Target="../ink/ink976.xml"/><Relationship Id="rId36" Type="http://schemas.openxmlformats.org/officeDocument/2006/relationships/customXml" Target="../ink/ink980.xml"/><Relationship Id="rId49" Type="http://schemas.openxmlformats.org/officeDocument/2006/relationships/image" Target="../media/image1390.png"/><Relationship Id="rId57" Type="http://schemas.openxmlformats.org/officeDocument/2006/relationships/image" Target="../media/image1430.png"/><Relationship Id="rId10" Type="http://schemas.openxmlformats.org/officeDocument/2006/relationships/customXml" Target="../ink/ink967.xml"/><Relationship Id="rId31" Type="http://schemas.openxmlformats.org/officeDocument/2006/relationships/image" Target="../media/image1300.png"/><Relationship Id="rId44" Type="http://schemas.openxmlformats.org/officeDocument/2006/relationships/customXml" Target="../ink/ink984.xml"/><Relationship Id="rId52" Type="http://schemas.openxmlformats.org/officeDocument/2006/relationships/customXml" Target="../ink/ink988.xml"/><Relationship Id="rId60" Type="http://schemas.openxmlformats.org/officeDocument/2006/relationships/customXml" Target="../ink/ink992.xml"/><Relationship Id="rId65" Type="http://schemas.openxmlformats.org/officeDocument/2006/relationships/image" Target="../media/image1470.png"/><Relationship Id="rId73" Type="http://schemas.openxmlformats.org/officeDocument/2006/relationships/image" Target="../media/image1511.png"/><Relationship Id="rId78" Type="http://schemas.openxmlformats.org/officeDocument/2006/relationships/customXml" Target="../ink/ink1001.xml"/><Relationship Id="rId4" Type="http://schemas.openxmlformats.org/officeDocument/2006/relationships/customXml" Target="../ink/ink964.xml"/><Relationship Id="rId9" Type="http://schemas.openxmlformats.org/officeDocument/2006/relationships/image" Target="../media/image1190.png"/><Relationship Id="rId13" Type="http://schemas.openxmlformats.org/officeDocument/2006/relationships/image" Target="../media/image1211.png"/><Relationship Id="rId18" Type="http://schemas.openxmlformats.org/officeDocument/2006/relationships/customXml" Target="../ink/ink971.xml"/><Relationship Id="rId39" Type="http://schemas.openxmlformats.org/officeDocument/2006/relationships/image" Target="../media/image1340.png"/><Relationship Id="rId34" Type="http://schemas.openxmlformats.org/officeDocument/2006/relationships/customXml" Target="../ink/ink979.xml"/><Relationship Id="rId50" Type="http://schemas.openxmlformats.org/officeDocument/2006/relationships/customXml" Target="../ink/ink987.xml"/><Relationship Id="rId55" Type="http://schemas.openxmlformats.org/officeDocument/2006/relationships/image" Target="../media/image1420.png"/><Relationship Id="rId76" Type="http://schemas.openxmlformats.org/officeDocument/2006/relationships/customXml" Target="../ink/ink1000.xml"/><Relationship Id="rId7" Type="http://schemas.openxmlformats.org/officeDocument/2006/relationships/image" Target="../media/image1180.png"/><Relationship Id="rId71" Type="http://schemas.openxmlformats.org/officeDocument/2006/relationships/image" Target="../media/image1500.png"/><Relationship Id="rId2" Type="http://schemas.openxmlformats.org/officeDocument/2006/relationships/customXml" Target="../ink/ink963.xml"/><Relationship Id="rId29" Type="http://schemas.openxmlformats.org/officeDocument/2006/relationships/image" Target="../media/image1290.png"/></Relationships>
</file>

<file path=ppt/slides/_rels/slide23.xml.rels><?xml version="1.0" encoding="UTF-8" standalone="yes"?>
<Relationships xmlns="http://schemas.openxmlformats.org/package/2006/relationships"><Relationship Id="rId26" Type="http://schemas.openxmlformats.org/officeDocument/2006/relationships/customXml" Target="../ink/ink1014.xml"/><Relationship Id="rId21" Type="http://schemas.openxmlformats.org/officeDocument/2006/relationships/image" Target="../media/image1640.png"/><Relationship Id="rId42" Type="http://schemas.openxmlformats.org/officeDocument/2006/relationships/customXml" Target="../ink/ink1022.xml"/><Relationship Id="rId47" Type="http://schemas.openxmlformats.org/officeDocument/2006/relationships/image" Target="../media/image1770.png"/><Relationship Id="rId63" Type="http://schemas.openxmlformats.org/officeDocument/2006/relationships/image" Target="../media/image1850.png"/><Relationship Id="rId68" Type="http://schemas.openxmlformats.org/officeDocument/2006/relationships/customXml" Target="../ink/ink1035.xml"/><Relationship Id="rId84" Type="http://schemas.openxmlformats.org/officeDocument/2006/relationships/customXml" Target="../ink/ink1043.xml"/><Relationship Id="rId89" Type="http://schemas.openxmlformats.org/officeDocument/2006/relationships/image" Target="../media/image1980.png"/><Relationship Id="rId16" Type="http://schemas.openxmlformats.org/officeDocument/2006/relationships/customXml" Target="../ink/ink1009.xml"/><Relationship Id="rId107" Type="http://schemas.openxmlformats.org/officeDocument/2006/relationships/image" Target="../media/image2070.png"/><Relationship Id="rId11" Type="http://schemas.openxmlformats.org/officeDocument/2006/relationships/image" Target="../media/image1590.png"/><Relationship Id="rId32" Type="http://schemas.openxmlformats.org/officeDocument/2006/relationships/customXml" Target="../ink/ink1017.xml"/><Relationship Id="rId37" Type="http://schemas.openxmlformats.org/officeDocument/2006/relationships/image" Target="../media/image1720.png"/><Relationship Id="rId53" Type="http://schemas.openxmlformats.org/officeDocument/2006/relationships/image" Target="../media/image1800.png"/><Relationship Id="rId58" Type="http://schemas.openxmlformats.org/officeDocument/2006/relationships/customXml" Target="../ink/ink1030.xml"/><Relationship Id="rId74" Type="http://schemas.openxmlformats.org/officeDocument/2006/relationships/customXml" Target="../ink/ink1038.xml"/><Relationship Id="rId79" Type="http://schemas.openxmlformats.org/officeDocument/2006/relationships/image" Target="../media/image1930.png"/><Relationship Id="rId102" Type="http://schemas.openxmlformats.org/officeDocument/2006/relationships/customXml" Target="../ink/ink1052.xml"/><Relationship Id="rId5" Type="http://schemas.openxmlformats.org/officeDocument/2006/relationships/image" Target="../media/image1560.png"/><Relationship Id="rId90" Type="http://schemas.openxmlformats.org/officeDocument/2006/relationships/customXml" Target="../ink/ink1046.xml"/><Relationship Id="rId95" Type="http://schemas.openxmlformats.org/officeDocument/2006/relationships/image" Target="../media/image2011.png"/><Relationship Id="rId22" Type="http://schemas.openxmlformats.org/officeDocument/2006/relationships/customXml" Target="../ink/ink1012.xml"/><Relationship Id="rId27" Type="http://schemas.openxmlformats.org/officeDocument/2006/relationships/image" Target="../media/image1670.png"/><Relationship Id="rId43" Type="http://schemas.openxmlformats.org/officeDocument/2006/relationships/image" Target="../media/image1750.png"/><Relationship Id="rId48" Type="http://schemas.openxmlformats.org/officeDocument/2006/relationships/customXml" Target="../ink/ink1025.xml"/><Relationship Id="rId64" Type="http://schemas.openxmlformats.org/officeDocument/2006/relationships/customXml" Target="../ink/ink1033.xml"/><Relationship Id="rId69" Type="http://schemas.openxmlformats.org/officeDocument/2006/relationships/image" Target="../media/image1880.png"/><Relationship Id="rId80" Type="http://schemas.openxmlformats.org/officeDocument/2006/relationships/customXml" Target="../ink/ink1041.xml"/><Relationship Id="rId85" Type="http://schemas.openxmlformats.org/officeDocument/2006/relationships/image" Target="../media/image1960.png"/><Relationship Id="rId12" Type="http://schemas.openxmlformats.org/officeDocument/2006/relationships/customXml" Target="../ink/ink1007.xml"/><Relationship Id="rId17" Type="http://schemas.openxmlformats.org/officeDocument/2006/relationships/image" Target="../media/image1620.png"/><Relationship Id="rId33" Type="http://schemas.openxmlformats.org/officeDocument/2006/relationships/image" Target="../media/image1700.png"/><Relationship Id="rId38" Type="http://schemas.openxmlformats.org/officeDocument/2006/relationships/customXml" Target="../ink/ink1020.xml"/><Relationship Id="rId59" Type="http://schemas.openxmlformats.org/officeDocument/2006/relationships/image" Target="../media/image1830.png"/><Relationship Id="rId103" Type="http://schemas.openxmlformats.org/officeDocument/2006/relationships/image" Target="../media/image2050.png"/><Relationship Id="rId108" Type="http://schemas.openxmlformats.org/officeDocument/2006/relationships/customXml" Target="../ink/ink1055.xml"/><Relationship Id="rId54" Type="http://schemas.openxmlformats.org/officeDocument/2006/relationships/customXml" Target="../ink/ink1028.xml"/><Relationship Id="rId70" Type="http://schemas.openxmlformats.org/officeDocument/2006/relationships/customXml" Target="../ink/ink1036.xml"/><Relationship Id="rId75" Type="http://schemas.openxmlformats.org/officeDocument/2006/relationships/image" Target="../media/image1911.png"/><Relationship Id="rId91" Type="http://schemas.openxmlformats.org/officeDocument/2006/relationships/image" Target="../media/image1990.png"/><Relationship Id="rId96" Type="http://schemas.openxmlformats.org/officeDocument/2006/relationships/customXml" Target="../ink/ink1049.xml"/><Relationship Id="rId1" Type="http://schemas.openxmlformats.org/officeDocument/2006/relationships/slideLayout" Target="../slideLayouts/slideLayout7.xml"/><Relationship Id="rId6" Type="http://schemas.openxmlformats.org/officeDocument/2006/relationships/customXml" Target="../ink/ink1004.xml"/><Relationship Id="rId15" Type="http://schemas.openxmlformats.org/officeDocument/2006/relationships/image" Target="../media/image1611.png"/><Relationship Id="rId23" Type="http://schemas.openxmlformats.org/officeDocument/2006/relationships/image" Target="../media/image1650.png"/><Relationship Id="rId28" Type="http://schemas.openxmlformats.org/officeDocument/2006/relationships/customXml" Target="../ink/ink1015.xml"/><Relationship Id="rId36" Type="http://schemas.openxmlformats.org/officeDocument/2006/relationships/customXml" Target="../ink/ink1019.xml"/><Relationship Id="rId49" Type="http://schemas.openxmlformats.org/officeDocument/2006/relationships/image" Target="../media/image1780.png"/><Relationship Id="rId57" Type="http://schemas.openxmlformats.org/officeDocument/2006/relationships/image" Target="../media/image1820.png"/><Relationship Id="rId106" Type="http://schemas.openxmlformats.org/officeDocument/2006/relationships/customXml" Target="../ink/ink1054.xml"/><Relationship Id="rId10" Type="http://schemas.openxmlformats.org/officeDocument/2006/relationships/customXml" Target="../ink/ink1006.xml"/><Relationship Id="rId31" Type="http://schemas.openxmlformats.org/officeDocument/2006/relationships/image" Target="../media/image1690.png"/><Relationship Id="rId44" Type="http://schemas.openxmlformats.org/officeDocument/2006/relationships/customXml" Target="../ink/ink1023.xml"/><Relationship Id="rId52" Type="http://schemas.openxmlformats.org/officeDocument/2006/relationships/customXml" Target="../ink/ink1027.xml"/><Relationship Id="rId60" Type="http://schemas.openxmlformats.org/officeDocument/2006/relationships/customXml" Target="../ink/ink1031.xml"/><Relationship Id="rId65" Type="http://schemas.openxmlformats.org/officeDocument/2006/relationships/image" Target="../media/image1860.png"/><Relationship Id="rId73" Type="http://schemas.openxmlformats.org/officeDocument/2006/relationships/image" Target="../media/image1900.png"/><Relationship Id="rId78" Type="http://schemas.openxmlformats.org/officeDocument/2006/relationships/customXml" Target="../ink/ink1040.xml"/><Relationship Id="rId81" Type="http://schemas.openxmlformats.org/officeDocument/2006/relationships/image" Target="../media/image1940.png"/><Relationship Id="rId86" Type="http://schemas.openxmlformats.org/officeDocument/2006/relationships/customXml" Target="../ink/ink1044.xml"/><Relationship Id="rId94" Type="http://schemas.openxmlformats.org/officeDocument/2006/relationships/customXml" Target="../ink/ink1048.xml"/><Relationship Id="rId99" Type="http://schemas.openxmlformats.org/officeDocument/2006/relationships/image" Target="../media/image2030.png"/><Relationship Id="rId101" Type="http://schemas.openxmlformats.org/officeDocument/2006/relationships/image" Target="../media/image2040.png"/><Relationship Id="rId4" Type="http://schemas.openxmlformats.org/officeDocument/2006/relationships/customXml" Target="../ink/ink1003.xml"/><Relationship Id="rId9" Type="http://schemas.openxmlformats.org/officeDocument/2006/relationships/image" Target="../media/image1580.png"/><Relationship Id="rId13" Type="http://schemas.openxmlformats.org/officeDocument/2006/relationships/image" Target="../media/image1600.png"/><Relationship Id="rId18" Type="http://schemas.openxmlformats.org/officeDocument/2006/relationships/customXml" Target="../ink/ink1010.xml"/><Relationship Id="rId39" Type="http://schemas.openxmlformats.org/officeDocument/2006/relationships/image" Target="../media/image1730.png"/><Relationship Id="rId109" Type="http://schemas.openxmlformats.org/officeDocument/2006/relationships/image" Target="../media/image2080.png"/><Relationship Id="rId34" Type="http://schemas.openxmlformats.org/officeDocument/2006/relationships/customXml" Target="../ink/ink1018.xml"/><Relationship Id="rId50" Type="http://schemas.openxmlformats.org/officeDocument/2006/relationships/customXml" Target="../ink/ink1026.xml"/><Relationship Id="rId55" Type="http://schemas.openxmlformats.org/officeDocument/2006/relationships/image" Target="../media/image1811.png"/><Relationship Id="rId76" Type="http://schemas.openxmlformats.org/officeDocument/2006/relationships/customXml" Target="../ink/ink1039.xml"/><Relationship Id="rId97" Type="http://schemas.openxmlformats.org/officeDocument/2006/relationships/image" Target="../media/image2020.png"/><Relationship Id="rId104" Type="http://schemas.openxmlformats.org/officeDocument/2006/relationships/customXml" Target="../ink/ink1053.xml"/><Relationship Id="rId7" Type="http://schemas.openxmlformats.org/officeDocument/2006/relationships/image" Target="../media/image1570.png"/><Relationship Id="rId71" Type="http://schemas.openxmlformats.org/officeDocument/2006/relationships/image" Target="../media/image1890.png"/><Relationship Id="rId92" Type="http://schemas.openxmlformats.org/officeDocument/2006/relationships/customXml" Target="../ink/ink1047.xml"/><Relationship Id="rId2" Type="http://schemas.openxmlformats.org/officeDocument/2006/relationships/customXml" Target="../ink/ink1002.xml"/><Relationship Id="rId29" Type="http://schemas.openxmlformats.org/officeDocument/2006/relationships/image" Target="../media/image1680.png"/><Relationship Id="rId24" Type="http://schemas.openxmlformats.org/officeDocument/2006/relationships/customXml" Target="../ink/ink1013.xml"/><Relationship Id="rId40" Type="http://schemas.openxmlformats.org/officeDocument/2006/relationships/customXml" Target="../ink/ink1021.xml"/><Relationship Id="rId45" Type="http://schemas.openxmlformats.org/officeDocument/2006/relationships/image" Target="../media/image1760.png"/><Relationship Id="rId66" Type="http://schemas.openxmlformats.org/officeDocument/2006/relationships/customXml" Target="../ink/ink1034.xml"/><Relationship Id="rId87" Type="http://schemas.openxmlformats.org/officeDocument/2006/relationships/image" Target="../media/image1970.png"/><Relationship Id="rId110" Type="http://schemas.openxmlformats.org/officeDocument/2006/relationships/customXml" Target="../ink/ink1056.xml"/><Relationship Id="rId61" Type="http://schemas.openxmlformats.org/officeDocument/2006/relationships/image" Target="../media/image1840.png"/><Relationship Id="rId82" Type="http://schemas.openxmlformats.org/officeDocument/2006/relationships/customXml" Target="../ink/ink1042.xml"/><Relationship Id="rId19" Type="http://schemas.openxmlformats.org/officeDocument/2006/relationships/image" Target="../media/image1630.png"/><Relationship Id="rId14" Type="http://schemas.openxmlformats.org/officeDocument/2006/relationships/customXml" Target="../ink/ink1008.xml"/><Relationship Id="rId30" Type="http://schemas.openxmlformats.org/officeDocument/2006/relationships/customXml" Target="../ink/ink1016.xml"/><Relationship Id="rId35" Type="http://schemas.openxmlformats.org/officeDocument/2006/relationships/image" Target="../media/image1711.png"/><Relationship Id="rId56" Type="http://schemas.openxmlformats.org/officeDocument/2006/relationships/customXml" Target="../ink/ink1029.xml"/><Relationship Id="rId77" Type="http://schemas.openxmlformats.org/officeDocument/2006/relationships/image" Target="../media/image1920.png"/><Relationship Id="rId100" Type="http://schemas.openxmlformats.org/officeDocument/2006/relationships/customXml" Target="../ink/ink1051.xml"/><Relationship Id="rId105" Type="http://schemas.openxmlformats.org/officeDocument/2006/relationships/image" Target="../media/image2060.png"/><Relationship Id="rId8" Type="http://schemas.openxmlformats.org/officeDocument/2006/relationships/customXml" Target="../ink/ink1005.xml"/><Relationship Id="rId51" Type="http://schemas.openxmlformats.org/officeDocument/2006/relationships/image" Target="../media/image1790.png"/><Relationship Id="rId72" Type="http://schemas.openxmlformats.org/officeDocument/2006/relationships/customXml" Target="../ink/ink1037.xml"/><Relationship Id="rId93" Type="http://schemas.openxmlformats.org/officeDocument/2006/relationships/image" Target="../media/image2000.png"/><Relationship Id="rId98" Type="http://schemas.openxmlformats.org/officeDocument/2006/relationships/customXml" Target="../ink/ink1050.xml"/><Relationship Id="rId3" Type="http://schemas.openxmlformats.org/officeDocument/2006/relationships/image" Target="../media/image1550.png"/><Relationship Id="rId25" Type="http://schemas.openxmlformats.org/officeDocument/2006/relationships/image" Target="../media/image1660.png"/><Relationship Id="rId46" Type="http://schemas.openxmlformats.org/officeDocument/2006/relationships/customXml" Target="../ink/ink1024.xml"/><Relationship Id="rId67" Type="http://schemas.openxmlformats.org/officeDocument/2006/relationships/image" Target="../media/image1870.png"/><Relationship Id="rId20" Type="http://schemas.openxmlformats.org/officeDocument/2006/relationships/customXml" Target="../ink/ink1011.xml"/><Relationship Id="rId41" Type="http://schemas.openxmlformats.org/officeDocument/2006/relationships/image" Target="../media/image1740.png"/><Relationship Id="rId62" Type="http://schemas.openxmlformats.org/officeDocument/2006/relationships/customXml" Target="../ink/ink1032.xml"/><Relationship Id="rId83" Type="http://schemas.openxmlformats.org/officeDocument/2006/relationships/image" Target="../media/image1950.png"/><Relationship Id="rId88" Type="http://schemas.openxmlformats.org/officeDocument/2006/relationships/customXml" Target="../ink/ink1045.xml"/><Relationship Id="rId111" Type="http://schemas.openxmlformats.org/officeDocument/2006/relationships/image" Target="../media/image2090.png"/></Relationships>
</file>

<file path=ppt/slides/_rels/slide24.xml.rels><?xml version="1.0" encoding="UTF-8" standalone="yes"?>
<Relationships xmlns="http://schemas.openxmlformats.org/package/2006/relationships"><Relationship Id="rId26" Type="http://schemas.openxmlformats.org/officeDocument/2006/relationships/customXml" Target="../ink/ink1069.xml"/><Relationship Id="rId21" Type="http://schemas.openxmlformats.org/officeDocument/2006/relationships/image" Target="../media/image2190.png"/><Relationship Id="rId42" Type="http://schemas.openxmlformats.org/officeDocument/2006/relationships/customXml" Target="../ink/ink1077.xml"/><Relationship Id="rId47" Type="http://schemas.openxmlformats.org/officeDocument/2006/relationships/image" Target="../media/image2320.png"/><Relationship Id="rId63" Type="http://schemas.openxmlformats.org/officeDocument/2006/relationships/image" Target="../media/image2400.png"/><Relationship Id="rId68" Type="http://schemas.openxmlformats.org/officeDocument/2006/relationships/customXml" Target="../ink/ink1090.xml"/><Relationship Id="rId84" Type="http://schemas.openxmlformats.org/officeDocument/2006/relationships/customXml" Target="../ink/ink1098.xml"/><Relationship Id="rId89" Type="http://schemas.openxmlformats.org/officeDocument/2006/relationships/image" Target="../media/image2530.png"/><Relationship Id="rId112" Type="http://schemas.openxmlformats.org/officeDocument/2006/relationships/customXml" Target="../ink/ink1112.xml"/><Relationship Id="rId16" Type="http://schemas.openxmlformats.org/officeDocument/2006/relationships/customXml" Target="../ink/ink1064.xml"/><Relationship Id="rId107" Type="http://schemas.openxmlformats.org/officeDocument/2006/relationships/image" Target="../media/image2620.png"/><Relationship Id="rId11" Type="http://schemas.openxmlformats.org/officeDocument/2006/relationships/image" Target="../media/image2140.png"/><Relationship Id="rId32" Type="http://schemas.openxmlformats.org/officeDocument/2006/relationships/customXml" Target="../ink/ink1072.xml"/><Relationship Id="rId37" Type="http://schemas.openxmlformats.org/officeDocument/2006/relationships/image" Target="../media/image2270.png"/><Relationship Id="rId53" Type="http://schemas.openxmlformats.org/officeDocument/2006/relationships/image" Target="../media/image2350.png"/><Relationship Id="rId58" Type="http://schemas.openxmlformats.org/officeDocument/2006/relationships/customXml" Target="../ink/ink1085.xml"/><Relationship Id="rId74" Type="http://schemas.openxmlformats.org/officeDocument/2006/relationships/customXml" Target="../ink/ink1093.xml"/><Relationship Id="rId79" Type="http://schemas.openxmlformats.org/officeDocument/2006/relationships/image" Target="../media/image2480.png"/><Relationship Id="rId102" Type="http://schemas.openxmlformats.org/officeDocument/2006/relationships/customXml" Target="../ink/ink1107.xml"/><Relationship Id="rId5" Type="http://schemas.openxmlformats.org/officeDocument/2006/relationships/image" Target="../media/image2111.png"/><Relationship Id="rId90" Type="http://schemas.openxmlformats.org/officeDocument/2006/relationships/customXml" Target="../ink/ink1101.xml"/><Relationship Id="rId95" Type="http://schemas.openxmlformats.org/officeDocument/2006/relationships/image" Target="../media/image2560.png"/><Relationship Id="rId22" Type="http://schemas.openxmlformats.org/officeDocument/2006/relationships/customXml" Target="../ink/ink1067.xml"/><Relationship Id="rId27" Type="http://schemas.openxmlformats.org/officeDocument/2006/relationships/image" Target="../media/image2220.png"/><Relationship Id="rId43" Type="http://schemas.openxmlformats.org/officeDocument/2006/relationships/image" Target="../media/image2300.png"/><Relationship Id="rId48" Type="http://schemas.openxmlformats.org/officeDocument/2006/relationships/customXml" Target="../ink/ink1080.xml"/><Relationship Id="rId64" Type="http://schemas.openxmlformats.org/officeDocument/2006/relationships/customXml" Target="../ink/ink1088.xml"/><Relationship Id="rId69" Type="http://schemas.openxmlformats.org/officeDocument/2006/relationships/image" Target="../media/image2430.png"/><Relationship Id="rId113" Type="http://schemas.openxmlformats.org/officeDocument/2006/relationships/image" Target="../media/image2650.png"/><Relationship Id="rId80" Type="http://schemas.openxmlformats.org/officeDocument/2006/relationships/customXml" Target="../ink/ink1096.xml"/><Relationship Id="rId85" Type="http://schemas.openxmlformats.org/officeDocument/2006/relationships/image" Target="../media/image2511.png"/><Relationship Id="rId12" Type="http://schemas.openxmlformats.org/officeDocument/2006/relationships/customXml" Target="../ink/ink1062.xml"/><Relationship Id="rId17" Type="http://schemas.openxmlformats.org/officeDocument/2006/relationships/image" Target="../media/image2170.png"/><Relationship Id="rId33" Type="http://schemas.openxmlformats.org/officeDocument/2006/relationships/image" Target="../media/image2250.png"/><Relationship Id="rId38" Type="http://schemas.openxmlformats.org/officeDocument/2006/relationships/customXml" Target="../ink/ink1075.xml"/><Relationship Id="rId59" Type="http://schemas.openxmlformats.org/officeDocument/2006/relationships/image" Target="../media/image2380.png"/><Relationship Id="rId103" Type="http://schemas.openxmlformats.org/officeDocument/2006/relationships/image" Target="../media/image2600.png"/><Relationship Id="rId108" Type="http://schemas.openxmlformats.org/officeDocument/2006/relationships/customXml" Target="../ink/ink1110.xml"/><Relationship Id="rId54" Type="http://schemas.openxmlformats.org/officeDocument/2006/relationships/customXml" Target="../ink/ink1083.xml"/><Relationship Id="rId70" Type="http://schemas.openxmlformats.org/officeDocument/2006/relationships/customXml" Target="../ink/ink1091.xml"/><Relationship Id="rId75" Type="http://schemas.openxmlformats.org/officeDocument/2006/relationships/image" Target="../media/image2460.png"/><Relationship Id="rId91" Type="http://schemas.openxmlformats.org/officeDocument/2006/relationships/image" Target="../media/image2540.png"/><Relationship Id="rId96" Type="http://schemas.openxmlformats.org/officeDocument/2006/relationships/customXml" Target="../ink/ink1104.xml"/><Relationship Id="rId1" Type="http://schemas.openxmlformats.org/officeDocument/2006/relationships/slideLayout" Target="../slideLayouts/slideLayout7.xml"/><Relationship Id="rId6" Type="http://schemas.openxmlformats.org/officeDocument/2006/relationships/customXml" Target="../ink/ink1059.xml"/><Relationship Id="rId15" Type="http://schemas.openxmlformats.org/officeDocument/2006/relationships/image" Target="../media/image2160.png"/><Relationship Id="rId23" Type="http://schemas.openxmlformats.org/officeDocument/2006/relationships/image" Target="../media/image2200.png"/><Relationship Id="rId28" Type="http://schemas.openxmlformats.org/officeDocument/2006/relationships/customXml" Target="../ink/ink1070.xml"/><Relationship Id="rId36" Type="http://schemas.openxmlformats.org/officeDocument/2006/relationships/customXml" Target="../ink/ink1074.xml"/><Relationship Id="rId49" Type="http://schemas.openxmlformats.org/officeDocument/2006/relationships/image" Target="../media/image2330.png"/><Relationship Id="rId57" Type="http://schemas.openxmlformats.org/officeDocument/2006/relationships/image" Target="../media/image2370.png"/><Relationship Id="rId106" Type="http://schemas.openxmlformats.org/officeDocument/2006/relationships/customXml" Target="../ink/ink1109.xml"/><Relationship Id="rId10" Type="http://schemas.openxmlformats.org/officeDocument/2006/relationships/customXml" Target="../ink/ink1061.xml"/><Relationship Id="rId31" Type="http://schemas.openxmlformats.org/officeDocument/2006/relationships/image" Target="../media/image2240.png"/><Relationship Id="rId44" Type="http://schemas.openxmlformats.org/officeDocument/2006/relationships/customXml" Target="../ink/ink1078.xml"/><Relationship Id="rId52" Type="http://schemas.openxmlformats.org/officeDocument/2006/relationships/customXml" Target="../ink/ink1082.xml"/><Relationship Id="rId60" Type="http://schemas.openxmlformats.org/officeDocument/2006/relationships/customXml" Target="../ink/ink1086.xml"/><Relationship Id="rId65" Type="http://schemas.openxmlformats.org/officeDocument/2006/relationships/image" Target="../media/image2411.png"/><Relationship Id="rId73" Type="http://schemas.openxmlformats.org/officeDocument/2006/relationships/image" Target="../media/image2450.png"/><Relationship Id="rId78" Type="http://schemas.openxmlformats.org/officeDocument/2006/relationships/customXml" Target="../ink/ink1095.xml"/><Relationship Id="rId81" Type="http://schemas.openxmlformats.org/officeDocument/2006/relationships/image" Target="../media/image2490.png"/><Relationship Id="rId86" Type="http://schemas.openxmlformats.org/officeDocument/2006/relationships/customXml" Target="../ink/ink1099.xml"/><Relationship Id="rId94" Type="http://schemas.openxmlformats.org/officeDocument/2006/relationships/customXml" Target="../ink/ink1103.xml"/><Relationship Id="rId99" Type="http://schemas.openxmlformats.org/officeDocument/2006/relationships/image" Target="../media/image2580.png"/><Relationship Id="rId101" Type="http://schemas.openxmlformats.org/officeDocument/2006/relationships/image" Target="../media/image2590.png"/><Relationship Id="rId4" Type="http://schemas.openxmlformats.org/officeDocument/2006/relationships/customXml" Target="../ink/ink1058.xml"/><Relationship Id="rId9" Type="http://schemas.openxmlformats.org/officeDocument/2006/relationships/image" Target="../media/image2130.png"/><Relationship Id="rId13" Type="http://schemas.openxmlformats.org/officeDocument/2006/relationships/image" Target="../media/image2150.png"/><Relationship Id="rId18" Type="http://schemas.openxmlformats.org/officeDocument/2006/relationships/customXml" Target="../ink/ink1065.xml"/><Relationship Id="rId39" Type="http://schemas.openxmlformats.org/officeDocument/2006/relationships/image" Target="../media/image2280.png"/><Relationship Id="rId109" Type="http://schemas.openxmlformats.org/officeDocument/2006/relationships/image" Target="../media/image2630.png"/><Relationship Id="rId34" Type="http://schemas.openxmlformats.org/officeDocument/2006/relationships/customXml" Target="../ink/ink1073.xml"/><Relationship Id="rId50" Type="http://schemas.openxmlformats.org/officeDocument/2006/relationships/customXml" Target="../ink/ink1081.xml"/><Relationship Id="rId55" Type="http://schemas.openxmlformats.org/officeDocument/2006/relationships/image" Target="../media/image2360.png"/><Relationship Id="rId76" Type="http://schemas.openxmlformats.org/officeDocument/2006/relationships/customXml" Target="../ink/ink1094.xml"/><Relationship Id="rId97" Type="http://schemas.openxmlformats.org/officeDocument/2006/relationships/image" Target="../media/image2570.png"/><Relationship Id="rId104" Type="http://schemas.openxmlformats.org/officeDocument/2006/relationships/customXml" Target="../ink/ink1108.xml"/><Relationship Id="rId7" Type="http://schemas.openxmlformats.org/officeDocument/2006/relationships/image" Target="../media/image2120.png"/><Relationship Id="rId71" Type="http://schemas.openxmlformats.org/officeDocument/2006/relationships/image" Target="../media/image2440.png"/><Relationship Id="rId92" Type="http://schemas.openxmlformats.org/officeDocument/2006/relationships/customXml" Target="../ink/ink1102.xml"/><Relationship Id="rId2" Type="http://schemas.openxmlformats.org/officeDocument/2006/relationships/customXml" Target="../ink/ink1057.xml"/><Relationship Id="rId29" Type="http://schemas.openxmlformats.org/officeDocument/2006/relationships/image" Target="../media/image2230.png"/><Relationship Id="rId24" Type="http://schemas.openxmlformats.org/officeDocument/2006/relationships/customXml" Target="../ink/ink1068.xml"/><Relationship Id="rId40" Type="http://schemas.openxmlformats.org/officeDocument/2006/relationships/customXml" Target="../ink/ink1076.xml"/><Relationship Id="rId45" Type="http://schemas.openxmlformats.org/officeDocument/2006/relationships/image" Target="../media/image2311.png"/><Relationship Id="rId66" Type="http://schemas.openxmlformats.org/officeDocument/2006/relationships/customXml" Target="../ink/ink1089.xml"/><Relationship Id="rId87" Type="http://schemas.openxmlformats.org/officeDocument/2006/relationships/image" Target="../media/image2520.png"/><Relationship Id="rId110" Type="http://schemas.openxmlformats.org/officeDocument/2006/relationships/customXml" Target="../ink/ink1111.xml"/><Relationship Id="rId61" Type="http://schemas.openxmlformats.org/officeDocument/2006/relationships/image" Target="../media/image2390.png"/><Relationship Id="rId82" Type="http://schemas.openxmlformats.org/officeDocument/2006/relationships/customXml" Target="../ink/ink1097.xml"/><Relationship Id="rId19" Type="http://schemas.openxmlformats.org/officeDocument/2006/relationships/image" Target="../media/image2180.png"/><Relationship Id="rId14" Type="http://schemas.openxmlformats.org/officeDocument/2006/relationships/customXml" Target="../ink/ink1063.xml"/><Relationship Id="rId30" Type="http://schemas.openxmlformats.org/officeDocument/2006/relationships/customXml" Target="../ink/ink1071.xml"/><Relationship Id="rId35" Type="http://schemas.openxmlformats.org/officeDocument/2006/relationships/image" Target="../media/image2260.png"/><Relationship Id="rId56" Type="http://schemas.openxmlformats.org/officeDocument/2006/relationships/customXml" Target="../ink/ink1084.xml"/><Relationship Id="rId77" Type="http://schemas.openxmlformats.org/officeDocument/2006/relationships/image" Target="../media/image2470.png"/><Relationship Id="rId100" Type="http://schemas.openxmlformats.org/officeDocument/2006/relationships/customXml" Target="../ink/ink1106.xml"/><Relationship Id="rId105" Type="http://schemas.openxmlformats.org/officeDocument/2006/relationships/image" Target="../media/image2611.png"/><Relationship Id="rId8" Type="http://schemas.openxmlformats.org/officeDocument/2006/relationships/customXml" Target="../ink/ink1060.xml"/><Relationship Id="rId51" Type="http://schemas.openxmlformats.org/officeDocument/2006/relationships/image" Target="../media/image2340.png"/><Relationship Id="rId72" Type="http://schemas.openxmlformats.org/officeDocument/2006/relationships/customXml" Target="../ink/ink1092.xml"/><Relationship Id="rId93" Type="http://schemas.openxmlformats.org/officeDocument/2006/relationships/image" Target="../media/image2550.png"/><Relationship Id="rId98" Type="http://schemas.openxmlformats.org/officeDocument/2006/relationships/customXml" Target="../ink/ink1105.xml"/><Relationship Id="rId3" Type="http://schemas.openxmlformats.org/officeDocument/2006/relationships/image" Target="../media/image2101.png"/><Relationship Id="rId25" Type="http://schemas.openxmlformats.org/officeDocument/2006/relationships/image" Target="../media/image2211.png"/><Relationship Id="rId46" Type="http://schemas.openxmlformats.org/officeDocument/2006/relationships/customXml" Target="../ink/ink1079.xml"/><Relationship Id="rId67" Type="http://schemas.openxmlformats.org/officeDocument/2006/relationships/image" Target="../media/image2420.png"/><Relationship Id="rId20" Type="http://schemas.openxmlformats.org/officeDocument/2006/relationships/customXml" Target="../ink/ink1066.xml"/><Relationship Id="rId41" Type="http://schemas.openxmlformats.org/officeDocument/2006/relationships/image" Target="../media/image2290.png"/><Relationship Id="rId62" Type="http://schemas.openxmlformats.org/officeDocument/2006/relationships/customXml" Target="../ink/ink1087.xml"/><Relationship Id="rId83" Type="http://schemas.openxmlformats.org/officeDocument/2006/relationships/image" Target="../media/image2500.png"/><Relationship Id="rId88" Type="http://schemas.openxmlformats.org/officeDocument/2006/relationships/customXml" Target="../ink/ink1100.xml"/><Relationship Id="rId111" Type="http://schemas.openxmlformats.org/officeDocument/2006/relationships/image" Target="../media/image2640.png"/></Relationships>
</file>

<file path=ppt/slides/_rels/slide25.xml.rels><?xml version="1.0" encoding="UTF-8" standalone="yes"?>
<Relationships xmlns="http://schemas.openxmlformats.org/package/2006/relationships"><Relationship Id="rId26" Type="http://schemas.openxmlformats.org/officeDocument/2006/relationships/customXml" Target="../ink/ink1125.xml"/><Relationship Id="rId21" Type="http://schemas.openxmlformats.org/officeDocument/2006/relationships/image" Target="../media/image2750.png"/><Relationship Id="rId42" Type="http://schemas.openxmlformats.org/officeDocument/2006/relationships/customXml" Target="../ink/ink1133.xml"/><Relationship Id="rId47" Type="http://schemas.openxmlformats.org/officeDocument/2006/relationships/image" Target="../media/image2880.png"/><Relationship Id="rId63" Type="http://schemas.openxmlformats.org/officeDocument/2006/relationships/image" Target="../media/image2960.png"/><Relationship Id="rId68" Type="http://schemas.openxmlformats.org/officeDocument/2006/relationships/customXml" Target="../ink/ink1146.xml"/><Relationship Id="rId84" Type="http://schemas.openxmlformats.org/officeDocument/2006/relationships/customXml" Target="../ink/ink1154.xml"/><Relationship Id="rId16" Type="http://schemas.openxmlformats.org/officeDocument/2006/relationships/customXml" Target="../ink/ink1120.xml"/><Relationship Id="rId11" Type="http://schemas.openxmlformats.org/officeDocument/2006/relationships/image" Target="../media/image2700.png"/><Relationship Id="rId32" Type="http://schemas.openxmlformats.org/officeDocument/2006/relationships/customXml" Target="../ink/ink1128.xml"/><Relationship Id="rId37" Type="http://schemas.openxmlformats.org/officeDocument/2006/relationships/image" Target="../media/image2830.png"/><Relationship Id="rId53" Type="http://schemas.openxmlformats.org/officeDocument/2006/relationships/image" Target="../media/image2911.png"/><Relationship Id="rId58" Type="http://schemas.openxmlformats.org/officeDocument/2006/relationships/customXml" Target="../ink/ink1141.xml"/><Relationship Id="rId74" Type="http://schemas.openxmlformats.org/officeDocument/2006/relationships/customXml" Target="../ink/ink1149.xml"/><Relationship Id="rId79" Type="http://schemas.openxmlformats.org/officeDocument/2006/relationships/image" Target="../media/image3040.png"/><Relationship Id="rId5" Type="http://schemas.openxmlformats.org/officeDocument/2006/relationships/image" Target="../media/image2670.png"/><Relationship Id="rId19" Type="http://schemas.openxmlformats.org/officeDocument/2006/relationships/image" Target="../media/image2740.png"/><Relationship Id="rId14" Type="http://schemas.openxmlformats.org/officeDocument/2006/relationships/customXml" Target="../ink/ink1119.xml"/><Relationship Id="rId22" Type="http://schemas.openxmlformats.org/officeDocument/2006/relationships/customXml" Target="../ink/ink1123.xml"/><Relationship Id="rId27" Type="http://schemas.openxmlformats.org/officeDocument/2006/relationships/image" Target="../media/image2780.png"/><Relationship Id="rId30" Type="http://schemas.openxmlformats.org/officeDocument/2006/relationships/customXml" Target="../ink/ink1127.xml"/><Relationship Id="rId35" Type="http://schemas.openxmlformats.org/officeDocument/2006/relationships/image" Target="../media/image2820.png"/><Relationship Id="rId43" Type="http://schemas.openxmlformats.org/officeDocument/2006/relationships/image" Target="../media/image2860.png"/><Relationship Id="rId48" Type="http://schemas.openxmlformats.org/officeDocument/2006/relationships/customXml" Target="../ink/ink1136.xml"/><Relationship Id="rId56" Type="http://schemas.openxmlformats.org/officeDocument/2006/relationships/customXml" Target="../ink/ink1140.xml"/><Relationship Id="rId64" Type="http://schemas.openxmlformats.org/officeDocument/2006/relationships/customXml" Target="../ink/ink1144.xml"/><Relationship Id="rId69" Type="http://schemas.openxmlformats.org/officeDocument/2006/relationships/image" Target="../media/image2990.png"/><Relationship Id="rId77" Type="http://schemas.openxmlformats.org/officeDocument/2006/relationships/image" Target="../media/image3030.png"/><Relationship Id="rId8" Type="http://schemas.openxmlformats.org/officeDocument/2006/relationships/customXml" Target="../ink/ink1116.xml"/><Relationship Id="rId51" Type="http://schemas.openxmlformats.org/officeDocument/2006/relationships/image" Target="../media/image2900.png"/><Relationship Id="rId72" Type="http://schemas.openxmlformats.org/officeDocument/2006/relationships/customXml" Target="../ink/ink1148.xml"/><Relationship Id="rId80" Type="http://schemas.openxmlformats.org/officeDocument/2006/relationships/customXml" Target="../ink/ink1152.xml"/><Relationship Id="rId85" Type="http://schemas.openxmlformats.org/officeDocument/2006/relationships/image" Target="../media/image3070.png"/><Relationship Id="rId3" Type="http://schemas.openxmlformats.org/officeDocument/2006/relationships/image" Target="../media/image2660.png"/><Relationship Id="rId12" Type="http://schemas.openxmlformats.org/officeDocument/2006/relationships/customXml" Target="../ink/ink1118.xml"/><Relationship Id="rId17" Type="http://schemas.openxmlformats.org/officeDocument/2006/relationships/image" Target="../media/image2730.png"/><Relationship Id="rId25" Type="http://schemas.openxmlformats.org/officeDocument/2006/relationships/image" Target="../media/image2770.png"/><Relationship Id="rId33" Type="http://schemas.openxmlformats.org/officeDocument/2006/relationships/image" Target="../media/image2811.png"/><Relationship Id="rId38" Type="http://schemas.openxmlformats.org/officeDocument/2006/relationships/customXml" Target="../ink/ink1131.xml"/><Relationship Id="rId46" Type="http://schemas.openxmlformats.org/officeDocument/2006/relationships/customXml" Target="../ink/ink1135.xml"/><Relationship Id="rId59" Type="http://schemas.openxmlformats.org/officeDocument/2006/relationships/image" Target="../media/image2940.png"/><Relationship Id="rId67" Type="http://schemas.openxmlformats.org/officeDocument/2006/relationships/image" Target="../media/image2980.png"/><Relationship Id="rId20" Type="http://schemas.openxmlformats.org/officeDocument/2006/relationships/customXml" Target="../ink/ink1122.xml"/><Relationship Id="rId41" Type="http://schemas.openxmlformats.org/officeDocument/2006/relationships/image" Target="../media/image2850.png"/><Relationship Id="rId54" Type="http://schemas.openxmlformats.org/officeDocument/2006/relationships/customXml" Target="../ink/ink1139.xml"/><Relationship Id="rId62" Type="http://schemas.openxmlformats.org/officeDocument/2006/relationships/customXml" Target="../ink/ink1143.xml"/><Relationship Id="rId70" Type="http://schemas.openxmlformats.org/officeDocument/2006/relationships/customXml" Target="../ink/ink1147.xml"/><Relationship Id="rId75" Type="http://schemas.openxmlformats.org/officeDocument/2006/relationships/image" Target="../media/image3020.png"/><Relationship Id="rId83" Type="http://schemas.openxmlformats.org/officeDocument/2006/relationships/image" Target="../media/image3060.png"/><Relationship Id="rId1" Type="http://schemas.openxmlformats.org/officeDocument/2006/relationships/slideLayout" Target="../slideLayouts/slideLayout7.xml"/><Relationship Id="rId6" Type="http://schemas.openxmlformats.org/officeDocument/2006/relationships/customXml" Target="../ink/ink1115.xml"/><Relationship Id="rId15" Type="http://schemas.openxmlformats.org/officeDocument/2006/relationships/image" Target="../media/image2720.png"/><Relationship Id="rId23" Type="http://schemas.openxmlformats.org/officeDocument/2006/relationships/image" Target="../media/image2760.png"/><Relationship Id="rId28" Type="http://schemas.openxmlformats.org/officeDocument/2006/relationships/customXml" Target="../ink/ink1126.xml"/><Relationship Id="rId36" Type="http://schemas.openxmlformats.org/officeDocument/2006/relationships/customXml" Target="../ink/ink1130.xml"/><Relationship Id="rId49" Type="http://schemas.openxmlformats.org/officeDocument/2006/relationships/image" Target="../media/image2890.png"/><Relationship Id="rId57" Type="http://schemas.openxmlformats.org/officeDocument/2006/relationships/image" Target="../media/image2930.png"/><Relationship Id="rId10" Type="http://schemas.openxmlformats.org/officeDocument/2006/relationships/customXml" Target="../ink/ink1117.xml"/><Relationship Id="rId31" Type="http://schemas.openxmlformats.org/officeDocument/2006/relationships/image" Target="../media/image2800.png"/><Relationship Id="rId44" Type="http://schemas.openxmlformats.org/officeDocument/2006/relationships/customXml" Target="../ink/ink1134.xml"/><Relationship Id="rId52" Type="http://schemas.openxmlformats.org/officeDocument/2006/relationships/customXml" Target="../ink/ink1138.xml"/><Relationship Id="rId60" Type="http://schemas.openxmlformats.org/officeDocument/2006/relationships/customXml" Target="../ink/ink1142.xml"/><Relationship Id="rId65" Type="http://schemas.openxmlformats.org/officeDocument/2006/relationships/image" Target="../media/image2970.png"/><Relationship Id="rId73" Type="http://schemas.openxmlformats.org/officeDocument/2006/relationships/image" Target="../media/image3011.png"/><Relationship Id="rId78" Type="http://schemas.openxmlformats.org/officeDocument/2006/relationships/customXml" Target="../ink/ink1151.xml"/><Relationship Id="rId81" Type="http://schemas.openxmlformats.org/officeDocument/2006/relationships/image" Target="../media/image3050.png"/><Relationship Id="rId86" Type="http://schemas.openxmlformats.org/officeDocument/2006/relationships/customXml" Target="../ink/ink1155.xml"/><Relationship Id="rId4" Type="http://schemas.openxmlformats.org/officeDocument/2006/relationships/customXml" Target="../ink/ink1114.xml"/><Relationship Id="rId9" Type="http://schemas.openxmlformats.org/officeDocument/2006/relationships/image" Target="../media/image2690.png"/><Relationship Id="rId13" Type="http://schemas.openxmlformats.org/officeDocument/2006/relationships/image" Target="../media/image2711.png"/><Relationship Id="rId18" Type="http://schemas.openxmlformats.org/officeDocument/2006/relationships/customXml" Target="../ink/ink1121.xml"/><Relationship Id="rId39" Type="http://schemas.openxmlformats.org/officeDocument/2006/relationships/image" Target="../media/image2840.png"/><Relationship Id="rId34" Type="http://schemas.openxmlformats.org/officeDocument/2006/relationships/customXml" Target="../ink/ink1129.xml"/><Relationship Id="rId50" Type="http://schemas.openxmlformats.org/officeDocument/2006/relationships/customXml" Target="../ink/ink1137.xml"/><Relationship Id="rId55" Type="http://schemas.openxmlformats.org/officeDocument/2006/relationships/image" Target="../media/image2920.png"/><Relationship Id="rId76" Type="http://schemas.openxmlformats.org/officeDocument/2006/relationships/customXml" Target="../ink/ink1150.xml"/><Relationship Id="rId7" Type="http://schemas.openxmlformats.org/officeDocument/2006/relationships/image" Target="../media/image2680.png"/><Relationship Id="rId71" Type="http://schemas.openxmlformats.org/officeDocument/2006/relationships/image" Target="../media/image3000.png"/><Relationship Id="rId2" Type="http://schemas.openxmlformats.org/officeDocument/2006/relationships/customXml" Target="../ink/ink1113.xml"/><Relationship Id="rId29" Type="http://schemas.openxmlformats.org/officeDocument/2006/relationships/image" Target="../media/image2790.png"/><Relationship Id="rId24" Type="http://schemas.openxmlformats.org/officeDocument/2006/relationships/customXml" Target="../ink/ink1124.xml"/><Relationship Id="rId40" Type="http://schemas.openxmlformats.org/officeDocument/2006/relationships/customXml" Target="../ink/ink1132.xml"/><Relationship Id="rId45" Type="http://schemas.openxmlformats.org/officeDocument/2006/relationships/image" Target="../media/image2870.png"/><Relationship Id="rId66" Type="http://schemas.openxmlformats.org/officeDocument/2006/relationships/customXml" Target="../ink/ink1145.xml"/><Relationship Id="rId87" Type="http://schemas.openxmlformats.org/officeDocument/2006/relationships/image" Target="../media/image3080.png"/><Relationship Id="rId61" Type="http://schemas.openxmlformats.org/officeDocument/2006/relationships/image" Target="../media/image2950.png"/><Relationship Id="rId82" Type="http://schemas.openxmlformats.org/officeDocument/2006/relationships/customXml" Target="../ink/ink1153.xml"/></Relationships>
</file>

<file path=ppt/slides/_rels/slide26.xml.rels><?xml version="1.0" encoding="UTF-8" standalone="yes"?>
<Relationships xmlns="http://schemas.openxmlformats.org/package/2006/relationships"><Relationship Id="rId117" Type="http://schemas.openxmlformats.org/officeDocument/2006/relationships/image" Target="../media/image3390.png"/><Relationship Id="rId21" Type="http://schemas.openxmlformats.org/officeDocument/2006/relationships/image" Target="../media/image2870.png"/><Relationship Id="rId63" Type="http://schemas.openxmlformats.org/officeDocument/2006/relationships/image" Target="../media/image3120.png"/><Relationship Id="rId159" Type="http://schemas.openxmlformats.org/officeDocument/2006/relationships/image" Target="../media/image3600.png"/><Relationship Id="rId170" Type="http://schemas.openxmlformats.org/officeDocument/2006/relationships/customXml" Target="../ink/ink1240.xml"/><Relationship Id="rId191" Type="http://schemas.openxmlformats.org/officeDocument/2006/relationships/image" Target="../media/image3760.png"/><Relationship Id="rId205" Type="http://schemas.openxmlformats.org/officeDocument/2006/relationships/image" Target="../media/image3830.png"/><Relationship Id="rId226" Type="http://schemas.openxmlformats.org/officeDocument/2006/relationships/customXml" Target="../ink/ink1268.xml"/><Relationship Id="rId247" Type="http://schemas.openxmlformats.org/officeDocument/2006/relationships/image" Target="../media/image4040.png"/><Relationship Id="rId107" Type="http://schemas.openxmlformats.org/officeDocument/2006/relationships/image" Target="../media/image3340.png"/><Relationship Id="rId11" Type="http://schemas.openxmlformats.org/officeDocument/2006/relationships/image" Target="../media/image2820.png"/><Relationship Id="rId32" Type="http://schemas.openxmlformats.org/officeDocument/2006/relationships/customXml" Target="../ink/ink1171.xml"/><Relationship Id="rId53" Type="http://schemas.openxmlformats.org/officeDocument/2006/relationships/image" Target="../media/image3030.png"/><Relationship Id="rId74" Type="http://schemas.openxmlformats.org/officeDocument/2006/relationships/customXml" Target="../ink/ink1192.xml"/><Relationship Id="rId128" Type="http://schemas.openxmlformats.org/officeDocument/2006/relationships/customXml" Target="../ink/ink1219.xml"/><Relationship Id="rId149" Type="http://schemas.openxmlformats.org/officeDocument/2006/relationships/image" Target="../media/image3550.png"/><Relationship Id="rId5" Type="http://schemas.openxmlformats.org/officeDocument/2006/relationships/image" Target="../media/image2790.png"/><Relationship Id="rId95" Type="http://schemas.openxmlformats.org/officeDocument/2006/relationships/image" Target="../media/image3280.png"/><Relationship Id="rId160" Type="http://schemas.openxmlformats.org/officeDocument/2006/relationships/customXml" Target="../ink/ink1235.xml"/><Relationship Id="rId181" Type="http://schemas.openxmlformats.org/officeDocument/2006/relationships/image" Target="../media/image3711.png"/><Relationship Id="rId216" Type="http://schemas.openxmlformats.org/officeDocument/2006/relationships/customXml" Target="../ink/ink1263.xml"/><Relationship Id="rId237" Type="http://schemas.openxmlformats.org/officeDocument/2006/relationships/image" Target="../media/image3990.png"/><Relationship Id="rId258" Type="http://schemas.openxmlformats.org/officeDocument/2006/relationships/customXml" Target="../ink/ink1284.xml"/><Relationship Id="rId22" Type="http://schemas.openxmlformats.org/officeDocument/2006/relationships/customXml" Target="../ink/ink1166.xml"/><Relationship Id="rId43" Type="http://schemas.openxmlformats.org/officeDocument/2006/relationships/image" Target="../media/image2980.png"/><Relationship Id="rId64" Type="http://schemas.openxmlformats.org/officeDocument/2006/relationships/customXml" Target="../ink/ink1187.xml"/><Relationship Id="rId118" Type="http://schemas.openxmlformats.org/officeDocument/2006/relationships/customXml" Target="../ink/ink1214.xml"/><Relationship Id="rId139" Type="http://schemas.openxmlformats.org/officeDocument/2006/relationships/image" Target="../media/image3500.png"/><Relationship Id="rId85" Type="http://schemas.openxmlformats.org/officeDocument/2006/relationships/image" Target="../media/image3230.png"/><Relationship Id="rId150" Type="http://schemas.openxmlformats.org/officeDocument/2006/relationships/customXml" Target="../ink/ink1230.xml"/><Relationship Id="rId171" Type="http://schemas.openxmlformats.org/officeDocument/2006/relationships/image" Target="../media/image3660.png"/><Relationship Id="rId192" Type="http://schemas.openxmlformats.org/officeDocument/2006/relationships/customXml" Target="../ink/ink1251.xml"/><Relationship Id="rId206" Type="http://schemas.openxmlformats.org/officeDocument/2006/relationships/customXml" Target="../ink/ink1258.xml"/><Relationship Id="rId227" Type="http://schemas.openxmlformats.org/officeDocument/2006/relationships/image" Target="../media/image3940.png"/><Relationship Id="rId248" Type="http://schemas.openxmlformats.org/officeDocument/2006/relationships/customXml" Target="../ink/ink1279.xml"/><Relationship Id="rId12" Type="http://schemas.openxmlformats.org/officeDocument/2006/relationships/customXml" Target="../ink/ink1161.xml"/><Relationship Id="rId33" Type="http://schemas.openxmlformats.org/officeDocument/2006/relationships/image" Target="../media/image2930.png"/><Relationship Id="rId108" Type="http://schemas.openxmlformats.org/officeDocument/2006/relationships/customXml" Target="../ink/ink1209.xml"/><Relationship Id="rId129" Type="http://schemas.openxmlformats.org/officeDocument/2006/relationships/image" Target="../media/image3450.png"/><Relationship Id="rId54" Type="http://schemas.openxmlformats.org/officeDocument/2006/relationships/customXml" Target="../ink/ink1182.xml"/><Relationship Id="rId75" Type="http://schemas.openxmlformats.org/officeDocument/2006/relationships/image" Target="../media/image3180.png"/><Relationship Id="rId96" Type="http://schemas.openxmlformats.org/officeDocument/2006/relationships/customXml" Target="../ink/ink1203.xml"/><Relationship Id="rId140" Type="http://schemas.openxmlformats.org/officeDocument/2006/relationships/customXml" Target="../ink/ink1225.xml"/><Relationship Id="rId161" Type="http://schemas.openxmlformats.org/officeDocument/2006/relationships/image" Target="../media/image3611.png"/><Relationship Id="rId182" Type="http://schemas.openxmlformats.org/officeDocument/2006/relationships/customXml" Target="../ink/ink1246.xml"/><Relationship Id="rId217" Type="http://schemas.openxmlformats.org/officeDocument/2006/relationships/image" Target="../media/image3890.png"/><Relationship Id="rId6" Type="http://schemas.openxmlformats.org/officeDocument/2006/relationships/customXml" Target="../ink/ink1158.xml"/><Relationship Id="rId238" Type="http://schemas.openxmlformats.org/officeDocument/2006/relationships/customXml" Target="../ink/ink1274.xml"/><Relationship Id="rId259" Type="http://schemas.openxmlformats.org/officeDocument/2006/relationships/image" Target="../media/image4101.png"/><Relationship Id="rId23" Type="http://schemas.openxmlformats.org/officeDocument/2006/relationships/image" Target="../media/image2880.png"/><Relationship Id="rId119" Type="http://schemas.openxmlformats.org/officeDocument/2006/relationships/image" Target="../media/image3400.png"/><Relationship Id="rId44" Type="http://schemas.openxmlformats.org/officeDocument/2006/relationships/customXml" Target="../ink/ink1177.xml"/><Relationship Id="rId65" Type="http://schemas.openxmlformats.org/officeDocument/2006/relationships/image" Target="../media/image3130.png"/><Relationship Id="rId86" Type="http://schemas.openxmlformats.org/officeDocument/2006/relationships/customXml" Target="../ink/ink1198.xml"/><Relationship Id="rId130" Type="http://schemas.openxmlformats.org/officeDocument/2006/relationships/customXml" Target="../ink/ink1220.xml"/><Relationship Id="rId151" Type="http://schemas.openxmlformats.org/officeDocument/2006/relationships/image" Target="../media/image3560.png"/><Relationship Id="rId172" Type="http://schemas.openxmlformats.org/officeDocument/2006/relationships/customXml" Target="../ink/ink1241.xml"/><Relationship Id="rId193" Type="http://schemas.openxmlformats.org/officeDocument/2006/relationships/image" Target="../media/image3770.png"/><Relationship Id="rId207" Type="http://schemas.openxmlformats.org/officeDocument/2006/relationships/image" Target="../media/image3840.png"/><Relationship Id="rId228" Type="http://schemas.openxmlformats.org/officeDocument/2006/relationships/customXml" Target="../ink/ink1269.xml"/><Relationship Id="rId249" Type="http://schemas.openxmlformats.org/officeDocument/2006/relationships/image" Target="../media/image4050.png"/><Relationship Id="rId13" Type="http://schemas.openxmlformats.org/officeDocument/2006/relationships/image" Target="../media/image2830.png"/><Relationship Id="rId109" Type="http://schemas.openxmlformats.org/officeDocument/2006/relationships/image" Target="../media/image3350.png"/><Relationship Id="rId260" Type="http://schemas.openxmlformats.org/officeDocument/2006/relationships/customXml" Target="../ink/ink1285.xml"/><Relationship Id="rId34" Type="http://schemas.openxmlformats.org/officeDocument/2006/relationships/customXml" Target="../ink/ink1172.xml"/><Relationship Id="rId55" Type="http://schemas.openxmlformats.org/officeDocument/2006/relationships/image" Target="../media/image3040.png"/><Relationship Id="rId76" Type="http://schemas.openxmlformats.org/officeDocument/2006/relationships/customXml" Target="../ink/ink1193.xml"/><Relationship Id="rId97" Type="http://schemas.openxmlformats.org/officeDocument/2006/relationships/image" Target="../media/image3290.png"/><Relationship Id="rId120" Type="http://schemas.openxmlformats.org/officeDocument/2006/relationships/customXml" Target="../ink/ink1215.xml"/><Relationship Id="rId141" Type="http://schemas.openxmlformats.org/officeDocument/2006/relationships/image" Target="../media/image3511.png"/><Relationship Id="rId7" Type="http://schemas.openxmlformats.org/officeDocument/2006/relationships/image" Target="../media/image2800.png"/><Relationship Id="rId162" Type="http://schemas.openxmlformats.org/officeDocument/2006/relationships/customXml" Target="../ink/ink1236.xml"/><Relationship Id="rId183" Type="http://schemas.openxmlformats.org/officeDocument/2006/relationships/image" Target="../media/image3720.png"/><Relationship Id="rId218" Type="http://schemas.openxmlformats.org/officeDocument/2006/relationships/customXml" Target="../ink/ink1264.xml"/><Relationship Id="rId239" Type="http://schemas.openxmlformats.org/officeDocument/2006/relationships/image" Target="../media/image4000.png"/><Relationship Id="rId250" Type="http://schemas.openxmlformats.org/officeDocument/2006/relationships/customXml" Target="../ink/ink1280.xml"/><Relationship Id="rId24" Type="http://schemas.openxmlformats.org/officeDocument/2006/relationships/customXml" Target="../ink/ink1167.xml"/><Relationship Id="rId45" Type="http://schemas.openxmlformats.org/officeDocument/2006/relationships/image" Target="../media/image2990.png"/><Relationship Id="rId66" Type="http://schemas.openxmlformats.org/officeDocument/2006/relationships/customXml" Target="../ink/ink1188.xml"/><Relationship Id="rId87" Type="http://schemas.openxmlformats.org/officeDocument/2006/relationships/image" Target="../media/image3240.png"/><Relationship Id="rId110" Type="http://schemas.openxmlformats.org/officeDocument/2006/relationships/customXml" Target="../ink/ink1210.xml"/><Relationship Id="rId131" Type="http://schemas.openxmlformats.org/officeDocument/2006/relationships/image" Target="../media/image3460.png"/><Relationship Id="rId152" Type="http://schemas.openxmlformats.org/officeDocument/2006/relationships/customXml" Target="../ink/ink1231.xml"/><Relationship Id="rId173" Type="http://schemas.openxmlformats.org/officeDocument/2006/relationships/image" Target="../media/image3670.png"/><Relationship Id="rId194" Type="http://schemas.openxmlformats.org/officeDocument/2006/relationships/customXml" Target="../ink/ink1252.xml"/><Relationship Id="rId208" Type="http://schemas.openxmlformats.org/officeDocument/2006/relationships/customXml" Target="../ink/ink1259.xml"/><Relationship Id="rId229" Type="http://schemas.openxmlformats.org/officeDocument/2006/relationships/image" Target="../media/image3950.png"/><Relationship Id="rId240" Type="http://schemas.openxmlformats.org/officeDocument/2006/relationships/customXml" Target="../ink/ink1275.xml"/><Relationship Id="rId261" Type="http://schemas.openxmlformats.org/officeDocument/2006/relationships/image" Target="../media/image4111.png"/><Relationship Id="rId14" Type="http://schemas.openxmlformats.org/officeDocument/2006/relationships/customXml" Target="../ink/ink1162.xml"/><Relationship Id="rId35" Type="http://schemas.openxmlformats.org/officeDocument/2006/relationships/image" Target="../media/image2940.png"/><Relationship Id="rId56" Type="http://schemas.openxmlformats.org/officeDocument/2006/relationships/customXml" Target="../ink/ink1183.xml"/><Relationship Id="rId77" Type="http://schemas.openxmlformats.org/officeDocument/2006/relationships/image" Target="../media/image3190.png"/><Relationship Id="rId100" Type="http://schemas.openxmlformats.org/officeDocument/2006/relationships/customXml" Target="../ink/ink1205.xml"/><Relationship Id="rId8" Type="http://schemas.openxmlformats.org/officeDocument/2006/relationships/customXml" Target="../ink/ink1159.xml"/><Relationship Id="rId98" Type="http://schemas.openxmlformats.org/officeDocument/2006/relationships/customXml" Target="../ink/ink1204.xml"/><Relationship Id="rId121" Type="http://schemas.openxmlformats.org/officeDocument/2006/relationships/image" Target="../media/image3411.png"/><Relationship Id="rId142" Type="http://schemas.openxmlformats.org/officeDocument/2006/relationships/customXml" Target="../ink/ink1226.xml"/><Relationship Id="rId163" Type="http://schemas.openxmlformats.org/officeDocument/2006/relationships/image" Target="../media/image3620.png"/><Relationship Id="rId184" Type="http://schemas.openxmlformats.org/officeDocument/2006/relationships/customXml" Target="../ink/ink1247.xml"/><Relationship Id="rId219" Type="http://schemas.openxmlformats.org/officeDocument/2006/relationships/image" Target="../media/image3900.png"/><Relationship Id="rId230" Type="http://schemas.openxmlformats.org/officeDocument/2006/relationships/customXml" Target="../ink/ink1270.xml"/><Relationship Id="rId251" Type="http://schemas.openxmlformats.org/officeDocument/2006/relationships/image" Target="../media/image4060.png"/><Relationship Id="rId25" Type="http://schemas.openxmlformats.org/officeDocument/2006/relationships/image" Target="../media/image2890.png"/><Relationship Id="rId46" Type="http://schemas.openxmlformats.org/officeDocument/2006/relationships/customXml" Target="../ink/ink1178.xml"/><Relationship Id="rId67" Type="http://schemas.openxmlformats.org/officeDocument/2006/relationships/image" Target="../media/image3140.png"/><Relationship Id="rId88" Type="http://schemas.openxmlformats.org/officeDocument/2006/relationships/customXml" Target="../ink/ink1199.xml"/><Relationship Id="rId111" Type="http://schemas.openxmlformats.org/officeDocument/2006/relationships/image" Target="../media/image3360.png"/><Relationship Id="rId132" Type="http://schemas.openxmlformats.org/officeDocument/2006/relationships/customXml" Target="../ink/ink1221.xml"/><Relationship Id="rId153" Type="http://schemas.openxmlformats.org/officeDocument/2006/relationships/image" Target="../media/image3570.png"/><Relationship Id="rId174" Type="http://schemas.openxmlformats.org/officeDocument/2006/relationships/customXml" Target="../ink/ink1242.xml"/><Relationship Id="rId195" Type="http://schemas.openxmlformats.org/officeDocument/2006/relationships/image" Target="../media/image3780.png"/><Relationship Id="rId209" Type="http://schemas.openxmlformats.org/officeDocument/2006/relationships/image" Target="../media/image3850.png"/><Relationship Id="rId220" Type="http://schemas.openxmlformats.org/officeDocument/2006/relationships/customXml" Target="../ink/ink1265.xml"/><Relationship Id="rId241" Type="http://schemas.openxmlformats.org/officeDocument/2006/relationships/image" Target="../media/image4011.png"/><Relationship Id="rId15" Type="http://schemas.openxmlformats.org/officeDocument/2006/relationships/image" Target="../media/image2840.png"/><Relationship Id="rId36" Type="http://schemas.openxmlformats.org/officeDocument/2006/relationships/customXml" Target="../ink/ink1173.xml"/><Relationship Id="rId57" Type="http://schemas.openxmlformats.org/officeDocument/2006/relationships/image" Target="../media/image3050.png"/><Relationship Id="rId262" Type="http://schemas.openxmlformats.org/officeDocument/2006/relationships/customXml" Target="../ink/ink1286.xml"/><Relationship Id="rId78" Type="http://schemas.openxmlformats.org/officeDocument/2006/relationships/customXml" Target="../ink/ink1194.xml"/><Relationship Id="rId99" Type="http://schemas.openxmlformats.org/officeDocument/2006/relationships/image" Target="../media/image3300.png"/><Relationship Id="rId101" Type="http://schemas.openxmlformats.org/officeDocument/2006/relationships/image" Target="../media/image3311.png"/><Relationship Id="rId122" Type="http://schemas.openxmlformats.org/officeDocument/2006/relationships/customXml" Target="../ink/ink1216.xml"/><Relationship Id="rId143" Type="http://schemas.openxmlformats.org/officeDocument/2006/relationships/image" Target="../media/image3520.png"/><Relationship Id="rId164" Type="http://schemas.openxmlformats.org/officeDocument/2006/relationships/customXml" Target="../ink/ink1237.xml"/><Relationship Id="rId185" Type="http://schemas.openxmlformats.org/officeDocument/2006/relationships/image" Target="../media/image3730.png"/><Relationship Id="rId9" Type="http://schemas.openxmlformats.org/officeDocument/2006/relationships/image" Target="../media/image2811.png"/><Relationship Id="rId210" Type="http://schemas.openxmlformats.org/officeDocument/2006/relationships/customXml" Target="../ink/ink1260.xml"/><Relationship Id="rId26" Type="http://schemas.openxmlformats.org/officeDocument/2006/relationships/customXml" Target="../ink/ink1168.xml"/><Relationship Id="rId231" Type="http://schemas.openxmlformats.org/officeDocument/2006/relationships/image" Target="../media/image3960.png"/><Relationship Id="rId252" Type="http://schemas.openxmlformats.org/officeDocument/2006/relationships/customXml" Target="../ink/ink1281.xml"/><Relationship Id="rId47" Type="http://schemas.openxmlformats.org/officeDocument/2006/relationships/image" Target="../media/image3000.png"/><Relationship Id="rId68" Type="http://schemas.openxmlformats.org/officeDocument/2006/relationships/customXml" Target="../ink/ink1189.xml"/><Relationship Id="rId89" Type="http://schemas.openxmlformats.org/officeDocument/2006/relationships/image" Target="../media/image3250.png"/><Relationship Id="rId112" Type="http://schemas.openxmlformats.org/officeDocument/2006/relationships/customXml" Target="../ink/ink1211.xml"/><Relationship Id="rId133" Type="http://schemas.openxmlformats.org/officeDocument/2006/relationships/image" Target="../media/image3470.png"/><Relationship Id="rId154" Type="http://schemas.openxmlformats.org/officeDocument/2006/relationships/customXml" Target="../ink/ink1232.xml"/><Relationship Id="rId175" Type="http://schemas.openxmlformats.org/officeDocument/2006/relationships/image" Target="../media/image3680.png"/><Relationship Id="rId196" Type="http://schemas.openxmlformats.org/officeDocument/2006/relationships/customXml" Target="../ink/ink1253.xml"/><Relationship Id="rId200" Type="http://schemas.openxmlformats.org/officeDocument/2006/relationships/customXml" Target="../ink/ink1255.xml"/><Relationship Id="rId16" Type="http://schemas.openxmlformats.org/officeDocument/2006/relationships/customXml" Target="../ink/ink1163.xml"/><Relationship Id="rId221" Type="http://schemas.openxmlformats.org/officeDocument/2006/relationships/image" Target="../media/image3911.png"/><Relationship Id="rId242" Type="http://schemas.openxmlformats.org/officeDocument/2006/relationships/customXml" Target="../ink/ink1276.xml"/><Relationship Id="rId263" Type="http://schemas.openxmlformats.org/officeDocument/2006/relationships/image" Target="../media/image4120.png"/><Relationship Id="rId37" Type="http://schemas.openxmlformats.org/officeDocument/2006/relationships/image" Target="../media/image2950.png"/><Relationship Id="rId58" Type="http://schemas.openxmlformats.org/officeDocument/2006/relationships/customXml" Target="../ink/ink1184.xml"/><Relationship Id="rId79" Type="http://schemas.openxmlformats.org/officeDocument/2006/relationships/image" Target="../media/image3200.png"/><Relationship Id="rId102" Type="http://schemas.openxmlformats.org/officeDocument/2006/relationships/customXml" Target="../ink/ink1206.xml"/><Relationship Id="rId123" Type="http://schemas.openxmlformats.org/officeDocument/2006/relationships/image" Target="../media/image3420.png"/><Relationship Id="rId144" Type="http://schemas.openxmlformats.org/officeDocument/2006/relationships/customXml" Target="../ink/ink1227.xml"/><Relationship Id="rId90" Type="http://schemas.openxmlformats.org/officeDocument/2006/relationships/customXml" Target="../ink/ink1200.xml"/><Relationship Id="rId165" Type="http://schemas.openxmlformats.org/officeDocument/2006/relationships/image" Target="../media/image3630.png"/><Relationship Id="rId186" Type="http://schemas.openxmlformats.org/officeDocument/2006/relationships/customXml" Target="../ink/ink1248.xml"/><Relationship Id="rId211" Type="http://schemas.openxmlformats.org/officeDocument/2006/relationships/image" Target="../media/image3860.png"/><Relationship Id="rId232" Type="http://schemas.openxmlformats.org/officeDocument/2006/relationships/customXml" Target="../ink/ink1271.xml"/><Relationship Id="rId253" Type="http://schemas.openxmlformats.org/officeDocument/2006/relationships/image" Target="../media/image4070.png"/><Relationship Id="rId27" Type="http://schemas.openxmlformats.org/officeDocument/2006/relationships/image" Target="../media/image2900.png"/><Relationship Id="rId48" Type="http://schemas.openxmlformats.org/officeDocument/2006/relationships/customXml" Target="../ink/ink1179.xml"/><Relationship Id="rId69" Type="http://schemas.openxmlformats.org/officeDocument/2006/relationships/image" Target="../media/image3150.png"/><Relationship Id="rId113" Type="http://schemas.openxmlformats.org/officeDocument/2006/relationships/image" Target="../media/image3370.png"/><Relationship Id="rId134" Type="http://schemas.openxmlformats.org/officeDocument/2006/relationships/customXml" Target="../ink/ink1222.xml"/><Relationship Id="rId80" Type="http://schemas.openxmlformats.org/officeDocument/2006/relationships/customXml" Target="../ink/ink1195.xml"/><Relationship Id="rId155" Type="http://schemas.openxmlformats.org/officeDocument/2006/relationships/image" Target="../media/image3580.png"/><Relationship Id="rId176" Type="http://schemas.openxmlformats.org/officeDocument/2006/relationships/customXml" Target="../ink/ink1243.xml"/><Relationship Id="rId197" Type="http://schemas.openxmlformats.org/officeDocument/2006/relationships/image" Target="../media/image3790.png"/><Relationship Id="rId201" Type="http://schemas.openxmlformats.org/officeDocument/2006/relationships/image" Target="../media/image3811.png"/><Relationship Id="rId222" Type="http://schemas.openxmlformats.org/officeDocument/2006/relationships/customXml" Target="../ink/ink1266.xml"/><Relationship Id="rId243" Type="http://schemas.openxmlformats.org/officeDocument/2006/relationships/image" Target="../media/image4020.png"/><Relationship Id="rId17" Type="http://schemas.openxmlformats.org/officeDocument/2006/relationships/image" Target="../media/image2850.png"/><Relationship Id="rId38" Type="http://schemas.openxmlformats.org/officeDocument/2006/relationships/customXml" Target="../ink/ink1174.xml"/><Relationship Id="rId59" Type="http://schemas.openxmlformats.org/officeDocument/2006/relationships/image" Target="../media/image3101.png"/><Relationship Id="rId103" Type="http://schemas.openxmlformats.org/officeDocument/2006/relationships/image" Target="../media/image3320.png"/><Relationship Id="rId124" Type="http://schemas.openxmlformats.org/officeDocument/2006/relationships/customXml" Target="../ink/ink1217.xml"/><Relationship Id="rId70" Type="http://schemas.openxmlformats.org/officeDocument/2006/relationships/customXml" Target="../ink/ink1190.xml"/><Relationship Id="rId91" Type="http://schemas.openxmlformats.org/officeDocument/2006/relationships/image" Target="../media/image3260.png"/><Relationship Id="rId145" Type="http://schemas.openxmlformats.org/officeDocument/2006/relationships/image" Target="../media/image3530.png"/><Relationship Id="rId166" Type="http://schemas.openxmlformats.org/officeDocument/2006/relationships/customXml" Target="../ink/ink1238.xml"/><Relationship Id="rId187" Type="http://schemas.openxmlformats.org/officeDocument/2006/relationships/image" Target="../media/image3740.png"/><Relationship Id="rId1" Type="http://schemas.openxmlformats.org/officeDocument/2006/relationships/slideLayout" Target="../slideLayouts/slideLayout7.xml"/><Relationship Id="rId212" Type="http://schemas.openxmlformats.org/officeDocument/2006/relationships/customXml" Target="../ink/ink1261.xml"/><Relationship Id="rId233" Type="http://schemas.openxmlformats.org/officeDocument/2006/relationships/image" Target="../media/image3970.png"/><Relationship Id="rId254" Type="http://schemas.openxmlformats.org/officeDocument/2006/relationships/customXml" Target="../ink/ink1282.xml"/><Relationship Id="rId28" Type="http://schemas.openxmlformats.org/officeDocument/2006/relationships/customXml" Target="../ink/ink1169.xml"/><Relationship Id="rId49" Type="http://schemas.openxmlformats.org/officeDocument/2006/relationships/image" Target="../media/image3011.png"/><Relationship Id="rId114" Type="http://schemas.openxmlformats.org/officeDocument/2006/relationships/customXml" Target="../ink/ink1212.xml"/><Relationship Id="rId60" Type="http://schemas.openxmlformats.org/officeDocument/2006/relationships/customXml" Target="../ink/ink1185.xml"/><Relationship Id="rId81" Type="http://schemas.openxmlformats.org/officeDocument/2006/relationships/image" Target="../media/image3211.png"/><Relationship Id="rId135" Type="http://schemas.openxmlformats.org/officeDocument/2006/relationships/image" Target="../media/image3480.png"/><Relationship Id="rId156" Type="http://schemas.openxmlformats.org/officeDocument/2006/relationships/customXml" Target="../ink/ink1233.xml"/><Relationship Id="rId177" Type="http://schemas.openxmlformats.org/officeDocument/2006/relationships/image" Target="../media/image3690.png"/><Relationship Id="rId198" Type="http://schemas.openxmlformats.org/officeDocument/2006/relationships/customXml" Target="../ink/ink1254.xml"/><Relationship Id="rId202" Type="http://schemas.openxmlformats.org/officeDocument/2006/relationships/customXml" Target="../ink/ink1256.xml"/><Relationship Id="rId223" Type="http://schemas.openxmlformats.org/officeDocument/2006/relationships/image" Target="../media/image3920.png"/><Relationship Id="rId244" Type="http://schemas.openxmlformats.org/officeDocument/2006/relationships/customXml" Target="../ink/ink1277.xml"/><Relationship Id="rId18" Type="http://schemas.openxmlformats.org/officeDocument/2006/relationships/customXml" Target="../ink/ink1164.xml"/><Relationship Id="rId39" Type="http://schemas.openxmlformats.org/officeDocument/2006/relationships/image" Target="../media/image2960.png"/><Relationship Id="rId50" Type="http://schemas.openxmlformats.org/officeDocument/2006/relationships/customXml" Target="../ink/ink1180.xml"/><Relationship Id="rId104" Type="http://schemas.openxmlformats.org/officeDocument/2006/relationships/customXml" Target="../ink/ink1207.xml"/><Relationship Id="rId125" Type="http://schemas.openxmlformats.org/officeDocument/2006/relationships/image" Target="../media/image3430.png"/><Relationship Id="rId146" Type="http://schemas.openxmlformats.org/officeDocument/2006/relationships/customXml" Target="../ink/ink1228.xml"/><Relationship Id="rId167" Type="http://schemas.openxmlformats.org/officeDocument/2006/relationships/image" Target="../media/image3640.png"/><Relationship Id="rId188" Type="http://schemas.openxmlformats.org/officeDocument/2006/relationships/customXml" Target="../ink/ink1249.xml"/><Relationship Id="rId71" Type="http://schemas.openxmlformats.org/officeDocument/2006/relationships/image" Target="../media/image3160.png"/><Relationship Id="rId92" Type="http://schemas.openxmlformats.org/officeDocument/2006/relationships/customXml" Target="../ink/ink1201.xml"/><Relationship Id="rId213" Type="http://schemas.openxmlformats.org/officeDocument/2006/relationships/image" Target="../media/image3870.png"/><Relationship Id="rId234" Type="http://schemas.openxmlformats.org/officeDocument/2006/relationships/customXml" Target="../ink/ink1272.xml"/><Relationship Id="rId2" Type="http://schemas.openxmlformats.org/officeDocument/2006/relationships/customXml" Target="../ink/ink1156.xml"/><Relationship Id="rId29" Type="http://schemas.openxmlformats.org/officeDocument/2006/relationships/image" Target="../media/image2911.png"/><Relationship Id="rId255" Type="http://schemas.openxmlformats.org/officeDocument/2006/relationships/image" Target="../media/image4080.png"/><Relationship Id="rId40" Type="http://schemas.openxmlformats.org/officeDocument/2006/relationships/customXml" Target="../ink/ink1175.xml"/><Relationship Id="rId115" Type="http://schemas.openxmlformats.org/officeDocument/2006/relationships/image" Target="../media/image3380.png"/><Relationship Id="rId136" Type="http://schemas.openxmlformats.org/officeDocument/2006/relationships/customXml" Target="../ink/ink1223.xml"/><Relationship Id="rId157" Type="http://schemas.openxmlformats.org/officeDocument/2006/relationships/image" Target="../media/image3590.png"/><Relationship Id="rId178" Type="http://schemas.openxmlformats.org/officeDocument/2006/relationships/customXml" Target="../ink/ink1244.xml"/><Relationship Id="rId61" Type="http://schemas.openxmlformats.org/officeDocument/2006/relationships/image" Target="../media/image3111.png"/><Relationship Id="rId82" Type="http://schemas.openxmlformats.org/officeDocument/2006/relationships/customXml" Target="../ink/ink1196.xml"/><Relationship Id="rId199" Type="http://schemas.openxmlformats.org/officeDocument/2006/relationships/image" Target="../media/image3800.png"/><Relationship Id="rId203" Type="http://schemas.openxmlformats.org/officeDocument/2006/relationships/image" Target="../media/image3820.png"/><Relationship Id="rId19" Type="http://schemas.openxmlformats.org/officeDocument/2006/relationships/image" Target="../media/image2860.png"/><Relationship Id="rId224" Type="http://schemas.openxmlformats.org/officeDocument/2006/relationships/customXml" Target="../ink/ink1267.xml"/><Relationship Id="rId245" Type="http://schemas.openxmlformats.org/officeDocument/2006/relationships/image" Target="../media/image4030.png"/><Relationship Id="rId30" Type="http://schemas.openxmlformats.org/officeDocument/2006/relationships/customXml" Target="../ink/ink1170.xml"/><Relationship Id="rId105" Type="http://schemas.openxmlformats.org/officeDocument/2006/relationships/image" Target="../media/image3330.png"/><Relationship Id="rId126" Type="http://schemas.openxmlformats.org/officeDocument/2006/relationships/customXml" Target="../ink/ink1218.xml"/><Relationship Id="rId147" Type="http://schemas.openxmlformats.org/officeDocument/2006/relationships/image" Target="../media/image3540.png"/><Relationship Id="rId168" Type="http://schemas.openxmlformats.org/officeDocument/2006/relationships/customXml" Target="../ink/ink1239.xml"/><Relationship Id="rId51" Type="http://schemas.openxmlformats.org/officeDocument/2006/relationships/image" Target="../media/image3020.png"/><Relationship Id="rId72" Type="http://schemas.openxmlformats.org/officeDocument/2006/relationships/customXml" Target="../ink/ink1191.xml"/><Relationship Id="rId93" Type="http://schemas.openxmlformats.org/officeDocument/2006/relationships/image" Target="../media/image3270.png"/><Relationship Id="rId189" Type="http://schemas.openxmlformats.org/officeDocument/2006/relationships/image" Target="../media/image3750.png"/><Relationship Id="rId3" Type="http://schemas.openxmlformats.org/officeDocument/2006/relationships/image" Target="../media/image3090.png"/><Relationship Id="rId214" Type="http://schemas.openxmlformats.org/officeDocument/2006/relationships/customXml" Target="../ink/ink1262.xml"/><Relationship Id="rId235" Type="http://schemas.openxmlformats.org/officeDocument/2006/relationships/image" Target="../media/image3980.png"/><Relationship Id="rId256" Type="http://schemas.openxmlformats.org/officeDocument/2006/relationships/customXml" Target="../ink/ink1283.xml"/><Relationship Id="rId116" Type="http://schemas.openxmlformats.org/officeDocument/2006/relationships/customXml" Target="../ink/ink1213.xml"/><Relationship Id="rId137" Type="http://schemas.openxmlformats.org/officeDocument/2006/relationships/image" Target="../media/image3490.png"/><Relationship Id="rId158" Type="http://schemas.openxmlformats.org/officeDocument/2006/relationships/customXml" Target="../ink/ink1234.xml"/><Relationship Id="rId20" Type="http://schemas.openxmlformats.org/officeDocument/2006/relationships/customXml" Target="../ink/ink1165.xml"/><Relationship Id="rId41" Type="http://schemas.openxmlformats.org/officeDocument/2006/relationships/image" Target="../media/image2970.png"/><Relationship Id="rId62" Type="http://schemas.openxmlformats.org/officeDocument/2006/relationships/customXml" Target="../ink/ink1186.xml"/><Relationship Id="rId83" Type="http://schemas.openxmlformats.org/officeDocument/2006/relationships/image" Target="../media/image3220.png"/><Relationship Id="rId179" Type="http://schemas.openxmlformats.org/officeDocument/2006/relationships/image" Target="../media/image3700.png"/><Relationship Id="rId190" Type="http://schemas.openxmlformats.org/officeDocument/2006/relationships/customXml" Target="../ink/ink1250.xml"/><Relationship Id="rId204" Type="http://schemas.openxmlformats.org/officeDocument/2006/relationships/customXml" Target="../ink/ink1257.xml"/><Relationship Id="rId225" Type="http://schemas.openxmlformats.org/officeDocument/2006/relationships/image" Target="../media/image3930.png"/><Relationship Id="rId246" Type="http://schemas.openxmlformats.org/officeDocument/2006/relationships/customXml" Target="../ink/ink1278.xml"/><Relationship Id="rId106" Type="http://schemas.openxmlformats.org/officeDocument/2006/relationships/customXml" Target="../ink/ink1208.xml"/><Relationship Id="rId127" Type="http://schemas.openxmlformats.org/officeDocument/2006/relationships/image" Target="../media/image3440.png"/><Relationship Id="rId10" Type="http://schemas.openxmlformats.org/officeDocument/2006/relationships/customXml" Target="../ink/ink1160.xml"/><Relationship Id="rId31" Type="http://schemas.openxmlformats.org/officeDocument/2006/relationships/image" Target="../media/image2920.png"/><Relationship Id="rId52" Type="http://schemas.openxmlformats.org/officeDocument/2006/relationships/customXml" Target="../ink/ink1181.xml"/><Relationship Id="rId73" Type="http://schemas.openxmlformats.org/officeDocument/2006/relationships/image" Target="../media/image3170.png"/><Relationship Id="rId94" Type="http://schemas.openxmlformats.org/officeDocument/2006/relationships/customXml" Target="../ink/ink1202.xml"/><Relationship Id="rId148" Type="http://schemas.openxmlformats.org/officeDocument/2006/relationships/customXml" Target="../ink/ink1229.xml"/><Relationship Id="rId169" Type="http://schemas.openxmlformats.org/officeDocument/2006/relationships/image" Target="../media/image3650.png"/><Relationship Id="rId4" Type="http://schemas.openxmlformats.org/officeDocument/2006/relationships/customXml" Target="../ink/ink1157.xml"/><Relationship Id="rId180" Type="http://schemas.openxmlformats.org/officeDocument/2006/relationships/customXml" Target="../ink/ink1245.xml"/><Relationship Id="rId215" Type="http://schemas.openxmlformats.org/officeDocument/2006/relationships/image" Target="../media/image3880.png"/><Relationship Id="rId236" Type="http://schemas.openxmlformats.org/officeDocument/2006/relationships/customXml" Target="../ink/ink1273.xml"/><Relationship Id="rId257" Type="http://schemas.openxmlformats.org/officeDocument/2006/relationships/image" Target="../media/image4090.png"/><Relationship Id="rId42" Type="http://schemas.openxmlformats.org/officeDocument/2006/relationships/customXml" Target="../ink/ink1176.xml"/><Relationship Id="rId84" Type="http://schemas.openxmlformats.org/officeDocument/2006/relationships/customXml" Target="../ink/ink1197.xml"/><Relationship Id="rId138" Type="http://schemas.openxmlformats.org/officeDocument/2006/relationships/customXml" Target="../ink/ink1224.xml"/></Relationships>
</file>

<file path=ppt/slides/_rels/slide27.xml.rels><?xml version="1.0" encoding="UTF-8" standalone="yes"?>
<Relationships xmlns="http://schemas.openxmlformats.org/package/2006/relationships"><Relationship Id="rId117" Type="http://schemas.openxmlformats.org/officeDocument/2006/relationships/image" Target="../media/image3911.png"/><Relationship Id="rId299" Type="http://schemas.openxmlformats.org/officeDocument/2006/relationships/image" Target="../media/image4880.png"/><Relationship Id="rId21" Type="http://schemas.openxmlformats.org/officeDocument/2006/relationships/image" Target="../media/image3430.png"/><Relationship Id="rId63" Type="http://schemas.openxmlformats.org/officeDocument/2006/relationships/image" Target="../media/image3640.png"/><Relationship Id="rId159" Type="http://schemas.openxmlformats.org/officeDocument/2006/relationships/image" Target="../media/image4180.png"/><Relationship Id="rId170" Type="http://schemas.openxmlformats.org/officeDocument/2006/relationships/customXml" Target="../ink/ink1371.xml"/><Relationship Id="rId226" Type="http://schemas.openxmlformats.org/officeDocument/2006/relationships/customXml" Target="../ink/ink1399.xml"/><Relationship Id="rId268" Type="http://schemas.openxmlformats.org/officeDocument/2006/relationships/customXml" Target="../ink/ink1420.xml"/><Relationship Id="rId32" Type="http://schemas.openxmlformats.org/officeDocument/2006/relationships/customXml" Target="../ink/ink1302.xml"/><Relationship Id="rId74" Type="http://schemas.openxmlformats.org/officeDocument/2006/relationships/customXml" Target="../ink/ink1323.xml"/><Relationship Id="rId128" Type="http://schemas.openxmlformats.org/officeDocument/2006/relationships/customXml" Target="../ink/ink1350.xml"/><Relationship Id="rId5" Type="http://schemas.openxmlformats.org/officeDocument/2006/relationships/image" Target="../media/image3350.png"/><Relationship Id="rId181" Type="http://schemas.openxmlformats.org/officeDocument/2006/relationships/image" Target="../media/image4290.png"/><Relationship Id="rId237" Type="http://schemas.openxmlformats.org/officeDocument/2006/relationships/image" Target="../media/image4570.png"/><Relationship Id="rId279" Type="http://schemas.openxmlformats.org/officeDocument/2006/relationships/image" Target="../media/image4780.png"/><Relationship Id="rId43" Type="http://schemas.openxmlformats.org/officeDocument/2006/relationships/image" Target="../media/image3540.png"/><Relationship Id="rId139" Type="http://schemas.openxmlformats.org/officeDocument/2006/relationships/image" Target="../media/image4040.png"/><Relationship Id="rId290" Type="http://schemas.openxmlformats.org/officeDocument/2006/relationships/customXml" Target="../ink/ink1431.xml"/><Relationship Id="rId304" Type="http://schemas.openxmlformats.org/officeDocument/2006/relationships/customXml" Target="../ink/ink1438.xml"/><Relationship Id="rId85" Type="http://schemas.openxmlformats.org/officeDocument/2006/relationships/image" Target="../media/image3750.png"/><Relationship Id="rId150" Type="http://schemas.openxmlformats.org/officeDocument/2006/relationships/customXml" Target="../ink/ink1361.xml"/><Relationship Id="rId192" Type="http://schemas.openxmlformats.org/officeDocument/2006/relationships/customXml" Target="../ink/ink1382.xml"/><Relationship Id="rId206" Type="http://schemas.openxmlformats.org/officeDocument/2006/relationships/customXml" Target="../ink/ink1389.xml"/><Relationship Id="rId248" Type="http://schemas.openxmlformats.org/officeDocument/2006/relationships/customXml" Target="../ink/ink1410.xml"/><Relationship Id="rId12" Type="http://schemas.openxmlformats.org/officeDocument/2006/relationships/customXml" Target="../ink/ink1292.xml"/><Relationship Id="rId108" Type="http://schemas.openxmlformats.org/officeDocument/2006/relationships/customXml" Target="../ink/ink1340.xml"/><Relationship Id="rId315" Type="http://schemas.openxmlformats.org/officeDocument/2006/relationships/image" Target="../media/image4960.png"/><Relationship Id="rId54" Type="http://schemas.openxmlformats.org/officeDocument/2006/relationships/customXml" Target="../ink/ink1313.xml"/><Relationship Id="rId96" Type="http://schemas.openxmlformats.org/officeDocument/2006/relationships/customXml" Target="../ink/ink1334.xml"/><Relationship Id="rId161" Type="http://schemas.openxmlformats.org/officeDocument/2006/relationships/image" Target="../media/image4190.png"/><Relationship Id="rId217" Type="http://schemas.openxmlformats.org/officeDocument/2006/relationships/image" Target="../media/image4470.png"/><Relationship Id="rId259" Type="http://schemas.openxmlformats.org/officeDocument/2006/relationships/image" Target="../media/image4680.png"/><Relationship Id="rId23" Type="http://schemas.openxmlformats.org/officeDocument/2006/relationships/image" Target="../media/image3440.png"/><Relationship Id="rId119" Type="http://schemas.openxmlformats.org/officeDocument/2006/relationships/image" Target="../media/image3920.png"/><Relationship Id="rId270" Type="http://schemas.openxmlformats.org/officeDocument/2006/relationships/customXml" Target="../ink/ink1421.xml"/><Relationship Id="rId65" Type="http://schemas.openxmlformats.org/officeDocument/2006/relationships/image" Target="../media/image3650.png"/><Relationship Id="rId130" Type="http://schemas.openxmlformats.org/officeDocument/2006/relationships/customXml" Target="../ink/ink1351.xml"/><Relationship Id="rId172" Type="http://schemas.openxmlformats.org/officeDocument/2006/relationships/customXml" Target="../ink/ink1372.xml"/><Relationship Id="rId228" Type="http://schemas.openxmlformats.org/officeDocument/2006/relationships/customXml" Target="../ink/ink1400.xml"/><Relationship Id="rId13" Type="http://schemas.openxmlformats.org/officeDocument/2006/relationships/image" Target="../media/image3390.png"/><Relationship Id="rId109" Type="http://schemas.openxmlformats.org/officeDocument/2006/relationships/image" Target="../media/image3870.png"/><Relationship Id="rId260" Type="http://schemas.openxmlformats.org/officeDocument/2006/relationships/customXml" Target="../ink/ink1416.xml"/><Relationship Id="rId281" Type="http://schemas.openxmlformats.org/officeDocument/2006/relationships/image" Target="../media/image4790.png"/><Relationship Id="rId316" Type="http://schemas.openxmlformats.org/officeDocument/2006/relationships/customXml" Target="../ink/ink1444.xml"/><Relationship Id="rId34" Type="http://schemas.openxmlformats.org/officeDocument/2006/relationships/customXml" Target="../ink/ink1303.xml"/><Relationship Id="rId55" Type="http://schemas.openxmlformats.org/officeDocument/2006/relationships/image" Target="../media/image3600.png"/><Relationship Id="rId76" Type="http://schemas.openxmlformats.org/officeDocument/2006/relationships/customXml" Target="../ink/ink1324.xml"/><Relationship Id="rId97" Type="http://schemas.openxmlformats.org/officeDocument/2006/relationships/image" Target="../media/image3811.png"/><Relationship Id="rId120" Type="http://schemas.openxmlformats.org/officeDocument/2006/relationships/customXml" Target="../ink/ink1346.xml"/><Relationship Id="rId141" Type="http://schemas.openxmlformats.org/officeDocument/2006/relationships/image" Target="../media/image4050.png"/><Relationship Id="rId7" Type="http://schemas.openxmlformats.org/officeDocument/2006/relationships/image" Target="../media/image3360.png"/><Relationship Id="rId162" Type="http://schemas.openxmlformats.org/officeDocument/2006/relationships/customXml" Target="../ink/ink1367.xml"/><Relationship Id="rId183" Type="http://schemas.openxmlformats.org/officeDocument/2006/relationships/image" Target="../media/image4300.png"/><Relationship Id="rId218" Type="http://schemas.openxmlformats.org/officeDocument/2006/relationships/customXml" Target="../ink/ink1395.xml"/><Relationship Id="rId239" Type="http://schemas.openxmlformats.org/officeDocument/2006/relationships/image" Target="../media/image4580.png"/><Relationship Id="rId250" Type="http://schemas.openxmlformats.org/officeDocument/2006/relationships/customXml" Target="../ink/ink1411.xml"/><Relationship Id="rId271" Type="http://schemas.openxmlformats.org/officeDocument/2006/relationships/image" Target="../media/image4740.png"/><Relationship Id="rId292" Type="http://schemas.openxmlformats.org/officeDocument/2006/relationships/customXml" Target="../ink/ink1432.xml"/><Relationship Id="rId306" Type="http://schemas.openxmlformats.org/officeDocument/2006/relationships/customXml" Target="../ink/ink1439.xml"/><Relationship Id="rId24" Type="http://schemas.openxmlformats.org/officeDocument/2006/relationships/customXml" Target="../ink/ink1298.xml"/><Relationship Id="rId45" Type="http://schemas.openxmlformats.org/officeDocument/2006/relationships/image" Target="../media/image3550.png"/><Relationship Id="rId66" Type="http://schemas.openxmlformats.org/officeDocument/2006/relationships/customXml" Target="../ink/ink1319.xml"/><Relationship Id="rId87" Type="http://schemas.openxmlformats.org/officeDocument/2006/relationships/image" Target="../media/image3760.png"/><Relationship Id="rId110" Type="http://schemas.openxmlformats.org/officeDocument/2006/relationships/customXml" Target="../ink/ink1341.xml"/><Relationship Id="rId131" Type="http://schemas.openxmlformats.org/officeDocument/2006/relationships/image" Target="../media/image3980.png"/><Relationship Id="rId152" Type="http://schemas.openxmlformats.org/officeDocument/2006/relationships/customXml" Target="../ink/ink1362.xml"/><Relationship Id="rId173" Type="http://schemas.openxmlformats.org/officeDocument/2006/relationships/image" Target="../media/image4250.png"/><Relationship Id="rId194" Type="http://schemas.openxmlformats.org/officeDocument/2006/relationships/customXml" Target="../ink/ink1383.xml"/><Relationship Id="rId208" Type="http://schemas.openxmlformats.org/officeDocument/2006/relationships/customXml" Target="../ink/ink1390.xml"/><Relationship Id="rId229" Type="http://schemas.openxmlformats.org/officeDocument/2006/relationships/image" Target="../media/image4530.png"/><Relationship Id="rId240" Type="http://schemas.openxmlformats.org/officeDocument/2006/relationships/customXml" Target="../ink/ink1406.xml"/><Relationship Id="rId261" Type="http://schemas.openxmlformats.org/officeDocument/2006/relationships/image" Target="../media/image4690.png"/><Relationship Id="rId14" Type="http://schemas.openxmlformats.org/officeDocument/2006/relationships/customXml" Target="../ink/ink1293.xml"/><Relationship Id="rId35" Type="http://schemas.openxmlformats.org/officeDocument/2006/relationships/image" Target="../media/image3500.png"/><Relationship Id="rId56" Type="http://schemas.openxmlformats.org/officeDocument/2006/relationships/customXml" Target="../ink/ink1314.xml"/><Relationship Id="rId77" Type="http://schemas.openxmlformats.org/officeDocument/2006/relationships/image" Target="../media/image3711.png"/><Relationship Id="rId100" Type="http://schemas.openxmlformats.org/officeDocument/2006/relationships/customXml" Target="../ink/ink1336.xml"/><Relationship Id="rId282" Type="http://schemas.openxmlformats.org/officeDocument/2006/relationships/customXml" Target="../ink/ink1427.xml"/><Relationship Id="rId317" Type="http://schemas.openxmlformats.org/officeDocument/2006/relationships/image" Target="../media/image4970.png"/><Relationship Id="rId8" Type="http://schemas.openxmlformats.org/officeDocument/2006/relationships/customXml" Target="../ink/ink1290.xml"/><Relationship Id="rId98" Type="http://schemas.openxmlformats.org/officeDocument/2006/relationships/customXml" Target="../ink/ink1335.xml"/><Relationship Id="rId121" Type="http://schemas.openxmlformats.org/officeDocument/2006/relationships/image" Target="../media/image3930.png"/><Relationship Id="rId142" Type="http://schemas.openxmlformats.org/officeDocument/2006/relationships/customXml" Target="../ink/ink1357.xml"/><Relationship Id="rId163" Type="http://schemas.openxmlformats.org/officeDocument/2006/relationships/image" Target="../media/image4200.png"/><Relationship Id="rId184" Type="http://schemas.openxmlformats.org/officeDocument/2006/relationships/customXml" Target="../ink/ink1378.xml"/><Relationship Id="rId219" Type="http://schemas.openxmlformats.org/officeDocument/2006/relationships/image" Target="../media/image4480.png"/><Relationship Id="rId230" Type="http://schemas.openxmlformats.org/officeDocument/2006/relationships/customXml" Target="../ink/ink1401.xml"/><Relationship Id="rId251" Type="http://schemas.openxmlformats.org/officeDocument/2006/relationships/image" Target="../media/image4640.png"/><Relationship Id="rId25" Type="http://schemas.openxmlformats.org/officeDocument/2006/relationships/image" Target="../media/image3450.png"/><Relationship Id="rId46" Type="http://schemas.openxmlformats.org/officeDocument/2006/relationships/customXml" Target="../ink/ink1309.xml"/><Relationship Id="rId67" Type="http://schemas.openxmlformats.org/officeDocument/2006/relationships/image" Target="../media/image3660.png"/><Relationship Id="rId272" Type="http://schemas.openxmlformats.org/officeDocument/2006/relationships/customXml" Target="../ink/ink1422.xml"/><Relationship Id="rId293" Type="http://schemas.openxmlformats.org/officeDocument/2006/relationships/image" Target="../media/image4850.png"/><Relationship Id="rId307" Type="http://schemas.openxmlformats.org/officeDocument/2006/relationships/image" Target="../media/image4920.png"/><Relationship Id="rId88" Type="http://schemas.openxmlformats.org/officeDocument/2006/relationships/customXml" Target="../ink/ink1330.xml"/><Relationship Id="rId111" Type="http://schemas.openxmlformats.org/officeDocument/2006/relationships/image" Target="../media/image3880.png"/><Relationship Id="rId132" Type="http://schemas.openxmlformats.org/officeDocument/2006/relationships/customXml" Target="../ink/ink1352.xml"/><Relationship Id="rId153" Type="http://schemas.openxmlformats.org/officeDocument/2006/relationships/image" Target="../media/image4150.png"/><Relationship Id="rId174" Type="http://schemas.openxmlformats.org/officeDocument/2006/relationships/customXml" Target="../ink/ink1373.xml"/><Relationship Id="rId195" Type="http://schemas.openxmlformats.org/officeDocument/2006/relationships/image" Target="../media/image4360.png"/><Relationship Id="rId209" Type="http://schemas.openxmlformats.org/officeDocument/2006/relationships/image" Target="../media/image4430.png"/><Relationship Id="rId220" Type="http://schemas.openxmlformats.org/officeDocument/2006/relationships/customXml" Target="../ink/ink1396.xml"/><Relationship Id="rId241" Type="http://schemas.openxmlformats.org/officeDocument/2006/relationships/image" Target="../media/image4590.png"/><Relationship Id="rId15" Type="http://schemas.openxmlformats.org/officeDocument/2006/relationships/image" Target="../media/image3400.png"/><Relationship Id="rId36" Type="http://schemas.openxmlformats.org/officeDocument/2006/relationships/customXml" Target="../ink/ink1304.xml"/><Relationship Id="rId57" Type="http://schemas.openxmlformats.org/officeDocument/2006/relationships/image" Target="../media/image3611.png"/><Relationship Id="rId262" Type="http://schemas.openxmlformats.org/officeDocument/2006/relationships/customXml" Target="../ink/ink1417.xml"/><Relationship Id="rId283" Type="http://schemas.openxmlformats.org/officeDocument/2006/relationships/image" Target="../media/image4800.png"/><Relationship Id="rId78" Type="http://schemas.openxmlformats.org/officeDocument/2006/relationships/customXml" Target="../ink/ink1325.xml"/><Relationship Id="rId99" Type="http://schemas.openxmlformats.org/officeDocument/2006/relationships/image" Target="../media/image3820.png"/><Relationship Id="rId101" Type="http://schemas.openxmlformats.org/officeDocument/2006/relationships/image" Target="../media/image3830.png"/><Relationship Id="rId122" Type="http://schemas.openxmlformats.org/officeDocument/2006/relationships/customXml" Target="../ink/ink1347.xml"/><Relationship Id="rId143" Type="http://schemas.openxmlformats.org/officeDocument/2006/relationships/image" Target="../media/image4060.png"/><Relationship Id="rId164" Type="http://schemas.openxmlformats.org/officeDocument/2006/relationships/customXml" Target="../ink/ink1368.xml"/><Relationship Id="rId185" Type="http://schemas.openxmlformats.org/officeDocument/2006/relationships/image" Target="../media/image4311.png"/><Relationship Id="rId9" Type="http://schemas.openxmlformats.org/officeDocument/2006/relationships/image" Target="../media/image3370.png"/><Relationship Id="rId210" Type="http://schemas.openxmlformats.org/officeDocument/2006/relationships/customXml" Target="../ink/ink1391.xml"/><Relationship Id="rId26" Type="http://schemas.openxmlformats.org/officeDocument/2006/relationships/customXml" Target="../ink/ink1299.xml"/><Relationship Id="rId231" Type="http://schemas.openxmlformats.org/officeDocument/2006/relationships/image" Target="../media/image4540.png"/><Relationship Id="rId252" Type="http://schemas.openxmlformats.org/officeDocument/2006/relationships/customXml" Target="../ink/ink1412.xml"/><Relationship Id="rId273" Type="http://schemas.openxmlformats.org/officeDocument/2006/relationships/image" Target="../media/image4750.png"/><Relationship Id="rId294" Type="http://schemas.openxmlformats.org/officeDocument/2006/relationships/customXml" Target="../ink/ink1433.xml"/><Relationship Id="rId308" Type="http://schemas.openxmlformats.org/officeDocument/2006/relationships/customXml" Target="../ink/ink1440.xml"/><Relationship Id="rId47" Type="http://schemas.openxmlformats.org/officeDocument/2006/relationships/image" Target="../media/image3560.png"/><Relationship Id="rId68" Type="http://schemas.openxmlformats.org/officeDocument/2006/relationships/customXml" Target="../ink/ink1320.xml"/><Relationship Id="rId89" Type="http://schemas.openxmlformats.org/officeDocument/2006/relationships/image" Target="../media/image3770.png"/><Relationship Id="rId112" Type="http://schemas.openxmlformats.org/officeDocument/2006/relationships/customXml" Target="../ink/ink1342.xml"/><Relationship Id="rId133" Type="http://schemas.openxmlformats.org/officeDocument/2006/relationships/image" Target="../media/image3990.png"/><Relationship Id="rId154" Type="http://schemas.openxmlformats.org/officeDocument/2006/relationships/customXml" Target="../ink/ink1363.xml"/><Relationship Id="rId175" Type="http://schemas.openxmlformats.org/officeDocument/2006/relationships/image" Target="../media/image4260.png"/><Relationship Id="rId196" Type="http://schemas.openxmlformats.org/officeDocument/2006/relationships/customXml" Target="../ink/ink1384.xml"/><Relationship Id="rId200" Type="http://schemas.openxmlformats.org/officeDocument/2006/relationships/customXml" Target="../ink/ink1386.xml"/><Relationship Id="rId16" Type="http://schemas.openxmlformats.org/officeDocument/2006/relationships/customXml" Target="../ink/ink1294.xml"/><Relationship Id="rId221" Type="http://schemas.openxmlformats.org/officeDocument/2006/relationships/image" Target="../media/image4490.png"/><Relationship Id="rId242" Type="http://schemas.openxmlformats.org/officeDocument/2006/relationships/customXml" Target="../ink/ink1407.xml"/><Relationship Id="rId263" Type="http://schemas.openxmlformats.org/officeDocument/2006/relationships/image" Target="../media/image4700.png"/><Relationship Id="rId284" Type="http://schemas.openxmlformats.org/officeDocument/2006/relationships/customXml" Target="../ink/ink1428.xml"/><Relationship Id="rId37" Type="http://schemas.openxmlformats.org/officeDocument/2006/relationships/image" Target="../media/image3511.png"/><Relationship Id="rId58" Type="http://schemas.openxmlformats.org/officeDocument/2006/relationships/customXml" Target="../ink/ink1315.xml"/><Relationship Id="rId79" Type="http://schemas.openxmlformats.org/officeDocument/2006/relationships/image" Target="../media/image3720.png"/><Relationship Id="rId102" Type="http://schemas.openxmlformats.org/officeDocument/2006/relationships/customXml" Target="../ink/ink1337.xml"/><Relationship Id="rId123" Type="http://schemas.openxmlformats.org/officeDocument/2006/relationships/image" Target="../media/image3940.png"/><Relationship Id="rId144" Type="http://schemas.openxmlformats.org/officeDocument/2006/relationships/customXml" Target="../ink/ink1358.xml"/><Relationship Id="rId90" Type="http://schemas.openxmlformats.org/officeDocument/2006/relationships/customXml" Target="../ink/ink1331.xml"/><Relationship Id="rId165" Type="http://schemas.openxmlformats.org/officeDocument/2006/relationships/image" Target="../media/image4211.png"/><Relationship Id="rId186" Type="http://schemas.openxmlformats.org/officeDocument/2006/relationships/customXml" Target="../ink/ink1379.xml"/><Relationship Id="rId211" Type="http://schemas.openxmlformats.org/officeDocument/2006/relationships/image" Target="../media/image4440.png"/><Relationship Id="rId232" Type="http://schemas.openxmlformats.org/officeDocument/2006/relationships/customXml" Target="../ink/ink1402.xml"/><Relationship Id="rId253" Type="http://schemas.openxmlformats.org/officeDocument/2006/relationships/image" Target="../media/image4650.png"/><Relationship Id="rId274" Type="http://schemas.openxmlformats.org/officeDocument/2006/relationships/customXml" Target="../ink/ink1423.xml"/><Relationship Id="rId295" Type="http://schemas.openxmlformats.org/officeDocument/2006/relationships/image" Target="../media/image4860.png"/><Relationship Id="rId309" Type="http://schemas.openxmlformats.org/officeDocument/2006/relationships/image" Target="../media/image4930.png"/><Relationship Id="rId27" Type="http://schemas.openxmlformats.org/officeDocument/2006/relationships/image" Target="../media/image3460.png"/><Relationship Id="rId48" Type="http://schemas.openxmlformats.org/officeDocument/2006/relationships/customXml" Target="../ink/ink1310.xml"/><Relationship Id="rId69" Type="http://schemas.openxmlformats.org/officeDocument/2006/relationships/image" Target="../media/image3670.png"/><Relationship Id="rId113" Type="http://schemas.openxmlformats.org/officeDocument/2006/relationships/image" Target="../media/image3890.png"/><Relationship Id="rId134" Type="http://schemas.openxmlformats.org/officeDocument/2006/relationships/customXml" Target="../ink/ink1353.xml"/><Relationship Id="rId80" Type="http://schemas.openxmlformats.org/officeDocument/2006/relationships/customXml" Target="../ink/ink1326.xml"/><Relationship Id="rId155" Type="http://schemas.openxmlformats.org/officeDocument/2006/relationships/image" Target="../media/image4160.png"/><Relationship Id="rId176" Type="http://schemas.openxmlformats.org/officeDocument/2006/relationships/customXml" Target="../ink/ink1374.xml"/><Relationship Id="rId197" Type="http://schemas.openxmlformats.org/officeDocument/2006/relationships/image" Target="../media/image4370.png"/><Relationship Id="rId201" Type="http://schemas.openxmlformats.org/officeDocument/2006/relationships/image" Target="../media/image4390.png"/><Relationship Id="rId222" Type="http://schemas.openxmlformats.org/officeDocument/2006/relationships/customXml" Target="../ink/ink1397.xml"/><Relationship Id="rId243" Type="http://schemas.openxmlformats.org/officeDocument/2006/relationships/image" Target="../media/image4600.png"/><Relationship Id="rId264" Type="http://schemas.openxmlformats.org/officeDocument/2006/relationships/customXml" Target="../ink/ink1418.xml"/><Relationship Id="rId285" Type="http://schemas.openxmlformats.org/officeDocument/2006/relationships/image" Target="../media/image4811.png"/><Relationship Id="rId17" Type="http://schemas.openxmlformats.org/officeDocument/2006/relationships/image" Target="../media/image3411.png"/><Relationship Id="rId38" Type="http://schemas.openxmlformats.org/officeDocument/2006/relationships/customXml" Target="../ink/ink1305.xml"/><Relationship Id="rId59" Type="http://schemas.openxmlformats.org/officeDocument/2006/relationships/image" Target="../media/image3620.png"/><Relationship Id="rId103" Type="http://schemas.openxmlformats.org/officeDocument/2006/relationships/image" Target="../media/image3840.png"/><Relationship Id="rId124" Type="http://schemas.openxmlformats.org/officeDocument/2006/relationships/customXml" Target="../ink/ink1348.xml"/><Relationship Id="rId310" Type="http://schemas.openxmlformats.org/officeDocument/2006/relationships/customXml" Target="../ink/ink1441.xml"/><Relationship Id="rId70" Type="http://schemas.openxmlformats.org/officeDocument/2006/relationships/customXml" Target="../ink/ink1321.xml"/><Relationship Id="rId91" Type="http://schemas.openxmlformats.org/officeDocument/2006/relationships/image" Target="../media/image3780.png"/><Relationship Id="rId145" Type="http://schemas.openxmlformats.org/officeDocument/2006/relationships/image" Target="../media/image4070.png"/><Relationship Id="rId166" Type="http://schemas.openxmlformats.org/officeDocument/2006/relationships/customXml" Target="../ink/ink1369.xml"/><Relationship Id="rId187" Type="http://schemas.openxmlformats.org/officeDocument/2006/relationships/image" Target="../media/image4320.png"/><Relationship Id="rId1" Type="http://schemas.openxmlformats.org/officeDocument/2006/relationships/slideLayout" Target="../slideLayouts/slideLayout7.xml"/><Relationship Id="rId212" Type="http://schemas.openxmlformats.org/officeDocument/2006/relationships/customXml" Target="../ink/ink1392.xml"/><Relationship Id="rId233" Type="http://schemas.openxmlformats.org/officeDocument/2006/relationships/image" Target="../media/image4550.png"/><Relationship Id="rId254" Type="http://schemas.openxmlformats.org/officeDocument/2006/relationships/customXml" Target="../ink/ink1413.xml"/><Relationship Id="rId28" Type="http://schemas.openxmlformats.org/officeDocument/2006/relationships/customXml" Target="../ink/ink1300.xml"/><Relationship Id="rId49" Type="http://schemas.openxmlformats.org/officeDocument/2006/relationships/image" Target="../media/image3570.png"/><Relationship Id="rId114" Type="http://schemas.openxmlformats.org/officeDocument/2006/relationships/customXml" Target="../ink/ink1343.xml"/><Relationship Id="rId275" Type="http://schemas.openxmlformats.org/officeDocument/2006/relationships/image" Target="../media/image4760.png"/><Relationship Id="rId296" Type="http://schemas.openxmlformats.org/officeDocument/2006/relationships/customXml" Target="../ink/ink1434.xml"/><Relationship Id="rId300" Type="http://schemas.openxmlformats.org/officeDocument/2006/relationships/customXml" Target="../ink/ink1436.xml"/><Relationship Id="rId60" Type="http://schemas.openxmlformats.org/officeDocument/2006/relationships/customXml" Target="../ink/ink1316.xml"/><Relationship Id="rId81" Type="http://schemas.openxmlformats.org/officeDocument/2006/relationships/image" Target="../media/image3730.png"/><Relationship Id="rId135" Type="http://schemas.openxmlformats.org/officeDocument/2006/relationships/image" Target="../media/image4020.png"/><Relationship Id="rId156" Type="http://schemas.openxmlformats.org/officeDocument/2006/relationships/customXml" Target="../ink/ink1364.xml"/><Relationship Id="rId177" Type="http://schemas.openxmlformats.org/officeDocument/2006/relationships/image" Target="../media/image4270.png"/><Relationship Id="rId198" Type="http://schemas.openxmlformats.org/officeDocument/2006/relationships/customXml" Target="../ink/ink1385.xml"/><Relationship Id="rId202" Type="http://schemas.openxmlformats.org/officeDocument/2006/relationships/customXml" Target="../ink/ink1387.xml"/><Relationship Id="rId223" Type="http://schemas.openxmlformats.org/officeDocument/2006/relationships/image" Target="../media/image4500.png"/><Relationship Id="rId244" Type="http://schemas.openxmlformats.org/officeDocument/2006/relationships/customXml" Target="../ink/ink1408.xml"/><Relationship Id="rId18" Type="http://schemas.openxmlformats.org/officeDocument/2006/relationships/customXml" Target="../ink/ink1295.xml"/><Relationship Id="rId39" Type="http://schemas.openxmlformats.org/officeDocument/2006/relationships/image" Target="../media/image3520.png"/><Relationship Id="rId265" Type="http://schemas.openxmlformats.org/officeDocument/2006/relationships/image" Target="../media/image4711.png"/><Relationship Id="rId286" Type="http://schemas.openxmlformats.org/officeDocument/2006/relationships/customXml" Target="../ink/ink1429.xml"/><Relationship Id="rId50" Type="http://schemas.openxmlformats.org/officeDocument/2006/relationships/customXml" Target="../ink/ink1311.xml"/><Relationship Id="rId104" Type="http://schemas.openxmlformats.org/officeDocument/2006/relationships/customXml" Target="../ink/ink1338.xml"/><Relationship Id="rId125" Type="http://schemas.openxmlformats.org/officeDocument/2006/relationships/image" Target="../media/image3950.png"/><Relationship Id="rId146" Type="http://schemas.openxmlformats.org/officeDocument/2006/relationships/customXml" Target="../ink/ink1359.xml"/><Relationship Id="rId167" Type="http://schemas.openxmlformats.org/officeDocument/2006/relationships/image" Target="../media/image4220.png"/><Relationship Id="rId188" Type="http://schemas.openxmlformats.org/officeDocument/2006/relationships/customXml" Target="../ink/ink1380.xml"/><Relationship Id="rId311" Type="http://schemas.openxmlformats.org/officeDocument/2006/relationships/image" Target="../media/image4940.png"/><Relationship Id="rId71" Type="http://schemas.openxmlformats.org/officeDocument/2006/relationships/image" Target="../media/image3680.png"/><Relationship Id="rId92" Type="http://schemas.openxmlformats.org/officeDocument/2006/relationships/customXml" Target="../ink/ink1332.xml"/><Relationship Id="rId213" Type="http://schemas.openxmlformats.org/officeDocument/2006/relationships/image" Target="../media/image4450.png"/><Relationship Id="rId234" Type="http://schemas.openxmlformats.org/officeDocument/2006/relationships/customXml" Target="../ink/ink1403.xml"/><Relationship Id="rId2" Type="http://schemas.openxmlformats.org/officeDocument/2006/relationships/customXml" Target="../ink/ink1287.xml"/><Relationship Id="rId29" Type="http://schemas.openxmlformats.org/officeDocument/2006/relationships/image" Target="../media/image3470.png"/><Relationship Id="rId255" Type="http://schemas.openxmlformats.org/officeDocument/2006/relationships/image" Target="../media/image4660.png"/><Relationship Id="rId276" Type="http://schemas.openxmlformats.org/officeDocument/2006/relationships/customXml" Target="../ink/ink1424.xml"/><Relationship Id="rId297" Type="http://schemas.openxmlformats.org/officeDocument/2006/relationships/image" Target="../media/image4870.png"/><Relationship Id="rId40" Type="http://schemas.openxmlformats.org/officeDocument/2006/relationships/customXml" Target="../ink/ink1306.xml"/><Relationship Id="rId115" Type="http://schemas.openxmlformats.org/officeDocument/2006/relationships/image" Target="../media/image3900.png"/><Relationship Id="rId136" Type="http://schemas.openxmlformats.org/officeDocument/2006/relationships/customXml" Target="../ink/ink1354.xml"/><Relationship Id="rId157" Type="http://schemas.openxmlformats.org/officeDocument/2006/relationships/image" Target="../media/image4170.png"/><Relationship Id="rId178" Type="http://schemas.openxmlformats.org/officeDocument/2006/relationships/customXml" Target="../ink/ink1375.xml"/><Relationship Id="rId301" Type="http://schemas.openxmlformats.org/officeDocument/2006/relationships/image" Target="../media/image4890.png"/><Relationship Id="rId61" Type="http://schemas.openxmlformats.org/officeDocument/2006/relationships/image" Target="../media/image3630.png"/><Relationship Id="rId82" Type="http://schemas.openxmlformats.org/officeDocument/2006/relationships/customXml" Target="../ink/ink1327.xml"/><Relationship Id="rId199" Type="http://schemas.openxmlformats.org/officeDocument/2006/relationships/image" Target="../media/image4380.png"/><Relationship Id="rId203" Type="http://schemas.openxmlformats.org/officeDocument/2006/relationships/image" Target="../media/image4400.png"/><Relationship Id="rId19" Type="http://schemas.openxmlformats.org/officeDocument/2006/relationships/image" Target="../media/image3420.png"/><Relationship Id="rId224" Type="http://schemas.openxmlformats.org/officeDocument/2006/relationships/customXml" Target="../ink/ink1398.xml"/><Relationship Id="rId245" Type="http://schemas.openxmlformats.org/officeDocument/2006/relationships/image" Target="../media/image4611.png"/><Relationship Id="rId266" Type="http://schemas.openxmlformats.org/officeDocument/2006/relationships/customXml" Target="../ink/ink1419.xml"/><Relationship Id="rId287" Type="http://schemas.openxmlformats.org/officeDocument/2006/relationships/image" Target="../media/image4820.png"/><Relationship Id="rId30" Type="http://schemas.openxmlformats.org/officeDocument/2006/relationships/customXml" Target="../ink/ink1301.xml"/><Relationship Id="rId105" Type="http://schemas.openxmlformats.org/officeDocument/2006/relationships/image" Target="../media/image3850.png"/><Relationship Id="rId126" Type="http://schemas.openxmlformats.org/officeDocument/2006/relationships/customXml" Target="../ink/ink1349.xml"/><Relationship Id="rId147" Type="http://schemas.openxmlformats.org/officeDocument/2006/relationships/image" Target="../media/image4080.png"/><Relationship Id="rId168" Type="http://schemas.openxmlformats.org/officeDocument/2006/relationships/customXml" Target="../ink/ink1370.xml"/><Relationship Id="rId312" Type="http://schemas.openxmlformats.org/officeDocument/2006/relationships/customXml" Target="../ink/ink1442.xml"/><Relationship Id="rId51" Type="http://schemas.openxmlformats.org/officeDocument/2006/relationships/image" Target="../media/image3580.png"/><Relationship Id="rId72" Type="http://schemas.openxmlformats.org/officeDocument/2006/relationships/customXml" Target="../ink/ink1322.xml"/><Relationship Id="rId93" Type="http://schemas.openxmlformats.org/officeDocument/2006/relationships/image" Target="../media/image3790.png"/><Relationship Id="rId189" Type="http://schemas.openxmlformats.org/officeDocument/2006/relationships/image" Target="../media/image4330.png"/><Relationship Id="rId3" Type="http://schemas.openxmlformats.org/officeDocument/2006/relationships/image" Target="../media/image3340.png"/><Relationship Id="rId214" Type="http://schemas.openxmlformats.org/officeDocument/2006/relationships/customXml" Target="../ink/ink1393.xml"/><Relationship Id="rId235" Type="http://schemas.openxmlformats.org/officeDocument/2006/relationships/image" Target="../media/image4560.png"/><Relationship Id="rId256" Type="http://schemas.openxmlformats.org/officeDocument/2006/relationships/customXml" Target="../ink/ink1414.xml"/><Relationship Id="rId277" Type="http://schemas.openxmlformats.org/officeDocument/2006/relationships/image" Target="../media/image4770.png"/><Relationship Id="rId298" Type="http://schemas.openxmlformats.org/officeDocument/2006/relationships/customXml" Target="../ink/ink1435.xml"/><Relationship Id="rId116" Type="http://schemas.openxmlformats.org/officeDocument/2006/relationships/customXml" Target="../ink/ink1344.xml"/><Relationship Id="rId137" Type="http://schemas.openxmlformats.org/officeDocument/2006/relationships/image" Target="../media/image4030.png"/><Relationship Id="rId158" Type="http://schemas.openxmlformats.org/officeDocument/2006/relationships/customXml" Target="../ink/ink1365.xml"/><Relationship Id="rId302" Type="http://schemas.openxmlformats.org/officeDocument/2006/relationships/customXml" Target="../ink/ink1437.xml"/><Relationship Id="rId20" Type="http://schemas.openxmlformats.org/officeDocument/2006/relationships/customXml" Target="../ink/ink1296.xml"/><Relationship Id="rId41" Type="http://schemas.openxmlformats.org/officeDocument/2006/relationships/image" Target="../media/image3530.png"/><Relationship Id="rId62" Type="http://schemas.openxmlformats.org/officeDocument/2006/relationships/customXml" Target="../ink/ink1317.xml"/><Relationship Id="rId83" Type="http://schemas.openxmlformats.org/officeDocument/2006/relationships/image" Target="../media/image3740.png"/><Relationship Id="rId179" Type="http://schemas.openxmlformats.org/officeDocument/2006/relationships/image" Target="../media/image4280.png"/><Relationship Id="rId190" Type="http://schemas.openxmlformats.org/officeDocument/2006/relationships/customXml" Target="../ink/ink1381.xml"/><Relationship Id="rId204" Type="http://schemas.openxmlformats.org/officeDocument/2006/relationships/customXml" Target="../ink/ink1388.xml"/><Relationship Id="rId225" Type="http://schemas.openxmlformats.org/officeDocument/2006/relationships/image" Target="../media/image4511.png"/><Relationship Id="rId246" Type="http://schemas.openxmlformats.org/officeDocument/2006/relationships/customXml" Target="../ink/ink1409.xml"/><Relationship Id="rId267" Type="http://schemas.openxmlformats.org/officeDocument/2006/relationships/image" Target="../media/image4720.png"/><Relationship Id="rId288" Type="http://schemas.openxmlformats.org/officeDocument/2006/relationships/customXml" Target="../ink/ink1430.xml"/><Relationship Id="rId106" Type="http://schemas.openxmlformats.org/officeDocument/2006/relationships/customXml" Target="../ink/ink1339.xml"/><Relationship Id="rId127" Type="http://schemas.openxmlformats.org/officeDocument/2006/relationships/image" Target="../media/image3960.png"/><Relationship Id="rId313" Type="http://schemas.openxmlformats.org/officeDocument/2006/relationships/image" Target="../media/image4950.png"/><Relationship Id="rId10" Type="http://schemas.openxmlformats.org/officeDocument/2006/relationships/customXml" Target="../ink/ink1291.xml"/><Relationship Id="rId31" Type="http://schemas.openxmlformats.org/officeDocument/2006/relationships/image" Target="../media/image3480.png"/><Relationship Id="rId52" Type="http://schemas.openxmlformats.org/officeDocument/2006/relationships/customXml" Target="../ink/ink1312.xml"/><Relationship Id="rId73" Type="http://schemas.openxmlformats.org/officeDocument/2006/relationships/image" Target="../media/image3690.png"/><Relationship Id="rId94" Type="http://schemas.openxmlformats.org/officeDocument/2006/relationships/customXml" Target="../ink/ink1333.xml"/><Relationship Id="rId148" Type="http://schemas.openxmlformats.org/officeDocument/2006/relationships/customXml" Target="../ink/ink1360.xml"/><Relationship Id="rId169" Type="http://schemas.openxmlformats.org/officeDocument/2006/relationships/image" Target="../media/image4230.png"/><Relationship Id="rId4" Type="http://schemas.openxmlformats.org/officeDocument/2006/relationships/customXml" Target="../ink/ink1288.xml"/><Relationship Id="rId180" Type="http://schemas.openxmlformats.org/officeDocument/2006/relationships/customXml" Target="../ink/ink1376.xml"/><Relationship Id="rId215" Type="http://schemas.openxmlformats.org/officeDocument/2006/relationships/image" Target="../media/image4460.png"/><Relationship Id="rId236" Type="http://schemas.openxmlformats.org/officeDocument/2006/relationships/customXml" Target="../ink/ink1404.xml"/><Relationship Id="rId257" Type="http://schemas.openxmlformats.org/officeDocument/2006/relationships/image" Target="../media/image4670.png"/><Relationship Id="rId278" Type="http://schemas.openxmlformats.org/officeDocument/2006/relationships/customXml" Target="../ink/ink1425.xml"/><Relationship Id="rId303" Type="http://schemas.openxmlformats.org/officeDocument/2006/relationships/image" Target="../media/image4900.png"/><Relationship Id="rId42" Type="http://schemas.openxmlformats.org/officeDocument/2006/relationships/customXml" Target="../ink/ink1307.xml"/><Relationship Id="rId84" Type="http://schemas.openxmlformats.org/officeDocument/2006/relationships/customXml" Target="../ink/ink1328.xml"/><Relationship Id="rId138" Type="http://schemas.openxmlformats.org/officeDocument/2006/relationships/customXml" Target="../ink/ink1355.xml"/><Relationship Id="rId191" Type="http://schemas.openxmlformats.org/officeDocument/2006/relationships/image" Target="../media/image4340.png"/><Relationship Id="rId205" Type="http://schemas.openxmlformats.org/officeDocument/2006/relationships/image" Target="../media/image4411.png"/><Relationship Id="rId247" Type="http://schemas.openxmlformats.org/officeDocument/2006/relationships/image" Target="../media/image4620.png"/><Relationship Id="rId107" Type="http://schemas.openxmlformats.org/officeDocument/2006/relationships/image" Target="../media/image3860.png"/><Relationship Id="rId289" Type="http://schemas.openxmlformats.org/officeDocument/2006/relationships/image" Target="../media/image4830.png"/><Relationship Id="rId11" Type="http://schemas.openxmlformats.org/officeDocument/2006/relationships/image" Target="../media/image3380.png"/><Relationship Id="rId53" Type="http://schemas.openxmlformats.org/officeDocument/2006/relationships/image" Target="../media/image3590.png"/><Relationship Id="rId149" Type="http://schemas.openxmlformats.org/officeDocument/2006/relationships/image" Target="../media/image4130.png"/><Relationship Id="rId314" Type="http://schemas.openxmlformats.org/officeDocument/2006/relationships/customXml" Target="../ink/ink1443.xml"/><Relationship Id="rId95" Type="http://schemas.openxmlformats.org/officeDocument/2006/relationships/image" Target="../media/image3800.png"/><Relationship Id="rId160" Type="http://schemas.openxmlformats.org/officeDocument/2006/relationships/customXml" Target="../ink/ink1366.xml"/><Relationship Id="rId216" Type="http://schemas.openxmlformats.org/officeDocument/2006/relationships/customXml" Target="../ink/ink1394.xml"/><Relationship Id="rId258" Type="http://schemas.openxmlformats.org/officeDocument/2006/relationships/customXml" Target="../ink/ink1415.xml"/><Relationship Id="rId22" Type="http://schemas.openxmlformats.org/officeDocument/2006/relationships/customXml" Target="../ink/ink1297.xml"/><Relationship Id="rId64" Type="http://schemas.openxmlformats.org/officeDocument/2006/relationships/customXml" Target="../ink/ink1318.xml"/><Relationship Id="rId118" Type="http://schemas.openxmlformats.org/officeDocument/2006/relationships/customXml" Target="../ink/ink1345.xml"/><Relationship Id="rId171" Type="http://schemas.openxmlformats.org/officeDocument/2006/relationships/image" Target="../media/image4240.png"/><Relationship Id="rId227" Type="http://schemas.openxmlformats.org/officeDocument/2006/relationships/image" Target="../media/image4520.png"/><Relationship Id="rId269" Type="http://schemas.openxmlformats.org/officeDocument/2006/relationships/image" Target="../media/image4730.png"/><Relationship Id="rId33" Type="http://schemas.openxmlformats.org/officeDocument/2006/relationships/image" Target="../media/image3490.png"/><Relationship Id="rId129" Type="http://schemas.openxmlformats.org/officeDocument/2006/relationships/image" Target="../media/image3970.png"/><Relationship Id="rId280" Type="http://schemas.openxmlformats.org/officeDocument/2006/relationships/customXml" Target="../ink/ink1426.xml"/><Relationship Id="rId75" Type="http://schemas.openxmlformats.org/officeDocument/2006/relationships/image" Target="../media/image3700.png"/><Relationship Id="rId140" Type="http://schemas.openxmlformats.org/officeDocument/2006/relationships/customXml" Target="../ink/ink1356.xml"/><Relationship Id="rId182" Type="http://schemas.openxmlformats.org/officeDocument/2006/relationships/customXml" Target="../ink/ink1377.xml"/><Relationship Id="rId6" Type="http://schemas.openxmlformats.org/officeDocument/2006/relationships/customXml" Target="../ink/ink1289.xml"/><Relationship Id="rId238" Type="http://schemas.openxmlformats.org/officeDocument/2006/relationships/customXml" Target="../ink/ink1405.xml"/><Relationship Id="rId291" Type="http://schemas.openxmlformats.org/officeDocument/2006/relationships/image" Target="../media/image4840.png"/><Relationship Id="rId305" Type="http://schemas.openxmlformats.org/officeDocument/2006/relationships/image" Target="../media/image4911.png"/><Relationship Id="rId44" Type="http://schemas.openxmlformats.org/officeDocument/2006/relationships/customXml" Target="../ink/ink1308.xml"/><Relationship Id="rId86" Type="http://schemas.openxmlformats.org/officeDocument/2006/relationships/customXml" Target="../ink/ink1329.xml"/><Relationship Id="rId151" Type="http://schemas.openxmlformats.org/officeDocument/2006/relationships/image" Target="../media/image4140.png"/><Relationship Id="rId193" Type="http://schemas.openxmlformats.org/officeDocument/2006/relationships/image" Target="../media/image4350.png"/><Relationship Id="rId207" Type="http://schemas.openxmlformats.org/officeDocument/2006/relationships/image" Target="../media/image4420.png"/><Relationship Id="rId249" Type="http://schemas.openxmlformats.org/officeDocument/2006/relationships/image" Target="../media/image4630.png"/></Relationships>
</file>

<file path=ppt/slides/_rels/slide28.xml.rels><?xml version="1.0" encoding="UTF-8" standalone="yes"?>
<Relationships xmlns="http://schemas.openxmlformats.org/package/2006/relationships"><Relationship Id="rId117" Type="http://schemas.openxmlformats.org/officeDocument/2006/relationships/image" Target="../media/image3911.png"/><Relationship Id="rId299" Type="http://schemas.openxmlformats.org/officeDocument/2006/relationships/image" Target="../media/image5311.png"/><Relationship Id="rId21" Type="http://schemas.openxmlformats.org/officeDocument/2006/relationships/image" Target="../media/image3430.png"/><Relationship Id="rId63" Type="http://schemas.openxmlformats.org/officeDocument/2006/relationships/image" Target="../media/image3640.png"/><Relationship Id="rId159" Type="http://schemas.openxmlformats.org/officeDocument/2006/relationships/image" Target="../media/image4190.png"/><Relationship Id="rId324" Type="http://schemas.openxmlformats.org/officeDocument/2006/relationships/customXml" Target="../ink/ink1606.xml"/><Relationship Id="rId366" Type="http://schemas.openxmlformats.org/officeDocument/2006/relationships/customXml" Target="../ink/ink1627.xml"/><Relationship Id="rId170" Type="http://schemas.openxmlformats.org/officeDocument/2006/relationships/customXml" Target="../ink/ink1529.xml"/><Relationship Id="rId226" Type="http://schemas.openxmlformats.org/officeDocument/2006/relationships/customXml" Target="../ink/ink1557.xml"/><Relationship Id="rId268" Type="http://schemas.openxmlformats.org/officeDocument/2006/relationships/customXml" Target="../ink/ink1578.xml"/><Relationship Id="rId32" Type="http://schemas.openxmlformats.org/officeDocument/2006/relationships/customXml" Target="../ink/ink1460.xml"/><Relationship Id="rId74" Type="http://schemas.openxmlformats.org/officeDocument/2006/relationships/customXml" Target="../ink/ink1481.xml"/><Relationship Id="rId128" Type="http://schemas.openxmlformats.org/officeDocument/2006/relationships/customXml" Target="../ink/ink1508.xml"/><Relationship Id="rId335" Type="http://schemas.openxmlformats.org/officeDocument/2006/relationships/image" Target="../media/image2750.png"/><Relationship Id="rId5" Type="http://schemas.openxmlformats.org/officeDocument/2006/relationships/image" Target="../media/image3350.png"/><Relationship Id="rId181" Type="http://schemas.openxmlformats.org/officeDocument/2006/relationships/image" Target="../media/image4300.png"/><Relationship Id="rId237" Type="http://schemas.openxmlformats.org/officeDocument/2006/relationships/image" Target="../media/image5000.png"/><Relationship Id="rId279" Type="http://schemas.openxmlformats.org/officeDocument/2006/relationships/image" Target="../media/image5211.png"/><Relationship Id="rId43" Type="http://schemas.openxmlformats.org/officeDocument/2006/relationships/image" Target="../media/image3540.png"/><Relationship Id="rId139" Type="http://schemas.openxmlformats.org/officeDocument/2006/relationships/image" Target="../media/image4040.png"/><Relationship Id="rId290" Type="http://schemas.openxmlformats.org/officeDocument/2006/relationships/customXml" Target="../ink/ink1589.xml"/><Relationship Id="rId304" Type="http://schemas.openxmlformats.org/officeDocument/2006/relationships/customXml" Target="../ink/ink1596.xml"/><Relationship Id="rId346" Type="http://schemas.openxmlformats.org/officeDocument/2006/relationships/customXml" Target="../ink/ink1617.xml"/><Relationship Id="rId85" Type="http://schemas.openxmlformats.org/officeDocument/2006/relationships/image" Target="../media/image3750.png"/><Relationship Id="rId150" Type="http://schemas.openxmlformats.org/officeDocument/2006/relationships/customXml" Target="../ink/ink1519.xml"/><Relationship Id="rId192" Type="http://schemas.openxmlformats.org/officeDocument/2006/relationships/customXml" Target="../ink/ink1540.xml"/><Relationship Id="rId206" Type="http://schemas.openxmlformats.org/officeDocument/2006/relationships/customXml" Target="../ink/ink1547.xml"/><Relationship Id="rId248" Type="http://schemas.openxmlformats.org/officeDocument/2006/relationships/customXml" Target="../ink/ink1568.xml"/><Relationship Id="rId12" Type="http://schemas.openxmlformats.org/officeDocument/2006/relationships/customXml" Target="../ink/ink1450.xml"/><Relationship Id="rId108" Type="http://schemas.openxmlformats.org/officeDocument/2006/relationships/customXml" Target="../ink/ink1498.xml"/><Relationship Id="rId315" Type="http://schemas.openxmlformats.org/officeDocument/2006/relationships/image" Target="../media/image5390.png"/><Relationship Id="rId357" Type="http://schemas.openxmlformats.org/officeDocument/2006/relationships/image" Target="../media/image5590.png"/><Relationship Id="rId54" Type="http://schemas.openxmlformats.org/officeDocument/2006/relationships/customXml" Target="../ink/ink1471.xml"/><Relationship Id="rId96" Type="http://schemas.openxmlformats.org/officeDocument/2006/relationships/customXml" Target="../ink/ink1492.xml"/><Relationship Id="rId161" Type="http://schemas.openxmlformats.org/officeDocument/2006/relationships/image" Target="../media/image4200.png"/><Relationship Id="rId217" Type="http://schemas.openxmlformats.org/officeDocument/2006/relationships/image" Target="../media/image4480.png"/><Relationship Id="rId259" Type="http://schemas.openxmlformats.org/officeDocument/2006/relationships/image" Target="../media/image5111.png"/><Relationship Id="rId23" Type="http://schemas.openxmlformats.org/officeDocument/2006/relationships/image" Target="../media/image3440.png"/><Relationship Id="rId119" Type="http://schemas.openxmlformats.org/officeDocument/2006/relationships/image" Target="../media/image3920.png"/><Relationship Id="rId270" Type="http://schemas.openxmlformats.org/officeDocument/2006/relationships/customXml" Target="../ink/ink1579.xml"/><Relationship Id="rId326" Type="http://schemas.openxmlformats.org/officeDocument/2006/relationships/customXml" Target="../ink/ink1607.xml"/><Relationship Id="rId65" Type="http://schemas.openxmlformats.org/officeDocument/2006/relationships/image" Target="../media/image3650.png"/><Relationship Id="rId130" Type="http://schemas.openxmlformats.org/officeDocument/2006/relationships/customXml" Target="../ink/ink1509.xml"/><Relationship Id="rId172" Type="http://schemas.openxmlformats.org/officeDocument/2006/relationships/customXml" Target="../ink/ink1530.xml"/><Relationship Id="rId228" Type="http://schemas.openxmlformats.org/officeDocument/2006/relationships/customXml" Target="../ink/ink1558.xml"/><Relationship Id="rId281" Type="http://schemas.openxmlformats.org/officeDocument/2006/relationships/image" Target="../media/image5220.png"/><Relationship Id="rId337" Type="http://schemas.openxmlformats.org/officeDocument/2006/relationships/image" Target="../media/image5490.png"/><Relationship Id="rId34" Type="http://schemas.openxmlformats.org/officeDocument/2006/relationships/customXml" Target="../ink/ink1461.xml"/><Relationship Id="rId76" Type="http://schemas.openxmlformats.org/officeDocument/2006/relationships/customXml" Target="../ink/ink1482.xml"/><Relationship Id="rId141" Type="http://schemas.openxmlformats.org/officeDocument/2006/relationships/image" Target="../media/image4050.png"/><Relationship Id="rId7" Type="http://schemas.openxmlformats.org/officeDocument/2006/relationships/image" Target="../media/image3360.png"/><Relationship Id="rId183" Type="http://schemas.openxmlformats.org/officeDocument/2006/relationships/image" Target="../media/image4311.png"/><Relationship Id="rId239" Type="http://schemas.openxmlformats.org/officeDocument/2006/relationships/image" Target="../media/image5011.png"/><Relationship Id="rId250" Type="http://schemas.openxmlformats.org/officeDocument/2006/relationships/customXml" Target="../ink/ink1569.xml"/><Relationship Id="rId292" Type="http://schemas.openxmlformats.org/officeDocument/2006/relationships/customXml" Target="../ink/ink1590.xml"/><Relationship Id="rId306" Type="http://schemas.openxmlformats.org/officeDocument/2006/relationships/customXml" Target="../ink/ink1597.xml"/><Relationship Id="rId45" Type="http://schemas.openxmlformats.org/officeDocument/2006/relationships/image" Target="../media/image3550.png"/><Relationship Id="rId87" Type="http://schemas.openxmlformats.org/officeDocument/2006/relationships/image" Target="../media/image3760.png"/><Relationship Id="rId110" Type="http://schemas.openxmlformats.org/officeDocument/2006/relationships/customXml" Target="../ink/ink1499.xml"/><Relationship Id="rId348" Type="http://schemas.openxmlformats.org/officeDocument/2006/relationships/customXml" Target="../ink/ink1618.xml"/><Relationship Id="rId152" Type="http://schemas.openxmlformats.org/officeDocument/2006/relationships/customXml" Target="../ink/ink1520.xml"/><Relationship Id="rId194" Type="http://schemas.openxmlformats.org/officeDocument/2006/relationships/customXml" Target="../ink/ink1541.xml"/><Relationship Id="rId208" Type="http://schemas.openxmlformats.org/officeDocument/2006/relationships/customXml" Target="../ink/ink1548.xml"/><Relationship Id="rId261" Type="http://schemas.openxmlformats.org/officeDocument/2006/relationships/image" Target="../media/image5120.png"/><Relationship Id="rId14" Type="http://schemas.openxmlformats.org/officeDocument/2006/relationships/customXml" Target="../ink/ink1451.xml"/><Relationship Id="rId56" Type="http://schemas.openxmlformats.org/officeDocument/2006/relationships/customXml" Target="../ink/ink1472.xml"/><Relationship Id="rId317" Type="http://schemas.openxmlformats.org/officeDocument/2006/relationships/image" Target="../media/image5400.png"/><Relationship Id="rId359" Type="http://schemas.openxmlformats.org/officeDocument/2006/relationships/image" Target="../media/image5600.png"/><Relationship Id="rId98" Type="http://schemas.openxmlformats.org/officeDocument/2006/relationships/customXml" Target="../ink/ink1493.xml"/><Relationship Id="rId121" Type="http://schemas.openxmlformats.org/officeDocument/2006/relationships/image" Target="../media/image3930.png"/><Relationship Id="rId163" Type="http://schemas.openxmlformats.org/officeDocument/2006/relationships/image" Target="../media/image4211.png"/><Relationship Id="rId219" Type="http://schemas.openxmlformats.org/officeDocument/2006/relationships/image" Target="../media/image4490.png"/><Relationship Id="rId230" Type="http://schemas.openxmlformats.org/officeDocument/2006/relationships/customXml" Target="../ink/ink1559.xml"/><Relationship Id="rId25" Type="http://schemas.openxmlformats.org/officeDocument/2006/relationships/image" Target="../media/image3450.png"/><Relationship Id="rId67" Type="http://schemas.openxmlformats.org/officeDocument/2006/relationships/image" Target="../media/image3660.png"/><Relationship Id="rId272" Type="http://schemas.openxmlformats.org/officeDocument/2006/relationships/customXml" Target="../ink/ink1580.xml"/><Relationship Id="rId328" Type="http://schemas.openxmlformats.org/officeDocument/2006/relationships/customXml" Target="../ink/ink1608.xml"/><Relationship Id="rId132" Type="http://schemas.openxmlformats.org/officeDocument/2006/relationships/customXml" Target="../ink/ink1510.xml"/><Relationship Id="rId174" Type="http://schemas.openxmlformats.org/officeDocument/2006/relationships/customXml" Target="../ink/ink1531.xml"/><Relationship Id="rId220" Type="http://schemas.openxmlformats.org/officeDocument/2006/relationships/customXml" Target="../ink/ink1554.xml"/><Relationship Id="rId241" Type="http://schemas.openxmlformats.org/officeDocument/2006/relationships/image" Target="../media/image5020.png"/><Relationship Id="rId15" Type="http://schemas.openxmlformats.org/officeDocument/2006/relationships/image" Target="../media/image3400.png"/><Relationship Id="rId36" Type="http://schemas.openxmlformats.org/officeDocument/2006/relationships/customXml" Target="../ink/ink1462.xml"/><Relationship Id="rId57" Type="http://schemas.openxmlformats.org/officeDocument/2006/relationships/image" Target="../media/image3611.png"/><Relationship Id="rId262" Type="http://schemas.openxmlformats.org/officeDocument/2006/relationships/customXml" Target="../ink/ink1575.xml"/><Relationship Id="rId283" Type="http://schemas.openxmlformats.org/officeDocument/2006/relationships/image" Target="../media/image5230.png"/><Relationship Id="rId318" Type="http://schemas.openxmlformats.org/officeDocument/2006/relationships/customXml" Target="../ink/ink1603.xml"/><Relationship Id="rId339" Type="http://schemas.openxmlformats.org/officeDocument/2006/relationships/image" Target="../media/image5500.png"/><Relationship Id="rId78" Type="http://schemas.openxmlformats.org/officeDocument/2006/relationships/customXml" Target="../ink/ink1483.xml"/><Relationship Id="rId99" Type="http://schemas.openxmlformats.org/officeDocument/2006/relationships/image" Target="../media/image3820.png"/><Relationship Id="rId101" Type="http://schemas.openxmlformats.org/officeDocument/2006/relationships/image" Target="../media/image3830.png"/><Relationship Id="rId122" Type="http://schemas.openxmlformats.org/officeDocument/2006/relationships/customXml" Target="../ink/ink1505.xml"/><Relationship Id="rId143" Type="http://schemas.openxmlformats.org/officeDocument/2006/relationships/image" Target="../media/image4060.png"/><Relationship Id="rId164" Type="http://schemas.openxmlformats.org/officeDocument/2006/relationships/customXml" Target="../ink/ink1526.xml"/><Relationship Id="rId185" Type="http://schemas.openxmlformats.org/officeDocument/2006/relationships/image" Target="../media/image4320.png"/><Relationship Id="rId350" Type="http://schemas.openxmlformats.org/officeDocument/2006/relationships/customXml" Target="../ink/ink1619.xml"/><Relationship Id="rId9" Type="http://schemas.openxmlformats.org/officeDocument/2006/relationships/image" Target="../media/image3370.png"/><Relationship Id="rId210" Type="http://schemas.openxmlformats.org/officeDocument/2006/relationships/customXml" Target="../ink/ink1549.xml"/><Relationship Id="rId26" Type="http://schemas.openxmlformats.org/officeDocument/2006/relationships/customXml" Target="../ink/ink1457.xml"/><Relationship Id="rId231" Type="http://schemas.openxmlformats.org/officeDocument/2006/relationships/image" Target="../media/image4970.png"/><Relationship Id="rId252" Type="http://schemas.openxmlformats.org/officeDocument/2006/relationships/customXml" Target="../ink/ink1570.xml"/><Relationship Id="rId273" Type="http://schemas.openxmlformats.org/officeDocument/2006/relationships/image" Target="../media/image5180.png"/><Relationship Id="rId294" Type="http://schemas.openxmlformats.org/officeDocument/2006/relationships/customXml" Target="../ink/ink1591.xml"/><Relationship Id="rId308" Type="http://schemas.openxmlformats.org/officeDocument/2006/relationships/customXml" Target="../ink/ink1598.xml"/><Relationship Id="rId329" Type="http://schemas.openxmlformats.org/officeDocument/2006/relationships/image" Target="../media/image5460.png"/><Relationship Id="rId47" Type="http://schemas.openxmlformats.org/officeDocument/2006/relationships/image" Target="../media/image3560.png"/><Relationship Id="rId68" Type="http://schemas.openxmlformats.org/officeDocument/2006/relationships/customXml" Target="../ink/ink1478.xml"/><Relationship Id="rId89" Type="http://schemas.openxmlformats.org/officeDocument/2006/relationships/image" Target="../media/image3770.png"/><Relationship Id="rId112" Type="http://schemas.openxmlformats.org/officeDocument/2006/relationships/customXml" Target="../ink/ink1500.xml"/><Relationship Id="rId133" Type="http://schemas.openxmlformats.org/officeDocument/2006/relationships/image" Target="../media/image3990.png"/><Relationship Id="rId154" Type="http://schemas.openxmlformats.org/officeDocument/2006/relationships/customXml" Target="../ink/ink1521.xml"/><Relationship Id="rId175" Type="http://schemas.openxmlformats.org/officeDocument/2006/relationships/image" Target="../media/image4270.png"/><Relationship Id="rId340" Type="http://schemas.openxmlformats.org/officeDocument/2006/relationships/customXml" Target="../ink/ink1614.xml"/><Relationship Id="rId361" Type="http://schemas.openxmlformats.org/officeDocument/2006/relationships/image" Target="../media/image5611.png"/><Relationship Id="rId196" Type="http://schemas.openxmlformats.org/officeDocument/2006/relationships/customXml" Target="../ink/ink1542.xml"/><Relationship Id="rId200" Type="http://schemas.openxmlformats.org/officeDocument/2006/relationships/customXml" Target="../ink/ink1544.xml"/><Relationship Id="rId16" Type="http://schemas.openxmlformats.org/officeDocument/2006/relationships/customXml" Target="../ink/ink1452.xml"/><Relationship Id="rId221" Type="http://schemas.openxmlformats.org/officeDocument/2006/relationships/image" Target="../media/image4500.png"/><Relationship Id="rId242" Type="http://schemas.openxmlformats.org/officeDocument/2006/relationships/customXml" Target="../ink/ink1565.xml"/><Relationship Id="rId263" Type="http://schemas.openxmlformats.org/officeDocument/2006/relationships/image" Target="../media/image5130.png"/><Relationship Id="rId284" Type="http://schemas.openxmlformats.org/officeDocument/2006/relationships/customXml" Target="../ink/ink1586.xml"/><Relationship Id="rId319" Type="http://schemas.openxmlformats.org/officeDocument/2006/relationships/image" Target="../media/image5411.png"/><Relationship Id="rId37" Type="http://schemas.openxmlformats.org/officeDocument/2006/relationships/image" Target="../media/image3511.png"/><Relationship Id="rId58" Type="http://schemas.openxmlformats.org/officeDocument/2006/relationships/customXml" Target="../ink/ink1473.xml"/><Relationship Id="rId79" Type="http://schemas.openxmlformats.org/officeDocument/2006/relationships/image" Target="../media/image3720.png"/><Relationship Id="rId102" Type="http://schemas.openxmlformats.org/officeDocument/2006/relationships/customXml" Target="../ink/ink1495.xml"/><Relationship Id="rId123" Type="http://schemas.openxmlformats.org/officeDocument/2006/relationships/image" Target="../media/image3940.png"/><Relationship Id="rId144" Type="http://schemas.openxmlformats.org/officeDocument/2006/relationships/customXml" Target="../ink/ink1516.xml"/><Relationship Id="rId330" Type="http://schemas.openxmlformats.org/officeDocument/2006/relationships/customXml" Target="../ink/ink1609.xml"/><Relationship Id="rId90" Type="http://schemas.openxmlformats.org/officeDocument/2006/relationships/customXml" Target="../ink/ink1489.xml"/><Relationship Id="rId165" Type="http://schemas.openxmlformats.org/officeDocument/2006/relationships/image" Target="../media/image4220.png"/><Relationship Id="rId186" Type="http://schemas.openxmlformats.org/officeDocument/2006/relationships/customXml" Target="../ink/ink1537.xml"/><Relationship Id="rId351" Type="http://schemas.openxmlformats.org/officeDocument/2006/relationships/image" Target="../media/image5560.png"/><Relationship Id="rId211" Type="http://schemas.openxmlformats.org/officeDocument/2006/relationships/image" Target="../media/image4450.png"/><Relationship Id="rId232" Type="http://schemas.openxmlformats.org/officeDocument/2006/relationships/customXml" Target="../ink/ink1560.xml"/><Relationship Id="rId253" Type="http://schemas.openxmlformats.org/officeDocument/2006/relationships/image" Target="../media/image5080.png"/><Relationship Id="rId274" Type="http://schemas.openxmlformats.org/officeDocument/2006/relationships/customXml" Target="../ink/ink1581.xml"/><Relationship Id="rId295" Type="http://schemas.openxmlformats.org/officeDocument/2006/relationships/image" Target="../media/image5290.png"/><Relationship Id="rId309" Type="http://schemas.openxmlformats.org/officeDocument/2006/relationships/image" Target="../media/image5360.png"/><Relationship Id="rId27" Type="http://schemas.openxmlformats.org/officeDocument/2006/relationships/image" Target="../media/image3460.png"/><Relationship Id="rId48" Type="http://schemas.openxmlformats.org/officeDocument/2006/relationships/customXml" Target="../ink/ink1468.xml"/><Relationship Id="rId69" Type="http://schemas.openxmlformats.org/officeDocument/2006/relationships/image" Target="../media/image3670.png"/><Relationship Id="rId113" Type="http://schemas.openxmlformats.org/officeDocument/2006/relationships/image" Target="../media/image3890.png"/><Relationship Id="rId134" Type="http://schemas.openxmlformats.org/officeDocument/2006/relationships/customXml" Target="../ink/ink1511.xml"/><Relationship Id="rId320" Type="http://schemas.openxmlformats.org/officeDocument/2006/relationships/customXml" Target="../ink/ink1604.xml"/><Relationship Id="rId80" Type="http://schemas.openxmlformats.org/officeDocument/2006/relationships/customXml" Target="../ink/ink1484.xml"/><Relationship Id="rId155" Type="http://schemas.openxmlformats.org/officeDocument/2006/relationships/image" Target="../media/image4170.png"/><Relationship Id="rId176" Type="http://schemas.openxmlformats.org/officeDocument/2006/relationships/customXml" Target="../ink/ink1532.xml"/><Relationship Id="rId197" Type="http://schemas.openxmlformats.org/officeDocument/2006/relationships/image" Target="../media/image4380.png"/><Relationship Id="rId341" Type="http://schemas.openxmlformats.org/officeDocument/2006/relationships/image" Target="../media/image5511.png"/><Relationship Id="rId362" Type="http://schemas.openxmlformats.org/officeDocument/2006/relationships/customXml" Target="../ink/ink1625.xml"/><Relationship Id="rId201" Type="http://schemas.openxmlformats.org/officeDocument/2006/relationships/image" Target="../media/image4400.png"/><Relationship Id="rId222" Type="http://schemas.openxmlformats.org/officeDocument/2006/relationships/customXml" Target="../ink/ink1555.xml"/><Relationship Id="rId243" Type="http://schemas.openxmlformats.org/officeDocument/2006/relationships/image" Target="../media/image5030.png"/><Relationship Id="rId264" Type="http://schemas.openxmlformats.org/officeDocument/2006/relationships/customXml" Target="../ink/ink1576.xml"/><Relationship Id="rId285" Type="http://schemas.openxmlformats.org/officeDocument/2006/relationships/image" Target="../media/image5240.png"/><Relationship Id="rId17" Type="http://schemas.openxmlformats.org/officeDocument/2006/relationships/image" Target="../media/image3411.png"/><Relationship Id="rId38" Type="http://schemas.openxmlformats.org/officeDocument/2006/relationships/customXml" Target="../ink/ink1463.xml"/><Relationship Id="rId59" Type="http://schemas.openxmlformats.org/officeDocument/2006/relationships/image" Target="../media/image3620.png"/><Relationship Id="rId103" Type="http://schemas.openxmlformats.org/officeDocument/2006/relationships/image" Target="../media/image3840.png"/><Relationship Id="rId124" Type="http://schemas.openxmlformats.org/officeDocument/2006/relationships/customXml" Target="../ink/ink1506.xml"/><Relationship Id="rId310" Type="http://schemas.openxmlformats.org/officeDocument/2006/relationships/customXml" Target="../ink/ink1599.xml"/><Relationship Id="rId70" Type="http://schemas.openxmlformats.org/officeDocument/2006/relationships/customXml" Target="../ink/ink1479.xml"/><Relationship Id="rId91" Type="http://schemas.openxmlformats.org/officeDocument/2006/relationships/image" Target="../media/image3780.png"/><Relationship Id="rId145" Type="http://schemas.openxmlformats.org/officeDocument/2006/relationships/image" Target="../media/image4070.png"/><Relationship Id="rId166" Type="http://schemas.openxmlformats.org/officeDocument/2006/relationships/customXml" Target="../ink/ink1527.xml"/><Relationship Id="rId187" Type="http://schemas.openxmlformats.org/officeDocument/2006/relationships/image" Target="../media/image4330.png"/><Relationship Id="rId331" Type="http://schemas.openxmlformats.org/officeDocument/2006/relationships/image" Target="../media/image5470.png"/><Relationship Id="rId352" Type="http://schemas.openxmlformats.org/officeDocument/2006/relationships/customXml" Target="../ink/ink1620.xml"/><Relationship Id="rId1" Type="http://schemas.openxmlformats.org/officeDocument/2006/relationships/slideLayout" Target="../slideLayouts/slideLayout7.xml"/><Relationship Id="rId212" Type="http://schemas.openxmlformats.org/officeDocument/2006/relationships/customXml" Target="../ink/ink1550.xml"/><Relationship Id="rId233" Type="http://schemas.openxmlformats.org/officeDocument/2006/relationships/image" Target="../media/image4980.png"/><Relationship Id="rId254" Type="http://schemas.openxmlformats.org/officeDocument/2006/relationships/customXml" Target="../ink/ink1571.xml"/><Relationship Id="rId28" Type="http://schemas.openxmlformats.org/officeDocument/2006/relationships/customXml" Target="../ink/ink1458.xml"/><Relationship Id="rId49" Type="http://schemas.openxmlformats.org/officeDocument/2006/relationships/image" Target="../media/image3570.png"/><Relationship Id="rId114" Type="http://schemas.openxmlformats.org/officeDocument/2006/relationships/customXml" Target="../ink/ink1501.xml"/><Relationship Id="rId275" Type="http://schemas.openxmlformats.org/officeDocument/2006/relationships/image" Target="../media/image5190.png"/><Relationship Id="rId296" Type="http://schemas.openxmlformats.org/officeDocument/2006/relationships/customXml" Target="../ink/ink1592.xml"/><Relationship Id="rId300" Type="http://schemas.openxmlformats.org/officeDocument/2006/relationships/customXml" Target="../ink/ink1594.xml"/><Relationship Id="rId60" Type="http://schemas.openxmlformats.org/officeDocument/2006/relationships/customXml" Target="../ink/ink1474.xml"/><Relationship Id="rId81" Type="http://schemas.openxmlformats.org/officeDocument/2006/relationships/image" Target="../media/image3730.png"/><Relationship Id="rId135" Type="http://schemas.openxmlformats.org/officeDocument/2006/relationships/image" Target="../media/image4020.png"/><Relationship Id="rId156" Type="http://schemas.openxmlformats.org/officeDocument/2006/relationships/customXml" Target="../ink/ink1522.xml"/><Relationship Id="rId177" Type="http://schemas.openxmlformats.org/officeDocument/2006/relationships/image" Target="../media/image4280.png"/><Relationship Id="rId198" Type="http://schemas.openxmlformats.org/officeDocument/2006/relationships/customXml" Target="../ink/ink1543.xml"/><Relationship Id="rId321" Type="http://schemas.openxmlformats.org/officeDocument/2006/relationships/image" Target="../media/image5420.png"/><Relationship Id="rId342" Type="http://schemas.openxmlformats.org/officeDocument/2006/relationships/customXml" Target="../ink/ink1615.xml"/><Relationship Id="rId363" Type="http://schemas.openxmlformats.org/officeDocument/2006/relationships/image" Target="../media/image5620.png"/><Relationship Id="rId202" Type="http://schemas.openxmlformats.org/officeDocument/2006/relationships/customXml" Target="../ink/ink1545.xml"/><Relationship Id="rId223" Type="http://schemas.openxmlformats.org/officeDocument/2006/relationships/image" Target="../media/image4930.png"/><Relationship Id="rId244" Type="http://schemas.openxmlformats.org/officeDocument/2006/relationships/customXml" Target="../ink/ink1566.xml"/><Relationship Id="rId18" Type="http://schemas.openxmlformats.org/officeDocument/2006/relationships/customXml" Target="../ink/ink1453.xml"/><Relationship Id="rId39" Type="http://schemas.openxmlformats.org/officeDocument/2006/relationships/image" Target="../media/image3520.png"/><Relationship Id="rId265" Type="http://schemas.openxmlformats.org/officeDocument/2006/relationships/image" Target="../media/image5140.png"/><Relationship Id="rId286" Type="http://schemas.openxmlformats.org/officeDocument/2006/relationships/customXml" Target="../ink/ink1587.xml"/><Relationship Id="rId50" Type="http://schemas.openxmlformats.org/officeDocument/2006/relationships/customXml" Target="../ink/ink1469.xml"/><Relationship Id="rId104" Type="http://schemas.openxmlformats.org/officeDocument/2006/relationships/customXml" Target="../ink/ink1496.xml"/><Relationship Id="rId125" Type="http://schemas.openxmlformats.org/officeDocument/2006/relationships/image" Target="../media/image3950.png"/><Relationship Id="rId146" Type="http://schemas.openxmlformats.org/officeDocument/2006/relationships/customXml" Target="../ink/ink1517.xml"/><Relationship Id="rId167" Type="http://schemas.openxmlformats.org/officeDocument/2006/relationships/image" Target="../media/image4230.png"/><Relationship Id="rId188" Type="http://schemas.openxmlformats.org/officeDocument/2006/relationships/customXml" Target="../ink/ink1538.xml"/><Relationship Id="rId311" Type="http://schemas.openxmlformats.org/officeDocument/2006/relationships/image" Target="../media/image5370.png"/><Relationship Id="rId332" Type="http://schemas.openxmlformats.org/officeDocument/2006/relationships/customXml" Target="../ink/ink1610.xml"/><Relationship Id="rId353" Type="http://schemas.openxmlformats.org/officeDocument/2006/relationships/image" Target="../media/image5570.png"/><Relationship Id="rId71" Type="http://schemas.openxmlformats.org/officeDocument/2006/relationships/image" Target="../media/image3680.png"/><Relationship Id="rId92" Type="http://schemas.openxmlformats.org/officeDocument/2006/relationships/customXml" Target="../ink/ink1490.xml"/><Relationship Id="rId213" Type="http://schemas.openxmlformats.org/officeDocument/2006/relationships/image" Target="../media/image4460.png"/><Relationship Id="rId234" Type="http://schemas.openxmlformats.org/officeDocument/2006/relationships/customXml" Target="../ink/ink1561.xml"/><Relationship Id="rId2" Type="http://schemas.openxmlformats.org/officeDocument/2006/relationships/customXml" Target="../ink/ink1445.xml"/><Relationship Id="rId29" Type="http://schemas.openxmlformats.org/officeDocument/2006/relationships/image" Target="../media/image3470.png"/><Relationship Id="rId255" Type="http://schemas.openxmlformats.org/officeDocument/2006/relationships/image" Target="../media/image5090.png"/><Relationship Id="rId276" Type="http://schemas.openxmlformats.org/officeDocument/2006/relationships/customXml" Target="../ink/ink1582.xml"/><Relationship Id="rId297" Type="http://schemas.openxmlformats.org/officeDocument/2006/relationships/image" Target="../media/image5300.png"/><Relationship Id="rId40" Type="http://schemas.openxmlformats.org/officeDocument/2006/relationships/customXml" Target="../ink/ink1464.xml"/><Relationship Id="rId115" Type="http://schemas.openxmlformats.org/officeDocument/2006/relationships/image" Target="../media/image3900.png"/><Relationship Id="rId136" Type="http://schemas.openxmlformats.org/officeDocument/2006/relationships/customXml" Target="../ink/ink1512.xml"/><Relationship Id="rId157" Type="http://schemas.openxmlformats.org/officeDocument/2006/relationships/image" Target="../media/image4180.png"/><Relationship Id="rId178" Type="http://schemas.openxmlformats.org/officeDocument/2006/relationships/customXml" Target="../ink/ink1533.xml"/><Relationship Id="rId301" Type="http://schemas.openxmlformats.org/officeDocument/2006/relationships/image" Target="../media/image5320.png"/><Relationship Id="rId322" Type="http://schemas.openxmlformats.org/officeDocument/2006/relationships/customXml" Target="../ink/ink1605.xml"/><Relationship Id="rId343" Type="http://schemas.openxmlformats.org/officeDocument/2006/relationships/image" Target="../media/image5520.png"/><Relationship Id="rId364" Type="http://schemas.openxmlformats.org/officeDocument/2006/relationships/customXml" Target="../ink/ink1626.xml"/><Relationship Id="rId61" Type="http://schemas.openxmlformats.org/officeDocument/2006/relationships/image" Target="../media/image3630.png"/><Relationship Id="rId82" Type="http://schemas.openxmlformats.org/officeDocument/2006/relationships/customXml" Target="../ink/ink1485.xml"/><Relationship Id="rId199" Type="http://schemas.openxmlformats.org/officeDocument/2006/relationships/image" Target="../media/image4390.png"/><Relationship Id="rId203" Type="http://schemas.openxmlformats.org/officeDocument/2006/relationships/image" Target="../media/image4411.png"/><Relationship Id="rId19" Type="http://schemas.openxmlformats.org/officeDocument/2006/relationships/image" Target="../media/image3420.png"/><Relationship Id="rId224" Type="http://schemas.openxmlformats.org/officeDocument/2006/relationships/customXml" Target="../ink/ink1556.xml"/><Relationship Id="rId245" Type="http://schemas.openxmlformats.org/officeDocument/2006/relationships/image" Target="../media/image5040.png"/><Relationship Id="rId266" Type="http://schemas.openxmlformats.org/officeDocument/2006/relationships/customXml" Target="../ink/ink1577.xml"/><Relationship Id="rId287" Type="http://schemas.openxmlformats.org/officeDocument/2006/relationships/image" Target="../media/image5250.png"/><Relationship Id="rId30" Type="http://schemas.openxmlformats.org/officeDocument/2006/relationships/customXml" Target="../ink/ink1459.xml"/><Relationship Id="rId105" Type="http://schemas.openxmlformats.org/officeDocument/2006/relationships/image" Target="../media/image3850.png"/><Relationship Id="rId126" Type="http://schemas.openxmlformats.org/officeDocument/2006/relationships/customXml" Target="../ink/ink1507.xml"/><Relationship Id="rId147" Type="http://schemas.openxmlformats.org/officeDocument/2006/relationships/image" Target="../media/image4080.png"/><Relationship Id="rId168" Type="http://schemas.openxmlformats.org/officeDocument/2006/relationships/customXml" Target="../ink/ink1528.xml"/><Relationship Id="rId312" Type="http://schemas.openxmlformats.org/officeDocument/2006/relationships/customXml" Target="../ink/ink1600.xml"/><Relationship Id="rId333" Type="http://schemas.openxmlformats.org/officeDocument/2006/relationships/image" Target="../media/image5480.png"/><Relationship Id="rId354" Type="http://schemas.openxmlformats.org/officeDocument/2006/relationships/customXml" Target="../ink/ink1621.xml"/><Relationship Id="rId51" Type="http://schemas.openxmlformats.org/officeDocument/2006/relationships/image" Target="../media/image3580.png"/><Relationship Id="rId72" Type="http://schemas.openxmlformats.org/officeDocument/2006/relationships/customXml" Target="../ink/ink1480.xml"/><Relationship Id="rId93" Type="http://schemas.openxmlformats.org/officeDocument/2006/relationships/image" Target="../media/image3790.png"/><Relationship Id="rId189" Type="http://schemas.openxmlformats.org/officeDocument/2006/relationships/image" Target="../media/image4340.png"/><Relationship Id="rId3" Type="http://schemas.openxmlformats.org/officeDocument/2006/relationships/image" Target="../media/image3340.png"/><Relationship Id="rId214" Type="http://schemas.openxmlformats.org/officeDocument/2006/relationships/customXml" Target="../ink/ink1551.xml"/><Relationship Id="rId235" Type="http://schemas.openxmlformats.org/officeDocument/2006/relationships/image" Target="../media/image4990.png"/><Relationship Id="rId256" Type="http://schemas.openxmlformats.org/officeDocument/2006/relationships/customXml" Target="../ink/ink1572.xml"/><Relationship Id="rId277" Type="http://schemas.openxmlformats.org/officeDocument/2006/relationships/image" Target="../media/image5200.png"/><Relationship Id="rId298" Type="http://schemas.openxmlformats.org/officeDocument/2006/relationships/customXml" Target="../ink/ink1593.xml"/><Relationship Id="rId116" Type="http://schemas.openxmlformats.org/officeDocument/2006/relationships/customXml" Target="../ink/ink1502.xml"/><Relationship Id="rId137" Type="http://schemas.openxmlformats.org/officeDocument/2006/relationships/image" Target="../media/image4030.png"/><Relationship Id="rId158" Type="http://schemas.openxmlformats.org/officeDocument/2006/relationships/customXml" Target="../ink/ink1523.xml"/><Relationship Id="rId302" Type="http://schemas.openxmlformats.org/officeDocument/2006/relationships/customXml" Target="../ink/ink1595.xml"/><Relationship Id="rId323" Type="http://schemas.openxmlformats.org/officeDocument/2006/relationships/image" Target="../media/image5430.png"/><Relationship Id="rId344" Type="http://schemas.openxmlformats.org/officeDocument/2006/relationships/customXml" Target="../ink/ink1616.xml"/><Relationship Id="rId20" Type="http://schemas.openxmlformats.org/officeDocument/2006/relationships/customXml" Target="../ink/ink1454.xml"/><Relationship Id="rId41" Type="http://schemas.openxmlformats.org/officeDocument/2006/relationships/image" Target="../media/image3530.png"/><Relationship Id="rId62" Type="http://schemas.openxmlformats.org/officeDocument/2006/relationships/customXml" Target="../ink/ink1475.xml"/><Relationship Id="rId83" Type="http://schemas.openxmlformats.org/officeDocument/2006/relationships/image" Target="../media/image3740.png"/><Relationship Id="rId179" Type="http://schemas.openxmlformats.org/officeDocument/2006/relationships/image" Target="../media/image4290.png"/><Relationship Id="rId365" Type="http://schemas.openxmlformats.org/officeDocument/2006/relationships/image" Target="../media/image5630.png"/><Relationship Id="rId190" Type="http://schemas.openxmlformats.org/officeDocument/2006/relationships/customXml" Target="../ink/ink1539.xml"/><Relationship Id="rId204" Type="http://schemas.openxmlformats.org/officeDocument/2006/relationships/customXml" Target="../ink/ink1546.xml"/><Relationship Id="rId225" Type="http://schemas.openxmlformats.org/officeDocument/2006/relationships/image" Target="../media/image4940.png"/><Relationship Id="rId246" Type="http://schemas.openxmlformats.org/officeDocument/2006/relationships/customXml" Target="../ink/ink1567.xml"/><Relationship Id="rId267" Type="http://schemas.openxmlformats.org/officeDocument/2006/relationships/image" Target="../media/image5150.png"/><Relationship Id="rId288" Type="http://schemas.openxmlformats.org/officeDocument/2006/relationships/customXml" Target="../ink/ink1588.xml"/><Relationship Id="rId106" Type="http://schemas.openxmlformats.org/officeDocument/2006/relationships/customXml" Target="../ink/ink1497.xml"/><Relationship Id="rId127" Type="http://schemas.openxmlformats.org/officeDocument/2006/relationships/image" Target="../media/image3960.png"/><Relationship Id="rId313" Type="http://schemas.openxmlformats.org/officeDocument/2006/relationships/image" Target="../media/image5380.png"/><Relationship Id="rId10" Type="http://schemas.openxmlformats.org/officeDocument/2006/relationships/customXml" Target="../ink/ink1449.xml"/><Relationship Id="rId31" Type="http://schemas.openxmlformats.org/officeDocument/2006/relationships/image" Target="../media/image3480.png"/><Relationship Id="rId52" Type="http://schemas.openxmlformats.org/officeDocument/2006/relationships/customXml" Target="../ink/ink1470.xml"/><Relationship Id="rId73" Type="http://schemas.openxmlformats.org/officeDocument/2006/relationships/image" Target="../media/image3690.png"/><Relationship Id="rId94" Type="http://schemas.openxmlformats.org/officeDocument/2006/relationships/customXml" Target="../ink/ink1491.xml"/><Relationship Id="rId148" Type="http://schemas.openxmlformats.org/officeDocument/2006/relationships/customXml" Target="../ink/ink1518.xml"/><Relationship Id="rId169" Type="http://schemas.openxmlformats.org/officeDocument/2006/relationships/image" Target="../media/image4240.png"/><Relationship Id="rId334" Type="http://schemas.openxmlformats.org/officeDocument/2006/relationships/customXml" Target="../ink/ink1611.xml"/><Relationship Id="rId355" Type="http://schemas.openxmlformats.org/officeDocument/2006/relationships/image" Target="../media/image5580.png"/><Relationship Id="rId4" Type="http://schemas.openxmlformats.org/officeDocument/2006/relationships/customXml" Target="../ink/ink1446.xml"/><Relationship Id="rId180" Type="http://schemas.openxmlformats.org/officeDocument/2006/relationships/customXml" Target="../ink/ink1534.xml"/><Relationship Id="rId215" Type="http://schemas.openxmlformats.org/officeDocument/2006/relationships/image" Target="../media/image4470.png"/><Relationship Id="rId236" Type="http://schemas.openxmlformats.org/officeDocument/2006/relationships/customXml" Target="../ink/ink1562.xml"/><Relationship Id="rId257" Type="http://schemas.openxmlformats.org/officeDocument/2006/relationships/image" Target="../media/image5101.png"/><Relationship Id="rId278" Type="http://schemas.openxmlformats.org/officeDocument/2006/relationships/customXml" Target="../ink/ink1583.xml"/><Relationship Id="rId303" Type="http://schemas.openxmlformats.org/officeDocument/2006/relationships/image" Target="../media/image5330.png"/><Relationship Id="rId42" Type="http://schemas.openxmlformats.org/officeDocument/2006/relationships/customXml" Target="../ink/ink1465.xml"/><Relationship Id="rId84" Type="http://schemas.openxmlformats.org/officeDocument/2006/relationships/customXml" Target="../ink/ink1486.xml"/><Relationship Id="rId138" Type="http://schemas.openxmlformats.org/officeDocument/2006/relationships/customXml" Target="../ink/ink1513.xml"/><Relationship Id="rId345" Type="http://schemas.openxmlformats.org/officeDocument/2006/relationships/image" Target="../media/image5530.png"/><Relationship Id="rId191" Type="http://schemas.openxmlformats.org/officeDocument/2006/relationships/image" Target="../media/image4350.png"/><Relationship Id="rId205" Type="http://schemas.openxmlformats.org/officeDocument/2006/relationships/image" Target="../media/image4420.png"/><Relationship Id="rId247" Type="http://schemas.openxmlformats.org/officeDocument/2006/relationships/image" Target="../media/image5050.png"/><Relationship Id="rId107" Type="http://schemas.openxmlformats.org/officeDocument/2006/relationships/image" Target="../media/image3860.png"/><Relationship Id="rId289" Type="http://schemas.openxmlformats.org/officeDocument/2006/relationships/image" Target="../media/image5260.png"/><Relationship Id="rId11" Type="http://schemas.openxmlformats.org/officeDocument/2006/relationships/image" Target="../media/image3380.png"/><Relationship Id="rId53" Type="http://schemas.openxmlformats.org/officeDocument/2006/relationships/image" Target="../media/image3590.png"/><Relationship Id="rId149" Type="http://schemas.openxmlformats.org/officeDocument/2006/relationships/image" Target="../media/image4140.png"/><Relationship Id="rId314" Type="http://schemas.openxmlformats.org/officeDocument/2006/relationships/customXml" Target="../ink/ink1601.xml"/><Relationship Id="rId356" Type="http://schemas.openxmlformats.org/officeDocument/2006/relationships/customXml" Target="../ink/ink1622.xml"/><Relationship Id="rId95" Type="http://schemas.openxmlformats.org/officeDocument/2006/relationships/image" Target="../media/image3800.png"/><Relationship Id="rId160" Type="http://schemas.openxmlformats.org/officeDocument/2006/relationships/customXml" Target="../ink/ink1524.xml"/><Relationship Id="rId216" Type="http://schemas.openxmlformats.org/officeDocument/2006/relationships/customXml" Target="../ink/ink1552.xml"/><Relationship Id="rId258" Type="http://schemas.openxmlformats.org/officeDocument/2006/relationships/customXml" Target="../ink/ink1573.xml"/><Relationship Id="rId22" Type="http://schemas.openxmlformats.org/officeDocument/2006/relationships/customXml" Target="../ink/ink1455.xml"/><Relationship Id="rId64" Type="http://schemas.openxmlformats.org/officeDocument/2006/relationships/customXml" Target="../ink/ink1476.xml"/><Relationship Id="rId118" Type="http://schemas.openxmlformats.org/officeDocument/2006/relationships/customXml" Target="../ink/ink1503.xml"/><Relationship Id="rId325" Type="http://schemas.openxmlformats.org/officeDocument/2006/relationships/image" Target="../media/image5440.png"/><Relationship Id="rId367" Type="http://schemas.openxmlformats.org/officeDocument/2006/relationships/image" Target="../media/image5640.png"/><Relationship Id="rId171" Type="http://schemas.openxmlformats.org/officeDocument/2006/relationships/image" Target="../media/image4250.png"/><Relationship Id="rId227" Type="http://schemas.openxmlformats.org/officeDocument/2006/relationships/image" Target="../media/image4950.png"/><Relationship Id="rId269" Type="http://schemas.openxmlformats.org/officeDocument/2006/relationships/image" Target="../media/image5160.png"/><Relationship Id="rId33" Type="http://schemas.openxmlformats.org/officeDocument/2006/relationships/image" Target="../media/image3490.png"/><Relationship Id="rId129" Type="http://schemas.openxmlformats.org/officeDocument/2006/relationships/image" Target="../media/image3970.png"/><Relationship Id="rId280" Type="http://schemas.openxmlformats.org/officeDocument/2006/relationships/customXml" Target="../ink/ink1584.xml"/><Relationship Id="rId336" Type="http://schemas.openxmlformats.org/officeDocument/2006/relationships/customXml" Target="../ink/ink1612.xml"/><Relationship Id="rId75" Type="http://schemas.openxmlformats.org/officeDocument/2006/relationships/image" Target="../media/image3700.png"/><Relationship Id="rId140" Type="http://schemas.openxmlformats.org/officeDocument/2006/relationships/customXml" Target="../ink/ink1514.xml"/><Relationship Id="rId182" Type="http://schemas.openxmlformats.org/officeDocument/2006/relationships/customXml" Target="../ink/ink1535.xml"/><Relationship Id="rId6" Type="http://schemas.openxmlformats.org/officeDocument/2006/relationships/customXml" Target="../ink/ink1447.xml"/><Relationship Id="rId238" Type="http://schemas.openxmlformats.org/officeDocument/2006/relationships/customXml" Target="../ink/ink1563.xml"/><Relationship Id="rId291" Type="http://schemas.openxmlformats.org/officeDocument/2006/relationships/image" Target="../media/image5270.png"/><Relationship Id="rId305" Type="http://schemas.openxmlformats.org/officeDocument/2006/relationships/image" Target="../media/image5340.png"/><Relationship Id="rId347" Type="http://schemas.openxmlformats.org/officeDocument/2006/relationships/image" Target="../media/image5540.png"/><Relationship Id="rId44" Type="http://schemas.openxmlformats.org/officeDocument/2006/relationships/customXml" Target="../ink/ink1466.xml"/><Relationship Id="rId86" Type="http://schemas.openxmlformats.org/officeDocument/2006/relationships/customXml" Target="../ink/ink1487.xml"/><Relationship Id="rId151" Type="http://schemas.openxmlformats.org/officeDocument/2006/relationships/image" Target="../media/image4150.png"/><Relationship Id="rId193" Type="http://schemas.openxmlformats.org/officeDocument/2006/relationships/image" Target="../media/image4360.png"/><Relationship Id="rId207" Type="http://schemas.openxmlformats.org/officeDocument/2006/relationships/image" Target="../media/image4430.png"/><Relationship Id="rId249" Type="http://schemas.openxmlformats.org/officeDocument/2006/relationships/image" Target="../media/image5060.png"/><Relationship Id="rId13" Type="http://schemas.openxmlformats.org/officeDocument/2006/relationships/image" Target="../media/image3390.png"/><Relationship Id="rId109" Type="http://schemas.openxmlformats.org/officeDocument/2006/relationships/image" Target="../media/image3870.png"/><Relationship Id="rId260" Type="http://schemas.openxmlformats.org/officeDocument/2006/relationships/customXml" Target="../ink/ink1574.xml"/><Relationship Id="rId316" Type="http://schemas.openxmlformats.org/officeDocument/2006/relationships/customXml" Target="../ink/ink1602.xml"/><Relationship Id="rId55" Type="http://schemas.openxmlformats.org/officeDocument/2006/relationships/image" Target="../media/image3600.png"/><Relationship Id="rId97" Type="http://schemas.openxmlformats.org/officeDocument/2006/relationships/image" Target="../media/image3811.png"/><Relationship Id="rId120" Type="http://schemas.openxmlformats.org/officeDocument/2006/relationships/customXml" Target="../ink/ink1504.xml"/><Relationship Id="rId358" Type="http://schemas.openxmlformats.org/officeDocument/2006/relationships/customXml" Target="../ink/ink1623.xml"/><Relationship Id="rId162" Type="http://schemas.openxmlformats.org/officeDocument/2006/relationships/customXml" Target="../ink/ink1525.xml"/><Relationship Id="rId218" Type="http://schemas.openxmlformats.org/officeDocument/2006/relationships/customXml" Target="../ink/ink1553.xml"/><Relationship Id="rId271" Type="http://schemas.openxmlformats.org/officeDocument/2006/relationships/image" Target="../media/image5170.png"/><Relationship Id="rId24" Type="http://schemas.openxmlformats.org/officeDocument/2006/relationships/customXml" Target="../ink/ink1456.xml"/><Relationship Id="rId66" Type="http://schemas.openxmlformats.org/officeDocument/2006/relationships/customXml" Target="../ink/ink1477.xml"/><Relationship Id="rId131" Type="http://schemas.openxmlformats.org/officeDocument/2006/relationships/image" Target="../media/image3980.png"/><Relationship Id="rId327" Type="http://schemas.openxmlformats.org/officeDocument/2006/relationships/image" Target="../media/image5450.png"/><Relationship Id="rId173" Type="http://schemas.openxmlformats.org/officeDocument/2006/relationships/image" Target="../media/image4260.png"/><Relationship Id="rId229" Type="http://schemas.openxmlformats.org/officeDocument/2006/relationships/image" Target="../media/image4960.png"/><Relationship Id="rId240" Type="http://schemas.openxmlformats.org/officeDocument/2006/relationships/customXml" Target="../ink/ink1564.xml"/><Relationship Id="rId35" Type="http://schemas.openxmlformats.org/officeDocument/2006/relationships/image" Target="../media/image3500.png"/><Relationship Id="rId77" Type="http://schemas.openxmlformats.org/officeDocument/2006/relationships/image" Target="../media/image3711.png"/><Relationship Id="rId100" Type="http://schemas.openxmlformats.org/officeDocument/2006/relationships/customXml" Target="../ink/ink1494.xml"/><Relationship Id="rId282" Type="http://schemas.openxmlformats.org/officeDocument/2006/relationships/customXml" Target="../ink/ink1585.xml"/><Relationship Id="rId338" Type="http://schemas.openxmlformats.org/officeDocument/2006/relationships/customXml" Target="../ink/ink1613.xml"/><Relationship Id="rId8" Type="http://schemas.openxmlformats.org/officeDocument/2006/relationships/customXml" Target="../ink/ink1448.xml"/><Relationship Id="rId142" Type="http://schemas.openxmlformats.org/officeDocument/2006/relationships/customXml" Target="../ink/ink1515.xml"/><Relationship Id="rId184" Type="http://schemas.openxmlformats.org/officeDocument/2006/relationships/customXml" Target="../ink/ink1536.xml"/><Relationship Id="rId251" Type="http://schemas.openxmlformats.org/officeDocument/2006/relationships/image" Target="../media/image5070.png"/><Relationship Id="rId46" Type="http://schemas.openxmlformats.org/officeDocument/2006/relationships/customXml" Target="../ink/ink1467.xml"/><Relationship Id="rId293" Type="http://schemas.openxmlformats.org/officeDocument/2006/relationships/image" Target="../media/image5280.png"/><Relationship Id="rId307" Type="http://schemas.openxmlformats.org/officeDocument/2006/relationships/image" Target="../media/image5350.png"/><Relationship Id="rId349" Type="http://schemas.openxmlformats.org/officeDocument/2006/relationships/image" Target="../media/image5550.png"/><Relationship Id="rId88" Type="http://schemas.openxmlformats.org/officeDocument/2006/relationships/customXml" Target="../ink/ink1488.xml"/><Relationship Id="rId111" Type="http://schemas.openxmlformats.org/officeDocument/2006/relationships/image" Target="../media/image3880.png"/><Relationship Id="rId153" Type="http://schemas.openxmlformats.org/officeDocument/2006/relationships/image" Target="../media/image4160.png"/><Relationship Id="rId195" Type="http://schemas.openxmlformats.org/officeDocument/2006/relationships/image" Target="../media/image4370.png"/><Relationship Id="rId209" Type="http://schemas.openxmlformats.org/officeDocument/2006/relationships/image" Target="../media/image4440.png"/><Relationship Id="rId360" Type="http://schemas.openxmlformats.org/officeDocument/2006/relationships/customXml" Target="../ink/ink1624.xml"/></Relationships>
</file>

<file path=ppt/slides/_rels/slide29.xml.rels><?xml version="1.0" encoding="UTF-8" standalone="yes"?>
<Relationships xmlns="http://schemas.openxmlformats.org/package/2006/relationships"><Relationship Id="rId117" Type="http://schemas.openxmlformats.org/officeDocument/2006/relationships/image" Target="../media/image6220.png"/><Relationship Id="rId21" Type="http://schemas.openxmlformats.org/officeDocument/2006/relationships/image" Target="../media/image5740.png"/><Relationship Id="rId42" Type="http://schemas.openxmlformats.org/officeDocument/2006/relationships/customXml" Target="../ink/ink1648.xml"/><Relationship Id="rId63" Type="http://schemas.openxmlformats.org/officeDocument/2006/relationships/image" Target="../media/image5950.png"/><Relationship Id="rId84" Type="http://schemas.openxmlformats.org/officeDocument/2006/relationships/customXml" Target="../ink/ink1669.xml"/><Relationship Id="rId138" Type="http://schemas.openxmlformats.org/officeDocument/2006/relationships/customXml" Target="../ink/ink1696.xml"/><Relationship Id="rId159" Type="http://schemas.openxmlformats.org/officeDocument/2006/relationships/image" Target="../media/image6430.png"/><Relationship Id="rId107" Type="http://schemas.openxmlformats.org/officeDocument/2006/relationships/image" Target="../media/image6170.png"/><Relationship Id="rId11" Type="http://schemas.openxmlformats.org/officeDocument/2006/relationships/image" Target="../media/image5690.png"/><Relationship Id="rId32" Type="http://schemas.openxmlformats.org/officeDocument/2006/relationships/customXml" Target="../ink/ink1643.xml"/><Relationship Id="rId53" Type="http://schemas.openxmlformats.org/officeDocument/2006/relationships/image" Target="../media/image5900.png"/><Relationship Id="rId74" Type="http://schemas.openxmlformats.org/officeDocument/2006/relationships/customXml" Target="../ink/ink1664.xml"/><Relationship Id="rId128" Type="http://schemas.openxmlformats.org/officeDocument/2006/relationships/customXml" Target="../ink/ink1691.xml"/><Relationship Id="rId149" Type="http://schemas.openxmlformats.org/officeDocument/2006/relationships/image" Target="../media/image6380.png"/><Relationship Id="rId5" Type="http://schemas.openxmlformats.org/officeDocument/2006/relationships/image" Target="../media/image5660.png"/><Relationship Id="rId95" Type="http://schemas.openxmlformats.org/officeDocument/2006/relationships/image" Target="../media/image6111.png"/><Relationship Id="rId22" Type="http://schemas.openxmlformats.org/officeDocument/2006/relationships/customXml" Target="../ink/ink1638.xml"/><Relationship Id="rId43" Type="http://schemas.openxmlformats.org/officeDocument/2006/relationships/image" Target="../media/image5850.png"/><Relationship Id="rId64" Type="http://schemas.openxmlformats.org/officeDocument/2006/relationships/customXml" Target="../ink/ink1659.xml"/><Relationship Id="rId118" Type="http://schemas.openxmlformats.org/officeDocument/2006/relationships/customXml" Target="../ink/ink1686.xml"/><Relationship Id="rId139" Type="http://schemas.openxmlformats.org/officeDocument/2006/relationships/image" Target="../media/image6330.png"/><Relationship Id="rId80" Type="http://schemas.openxmlformats.org/officeDocument/2006/relationships/customXml" Target="../ink/ink1667.xml"/><Relationship Id="rId85" Type="http://schemas.openxmlformats.org/officeDocument/2006/relationships/image" Target="../media/image6060.png"/><Relationship Id="rId150" Type="http://schemas.openxmlformats.org/officeDocument/2006/relationships/customXml" Target="../ink/ink1702.xml"/><Relationship Id="rId155" Type="http://schemas.openxmlformats.org/officeDocument/2006/relationships/image" Target="../media/image6411.png"/><Relationship Id="rId12" Type="http://schemas.openxmlformats.org/officeDocument/2006/relationships/customXml" Target="../ink/ink1633.xml"/><Relationship Id="rId17" Type="http://schemas.openxmlformats.org/officeDocument/2006/relationships/image" Target="../media/image5720.png"/><Relationship Id="rId33" Type="http://schemas.openxmlformats.org/officeDocument/2006/relationships/image" Target="../media/image5800.png"/><Relationship Id="rId38" Type="http://schemas.openxmlformats.org/officeDocument/2006/relationships/customXml" Target="../ink/ink1646.xml"/><Relationship Id="rId59" Type="http://schemas.openxmlformats.org/officeDocument/2006/relationships/image" Target="../media/image5930.png"/><Relationship Id="rId103" Type="http://schemas.openxmlformats.org/officeDocument/2006/relationships/image" Target="../media/image6150.png"/><Relationship Id="rId108" Type="http://schemas.openxmlformats.org/officeDocument/2006/relationships/customXml" Target="../ink/ink1681.xml"/><Relationship Id="rId124" Type="http://schemas.openxmlformats.org/officeDocument/2006/relationships/customXml" Target="../ink/ink1689.xml"/><Relationship Id="rId129" Type="http://schemas.openxmlformats.org/officeDocument/2006/relationships/image" Target="../media/image6280.png"/><Relationship Id="rId54" Type="http://schemas.openxmlformats.org/officeDocument/2006/relationships/customXml" Target="../ink/ink1654.xml"/><Relationship Id="rId70" Type="http://schemas.openxmlformats.org/officeDocument/2006/relationships/customXml" Target="../ink/ink1662.xml"/><Relationship Id="rId75" Type="http://schemas.openxmlformats.org/officeDocument/2006/relationships/image" Target="../media/image6011.png"/><Relationship Id="rId91" Type="http://schemas.openxmlformats.org/officeDocument/2006/relationships/image" Target="../media/image6090.png"/><Relationship Id="rId96" Type="http://schemas.openxmlformats.org/officeDocument/2006/relationships/customXml" Target="../ink/ink1675.xml"/><Relationship Id="rId140" Type="http://schemas.openxmlformats.org/officeDocument/2006/relationships/customXml" Target="../ink/ink1697.xml"/><Relationship Id="rId145" Type="http://schemas.openxmlformats.org/officeDocument/2006/relationships/image" Target="../media/image6360.png"/><Relationship Id="rId1" Type="http://schemas.openxmlformats.org/officeDocument/2006/relationships/slideLayout" Target="../slideLayouts/slideLayout7.xml"/><Relationship Id="rId6" Type="http://schemas.openxmlformats.org/officeDocument/2006/relationships/customXml" Target="../ink/ink1630.xml"/><Relationship Id="rId23" Type="http://schemas.openxmlformats.org/officeDocument/2006/relationships/image" Target="../media/image5750.png"/><Relationship Id="rId28" Type="http://schemas.openxmlformats.org/officeDocument/2006/relationships/customXml" Target="../ink/ink1641.xml"/><Relationship Id="rId49" Type="http://schemas.openxmlformats.org/officeDocument/2006/relationships/image" Target="../media/image5880.png"/><Relationship Id="rId114" Type="http://schemas.openxmlformats.org/officeDocument/2006/relationships/customXml" Target="../ink/ink1684.xml"/><Relationship Id="rId119" Type="http://schemas.openxmlformats.org/officeDocument/2006/relationships/image" Target="../media/image6230.png"/><Relationship Id="rId44" Type="http://schemas.openxmlformats.org/officeDocument/2006/relationships/customXml" Target="../ink/ink1649.xml"/><Relationship Id="rId60" Type="http://schemas.openxmlformats.org/officeDocument/2006/relationships/customXml" Target="../ink/ink1657.xml"/><Relationship Id="rId65" Type="http://schemas.openxmlformats.org/officeDocument/2006/relationships/image" Target="../media/image5960.png"/><Relationship Id="rId81" Type="http://schemas.openxmlformats.org/officeDocument/2006/relationships/image" Target="../media/image6040.png"/><Relationship Id="rId86" Type="http://schemas.openxmlformats.org/officeDocument/2006/relationships/customXml" Target="../ink/ink1670.xml"/><Relationship Id="rId130" Type="http://schemas.openxmlformats.org/officeDocument/2006/relationships/customXml" Target="../ink/ink1692.xml"/><Relationship Id="rId135" Type="http://schemas.openxmlformats.org/officeDocument/2006/relationships/image" Target="../media/image6311.png"/><Relationship Id="rId151" Type="http://schemas.openxmlformats.org/officeDocument/2006/relationships/image" Target="../media/image6390.png"/><Relationship Id="rId156" Type="http://schemas.openxmlformats.org/officeDocument/2006/relationships/customXml" Target="../ink/ink1705.xml"/><Relationship Id="rId13" Type="http://schemas.openxmlformats.org/officeDocument/2006/relationships/image" Target="../media/image5700.png"/><Relationship Id="rId18" Type="http://schemas.openxmlformats.org/officeDocument/2006/relationships/customXml" Target="../ink/ink1636.xml"/><Relationship Id="rId39" Type="http://schemas.openxmlformats.org/officeDocument/2006/relationships/image" Target="../media/image5830.png"/><Relationship Id="rId109" Type="http://schemas.openxmlformats.org/officeDocument/2006/relationships/image" Target="../media/image6180.png"/><Relationship Id="rId34" Type="http://schemas.openxmlformats.org/officeDocument/2006/relationships/customXml" Target="../ink/ink1644.xml"/><Relationship Id="rId50" Type="http://schemas.openxmlformats.org/officeDocument/2006/relationships/customXml" Target="../ink/ink1652.xml"/><Relationship Id="rId55" Type="http://schemas.openxmlformats.org/officeDocument/2006/relationships/image" Target="../media/image5911.png"/><Relationship Id="rId76" Type="http://schemas.openxmlformats.org/officeDocument/2006/relationships/customXml" Target="../ink/ink1665.xml"/><Relationship Id="rId97" Type="http://schemas.openxmlformats.org/officeDocument/2006/relationships/image" Target="../media/image6120.png"/><Relationship Id="rId104" Type="http://schemas.openxmlformats.org/officeDocument/2006/relationships/customXml" Target="../ink/ink1679.xml"/><Relationship Id="rId120" Type="http://schemas.openxmlformats.org/officeDocument/2006/relationships/customXml" Target="../ink/ink1687.xml"/><Relationship Id="rId125" Type="http://schemas.openxmlformats.org/officeDocument/2006/relationships/image" Target="../media/image6260.png"/><Relationship Id="rId141" Type="http://schemas.openxmlformats.org/officeDocument/2006/relationships/image" Target="../media/image6340.png"/><Relationship Id="rId146" Type="http://schemas.openxmlformats.org/officeDocument/2006/relationships/customXml" Target="../ink/ink1700.xml"/><Relationship Id="rId7" Type="http://schemas.openxmlformats.org/officeDocument/2006/relationships/image" Target="../media/image5670.png"/><Relationship Id="rId71" Type="http://schemas.openxmlformats.org/officeDocument/2006/relationships/image" Target="../media/image5990.png"/><Relationship Id="rId92" Type="http://schemas.openxmlformats.org/officeDocument/2006/relationships/customXml" Target="../ink/ink1673.xml"/><Relationship Id="rId2" Type="http://schemas.openxmlformats.org/officeDocument/2006/relationships/customXml" Target="../ink/ink1628.xml"/><Relationship Id="rId29" Type="http://schemas.openxmlformats.org/officeDocument/2006/relationships/image" Target="../media/image5780.png"/><Relationship Id="rId24" Type="http://schemas.openxmlformats.org/officeDocument/2006/relationships/customXml" Target="../ink/ink1639.xml"/><Relationship Id="rId40" Type="http://schemas.openxmlformats.org/officeDocument/2006/relationships/customXml" Target="../ink/ink1647.xml"/><Relationship Id="rId45" Type="http://schemas.openxmlformats.org/officeDocument/2006/relationships/image" Target="../media/image5860.png"/><Relationship Id="rId66" Type="http://schemas.openxmlformats.org/officeDocument/2006/relationships/customXml" Target="../ink/ink1660.xml"/><Relationship Id="rId87" Type="http://schemas.openxmlformats.org/officeDocument/2006/relationships/image" Target="../media/image6070.png"/><Relationship Id="rId110" Type="http://schemas.openxmlformats.org/officeDocument/2006/relationships/customXml" Target="../ink/ink1682.xml"/><Relationship Id="rId115" Type="http://schemas.openxmlformats.org/officeDocument/2006/relationships/image" Target="../media/image6211.png"/><Relationship Id="rId131" Type="http://schemas.openxmlformats.org/officeDocument/2006/relationships/image" Target="../media/image6290.png"/><Relationship Id="rId136" Type="http://schemas.openxmlformats.org/officeDocument/2006/relationships/customXml" Target="../ink/ink1695.xml"/><Relationship Id="rId157" Type="http://schemas.openxmlformats.org/officeDocument/2006/relationships/image" Target="../media/image6420.png"/><Relationship Id="rId61" Type="http://schemas.openxmlformats.org/officeDocument/2006/relationships/image" Target="../media/image5940.png"/><Relationship Id="rId82" Type="http://schemas.openxmlformats.org/officeDocument/2006/relationships/customXml" Target="../ink/ink1668.xml"/><Relationship Id="rId152" Type="http://schemas.openxmlformats.org/officeDocument/2006/relationships/customXml" Target="../ink/ink1703.xml"/><Relationship Id="rId19" Type="http://schemas.openxmlformats.org/officeDocument/2006/relationships/image" Target="../media/image5730.png"/><Relationship Id="rId14" Type="http://schemas.openxmlformats.org/officeDocument/2006/relationships/customXml" Target="../ink/ink1634.xml"/><Relationship Id="rId30" Type="http://schemas.openxmlformats.org/officeDocument/2006/relationships/customXml" Target="../ink/ink1642.xml"/><Relationship Id="rId35" Type="http://schemas.openxmlformats.org/officeDocument/2006/relationships/image" Target="../media/image5811.png"/><Relationship Id="rId56" Type="http://schemas.openxmlformats.org/officeDocument/2006/relationships/customXml" Target="../ink/ink1655.xml"/><Relationship Id="rId77" Type="http://schemas.openxmlformats.org/officeDocument/2006/relationships/image" Target="../media/image6020.png"/><Relationship Id="rId100" Type="http://schemas.openxmlformats.org/officeDocument/2006/relationships/customXml" Target="../ink/ink1677.xml"/><Relationship Id="rId105" Type="http://schemas.openxmlformats.org/officeDocument/2006/relationships/image" Target="../media/image6160.png"/><Relationship Id="rId126" Type="http://schemas.openxmlformats.org/officeDocument/2006/relationships/customXml" Target="../ink/ink1690.xml"/><Relationship Id="rId147" Type="http://schemas.openxmlformats.org/officeDocument/2006/relationships/image" Target="../media/image6370.png"/><Relationship Id="rId8" Type="http://schemas.openxmlformats.org/officeDocument/2006/relationships/customXml" Target="../ink/ink1631.xml"/><Relationship Id="rId51" Type="http://schemas.openxmlformats.org/officeDocument/2006/relationships/image" Target="../media/image5890.png"/><Relationship Id="rId72" Type="http://schemas.openxmlformats.org/officeDocument/2006/relationships/customXml" Target="../ink/ink1663.xml"/><Relationship Id="rId93" Type="http://schemas.openxmlformats.org/officeDocument/2006/relationships/image" Target="../media/image6100.png"/><Relationship Id="rId98" Type="http://schemas.openxmlformats.org/officeDocument/2006/relationships/customXml" Target="../ink/ink1676.xml"/><Relationship Id="rId121" Type="http://schemas.openxmlformats.org/officeDocument/2006/relationships/image" Target="../media/image6240.png"/><Relationship Id="rId142" Type="http://schemas.openxmlformats.org/officeDocument/2006/relationships/customXml" Target="../ink/ink1698.xml"/><Relationship Id="rId3" Type="http://schemas.openxmlformats.org/officeDocument/2006/relationships/image" Target="../media/image5650.png"/><Relationship Id="rId25" Type="http://schemas.openxmlformats.org/officeDocument/2006/relationships/image" Target="../media/image5760.png"/><Relationship Id="rId46" Type="http://schemas.openxmlformats.org/officeDocument/2006/relationships/customXml" Target="../ink/ink1650.xml"/><Relationship Id="rId67" Type="http://schemas.openxmlformats.org/officeDocument/2006/relationships/image" Target="../media/image5970.png"/><Relationship Id="rId116" Type="http://schemas.openxmlformats.org/officeDocument/2006/relationships/customXml" Target="../ink/ink1685.xml"/><Relationship Id="rId137" Type="http://schemas.openxmlformats.org/officeDocument/2006/relationships/image" Target="../media/image6320.png"/><Relationship Id="rId158" Type="http://schemas.openxmlformats.org/officeDocument/2006/relationships/customXml" Target="../ink/ink1706.xml"/><Relationship Id="rId20" Type="http://schemas.openxmlformats.org/officeDocument/2006/relationships/customXml" Target="../ink/ink1637.xml"/><Relationship Id="rId41" Type="http://schemas.openxmlformats.org/officeDocument/2006/relationships/image" Target="../media/image5840.png"/><Relationship Id="rId62" Type="http://schemas.openxmlformats.org/officeDocument/2006/relationships/customXml" Target="../ink/ink1658.xml"/><Relationship Id="rId83" Type="http://schemas.openxmlformats.org/officeDocument/2006/relationships/image" Target="../media/image6050.png"/><Relationship Id="rId88" Type="http://schemas.openxmlformats.org/officeDocument/2006/relationships/customXml" Target="../ink/ink1671.xml"/><Relationship Id="rId111" Type="http://schemas.openxmlformats.org/officeDocument/2006/relationships/image" Target="../media/image6190.png"/><Relationship Id="rId132" Type="http://schemas.openxmlformats.org/officeDocument/2006/relationships/customXml" Target="../ink/ink1693.xml"/><Relationship Id="rId153" Type="http://schemas.openxmlformats.org/officeDocument/2006/relationships/image" Target="../media/image6400.png"/><Relationship Id="rId15" Type="http://schemas.openxmlformats.org/officeDocument/2006/relationships/image" Target="../media/image5711.png"/><Relationship Id="rId36" Type="http://schemas.openxmlformats.org/officeDocument/2006/relationships/customXml" Target="../ink/ink1645.xml"/><Relationship Id="rId57" Type="http://schemas.openxmlformats.org/officeDocument/2006/relationships/image" Target="../media/image5920.png"/><Relationship Id="rId106" Type="http://schemas.openxmlformats.org/officeDocument/2006/relationships/customXml" Target="../ink/ink1680.xml"/><Relationship Id="rId127" Type="http://schemas.openxmlformats.org/officeDocument/2006/relationships/image" Target="../media/image6270.png"/><Relationship Id="rId10" Type="http://schemas.openxmlformats.org/officeDocument/2006/relationships/customXml" Target="../ink/ink1632.xml"/><Relationship Id="rId31" Type="http://schemas.openxmlformats.org/officeDocument/2006/relationships/image" Target="../media/image5790.png"/><Relationship Id="rId52" Type="http://schemas.openxmlformats.org/officeDocument/2006/relationships/customXml" Target="../ink/ink1653.xml"/><Relationship Id="rId73" Type="http://schemas.openxmlformats.org/officeDocument/2006/relationships/image" Target="../media/image6000.png"/><Relationship Id="rId78" Type="http://schemas.openxmlformats.org/officeDocument/2006/relationships/customXml" Target="../ink/ink1666.xml"/><Relationship Id="rId94" Type="http://schemas.openxmlformats.org/officeDocument/2006/relationships/customXml" Target="../ink/ink1674.xml"/><Relationship Id="rId99" Type="http://schemas.openxmlformats.org/officeDocument/2006/relationships/image" Target="../media/image6130.png"/><Relationship Id="rId101" Type="http://schemas.openxmlformats.org/officeDocument/2006/relationships/image" Target="../media/image6140.png"/><Relationship Id="rId122" Type="http://schemas.openxmlformats.org/officeDocument/2006/relationships/customXml" Target="../ink/ink1688.xml"/><Relationship Id="rId143" Type="http://schemas.openxmlformats.org/officeDocument/2006/relationships/image" Target="../media/image6350.png"/><Relationship Id="rId148" Type="http://schemas.openxmlformats.org/officeDocument/2006/relationships/customXml" Target="../ink/ink1701.xml"/><Relationship Id="rId4" Type="http://schemas.openxmlformats.org/officeDocument/2006/relationships/customXml" Target="../ink/ink1629.xml"/><Relationship Id="rId9" Type="http://schemas.openxmlformats.org/officeDocument/2006/relationships/image" Target="../media/image5680.png"/><Relationship Id="rId26" Type="http://schemas.openxmlformats.org/officeDocument/2006/relationships/customXml" Target="../ink/ink1640.xml"/><Relationship Id="rId47" Type="http://schemas.openxmlformats.org/officeDocument/2006/relationships/image" Target="../media/image5870.png"/><Relationship Id="rId68" Type="http://schemas.openxmlformats.org/officeDocument/2006/relationships/customXml" Target="../ink/ink1661.xml"/><Relationship Id="rId89" Type="http://schemas.openxmlformats.org/officeDocument/2006/relationships/image" Target="../media/image6080.png"/><Relationship Id="rId112" Type="http://schemas.openxmlformats.org/officeDocument/2006/relationships/customXml" Target="../ink/ink1683.xml"/><Relationship Id="rId133" Type="http://schemas.openxmlformats.org/officeDocument/2006/relationships/image" Target="../media/image6300.png"/><Relationship Id="rId154" Type="http://schemas.openxmlformats.org/officeDocument/2006/relationships/customXml" Target="../ink/ink1704.xml"/><Relationship Id="rId16" Type="http://schemas.openxmlformats.org/officeDocument/2006/relationships/customXml" Target="../ink/ink1635.xml"/><Relationship Id="rId37" Type="http://schemas.openxmlformats.org/officeDocument/2006/relationships/image" Target="../media/image5820.png"/><Relationship Id="rId58" Type="http://schemas.openxmlformats.org/officeDocument/2006/relationships/customXml" Target="../ink/ink1656.xml"/><Relationship Id="rId79" Type="http://schemas.openxmlformats.org/officeDocument/2006/relationships/image" Target="../media/image6030.png"/><Relationship Id="rId102" Type="http://schemas.openxmlformats.org/officeDocument/2006/relationships/customXml" Target="../ink/ink1678.xml"/><Relationship Id="rId123" Type="http://schemas.openxmlformats.org/officeDocument/2006/relationships/image" Target="../media/image6250.png"/><Relationship Id="rId144" Type="http://schemas.openxmlformats.org/officeDocument/2006/relationships/customXml" Target="../ink/ink1699.xml"/><Relationship Id="rId90" Type="http://schemas.openxmlformats.org/officeDocument/2006/relationships/customXml" Target="../ink/ink1672.xml"/><Relationship Id="rId27" Type="http://schemas.openxmlformats.org/officeDocument/2006/relationships/image" Target="../media/image5770.png"/><Relationship Id="rId48" Type="http://schemas.openxmlformats.org/officeDocument/2006/relationships/customXml" Target="../ink/ink1651.xml"/><Relationship Id="rId69" Type="http://schemas.openxmlformats.org/officeDocument/2006/relationships/image" Target="../media/image5980.png"/><Relationship Id="rId113" Type="http://schemas.openxmlformats.org/officeDocument/2006/relationships/image" Target="../media/image6200.png"/><Relationship Id="rId134" Type="http://schemas.openxmlformats.org/officeDocument/2006/relationships/customXml" Target="../ink/ink1694.xml"/></Relationships>
</file>

<file path=ppt/slides/_rels/slide30.xml.rels><?xml version="1.0" encoding="UTF-8" standalone="yes"?>
<Relationships xmlns="http://schemas.openxmlformats.org/package/2006/relationships"><Relationship Id="rId117" Type="http://schemas.openxmlformats.org/officeDocument/2006/relationships/customXml" Target="../ink/ink1764.xml"/><Relationship Id="rId299" Type="http://schemas.openxmlformats.org/officeDocument/2006/relationships/customXml" Target="../ink/ink1888.xml"/><Relationship Id="rId21" Type="http://schemas.openxmlformats.org/officeDocument/2006/relationships/customXml" Target="../ink/ink1716.xml"/><Relationship Id="rId63" Type="http://schemas.openxmlformats.org/officeDocument/2006/relationships/customXml" Target="../ink/ink1737.xml"/><Relationship Id="rId159" Type="http://schemas.openxmlformats.org/officeDocument/2006/relationships/customXml" Target="../ink/ink1785.xml"/><Relationship Id="rId324" Type="http://schemas.openxmlformats.org/officeDocument/2006/relationships/image" Target="../media/image6650.png"/><Relationship Id="rId170" Type="http://schemas.openxmlformats.org/officeDocument/2006/relationships/image" Target="../media/image4250.png"/><Relationship Id="rId226" Type="http://schemas.openxmlformats.org/officeDocument/2006/relationships/customXml" Target="../ink/ink1823.xml"/><Relationship Id="rId268" Type="http://schemas.openxmlformats.org/officeDocument/2006/relationships/customXml" Target="../ink/ink1865.xml"/><Relationship Id="rId32" Type="http://schemas.openxmlformats.org/officeDocument/2006/relationships/image" Target="../media/image3480.png"/><Relationship Id="rId74" Type="http://schemas.openxmlformats.org/officeDocument/2006/relationships/image" Target="../media/image3690.png"/><Relationship Id="rId128" Type="http://schemas.openxmlformats.org/officeDocument/2006/relationships/image" Target="../media/image3960.png"/><Relationship Id="rId335" Type="http://schemas.openxmlformats.org/officeDocument/2006/relationships/customXml" Target="../ink/ink1906.xml"/><Relationship Id="rId5" Type="http://schemas.openxmlformats.org/officeDocument/2006/relationships/customXml" Target="../ink/ink1708.xml"/><Relationship Id="rId181" Type="http://schemas.openxmlformats.org/officeDocument/2006/relationships/customXml" Target="../ink/ink1796.xml"/><Relationship Id="rId237" Type="http://schemas.openxmlformats.org/officeDocument/2006/relationships/customXml" Target="../ink/ink1834.xml"/><Relationship Id="rId279" Type="http://schemas.openxmlformats.org/officeDocument/2006/relationships/customXml" Target="../ink/ink1876.xml"/><Relationship Id="rId43" Type="http://schemas.openxmlformats.org/officeDocument/2006/relationships/customXml" Target="../ink/ink1727.xml"/><Relationship Id="rId139" Type="http://schemas.openxmlformats.org/officeDocument/2006/relationships/customXml" Target="../ink/ink1775.xml"/><Relationship Id="rId290" Type="http://schemas.openxmlformats.org/officeDocument/2006/relationships/image" Target="../media/image6480.png"/><Relationship Id="rId304" Type="http://schemas.openxmlformats.org/officeDocument/2006/relationships/image" Target="../media/image6550.png"/><Relationship Id="rId85" Type="http://schemas.openxmlformats.org/officeDocument/2006/relationships/customXml" Target="../ink/ink1748.xml"/><Relationship Id="rId150" Type="http://schemas.openxmlformats.org/officeDocument/2006/relationships/image" Target="../media/image4140.png"/><Relationship Id="rId192" Type="http://schemas.openxmlformats.org/officeDocument/2006/relationships/image" Target="../media/image4360.png"/><Relationship Id="rId206" Type="http://schemas.openxmlformats.org/officeDocument/2006/relationships/image" Target="../media/image4480.png"/><Relationship Id="rId248" Type="http://schemas.openxmlformats.org/officeDocument/2006/relationships/customXml" Target="../ink/ink1845.xml"/><Relationship Id="rId12" Type="http://schemas.openxmlformats.org/officeDocument/2006/relationships/image" Target="../media/image3380.png"/><Relationship Id="rId108" Type="http://schemas.openxmlformats.org/officeDocument/2006/relationships/image" Target="../media/image3860.png"/><Relationship Id="rId315" Type="http://schemas.openxmlformats.org/officeDocument/2006/relationships/customXml" Target="../ink/ink1896.xml"/><Relationship Id="rId54" Type="http://schemas.openxmlformats.org/officeDocument/2006/relationships/image" Target="../media/image3590.png"/><Relationship Id="rId96" Type="http://schemas.openxmlformats.org/officeDocument/2006/relationships/image" Target="../media/image3800.png"/><Relationship Id="rId161" Type="http://schemas.openxmlformats.org/officeDocument/2006/relationships/customXml" Target="../ink/ink1786.xml"/><Relationship Id="rId217" Type="http://schemas.openxmlformats.org/officeDocument/2006/relationships/customXml" Target="../ink/ink1814.xml"/><Relationship Id="rId259" Type="http://schemas.openxmlformats.org/officeDocument/2006/relationships/customXml" Target="../ink/ink1856.xml"/><Relationship Id="rId23" Type="http://schemas.openxmlformats.org/officeDocument/2006/relationships/customXml" Target="../ink/ink1717.xml"/><Relationship Id="rId119" Type="http://schemas.openxmlformats.org/officeDocument/2006/relationships/customXml" Target="../ink/ink1765.xml"/><Relationship Id="rId270" Type="http://schemas.openxmlformats.org/officeDocument/2006/relationships/customXml" Target="../ink/ink1867.xml"/><Relationship Id="rId326" Type="http://schemas.openxmlformats.org/officeDocument/2006/relationships/image" Target="../media/image6660.png"/><Relationship Id="rId65" Type="http://schemas.openxmlformats.org/officeDocument/2006/relationships/customXml" Target="../ink/ink1738.xml"/><Relationship Id="rId130" Type="http://schemas.openxmlformats.org/officeDocument/2006/relationships/image" Target="../media/image3970.png"/><Relationship Id="rId172" Type="http://schemas.openxmlformats.org/officeDocument/2006/relationships/image" Target="../media/image4260.png"/><Relationship Id="rId228" Type="http://schemas.openxmlformats.org/officeDocument/2006/relationships/customXml" Target="../ink/ink1825.xml"/><Relationship Id="rId281" Type="http://schemas.openxmlformats.org/officeDocument/2006/relationships/customXml" Target="../ink/ink1878.xml"/><Relationship Id="rId337" Type="http://schemas.openxmlformats.org/officeDocument/2006/relationships/customXml" Target="../ink/ink1907.xml"/><Relationship Id="rId34" Type="http://schemas.openxmlformats.org/officeDocument/2006/relationships/image" Target="../media/image3490.png"/><Relationship Id="rId76" Type="http://schemas.openxmlformats.org/officeDocument/2006/relationships/image" Target="../media/image3700.png"/><Relationship Id="rId141" Type="http://schemas.openxmlformats.org/officeDocument/2006/relationships/customXml" Target="../ink/ink1776.xml"/><Relationship Id="rId7" Type="http://schemas.openxmlformats.org/officeDocument/2006/relationships/customXml" Target="../ink/ink1709.xml"/><Relationship Id="rId183" Type="http://schemas.openxmlformats.org/officeDocument/2006/relationships/customXml" Target="../ink/ink1797.xml"/><Relationship Id="rId239" Type="http://schemas.openxmlformats.org/officeDocument/2006/relationships/customXml" Target="../ink/ink1836.xml"/><Relationship Id="rId250" Type="http://schemas.openxmlformats.org/officeDocument/2006/relationships/customXml" Target="../ink/ink1847.xml"/><Relationship Id="rId292" Type="http://schemas.openxmlformats.org/officeDocument/2006/relationships/image" Target="../media/image6490.png"/><Relationship Id="rId306" Type="http://schemas.openxmlformats.org/officeDocument/2006/relationships/image" Target="../media/image6560.png"/><Relationship Id="rId45" Type="http://schemas.openxmlformats.org/officeDocument/2006/relationships/customXml" Target="../ink/ink1728.xml"/><Relationship Id="rId87" Type="http://schemas.openxmlformats.org/officeDocument/2006/relationships/customXml" Target="../ink/ink1749.xml"/><Relationship Id="rId110" Type="http://schemas.openxmlformats.org/officeDocument/2006/relationships/image" Target="../media/image3870.png"/><Relationship Id="rId152" Type="http://schemas.openxmlformats.org/officeDocument/2006/relationships/image" Target="../media/image4150.png"/><Relationship Id="rId173" Type="http://schemas.openxmlformats.org/officeDocument/2006/relationships/customXml" Target="../ink/ink1792.xml"/><Relationship Id="rId194" Type="http://schemas.openxmlformats.org/officeDocument/2006/relationships/image" Target="../media/image4370.png"/><Relationship Id="rId208" Type="http://schemas.openxmlformats.org/officeDocument/2006/relationships/image" Target="../media/image4490.png"/><Relationship Id="rId229" Type="http://schemas.openxmlformats.org/officeDocument/2006/relationships/customXml" Target="../ink/ink1826.xml"/><Relationship Id="rId240" Type="http://schemas.openxmlformats.org/officeDocument/2006/relationships/customXml" Target="../ink/ink1837.xml"/><Relationship Id="rId261" Type="http://schemas.openxmlformats.org/officeDocument/2006/relationships/customXml" Target="../ink/ink1858.xml"/><Relationship Id="rId14" Type="http://schemas.openxmlformats.org/officeDocument/2006/relationships/image" Target="../media/image3390.png"/><Relationship Id="rId35" Type="http://schemas.openxmlformats.org/officeDocument/2006/relationships/customXml" Target="../ink/ink1723.xml"/><Relationship Id="rId56" Type="http://schemas.openxmlformats.org/officeDocument/2006/relationships/image" Target="../media/image3600.png"/><Relationship Id="rId77" Type="http://schemas.openxmlformats.org/officeDocument/2006/relationships/customXml" Target="../ink/ink1744.xml"/><Relationship Id="rId100" Type="http://schemas.openxmlformats.org/officeDocument/2006/relationships/image" Target="../media/image3820.png"/><Relationship Id="rId282" Type="http://schemas.openxmlformats.org/officeDocument/2006/relationships/customXml" Target="../ink/ink1879.xml"/><Relationship Id="rId317" Type="http://schemas.openxmlformats.org/officeDocument/2006/relationships/customXml" Target="../ink/ink1897.xml"/><Relationship Id="rId338" Type="http://schemas.openxmlformats.org/officeDocument/2006/relationships/image" Target="../media/image6720.png"/><Relationship Id="rId8" Type="http://schemas.openxmlformats.org/officeDocument/2006/relationships/image" Target="../media/image3360.png"/><Relationship Id="rId98" Type="http://schemas.openxmlformats.org/officeDocument/2006/relationships/image" Target="../media/image3811.png"/><Relationship Id="rId121" Type="http://schemas.openxmlformats.org/officeDocument/2006/relationships/customXml" Target="../ink/ink1766.xml"/><Relationship Id="rId142" Type="http://schemas.openxmlformats.org/officeDocument/2006/relationships/image" Target="../media/image4050.png"/><Relationship Id="rId163" Type="http://schemas.openxmlformats.org/officeDocument/2006/relationships/customXml" Target="../ink/ink1787.xml"/><Relationship Id="rId184" Type="http://schemas.openxmlformats.org/officeDocument/2006/relationships/image" Target="../media/image4320.png"/><Relationship Id="rId219" Type="http://schemas.openxmlformats.org/officeDocument/2006/relationships/customXml" Target="../ink/ink1816.xml"/><Relationship Id="rId230" Type="http://schemas.openxmlformats.org/officeDocument/2006/relationships/customXml" Target="../ink/ink1827.xml"/><Relationship Id="rId251" Type="http://schemas.openxmlformats.org/officeDocument/2006/relationships/customXml" Target="../ink/ink1848.xml"/><Relationship Id="rId25" Type="http://schemas.openxmlformats.org/officeDocument/2006/relationships/customXml" Target="../ink/ink1718.xml"/><Relationship Id="rId46" Type="http://schemas.openxmlformats.org/officeDocument/2006/relationships/image" Target="../media/image3550.png"/><Relationship Id="rId67" Type="http://schemas.openxmlformats.org/officeDocument/2006/relationships/customXml" Target="../ink/ink1739.xml"/><Relationship Id="rId272" Type="http://schemas.openxmlformats.org/officeDocument/2006/relationships/customXml" Target="../ink/ink1869.xml"/><Relationship Id="rId293" Type="http://schemas.openxmlformats.org/officeDocument/2006/relationships/customXml" Target="../ink/ink1885.xml"/><Relationship Id="rId307" Type="http://schemas.openxmlformats.org/officeDocument/2006/relationships/customXml" Target="../ink/ink1892.xml"/><Relationship Id="rId328" Type="http://schemas.openxmlformats.org/officeDocument/2006/relationships/image" Target="../media/image6670.png"/><Relationship Id="rId88" Type="http://schemas.openxmlformats.org/officeDocument/2006/relationships/image" Target="../media/image3760.png"/><Relationship Id="rId111" Type="http://schemas.openxmlformats.org/officeDocument/2006/relationships/customXml" Target="../ink/ink1761.xml"/><Relationship Id="rId132" Type="http://schemas.openxmlformats.org/officeDocument/2006/relationships/image" Target="../media/image3980.png"/><Relationship Id="rId153" Type="http://schemas.openxmlformats.org/officeDocument/2006/relationships/customXml" Target="../ink/ink1782.xml"/><Relationship Id="rId174" Type="http://schemas.openxmlformats.org/officeDocument/2006/relationships/image" Target="../media/image4270.png"/><Relationship Id="rId195" Type="http://schemas.openxmlformats.org/officeDocument/2006/relationships/customXml" Target="../ink/ink1803.xml"/><Relationship Id="rId209" Type="http://schemas.openxmlformats.org/officeDocument/2006/relationships/customXml" Target="../ink/ink1810.xml"/><Relationship Id="rId220" Type="http://schemas.openxmlformats.org/officeDocument/2006/relationships/customXml" Target="../ink/ink1817.xml"/><Relationship Id="rId241" Type="http://schemas.openxmlformats.org/officeDocument/2006/relationships/customXml" Target="../ink/ink1838.xml"/><Relationship Id="rId15" Type="http://schemas.openxmlformats.org/officeDocument/2006/relationships/customXml" Target="../ink/ink1713.xml"/><Relationship Id="rId36" Type="http://schemas.openxmlformats.org/officeDocument/2006/relationships/image" Target="../media/image3500.png"/><Relationship Id="rId57" Type="http://schemas.openxmlformats.org/officeDocument/2006/relationships/customXml" Target="../ink/ink1734.xml"/><Relationship Id="rId262" Type="http://schemas.openxmlformats.org/officeDocument/2006/relationships/customXml" Target="../ink/ink1859.xml"/><Relationship Id="rId283" Type="http://schemas.openxmlformats.org/officeDocument/2006/relationships/customXml" Target="../ink/ink1880.xml"/><Relationship Id="rId318" Type="http://schemas.openxmlformats.org/officeDocument/2006/relationships/image" Target="../media/image6620.png"/><Relationship Id="rId78" Type="http://schemas.openxmlformats.org/officeDocument/2006/relationships/image" Target="../media/image3711.png"/><Relationship Id="rId99" Type="http://schemas.openxmlformats.org/officeDocument/2006/relationships/customXml" Target="../ink/ink1755.xml"/><Relationship Id="rId101" Type="http://schemas.openxmlformats.org/officeDocument/2006/relationships/customXml" Target="../ink/ink1756.xml"/><Relationship Id="rId122" Type="http://schemas.openxmlformats.org/officeDocument/2006/relationships/image" Target="../media/image3930.png"/><Relationship Id="rId143" Type="http://schemas.openxmlformats.org/officeDocument/2006/relationships/customXml" Target="../ink/ink1777.xml"/><Relationship Id="rId164" Type="http://schemas.openxmlformats.org/officeDocument/2006/relationships/image" Target="../media/image4220.png"/><Relationship Id="rId185" Type="http://schemas.openxmlformats.org/officeDocument/2006/relationships/customXml" Target="../ink/ink1798.xml"/><Relationship Id="rId9" Type="http://schemas.openxmlformats.org/officeDocument/2006/relationships/customXml" Target="../ink/ink1710.xml"/><Relationship Id="rId210" Type="http://schemas.openxmlformats.org/officeDocument/2006/relationships/image" Target="../media/image4500.png"/><Relationship Id="rId26" Type="http://schemas.openxmlformats.org/officeDocument/2006/relationships/image" Target="../media/image3450.png"/><Relationship Id="rId231" Type="http://schemas.openxmlformats.org/officeDocument/2006/relationships/customXml" Target="../ink/ink1828.xml"/><Relationship Id="rId252" Type="http://schemas.openxmlformats.org/officeDocument/2006/relationships/customXml" Target="../ink/ink1849.xml"/><Relationship Id="rId273" Type="http://schemas.openxmlformats.org/officeDocument/2006/relationships/customXml" Target="../ink/ink1870.xml"/><Relationship Id="rId294" Type="http://schemas.openxmlformats.org/officeDocument/2006/relationships/image" Target="../media/image6500.png"/><Relationship Id="rId308" Type="http://schemas.openxmlformats.org/officeDocument/2006/relationships/image" Target="../media/image6570.png"/><Relationship Id="rId329" Type="http://schemas.openxmlformats.org/officeDocument/2006/relationships/customXml" Target="../ink/ink1903.xml"/><Relationship Id="rId47" Type="http://schemas.openxmlformats.org/officeDocument/2006/relationships/customXml" Target="../ink/ink1729.xml"/><Relationship Id="rId68" Type="http://schemas.openxmlformats.org/officeDocument/2006/relationships/image" Target="../media/image3660.png"/><Relationship Id="rId89" Type="http://schemas.openxmlformats.org/officeDocument/2006/relationships/customXml" Target="../ink/ink1750.xml"/><Relationship Id="rId112" Type="http://schemas.openxmlformats.org/officeDocument/2006/relationships/image" Target="../media/image3880.png"/><Relationship Id="rId133" Type="http://schemas.openxmlformats.org/officeDocument/2006/relationships/customXml" Target="../ink/ink1772.xml"/><Relationship Id="rId154" Type="http://schemas.openxmlformats.org/officeDocument/2006/relationships/image" Target="../media/image4160.png"/><Relationship Id="rId175" Type="http://schemas.openxmlformats.org/officeDocument/2006/relationships/customXml" Target="../ink/ink1793.xml"/><Relationship Id="rId196" Type="http://schemas.openxmlformats.org/officeDocument/2006/relationships/image" Target="../media/image4380.png"/><Relationship Id="rId200" Type="http://schemas.openxmlformats.org/officeDocument/2006/relationships/image" Target="../media/image4450.png"/><Relationship Id="rId16" Type="http://schemas.openxmlformats.org/officeDocument/2006/relationships/image" Target="../media/image3400.png"/><Relationship Id="rId221" Type="http://schemas.openxmlformats.org/officeDocument/2006/relationships/customXml" Target="../ink/ink1818.xml"/><Relationship Id="rId242" Type="http://schemas.openxmlformats.org/officeDocument/2006/relationships/customXml" Target="../ink/ink1839.xml"/><Relationship Id="rId263" Type="http://schemas.openxmlformats.org/officeDocument/2006/relationships/customXml" Target="../ink/ink1860.xml"/><Relationship Id="rId284" Type="http://schemas.openxmlformats.org/officeDocument/2006/relationships/image" Target="../media/image6450.png"/><Relationship Id="rId319" Type="http://schemas.openxmlformats.org/officeDocument/2006/relationships/customXml" Target="../ink/ink1898.xml"/><Relationship Id="rId37" Type="http://schemas.openxmlformats.org/officeDocument/2006/relationships/customXml" Target="../ink/ink1724.xml"/><Relationship Id="rId58" Type="http://schemas.openxmlformats.org/officeDocument/2006/relationships/image" Target="../media/image3611.png"/><Relationship Id="rId79" Type="http://schemas.openxmlformats.org/officeDocument/2006/relationships/customXml" Target="../ink/ink1745.xml"/><Relationship Id="rId102" Type="http://schemas.openxmlformats.org/officeDocument/2006/relationships/image" Target="../media/image3830.png"/><Relationship Id="rId123" Type="http://schemas.openxmlformats.org/officeDocument/2006/relationships/customXml" Target="../ink/ink1767.xml"/><Relationship Id="rId144" Type="http://schemas.openxmlformats.org/officeDocument/2006/relationships/image" Target="../media/image4060.png"/><Relationship Id="rId330" Type="http://schemas.openxmlformats.org/officeDocument/2006/relationships/image" Target="../media/image6680.png"/><Relationship Id="rId90" Type="http://schemas.openxmlformats.org/officeDocument/2006/relationships/image" Target="../media/image3770.png"/><Relationship Id="rId165" Type="http://schemas.openxmlformats.org/officeDocument/2006/relationships/customXml" Target="../ink/ink1788.xml"/><Relationship Id="rId186" Type="http://schemas.openxmlformats.org/officeDocument/2006/relationships/image" Target="../media/image4330.png"/><Relationship Id="rId211" Type="http://schemas.openxmlformats.org/officeDocument/2006/relationships/customXml" Target="../ink/ink1811.xml"/><Relationship Id="rId232" Type="http://schemas.openxmlformats.org/officeDocument/2006/relationships/customXml" Target="../ink/ink1829.xml"/><Relationship Id="rId253" Type="http://schemas.openxmlformats.org/officeDocument/2006/relationships/customXml" Target="../ink/ink1850.xml"/><Relationship Id="rId274" Type="http://schemas.openxmlformats.org/officeDocument/2006/relationships/customXml" Target="../ink/ink1871.xml"/><Relationship Id="rId295" Type="http://schemas.openxmlformats.org/officeDocument/2006/relationships/customXml" Target="../ink/ink1886.xml"/><Relationship Id="rId309" Type="http://schemas.openxmlformats.org/officeDocument/2006/relationships/customXml" Target="../ink/ink1893.xml"/><Relationship Id="rId27" Type="http://schemas.openxmlformats.org/officeDocument/2006/relationships/customXml" Target="../ink/ink1719.xml"/><Relationship Id="rId48" Type="http://schemas.openxmlformats.org/officeDocument/2006/relationships/image" Target="../media/image3560.png"/><Relationship Id="rId69" Type="http://schemas.openxmlformats.org/officeDocument/2006/relationships/customXml" Target="../ink/ink1740.xml"/><Relationship Id="rId113" Type="http://schemas.openxmlformats.org/officeDocument/2006/relationships/customXml" Target="../ink/ink1762.xml"/><Relationship Id="rId134" Type="http://schemas.openxmlformats.org/officeDocument/2006/relationships/image" Target="../media/image3990.png"/><Relationship Id="rId320" Type="http://schemas.openxmlformats.org/officeDocument/2006/relationships/image" Target="../media/image6630.png"/><Relationship Id="rId80" Type="http://schemas.openxmlformats.org/officeDocument/2006/relationships/image" Target="../media/image3720.png"/><Relationship Id="rId155" Type="http://schemas.openxmlformats.org/officeDocument/2006/relationships/customXml" Target="../ink/ink1783.xml"/><Relationship Id="rId176" Type="http://schemas.openxmlformats.org/officeDocument/2006/relationships/image" Target="../media/image4280.png"/><Relationship Id="rId197" Type="http://schemas.openxmlformats.org/officeDocument/2006/relationships/customXml" Target="../ink/ink1804.xml"/><Relationship Id="rId201" Type="http://schemas.openxmlformats.org/officeDocument/2006/relationships/customXml" Target="../ink/ink1806.xml"/><Relationship Id="rId222" Type="http://schemas.openxmlformats.org/officeDocument/2006/relationships/customXml" Target="../ink/ink1819.xml"/><Relationship Id="rId243" Type="http://schemas.openxmlformats.org/officeDocument/2006/relationships/customXml" Target="../ink/ink1840.xml"/><Relationship Id="rId264" Type="http://schemas.openxmlformats.org/officeDocument/2006/relationships/customXml" Target="../ink/ink1861.xml"/><Relationship Id="rId285" Type="http://schemas.openxmlformats.org/officeDocument/2006/relationships/customXml" Target="../ink/ink1881.xml"/><Relationship Id="rId17" Type="http://schemas.openxmlformats.org/officeDocument/2006/relationships/customXml" Target="../ink/ink1714.xml"/><Relationship Id="rId38" Type="http://schemas.openxmlformats.org/officeDocument/2006/relationships/image" Target="../media/image3511.png"/><Relationship Id="rId59" Type="http://schemas.openxmlformats.org/officeDocument/2006/relationships/customXml" Target="../ink/ink1735.xml"/><Relationship Id="rId103" Type="http://schemas.openxmlformats.org/officeDocument/2006/relationships/customXml" Target="../ink/ink1757.xml"/><Relationship Id="rId124" Type="http://schemas.openxmlformats.org/officeDocument/2006/relationships/image" Target="../media/image3940.png"/><Relationship Id="rId310" Type="http://schemas.openxmlformats.org/officeDocument/2006/relationships/image" Target="../media/image6580.png"/><Relationship Id="rId70" Type="http://schemas.openxmlformats.org/officeDocument/2006/relationships/image" Target="../media/image3670.png"/><Relationship Id="rId91" Type="http://schemas.openxmlformats.org/officeDocument/2006/relationships/customXml" Target="../ink/ink1751.xml"/><Relationship Id="rId145" Type="http://schemas.openxmlformats.org/officeDocument/2006/relationships/customXml" Target="../ink/ink1778.xml"/><Relationship Id="rId166" Type="http://schemas.openxmlformats.org/officeDocument/2006/relationships/image" Target="../media/image4230.png"/><Relationship Id="rId187" Type="http://schemas.openxmlformats.org/officeDocument/2006/relationships/customXml" Target="../ink/ink1799.xml"/><Relationship Id="rId331" Type="http://schemas.openxmlformats.org/officeDocument/2006/relationships/customXml" Target="../ink/ink1904.xml"/><Relationship Id="rId1" Type="http://schemas.openxmlformats.org/officeDocument/2006/relationships/slideLayout" Target="../slideLayouts/slideLayout7.xml"/><Relationship Id="rId212" Type="http://schemas.openxmlformats.org/officeDocument/2006/relationships/image" Target="../media/image4960.png"/><Relationship Id="rId233" Type="http://schemas.openxmlformats.org/officeDocument/2006/relationships/customXml" Target="../ink/ink1830.xml"/><Relationship Id="rId254" Type="http://schemas.openxmlformats.org/officeDocument/2006/relationships/customXml" Target="../ink/ink1851.xml"/><Relationship Id="rId28" Type="http://schemas.openxmlformats.org/officeDocument/2006/relationships/image" Target="../media/image3460.png"/><Relationship Id="rId49" Type="http://schemas.openxmlformats.org/officeDocument/2006/relationships/customXml" Target="../ink/ink1730.xml"/><Relationship Id="rId114" Type="http://schemas.openxmlformats.org/officeDocument/2006/relationships/image" Target="../media/image3890.png"/><Relationship Id="rId275" Type="http://schemas.openxmlformats.org/officeDocument/2006/relationships/customXml" Target="../ink/ink1872.xml"/><Relationship Id="rId296" Type="http://schemas.openxmlformats.org/officeDocument/2006/relationships/image" Target="../media/image6511.png"/><Relationship Id="rId300" Type="http://schemas.openxmlformats.org/officeDocument/2006/relationships/image" Target="../media/image6530.png"/><Relationship Id="rId60" Type="http://schemas.openxmlformats.org/officeDocument/2006/relationships/image" Target="../media/image3620.png"/><Relationship Id="rId81" Type="http://schemas.openxmlformats.org/officeDocument/2006/relationships/customXml" Target="../ink/ink1746.xml"/><Relationship Id="rId135" Type="http://schemas.openxmlformats.org/officeDocument/2006/relationships/customXml" Target="../ink/ink1773.xml"/><Relationship Id="rId156" Type="http://schemas.openxmlformats.org/officeDocument/2006/relationships/image" Target="../media/image4170.png"/><Relationship Id="rId177" Type="http://schemas.openxmlformats.org/officeDocument/2006/relationships/customXml" Target="../ink/ink1794.xml"/><Relationship Id="rId198" Type="http://schemas.openxmlformats.org/officeDocument/2006/relationships/image" Target="../media/image4440.png"/><Relationship Id="rId321" Type="http://schemas.openxmlformats.org/officeDocument/2006/relationships/customXml" Target="../ink/ink1899.xml"/><Relationship Id="rId202" Type="http://schemas.openxmlformats.org/officeDocument/2006/relationships/image" Target="../media/image4460.png"/><Relationship Id="rId223" Type="http://schemas.openxmlformats.org/officeDocument/2006/relationships/customXml" Target="../ink/ink1820.xml"/><Relationship Id="rId244" Type="http://schemas.openxmlformats.org/officeDocument/2006/relationships/customXml" Target="../ink/ink1841.xml"/><Relationship Id="rId18" Type="http://schemas.openxmlformats.org/officeDocument/2006/relationships/image" Target="../media/image3411.png"/><Relationship Id="rId39" Type="http://schemas.openxmlformats.org/officeDocument/2006/relationships/customXml" Target="../ink/ink1725.xml"/><Relationship Id="rId265" Type="http://schemas.openxmlformats.org/officeDocument/2006/relationships/customXml" Target="../ink/ink1862.xml"/><Relationship Id="rId286" Type="http://schemas.openxmlformats.org/officeDocument/2006/relationships/image" Target="../media/image6460.png"/><Relationship Id="rId50" Type="http://schemas.openxmlformats.org/officeDocument/2006/relationships/image" Target="../media/image3570.png"/><Relationship Id="rId104" Type="http://schemas.openxmlformats.org/officeDocument/2006/relationships/image" Target="../media/image3840.png"/><Relationship Id="rId125" Type="http://schemas.openxmlformats.org/officeDocument/2006/relationships/customXml" Target="../ink/ink1768.xml"/><Relationship Id="rId146" Type="http://schemas.openxmlformats.org/officeDocument/2006/relationships/image" Target="../media/image4070.png"/><Relationship Id="rId167" Type="http://schemas.openxmlformats.org/officeDocument/2006/relationships/customXml" Target="../ink/ink1789.xml"/><Relationship Id="rId188" Type="http://schemas.openxmlformats.org/officeDocument/2006/relationships/image" Target="../media/image4340.png"/><Relationship Id="rId311" Type="http://schemas.openxmlformats.org/officeDocument/2006/relationships/customXml" Target="../ink/ink1894.xml"/><Relationship Id="rId332" Type="http://schemas.openxmlformats.org/officeDocument/2006/relationships/image" Target="../media/image6690.png"/><Relationship Id="rId71" Type="http://schemas.openxmlformats.org/officeDocument/2006/relationships/customXml" Target="../ink/ink1741.xml"/><Relationship Id="rId92" Type="http://schemas.openxmlformats.org/officeDocument/2006/relationships/image" Target="../media/image3780.png"/><Relationship Id="rId213" Type="http://schemas.openxmlformats.org/officeDocument/2006/relationships/customXml" Target="../ink/ink1812.xml"/><Relationship Id="rId234" Type="http://schemas.openxmlformats.org/officeDocument/2006/relationships/customXml" Target="../ink/ink1831.xml"/><Relationship Id="rId2" Type="http://schemas.openxmlformats.org/officeDocument/2006/relationships/notesSlide" Target="../notesSlides/notesSlide2.xml"/><Relationship Id="rId29" Type="http://schemas.openxmlformats.org/officeDocument/2006/relationships/customXml" Target="../ink/ink1720.xml"/><Relationship Id="rId255" Type="http://schemas.openxmlformats.org/officeDocument/2006/relationships/customXml" Target="../ink/ink1852.xml"/><Relationship Id="rId276" Type="http://schemas.openxmlformats.org/officeDocument/2006/relationships/customXml" Target="../ink/ink1873.xml"/><Relationship Id="rId297" Type="http://schemas.openxmlformats.org/officeDocument/2006/relationships/customXml" Target="../ink/ink1887.xml"/><Relationship Id="rId40" Type="http://schemas.openxmlformats.org/officeDocument/2006/relationships/image" Target="../media/image3520.png"/><Relationship Id="rId115" Type="http://schemas.openxmlformats.org/officeDocument/2006/relationships/customXml" Target="../ink/ink1763.xml"/><Relationship Id="rId136" Type="http://schemas.openxmlformats.org/officeDocument/2006/relationships/image" Target="../media/image4020.png"/><Relationship Id="rId157" Type="http://schemas.openxmlformats.org/officeDocument/2006/relationships/customXml" Target="../ink/ink1784.xml"/><Relationship Id="rId178" Type="http://schemas.openxmlformats.org/officeDocument/2006/relationships/image" Target="../media/image4290.png"/><Relationship Id="rId301" Type="http://schemas.openxmlformats.org/officeDocument/2006/relationships/customXml" Target="../ink/ink1889.xml"/><Relationship Id="rId322" Type="http://schemas.openxmlformats.org/officeDocument/2006/relationships/image" Target="../media/image6640.png"/><Relationship Id="rId61" Type="http://schemas.openxmlformats.org/officeDocument/2006/relationships/customXml" Target="../ink/ink1736.xml"/><Relationship Id="rId82" Type="http://schemas.openxmlformats.org/officeDocument/2006/relationships/image" Target="../media/image3730.png"/><Relationship Id="rId199" Type="http://schemas.openxmlformats.org/officeDocument/2006/relationships/customXml" Target="../ink/ink1805.xml"/><Relationship Id="rId203" Type="http://schemas.openxmlformats.org/officeDocument/2006/relationships/customXml" Target="../ink/ink1807.xml"/><Relationship Id="rId19" Type="http://schemas.openxmlformats.org/officeDocument/2006/relationships/customXml" Target="../ink/ink1715.xml"/><Relationship Id="rId224" Type="http://schemas.openxmlformats.org/officeDocument/2006/relationships/customXml" Target="../ink/ink1821.xml"/><Relationship Id="rId245" Type="http://schemas.openxmlformats.org/officeDocument/2006/relationships/customXml" Target="../ink/ink1842.xml"/><Relationship Id="rId266" Type="http://schemas.openxmlformats.org/officeDocument/2006/relationships/customXml" Target="../ink/ink1863.xml"/><Relationship Id="rId287" Type="http://schemas.openxmlformats.org/officeDocument/2006/relationships/customXml" Target="../ink/ink1882.xml"/><Relationship Id="rId30" Type="http://schemas.openxmlformats.org/officeDocument/2006/relationships/image" Target="../media/image3470.png"/><Relationship Id="rId105" Type="http://schemas.openxmlformats.org/officeDocument/2006/relationships/customXml" Target="../ink/ink1758.xml"/><Relationship Id="rId126" Type="http://schemas.openxmlformats.org/officeDocument/2006/relationships/image" Target="../media/image3950.png"/><Relationship Id="rId147" Type="http://schemas.openxmlformats.org/officeDocument/2006/relationships/customXml" Target="../ink/ink1779.xml"/><Relationship Id="rId168" Type="http://schemas.openxmlformats.org/officeDocument/2006/relationships/image" Target="../media/image4240.png"/><Relationship Id="rId312" Type="http://schemas.openxmlformats.org/officeDocument/2006/relationships/image" Target="../media/image6590.png"/><Relationship Id="rId333" Type="http://schemas.openxmlformats.org/officeDocument/2006/relationships/customXml" Target="../ink/ink1905.xml"/><Relationship Id="rId51" Type="http://schemas.openxmlformats.org/officeDocument/2006/relationships/customXml" Target="../ink/ink1731.xml"/><Relationship Id="rId72" Type="http://schemas.openxmlformats.org/officeDocument/2006/relationships/image" Target="../media/image3680.png"/><Relationship Id="rId93" Type="http://schemas.openxmlformats.org/officeDocument/2006/relationships/customXml" Target="../ink/ink1752.xml"/><Relationship Id="rId189" Type="http://schemas.openxmlformats.org/officeDocument/2006/relationships/customXml" Target="../ink/ink1800.xml"/><Relationship Id="rId3" Type="http://schemas.openxmlformats.org/officeDocument/2006/relationships/customXml" Target="../ink/ink1707.xml"/><Relationship Id="rId214" Type="http://schemas.openxmlformats.org/officeDocument/2006/relationships/image" Target="../media/image4970.png"/><Relationship Id="rId235" Type="http://schemas.openxmlformats.org/officeDocument/2006/relationships/customXml" Target="../ink/ink1832.xml"/><Relationship Id="rId256" Type="http://schemas.openxmlformats.org/officeDocument/2006/relationships/customXml" Target="../ink/ink1853.xml"/><Relationship Id="rId277" Type="http://schemas.openxmlformats.org/officeDocument/2006/relationships/customXml" Target="../ink/ink1874.xml"/><Relationship Id="rId298" Type="http://schemas.openxmlformats.org/officeDocument/2006/relationships/image" Target="../media/image6520.png"/><Relationship Id="rId116" Type="http://schemas.openxmlformats.org/officeDocument/2006/relationships/image" Target="../media/image3900.png"/><Relationship Id="rId137" Type="http://schemas.openxmlformats.org/officeDocument/2006/relationships/customXml" Target="../ink/ink1774.xml"/><Relationship Id="rId158" Type="http://schemas.openxmlformats.org/officeDocument/2006/relationships/image" Target="../media/image4190.png"/><Relationship Id="rId302" Type="http://schemas.openxmlformats.org/officeDocument/2006/relationships/image" Target="../media/image6540.png"/><Relationship Id="rId323" Type="http://schemas.openxmlformats.org/officeDocument/2006/relationships/customXml" Target="../ink/ink1900.xml"/><Relationship Id="rId20" Type="http://schemas.openxmlformats.org/officeDocument/2006/relationships/image" Target="../media/image3420.png"/><Relationship Id="rId41" Type="http://schemas.openxmlformats.org/officeDocument/2006/relationships/customXml" Target="../ink/ink1726.xml"/><Relationship Id="rId62" Type="http://schemas.openxmlformats.org/officeDocument/2006/relationships/image" Target="../media/image3630.png"/><Relationship Id="rId83" Type="http://schemas.openxmlformats.org/officeDocument/2006/relationships/customXml" Target="../ink/ink1747.xml"/><Relationship Id="rId179" Type="http://schemas.openxmlformats.org/officeDocument/2006/relationships/customXml" Target="../ink/ink1795.xml"/><Relationship Id="rId190" Type="http://schemas.openxmlformats.org/officeDocument/2006/relationships/image" Target="../media/image4350.png"/><Relationship Id="rId204" Type="http://schemas.openxmlformats.org/officeDocument/2006/relationships/image" Target="../media/image4470.png"/><Relationship Id="rId225" Type="http://schemas.openxmlformats.org/officeDocument/2006/relationships/customXml" Target="../ink/ink1822.xml"/><Relationship Id="rId246" Type="http://schemas.openxmlformats.org/officeDocument/2006/relationships/customXml" Target="../ink/ink1843.xml"/><Relationship Id="rId267" Type="http://schemas.openxmlformats.org/officeDocument/2006/relationships/customXml" Target="../ink/ink1864.xml"/><Relationship Id="rId288" Type="http://schemas.openxmlformats.org/officeDocument/2006/relationships/image" Target="../media/image6470.png"/><Relationship Id="rId106" Type="http://schemas.openxmlformats.org/officeDocument/2006/relationships/image" Target="../media/image3850.png"/><Relationship Id="rId127" Type="http://schemas.openxmlformats.org/officeDocument/2006/relationships/customXml" Target="../ink/ink1769.xml"/><Relationship Id="rId313" Type="http://schemas.openxmlformats.org/officeDocument/2006/relationships/customXml" Target="../ink/ink1895.xml"/><Relationship Id="rId10" Type="http://schemas.openxmlformats.org/officeDocument/2006/relationships/image" Target="../media/image3370.png"/><Relationship Id="rId31" Type="http://schemas.openxmlformats.org/officeDocument/2006/relationships/customXml" Target="../ink/ink1721.xml"/><Relationship Id="rId52" Type="http://schemas.openxmlformats.org/officeDocument/2006/relationships/image" Target="../media/image3580.png"/><Relationship Id="rId73" Type="http://schemas.openxmlformats.org/officeDocument/2006/relationships/customXml" Target="../ink/ink1742.xml"/><Relationship Id="rId94" Type="http://schemas.openxmlformats.org/officeDocument/2006/relationships/image" Target="../media/image3790.png"/><Relationship Id="rId148" Type="http://schemas.openxmlformats.org/officeDocument/2006/relationships/image" Target="../media/image4080.png"/><Relationship Id="rId169" Type="http://schemas.openxmlformats.org/officeDocument/2006/relationships/customXml" Target="../ink/ink1790.xml"/><Relationship Id="rId334" Type="http://schemas.openxmlformats.org/officeDocument/2006/relationships/image" Target="../media/image6700.png"/><Relationship Id="rId4" Type="http://schemas.openxmlformats.org/officeDocument/2006/relationships/image" Target="../media/image3340.png"/><Relationship Id="rId180" Type="http://schemas.openxmlformats.org/officeDocument/2006/relationships/image" Target="../media/image4300.png"/><Relationship Id="rId215" Type="http://schemas.openxmlformats.org/officeDocument/2006/relationships/customXml" Target="../ink/ink1813.xml"/><Relationship Id="rId236" Type="http://schemas.openxmlformats.org/officeDocument/2006/relationships/customXml" Target="../ink/ink1833.xml"/><Relationship Id="rId257" Type="http://schemas.openxmlformats.org/officeDocument/2006/relationships/customXml" Target="../ink/ink1854.xml"/><Relationship Id="rId278" Type="http://schemas.openxmlformats.org/officeDocument/2006/relationships/customXml" Target="../ink/ink1875.xml"/><Relationship Id="rId303" Type="http://schemas.openxmlformats.org/officeDocument/2006/relationships/customXml" Target="../ink/ink1890.xml"/><Relationship Id="rId42" Type="http://schemas.openxmlformats.org/officeDocument/2006/relationships/image" Target="../media/image3530.png"/><Relationship Id="rId84" Type="http://schemas.openxmlformats.org/officeDocument/2006/relationships/image" Target="../media/image3740.png"/><Relationship Id="rId138" Type="http://schemas.openxmlformats.org/officeDocument/2006/relationships/image" Target="../media/image4030.png"/><Relationship Id="rId191" Type="http://schemas.openxmlformats.org/officeDocument/2006/relationships/customXml" Target="../ink/ink1801.xml"/><Relationship Id="rId205" Type="http://schemas.openxmlformats.org/officeDocument/2006/relationships/customXml" Target="../ink/ink1808.xml"/><Relationship Id="rId247" Type="http://schemas.openxmlformats.org/officeDocument/2006/relationships/customXml" Target="../ink/ink1844.xml"/><Relationship Id="rId107" Type="http://schemas.openxmlformats.org/officeDocument/2006/relationships/customXml" Target="../ink/ink1759.xml"/><Relationship Id="rId289" Type="http://schemas.openxmlformats.org/officeDocument/2006/relationships/customXml" Target="../ink/ink1883.xml"/><Relationship Id="rId11" Type="http://schemas.openxmlformats.org/officeDocument/2006/relationships/customXml" Target="../ink/ink1711.xml"/><Relationship Id="rId53" Type="http://schemas.openxmlformats.org/officeDocument/2006/relationships/customXml" Target="../ink/ink1732.xml"/><Relationship Id="rId149" Type="http://schemas.openxmlformats.org/officeDocument/2006/relationships/customXml" Target="../ink/ink1780.xml"/><Relationship Id="rId314" Type="http://schemas.openxmlformats.org/officeDocument/2006/relationships/image" Target="../media/image6600.png"/><Relationship Id="rId95" Type="http://schemas.openxmlformats.org/officeDocument/2006/relationships/customXml" Target="../ink/ink1753.xml"/><Relationship Id="rId160" Type="http://schemas.openxmlformats.org/officeDocument/2006/relationships/image" Target="../media/image4200.png"/><Relationship Id="rId216" Type="http://schemas.openxmlformats.org/officeDocument/2006/relationships/image" Target="../media/image6440.png"/><Relationship Id="rId258" Type="http://schemas.openxmlformats.org/officeDocument/2006/relationships/customXml" Target="../ink/ink1855.xml"/><Relationship Id="rId22" Type="http://schemas.openxmlformats.org/officeDocument/2006/relationships/image" Target="../media/image3430.png"/><Relationship Id="rId64" Type="http://schemas.openxmlformats.org/officeDocument/2006/relationships/image" Target="../media/image3640.png"/><Relationship Id="rId118" Type="http://schemas.openxmlformats.org/officeDocument/2006/relationships/image" Target="../media/image3911.png"/><Relationship Id="rId325" Type="http://schemas.openxmlformats.org/officeDocument/2006/relationships/customXml" Target="../ink/ink1901.xml"/><Relationship Id="rId171" Type="http://schemas.openxmlformats.org/officeDocument/2006/relationships/customXml" Target="../ink/ink1791.xml"/><Relationship Id="rId227" Type="http://schemas.openxmlformats.org/officeDocument/2006/relationships/customXml" Target="../ink/ink1824.xml"/><Relationship Id="rId269" Type="http://schemas.openxmlformats.org/officeDocument/2006/relationships/customXml" Target="../ink/ink1866.xml"/><Relationship Id="rId33" Type="http://schemas.openxmlformats.org/officeDocument/2006/relationships/customXml" Target="../ink/ink1722.xml"/><Relationship Id="rId129" Type="http://schemas.openxmlformats.org/officeDocument/2006/relationships/customXml" Target="../ink/ink1770.xml"/><Relationship Id="rId280" Type="http://schemas.openxmlformats.org/officeDocument/2006/relationships/customXml" Target="../ink/ink1877.xml"/><Relationship Id="rId336" Type="http://schemas.openxmlformats.org/officeDocument/2006/relationships/image" Target="../media/image6710.png"/><Relationship Id="rId75" Type="http://schemas.openxmlformats.org/officeDocument/2006/relationships/customXml" Target="../ink/ink1743.xml"/><Relationship Id="rId140" Type="http://schemas.openxmlformats.org/officeDocument/2006/relationships/image" Target="../media/image4040.png"/><Relationship Id="rId182" Type="http://schemas.openxmlformats.org/officeDocument/2006/relationships/image" Target="../media/image4311.png"/><Relationship Id="rId6" Type="http://schemas.openxmlformats.org/officeDocument/2006/relationships/image" Target="../media/image3350.png"/><Relationship Id="rId238" Type="http://schemas.openxmlformats.org/officeDocument/2006/relationships/customXml" Target="../ink/ink1835.xml"/><Relationship Id="rId291" Type="http://schemas.openxmlformats.org/officeDocument/2006/relationships/customXml" Target="../ink/ink1884.xml"/><Relationship Id="rId305" Type="http://schemas.openxmlformats.org/officeDocument/2006/relationships/customXml" Target="../ink/ink1891.xml"/><Relationship Id="rId44" Type="http://schemas.openxmlformats.org/officeDocument/2006/relationships/image" Target="../media/image3540.png"/><Relationship Id="rId86" Type="http://schemas.openxmlformats.org/officeDocument/2006/relationships/image" Target="../media/image3750.png"/><Relationship Id="rId151" Type="http://schemas.openxmlformats.org/officeDocument/2006/relationships/customXml" Target="../ink/ink1781.xml"/><Relationship Id="rId193" Type="http://schemas.openxmlformats.org/officeDocument/2006/relationships/customXml" Target="../ink/ink1802.xml"/><Relationship Id="rId207" Type="http://schemas.openxmlformats.org/officeDocument/2006/relationships/customXml" Target="../ink/ink1809.xml"/><Relationship Id="rId249" Type="http://schemas.openxmlformats.org/officeDocument/2006/relationships/customXml" Target="../ink/ink1846.xml"/><Relationship Id="rId13" Type="http://schemas.openxmlformats.org/officeDocument/2006/relationships/customXml" Target="../ink/ink1712.xml"/><Relationship Id="rId109" Type="http://schemas.openxmlformats.org/officeDocument/2006/relationships/customXml" Target="../ink/ink1760.xml"/><Relationship Id="rId260" Type="http://schemas.openxmlformats.org/officeDocument/2006/relationships/customXml" Target="../ink/ink1857.xml"/><Relationship Id="rId316" Type="http://schemas.openxmlformats.org/officeDocument/2006/relationships/image" Target="../media/image6611.png"/><Relationship Id="rId55" Type="http://schemas.openxmlformats.org/officeDocument/2006/relationships/customXml" Target="../ink/ink1733.xml"/><Relationship Id="rId97" Type="http://schemas.openxmlformats.org/officeDocument/2006/relationships/customXml" Target="../ink/ink1754.xml"/><Relationship Id="rId120" Type="http://schemas.openxmlformats.org/officeDocument/2006/relationships/image" Target="../media/image3920.png"/><Relationship Id="rId162" Type="http://schemas.openxmlformats.org/officeDocument/2006/relationships/image" Target="../media/image4211.png"/><Relationship Id="rId218" Type="http://schemas.openxmlformats.org/officeDocument/2006/relationships/customXml" Target="../ink/ink1815.xml"/><Relationship Id="rId271" Type="http://schemas.openxmlformats.org/officeDocument/2006/relationships/customXml" Target="../ink/ink1868.xml"/><Relationship Id="rId24" Type="http://schemas.openxmlformats.org/officeDocument/2006/relationships/image" Target="../media/image3440.png"/><Relationship Id="rId66" Type="http://schemas.openxmlformats.org/officeDocument/2006/relationships/image" Target="../media/image3650.png"/><Relationship Id="rId131" Type="http://schemas.openxmlformats.org/officeDocument/2006/relationships/customXml" Target="../ink/ink1771.xml"/><Relationship Id="rId327" Type="http://schemas.openxmlformats.org/officeDocument/2006/relationships/customXml" Target="../ink/ink190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722.wmf"/><Relationship Id="rId3" Type="http://schemas.openxmlformats.org/officeDocument/2006/relationships/image" Target="../media/image717.wmf"/><Relationship Id="rId7" Type="http://schemas.openxmlformats.org/officeDocument/2006/relationships/image" Target="../media/image719.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721.wmf"/><Relationship Id="rId5" Type="http://schemas.openxmlformats.org/officeDocument/2006/relationships/image" Target="../media/image718.wmf"/><Relationship Id="rId15" Type="http://schemas.openxmlformats.org/officeDocument/2006/relationships/image" Target="../media/image723.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720.wmf"/><Relationship Id="rId14" Type="http://schemas.openxmlformats.org/officeDocument/2006/relationships/oleObject" Target="../embeddings/oleObject9.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729.wmf"/><Relationship Id="rId18" Type="http://schemas.openxmlformats.org/officeDocument/2006/relationships/oleObject" Target="../embeddings/oleObject18.bin"/><Relationship Id="rId3" Type="http://schemas.openxmlformats.org/officeDocument/2006/relationships/image" Target="../media/image724.wmf"/><Relationship Id="rId21" Type="http://schemas.openxmlformats.org/officeDocument/2006/relationships/image" Target="../media/image733.wmf"/><Relationship Id="rId7" Type="http://schemas.openxmlformats.org/officeDocument/2006/relationships/image" Target="../media/image726.wmf"/><Relationship Id="rId12" Type="http://schemas.openxmlformats.org/officeDocument/2006/relationships/oleObject" Target="../embeddings/oleObject15.bin"/><Relationship Id="rId17" Type="http://schemas.openxmlformats.org/officeDocument/2006/relationships/image" Target="../media/image731.w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728.wmf"/><Relationship Id="rId5" Type="http://schemas.openxmlformats.org/officeDocument/2006/relationships/image" Target="../media/image725.wmf"/><Relationship Id="rId15" Type="http://schemas.openxmlformats.org/officeDocument/2006/relationships/image" Target="../media/image730.wmf"/><Relationship Id="rId10" Type="http://schemas.openxmlformats.org/officeDocument/2006/relationships/oleObject" Target="../embeddings/oleObject14.bin"/><Relationship Id="rId19" Type="http://schemas.openxmlformats.org/officeDocument/2006/relationships/image" Target="../media/image732.wmf"/><Relationship Id="rId4" Type="http://schemas.openxmlformats.org/officeDocument/2006/relationships/oleObject" Target="../embeddings/oleObject11.bin"/><Relationship Id="rId9" Type="http://schemas.openxmlformats.org/officeDocument/2006/relationships/image" Target="../media/image727.wmf"/><Relationship Id="rId14" Type="http://schemas.openxmlformats.org/officeDocument/2006/relationships/oleObject" Target="../embeddings/oleObject16.bin"/></Relationships>
</file>

<file path=ppt/slides/_rels/slide48.xml.rels><?xml version="1.0" encoding="UTF-8" standalone="yes"?>
<Relationships xmlns="http://schemas.openxmlformats.org/package/2006/relationships"><Relationship Id="rId3" Type="http://schemas.openxmlformats.org/officeDocument/2006/relationships/image" Target="../media/image734.wmf"/><Relationship Id="rId2" Type="http://schemas.openxmlformats.org/officeDocument/2006/relationships/oleObject" Target="../embeddings/oleObject20.bin"/><Relationship Id="rId1" Type="http://schemas.openxmlformats.org/officeDocument/2006/relationships/slideLayout" Target="../slideLayouts/slideLayout2.xml"/><Relationship Id="rId5" Type="http://schemas.openxmlformats.org/officeDocument/2006/relationships/image" Target="../media/image735.wmf"/><Relationship Id="rId4" Type="http://schemas.openxmlformats.org/officeDocument/2006/relationships/oleObject" Target="../embeddings/oleObject21.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Algorithms</a:t>
            </a:r>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E7CB86-88C0-6B20-AAEE-B2C3E27D6FE1}"/>
              </a:ext>
            </a:extLst>
          </p:cNvPr>
          <p:cNvSpPr>
            <a:spLocks noGrp="1"/>
          </p:cNvSpPr>
          <p:nvPr>
            <p:ph type="sldNum" sz="quarter" idx="12"/>
          </p:nvPr>
        </p:nvSpPr>
        <p:spPr/>
        <p:txBody>
          <a:bodyPr/>
          <a:lstStyle/>
          <a:p>
            <a:fld id="{AD2B2EE5-B8BC-4D24-A25E-F2DF61737E68}" type="slidenum">
              <a:rPr lang="en-US" smtClean="0"/>
              <a:pPr/>
              <a:t>2</a:t>
            </a:fld>
            <a:endParaRPr lang="en-US" dirty="0"/>
          </a:p>
        </p:txBody>
      </p:sp>
      <p:grpSp>
        <p:nvGrpSpPr>
          <p:cNvPr id="5" name="Group 4">
            <a:extLst>
              <a:ext uri="{FF2B5EF4-FFF2-40B4-BE49-F238E27FC236}">
                <a16:creationId xmlns:a16="http://schemas.microsoft.com/office/drawing/2014/main" id="{478D8AAF-FE9B-C608-CC81-1613895591B1}"/>
              </a:ext>
            </a:extLst>
          </p:cNvPr>
          <p:cNvGrpSpPr/>
          <p:nvPr/>
        </p:nvGrpSpPr>
        <p:grpSpPr>
          <a:xfrm>
            <a:off x="1120630" y="926854"/>
            <a:ext cx="279720" cy="519480"/>
            <a:chOff x="1120630" y="926854"/>
            <a:chExt cx="279720" cy="51948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1258743-198D-C941-84CF-60591BE6874D}"/>
                    </a:ext>
                  </a:extLst>
                </p14:cNvPr>
                <p14:cNvContentPartPr/>
                <p14:nvPr/>
              </p14:nvContentPartPr>
              <p14:xfrm>
                <a:off x="1120630" y="926854"/>
                <a:ext cx="218160" cy="519480"/>
              </p14:xfrm>
            </p:contentPart>
          </mc:Choice>
          <mc:Fallback xmlns="">
            <p:pic>
              <p:nvPicPr>
                <p:cNvPr id="3" name="Ink 2">
                  <a:extLst>
                    <a:ext uri="{FF2B5EF4-FFF2-40B4-BE49-F238E27FC236}">
                      <a16:creationId xmlns:a16="http://schemas.microsoft.com/office/drawing/2014/main" id="{C1258743-198D-C941-84CF-60591BE6874D}"/>
                    </a:ext>
                  </a:extLst>
                </p:cNvPr>
                <p:cNvPicPr/>
                <p:nvPr/>
              </p:nvPicPr>
              <p:blipFill>
                <a:blip r:embed="rId3"/>
                <a:stretch>
                  <a:fillRect/>
                </a:stretch>
              </p:blipFill>
              <p:spPr>
                <a:xfrm>
                  <a:off x="1116310" y="922534"/>
                  <a:ext cx="22680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DF8B694B-CE4C-0531-876F-1E9D156C25FC}"/>
                    </a:ext>
                  </a:extLst>
                </p14:cNvPr>
                <p14:cNvContentPartPr/>
                <p14:nvPr/>
              </p14:nvContentPartPr>
              <p14:xfrm>
                <a:off x="1207750" y="1198294"/>
                <a:ext cx="192600" cy="33480"/>
              </p14:xfrm>
            </p:contentPart>
          </mc:Choice>
          <mc:Fallback xmlns="">
            <p:pic>
              <p:nvPicPr>
                <p:cNvPr id="4" name="Ink 3">
                  <a:extLst>
                    <a:ext uri="{FF2B5EF4-FFF2-40B4-BE49-F238E27FC236}">
                      <a16:creationId xmlns:a16="http://schemas.microsoft.com/office/drawing/2014/main" id="{DF8B694B-CE4C-0531-876F-1E9D156C25FC}"/>
                    </a:ext>
                  </a:extLst>
                </p:cNvPr>
                <p:cNvPicPr/>
                <p:nvPr/>
              </p:nvPicPr>
              <p:blipFill>
                <a:blip r:embed="rId5"/>
                <a:stretch>
                  <a:fillRect/>
                </a:stretch>
              </p:blipFill>
              <p:spPr>
                <a:xfrm>
                  <a:off x="1203430" y="1193974"/>
                  <a:ext cx="2012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B2B98FF1-B5DD-C297-5E80-E7955AE85B97}"/>
                  </a:ext>
                </a:extLst>
              </p14:cNvPr>
              <p14:cNvContentPartPr/>
              <p14:nvPr/>
            </p14:nvContentPartPr>
            <p14:xfrm>
              <a:off x="3280270" y="2298814"/>
              <a:ext cx="2875680" cy="328680"/>
            </p14:xfrm>
          </p:contentPart>
        </mc:Choice>
        <mc:Fallback xmlns="">
          <p:pic>
            <p:nvPicPr>
              <p:cNvPr id="25" name="Ink 24">
                <a:extLst>
                  <a:ext uri="{FF2B5EF4-FFF2-40B4-BE49-F238E27FC236}">
                    <a16:creationId xmlns:a16="http://schemas.microsoft.com/office/drawing/2014/main" id="{B2B98FF1-B5DD-C297-5E80-E7955AE85B97}"/>
                  </a:ext>
                </a:extLst>
              </p:cNvPr>
              <p:cNvPicPr/>
              <p:nvPr/>
            </p:nvPicPr>
            <p:blipFill>
              <a:blip r:embed="rId7"/>
              <a:stretch>
                <a:fillRect/>
              </a:stretch>
            </p:blipFill>
            <p:spPr>
              <a:xfrm>
                <a:off x="3275950" y="2294494"/>
                <a:ext cx="2884320" cy="337320"/>
              </a:xfrm>
              <a:prstGeom prst="rect">
                <a:avLst/>
              </a:prstGeom>
            </p:spPr>
          </p:pic>
        </mc:Fallback>
      </mc:AlternateContent>
      <p:grpSp>
        <p:nvGrpSpPr>
          <p:cNvPr id="32" name="Group 31">
            <a:extLst>
              <a:ext uri="{FF2B5EF4-FFF2-40B4-BE49-F238E27FC236}">
                <a16:creationId xmlns:a16="http://schemas.microsoft.com/office/drawing/2014/main" id="{29AE0405-C9C1-B0B5-831F-AC61F4F8CBFC}"/>
              </a:ext>
            </a:extLst>
          </p:cNvPr>
          <p:cNvGrpSpPr/>
          <p:nvPr/>
        </p:nvGrpSpPr>
        <p:grpSpPr>
          <a:xfrm>
            <a:off x="4420030" y="2847814"/>
            <a:ext cx="985680" cy="241920"/>
            <a:chOff x="4420030" y="2847814"/>
            <a:chExt cx="985680" cy="241920"/>
          </a:xfrm>
        </p:grpSpPr>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78672601-B6FE-DC19-6855-D0E0B4BC4DEB}"/>
                    </a:ext>
                  </a:extLst>
                </p14:cNvPr>
                <p14:cNvContentPartPr/>
                <p14:nvPr/>
              </p14:nvContentPartPr>
              <p14:xfrm>
                <a:off x="4420030" y="2931334"/>
                <a:ext cx="169200" cy="117000"/>
              </p14:xfrm>
            </p:contentPart>
          </mc:Choice>
          <mc:Fallback xmlns="">
            <p:pic>
              <p:nvPicPr>
                <p:cNvPr id="26" name="Ink 25">
                  <a:extLst>
                    <a:ext uri="{FF2B5EF4-FFF2-40B4-BE49-F238E27FC236}">
                      <a16:creationId xmlns:a16="http://schemas.microsoft.com/office/drawing/2014/main" id="{78672601-B6FE-DC19-6855-D0E0B4BC4DEB}"/>
                    </a:ext>
                  </a:extLst>
                </p:cNvPr>
                <p:cNvPicPr/>
                <p:nvPr/>
              </p:nvPicPr>
              <p:blipFill>
                <a:blip r:embed="rId9"/>
                <a:stretch>
                  <a:fillRect/>
                </a:stretch>
              </p:blipFill>
              <p:spPr>
                <a:xfrm>
                  <a:off x="4415710" y="2927014"/>
                  <a:ext cx="1778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7" name="Ink 26">
                  <a:extLst>
                    <a:ext uri="{FF2B5EF4-FFF2-40B4-BE49-F238E27FC236}">
                      <a16:creationId xmlns:a16="http://schemas.microsoft.com/office/drawing/2014/main" id="{2EAF748B-315E-F411-A8DF-2A9B1DFBFE5C}"/>
                    </a:ext>
                  </a:extLst>
                </p14:cNvPr>
                <p14:cNvContentPartPr/>
                <p14:nvPr/>
              </p14:nvContentPartPr>
              <p14:xfrm>
                <a:off x="4735390" y="2910814"/>
                <a:ext cx="143280" cy="104400"/>
              </p14:xfrm>
            </p:contentPart>
          </mc:Choice>
          <mc:Fallback xmlns="">
            <p:pic>
              <p:nvPicPr>
                <p:cNvPr id="27" name="Ink 26">
                  <a:extLst>
                    <a:ext uri="{FF2B5EF4-FFF2-40B4-BE49-F238E27FC236}">
                      <a16:creationId xmlns:a16="http://schemas.microsoft.com/office/drawing/2014/main" id="{2EAF748B-315E-F411-A8DF-2A9B1DFBFE5C}"/>
                    </a:ext>
                  </a:extLst>
                </p:cNvPr>
                <p:cNvPicPr/>
                <p:nvPr/>
              </p:nvPicPr>
              <p:blipFill>
                <a:blip r:embed="rId11"/>
                <a:stretch>
                  <a:fillRect/>
                </a:stretch>
              </p:blipFill>
              <p:spPr>
                <a:xfrm>
                  <a:off x="4731070" y="2906494"/>
                  <a:ext cx="1519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1A8182E6-3C45-D104-F11C-7FE6007AEE65}"/>
                    </a:ext>
                  </a:extLst>
                </p14:cNvPr>
                <p14:cNvContentPartPr/>
                <p14:nvPr/>
              </p14:nvContentPartPr>
              <p14:xfrm>
                <a:off x="4723870" y="2953654"/>
                <a:ext cx="99000" cy="19800"/>
              </p14:xfrm>
            </p:contentPart>
          </mc:Choice>
          <mc:Fallback xmlns="">
            <p:pic>
              <p:nvPicPr>
                <p:cNvPr id="28" name="Ink 27">
                  <a:extLst>
                    <a:ext uri="{FF2B5EF4-FFF2-40B4-BE49-F238E27FC236}">
                      <a16:creationId xmlns:a16="http://schemas.microsoft.com/office/drawing/2014/main" id="{1A8182E6-3C45-D104-F11C-7FE6007AEE65}"/>
                    </a:ext>
                  </a:extLst>
                </p:cNvPr>
                <p:cNvPicPr/>
                <p:nvPr/>
              </p:nvPicPr>
              <p:blipFill>
                <a:blip r:embed="rId13"/>
                <a:stretch>
                  <a:fillRect/>
                </a:stretch>
              </p:blipFill>
              <p:spPr>
                <a:xfrm>
                  <a:off x="4719550" y="2949334"/>
                  <a:ext cx="1076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722C0AC5-1C29-A50D-EADD-675D729964D4}"/>
                    </a:ext>
                  </a:extLst>
                </p14:cNvPr>
                <p14:cNvContentPartPr/>
                <p14:nvPr/>
              </p14:nvContentPartPr>
              <p14:xfrm>
                <a:off x="5060110" y="2847814"/>
                <a:ext cx="270000" cy="200160"/>
              </p14:xfrm>
            </p:contentPart>
          </mc:Choice>
          <mc:Fallback xmlns="">
            <p:pic>
              <p:nvPicPr>
                <p:cNvPr id="29" name="Ink 28">
                  <a:extLst>
                    <a:ext uri="{FF2B5EF4-FFF2-40B4-BE49-F238E27FC236}">
                      <a16:creationId xmlns:a16="http://schemas.microsoft.com/office/drawing/2014/main" id="{722C0AC5-1C29-A50D-EADD-675D729964D4}"/>
                    </a:ext>
                  </a:extLst>
                </p:cNvPr>
                <p:cNvPicPr/>
                <p:nvPr/>
              </p:nvPicPr>
              <p:blipFill>
                <a:blip r:embed="rId15"/>
                <a:stretch>
                  <a:fillRect/>
                </a:stretch>
              </p:blipFill>
              <p:spPr>
                <a:xfrm>
                  <a:off x="5055790" y="2843494"/>
                  <a:ext cx="2786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0" name="Ink 29">
                  <a:extLst>
                    <a:ext uri="{FF2B5EF4-FFF2-40B4-BE49-F238E27FC236}">
                      <a16:creationId xmlns:a16="http://schemas.microsoft.com/office/drawing/2014/main" id="{20C522E8-0EE8-20E5-17F0-726767BE579D}"/>
                    </a:ext>
                  </a:extLst>
                </p14:cNvPr>
                <p14:cNvContentPartPr/>
                <p14:nvPr/>
              </p14:nvContentPartPr>
              <p14:xfrm>
                <a:off x="5097190" y="2872654"/>
                <a:ext cx="262080" cy="217080"/>
              </p14:xfrm>
            </p:contentPart>
          </mc:Choice>
          <mc:Fallback xmlns="">
            <p:pic>
              <p:nvPicPr>
                <p:cNvPr id="30" name="Ink 29">
                  <a:extLst>
                    <a:ext uri="{FF2B5EF4-FFF2-40B4-BE49-F238E27FC236}">
                      <a16:creationId xmlns:a16="http://schemas.microsoft.com/office/drawing/2014/main" id="{20C522E8-0EE8-20E5-17F0-726767BE579D}"/>
                    </a:ext>
                  </a:extLst>
                </p:cNvPr>
                <p:cNvPicPr/>
                <p:nvPr/>
              </p:nvPicPr>
              <p:blipFill>
                <a:blip r:embed="rId17"/>
                <a:stretch>
                  <a:fillRect/>
                </a:stretch>
              </p:blipFill>
              <p:spPr>
                <a:xfrm>
                  <a:off x="5092870" y="2868334"/>
                  <a:ext cx="2707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736447B9-82DD-8617-AE42-7CB0290E43D8}"/>
                    </a:ext>
                  </a:extLst>
                </p14:cNvPr>
                <p14:cNvContentPartPr/>
                <p14:nvPr/>
              </p14:nvContentPartPr>
              <p14:xfrm>
                <a:off x="5114830" y="2912614"/>
                <a:ext cx="290880" cy="72720"/>
              </p14:xfrm>
            </p:contentPart>
          </mc:Choice>
          <mc:Fallback xmlns="">
            <p:pic>
              <p:nvPicPr>
                <p:cNvPr id="31" name="Ink 30">
                  <a:extLst>
                    <a:ext uri="{FF2B5EF4-FFF2-40B4-BE49-F238E27FC236}">
                      <a16:creationId xmlns:a16="http://schemas.microsoft.com/office/drawing/2014/main" id="{736447B9-82DD-8617-AE42-7CB0290E43D8}"/>
                    </a:ext>
                  </a:extLst>
                </p:cNvPr>
                <p:cNvPicPr/>
                <p:nvPr/>
              </p:nvPicPr>
              <p:blipFill>
                <a:blip r:embed="rId19"/>
                <a:stretch>
                  <a:fillRect/>
                </a:stretch>
              </p:blipFill>
              <p:spPr>
                <a:xfrm>
                  <a:off x="5110510" y="2908294"/>
                  <a:ext cx="299520" cy="81360"/>
                </a:xfrm>
                <a:prstGeom prst="rect">
                  <a:avLst/>
                </a:prstGeom>
              </p:spPr>
            </p:pic>
          </mc:Fallback>
        </mc:AlternateContent>
      </p:grpSp>
      <p:grpSp>
        <p:nvGrpSpPr>
          <p:cNvPr id="42" name="Group 41">
            <a:extLst>
              <a:ext uri="{FF2B5EF4-FFF2-40B4-BE49-F238E27FC236}">
                <a16:creationId xmlns:a16="http://schemas.microsoft.com/office/drawing/2014/main" id="{C130F107-25E8-502B-E9B6-2639BEF4C3A1}"/>
              </a:ext>
            </a:extLst>
          </p:cNvPr>
          <p:cNvGrpSpPr/>
          <p:nvPr/>
        </p:nvGrpSpPr>
        <p:grpSpPr>
          <a:xfrm>
            <a:off x="1928470" y="922534"/>
            <a:ext cx="4665240" cy="975960"/>
            <a:chOff x="1928470" y="922534"/>
            <a:chExt cx="4665240" cy="975960"/>
          </a:xfrm>
        </p:grpSpPr>
        <mc:AlternateContent xmlns:mc="http://schemas.openxmlformats.org/markup-compatibility/2006" xmlns:p14="http://schemas.microsoft.com/office/powerpoint/2010/main">
          <mc:Choice Requires="p14">
            <p:contentPart p14:bwMode="auto" r:id="rId20">
              <p14:nvContentPartPr>
                <p14:cNvPr id="6" name="Ink 5">
                  <a:extLst>
                    <a:ext uri="{FF2B5EF4-FFF2-40B4-BE49-F238E27FC236}">
                      <a16:creationId xmlns:a16="http://schemas.microsoft.com/office/drawing/2014/main" id="{DF3BEBD3-20F4-DC1A-AFC4-B5BFD6D7C4AD}"/>
                    </a:ext>
                  </a:extLst>
                </p14:cNvPr>
                <p14:cNvContentPartPr/>
                <p14:nvPr/>
              </p14:nvContentPartPr>
              <p14:xfrm>
                <a:off x="1941070" y="1198294"/>
                <a:ext cx="81360" cy="258480"/>
              </p14:xfrm>
            </p:contentPart>
          </mc:Choice>
          <mc:Fallback xmlns="">
            <p:pic>
              <p:nvPicPr>
                <p:cNvPr id="6" name="Ink 5">
                  <a:extLst>
                    <a:ext uri="{FF2B5EF4-FFF2-40B4-BE49-F238E27FC236}">
                      <a16:creationId xmlns:a16="http://schemas.microsoft.com/office/drawing/2014/main" id="{DF3BEBD3-20F4-DC1A-AFC4-B5BFD6D7C4AD}"/>
                    </a:ext>
                  </a:extLst>
                </p:cNvPr>
                <p:cNvPicPr/>
                <p:nvPr/>
              </p:nvPicPr>
              <p:blipFill>
                <a:blip r:embed="rId21"/>
                <a:stretch>
                  <a:fillRect/>
                </a:stretch>
              </p:blipFill>
              <p:spPr>
                <a:xfrm>
                  <a:off x="1936750" y="1193974"/>
                  <a:ext cx="900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 name="Ink 6">
                  <a:extLst>
                    <a:ext uri="{FF2B5EF4-FFF2-40B4-BE49-F238E27FC236}">
                      <a16:creationId xmlns:a16="http://schemas.microsoft.com/office/drawing/2014/main" id="{FB6DA552-E2B8-90AD-FBED-AC919A55768B}"/>
                    </a:ext>
                  </a:extLst>
                </p14:cNvPr>
                <p14:cNvContentPartPr/>
                <p14:nvPr/>
              </p14:nvContentPartPr>
              <p14:xfrm>
                <a:off x="1928470" y="1098574"/>
                <a:ext cx="675360" cy="452160"/>
              </p14:xfrm>
            </p:contentPart>
          </mc:Choice>
          <mc:Fallback xmlns="">
            <p:pic>
              <p:nvPicPr>
                <p:cNvPr id="7" name="Ink 6">
                  <a:extLst>
                    <a:ext uri="{FF2B5EF4-FFF2-40B4-BE49-F238E27FC236}">
                      <a16:creationId xmlns:a16="http://schemas.microsoft.com/office/drawing/2014/main" id="{FB6DA552-E2B8-90AD-FBED-AC919A55768B}"/>
                    </a:ext>
                  </a:extLst>
                </p:cNvPr>
                <p:cNvPicPr/>
                <p:nvPr/>
              </p:nvPicPr>
              <p:blipFill>
                <a:blip r:embed="rId23"/>
                <a:stretch>
                  <a:fillRect/>
                </a:stretch>
              </p:blipFill>
              <p:spPr>
                <a:xfrm>
                  <a:off x="1924150" y="1094254"/>
                  <a:ext cx="68400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 name="Ink 7">
                  <a:extLst>
                    <a:ext uri="{FF2B5EF4-FFF2-40B4-BE49-F238E27FC236}">
                      <a16:creationId xmlns:a16="http://schemas.microsoft.com/office/drawing/2014/main" id="{D2DC0530-66E8-421E-947A-3831FF26D9C1}"/>
                    </a:ext>
                  </a:extLst>
                </p14:cNvPr>
                <p14:cNvContentPartPr/>
                <p14:nvPr/>
              </p14:nvContentPartPr>
              <p14:xfrm>
                <a:off x="2279830" y="1238614"/>
                <a:ext cx="816120" cy="109440"/>
              </p14:xfrm>
            </p:contentPart>
          </mc:Choice>
          <mc:Fallback xmlns="">
            <p:pic>
              <p:nvPicPr>
                <p:cNvPr id="8" name="Ink 7">
                  <a:extLst>
                    <a:ext uri="{FF2B5EF4-FFF2-40B4-BE49-F238E27FC236}">
                      <a16:creationId xmlns:a16="http://schemas.microsoft.com/office/drawing/2014/main" id="{D2DC0530-66E8-421E-947A-3831FF26D9C1}"/>
                    </a:ext>
                  </a:extLst>
                </p:cNvPr>
                <p:cNvPicPr/>
                <p:nvPr/>
              </p:nvPicPr>
              <p:blipFill>
                <a:blip r:embed="rId25"/>
                <a:stretch>
                  <a:fillRect/>
                </a:stretch>
              </p:blipFill>
              <p:spPr>
                <a:xfrm>
                  <a:off x="2275510" y="1234294"/>
                  <a:ext cx="8247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 name="Ink 8">
                  <a:extLst>
                    <a:ext uri="{FF2B5EF4-FFF2-40B4-BE49-F238E27FC236}">
                      <a16:creationId xmlns:a16="http://schemas.microsoft.com/office/drawing/2014/main" id="{9322B2BE-AC15-9634-C12B-06877EBB3BAA}"/>
                    </a:ext>
                  </a:extLst>
                </p14:cNvPr>
                <p14:cNvContentPartPr/>
                <p14:nvPr/>
              </p14:nvContentPartPr>
              <p14:xfrm>
                <a:off x="2974990" y="1150414"/>
                <a:ext cx="232920" cy="259920"/>
              </p14:xfrm>
            </p:contentPart>
          </mc:Choice>
          <mc:Fallback xmlns="">
            <p:pic>
              <p:nvPicPr>
                <p:cNvPr id="9" name="Ink 8">
                  <a:extLst>
                    <a:ext uri="{FF2B5EF4-FFF2-40B4-BE49-F238E27FC236}">
                      <a16:creationId xmlns:a16="http://schemas.microsoft.com/office/drawing/2014/main" id="{9322B2BE-AC15-9634-C12B-06877EBB3BAA}"/>
                    </a:ext>
                  </a:extLst>
                </p:cNvPr>
                <p:cNvPicPr/>
                <p:nvPr/>
              </p:nvPicPr>
              <p:blipFill>
                <a:blip r:embed="rId27"/>
                <a:stretch>
                  <a:fillRect/>
                </a:stretch>
              </p:blipFill>
              <p:spPr>
                <a:xfrm>
                  <a:off x="2970670" y="1146094"/>
                  <a:ext cx="241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 name="Ink 9">
                  <a:extLst>
                    <a:ext uri="{FF2B5EF4-FFF2-40B4-BE49-F238E27FC236}">
                      <a16:creationId xmlns:a16="http://schemas.microsoft.com/office/drawing/2014/main" id="{F6137E4C-CF0D-1337-3B88-73CD338AA238}"/>
                    </a:ext>
                  </a:extLst>
                </p14:cNvPr>
                <p14:cNvContentPartPr/>
                <p14:nvPr/>
              </p14:nvContentPartPr>
              <p14:xfrm>
                <a:off x="3202150" y="1030534"/>
                <a:ext cx="83160" cy="622080"/>
              </p14:xfrm>
            </p:contentPart>
          </mc:Choice>
          <mc:Fallback xmlns="">
            <p:pic>
              <p:nvPicPr>
                <p:cNvPr id="10" name="Ink 9">
                  <a:extLst>
                    <a:ext uri="{FF2B5EF4-FFF2-40B4-BE49-F238E27FC236}">
                      <a16:creationId xmlns:a16="http://schemas.microsoft.com/office/drawing/2014/main" id="{F6137E4C-CF0D-1337-3B88-73CD338AA238}"/>
                    </a:ext>
                  </a:extLst>
                </p:cNvPr>
                <p:cNvPicPr/>
                <p:nvPr/>
              </p:nvPicPr>
              <p:blipFill>
                <a:blip r:embed="rId29"/>
                <a:stretch>
                  <a:fillRect/>
                </a:stretch>
              </p:blipFill>
              <p:spPr>
                <a:xfrm>
                  <a:off x="3197830" y="1026214"/>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 name="Ink 10">
                  <a:extLst>
                    <a:ext uri="{FF2B5EF4-FFF2-40B4-BE49-F238E27FC236}">
                      <a16:creationId xmlns:a16="http://schemas.microsoft.com/office/drawing/2014/main" id="{098D5809-82CE-5E45-7243-E8855BFF998B}"/>
                    </a:ext>
                  </a:extLst>
                </p14:cNvPr>
                <p14:cNvContentPartPr/>
                <p14:nvPr/>
              </p14:nvContentPartPr>
              <p14:xfrm>
                <a:off x="3147790" y="928654"/>
                <a:ext cx="3445920" cy="725400"/>
              </p14:xfrm>
            </p:contentPart>
          </mc:Choice>
          <mc:Fallback xmlns="">
            <p:pic>
              <p:nvPicPr>
                <p:cNvPr id="11" name="Ink 10">
                  <a:extLst>
                    <a:ext uri="{FF2B5EF4-FFF2-40B4-BE49-F238E27FC236}">
                      <a16:creationId xmlns:a16="http://schemas.microsoft.com/office/drawing/2014/main" id="{098D5809-82CE-5E45-7243-E8855BFF998B}"/>
                    </a:ext>
                  </a:extLst>
                </p:cNvPr>
                <p:cNvPicPr/>
                <p:nvPr/>
              </p:nvPicPr>
              <p:blipFill>
                <a:blip r:embed="rId31"/>
                <a:stretch>
                  <a:fillRect/>
                </a:stretch>
              </p:blipFill>
              <p:spPr>
                <a:xfrm>
                  <a:off x="3143470" y="924334"/>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 name="Ink 11">
                  <a:extLst>
                    <a:ext uri="{FF2B5EF4-FFF2-40B4-BE49-F238E27FC236}">
                      <a16:creationId xmlns:a16="http://schemas.microsoft.com/office/drawing/2014/main" id="{178326A1-C2B0-6F1B-7D35-653A8DBA2982}"/>
                    </a:ext>
                  </a:extLst>
                </p14:cNvPr>
                <p14:cNvContentPartPr/>
                <p14:nvPr/>
              </p14:nvContentPartPr>
              <p14:xfrm>
                <a:off x="3763750" y="1070494"/>
                <a:ext cx="37080" cy="599400"/>
              </p14:xfrm>
            </p:contentPart>
          </mc:Choice>
          <mc:Fallback xmlns="">
            <p:pic>
              <p:nvPicPr>
                <p:cNvPr id="12" name="Ink 11">
                  <a:extLst>
                    <a:ext uri="{FF2B5EF4-FFF2-40B4-BE49-F238E27FC236}">
                      <a16:creationId xmlns:a16="http://schemas.microsoft.com/office/drawing/2014/main" id="{178326A1-C2B0-6F1B-7D35-653A8DBA2982}"/>
                    </a:ext>
                  </a:extLst>
                </p:cNvPr>
                <p:cNvPicPr/>
                <p:nvPr/>
              </p:nvPicPr>
              <p:blipFill>
                <a:blip r:embed="rId33"/>
                <a:stretch>
                  <a:fillRect/>
                </a:stretch>
              </p:blipFill>
              <p:spPr>
                <a:xfrm>
                  <a:off x="3759430" y="1066174"/>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3" name="Ink 12">
                  <a:extLst>
                    <a:ext uri="{FF2B5EF4-FFF2-40B4-BE49-F238E27FC236}">
                      <a16:creationId xmlns:a16="http://schemas.microsoft.com/office/drawing/2014/main" id="{2831E4A8-1E8B-51CA-2302-F4A68CC01927}"/>
                    </a:ext>
                  </a:extLst>
                </p14:cNvPr>
                <p14:cNvContentPartPr/>
                <p14:nvPr/>
              </p14:nvContentPartPr>
              <p14:xfrm>
                <a:off x="4393750" y="1020814"/>
                <a:ext cx="25920" cy="586800"/>
              </p14:xfrm>
            </p:contentPart>
          </mc:Choice>
          <mc:Fallback xmlns="">
            <p:pic>
              <p:nvPicPr>
                <p:cNvPr id="13" name="Ink 12">
                  <a:extLst>
                    <a:ext uri="{FF2B5EF4-FFF2-40B4-BE49-F238E27FC236}">
                      <a16:creationId xmlns:a16="http://schemas.microsoft.com/office/drawing/2014/main" id="{2831E4A8-1E8B-51CA-2302-F4A68CC01927}"/>
                    </a:ext>
                  </a:extLst>
                </p:cNvPr>
                <p:cNvPicPr/>
                <p:nvPr/>
              </p:nvPicPr>
              <p:blipFill>
                <a:blip r:embed="rId35"/>
                <a:stretch>
                  <a:fillRect/>
                </a:stretch>
              </p:blipFill>
              <p:spPr>
                <a:xfrm>
                  <a:off x="4389430" y="1016494"/>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4" name="Ink 13">
                  <a:extLst>
                    <a:ext uri="{FF2B5EF4-FFF2-40B4-BE49-F238E27FC236}">
                      <a16:creationId xmlns:a16="http://schemas.microsoft.com/office/drawing/2014/main" id="{53A42060-2C97-FFBD-02DB-0250A50C059D}"/>
                    </a:ext>
                  </a:extLst>
                </p14:cNvPr>
                <p14:cNvContentPartPr/>
                <p14:nvPr/>
              </p14:nvContentPartPr>
              <p14:xfrm>
                <a:off x="4919710" y="952414"/>
                <a:ext cx="83160" cy="700920"/>
              </p14:xfrm>
            </p:contentPart>
          </mc:Choice>
          <mc:Fallback xmlns="">
            <p:pic>
              <p:nvPicPr>
                <p:cNvPr id="14" name="Ink 13">
                  <a:extLst>
                    <a:ext uri="{FF2B5EF4-FFF2-40B4-BE49-F238E27FC236}">
                      <a16:creationId xmlns:a16="http://schemas.microsoft.com/office/drawing/2014/main" id="{53A42060-2C97-FFBD-02DB-0250A50C059D}"/>
                    </a:ext>
                  </a:extLst>
                </p:cNvPr>
                <p:cNvPicPr/>
                <p:nvPr/>
              </p:nvPicPr>
              <p:blipFill>
                <a:blip r:embed="rId37"/>
                <a:stretch>
                  <a:fillRect/>
                </a:stretch>
              </p:blipFill>
              <p:spPr>
                <a:xfrm>
                  <a:off x="4915390" y="948094"/>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5" name="Ink 14">
                  <a:extLst>
                    <a:ext uri="{FF2B5EF4-FFF2-40B4-BE49-F238E27FC236}">
                      <a16:creationId xmlns:a16="http://schemas.microsoft.com/office/drawing/2014/main" id="{ED742AC0-ED0A-1BC1-C3FA-B27F1E8ACD7B}"/>
                    </a:ext>
                  </a:extLst>
                </p14:cNvPr>
                <p14:cNvContentPartPr/>
                <p14:nvPr/>
              </p14:nvContentPartPr>
              <p14:xfrm>
                <a:off x="5425870" y="954214"/>
                <a:ext cx="54000" cy="642240"/>
              </p14:xfrm>
            </p:contentPart>
          </mc:Choice>
          <mc:Fallback xmlns="">
            <p:pic>
              <p:nvPicPr>
                <p:cNvPr id="15" name="Ink 14">
                  <a:extLst>
                    <a:ext uri="{FF2B5EF4-FFF2-40B4-BE49-F238E27FC236}">
                      <a16:creationId xmlns:a16="http://schemas.microsoft.com/office/drawing/2014/main" id="{ED742AC0-ED0A-1BC1-C3FA-B27F1E8ACD7B}"/>
                    </a:ext>
                  </a:extLst>
                </p:cNvPr>
                <p:cNvPicPr/>
                <p:nvPr/>
              </p:nvPicPr>
              <p:blipFill>
                <a:blip r:embed="rId39"/>
                <a:stretch>
                  <a:fillRect/>
                </a:stretch>
              </p:blipFill>
              <p:spPr>
                <a:xfrm>
                  <a:off x="5421550" y="949894"/>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6" name="Ink 15">
                  <a:extLst>
                    <a:ext uri="{FF2B5EF4-FFF2-40B4-BE49-F238E27FC236}">
                      <a16:creationId xmlns:a16="http://schemas.microsoft.com/office/drawing/2014/main" id="{7D38E67F-D2E9-4B6D-03D0-540B15D1C62D}"/>
                    </a:ext>
                  </a:extLst>
                </p14:cNvPr>
                <p14:cNvContentPartPr/>
                <p14:nvPr/>
              </p14:nvContentPartPr>
              <p14:xfrm>
                <a:off x="5915110" y="922534"/>
                <a:ext cx="82080" cy="711720"/>
              </p14:xfrm>
            </p:contentPart>
          </mc:Choice>
          <mc:Fallback xmlns="">
            <p:pic>
              <p:nvPicPr>
                <p:cNvPr id="16" name="Ink 15">
                  <a:extLst>
                    <a:ext uri="{FF2B5EF4-FFF2-40B4-BE49-F238E27FC236}">
                      <a16:creationId xmlns:a16="http://schemas.microsoft.com/office/drawing/2014/main" id="{7D38E67F-D2E9-4B6D-03D0-540B15D1C62D}"/>
                    </a:ext>
                  </a:extLst>
                </p:cNvPr>
                <p:cNvPicPr/>
                <p:nvPr/>
              </p:nvPicPr>
              <p:blipFill>
                <a:blip r:embed="rId41"/>
                <a:stretch>
                  <a:fillRect/>
                </a:stretch>
              </p:blipFill>
              <p:spPr>
                <a:xfrm>
                  <a:off x="5910790" y="918214"/>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 name="Ink 16">
                  <a:extLst>
                    <a:ext uri="{FF2B5EF4-FFF2-40B4-BE49-F238E27FC236}">
                      <a16:creationId xmlns:a16="http://schemas.microsoft.com/office/drawing/2014/main" id="{E128CB55-39A7-7A7F-AAC4-8C242BF46FAB}"/>
                    </a:ext>
                  </a:extLst>
                </p14:cNvPr>
                <p14:cNvContentPartPr/>
                <p14:nvPr/>
              </p14:nvContentPartPr>
              <p14:xfrm>
                <a:off x="3373150" y="1733614"/>
                <a:ext cx="131040" cy="123840"/>
              </p14:xfrm>
            </p:contentPart>
          </mc:Choice>
          <mc:Fallback xmlns="">
            <p:pic>
              <p:nvPicPr>
                <p:cNvPr id="17" name="Ink 16">
                  <a:extLst>
                    <a:ext uri="{FF2B5EF4-FFF2-40B4-BE49-F238E27FC236}">
                      <a16:creationId xmlns:a16="http://schemas.microsoft.com/office/drawing/2014/main" id="{E128CB55-39A7-7A7F-AAC4-8C242BF46FAB}"/>
                    </a:ext>
                  </a:extLst>
                </p:cNvPr>
                <p:cNvPicPr/>
                <p:nvPr/>
              </p:nvPicPr>
              <p:blipFill>
                <a:blip r:embed="rId43"/>
                <a:stretch>
                  <a:fillRect/>
                </a:stretch>
              </p:blipFill>
              <p:spPr>
                <a:xfrm>
                  <a:off x="3368830" y="1729294"/>
                  <a:ext cx="139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8" name="Ink 17">
                  <a:extLst>
                    <a:ext uri="{FF2B5EF4-FFF2-40B4-BE49-F238E27FC236}">
                      <a16:creationId xmlns:a16="http://schemas.microsoft.com/office/drawing/2014/main" id="{8C481CA4-BE84-7190-F895-F7A7E85A1E19}"/>
                    </a:ext>
                  </a:extLst>
                </p14:cNvPr>
                <p14:cNvContentPartPr/>
                <p14:nvPr/>
              </p14:nvContentPartPr>
              <p14:xfrm>
                <a:off x="4021870" y="1690414"/>
                <a:ext cx="25920" cy="85680"/>
              </p14:xfrm>
            </p:contentPart>
          </mc:Choice>
          <mc:Fallback xmlns="">
            <p:pic>
              <p:nvPicPr>
                <p:cNvPr id="18" name="Ink 17">
                  <a:extLst>
                    <a:ext uri="{FF2B5EF4-FFF2-40B4-BE49-F238E27FC236}">
                      <a16:creationId xmlns:a16="http://schemas.microsoft.com/office/drawing/2014/main" id="{8C481CA4-BE84-7190-F895-F7A7E85A1E19}"/>
                    </a:ext>
                  </a:extLst>
                </p:cNvPr>
                <p:cNvPicPr/>
                <p:nvPr/>
              </p:nvPicPr>
              <p:blipFill>
                <a:blip r:embed="rId45"/>
                <a:stretch>
                  <a:fillRect/>
                </a:stretch>
              </p:blipFill>
              <p:spPr>
                <a:xfrm>
                  <a:off x="4017550" y="1686094"/>
                  <a:ext cx="345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9" name="Ink 18">
                  <a:extLst>
                    <a:ext uri="{FF2B5EF4-FFF2-40B4-BE49-F238E27FC236}">
                      <a16:creationId xmlns:a16="http://schemas.microsoft.com/office/drawing/2014/main" id="{7DD15F18-DE0F-C43B-6CB0-39F22E7C95C4}"/>
                    </a:ext>
                  </a:extLst>
                </p14:cNvPr>
                <p14:cNvContentPartPr/>
                <p14:nvPr/>
              </p14:nvContentPartPr>
              <p14:xfrm>
                <a:off x="4503550" y="1735774"/>
                <a:ext cx="157320" cy="122760"/>
              </p14:xfrm>
            </p:contentPart>
          </mc:Choice>
          <mc:Fallback xmlns="">
            <p:pic>
              <p:nvPicPr>
                <p:cNvPr id="19" name="Ink 18">
                  <a:extLst>
                    <a:ext uri="{FF2B5EF4-FFF2-40B4-BE49-F238E27FC236}">
                      <a16:creationId xmlns:a16="http://schemas.microsoft.com/office/drawing/2014/main" id="{7DD15F18-DE0F-C43B-6CB0-39F22E7C95C4}"/>
                    </a:ext>
                  </a:extLst>
                </p:cNvPr>
                <p:cNvPicPr/>
                <p:nvPr/>
              </p:nvPicPr>
              <p:blipFill>
                <a:blip r:embed="rId47"/>
                <a:stretch>
                  <a:fillRect/>
                </a:stretch>
              </p:blipFill>
              <p:spPr>
                <a:xfrm>
                  <a:off x="4499230" y="1731454"/>
                  <a:ext cx="165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1" name="Ink 20">
                  <a:extLst>
                    <a:ext uri="{FF2B5EF4-FFF2-40B4-BE49-F238E27FC236}">
                      <a16:creationId xmlns:a16="http://schemas.microsoft.com/office/drawing/2014/main" id="{3C61C337-B798-0141-E024-2EFCE4E956C6}"/>
                    </a:ext>
                  </a:extLst>
                </p14:cNvPr>
                <p14:cNvContentPartPr/>
                <p14:nvPr/>
              </p14:nvContentPartPr>
              <p14:xfrm>
                <a:off x="6037870" y="1787614"/>
                <a:ext cx="80280" cy="90000"/>
              </p14:xfrm>
            </p:contentPart>
          </mc:Choice>
          <mc:Fallback xmlns="">
            <p:pic>
              <p:nvPicPr>
                <p:cNvPr id="21" name="Ink 20">
                  <a:extLst>
                    <a:ext uri="{FF2B5EF4-FFF2-40B4-BE49-F238E27FC236}">
                      <a16:creationId xmlns:a16="http://schemas.microsoft.com/office/drawing/2014/main" id="{3C61C337-B798-0141-E024-2EFCE4E956C6}"/>
                    </a:ext>
                  </a:extLst>
                </p:cNvPr>
                <p:cNvPicPr/>
                <p:nvPr/>
              </p:nvPicPr>
              <p:blipFill>
                <a:blip r:embed="rId49"/>
                <a:stretch>
                  <a:fillRect/>
                </a:stretch>
              </p:blipFill>
              <p:spPr>
                <a:xfrm>
                  <a:off x="6033550" y="1783294"/>
                  <a:ext cx="889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2" name="Ink 21">
                  <a:extLst>
                    <a:ext uri="{FF2B5EF4-FFF2-40B4-BE49-F238E27FC236}">
                      <a16:creationId xmlns:a16="http://schemas.microsoft.com/office/drawing/2014/main" id="{C667824E-89CE-C86C-74E3-6E754E4F6DD4}"/>
                    </a:ext>
                  </a:extLst>
                </p14:cNvPr>
                <p14:cNvContentPartPr/>
                <p14:nvPr/>
              </p14:nvContentPartPr>
              <p14:xfrm>
                <a:off x="6180790" y="1832254"/>
                <a:ext cx="98640" cy="12600"/>
              </p14:xfrm>
            </p:contentPart>
          </mc:Choice>
          <mc:Fallback xmlns="">
            <p:pic>
              <p:nvPicPr>
                <p:cNvPr id="22" name="Ink 21">
                  <a:extLst>
                    <a:ext uri="{FF2B5EF4-FFF2-40B4-BE49-F238E27FC236}">
                      <a16:creationId xmlns:a16="http://schemas.microsoft.com/office/drawing/2014/main" id="{C667824E-89CE-C86C-74E3-6E754E4F6DD4}"/>
                    </a:ext>
                  </a:extLst>
                </p:cNvPr>
                <p:cNvPicPr/>
                <p:nvPr/>
              </p:nvPicPr>
              <p:blipFill>
                <a:blip r:embed="rId51"/>
                <a:stretch>
                  <a:fillRect/>
                </a:stretch>
              </p:blipFill>
              <p:spPr>
                <a:xfrm>
                  <a:off x="6176470" y="1827934"/>
                  <a:ext cx="107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3" name="Ink 22">
                  <a:extLst>
                    <a:ext uri="{FF2B5EF4-FFF2-40B4-BE49-F238E27FC236}">
                      <a16:creationId xmlns:a16="http://schemas.microsoft.com/office/drawing/2014/main" id="{87523D8A-0CDE-5239-8D91-C969F4674C4D}"/>
                    </a:ext>
                  </a:extLst>
                </p14:cNvPr>
                <p14:cNvContentPartPr/>
                <p14:nvPr/>
              </p14:nvContentPartPr>
              <p14:xfrm>
                <a:off x="6328030" y="1766374"/>
                <a:ext cx="13680" cy="132120"/>
              </p14:xfrm>
            </p:contentPart>
          </mc:Choice>
          <mc:Fallback xmlns="">
            <p:pic>
              <p:nvPicPr>
                <p:cNvPr id="23" name="Ink 22">
                  <a:extLst>
                    <a:ext uri="{FF2B5EF4-FFF2-40B4-BE49-F238E27FC236}">
                      <a16:creationId xmlns:a16="http://schemas.microsoft.com/office/drawing/2014/main" id="{87523D8A-0CDE-5239-8D91-C969F4674C4D}"/>
                    </a:ext>
                  </a:extLst>
                </p:cNvPr>
                <p:cNvPicPr/>
                <p:nvPr/>
              </p:nvPicPr>
              <p:blipFill>
                <a:blip r:embed="rId53"/>
                <a:stretch>
                  <a:fillRect/>
                </a:stretch>
              </p:blipFill>
              <p:spPr>
                <a:xfrm>
                  <a:off x="6323710" y="1762054"/>
                  <a:ext cx="2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8A0A7B4D-88E8-1CCB-A42A-1C9A1B053BE8}"/>
                    </a:ext>
                  </a:extLst>
                </p14:cNvPr>
                <p14:cNvContentPartPr/>
                <p14:nvPr/>
              </p14:nvContentPartPr>
              <p14:xfrm>
                <a:off x="4562230" y="1172374"/>
                <a:ext cx="117720" cy="251280"/>
              </p14:xfrm>
            </p:contentPart>
          </mc:Choice>
          <mc:Fallback xmlns="">
            <p:pic>
              <p:nvPicPr>
                <p:cNvPr id="33" name="Ink 32">
                  <a:extLst>
                    <a:ext uri="{FF2B5EF4-FFF2-40B4-BE49-F238E27FC236}">
                      <a16:creationId xmlns:a16="http://schemas.microsoft.com/office/drawing/2014/main" id="{8A0A7B4D-88E8-1CCB-A42A-1C9A1B053BE8}"/>
                    </a:ext>
                  </a:extLst>
                </p:cNvPr>
                <p:cNvPicPr/>
                <p:nvPr/>
              </p:nvPicPr>
              <p:blipFill>
                <a:blip r:embed="rId55"/>
                <a:stretch>
                  <a:fillRect/>
                </a:stretch>
              </p:blipFill>
              <p:spPr>
                <a:xfrm>
                  <a:off x="4557910" y="1168054"/>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50218E5E-73B5-1DC3-9D58-5EE1BCEF7015}"/>
                    </a:ext>
                  </a:extLst>
                </p14:cNvPr>
                <p14:cNvContentPartPr/>
                <p14:nvPr/>
              </p14:nvContentPartPr>
              <p14:xfrm>
                <a:off x="4620910" y="1152934"/>
                <a:ext cx="129960" cy="30240"/>
              </p14:xfrm>
            </p:contentPart>
          </mc:Choice>
          <mc:Fallback xmlns="">
            <p:pic>
              <p:nvPicPr>
                <p:cNvPr id="34" name="Ink 33">
                  <a:extLst>
                    <a:ext uri="{FF2B5EF4-FFF2-40B4-BE49-F238E27FC236}">
                      <a16:creationId xmlns:a16="http://schemas.microsoft.com/office/drawing/2014/main" id="{50218E5E-73B5-1DC3-9D58-5EE1BCEF7015}"/>
                    </a:ext>
                  </a:extLst>
                </p:cNvPr>
                <p:cNvPicPr/>
                <p:nvPr/>
              </p:nvPicPr>
              <p:blipFill>
                <a:blip r:embed="rId57"/>
                <a:stretch>
                  <a:fillRect/>
                </a:stretch>
              </p:blipFill>
              <p:spPr>
                <a:xfrm>
                  <a:off x="4616590" y="1148614"/>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A9EEACE3-1FEA-54E7-42B1-204C36A9F92C}"/>
                    </a:ext>
                  </a:extLst>
                </p14:cNvPr>
                <p14:cNvContentPartPr/>
                <p14:nvPr/>
              </p14:nvContentPartPr>
              <p14:xfrm>
                <a:off x="5110870" y="1181734"/>
                <a:ext cx="151200" cy="212760"/>
              </p14:xfrm>
            </p:contentPart>
          </mc:Choice>
          <mc:Fallback xmlns="">
            <p:pic>
              <p:nvPicPr>
                <p:cNvPr id="35" name="Ink 34">
                  <a:extLst>
                    <a:ext uri="{FF2B5EF4-FFF2-40B4-BE49-F238E27FC236}">
                      <a16:creationId xmlns:a16="http://schemas.microsoft.com/office/drawing/2014/main" id="{A9EEACE3-1FEA-54E7-42B1-204C36A9F92C}"/>
                    </a:ext>
                  </a:extLst>
                </p:cNvPr>
                <p:cNvPicPr/>
                <p:nvPr/>
              </p:nvPicPr>
              <p:blipFill>
                <a:blip r:embed="rId59"/>
                <a:stretch>
                  <a:fillRect/>
                </a:stretch>
              </p:blipFill>
              <p:spPr>
                <a:xfrm>
                  <a:off x="5106550" y="1177414"/>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FB57A5FC-2C9B-B6EF-BC96-BFEB211A5ED8}"/>
                    </a:ext>
                  </a:extLst>
                </p14:cNvPr>
                <p14:cNvContentPartPr/>
                <p14:nvPr/>
              </p14:nvContentPartPr>
              <p14:xfrm>
                <a:off x="3485110" y="1295134"/>
                <a:ext cx="200880" cy="153360"/>
              </p14:xfrm>
            </p:contentPart>
          </mc:Choice>
          <mc:Fallback xmlns="">
            <p:pic>
              <p:nvPicPr>
                <p:cNvPr id="36" name="Ink 35">
                  <a:extLst>
                    <a:ext uri="{FF2B5EF4-FFF2-40B4-BE49-F238E27FC236}">
                      <a16:creationId xmlns:a16="http://schemas.microsoft.com/office/drawing/2014/main" id="{FB57A5FC-2C9B-B6EF-BC96-BFEB211A5ED8}"/>
                    </a:ext>
                  </a:extLst>
                </p:cNvPr>
                <p:cNvPicPr/>
                <p:nvPr/>
              </p:nvPicPr>
              <p:blipFill>
                <a:blip r:embed="rId61"/>
                <a:stretch>
                  <a:fillRect/>
                </a:stretch>
              </p:blipFill>
              <p:spPr>
                <a:xfrm>
                  <a:off x="3480790" y="1290814"/>
                  <a:ext cx="209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15EA1DCE-AD06-50D9-DC5F-A6EE71A3A207}"/>
                    </a:ext>
                  </a:extLst>
                </p14:cNvPr>
                <p14:cNvContentPartPr/>
                <p14:nvPr/>
              </p14:nvContentPartPr>
              <p14:xfrm>
                <a:off x="3631630" y="1345894"/>
                <a:ext cx="46080" cy="185040"/>
              </p14:xfrm>
            </p:contentPart>
          </mc:Choice>
          <mc:Fallback xmlns="">
            <p:pic>
              <p:nvPicPr>
                <p:cNvPr id="37" name="Ink 36">
                  <a:extLst>
                    <a:ext uri="{FF2B5EF4-FFF2-40B4-BE49-F238E27FC236}">
                      <a16:creationId xmlns:a16="http://schemas.microsoft.com/office/drawing/2014/main" id="{15EA1DCE-AD06-50D9-DC5F-A6EE71A3A207}"/>
                    </a:ext>
                  </a:extLst>
                </p:cNvPr>
                <p:cNvPicPr/>
                <p:nvPr/>
              </p:nvPicPr>
              <p:blipFill>
                <a:blip r:embed="rId63"/>
                <a:stretch>
                  <a:fillRect/>
                </a:stretch>
              </p:blipFill>
              <p:spPr>
                <a:xfrm>
                  <a:off x="3627310" y="1341574"/>
                  <a:ext cx="54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03D1F91A-886E-6886-FFF4-5093D453F855}"/>
                    </a:ext>
                  </a:extLst>
                </p14:cNvPr>
                <p14:cNvContentPartPr/>
                <p14:nvPr/>
              </p14:nvContentPartPr>
              <p14:xfrm>
                <a:off x="4214470" y="1212694"/>
                <a:ext cx="28440" cy="212040"/>
              </p14:xfrm>
            </p:contentPart>
          </mc:Choice>
          <mc:Fallback xmlns="">
            <p:pic>
              <p:nvPicPr>
                <p:cNvPr id="38" name="Ink 37">
                  <a:extLst>
                    <a:ext uri="{FF2B5EF4-FFF2-40B4-BE49-F238E27FC236}">
                      <a16:creationId xmlns:a16="http://schemas.microsoft.com/office/drawing/2014/main" id="{03D1F91A-886E-6886-FFF4-5093D453F855}"/>
                    </a:ext>
                  </a:extLst>
                </p:cNvPr>
                <p:cNvPicPr/>
                <p:nvPr/>
              </p:nvPicPr>
              <p:blipFill>
                <a:blip r:embed="rId65"/>
                <a:stretch>
                  <a:fillRect/>
                </a:stretch>
              </p:blipFill>
              <p:spPr>
                <a:xfrm>
                  <a:off x="4210150" y="1208374"/>
                  <a:ext cx="37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B04D896E-647B-4CC0-75E2-CC382E19F980}"/>
                    </a:ext>
                  </a:extLst>
                </p14:cNvPr>
                <p14:cNvContentPartPr/>
                <p14:nvPr/>
              </p14:nvContentPartPr>
              <p14:xfrm>
                <a:off x="6081070" y="1175614"/>
                <a:ext cx="190080" cy="189000"/>
              </p14:xfrm>
            </p:contentPart>
          </mc:Choice>
          <mc:Fallback xmlns="">
            <p:pic>
              <p:nvPicPr>
                <p:cNvPr id="39" name="Ink 38">
                  <a:extLst>
                    <a:ext uri="{FF2B5EF4-FFF2-40B4-BE49-F238E27FC236}">
                      <a16:creationId xmlns:a16="http://schemas.microsoft.com/office/drawing/2014/main" id="{B04D896E-647B-4CC0-75E2-CC382E19F980}"/>
                    </a:ext>
                  </a:extLst>
                </p:cNvPr>
                <p:cNvPicPr/>
                <p:nvPr/>
              </p:nvPicPr>
              <p:blipFill>
                <a:blip r:embed="rId67"/>
                <a:stretch>
                  <a:fillRect/>
                </a:stretch>
              </p:blipFill>
              <p:spPr>
                <a:xfrm>
                  <a:off x="6076750" y="1171294"/>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C58B0863-B1B5-0789-9820-1B9C7A5BA2AF}"/>
                    </a:ext>
                  </a:extLst>
                </p14:cNvPr>
                <p14:cNvContentPartPr/>
                <p14:nvPr/>
              </p14:nvContentPartPr>
              <p14:xfrm>
                <a:off x="5651950" y="1191454"/>
                <a:ext cx="157320" cy="246240"/>
              </p14:xfrm>
            </p:contentPart>
          </mc:Choice>
          <mc:Fallback xmlns="">
            <p:pic>
              <p:nvPicPr>
                <p:cNvPr id="41" name="Ink 40">
                  <a:extLst>
                    <a:ext uri="{FF2B5EF4-FFF2-40B4-BE49-F238E27FC236}">
                      <a16:creationId xmlns:a16="http://schemas.microsoft.com/office/drawing/2014/main" id="{C58B0863-B1B5-0789-9820-1B9C7A5BA2AF}"/>
                    </a:ext>
                  </a:extLst>
                </p:cNvPr>
                <p:cNvPicPr/>
                <p:nvPr/>
              </p:nvPicPr>
              <p:blipFill>
                <a:blip r:embed="rId69"/>
                <a:stretch>
                  <a:fillRect/>
                </a:stretch>
              </p:blipFill>
              <p:spPr>
                <a:xfrm>
                  <a:off x="5647630" y="1187134"/>
                  <a:ext cx="165960" cy="254880"/>
                </a:xfrm>
                <a:prstGeom prst="rect">
                  <a:avLst/>
                </a:prstGeom>
              </p:spPr>
            </p:pic>
          </mc:Fallback>
        </mc:AlternateContent>
      </p:grpSp>
      <p:grpSp>
        <p:nvGrpSpPr>
          <p:cNvPr id="64" name="Group 63">
            <a:extLst>
              <a:ext uri="{FF2B5EF4-FFF2-40B4-BE49-F238E27FC236}">
                <a16:creationId xmlns:a16="http://schemas.microsoft.com/office/drawing/2014/main" id="{FF1BA9C8-4C7F-D753-6DF2-6526B96A89C2}"/>
              </a:ext>
            </a:extLst>
          </p:cNvPr>
          <p:cNvGrpSpPr/>
          <p:nvPr/>
        </p:nvGrpSpPr>
        <p:grpSpPr>
          <a:xfrm>
            <a:off x="925150" y="240694"/>
            <a:ext cx="401400" cy="345600"/>
            <a:chOff x="925150" y="240694"/>
            <a:chExt cx="401400" cy="345600"/>
          </a:xfrm>
        </p:grpSpPr>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B593DE11-83AE-E346-34CA-A95C703F7587}"/>
                    </a:ext>
                  </a:extLst>
                </p14:cNvPr>
                <p14:cNvContentPartPr/>
                <p14:nvPr/>
              </p14:nvContentPartPr>
              <p14:xfrm>
                <a:off x="925150" y="240694"/>
                <a:ext cx="207000" cy="345600"/>
              </p14:xfrm>
            </p:contentPart>
          </mc:Choice>
          <mc:Fallback xmlns="">
            <p:pic>
              <p:nvPicPr>
                <p:cNvPr id="43" name="Ink 42">
                  <a:extLst>
                    <a:ext uri="{FF2B5EF4-FFF2-40B4-BE49-F238E27FC236}">
                      <a16:creationId xmlns:a16="http://schemas.microsoft.com/office/drawing/2014/main" id="{B593DE11-83AE-E346-34CA-A95C703F7587}"/>
                    </a:ext>
                  </a:extLst>
                </p:cNvPr>
                <p:cNvPicPr/>
                <p:nvPr/>
              </p:nvPicPr>
              <p:blipFill>
                <a:blip r:embed="rId71"/>
                <a:stretch>
                  <a:fillRect/>
                </a:stretch>
              </p:blipFill>
              <p:spPr>
                <a:xfrm>
                  <a:off x="920830" y="236374"/>
                  <a:ext cx="21564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0A090C35-7BE1-5A13-F092-595474CF7D31}"/>
                    </a:ext>
                  </a:extLst>
                </p14:cNvPr>
                <p14:cNvContentPartPr/>
                <p14:nvPr/>
              </p14:nvContentPartPr>
              <p14:xfrm>
                <a:off x="1020910" y="395494"/>
                <a:ext cx="176760" cy="24840"/>
              </p14:xfrm>
            </p:contentPart>
          </mc:Choice>
          <mc:Fallback xmlns="">
            <p:pic>
              <p:nvPicPr>
                <p:cNvPr id="44" name="Ink 43">
                  <a:extLst>
                    <a:ext uri="{FF2B5EF4-FFF2-40B4-BE49-F238E27FC236}">
                      <a16:creationId xmlns:a16="http://schemas.microsoft.com/office/drawing/2014/main" id="{0A090C35-7BE1-5A13-F092-595474CF7D31}"/>
                    </a:ext>
                  </a:extLst>
                </p:cNvPr>
                <p:cNvPicPr/>
                <p:nvPr/>
              </p:nvPicPr>
              <p:blipFill>
                <a:blip r:embed="rId73"/>
                <a:stretch>
                  <a:fillRect/>
                </a:stretch>
              </p:blipFill>
              <p:spPr>
                <a:xfrm>
                  <a:off x="1016590" y="391174"/>
                  <a:ext cx="1854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7844121F-D6D2-9E76-32CE-9E8C5F8C02CE}"/>
                    </a:ext>
                  </a:extLst>
                </p14:cNvPr>
                <p14:cNvContentPartPr/>
                <p14:nvPr/>
              </p14:nvContentPartPr>
              <p14:xfrm>
                <a:off x="1200190" y="455974"/>
                <a:ext cx="126360" cy="70200"/>
              </p14:xfrm>
            </p:contentPart>
          </mc:Choice>
          <mc:Fallback xmlns="">
            <p:pic>
              <p:nvPicPr>
                <p:cNvPr id="45" name="Ink 44">
                  <a:extLst>
                    <a:ext uri="{FF2B5EF4-FFF2-40B4-BE49-F238E27FC236}">
                      <a16:creationId xmlns:a16="http://schemas.microsoft.com/office/drawing/2014/main" id="{7844121F-D6D2-9E76-32CE-9E8C5F8C02CE}"/>
                    </a:ext>
                  </a:extLst>
                </p:cNvPr>
                <p:cNvPicPr/>
                <p:nvPr/>
              </p:nvPicPr>
              <p:blipFill>
                <a:blip r:embed="rId75"/>
                <a:stretch>
                  <a:fillRect/>
                </a:stretch>
              </p:blipFill>
              <p:spPr>
                <a:xfrm>
                  <a:off x="1195870" y="451654"/>
                  <a:ext cx="135000" cy="78840"/>
                </a:xfrm>
                <a:prstGeom prst="rect">
                  <a:avLst/>
                </a:prstGeom>
              </p:spPr>
            </p:pic>
          </mc:Fallback>
        </mc:AlternateContent>
      </p:grpSp>
      <p:grpSp>
        <p:nvGrpSpPr>
          <p:cNvPr id="63" name="Group 62">
            <a:extLst>
              <a:ext uri="{FF2B5EF4-FFF2-40B4-BE49-F238E27FC236}">
                <a16:creationId xmlns:a16="http://schemas.microsoft.com/office/drawing/2014/main" id="{09CE74DC-4C96-4AC7-A93A-B97850C9BAB5}"/>
              </a:ext>
            </a:extLst>
          </p:cNvPr>
          <p:cNvGrpSpPr/>
          <p:nvPr/>
        </p:nvGrpSpPr>
        <p:grpSpPr>
          <a:xfrm>
            <a:off x="1765750" y="210454"/>
            <a:ext cx="2693160" cy="499320"/>
            <a:chOff x="1765750" y="210454"/>
            <a:chExt cx="2693160" cy="499320"/>
          </a:xfrm>
        </p:grpSpPr>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5A1D09F2-3007-955A-26A2-C181977A2AE7}"/>
                    </a:ext>
                  </a:extLst>
                </p14:cNvPr>
                <p14:cNvContentPartPr/>
                <p14:nvPr/>
              </p14:nvContentPartPr>
              <p14:xfrm>
                <a:off x="1765750" y="392254"/>
                <a:ext cx="152280" cy="113400"/>
              </p14:xfrm>
            </p:contentPart>
          </mc:Choice>
          <mc:Fallback xmlns="">
            <p:pic>
              <p:nvPicPr>
                <p:cNvPr id="46" name="Ink 45">
                  <a:extLst>
                    <a:ext uri="{FF2B5EF4-FFF2-40B4-BE49-F238E27FC236}">
                      <a16:creationId xmlns:a16="http://schemas.microsoft.com/office/drawing/2014/main" id="{5A1D09F2-3007-955A-26A2-C181977A2AE7}"/>
                    </a:ext>
                  </a:extLst>
                </p:cNvPr>
                <p:cNvPicPr/>
                <p:nvPr/>
              </p:nvPicPr>
              <p:blipFill>
                <a:blip r:embed="rId77"/>
                <a:stretch>
                  <a:fillRect/>
                </a:stretch>
              </p:blipFill>
              <p:spPr>
                <a:xfrm>
                  <a:off x="1761430" y="387934"/>
                  <a:ext cx="1609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FD57BDB8-F172-686E-793B-6CFD14A6AE9D}"/>
                    </a:ext>
                  </a:extLst>
                </p14:cNvPr>
                <p14:cNvContentPartPr/>
                <p14:nvPr/>
              </p14:nvContentPartPr>
              <p14:xfrm>
                <a:off x="1950430" y="382534"/>
                <a:ext cx="72720" cy="152280"/>
              </p14:xfrm>
            </p:contentPart>
          </mc:Choice>
          <mc:Fallback xmlns="">
            <p:pic>
              <p:nvPicPr>
                <p:cNvPr id="47" name="Ink 46">
                  <a:extLst>
                    <a:ext uri="{FF2B5EF4-FFF2-40B4-BE49-F238E27FC236}">
                      <a16:creationId xmlns:a16="http://schemas.microsoft.com/office/drawing/2014/main" id="{FD57BDB8-F172-686E-793B-6CFD14A6AE9D}"/>
                    </a:ext>
                  </a:extLst>
                </p:cNvPr>
                <p:cNvPicPr/>
                <p:nvPr/>
              </p:nvPicPr>
              <p:blipFill>
                <a:blip r:embed="rId79"/>
                <a:stretch>
                  <a:fillRect/>
                </a:stretch>
              </p:blipFill>
              <p:spPr>
                <a:xfrm>
                  <a:off x="1946110" y="378214"/>
                  <a:ext cx="813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B95B1F0B-442B-48B8-657B-B0C7099991C6}"/>
                    </a:ext>
                  </a:extLst>
                </p14:cNvPr>
                <p14:cNvContentPartPr/>
                <p14:nvPr/>
              </p14:nvContentPartPr>
              <p14:xfrm>
                <a:off x="2059510" y="372094"/>
                <a:ext cx="159840" cy="140760"/>
              </p14:xfrm>
            </p:contentPart>
          </mc:Choice>
          <mc:Fallback xmlns="">
            <p:pic>
              <p:nvPicPr>
                <p:cNvPr id="48" name="Ink 47">
                  <a:extLst>
                    <a:ext uri="{FF2B5EF4-FFF2-40B4-BE49-F238E27FC236}">
                      <a16:creationId xmlns:a16="http://schemas.microsoft.com/office/drawing/2014/main" id="{B95B1F0B-442B-48B8-657B-B0C7099991C6}"/>
                    </a:ext>
                  </a:extLst>
                </p:cNvPr>
                <p:cNvPicPr/>
                <p:nvPr/>
              </p:nvPicPr>
              <p:blipFill>
                <a:blip r:embed="rId81"/>
                <a:stretch>
                  <a:fillRect/>
                </a:stretch>
              </p:blipFill>
              <p:spPr>
                <a:xfrm>
                  <a:off x="2055190" y="367774"/>
                  <a:ext cx="1684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CBC17D23-DC21-3446-AF01-DA933A8D2C6C}"/>
                    </a:ext>
                  </a:extLst>
                </p14:cNvPr>
                <p14:cNvContentPartPr/>
                <p14:nvPr/>
              </p14:nvContentPartPr>
              <p14:xfrm>
                <a:off x="2199190" y="412414"/>
                <a:ext cx="157320" cy="82080"/>
              </p14:xfrm>
            </p:contentPart>
          </mc:Choice>
          <mc:Fallback xmlns="">
            <p:pic>
              <p:nvPicPr>
                <p:cNvPr id="49" name="Ink 48">
                  <a:extLst>
                    <a:ext uri="{FF2B5EF4-FFF2-40B4-BE49-F238E27FC236}">
                      <a16:creationId xmlns:a16="http://schemas.microsoft.com/office/drawing/2014/main" id="{CBC17D23-DC21-3446-AF01-DA933A8D2C6C}"/>
                    </a:ext>
                  </a:extLst>
                </p:cNvPr>
                <p:cNvPicPr/>
                <p:nvPr/>
              </p:nvPicPr>
              <p:blipFill>
                <a:blip r:embed="rId83"/>
                <a:stretch>
                  <a:fillRect/>
                </a:stretch>
              </p:blipFill>
              <p:spPr>
                <a:xfrm>
                  <a:off x="2194870" y="408094"/>
                  <a:ext cx="1659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0DD591B9-8E24-F9C8-9D5D-697DBBDD5494}"/>
                    </a:ext>
                  </a:extLst>
                </p14:cNvPr>
                <p14:cNvContentPartPr/>
                <p14:nvPr/>
              </p14:nvContentPartPr>
              <p14:xfrm>
                <a:off x="2397550" y="431134"/>
                <a:ext cx="133560" cy="36720"/>
              </p14:xfrm>
            </p:contentPart>
          </mc:Choice>
          <mc:Fallback xmlns="">
            <p:pic>
              <p:nvPicPr>
                <p:cNvPr id="50" name="Ink 49">
                  <a:extLst>
                    <a:ext uri="{FF2B5EF4-FFF2-40B4-BE49-F238E27FC236}">
                      <a16:creationId xmlns:a16="http://schemas.microsoft.com/office/drawing/2014/main" id="{0DD591B9-8E24-F9C8-9D5D-697DBBDD5494}"/>
                    </a:ext>
                  </a:extLst>
                </p:cNvPr>
                <p:cNvPicPr/>
                <p:nvPr/>
              </p:nvPicPr>
              <p:blipFill>
                <a:blip r:embed="rId85"/>
                <a:stretch>
                  <a:fillRect/>
                </a:stretch>
              </p:blipFill>
              <p:spPr>
                <a:xfrm>
                  <a:off x="2393230" y="426814"/>
                  <a:ext cx="142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330B05AD-99F9-A83F-2734-DC06994EB0C5}"/>
                    </a:ext>
                  </a:extLst>
                </p14:cNvPr>
                <p14:cNvContentPartPr/>
                <p14:nvPr/>
              </p14:nvContentPartPr>
              <p14:xfrm>
                <a:off x="2360110" y="413494"/>
                <a:ext cx="183600" cy="296280"/>
              </p14:xfrm>
            </p:contentPart>
          </mc:Choice>
          <mc:Fallback xmlns="">
            <p:pic>
              <p:nvPicPr>
                <p:cNvPr id="51" name="Ink 50">
                  <a:extLst>
                    <a:ext uri="{FF2B5EF4-FFF2-40B4-BE49-F238E27FC236}">
                      <a16:creationId xmlns:a16="http://schemas.microsoft.com/office/drawing/2014/main" id="{330B05AD-99F9-A83F-2734-DC06994EB0C5}"/>
                    </a:ext>
                  </a:extLst>
                </p:cNvPr>
                <p:cNvPicPr/>
                <p:nvPr/>
              </p:nvPicPr>
              <p:blipFill>
                <a:blip r:embed="rId87"/>
                <a:stretch>
                  <a:fillRect/>
                </a:stretch>
              </p:blipFill>
              <p:spPr>
                <a:xfrm>
                  <a:off x="2355790" y="409174"/>
                  <a:ext cx="19224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08276504-895E-ED33-215B-06D6E0EC4658}"/>
                    </a:ext>
                  </a:extLst>
                </p14:cNvPr>
                <p14:cNvContentPartPr/>
                <p14:nvPr/>
              </p14:nvContentPartPr>
              <p14:xfrm>
                <a:off x="2793910" y="374614"/>
                <a:ext cx="132840" cy="125280"/>
              </p14:xfrm>
            </p:contentPart>
          </mc:Choice>
          <mc:Fallback xmlns="">
            <p:pic>
              <p:nvPicPr>
                <p:cNvPr id="52" name="Ink 51">
                  <a:extLst>
                    <a:ext uri="{FF2B5EF4-FFF2-40B4-BE49-F238E27FC236}">
                      <a16:creationId xmlns:a16="http://schemas.microsoft.com/office/drawing/2014/main" id="{08276504-895E-ED33-215B-06D6E0EC4658}"/>
                    </a:ext>
                  </a:extLst>
                </p:cNvPr>
                <p:cNvPicPr/>
                <p:nvPr/>
              </p:nvPicPr>
              <p:blipFill>
                <a:blip r:embed="rId89"/>
                <a:stretch>
                  <a:fillRect/>
                </a:stretch>
              </p:blipFill>
              <p:spPr>
                <a:xfrm>
                  <a:off x="2789590" y="370294"/>
                  <a:ext cx="1414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8C5FB00E-F3C3-6707-5858-E5ED47BA0BCE}"/>
                    </a:ext>
                  </a:extLst>
                </p14:cNvPr>
                <p14:cNvContentPartPr/>
                <p14:nvPr/>
              </p14:nvContentPartPr>
              <p14:xfrm>
                <a:off x="2962750" y="212974"/>
                <a:ext cx="170280" cy="360720"/>
              </p14:xfrm>
            </p:contentPart>
          </mc:Choice>
          <mc:Fallback xmlns="">
            <p:pic>
              <p:nvPicPr>
                <p:cNvPr id="53" name="Ink 52">
                  <a:extLst>
                    <a:ext uri="{FF2B5EF4-FFF2-40B4-BE49-F238E27FC236}">
                      <a16:creationId xmlns:a16="http://schemas.microsoft.com/office/drawing/2014/main" id="{8C5FB00E-F3C3-6707-5858-E5ED47BA0BCE}"/>
                    </a:ext>
                  </a:extLst>
                </p:cNvPr>
                <p:cNvPicPr/>
                <p:nvPr/>
              </p:nvPicPr>
              <p:blipFill>
                <a:blip r:embed="rId91"/>
                <a:stretch>
                  <a:fillRect/>
                </a:stretch>
              </p:blipFill>
              <p:spPr>
                <a:xfrm>
                  <a:off x="2958430" y="208654"/>
                  <a:ext cx="17892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A0824871-B73C-C882-EB53-4EF471773E01}"/>
                    </a:ext>
                  </a:extLst>
                </p14:cNvPr>
                <p14:cNvContentPartPr/>
                <p14:nvPr/>
              </p14:nvContentPartPr>
              <p14:xfrm>
                <a:off x="2914870" y="395494"/>
                <a:ext cx="158040" cy="31320"/>
              </p14:xfrm>
            </p:contentPart>
          </mc:Choice>
          <mc:Fallback xmlns="">
            <p:pic>
              <p:nvPicPr>
                <p:cNvPr id="54" name="Ink 53">
                  <a:extLst>
                    <a:ext uri="{FF2B5EF4-FFF2-40B4-BE49-F238E27FC236}">
                      <a16:creationId xmlns:a16="http://schemas.microsoft.com/office/drawing/2014/main" id="{A0824871-B73C-C882-EB53-4EF471773E01}"/>
                    </a:ext>
                  </a:extLst>
                </p:cNvPr>
                <p:cNvPicPr/>
                <p:nvPr/>
              </p:nvPicPr>
              <p:blipFill>
                <a:blip r:embed="rId93"/>
                <a:stretch>
                  <a:fillRect/>
                </a:stretch>
              </p:blipFill>
              <p:spPr>
                <a:xfrm>
                  <a:off x="2910550" y="391174"/>
                  <a:ext cx="1666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DF6DA5B0-1B39-4D1C-01B4-A09DAE894408}"/>
                    </a:ext>
                  </a:extLst>
                </p14:cNvPr>
                <p14:cNvContentPartPr/>
                <p14:nvPr/>
              </p14:nvContentPartPr>
              <p14:xfrm>
                <a:off x="3403030" y="355894"/>
                <a:ext cx="232200" cy="125640"/>
              </p14:xfrm>
            </p:contentPart>
          </mc:Choice>
          <mc:Fallback xmlns="">
            <p:pic>
              <p:nvPicPr>
                <p:cNvPr id="55" name="Ink 54">
                  <a:extLst>
                    <a:ext uri="{FF2B5EF4-FFF2-40B4-BE49-F238E27FC236}">
                      <a16:creationId xmlns:a16="http://schemas.microsoft.com/office/drawing/2014/main" id="{DF6DA5B0-1B39-4D1C-01B4-A09DAE894408}"/>
                    </a:ext>
                  </a:extLst>
                </p:cNvPr>
                <p:cNvPicPr/>
                <p:nvPr/>
              </p:nvPicPr>
              <p:blipFill>
                <a:blip r:embed="rId95"/>
                <a:stretch>
                  <a:fillRect/>
                </a:stretch>
              </p:blipFill>
              <p:spPr>
                <a:xfrm>
                  <a:off x="3398710" y="351574"/>
                  <a:ext cx="2408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6" name="Ink 55">
                  <a:extLst>
                    <a:ext uri="{FF2B5EF4-FFF2-40B4-BE49-F238E27FC236}">
                      <a16:creationId xmlns:a16="http://schemas.microsoft.com/office/drawing/2014/main" id="{F854610B-0748-12D5-DEC7-DE05B617D38E}"/>
                    </a:ext>
                  </a:extLst>
                </p14:cNvPr>
                <p14:cNvContentPartPr/>
                <p14:nvPr/>
              </p14:nvContentPartPr>
              <p14:xfrm>
                <a:off x="3590230" y="284614"/>
                <a:ext cx="24840" cy="43560"/>
              </p14:xfrm>
            </p:contentPart>
          </mc:Choice>
          <mc:Fallback xmlns="">
            <p:pic>
              <p:nvPicPr>
                <p:cNvPr id="56" name="Ink 55">
                  <a:extLst>
                    <a:ext uri="{FF2B5EF4-FFF2-40B4-BE49-F238E27FC236}">
                      <a16:creationId xmlns:a16="http://schemas.microsoft.com/office/drawing/2014/main" id="{F854610B-0748-12D5-DEC7-DE05B617D38E}"/>
                    </a:ext>
                  </a:extLst>
                </p:cNvPr>
                <p:cNvPicPr/>
                <p:nvPr/>
              </p:nvPicPr>
              <p:blipFill>
                <a:blip r:embed="rId97"/>
                <a:stretch>
                  <a:fillRect/>
                </a:stretch>
              </p:blipFill>
              <p:spPr>
                <a:xfrm>
                  <a:off x="3585910" y="280294"/>
                  <a:ext cx="334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 name="Ink 56">
                  <a:extLst>
                    <a:ext uri="{FF2B5EF4-FFF2-40B4-BE49-F238E27FC236}">
                      <a16:creationId xmlns:a16="http://schemas.microsoft.com/office/drawing/2014/main" id="{C57ABB47-4F02-557E-E594-1E139A828552}"/>
                    </a:ext>
                  </a:extLst>
                </p14:cNvPr>
                <p14:cNvContentPartPr/>
                <p14:nvPr/>
              </p14:nvContentPartPr>
              <p14:xfrm>
                <a:off x="3611830" y="398734"/>
                <a:ext cx="146880" cy="49680"/>
              </p14:xfrm>
            </p:contentPart>
          </mc:Choice>
          <mc:Fallback xmlns="">
            <p:pic>
              <p:nvPicPr>
                <p:cNvPr id="57" name="Ink 56">
                  <a:extLst>
                    <a:ext uri="{FF2B5EF4-FFF2-40B4-BE49-F238E27FC236}">
                      <a16:creationId xmlns:a16="http://schemas.microsoft.com/office/drawing/2014/main" id="{C57ABB47-4F02-557E-E594-1E139A828552}"/>
                    </a:ext>
                  </a:extLst>
                </p:cNvPr>
                <p:cNvPicPr/>
                <p:nvPr/>
              </p:nvPicPr>
              <p:blipFill>
                <a:blip r:embed="rId99"/>
                <a:stretch>
                  <a:fillRect/>
                </a:stretch>
              </p:blipFill>
              <p:spPr>
                <a:xfrm>
                  <a:off x="3607510" y="394414"/>
                  <a:ext cx="1555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8" name="Ink 57">
                  <a:extLst>
                    <a:ext uri="{FF2B5EF4-FFF2-40B4-BE49-F238E27FC236}">
                      <a16:creationId xmlns:a16="http://schemas.microsoft.com/office/drawing/2014/main" id="{54D4923D-40B1-0335-F4AB-2E8EB76CF56A}"/>
                    </a:ext>
                  </a:extLst>
                </p14:cNvPr>
                <p14:cNvContentPartPr/>
                <p14:nvPr/>
              </p14:nvContentPartPr>
              <p14:xfrm>
                <a:off x="3853750" y="210454"/>
                <a:ext cx="26640" cy="244800"/>
              </p14:xfrm>
            </p:contentPart>
          </mc:Choice>
          <mc:Fallback xmlns="">
            <p:pic>
              <p:nvPicPr>
                <p:cNvPr id="58" name="Ink 57">
                  <a:extLst>
                    <a:ext uri="{FF2B5EF4-FFF2-40B4-BE49-F238E27FC236}">
                      <a16:creationId xmlns:a16="http://schemas.microsoft.com/office/drawing/2014/main" id="{54D4923D-40B1-0335-F4AB-2E8EB76CF56A}"/>
                    </a:ext>
                  </a:extLst>
                </p:cNvPr>
                <p:cNvPicPr/>
                <p:nvPr/>
              </p:nvPicPr>
              <p:blipFill>
                <a:blip r:embed="rId101"/>
                <a:stretch>
                  <a:fillRect/>
                </a:stretch>
              </p:blipFill>
              <p:spPr>
                <a:xfrm>
                  <a:off x="3849430" y="206134"/>
                  <a:ext cx="352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9" name="Ink 58">
                  <a:extLst>
                    <a:ext uri="{FF2B5EF4-FFF2-40B4-BE49-F238E27FC236}">
                      <a16:creationId xmlns:a16="http://schemas.microsoft.com/office/drawing/2014/main" id="{EAB68354-21C5-E5D5-32B6-A0EF4C2B01DE}"/>
                    </a:ext>
                  </a:extLst>
                </p14:cNvPr>
                <p14:cNvContentPartPr/>
                <p14:nvPr/>
              </p14:nvContentPartPr>
              <p14:xfrm>
                <a:off x="3793990" y="299734"/>
                <a:ext cx="237960" cy="109080"/>
              </p14:xfrm>
            </p:contentPart>
          </mc:Choice>
          <mc:Fallback xmlns="">
            <p:pic>
              <p:nvPicPr>
                <p:cNvPr id="59" name="Ink 58">
                  <a:extLst>
                    <a:ext uri="{FF2B5EF4-FFF2-40B4-BE49-F238E27FC236}">
                      <a16:creationId xmlns:a16="http://schemas.microsoft.com/office/drawing/2014/main" id="{EAB68354-21C5-E5D5-32B6-A0EF4C2B01DE}"/>
                    </a:ext>
                  </a:extLst>
                </p:cNvPr>
                <p:cNvPicPr/>
                <p:nvPr/>
              </p:nvPicPr>
              <p:blipFill>
                <a:blip r:embed="rId103"/>
                <a:stretch>
                  <a:fillRect/>
                </a:stretch>
              </p:blipFill>
              <p:spPr>
                <a:xfrm>
                  <a:off x="3789670" y="295414"/>
                  <a:ext cx="2466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Ink 59">
                  <a:extLst>
                    <a:ext uri="{FF2B5EF4-FFF2-40B4-BE49-F238E27FC236}">
                      <a16:creationId xmlns:a16="http://schemas.microsoft.com/office/drawing/2014/main" id="{203E64F6-1F69-B211-DFA6-F1CBBCF4F107}"/>
                    </a:ext>
                  </a:extLst>
                </p14:cNvPr>
                <p14:cNvContentPartPr/>
                <p14:nvPr/>
              </p14:nvContentPartPr>
              <p14:xfrm>
                <a:off x="3992710" y="319174"/>
                <a:ext cx="262080" cy="319680"/>
              </p14:xfrm>
            </p:contentPart>
          </mc:Choice>
          <mc:Fallback xmlns="">
            <p:pic>
              <p:nvPicPr>
                <p:cNvPr id="60" name="Ink 59">
                  <a:extLst>
                    <a:ext uri="{FF2B5EF4-FFF2-40B4-BE49-F238E27FC236}">
                      <a16:creationId xmlns:a16="http://schemas.microsoft.com/office/drawing/2014/main" id="{203E64F6-1F69-B211-DFA6-F1CBBCF4F107}"/>
                    </a:ext>
                  </a:extLst>
                </p:cNvPr>
                <p:cNvPicPr/>
                <p:nvPr/>
              </p:nvPicPr>
              <p:blipFill>
                <a:blip r:embed="rId105"/>
                <a:stretch>
                  <a:fillRect/>
                </a:stretch>
              </p:blipFill>
              <p:spPr>
                <a:xfrm>
                  <a:off x="3988390" y="314854"/>
                  <a:ext cx="27072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B0BC5914-5556-1374-187C-873009FF401A}"/>
                    </a:ext>
                  </a:extLst>
                </p14:cNvPr>
                <p14:cNvContentPartPr/>
                <p14:nvPr/>
              </p14:nvContentPartPr>
              <p14:xfrm>
                <a:off x="4301950" y="306214"/>
                <a:ext cx="99720" cy="155880"/>
              </p14:xfrm>
            </p:contentPart>
          </mc:Choice>
          <mc:Fallback xmlns="">
            <p:pic>
              <p:nvPicPr>
                <p:cNvPr id="61" name="Ink 60">
                  <a:extLst>
                    <a:ext uri="{FF2B5EF4-FFF2-40B4-BE49-F238E27FC236}">
                      <a16:creationId xmlns:a16="http://schemas.microsoft.com/office/drawing/2014/main" id="{B0BC5914-5556-1374-187C-873009FF401A}"/>
                    </a:ext>
                  </a:extLst>
                </p:cNvPr>
                <p:cNvPicPr/>
                <p:nvPr/>
              </p:nvPicPr>
              <p:blipFill>
                <a:blip r:embed="rId107"/>
                <a:stretch>
                  <a:fillRect/>
                </a:stretch>
              </p:blipFill>
              <p:spPr>
                <a:xfrm>
                  <a:off x="4297630" y="301894"/>
                  <a:ext cx="1083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D5D9FF54-5144-0FA2-A72D-3309150B6C15}"/>
                    </a:ext>
                  </a:extLst>
                </p14:cNvPr>
                <p14:cNvContentPartPr/>
                <p14:nvPr/>
              </p14:nvContentPartPr>
              <p14:xfrm>
                <a:off x="4368910" y="341134"/>
                <a:ext cx="90000" cy="114840"/>
              </p14:xfrm>
            </p:contentPart>
          </mc:Choice>
          <mc:Fallback xmlns="">
            <p:pic>
              <p:nvPicPr>
                <p:cNvPr id="62" name="Ink 61">
                  <a:extLst>
                    <a:ext uri="{FF2B5EF4-FFF2-40B4-BE49-F238E27FC236}">
                      <a16:creationId xmlns:a16="http://schemas.microsoft.com/office/drawing/2014/main" id="{D5D9FF54-5144-0FA2-A72D-3309150B6C15}"/>
                    </a:ext>
                  </a:extLst>
                </p:cNvPr>
                <p:cNvPicPr/>
                <p:nvPr/>
              </p:nvPicPr>
              <p:blipFill>
                <a:blip r:embed="rId109"/>
                <a:stretch>
                  <a:fillRect/>
                </a:stretch>
              </p:blipFill>
              <p:spPr>
                <a:xfrm>
                  <a:off x="4364590" y="336814"/>
                  <a:ext cx="98640" cy="123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0">
            <p14:nvContentPartPr>
              <p14:cNvPr id="65" name="Ink 64">
                <a:extLst>
                  <a:ext uri="{FF2B5EF4-FFF2-40B4-BE49-F238E27FC236}">
                    <a16:creationId xmlns:a16="http://schemas.microsoft.com/office/drawing/2014/main" id="{9E3635F3-5C44-1D7D-B224-E273AA3DDD88}"/>
                  </a:ext>
                </a:extLst>
              </p14:cNvPr>
              <p14:cNvContentPartPr/>
              <p14:nvPr/>
            </p14:nvContentPartPr>
            <p14:xfrm>
              <a:off x="4951030" y="188854"/>
              <a:ext cx="160920" cy="416520"/>
            </p14:xfrm>
          </p:contentPart>
        </mc:Choice>
        <mc:Fallback xmlns="">
          <p:pic>
            <p:nvPicPr>
              <p:cNvPr id="65" name="Ink 64">
                <a:extLst>
                  <a:ext uri="{FF2B5EF4-FFF2-40B4-BE49-F238E27FC236}">
                    <a16:creationId xmlns:a16="http://schemas.microsoft.com/office/drawing/2014/main" id="{9E3635F3-5C44-1D7D-B224-E273AA3DDD88}"/>
                  </a:ext>
                </a:extLst>
              </p:cNvPr>
              <p:cNvPicPr/>
              <p:nvPr/>
            </p:nvPicPr>
            <p:blipFill>
              <a:blip r:embed="rId111"/>
              <a:stretch>
                <a:fillRect/>
              </a:stretch>
            </p:blipFill>
            <p:spPr>
              <a:xfrm>
                <a:off x="4946710" y="184534"/>
                <a:ext cx="169560" cy="425160"/>
              </a:xfrm>
              <a:prstGeom prst="rect">
                <a:avLst/>
              </a:prstGeom>
            </p:spPr>
          </p:pic>
        </mc:Fallback>
      </mc:AlternateContent>
      <p:grpSp>
        <p:nvGrpSpPr>
          <p:cNvPr id="94" name="Group 93">
            <a:extLst>
              <a:ext uri="{FF2B5EF4-FFF2-40B4-BE49-F238E27FC236}">
                <a16:creationId xmlns:a16="http://schemas.microsoft.com/office/drawing/2014/main" id="{22BC5222-2B29-1DC2-2592-61C92FA1D1F3}"/>
              </a:ext>
            </a:extLst>
          </p:cNvPr>
          <p:cNvGrpSpPr/>
          <p:nvPr/>
        </p:nvGrpSpPr>
        <p:grpSpPr>
          <a:xfrm>
            <a:off x="5293293" y="123560"/>
            <a:ext cx="3761280" cy="519480"/>
            <a:chOff x="5293293" y="123560"/>
            <a:chExt cx="3761280" cy="519480"/>
          </a:xfrm>
        </p:grpSpPr>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0AAB6DF3-7487-E2B8-7EB2-3F3BF86A88E3}"/>
                    </a:ext>
                  </a:extLst>
                </p14:cNvPr>
                <p14:cNvContentPartPr/>
                <p14:nvPr/>
              </p14:nvContentPartPr>
              <p14:xfrm>
                <a:off x="5293293" y="455120"/>
                <a:ext cx="23400" cy="51480"/>
              </p14:xfrm>
            </p:contentPart>
          </mc:Choice>
          <mc:Fallback xmlns="">
            <p:pic>
              <p:nvPicPr>
                <p:cNvPr id="69" name="Ink 68">
                  <a:extLst>
                    <a:ext uri="{FF2B5EF4-FFF2-40B4-BE49-F238E27FC236}">
                      <a16:creationId xmlns:a16="http://schemas.microsoft.com/office/drawing/2014/main" id="{0AAB6DF3-7487-E2B8-7EB2-3F3BF86A88E3}"/>
                    </a:ext>
                  </a:extLst>
                </p:cNvPr>
                <p:cNvPicPr/>
                <p:nvPr/>
              </p:nvPicPr>
              <p:blipFill>
                <a:blip r:embed="rId113"/>
                <a:stretch>
                  <a:fillRect/>
                </a:stretch>
              </p:blipFill>
              <p:spPr>
                <a:xfrm>
                  <a:off x="5288973" y="450800"/>
                  <a:ext cx="32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95985633-8B6B-D082-DEBF-C84771CE160F}"/>
                    </a:ext>
                  </a:extLst>
                </p14:cNvPr>
                <p14:cNvContentPartPr/>
                <p14:nvPr/>
              </p14:nvContentPartPr>
              <p14:xfrm>
                <a:off x="5430813" y="440000"/>
                <a:ext cx="37080" cy="54720"/>
              </p14:xfrm>
            </p:contentPart>
          </mc:Choice>
          <mc:Fallback xmlns="">
            <p:pic>
              <p:nvPicPr>
                <p:cNvPr id="70" name="Ink 69">
                  <a:extLst>
                    <a:ext uri="{FF2B5EF4-FFF2-40B4-BE49-F238E27FC236}">
                      <a16:creationId xmlns:a16="http://schemas.microsoft.com/office/drawing/2014/main" id="{95985633-8B6B-D082-DEBF-C84771CE160F}"/>
                    </a:ext>
                  </a:extLst>
                </p:cNvPr>
                <p:cNvPicPr/>
                <p:nvPr/>
              </p:nvPicPr>
              <p:blipFill>
                <a:blip r:embed="rId115"/>
                <a:stretch>
                  <a:fillRect/>
                </a:stretch>
              </p:blipFill>
              <p:spPr>
                <a:xfrm>
                  <a:off x="5426493" y="435680"/>
                  <a:ext cx="45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2077C8CA-6C2C-09A8-B28E-3181B5D7EAC2}"/>
                    </a:ext>
                  </a:extLst>
                </p14:cNvPr>
                <p14:cNvContentPartPr/>
                <p14:nvPr/>
              </p14:nvContentPartPr>
              <p14:xfrm>
                <a:off x="5529453" y="460880"/>
                <a:ext cx="62640" cy="42840"/>
              </p14:xfrm>
            </p:contentPart>
          </mc:Choice>
          <mc:Fallback xmlns="">
            <p:pic>
              <p:nvPicPr>
                <p:cNvPr id="71" name="Ink 70">
                  <a:extLst>
                    <a:ext uri="{FF2B5EF4-FFF2-40B4-BE49-F238E27FC236}">
                      <a16:creationId xmlns:a16="http://schemas.microsoft.com/office/drawing/2014/main" id="{2077C8CA-6C2C-09A8-B28E-3181B5D7EAC2}"/>
                    </a:ext>
                  </a:extLst>
                </p:cNvPr>
                <p:cNvPicPr/>
                <p:nvPr/>
              </p:nvPicPr>
              <p:blipFill>
                <a:blip r:embed="rId117"/>
                <a:stretch>
                  <a:fillRect/>
                </a:stretch>
              </p:blipFill>
              <p:spPr>
                <a:xfrm>
                  <a:off x="5525133" y="456560"/>
                  <a:ext cx="71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59DFD2BB-5009-3F6E-ED1A-1424A2932722}"/>
                    </a:ext>
                  </a:extLst>
                </p14:cNvPr>
                <p14:cNvContentPartPr/>
                <p14:nvPr/>
              </p14:nvContentPartPr>
              <p14:xfrm>
                <a:off x="5775333" y="422720"/>
                <a:ext cx="147960" cy="28080"/>
              </p14:xfrm>
            </p:contentPart>
          </mc:Choice>
          <mc:Fallback xmlns="">
            <p:pic>
              <p:nvPicPr>
                <p:cNvPr id="73" name="Ink 72">
                  <a:extLst>
                    <a:ext uri="{FF2B5EF4-FFF2-40B4-BE49-F238E27FC236}">
                      <a16:creationId xmlns:a16="http://schemas.microsoft.com/office/drawing/2014/main" id="{59DFD2BB-5009-3F6E-ED1A-1424A2932722}"/>
                    </a:ext>
                  </a:extLst>
                </p:cNvPr>
                <p:cNvPicPr/>
                <p:nvPr/>
              </p:nvPicPr>
              <p:blipFill>
                <a:blip r:embed="rId119"/>
                <a:stretch>
                  <a:fillRect/>
                </a:stretch>
              </p:blipFill>
              <p:spPr>
                <a:xfrm>
                  <a:off x="5771013" y="418400"/>
                  <a:ext cx="1566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4E008AF8-8B30-3ADC-013C-B095486C86EE}"/>
                    </a:ext>
                  </a:extLst>
                </p14:cNvPr>
                <p14:cNvContentPartPr/>
                <p14:nvPr/>
              </p14:nvContentPartPr>
              <p14:xfrm>
                <a:off x="6060813" y="296720"/>
                <a:ext cx="116640" cy="167400"/>
              </p14:xfrm>
            </p:contentPart>
          </mc:Choice>
          <mc:Fallback xmlns="">
            <p:pic>
              <p:nvPicPr>
                <p:cNvPr id="74" name="Ink 73">
                  <a:extLst>
                    <a:ext uri="{FF2B5EF4-FFF2-40B4-BE49-F238E27FC236}">
                      <a16:creationId xmlns:a16="http://schemas.microsoft.com/office/drawing/2014/main" id="{4E008AF8-8B30-3ADC-013C-B095486C86EE}"/>
                    </a:ext>
                  </a:extLst>
                </p:cNvPr>
                <p:cNvPicPr/>
                <p:nvPr/>
              </p:nvPicPr>
              <p:blipFill>
                <a:blip r:embed="rId121"/>
                <a:stretch>
                  <a:fillRect/>
                </a:stretch>
              </p:blipFill>
              <p:spPr>
                <a:xfrm>
                  <a:off x="6056493" y="292400"/>
                  <a:ext cx="125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1C231671-176F-1657-41EC-CEAB1F1AB17A}"/>
                    </a:ext>
                  </a:extLst>
                </p14:cNvPr>
                <p14:cNvContentPartPr/>
                <p14:nvPr/>
              </p14:nvContentPartPr>
              <p14:xfrm>
                <a:off x="6293013" y="470960"/>
                <a:ext cx="54720" cy="90000"/>
              </p14:xfrm>
            </p:contentPart>
          </mc:Choice>
          <mc:Fallback xmlns="">
            <p:pic>
              <p:nvPicPr>
                <p:cNvPr id="75" name="Ink 74">
                  <a:extLst>
                    <a:ext uri="{FF2B5EF4-FFF2-40B4-BE49-F238E27FC236}">
                      <a16:creationId xmlns:a16="http://schemas.microsoft.com/office/drawing/2014/main" id="{1C231671-176F-1657-41EC-CEAB1F1AB17A}"/>
                    </a:ext>
                  </a:extLst>
                </p:cNvPr>
                <p:cNvPicPr/>
                <p:nvPr/>
              </p:nvPicPr>
              <p:blipFill>
                <a:blip r:embed="rId123"/>
                <a:stretch>
                  <a:fillRect/>
                </a:stretch>
              </p:blipFill>
              <p:spPr>
                <a:xfrm>
                  <a:off x="6288693" y="466640"/>
                  <a:ext cx="633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D28018D0-B8F5-E82B-9394-E0B94F706E2E}"/>
                    </a:ext>
                  </a:extLst>
                </p14:cNvPr>
                <p14:cNvContentPartPr/>
                <p14:nvPr/>
              </p14:nvContentPartPr>
              <p14:xfrm>
                <a:off x="6496413" y="369080"/>
                <a:ext cx="132480" cy="16560"/>
              </p14:xfrm>
            </p:contentPart>
          </mc:Choice>
          <mc:Fallback xmlns="">
            <p:pic>
              <p:nvPicPr>
                <p:cNvPr id="76" name="Ink 75">
                  <a:extLst>
                    <a:ext uri="{FF2B5EF4-FFF2-40B4-BE49-F238E27FC236}">
                      <a16:creationId xmlns:a16="http://schemas.microsoft.com/office/drawing/2014/main" id="{D28018D0-B8F5-E82B-9394-E0B94F706E2E}"/>
                    </a:ext>
                  </a:extLst>
                </p:cNvPr>
                <p:cNvPicPr/>
                <p:nvPr/>
              </p:nvPicPr>
              <p:blipFill>
                <a:blip r:embed="rId125"/>
                <a:stretch>
                  <a:fillRect/>
                </a:stretch>
              </p:blipFill>
              <p:spPr>
                <a:xfrm>
                  <a:off x="6492093" y="364760"/>
                  <a:ext cx="141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AAF1FD39-F5FF-0407-C524-627E1007ACA3}"/>
                    </a:ext>
                  </a:extLst>
                </p14:cNvPr>
                <p14:cNvContentPartPr/>
                <p14:nvPr/>
              </p14:nvContentPartPr>
              <p14:xfrm>
                <a:off x="6822213" y="257120"/>
                <a:ext cx="10080" cy="189720"/>
              </p14:xfrm>
            </p:contentPart>
          </mc:Choice>
          <mc:Fallback xmlns="">
            <p:pic>
              <p:nvPicPr>
                <p:cNvPr id="77" name="Ink 76">
                  <a:extLst>
                    <a:ext uri="{FF2B5EF4-FFF2-40B4-BE49-F238E27FC236}">
                      <a16:creationId xmlns:a16="http://schemas.microsoft.com/office/drawing/2014/main" id="{AAF1FD39-F5FF-0407-C524-627E1007ACA3}"/>
                    </a:ext>
                  </a:extLst>
                </p:cNvPr>
                <p:cNvPicPr/>
                <p:nvPr/>
              </p:nvPicPr>
              <p:blipFill>
                <a:blip r:embed="rId127"/>
                <a:stretch>
                  <a:fillRect/>
                </a:stretch>
              </p:blipFill>
              <p:spPr>
                <a:xfrm>
                  <a:off x="6817893" y="252800"/>
                  <a:ext cx="187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F2C31BE6-A798-4E37-C442-49FEBFF2F6D0}"/>
                    </a:ext>
                  </a:extLst>
                </p14:cNvPr>
                <p14:cNvContentPartPr/>
                <p14:nvPr/>
              </p14:nvContentPartPr>
              <p14:xfrm>
                <a:off x="6937773" y="517760"/>
                <a:ext cx="68760" cy="77400"/>
              </p14:xfrm>
            </p:contentPart>
          </mc:Choice>
          <mc:Fallback xmlns="">
            <p:pic>
              <p:nvPicPr>
                <p:cNvPr id="78" name="Ink 77">
                  <a:extLst>
                    <a:ext uri="{FF2B5EF4-FFF2-40B4-BE49-F238E27FC236}">
                      <a16:creationId xmlns:a16="http://schemas.microsoft.com/office/drawing/2014/main" id="{F2C31BE6-A798-4E37-C442-49FEBFF2F6D0}"/>
                    </a:ext>
                  </a:extLst>
                </p:cNvPr>
                <p:cNvPicPr/>
                <p:nvPr/>
              </p:nvPicPr>
              <p:blipFill>
                <a:blip r:embed="rId129"/>
                <a:stretch>
                  <a:fillRect/>
                </a:stretch>
              </p:blipFill>
              <p:spPr>
                <a:xfrm>
                  <a:off x="6933453" y="513440"/>
                  <a:ext cx="77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DF665828-79F8-F888-6C91-A34EA5468C33}"/>
                    </a:ext>
                  </a:extLst>
                </p14:cNvPr>
                <p14:cNvContentPartPr/>
                <p14:nvPr/>
              </p14:nvContentPartPr>
              <p14:xfrm>
                <a:off x="7181133" y="304640"/>
                <a:ext cx="119880" cy="150120"/>
              </p14:xfrm>
            </p:contentPart>
          </mc:Choice>
          <mc:Fallback xmlns="">
            <p:pic>
              <p:nvPicPr>
                <p:cNvPr id="79" name="Ink 78">
                  <a:extLst>
                    <a:ext uri="{FF2B5EF4-FFF2-40B4-BE49-F238E27FC236}">
                      <a16:creationId xmlns:a16="http://schemas.microsoft.com/office/drawing/2014/main" id="{DF665828-79F8-F888-6C91-A34EA5468C33}"/>
                    </a:ext>
                  </a:extLst>
                </p:cNvPr>
                <p:cNvPicPr/>
                <p:nvPr/>
              </p:nvPicPr>
              <p:blipFill>
                <a:blip r:embed="rId131"/>
                <a:stretch>
                  <a:fillRect/>
                </a:stretch>
              </p:blipFill>
              <p:spPr>
                <a:xfrm>
                  <a:off x="7176813" y="300320"/>
                  <a:ext cx="1285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9DC9CD4D-BDD8-0189-71EA-50D3BE108616}"/>
                    </a:ext>
                  </a:extLst>
                </p14:cNvPr>
                <p14:cNvContentPartPr/>
                <p14:nvPr/>
              </p14:nvContentPartPr>
              <p14:xfrm>
                <a:off x="7400733" y="542600"/>
                <a:ext cx="63360" cy="90360"/>
              </p14:xfrm>
            </p:contentPart>
          </mc:Choice>
          <mc:Fallback xmlns="">
            <p:pic>
              <p:nvPicPr>
                <p:cNvPr id="80" name="Ink 79">
                  <a:extLst>
                    <a:ext uri="{FF2B5EF4-FFF2-40B4-BE49-F238E27FC236}">
                      <a16:creationId xmlns:a16="http://schemas.microsoft.com/office/drawing/2014/main" id="{9DC9CD4D-BDD8-0189-71EA-50D3BE108616}"/>
                    </a:ext>
                  </a:extLst>
                </p:cNvPr>
                <p:cNvPicPr/>
                <p:nvPr/>
              </p:nvPicPr>
              <p:blipFill>
                <a:blip r:embed="rId133"/>
                <a:stretch>
                  <a:fillRect/>
                </a:stretch>
              </p:blipFill>
              <p:spPr>
                <a:xfrm>
                  <a:off x="7396413" y="538280"/>
                  <a:ext cx="72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Ink 80">
                  <a:extLst>
                    <a:ext uri="{FF2B5EF4-FFF2-40B4-BE49-F238E27FC236}">
                      <a16:creationId xmlns:a16="http://schemas.microsoft.com/office/drawing/2014/main" id="{E67C2449-BA05-640E-C2AB-F5B86E0F6AD6}"/>
                    </a:ext>
                  </a:extLst>
                </p14:cNvPr>
                <p14:cNvContentPartPr/>
                <p14:nvPr/>
              </p14:nvContentPartPr>
              <p14:xfrm>
                <a:off x="7744173" y="308240"/>
                <a:ext cx="24840" cy="15480"/>
              </p14:xfrm>
            </p:contentPart>
          </mc:Choice>
          <mc:Fallback xmlns="">
            <p:pic>
              <p:nvPicPr>
                <p:cNvPr id="81" name="Ink 80">
                  <a:extLst>
                    <a:ext uri="{FF2B5EF4-FFF2-40B4-BE49-F238E27FC236}">
                      <a16:creationId xmlns:a16="http://schemas.microsoft.com/office/drawing/2014/main" id="{E67C2449-BA05-640E-C2AB-F5B86E0F6AD6}"/>
                    </a:ext>
                  </a:extLst>
                </p:cNvPr>
                <p:cNvPicPr/>
                <p:nvPr/>
              </p:nvPicPr>
              <p:blipFill>
                <a:blip r:embed="rId135"/>
                <a:stretch>
                  <a:fillRect/>
                </a:stretch>
              </p:blipFill>
              <p:spPr>
                <a:xfrm>
                  <a:off x="7739853" y="303920"/>
                  <a:ext cx="334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5A24AADD-52B3-38DE-88EE-1A630AA5A212}"/>
                    </a:ext>
                  </a:extLst>
                </p14:cNvPr>
                <p14:cNvContentPartPr/>
                <p14:nvPr/>
              </p14:nvContentPartPr>
              <p14:xfrm>
                <a:off x="7724733" y="289160"/>
                <a:ext cx="54720" cy="180000"/>
              </p14:xfrm>
            </p:contentPart>
          </mc:Choice>
          <mc:Fallback xmlns="">
            <p:pic>
              <p:nvPicPr>
                <p:cNvPr id="82" name="Ink 81">
                  <a:extLst>
                    <a:ext uri="{FF2B5EF4-FFF2-40B4-BE49-F238E27FC236}">
                      <a16:creationId xmlns:a16="http://schemas.microsoft.com/office/drawing/2014/main" id="{5A24AADD-52B3-38DE-88EE-1A630AA5A212}"/>
                    </a:ext>
                  </a:extLst>
                </p:cNvPr>
                <p:cNvPicPr/>
                <p:nvPr/>
              </p:nvPicPr>
              <p:blipFill>
                <a:blip r:embed="rId137"/>
                <a:stretch>
                  <a:fillRect/>
                </a:stretch>
              </p:blipFill>
              <p:spPr>
                <a:xfrm>
                  <a:off x="7720413" y="284840"/>
                  <a:ext cx="633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1C7E9CAB-30DD-3FEC-5868-9F4BB2016DB6}"/>
                    </a:ext>
                  </a:extLst>
                </p14:cNvPr>
                <p14:cNvContentPartPr/>
                <p14:nvPr/>
              </p14:nvContentPartPr>
              <p14:xfrm>
                <a:off x="7878813" y="486800"/>
                <a:ext cx="43200" cy="83880"/>
              </p14:xfrm>
            </p:contentPart>
          </mc:Choice>
          <mc:Fallback xmlns="">
            <p:pic>
              <p:nvPicPr>
                <p:cNvPr id="83" name="Ink 82">
                  <a:extLst>
                    <a:ext uri="{FF2B5EF4-FFF2-40B4-BE49-F238E27FC236}">
                      <a16:creationId xmlns:a16="http://schemas.microsoft.com/office/drawing/2014/main" id="{1C7E9CAB-30DD-3FEC-5868-9F4BB2016DB6}"/>
                    </a:ext>
                  </a:extLst>
                </p:cNvPr>
                <p:cNvPicPr/>
                <p:nvPr/>
              </p:nvPicPr>
              <p:blipFill>
                <a:blip r:embed="rId139"/>
                <a:stretch>
                  <a:fillRect/>
                </a:stretch>
              </p:blipFill>
              <p:spPr>
                <a:xfrm>
                  <a:off x="7874493" y="482480"/>
                  <a:ext cx="518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F3FA4158-4A93-D43F-CBE6-794A9EF3E158}"/>
                    </a:ext>
                  </a:extLst>
                </p14:cNvPr>
                <p14:cNvContentPartPr/>
                <p14:nvPr/>
              </p14:nvContentPartPr>
              <p14:xfrm>
                <a:off x="8096973" y="267920"/>
                <a:ext cx="115920" cy="147960"/>
              </p14:xfrm>
            </p:contentPart>
          </mc:Choice>
          <mc:Fallback xmlns="">
            <p:pic>
              <p:nvPicPr>
                <p:cNvPr id="84" name="Ink 83">
                  <a:extLst>
                    <a:ext uri="{FF2B5EF4-FFF2-40B4-BE49-F238E27FC236}">
                      <a16:creationId xmlns:a16="http://schemas.microsoft.com/office/drawing/2014/main" id="{F3FA4158-4A93-D43F-CBE6-794A9EF3E158}"/>
                    </a:ext>
                  </a:extLst>
                </p:cNvPr>
                <p:cNvPicPr/>
                <p:nvPr/>
              </p:nvPicPr>
              <p:blipFill>
                <a:blip r:embed="rId141"/>
                <a:stretch>
                  <a:fillRect/>
                </a:stretch>
              </p:blipFill>
              <p:spPr>
                <a:xfrm>
                  <a:off x="8092653" y="263600"/>
                  <a:ext cx="1245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10ED98AA-A3F2-419F-6AA4-D168E77278E9}"/>
                    </a:ext>
                  </a:extLst>
                </p14:cNvPr>
                <p14:cNvContentPartPr/>
                <p14:nvPr/>
              </p14:nvContentPartPr>
              <p14:xfrm>
                <a:off x="8242413" y="473120"/>
                <a:ext cx="82800" cy="109440"/>
              </p14:xfrm>
            </p:contentPart>
          </mc:Choice>
          <mc:Fallback xmlns="">
            <p:pic>
              <p:nvPicPr>
                <p:cNvPr id="85" name="Ink 84">
                  <a:extLst>
                    <a:ext uri="{FF2B5EF4-FFF2-40B4-BE49-F238E27FC236}">
                      <a16:creationId xmlns:a16="http://schemas.microsoft.com/office/drawing/2014/main" id="{10ED98AA-A3F2-419F-6AA4-D168E77278E9}"/>
                    </a:ext>
                  </a:extLst>
                </p:cNvPr>
                <p:cNvPicPr/>
                <p:nvPr/>
              </p:nvPicPr>
              <p:blipFill>
                <a:blip r:embed="rId143"/>
                <a:stretch>
                  <a:fillRect/>
                </a:stretch>
              </p:blipFill>
              <p:spPr>
                <a:xfrm>
                  <a:off x="8238093" y="468800"/>
                  <a:ext cx="914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25434247-BC97-9918-3B54-F41AF6DD8BDD}"/>
                    </a:ext>
                  </a:extLst>
                </p14:cNvPr>
                <p14:cNvContentPartPr/>
                <p14:nvPr/>
              </p14:nvContentPartPr>
              <p14:xfrm>
                <a:off x="8463813" y="413000"/>
                <a:ext cx="23760" cy="4320"/>
              </p14:xfrm>
            </p:contentPart>
          </mc:Choice>
          <mc:Fallback xmlns="">
            <p:pic>
              <p:nvPicPr>
                <p:cNvPr id="86" name="Ink 85">
                  <a:extLst>
                    <a:ext uri="{FF2B5EF4-FFF2-40B4-BE49-F238E27FC236}">
                      <a16:creationId xmlns:a16="http://schemas.microsoft.com/office/drawing/2014/main" id="{25434247-BC97-9918-3B54-F41AF6DD8BDD}"/>
                    </a:ext>
                  </a:extLst>
                </p:cNvPr>
                <p:cNvPicPr/>
                <p:nvPr/>
              </p:nvPicPr>
              <p:blipFill>
                <a:blip r:embed="rId145"/>
                <a:stretch>
                  <a:fillRect/>
                </a:stretch>
              </p:blipFill>
              <p:spPr>
                <a:xfrm>
                  <a:off x="8459493" y="408680"/>
                  <a:ext cx="324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A8B45FC8-C656-D3C5-79F5-CB03A2F38C01}"/>
                    </a:ext>
                  </a:extLst>
                </p14:cNvPr>
                <p14:cNvContentPartPr/>
                <p14:nvPr/>
              </p14:nvContentPartPr>
              <p14:xfrm>
                <a:off x="8601693" y="405440"/>
                <a:ext cx="10080" cy="17640"/>
              </p14:xfrm>
            </p:contentPart>
          </mc:Choice>
          <mc:Fallback xmlns="">
            <p:pic>
              <p:nvPicPr>
                <p:cNvPr id="87" name="Ink 86">
                  <a:extLst>
                    <a:ext uri="{FF2B5EF4-FFF2-40B4-BE49-F238E27FC236}">
                      <a16:creationId xmlns:a16="http://schemas.microsoft.com/office/drawing/2014/main" id="{A8B45FC8-C656-D3C5-79F5-CB03A2F38C01}"/>
                    </a:ext>
                  </a:extLst>
                </p:cNvPr>
                <p:cNvPicPr/>
                <p:nvPr/>
              </p:nvPicPr>
              <p:blipFill>
                <a:blip r:embed="rId147"/>
                <a:stretch>
                  <a:fillRect/>
                </a:stretch>
              </p:blipFill>
              <p:spPr>
                <a:xfrm>
                  <a:off x="8597373" y="401120"/>
                  <a:ext cx="187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8" name="Ink 87">
                  <a:extLst>
                    <a:ext uri="{FF2B5EF4-FFF2-40B4-BE49-F238E27FC236}">
                      <a16:creationId xmlns:a16="http://schemas.microsoft.com/office/drawing/2014/main" id="{05997A60-BC30-F71C-FE16-B5B8429E7D3A}"/>
                    </a:ext>
                  </a:extLst>
                </p14:cNvPr>
                <p14:cNvContentPartPr/>
                <p14:nvPr/>
              </p14:nvContentPartPr>
              <p14:xfrm>
                <a:off x="8708973" y="403640"/>
                <a:ext cx="23400" cy="31320"/>
              </p14:xfrm>
            </p:contentPart>
          </mc:Choice>
          <mc:Fallback xmlns="">
            <p:pic>
              <p:nvPicPr>
                <p:cNvPr id="88" name="Ink 87">
                  <a:extLst>
                    <a:ext uri="{FF2B5EF4-FFF2-40B4-BE49-F238E27FC236}">
                      <a16:creationId xmlns:a16="http://schemas.microsoft.com/office/drawing/2014/main" id="{05997A60-BC30-F71C-FE16-B5B8429E7D3A}"/>
                    </a:ext>
                  </a:extLst>
                </p:cNvPr>
                <p:cNvPicPr/>
                <p:nvPr/>
              </p:nvPicPr>
              <p:blipFill>
                <a:blip r:embed="rId149"/>
                <a:stretch>
                  <a:fillRect/>
                </a:stretch>
              </p:blipFill>
              <p:spPr>
                <a:xfrm>
                  <a:off x="8704653" y="399320"/>
                  <a:ext cx="32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9" name="Ink 88">
                  <a:extLst>
                    <a:ext uri="{FF2B5EF4-FFF2-40B4-BE49-F238E27FC236}">
                      <a16:creationId xmlns:a16="http://schemas.microsoft.com/office/drawing/2014/main" id="{8E7EB12F-49B9-FD37-FB5B-BCE9FD36C5E6}"/>
                    </a:ext>
                  </a:extLst>
                </p14:cNvPr>
                <p14:cNvContentPartPr/>
                <p14:nvPr/>
              </p14:nvContentPartPr>
              <p14:xfrm>
                <a:off x="8873853" y="123560"/>
                <a:ext cx="180720" cy="519480"/>
              </p14:xfrm>
            </p:contentPart>
          </mc:Choice>
          <mc:Fallback xmlns="">
            <p:pic>
              <p:nvPicPr>
                <p:cNvPr id="89" name="Ink 88">
                  <a:extLst>
                    <a:ext uri="{FF2B5EF4-FFF2-40B4-BE49-F238E27FC236}">
                      <a16:creationId xmlns:a16="http://schemas.microsoft.com/office/drawing/2014/main" id="{8E7EB12F-49B9-FD37-FB5B-BCE9FD36C5E6}"/>
                    </a:ext>
                  </a:extLst>
                </p:cNvPr>
                <p:cNvPicPr/>
                <p:nvPr/>
              </p:nvPicPr>
              <p:blipFill>
                <a:blip r:embed="rId151"/>
                <a:stretch>
                  <a:fillRect/>
                </a:stretch>
              </p:blipFill>
              <p:spPr>
                <a:xfrm>
                  <a:off x="8869533" y="119240"/>
                  <a:ext cx="189360" cy="528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406AD616-7AD4-A35D-10F7-9F3180AE8C46}"/>
                  </a:ext>
                </a:extLst>
              </p14:cNvPr>
              <p14:cNvContentPartPr/>
              <p14:nvPr/>
            </p14:nvContentPartPr>
            <p14:xfrm>
              <a:off x="4179813" y="3902480"/>
              <a:ext cx="20520" cy="36720"/>
            </p14:xfrm>
          </p:contentPart>
        </mc:Choice>
        <mc:Fallback xmlns="">
          <p:pic>
            <p:nvPicPr>
              <p:cNvPr id="95" name="Ink 94">
                <a:extLst>
                  <a:ext uri="{FF2B5EF4-FFF2-40B4-BE49-F238E27FC236}">
                    <a16:creationId xmlns:a16="http://schemas.microsoft.com/office/drawing/2014/main" id="{406AD616-7AD4-A35D-10F7-9F3180AE8C46}"/>
                  </a:ext>
                </a:extLst>
              </p:cNvPr>
              <p:cNvPicPr/>
              <p:nvPr/>
            </p:nvPicPr>
            <p:blipFill>
              <a:blip r:embed="rId153"/>
              <a:stretch>
                <a:fillRect/>
              </a:stretch>
            </p:blipFill>
            <p:spPr>
              <a:xfrm>
                <a:off x="4175493" y="3898160"/>
                <a:ext cx="291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D51AA8B4-E0CB-762A-FF4F-0812CED2632C}"/>
                  </a:ext>
                </a:extLst>
              </p14:cNvPr>
              <p14:cNvContentPartPr/>
              <p14:nvPr/>
            </p14:nvContentPartPr>
            <p14:xfrm>
              <a:off x="3556487" y="4314748"/>
              <a:ext cx="160920" cy="416520"/>
            </p14:xfrm>
          </p:contentPart>
        </mc:Choice>
        <mc:Fallback xmlns="">
          <p:pic>
            <p:nvPicPr>
              <p:cNvPr id="96" name="Ink 95">
                <a:extLst>
                  <a:ext uri="{FF2B5EF4-FFF2-40B4-BE49-F238E27FC236}">
                    <a16:creationId xmlns:a16="http://schemas.microsoft.com/office/drawing/2014/main" id="{D51AA8B4-E0CB-762A-FF4F-0812CED2632C}"/>
                  </a:ext>
                </a:extLst>
              </p:cNvPr>
              <p:cNvPicPr/>
              <p:nvPr/>
            </p:nvPicPr>
            <p:blipFill>
              <a:blip r:embed="rId111"/>
              <a:stretch>
                <a:fillRect/>
              </a:stretch>
            </p:blipFill>
            <p:spPr>
              <a:xfrm>
                <a:off x="3552167" y="4310428"/>
                <a:ext cx="16956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7" name="Ink 96">
                <a:extLst>
                  <a:ext uri="{FF2B5EF4-FFF2-40B4-BE49-F238E27FC236}">
                    <a16:creationId xmlns:a16="http://schemas.microsoft.com/office/drawing/2014/main" id="{F6AB7598-7F9B-0F4C-BD0C-2E4F7BF4F0D2}"/>
                  </a:ext>
                </a:extLst>
              </p14:cNvPr>
              <p14:cNvContentPartPr/>
              <p14:nvPr/>
            </p14:nvContentPartPr>
            <p14:xfrm>
              <a:off x="3898750" y="4581014"/>
              <a:ext cx="23400" cy="51480"/>
            </p14:xfrm>
          </p:contentPart>
        </mc:Choice>
        <mc:Fallback xmlns="">
          <p:pic>
            <p:nvPicPr>
              <p:cNvPr id="97" name="Ink 96">
                <a:extLst>
                  <a:ext uri="{FF2B5EF4-FFF2-40B4-BE49-F238E27FC236}">
                    <a16:creationId xmlns:a16="http://schemas.microsoft.com/office/drawing/2014/main" id="{F6AB7598-7F9B-0F4C-BD0C-2E4F7BF4F0D2}"/>
                  </a:ext>
                </a:extLst>
              </p:cNvPr>
              <p:cNvPicPr/>
              <p:nvPr/>
            </p:nvPicPr>
            <p:blipFill>
              <a:blip r:embed="rId113"/>
              <a:stretch>
                <a:fillRect/>
              </a:stretch>
            </p:blipFill>
            <p:spPr>
              <a:xfrm>
                <a:off x="3894430" y="4576694"/>
                <a:ext cx="32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168EBF72-73FB-C02A-EC94-BC57F02EA128}"/>
                  </a:ext>
                </a:extLst>
              </p14:cNvPr>
              <p14:cNvContentPartPr/>
              <p14:nvPr/>
            </p14:nvContentPartPr>
            <p14:xfrm>
              <a:off x="4036270" y="4565894"/>
              <a:ext cx="37080" cy="54720"/>
            </p14:xfrm>
          </p:contentPart>
        </mc:Choice>
        <mc:Fallback xmlns="">
          <p:pic>
            <p:nvPicPr>
              <p:cNvPr id="98" name="Ink 97">
                <a:extLst>
                  <a:ext uri="{FF2B5EF4-FFF2-40B4-BE49-F238E27FC236}">
                    <a16:creationId xmlns:a16="http://schemas.microsoft.com/office/drawing/2014/main" id="{168EBF72-73FB-C02A-EC94-BC57F02EA128}"/>
                  </a:ext>
                </a:extLst>
              </p:cNvPr>
              <p:cNvPicPr/>
              <p:nvPr/>
            </p:nvPicPr>
            <p:blipFill>
              <a:blip r:embed="rId115"/>
              <a:stretch>
                <a:fillRect/>
              </a:stretch>
            </p:blipFill>
            <p:spPr>
              <a:xfrm>
                <a:off x="4031950" y="4561574"/>
                <a:ext cx="45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9" name="Ink 98">
                <a:extLst>
                  <a:ext uri="{FF2B5EF4-FFF2-40B4-BE49-F238E27FC236}">
                    <a16:creationId xmlns:a16="http://schemas.microsoft.com/office/drawing/2014/main" id="{C0C698AD-6807-13B6-47F8-DE7B75313048}"/>
                  </a:ext>
                </a:extLst>
              </p14:cNvPr>
              <p14:cNvContentPartPr/>
              <p14:nvPr/>
            </p14:nvContentPartPr>
            <p14:xfrm>
              <a:off x="4134910" y="4586774"/>
              <a:ext cx="62640" cy="42840"/>
            </p14:xfrm>
          </p:contentPart>
        </mc:Choice>
        <mc:Fallback xmlns="">
          <p:pic>
            <p:nvPicPr>
              <p:cNvPr id="99" name="Ink 98">
                <a:extLst>
                  <a:ext uri="{FF2B5EF4-FFF2-40B4-BE49-F238E27FC236}">
                    <a16:creationId xmlns:a16="http://schemas.microsoft.com/office/drawing/2014/main" id="{C0C698AD-6807-13B6-47F8-DE7B75313048}"/>
                  </a:ext>
                </a:extLst>
              </p:cNvPr>
              <p:cNvPicPr/>
              <p:nvPr/>
            </p:nvPicPr>
            <p:blipFill>
              <a:blip r:embed="rId117"/>
              <a:stretch>
                <a:fillRect/>
              </a:stretch>
            </p:blipFill>
            <p:spPr>
              <a:xfrm>
                <a:off x="4130590" y="4582454"/>
                <a:ext cx="71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0" name="Ink 99">
                <a:extLst>
                  <a:ext uri="{FF2B5EF4-FFF2-40B4-BE49-F238E27FC236}">
                    <a16:creationId xmlns:a16="http://schemas.microsoft.com/office/drawing/2014/main" id="{5FAF6F46-655B-B648-F929-BE40E1E0D2EA}"/>
                  </a:ext>
                </a:extLst>
              </p14:cNvPr>
              <p14:cNvContentPartPr/>
              <p14:nvPr/>
            </p14:nvContentPartPr>
            <p14:xfrm>
              <a:off x="4380790" y="4548614"/>
              <a:ext cx="147960" cy="28080"/>
            </p14:xfrm>
          </p:contentPart>
        </mc:Choice>
        <mc:Fallback xmlns="">
          <p:pic>
            <p:nvPicPr>
              <p:cNvPr id="100" name="Ink 99">
                <a:extLst>
                  <a:ext uri="{FF2B5EF4-FFF2-40B4-BE49-F238E27FC236}">
                    <a16:creationId xmlns:a16="http://schemas.microsoft.com/office/drawing/2014/main" id="{5FAF6F46-655B-B648-F929-BE40E1E0D2EA}"/>
                  </a:ext>
                </a:extLst>
              </p:cNvPr>
              <p:cNvPicPr/>
              <p:nvPr/>
            </p:nvPicPr>
            <p:blipFill>
              <a:blip r:embed="rId119"/>
              <a:stretch>
                <a:fillRect/>
              </a:stretch>
            </p:blipFill>
            <p:spPr>
              <a:xfrm>
                <a:off x="4376470" y="4544294"/>
                <a:ext cx="1566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1" name="Ink 100">
                <a:extLst>
                  <a:ext uri="{FF2B5EF4-FFF2-40B4-BE49-F238E27FC236}">
                    <a16:creationId xmlns:a16="http://schemas.microsoft.com/office/drawing/2014/main" id="{1A3A9DE9-70C1-AFF4-0E34-A2948862AF41}"/>
                  </a:ext>
                </a:extLst>
              </p14:cNvPr>
              <p14:cNvContentPartPr/>
              <p14:nvPr/>
            </p14:nvContentPartPr>
            <p14:xfrm>
              <a:off x="4666270" y="4422614"/>
              <a:ext cx="116640" cy="167400"/>
            </p14:xfrm>
          </p:contentPart>
        </mc:Choice>
        <mc:Fallback xmlns="">
          <p:pic>
            <p:nvPicPr>
              <p:cNvPr id="101" name="Ink 100">
                <a:extLst>
                  <a:ext uri="{FF2B5EF4-FFF2-40B4-BE49-F238E27FC236}">
                    <a16:creationId xmlns:a16="http://schemas.microsoft.com/office/drawing/2014/main" id="{1A3A9DE9-70C1-AFF4-0E34-A2948862AF41}"/>
                  </a:ext>
                </a:extLst>
              </p:cNvPr>
              <p:cNvPicPr/>
              <p:nvPr/>
            </p:nvPicPr>
            <p:blipFill>
              <a:blip r:embed="rId121"/>
              <a:stretch>
                <a:fillRect/>
              </a:stretch>
            </p:blipFill>
            <p:spPr>
              <a:xfrm>
                <a:off x="4661950" y="4418294"/>
                <a:ext cx="125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2" name="Ink 101">
                <a:extLst>
                  <a:ext uri="{FF2B5EF4-FFF2-40B4-BE49-F238E27FC236}">
                    <a16:creationId xmlns:a16="http://schemas.microsoft.com/office/drawing/2014/main" id="{3433C57F-3CF2-DE6D-6A17-070F37778627}"/>
                  </a:ext>
                </a:extLst>
              </p14:cNvPr>
              <p14:cNvContentPartPr/>
              <p14:nvPr/>
            </p14:nvContentPartPr>
            <p14:xfrm>
              <a:off x="4898470" y="4596854"/>
              <a:ext cx="54720" cy="90000"/>
            </p14:xfrm>
          </p:contentPart>
        </mc:Choice>
        <mc:Fallback xmlns="">
          <p:pic>
            <p:nvPicPr>
              <p:cNvPr id="102" name="Ink 101">
                <a:extLst>
                  <a:ext uri="{FF2B5EF4-FFF2-40B4-BE49-F238E27FC236}">
                    <a16:creationId xmlns:a16="http://schemas.microsoft.com/office/drawing/2014/main" id="{3433C57F-3CF2-DE6D-6A17-070F37778627}"/>
                  </a:ext>
                </a:extLst>
              </p:cNvPr>
              <p:cNvPicPr/>
              <p:nvPr/>
            </p:nvPicPr>
            <p:blipFill>
              <a:blip r:embed="rId123"/>
              <a:stretch>
                <a:fillRect/>
              </a:stretch>
            </p:blipFill>
            <p:spPr>
              <a:xfrm>
                <a:off x="4894150" y="4592534"/>
                <a:ext cx="633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3" name="Ink 102">
                <a:extLst>
                  <a:ext uri="{FF2B5EF4-FFF2-40B4-BE49-F238E27FC236}">
                    <a16:creationId xmlns:a16="http://schemas.microsoft.com/office/drawing/2014/main" id="{C7E13F03-FFA9-DD9C-5CA0-1FE71B9661C7}"/>
                  </a:ext>
                </a:extLst>
              </p14:cNvPr>
              <p14:cNvContentPartPr/>
              <p14:nvPr/>
            </p14:nvContentPartPr>
            <p14:xfrm>
              <a:off x="5101870" y="4494974"/>
              <a:ext cx="132480" cy="16560"/>
            </p14:xfrm>
          </p:contentPart>
        </mc:Choice>
        <mc:Fallback xmlns="">
          <p:pic>
            <p:nvPicPr>
              <p:cNvPr id="103" name="Ink 102">
                <a:extLst>
                  <a:ext uri="{FF2B5EF4-FFF2-40B4-BE49-F238E27FC236}">
                    <a16:creationId xmlns:a16="http://schemas.microsoft.com/office/drawing/2014/main" id="{C7E13F03-FFA9-DD9C-5CA0-1FE71B9661C7}"/>
                  </a:ext>
                </a:extLst>
              </p:cNvPr>
              <p:cNvPicPr/>
              <p:nvPr/>
            </p:nvPicPr>
            <p:blipFill>
              <a:blip r:embed="rId125"/>
              <a:stretch>
                <a:fillRect/>
              </a:stretch>
            </p:blipFill>
            <p:spPr>
              <a:xfrm>
                <a:off x="5097550" y="4490654"/>
                <a:ext cx="141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4" name="Ink 103">
                <a:extLst>
                  <a:ext uri="{FF2B5EF4-FFF2-40B4-BE49-F238E27FC236}">
                    <a16:creationId xmlns:a16="http://schemas.microsoft.com/office/drawing/2014/main" id="{2F84C85F-7674-C2C2-FD9A-13990C28F7E8}"/>
                  </a:ext>
                </a:extLst>
              </p14:cNvPr>
              <p14:cNvContentPartPr/>
              <p14:nvPr/>
            </p14:nvContentPartPr>
            <p14:xfrm>
              <a:off x="5427670" y="4383014"/>
              <a:ext cx="10080" cy="189720"/>
            </p14:xfrm>
          </p:contentPart>
        </mc:Choice>
        <mc:Fallback xmlns="">
          <p:pic>
            <p:nvPicPr>
              <p:cNvPr id="104" name="Ink 103">
                <a:extLst>
                  <a:ext uri="{FF2B5EF4-FFF2-40B4-BE49-F238E27FC236}">
                    <a16:creationId xmlns:a16="http://schemas.microsoft.com/office/drawing/2014/main" id="{2F84C85F-7674-C2C2-FD9A-13990C28F7E8}"/>
                  </a:ext>
                </a:extLst>
              </p:cNvPr>
              <p:cNvPicPr/>
              <p:nvPr/>
            </p:nvPicPr>
            <p:blipFill>
              <a:blip r:embed="rId127"/>
              <a:stretch>
                <a:fillRect/>
              </a:stretch>
            </p:blipFill>
            <p:spPr>
              <a:xfrm>
                <a:off x="5423350" y="4378694"/>
                <a:ext cx="187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5" name="Ink 104">
                <a:extLst>
                  <a:ext uri="{FF2B5EF4-FFF2-40B4-BE49-F238E27FC236}">
                    <a16:creationId xmlns:a16="http://schemas.microsoft.com/office/drawing/2014/main" id="{99515681-C1A8-929D-5849-DA2E16C5D8B4}"/>
                  </a:ext>
                </a:extLst>
              </p14:cNvPr>
              <p14:cNvContentPartPr/>
              <p14:nvPr/>
            </p14:nvContentPartPr>
            <p14:xfrm>
              <a:off x="5543230" y="4643654"/>
              <a:ext cx="68760" cy="77400"/>
            </p14:xfrm>
          </p:contentPart>
        </mc:Choice>
        <mc:Fallback xmlns="">
          <p:pic>
            <p:nvPicPr>
              <p:cNvPr id="105" name="Ink 104">
                <a:extLst>
                  <a:ext uri="{FF2B5EF4-FFF2-40B4-BE49-F238E27FC236}">
                    <a16:creationId xmlns:a16="http://schemas.microsoft.com/office/drawing/2014/main" id="{99515681-C1A8-929D-5849-DA2E16C5D8B4}"/>
                  </a:ext>
                </a:extLst>
              </p:cNvPr>
              <p:cNvPicPr/>
              <p:nvPr/>
            </p:nvPicPr>
            <p:blipFill>
              <a:blip r:embed="rId129"/>
              <a:stretch>
                <a:fillRect/>
              </a:stretch>
            </p:blipFill>
            <p:spPr>
              <a:xfrm>
                <a:off x="5538910" y="4639334"/>
                <a:ext cx="77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6" name="Ink 105">
                <a:extLst>
                  <a:ext uri="{FF2B5EF4-FFF2-40B4-BE49-F238E27FC236}">
                    <a16:creationId xmlns:a16="http://schemas.microsoft.com/office/drawing/2014/main" id="{AC0C282B-737A-F859-A25C-82D445617225}"/>
                  </a:ext>
                </a:extLst>
              </p14:cNvPr>
              <p14:cNvContentPartPr/>
              <p14:nvPr/>
            </p14:nvContentPartPr>
            <p14:xfrm>
              <a:off x="5786590" y="4430534"/>
              <a:ext cx="119880" cy="150120"/>
            </p14:xfrm>
          </p:contentPart>
        </mc:Choice>
        <mc:Fallback xmlns="">
          <p:pic>
            <p:nvPicPr>
              <p:cNvPr id="106" name="Ink 105">
                <a:extLst>
                  <a:ext uri="{FF2B5EF4-FFF2-40B4-BE49-F238E27FC236}">
                    <a16:creationId xmlns:a16="http://schemas.microsoft.com/office/drawing/2014/main" id="{AC0C282B-737A-F859-A25C-82D445617225}"/>
                  </a:ext>
                </a:extLst>
              </p:cNvPr>
              <p:cNvPicPr/>
              <p:nvPr/>
            </p:nvPicPr>
            <p:blipFill>
              <a:blip r:embed="rId131"/>
              <a:stretch>
                <a:fillRect/>
              </a:stretch>
            </p:blipFill>
            <p:spPr>
              <a:xfrm>
                <a:off x="5782270" y="4426214"/>
                <a:ext cx="1285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7" name="Ink 106">
                <a:extLst>
                  <a:ext uri="{FF2B5EF4-FFF2-40B4-BE49-F238E27FC236}">
                    <a16:creationId xmlns:a16="http://schemas.microsoft.com/office/drawing/2014/main" id="{B3453936-AC25-8920-077D-4BAD20EE4203}"/>
                  </a:ext>
                </a:extLst>
              </p14:cNvPr>
              <p14:cNvContentPartPr/>
              <p14:nvPr/>
            </p14:nvContentPartPr>
            <p14:xfrm>
              <a:off x="6006190" y="4668494"/>
              <a:ext cx="63360" cy="90360"/>
            </p14:xfrm>
          </p:contentPart>
        </mc:Choice>
        <mc:Fallback xmlns="">
          <p:pic>
            <p:nvPicPr>
              <p:cNvPr id="107" name="Ink 106">
                <a:extLst>
                  <a:ext uri="{FF2B5EF4-FFF2-40B4-BE49-F238E27FC236}">
                    <a16:creationId xmlns:a16="http://schemas.microsoft.com/office/drawing/2014/main" id="{B3453936-AC25-8920-077D-4BAD20EE4203}"/>
                  </a:ext>
                </a:extLst>
              </p:cNvPr>
              <p:cNvPicPr/>
              <p:nvPr/>
            </p:nvPicPr>
            <p:blipFill>
              <a:blip r:embed="rId133"/>
              <a:stretch>
                <a:fillRect/>
              </a:stretch>
            </p:blipFill>
            <p:spPr>
              <a:xfrm>
                <a:off x="6001870" y="4664174"/>
                <a:ext cx="72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8" name="Ink 107">
                <a:extLst>
                  <a:ext uri="{FF2B5EF4-FFF2-40B4-BE49-F238E27FC236}">
                    <a16:creationId xmlns:a16="http://schemas.microsoft.com/office/drawing/2014/main" id="{5F7EAA8A-E279-084A-DDED-0EBBB77B4F7D}"/>
                  </a:ext>
                </a:extLst>
              </p14:cNvPr>
              <p14:cNvContentPartPr/>
              <p14:nvPr/>
            </p14:nvContentPartPr>
            <p14:xfrm>
              <a:off x="6349630" y="4434134"/>
              <a:ext cx="24840" cy="15480"/>
            </p14:xfrm>
          </p:contentPart>
        </mc:Choice>
        <mc:Fallback xmlns="">
          <p:pic>
            <p:nvPicPr>
              <p:cNvPr id="108" name="Ink 107">
                <a:extLst>
                  <a:ext uri="{FF2B5EF4-FFF2-40B4-BE49-F238E27FC236}">
                    <a16:creationId xmlns:a16="http://schemas.microsoft.com/office/drawing/2014/main" id="{5F7EAA8A-E279-084A-DDED-0EBBB77B4F7D}"/>
                  </a:ext>
                </a:extLst>
              </p:cNvPr>
              <p:cNvPicPr/>
              <p:nvPr/>
            </p:nvPicPr>
            <p:blipFill>
              <a:blip r:embed="rId135"/>
              <a:stretch>
                <a:fillRect/>
              </a:stretch>
            </p:blipFill>
            <p:spPr>
              <a:xfrm>
                <a:off x="6345310" y="4429814"/>
                <a:ext cx="334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9" name="Ink 108">
                <a:extLst>
                  <a:ext uri="{FF2B5EF4-FFF2-40B4-BE49-F238E27FC236}">
                    <a16:creationId xmlns:a16="http://schemas.microsoft.com/office/drawing/2014/main" id="{4D10274E-A098-D197-F057-3AD6C15C13A0}"/>
                  </a:ext>
                </a:extLst>
              </p14:cNvPr>
              <p14:cNvContentPartPr/>
              <p14:nvPr/>
            </p14:nvContentPartPr>
            <p14:xfrm>
              <a:off x="6330190" y="4415054"/>
              <a:ext cx="54720" cy="180000"/>
            </p14:xfrm>
          </p:contentPart>
        </mc:Choice>
        <mc:Fallback xmlns="">
          <p:pic>
            <p:nvPicPr>
              <p:cNvPr id="109" name="Ink 108">
                <a:extLst>
                  <a:ext uri="{FF2B5EF4-FFF2-40B4-BE49-F238E27FC236}">
                    <a16:creationId xmlns:a16="http://schemas.microsoft.com/office/drawing/2014/main" id="{4D10274E-A098-D197-F057-3AD6C15C13A0}"/>
                  </a:ext>
                </a:extLst>
              </p:cNvPr>
              <p:cNvPicPr/>
              <p:nvPr/>
            </p:nvPicPr>
            <p:blipFill>
              <a:blip r:embed="rId137"/>
              <a:stretch>
                <a:fillRect/>
              </a:stretch>
            </p:blipFill>
            <p:spPr>
              <a:xfrm>
                <a:off x="6325870" y="4410734"/>
                <a:ext cx="633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0" name="Ink 109">
                <a:extLst>
                  <a:ext uri="{FF2B5EF4-FFF2-40B4-BE49-F238E27FC236}">
                    <a16:creationId xmlns:a16="http://schemas.microsoft.com/office/drawing/2014/main" id="{2F58DCF9-84D7-9F76-F97D-9089FCE14C21}"/>
                  </a:ext>
                </a:extLst>
              </p14:cNvPr>
              <p14:cNvContentPartPr/>
              <p14:nvPr/>
            </p14:nvContentPartPr>
            <p14:xfrm>
              <a:off x="6484270" y="4612694"/>
              <a:ext cx="43200" cy="83880"/>
            </p14:xfrm>
          </p:contentPart>
        </mc:Choice>
        <mc:Fallback xmlns="">
          <p:pic>
            <p:nvPicPr>
              <p:cNvPr id="110" name="Ink 109">
                <a:extLst>
                  <a:ext uri="{FF2B5EF4-FFF2-40B4-BE49-F238E27FC236}">
                    <a16:creationId xmlns:a16="http://schemas.microsoft.com/office/drawing/2014/main" id="{2F58DCF9-84D7-9F76-F97D-9089FCE14C21}"/>
                  </a:ext>
                </a:extLst>
              </p:cNvPr>
              <p:cNvPicPr/>
              <p:nvPr/>
            </p:nvPicPr>
            <p:blipFill>
              <a:blip r:embed="rId139"/>
              <a:stretch>
                <a:fillRect/>
              </a:stretch>
            </p:blipFill>
            <p:spPr>
              <a:xfrm>
                <a:off x="6479950" y="4608374"/>
                <a:ext cx="518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1" name="Ink 110">
                <a:extLst>
                  <a:ext uri="{FF2B5EF4-FFF2-40B4-BE49-F238E27FC236}">
                    <a16:creationId xmlns:a16="http://schemas.microsoft.com/office/drawing/2014/main" id="{645CB8B0-A8C5-6909-F4D3-084F691D7009}"/>
                  </a:ext>
                </a:extLst>
              </p14:cNvPr>
              <p14:cNvContentPartPr/>
              <p14:nvPr/>
            </p14:nvContentPartPr>
            <p14:xfrm>
              <a:off x="6702430" y="4393814"/>
              <a:ext cx="115920" cy="147960"/>
            </p14:xfrm>
          </p:contentPart>
        </mc:Choice>
        <mc:Fallback xmlns="">
          <p:pic>
            <p:nvPicPr>
              <p:cNvPr id="111" name="Ink 110">
                <a:extLst>
                  <a:ext uri="{FF2B5EF4-FFF2-40B4-BE49-F238E27FC236}">
                    <a16:creationId xmlns:a16="http://schemas.microsoft.com/office/drawing/2014/main" id="{645CB8B0-A8C5-6909-F4D3-084F691D7009}"/>
                  </a:ext>
                </a:extLst>
              </p:cNvPr>
              <p:cNvPicPr/>
              <p:nvPr/>
            </p:nvPicPr>
            <p:blipFill>
              <a:blip r:embed="rId141"/>
              <a:stretch>
                <a:fillRect/>
              </a:stretch>
            </p:blipFill>
            <p:spPr>
              <a:xfrm>
                <a:off x="6698110" y="4389494"/>
                <a:ext cx="1245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2" name="Ink 111">
                <a:extLst>
                  <a:ext uri="{FF2B5EF4-FFF2-40B4-BE49-F238E27FC236}">
                    <a16:creationId xmlns:a16="http://schemas.microsoft.com/office/drawing/2014/main" id="{2AAFE58B-7324-E63E-311B-39ADE511BD77}"/>
                  </a:ext>
                </a:extLst>
              </p14:cNvPr>
              <p14:cNvContentPartPr/>
              <p14:nvPr/>
            </p14:nvContentPartPr>
            <p14:xfrm>
              <a:off x="6847870" y="4599014"/>
              <a:ext cx="82800" cy="109440"/>
            </p14:xfrm>
          </p:contentPart>
        </mc:Choice>
        <mc:Fallback xmlns="">
          <p:pic>
            <p:nvPicPr>
              <p:cNvPr id="112" name="Ink 111">
                <a:extLst>
                  <a:ext uri="{FF2B5EF4-FFF2-40B4-BE49-F238E27FC236}">
                    <a16:creationId xmlns:a16="http://schemas.microsoft.com/office/drawing/2014/main" id="{2AAFE58B-7324-E63E-311B-39ADE511BD77}"/>
                  </a:ext>
                </a:extLst>
              </p:cNvPr>
              <p:cNvPicPr/>
              <p:nvPr/>
            </p:nvPicPr>
            <p:blipFill>
              <a:blip r:embed="rId143"/>
              <a:stretch>
                <a:fillRect/>
              </a:stretch>
            </p:blipFill>
            <p:spPr>
              <a:xfrm>
                <a:off x="6843550" y="4594694"/>
                <a:ext cx="914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3" name="Ink 112">
                <a:extLst>
                  <a:ext uri="{FF2B5EF4-FFF2-40B4-BE49-F238E27FC236}">
                    <a16:creationId xmlns:a16="http://schemas.microsoft.com/office/drawing/2014/main" id="{D83C81A2-B761-186E-81C2-E7AAAD0BFED0}"/>
                  </a:ext>
                </a:extLst>
              </p14:cNvPr>
              <p14:cNvContentPartPr/>
              <p14:nvPr/>
            </p14:nvContentPartPr>
            <p14:xfrm>
              <a:off x="7069270" y="4538894"/>
              <a:ext cx="23760" cy="4320"/>
            </p14:xfrm>
          </p:contentPart>
        </mc:Choice>
        <mc:Fallback xmlns="">
          <p:pic>
            <p:nvPicPr>
              <p:cNvPr id="113" name="Ink 112">
                <a:extLst>
                  <a:ext uri="{FF2B5EF4-FFF2-40B4-BE49-F238E27FC236}">
                    <a16:creationId xmlns:a16="http://schemas.microsoft.com/office/drawing/2014/main" id="{D83C81A2-B761-186E-81C2-E7AAAD0BFED0}"/>
                  </a:ext>
                </a:extLst>
              </p:cNvPr>
              <p:cNvPicPr/>
              <p:nvPr/>
            </p:nvPicPr>
            <p:blipFill>
              <a:blip r:embed="rId145"/>
              <a:stretch>
                <a:fillRect/>
              </a:stretch>
            </p:blipFill>
            <p:spPr>
              <a:xfrm>
                <a:off x="7064950" y="4534574"/>
                <a:ext cx="324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4" name="Ink 113">
                <a:extLst>
                  <a:ext uri="{FF2B5EF4-FFF2-40B4-BE49-F238E27FC236}">
                    <a16:creationId xmlns:a16="http://schemas.microsoft.com/office/drawing/2014/main" id="{2C28637B-F832-CA00-B92D-F00B54F1987B}"/>
                  </a:ext>
                </a:extLst>
              </p14:cNvPr>
              <p14:cNvContentPartPr/>
              <p14:nvPr/>
            </p14:nvContentPartPr>
            <p14:xfrm>
              <a:off x="7207150" y="4531334"/>
              <a:ext cx="10080" cy="17640"/>
            </p14:xfrm>
          </p:contentPart>
        </mc:Choice>
        <mc:Fallback xmlns="">
          <p:pic>
            <p:nvPicPr>
              <p:cNvPr id="114" name="Ink 113">
                <a:extLst>
                  <a:ext uri="{FF2B5EF4-FFF2-40B4-BE49-F238E27FC236}">
                    <a16:creationId xmlns:a16="http://schemas.microsoft.com/office/drawing/2014/main" id="{2C28637B-F832-CA00-B92D-F00B54F1987B}"/>
                  </a:ext>
                </a:extLst>
              </p:cNvPr>
              <p:cNvPicPr/>
              <p:nvPr/>
            </p:nvPicPr>
            <p:blipFill>
              <a:blip r:embed="rId147"/>
              <a:stretch>
                <a:fillRect/>
              </a:stretch>
            </p:blipFill>
            <p:spPr>
              <a:xfrm>
                <a:off x="7202830" y="4527014"/>
                <a:ext cx="187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5" name="Ink 114">
                <a:extLst>
                  <a:ext uri="{FF2B5EF4-FFF2-40B4-BE49-F238E27FC236}">
                    <a16:creationId xmlns:a16="http://schemas.microsoft.com/office/drawing/2014/main" id="{AD2F6EDA-F899-8584-4D2C-95D0D5B6F5B2}"/>
                  </a:ext>
                </a:extLst>
              </p14:cNvPr>
              <p14:cNvContentPartPr/>
              <p14:nvPr/>
            </p14:nvContentPartPr>
            <p14:xfrm>
              <a:off x="7314430" y="4529534"/>
              <a:ext cx="23400" cy="31320"/>
            </p14:xfrm>
          </p:contentPart>
        </mc:Choice>
        <mc:Fallback xmlns="">
          <p:pic>
            <p:nvPicPr>
              <p:cNvPr id="115" name="Ink 114">
                <a:extLst>
                  <a:ext uri="{FF2B5EF4-FFF2-40B4-BE49-F238E27FC236}">
                    <a16:creationId xmlns:a16="http://schemas.microsoft.com/office/drawing/2014/main" id="{AD2F6EDA-F899-8584-4D2C-95D0D5B6F5B2}"/>
                  </a:ext>
                </a:extLst>
              </p:cNvPr>
              <p:cNvPicPr/>
              <p:nvPr/>
            </p:nvPicPr>
            <p:blipFill>
              <a:blip r:embed="rId149"/>
              <a:stretch>
                <a:fillRect/>
              </a:stretch>
            </p:blipFill>
            <p:spPr>
              <a:xfrm>
                <a:off x="7310110" y="4525214"/>
                <a:ext cx="32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6" name="Ink 115">
                <a:extLst>
                  <a:ext uri="{FF2B5EF4-FFF2-40B4-BE49-F238E27FC236}">
                    <a16:creationId xmlns:a16="http://schemas.microsoft.com/office/drawing/2014/main" id="{A3E5272B-E585-CA17-AAD3-06455C36C4B1}"/>
                  </a:ext>
                </a:extLst>
              </p14:cNvPr>
              <p14:cNvContentPartPr/>
              <p14:nvPr/>
            </p14:nvContentPartPr>
            <p14:xfrm>
              <a:off x="7479310" y="4249454"/>
              <a:ext cx="180720" cy="519480"/>
            </p14:xfrm>
          </p:contentPart>
        </mc:Choice>
        <mc:Fallback xmlns="">
          <p:pic>
            <p:nvPicPr>
              <p:cNvPr id="116" name="Ink 115">
                <a:extLst>
                  <a:ext uri="{FF2B5EF4-FFF2-40B4-BE49-F238E27FC236}">
                    <a16:creationId xmlns:a16="http://schemas.microsoft.com/office/drawing/2014/main" id="{A3E5272B-E585-CA17-AAD3-06455C36C4B1}"/>
                  </a:ext>
                </a:extLst>
              </p:cNvPr>
              <p:cNvPicPr/>
              <p:nvPr/>
            </p:nvPicPr>
            <p:blipFill>
              <a:blip r:embed="rId151"/>
              <a:stretch>
                <a:fillRect/>
              </a:stretch>
            </p:blipFill>
            <p:spPr>
              <a:xfrm>
                <a:off x="7474990" y="4245134"/>
                <a:ext cx="189360" cy="528120"/>
              </a:xfrm>
              <a:prstGeom prst="rect">
                <a:avLst/>
              </a:prstGeom>
            </p:spPr>
          </p:pic>
        </mc:Fallback>
      </mc:AlternateContent>
      <p:grpSp>
        <p:nvGrpSpPr>
          <p:cNvPr id="128" name="Group 127">
            <a:extLst>
              <a:ext uri="{FF2B5EF4-FFF2-40B4-BE49-F238E27FC236}">
                <a16:creationId xmlns:a16="http://schemas.microsoft.com/office/drawing/2014/main" id="{C844A970-C320-4F2F-5D08-464B4D05B6DE}"/>
              </a:ext>
            </a:extLst>
          </p:cNvPr>
          <p:cNvGrpSpPr/>
          <p:nvPr/>
        </p:nvGrpSpPr>
        <p:grpSpPr>
          <a:xfrm>
            <a:off x="1871133" y="4257440"/>
            <a:ext cx="1224360" cy="596880"/>
            <a:chOff x="1871133" y="4257440"/>
            <a:chExt cx="1224360" cy="596880"/>
          </a:xfrm>
        </p:grpSpPr>
        <mc:AlternateContent xmlns:mc="http://schemas.openxmlformats.org/markup-compatibility/2006" xmlns:p14="http://schemas.microsoft.com/office/powerpoint/2010/main">
          <mc:Choice Requires="p14">
            <p:contentPart p14:bwMode="auto" r:id="rId175">
              <p14:nvContentPartPr>
                <p14:cNvPr id="122" name="Ink 121">
                  <a:extLst>
                    <a:ext uri="{FF2B5EF4-FFF2-40B4-BE49-F238E27FC236}">
                      <a16:creationId xmlns:a16="http://schemas.microsoft.com/office/drawing/2014/main" id="{E9C2F456-97E0-BF26-BD97-FE24344CD31C}"/>
                    </a:ext>
                  </a:extLst>
                </p14:cNvPr>
                <p14:cNvContentPartPr/>
                <p14:nvPr/>
              </p14:nvContentPartPr>
              <p14:xfrm>
                <a:off x="1940613" y="4257440"/>
                <a:ext cx="729720" cy="566640"/>
              </p14:xfrm>
            </p:contentPart>
          </mc:Choice>
          <mc:Fallback xmlns="">
            <p:pic>
              <p:nvPicPr>
                <p:cNvPr id="122" name="Ink 121">
                  <a:extLst>
                    <a:ext uri="{FF2B5EF4-FFF2-40B4-BE49-F238E27FC236}">
                      <a16:creationId xmlns:a16="http://schemas.microsoft.com/office/drawing/2014/main" id="{E9C2F456-97E0-BF26-BD97-FE24344CD31C}"/>
                    </a:ext>
                  </a:extLst>
                </p:cNvPr>
                <p:cNvPicPr/>
                <p:nvPr/>
              </p:nvPicPr>
              <p:blipFill>
                <a:blip r:embed="rId176"/>
                <a:stretch>
                  <a:fillRect/>
                </a:stretch>
              </p:blipFill>
              <p:spPr>
                <a:xfrm>
                  <a:off x="1936293" y="4253120"/>
                  <a:ext cx="738360" cy="5752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23" name="Ink 122">
                  <a:extLst>
                    <a:ext uri="{FF2B5EF4-FFF2-40B4-BE49-F238E27FC236}">
                      <a16:creationId xmlns:a16="http://schemas.microsoft.com/office/drawing/2014/main" id="{C89DA1F6-900A-92E9-57C8-6C9116E5E3F7}"/>
                    </a:ext>
                  </a:extLst>
                </p14:cNvPr>
                <p14:cNvContentPartPr/>
                <p14:nvPr/>
              </p14:nvContentPartPr>
              <p14:xfrm>
                <a:off x="1871133" y="4319000"/>
                <a:ext cx="630720" cy="535320"/>
              </p14:xfrm>
            </p:contentPart>
          </mc:Choice>
          <mc:Fallback xmlns="">
            <p:pic>
              <p:nvPicPr>
                <p:cNvPr id="123" name="Ink 122">
                  <a:extLst>
                    <a:ext uri="{FF2B5EF4-FFF2-40B4-BE49-F238E27FC236}">
                      <a16:creationId xmlns:a16="http://schemas.microsoft.com/office/drawing/2014/main" id="{C89DA1F6-900A-92E9-57C8-6C9116E5E3F7}"/>
                    </a:ext>
                  </a:extLst>
                </p:cNvPr>
                <p:cNvPicPr/>
                <p:nvPr/>
              </p:nvPicPr>
              <p:blipFill>
                <a:blip r:embed="rId178"/>
                <a:stretch>
                  <a:fillRect/>
                </a:stretch>
              </p:blipFill>
              <p:spPr>
                <a:xfrm>
                  <a:off x="1866813" y="4314680"/>
                  <a:ext cx="639360" cy="5439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25" name="Ink 124">
                  <a:extLst>
                    <a:ext uri="{FF2B5EF4-FFF2-40B4-BE49-F238E27FC236}">
                      <a16:creationId xmlns:a16="http://schemas.microsoft.com/office/drawing/2014/main" id="{EF4AFE81-A925-4EE3-BD0B-A256ECD0837E}"/>
                    </a:ext>
                  </a:extLst>
                </p14:cNvPr>
                <p14:cNvContentPartPr/>
                <p14:nvPr/>
              </p14:nvContentPartPr>
              <p14:xfrm>
                <a:off x="2067693" y="4496840"/>
                <a:ext cx="452880" cy="96840"/>
              </p14:xfrm>
            </p:contentPart>
          </mc:Choice>
          <mc:Fallback xmlns="">
            <p:pic>
              <p:nvPicPr>
                <p:cNvPr id="125" name="Ink 124">
                  <a:extLst>
                    <a:ext uri="{FF2B5EF4-FFF2-40B4-BE49-F238E27FC236}">
                      <a16:creationId xmlns:a16="http://schemas.microsoft.com/office/drawing/2014/main" id="{EF4AFE81-A925-4EE3-BD0B-A256ECD0837E}"/>
                    </a:ext>
                  </a:extLst>
                </p:cNvPr>
                <p:cNvPicPr/>
                <p:nvPr/>
              </p:nvPicPr>
              <p:blipFill>
                <a:blip r:embed="rId180"/>
                <a:stretch>
                  <a:fillRect/>
                </a:stretch>
              </p:blipFill>
              <p:spPr>
                <a:xfrm>
                  <a:off x="2063373" y="4492520"/>
                  <a:ext cx="461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26" name="Ink 125">
                  <a:extLst>
                    <a:ext uri="{FF2B5EF4-FFF2-40B4-BE49-F238E27FC236}">
                      <a16:creationId xmlns:a16="http://schemas.microsoft.com/office/drawing/2014/main" id="{93222EE5-ADC6-A281-5503-CAD3F6FD8D8D}"/>
                    </a:ext>
                  </a:extLst>
                </p14:cNvPr>
                <p14:cNvContentPartPr/>
                <p14:nvPr/>
              </p14:nvContentPartPr>
              <p14:xfrm>
                <a:off x="2841693" y="4421240"/>
                <a:ext cx="172800" cy="60480"/>
              </p14:xfrm>
            </p:contentPart>
          </mc:Choice>
          <mc:Fallback xmlns="">
            <p:pic>
              <p:nvPicPr>
                <p:cNvPr id="126" name="Ink 125">
                  <a:extLst>
                    <a:ext uri="{FF2B5EF4-FFF2-40B4-BE49-F238E27FC236}">
                      <a16:creationId xmlns:a16="http://schemas.microsoft.com/office/drawing/2014/main" id="{93222EE5-ADC6-A281-5503-CAD3F6FD8D8D}"/>
                    </a:ext>
                  </a:extLst>
                </p:cNvPr>
                <p:cNvPicPr/>
                <p:nvPr/>
              </p:nvPicPr>
              <p:blipFill>
                <a:blip r:embed="rId182"/>
                <a:stretch>
                  <a:fillRect/>
                </a:stretch>
              </p:blipFill>
              <p:spPr>
                <a:xfrm>
                  <a:off x="2837373" y="4416920"/>
                  <a:ext cx="1814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7" name="Ink 126">
                  <a:extLst>
                    <a:ext uri="{FF2B5EF4-FFF2-40B4-BE49-F238E27FC236}">
                      <a16:creationId xmlns:a16="http://schemas.microsoft.com/office/drawing/2014/main" id="{CA926FA6-7C55-8004-DA34-D4C0F7F21895}"/>
                    </a:ext>
                  </a:extLst>
                </p14:cNvPr>
                <p14:cNvContentPartPr/>
                <p14:nvPr/>
              </p14:nvContentPartPr>
              <p14:xfrm>
                <a:off x="2908293" y="4551920"/>
                <a:ext cx="187200" cy="55440"/>
              </p14:xfrm>
            </p:contentPart>
          </mc:Choice>
          <mc:Fallback xmlns="">
            <p:pic>
              <p:nvPicPr>
                <p:cNvPr id="127" name="Ink 126">
                  <a:extLst>
                    <a:ext uri="{FF2B5EF4-FFF2-40B4-BE49-F238E27FC236}">
                      <a16:creationId xmlns:a16="http://schemas.microsoft.com/office/drawing/2014/main" id="{CA926FA6-7C55-8004-DA34-D4C0F7F21895}"/>
                    </a:ext>
                  </a:extLst>
                </p:cNvPr>
                <p:cNvPicPr/>
                <p:nvPr/>
              </p:nvPicPr>
              <p:blipFill>
                <a:blip r:embed="rId184"/>
                <a:stretch>
                  <a:fillRect/>
                </a:stretch>
              </p:blipFill>
              <p:spPr>
                <a:xfrm>
                  <a:off x="2903973" y="4547600"/>
                  <a:ext cx="195840" cy="64080"/>
                </a:xfrm>
                <a:prstGeom prst="rect">
                  <a:avLst/>
                </a:prstGeom>
              </p:spPr>
            </p:pic>
          </mc:Fallback>
        </mc:AlternateContent>
      </p:grpSp>
      <p:grpSp>
        <p:nvGrpSpPr>
          <p:cNvPr id="132" name="Group 131">
            <a:extLst>
              <a:ext uri="{FF2B5EF4-FFF2-40B4-BE49-F238E27FC236}">
                <a16:creationId xmlns:a16="http://schemas.microsoft.com/office/drawing/2014/main" id="{D65472D9-7C00-DD47-7A8A-EACDDC022716}"/>
              </a:ext>
            </a:extLst>
          </p:cNvPr>
          <p:cNvGrpSpPr/>
          <p:nvPr/>
        </p:nvGrpSpPr>
        <p:grpSpPr>
          <a:xfrm>
            <a:off x="4913853" y="1781360"/>
            <a:ext cx="434880" cy="78120"/>
            <a:chOff x="4913853" y="1781360"/>
            <a:chExt cx="434880" cy="78120"/>
          </a:xfrm>
        </p:grpSpPr>
        <mc:AlternateContent xmlns:mc="http://schemas.openxmlformats.org/markup-compatibility/2006" xmlns:p14="http://schemas.microsoft.com/office/powerpoint/2010/main">
          <mc:Choice Requires="p14">
            <p:contentPart p14:bwMode="auto" r:id="rId185">
              <p14:nvContentPartPr>
                <p14:cNvPr id="129" name="Ink 128">
                  <a:extLst>
                    <a:ext uri="{FF2B5EF4-FFF2-40B4-BE49-F238E27FC236}">
                      <a16:creationId xmlns:a16="http://schemas.microsoft.com/office/drawing/2014/main" id="{89F3A903-A9F0-9782-0AD0-540106206614}"/>
                    </a:ext>
                  </a:extLst>
                </p14:cNvPr>
                <p14:cNvContentPartPr/>
                <p14:nvPr/>
              </p14:nvContentPartPr>
              <p14:xfrm>
                <a:off x="4913853" y="1781360"/>
                <a:ext cx="40680" cy="66960"/>
              </p14:xfrm>
            </p:contentPart>
          </mc:Choice>
          <mc:Fallback xmlns="">
            <p:pic>
              <p:nvPicPr>
                <p:cNvPr id="129" name="Ink 128">
                  <a:extLst>
                    <a:ext uri="{FF2B5EF4-FFF2-40B4-BE49-F238E27FC236}">
                      <a16:creationId xmlns:a16="http://schemas.microsoft.com/office/drawing/2014/main" id="{89F3A903-A9F0-9782-0AD0-540106206614}"/>
                    </a:ext>
                  </a:extLst>
                </p:cNvPr>
                <p:cNvPicPr/>
                <p:nvPr/>
              </p:nvPicPr>
              <p:blipFill>
                <a:blip r:embed="rId186"/>
                <a:stretch>
                  <a:fillRect/>
                </a:stretch>
              </p:blipFill>
              <p:spPr>
                <a:xfrm>
                  <a:off x="4909533" y="1777040"/>
                  <a:ext cx="493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30" name="Ink 129">
                  <a:extLst>
                    <a:ext uri="{FF2B5EF4-FFF2-40B4-BE49-F238E27FC236}">
                      <a16:creationId xmlns:a16="http://schemas.microsoft.com/office/drawing/2014/main" id="{4D2E561D-2D05-623B-F3C2-B746C586A15D}"/>
                    </a:ext>
                  </a:extLst>
                </p14:cNvPr>
                <p14:cNvContentPartPr/>
                <p14:nvPr/>
              </p14:nvContentPartPr>
              <p14:xfrm>
                <a:off x="5116533" y="1812680"/>
                <a:ext cx="47160" cy="29520"/>
              </p14:xfrm>
            </p:contentPart>
          </mc:Choice>
          <mc:Fallback xmlns="">
            <p:pic>
              <p:nvPicPr>
                <p:cNvPr id="130" name="Ink 129">
                  <a:extLst>
                    <a:ext uri="{FF2B5EF4-FFF2-40B4-BE49-F238E27FC236}">
                      <a16:creationId xmlns:a16="http://schemas.microsoft.com/office/drawing/2014/main" id="{4D2E561D-2D05-623B-F3C2-B746C586A15D}"/>
                    </a:ext>
                  </a:extLst>
                </p:cNvPr>
                <p:cNvPicPr/>
                <p:nvPr/>
              </p:nvPicPr>
              <p:blipFill>
                <a:blip r:embed="rId188"/>
                <a:stretch>
                  <a:fillRect/>
                </a:stretch>
              </p:blipFill>
              <p:spPr>
                <a:xfrm>
                  <a:off x="5112213" y="1808360"/>
                  <a:ext cx="55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31" name="Ink 130">
                  <a:extLst>
                    <a:ext uri="{FF2B5EF4-FFF2-40B4-BE49-F238E27FC236}">
                      <a16:creationId xmlns:a16="http://schemas.microsoft.com/office/drawing/2014/main" id="{56FC7D6D-B79D-17A5-DDF2-DA9D6ED82AB6}"/>
                    </a:ext>
                  </a:extLst>
                </p14:cNvPr>
                <p14:cNvContentPartPr/>
                <p14:nvPr/>
              </p14:nvContentPartPr>
              <p14:xfrm>
                <a:off x="5296533" y="1796120"/>
                <a:ext cx="52200" cy="63360"/>
              </p14:xfrm>
            </p:contentPart>
          </mc:Choice>
          <mc:Fallback xmlns="">
            <p:pic>
              <p:nvPicPr>
                <p:cNvPr id="131" name="Ink 130">
                  <a:extLst>
                    <a:ext uri="{FF2B5EF4-FFF2-40B4-BE49-F238E27FC236}">
                      <a16:creationId xmlns:a16="http://schemas.microsoft.com/office/drawing/2014/main" id="{56FC7D6D-B79D-17A5-DDF2-DA9D6ED82AB6}"/>
                    </a:ext>
                  </a:extLst>
                </p:cNvPr>
                <p:cNvPicPr/>
                <p:nvPr/>
              </p:nvPicPr>
              <p:blipFill>
                <a:blip r:embed="rId190"/>
                <a:stretch>
                  <a:fillRect/>
                </a:stretch>
              </p:blipFill>
              <p:spPr>
                <a:xfrm>
                  <a:off x="5292213" y="1791800"/>
                  <a:ext cx="60840" cy="72000"/>
                </a:xfrm>
                <a:prstGeom prst="rect">
                  <a:avLst/>
                </a:prstGeom>
              </p:spPr>
            </p:pic>
          </mc:Fallback>
        </mc:AlternateContent>
      </p:grpSp>
    </p:spTree>
    <p:extLst>
      <p:ext uri="{BB962C8B-B14F-4D97-AF65-F5344CB8AC3E}">
        <p14:creationId xmlns:p14="http://schemas.microsoft.com/office/powerpoint/2010/main" val="3645671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36FE0A-132B-2D4D-E906-D2B3BA9B4408}"/>
              </a:ext>
            </a:extLst>
          </p:cNvPr>
          <p:cNvSpPr>
            <a:spLocks noGrp="1"/>
          </p:cNvSpPr>
          <p:nvPr>
            <p:ph type="sldNum" sz="quarter" idx="12"/>
          </p:nvPr>
        </p:nvSpPr>
        <p:spPr/>
        <p:txBody>
          <a:bodyPr/>
          <a:lstStyle/>
          <a:p>
            <a:fld id="{AD2B2EE5-B8BC-4D24-A25E-F2DF61737E68}" type="slidenum">
              <a:rPr lang="en-US" smtClean="0"/>
              <a:pPr/>
              <a:t>3</a:t>
            </a:fld>
            <a:endParaRPr lang="en-US"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3F23FF66-98A6-D8D9-92A5-8857D40B4DCF}"/>
                  </a:ext>
                </a:extLst>
              </p14:cNvPr>
              <p14:cNvContentPartPr/>
              <p14:nvPr/>
            </p14:nvContentPartPr>
            <p14:xfrm>
              <a:off x="611560" y="404664"/>
              <a:ext cx="83160" cy="622080"/>
            </p14:xfrm>
          </p:contentPart>
        </mc:Choice>
        <mc:Fallback xmlns="">
          <p:pic>
            <p:nvPicPr>
              <p:cNvPr id="7" name="Ink 6">
                <a:extLst>
                  <a:ext uri="{FF2B5EF4-FFF2-40B4-BE49-F238E27FC236}">
                    <a16:creationId xmlns:a16="http://schemas.microsoft.com/office/drawing/2014/main" id="{3F23FF66-98A6-D8D9-92A5-8857D40B4DCF}"/>
                  </a:ext>
                </a:extLst>
              </p:cNvPr>
              <p:cNvPicPr/>
              <p:nvPr/>
            </p:nvPicPr>
            <p:blipFill>
              <a:blip r:embed="rId3"/>
              <a:stretch>
                <a:fillRect/>
              </a:stretch>
            </p:blipFill>
            <p:spPr>
              <a:xfrm>
                <a:off x="607240" y="400344"/>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EB9FE69-3F36-2B6F-8050-0DD33851AA25}"/>
                  </a:ext>
                </a:extLst>
              </p14:cNvPr>
              <p14:cNvContentPartPr/>
              <p14:nvPr/>
            </p14:nvContentPartPr>
            <p14:xfrm>
              <a:off x="557200" y="302784"/>
              <a:ext cx="3445920" cy="725400"/>
            </p14:xfrm>
          </p:contentPart>
        </mc:Choice>
        <mc:Fallback xmlns="">
          <p:pic>
            <p:nvPicPr>
              <p:cNvPr id="8" name="Ink 7">
                <a:extLst>
                  <a:ext uri="{FF2B5EF4-FFF2-40B4-BE49-F238E27FC236}">
                    <a16:creationId xmlns:a16="http://schemas.microsoft.com/office/drawing/2014/main" id="{BEB9FE69-3F36-2B6F-8050-0DD33851AA25}"/>
                  </a:ext>
                </a:extLst>
              </p:cNvPr>
              <p:cNvPicPr/>
              <p:nvPr/>
            </p:nvPicPr>
            <p:blipFill>
              <a:blip r:embed="rId5"/>
              <a:stretch>
                <a:fillRect/>
              </a:stretch>
            </p:blipFill>
            <p:spPr>
              <a:xfrm>
                <a:off x="552880" y="298464"/>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9B1A4E4-08C6-2531-B1C7-DF33D0CE739F}"/>
                  </a:ext>
                </a:extLst>
              </p14:cNvPr>
              <p14:cNvContentPartPr/>
              <p14:nvPr/>
            </p14:nvContentPartPr>
            <p14:xfrm>
              <a:off x="1173160" y="444624"/>
              <a:ext cx="37080" cy="599400"/>
            </p14:xfrm>
          </p:contentPart>
        </mc:Choice>
        <mc:Fallback xmlns="">
          <p:pic>
            <p:nvPicPr>
              <p:cNvPr id="9" name="Ink 8">
                <a:extLst>
                  <a:ext uri="{FF2B5EF4-FFF2-40B4-BE49-F238E27FC236}">
                    <a16:creationId xmlns:a16="http://schemas.microsoft.com/office/drawing/2014/main" id="{D9B1A4E4-08C6-2531-B1C7-DF33D0CE739F}"/>
                  </a:ext>
                </a:extLst>
              </p:cNvPr>
              <p:cNvPicPr/>
              <p:nvPr/>
            </p:nvPicPr>
            <p:blipFill>
              <a:blip r:embed="rId7"/>
              <a:stretch>
                <a:fillRect/>
              </a:stretch>
            </p:blipFill>
            <p:spPr>
              <a:xfrm>
                <a:off x="1168840" y="440304"/>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C2E09A0-2FC6-3631-79F0-C79158E44530}"/>
                  </a:ext>
                </a:extLst>
              </p14:cNvPr>
              <p14:cNvContentPartPr/>
              <p14:nvPr/>
            </p14:nvContentPartPr>
            <p14:xfrm>
              <a:off x="1803160" y="394944"/>
              <a:ext cx="25920" cy="586800"/>
            </p14:xfrm>
          </p:contentPart>
        </mc:Choice>
        <mc:Fallback xmlns="">
          <p:pic>
            <p:nvPicPr>
              <p:cNvPr id="10" name="Ink 9">
                <a:extLst>
                  <a:ext uri="{FF2B5EF4-FFF2-40B4-BE49-F238E27FC236}">
                    <a16:creationId xmlns:a16="http://schemas.microsoft.com/office/drawing/2014/main" id="{AC2E09A0-2FC6-3631-79F0-C79158E44530}"/>
                  </a:ext>
                </a:extLst>
              </p:cNvPr>
              <p:cNvPicPr/>
              <p:nvPr/>
            </p:nvPicPr>
            <p:blipFill>
              <a:blip r:embed="rId9"/>
              <a:stretch>
                <a:fillRect/>
              </a:stretch>
            </p:blipFill>
            <p:spPr>
              <a:xfrm>
                <a:off x="1798840" y="390624"/>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4DB77750-A023-64AB-6868-D6E0BC6982A0}"/>
                  </a:ext>
                </a:extLst>
              </p14:cNvPr>
              <p14:cNvContentPartPr/>
              <p14:nvPr/>
            </p14:nvContentPartPr>
            <p14:xfrm>
              <a:off x="2329120" y="326544"/>
              <a:ext cx="83160" cy="700920"/>
            </p14:xfrm>
          </p:contentPart>
        </mc:Choice>
        <mc:Fallback xmlns="">
          <p:pic>
            <p:nvPicPr>
              <p:cNvPr id="11" name="Ink 10">
                <a:extLst>
                  <a:ext uri="{FF2B5EF4-FFF2-40B4-BE49-F238E27FC236}">
                    <a16:creationId xmlns:a16="http://schemas.microsoft.com/office/drawing/2014/main" id="{4DB77750-A023-64AB-6868-D6E0BC6982A0}"/>
                  </a:ext>
                </a:extLst>
              </p:cNvPr>
              <p:cNvPicPr/>
              <p:nvPr/>
            </p:nvPicPr>
            <p:blipFill>
              <a:blip r:embed="rId11"/>
              <a:stretch>
                <a:fillRect/>
              </a:stretch>
            </p:blipFill>
            <p:spPr>
              <a:xfrm>
                <a:off x="2324800" y="322224"/>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886A7DF3-F9F5-4D02-299B-E142A4E970D9}"/>
                  </a:ext>
                </a:extLst>
              </p14:cNvPr>
              <p14:cNvContentPartPr/>
              <p14:nvPr/>
            </p14:nvContentPartPr>
            <p14:xfrm>
              <a:off x="2835280" y="328344"/>
              <a:ext cx="54000" cy="642240"/>
            </p14:xfrm>
          </p:contentPart>
        </mc:Choice>
        <mc:Fallback xmlns="">
          <p:pic>
            <p:nvPicPr>
              <p:cNvPr id="12" name="Ink 11">
                <a:extLst>
                  <a:ext uri="{FF2B5EF4-FFF2-40B4-BE49-F238E27FC236}">
                    <a16:creationId xmlns:a16="http://schemas.microsoft.com/office/drawing/2014/main" id="{886A7DF3-F9F5-4D02-299B-E142A4E970D9}"/>
                  </a:ext>
                </a:extLst>
              </p:cNvPr>
              <p:cNvPicPr/>
              <p:nvPr/>
            </p:nvPicPr>
            <p:blipFill>
              <a:blip r:embed="rId13"/>
              <a:stretch>
                <a:fillRect/>
              </a:stretch>
            </p:blipFill>
            <p:spPr>
              <a:xfrm>
                <a:off x="2830960" y="324024"/>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8668762C-3D79-ED15-FF55-E851C0E1C001}"/>
                  </a:ext>
                </a:extLst>
              </p14:cNvPr>
              <p14:cNvContentPartPr/>
              <p14:nvPr/>
            </p14:nvContentPartPr>
            <p14:xfrm>
              <a:off x="3324520" y="296664"/>
              <a:ext cx="82080" cy="711720"/>
            </p14:xfrm>
          </p:contentPart>
        </mc:Choice>
        <mc:Fallback xmlns="">
          <p:pic>
            <p:nvPicPr>
              <p:cNvPr id="13" name="Ink 12">
                <a:extLst>
                  <a:ext uri="{FF2B5EF4-FFF2-40B4-BE49-F238E27FC236}">
                    <a16:creationId xmlns:a16="http://schemas.microsoft.com/office/drawing/2014/main" id="{8668762C-3D79-ED15-FF55-E851C0E1C001}"/>
                  </a:ext>
                </a:extLst>
              </p:cNvPr>
              <p:cNvPicPr/>
              <p:nvPr/>
            </p:nvPicPr>
            <p:blipFill>
              <a:blip r:embed="rId15"/>
              <a:stretch>
                <a:fillRect/>
              </a:stretch>
            </p:blipFill>
            <p:spPr>
              <a:xfrm>
                <a:off x="3320200" y="292344"/>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B1718509-551D-F1A5-2EEB-2221CA8F0452}"/>
                  </a:ext>
                </a:extLst>
              </p14:cNvPr>
              <p14:cNvContentPartPr/>
              <p14:nvPr/>
            </p14:nvContentPartPr>
            <p14:xfrm>
              <a:off x="1971640" y="546504"/>
              <a:ext cx="117720" cy="251280"/>
            </p14:xfrm>
          </p:contentPart>
        </mc:Choice>
        <mc:Fallback xmlns="">
          <p:pic>
            <p:nvPicPr>
              <p:cNvPr id="17" name="Ink 16">
                <a:extLst>
                  <a:ext uri="{FF2B5EF4-FFF2-40B4-BE49-F238E27FC236}">
                    <a16:creationId xmlns:a16="http://schemas.microsoft.com/office/drawing/2014/main" id="{B1718509-551D-F1A5-2EEB-2221CA8F0452}"/>
                  </a:ext>
                </a:extLst>
              </p:cNvPr>
              <p:cNvPicPr/>
              <p:nvPr/>
            </p:nvPicPr>
            <p:blipFill>
              <a:blip r:embed="rId17"/>
              <a:stretch>
                <a:fillRect/>
              </a:stretch>
            </p:blipFill>
            <p:spPr>
              <a:xfrm>
                <a:off x="1967320" y="542184"/>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A7F1B9BE-F0BF-0976-6DC0-EF296916C34A}"/>
                  </a:ext>
                </a:extLst>
              </p14:cNvPr>
              <p14:cNvContentPartPr/>
              <p14:nvPr/>
            </p14:nvContentPartPr>
            <p14:xfrm>
              <a:off x="2030320" y="527064"/>
              <a:ext cx="129960" cy="30240"/>
            </p14:xfrm>
          </p:contentPart>
        </mc:Choice>
        <mc:Fallback xmlns="">
          <p:pic>
            <p:nvPicPr>
              <p:cNvPr id="18" name="Ink 17">
                <a:extLst>
                  <a:ext uri="{FF2B5EF4-FFF2-40B4-BE49-F238E27FC236}">
                    <a16:creationId xmlns:a16="http://schemas.microsoft.com/office/drawing/2014/main" id="{A7F1B9BE-F0BF-0976-6DC0-EF296916C34A}"/>
                  </a:ext>
                </a:extLst>
              </p:cNvPr>
              <p:cNvPicPr/>
              <p:nvPr/>
            </p:nvPicPr>
            <p:blipFill>
              <a:blip r:embed="rId19"/>
              <a:stretch>
                <a:fillRect/>
              </a:stretch>
            </p:blipFill>
            <p:spPr>
              <a:xfrm>
                <a:off x="2026000" y="522744"/>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DD544F97-61DF-570A-7C1A-1F66C81FCA4D}"/>
                  </a:ext>
                </a:extLst>
              </p14:cNvPr>
              <p14:cNvContentPartPr/>
              <p14:nvPr/>
            </p14:nvContentPartPr>
            <p14:xfrm>
              <a:off x="2520280" y="555864"/>
              <a:ext cx="151200" cy="212760"/>
            </p14:xfrm>
          </p:contentPart>
        </mc:Choice>
        <mc:Fallback xmlns="">
          <p:pic>
            <p:nvPicPr>
              <p:cNvPr id="19" name="Ink 18">
                <a:extLst>
                  <a:ext uri="{FF2B5EF4-FFF2-40B4-BE49-F238E27FC236}">
                    <a16:creationId xmlns:a16="http://schemas.microsoft.com/office/drawing/2014/main" id="{DD544F97-61DF-570A-7C1A-1F66C81FCA4D}"/>
                  </a:ext>
                </a:extLst>
              </p:cNvPr>
              <p:cNvPicPr/>
              <p:nvPr/>
            </p:nvPicPr>
            <p:blipFill>
              <a:blip r:embed="rId21"/>
              <a:stretch>
                <a:fillRect/>
              </a:stretch>
            </p:blipFill>
            <p:spPr>
              <a:xfrm>
                <a:off x="2515960" y="551544"/>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5A7F2F7F-75F4-90C6-D44D-980A9826A0E4}"/>
                  </a:ext>
                </a:extLst>
              </p14:cNvPr>
              <p14:cNvContentPartPr/>
              <p14:nvPr/>
            </p14:nvContentPartPr>
            <p14:xfrm>
              <a:off x="894520" y="669264"/>
              <a:ext cx="200880" cy="153360"/>
            </p14:xfrm>
          </p:contentPart>
        </mc:Choice>
        <mc:Fallback xmlns="">
          <p:pic>
            <p:nvPicPr>
              <p:cNvPr id="20" name="Ink 19">
                <a:extLst>
                  <a:ext uri="{FF2B5EF4-FFF2-40B4-BE49-F238E27FC236}">
                    <a16:creationId xmlns:a16="http://schemas.microsoft.com/office/drawing/2014/main" id="{5A7F2F7F-75F4-90C6-D44D-980A9826A0E4}"/>
                  </a:ext>
                </a:extLst>
              </p:cNvPr>
              <p:cNvPicPr/>
              <p:nvPr/>
            </p:nvPicPr>
            <p:blipFill>
              <a:blip r:embed="rId23"/>
              <a:stretch>
                <a:fillRect/>
              </a:stretch>
            </p:blipFill>
            <p:spPr>
              <a:xfrm>
                <a:off x="890200" y="664944"/>
                <a:ext cx="209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AD96539B-7D9C-C6FE-D73B-860C9598D78F}"/>
                  </a:ext>
                </a:extLst>
              </p14:cNvPr>
              <p14:cNvContentPartPr/>
              <p14:nvPr/>
            </p14:nvContentPartPr>
            <p14:xfrm>
              <a:off x="1041040" y="720024"/>
              <a:ext cx="46080" cy="185040"/>
            </p14:xfrm>
          </p:contentPart>
        </mc:Choice>
        <mc:Fallback xmlns="">
          <p:pic>
            <p:nvPicPr>
              <p:cNvPr id="21" name="Ink 20">
                <a:extLst>
                  <a:ext uri="{FF2B5EF4-FFF2-40B4-BE49-F238E27FC236}">
                    <a16:creationId xmlns:a16="http://schemas.microsoft.com/office/drawing/2014/main" id="{AD96539B-7D9C-C6FE-D73B-860C9598D78F}"/>
                  </a:ext>
                </a:extLst>
              </p:cNvPr>
              <p:cNvPicPr/>
              <p:nvPr/>
            </p:nvPicPr>
            <p:blipFill>
              <a:blip r:embed="rId25"/>
              <a:stretch>
                <a:fillRect/>
              </a:stretch>
            </p:blipFill>
            <p:spPr>
              <a:xfrm>
                <a:off x="1036720" y="715704"/>
                <a:ext cx="54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3979378A-827E-7724-046C-D282105DE2F8}"/>
                  </a:ext>
                </a:extLst>
              </p14:cNvPr>
              <p14:cNvContentPartPr/>
              <p14:nvPr/>
            </p14:nvContentPartPr>
            <p14:xfrm>
              <a:off x="1623880" y="586824"/>
              <a:ext cx="28440" cy="212040"/>
            </p14:xfrm>
          </p:contentPart>
        </mc:Choice>
        <mc:Fallback xmlns="">
          <p:pic>
            <p:nvPicPr>
              <p:cNvPr id="22" name="Ink 21">
                <a:extLst>
                  <a:ext uri="{FF2B5EF4-FFF2-40B4-BE49-F238E27FC236}">
                    <a16:creationId xmlns:a16="http://schemas.microsoft.com/office/drawing/2014/main" id="{3979378A-827E-7724-046C-D282105DE2F8}"/>
                  </a:ext>
                </a:extLst>
              </p:cNvPr>
              <p:cNvPicPr/>
              <p:nvPr/>
            </p:nvPicPr>
            <p:blipFill>
              <a:blip r:embed="rId27"/>
              <a:stretch>
                <a:fillRect/>
              </a:stretch>
            </p:blipFill>
            <p:spPr>
              <a:xfrm>
                <a:off x="1619560" y="582504"/>
                <a:ext cx="37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BD6763E8-25E1-05DA-CEC7-18148A08CE05}"/>
                  </a:ext>
                </a:extLst>
              </p14:cNvPr>
              <p14:cNvContentPartPr/>
              <p14:nvPr/>
            </p14:nvContentPartPr>
            <p14:xfrm>
              <a:off x="3490480" y="549744"/>
              <a:ext cx="190080" cy="189000"/>
            </p14:xfrm>
          </p:contentPart>
        </mc:Choice>
        <mc:Fallback xmlns="">
          <p:pic>
            <p:nvPicPr>
              <p:cNvPr id="23" name="Ink 22">
                <a:extLst>
                  <a:ext uri="{FF2B5EF4-FFF2-40B4-BE49-F238E27FC236}">
                    <a16:creationId xmlns:a16="http://schemas.microsoft.com/office/drawing/2014/main" id="{BD6763E8-25E1-05DA-CEC7-18148A08CE05}"/>
                  </a:ext>
                </a:extLst>
              </p:cNvPr>
              <p:cNvPicPr/>
              <p:nvPr/>
            </p:nvPicPr>
            <p:blipFill>
              <a:blip r:embed="rId29"/>
              <a:stretch>
                <a:fillRect/>
              </a:stretch>
            </p:blipFill>
            <p:spPr>
              <a:xfrm>
                <a:off x="3486160" y="545424"/>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4423BBE2-B728-8649-7995-7EE32727E00D}"/>
                  </a:ext>
                </a:extLst>
              </p14:cNvPr>
              <p14:cNvContentPartPr/>
              <p14:nvPr/>
            </p14:nvContentPartPr>
            <p14:xfrm>
              <a:off x="3061360" y="565584"/>
              <a:ext cx="157320" cy="246240"/>
            </p14:xfrm>
          </p:contentPart>
        </mc:Choice>
        <mc:Fallback xmlns="">
          <p:pic>
            <p:nvPicPr>
              <p:cNvPr id="24" name="Ink 23">
                <a:extLst>
                  <a:ext uri="{FF2B5EF4-FFF2-40B4-BE49-F238E27FC236}">
                    <a16:creationId xmlns:a16="http://schemas.microsoft.com/office/drawing/2014/main" id="{4423BBE2-B728-8649-7995-7EE32727E00D}"/>
                  </a:ext>
                </a:extLst>
              </p:cNvPr>
              <p:cNvPicPr/>
              <p:nvPr/>
            </p:nvPicPr>
            <p:blipFill>
              <a:blip r:embed="rId31"/>
              <a:stretch>
                <a:fillRect/>
              </a:stretch>
            </p:blipFill>
            <p:spPr>
              <a:xfrm>
                <a:off x="3057040" y="561264"/>
                <a:ext cx="1659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CADC55CB-5A3B-E111-F7E1-0449AE24FFAC}"/>
                  </a:ext>
                </a:extLst>
              </p14:cNvPr>
              <p14:cNvContentPartPr/>
              <p14:nvPr/>
            </p14:nvContentPartPr>
            <p14:xfrm>
              <a:off x="2368293" y="2807360"/>
              <a:ext cx="27000" cy="60120"/>
            </p14:xfrm>
          </p:contentPart>
        </mc:Choice>
        <mc:Fallback xmlns="">
          <p:pic>
            <p:nvPicPr>
              <p:cNvPr id="28" name="Ink 27">
                <a:extLst>
                  <a:ext uri="{FF2B5EF4-FFF2-40B4-BE49-F238E27FC236}">
                    <a16:creationId xmlns:a16="http://schemas.microsoft.com/office/drawing/2014/main" id="{CADC55CB-5A3B-E111-F7E1-0449AE24FFAC}"/>
                  </a:ext>
                </a:extLst>
              </p:cNvPr>
              <p:cNvPicPr/>
              <p:nvPr/>
            </p:nvPicPr>
            <p:blipFill>
              <a:blip r:embed="rId33"/>
              <a:stretch>
                <a:fillRect/>
              </a:stretch>
            </p:blipFill>
            <p:spPr>
              <a:xfrm>
                <a:off x="2363973" y="2803040"/>
                <a:ext cx="356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0" name="Ink 29">
                <a:extLst>
                  <a:ext uri="{FF2B5EF4-FFF2-40B4-BE49-F238E27FC236}">
                    <a16:creationId xmlns:a16="http://schemas.microsoft.com/office/drawing/2014/main" id="{622DCA4C-D803-F09F-5887-B667ADC4A0EA}"/>
                  </a:ext>
                </a:extLst>
              </p14:cNvPr>
              <p14:cNvContentPartPr/>
              <p14:nvPr/>
            </p14:nvContentPartPr>
            <p14:xfrm>
              <a:off x="797973" y="499760"/>
              <a:ext cx="862560" cy="351360"/>
            </p14:xfrm>
          </p:contentPart>
        </mc:Choice>
        <mc:Fallback xmlns="">
          <p:pic>
            <p:nvPicPr>
              <p:cNvPr id="30" name="Ink 29">
                <a:extLst>
                  <a:ext uri="{FF2B5EF4-FFF2-40B4-BE49-F238E27FC236}">
                    <a16:creationId xmlns:a16="http://schemas.microsoft.com/office/drawing/2014/main" id="{622DCA4C-D803-F09F-5887-B667ADC4A0EA}"/>
                  </a:ext>
                </a:extLst>
              </p:cNvPr>
              <p:cNvPicPr/>
              <p:nvPr/>
            </p:nvPicPr>
            <p:blipFill>
              <a:blip r:embed="rId35"/>
              <a:stretch>
                <a:fillRect/>
              </a:stretch>
            </p:blipFill>
            <p:spPr>
              <a:xfrm>
                <a:off x="744333" y="391760"/>
                <a:ext cx="97020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4DAA3748-D75C-2599-D549-0AE4E0816C3E}"/>
                  </a:ext>
                </a:extLst>
              </p14:cNvPr>
              <p14:cNvContentPartPr/>
              <p14:nvPr/>
            </p14:nvContentPartPr>
            <p14:xfrm>
              <a:off x="611380" y="1486960"/>
              <a:ext cx="83160" cy="622080"/>
            </p14:xfrm>
          </p:contentPart>
        </mc:Choice>
        <mc:Fallback xmlns="">
          <p:pic>
            <p:nvPicPr>
              <p:cNvPr id="31" name="Ink 30">
                <a:extLst>
                  <a:ext uri="{FF2B5EF4-FFF2-40B4-BE49-F238E27FC236}">
                    <a16:creationId xmlns:a16="http://schemas.microsoft.com/office/drawing/2014/main" id="{4DAA3748-D75C-2599-D549-0AE4E0816C3E}"/>
                  </a:ext>
                </a:extLst>
              </p:cNvPr>
              <p:cNvPicPr/>
              <p:nvPr/>
            </p:nvPicPr>
            <p:blipFill>
              <a:blip r:embed="rId3"/>
              <a:stretch>
                <a:fillRect/>
              </a:stretch>
            </p:blipFill>
            <p:spPr>
              <a:xfrm>
                <a:off x="607060" y="1482640"/>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2" name="Ink 31">
                <a:extLst>
                  <a:ext uri="{FF2B5EF4-FFF2-40B4-BE49-F238E27FC236}">
                    <a16:creationId xmlns:a16="http://schemas.microsoft.com/office/drawing/2014/main" id="{422BEB57-78B1-E439-278D-5768ED8B6EFA}"/>
                  </a:ext>
                </a:extLst>
              </p14:cNvPr>
              <p14:cNvContentPartPr/>
              <p14:nvPr/>
            </p14:nvContentPartPr>
            <p14:xfrm>
              <a:off x="557020" y="1385080"/>
              <a:ext cx="3445920" cy="725400"/>
            </p14:xfrm>
          </p:contentPart>
        </mc:Choice>
        <mc:Fallback xmlns="">
          <p:pic>
            <p:nvPicPr>
              <p:cNvPr id="32" name="Ink 31">
                <a:extLst>
                  <a:ext uri="{FF2B5EF4-FFF2-40B4-BE49-F238E27FC236}">
                    <a16:creationId xmlns:a16="http://schemas.microsoft.com/office/drawing/2014/main" id="{422BEB57-78B1-E439-278D-5768ED8B6EFA}"/>
                  </a:ext>
                </a:extLst>
              </p:cNvPr>
              <p:cNvPicPr/>
              <p:nvPr/>
            </p:nvPicPr>
            <p:blipFill>
              <a:blip r:embed="rId5"/>
              <a:stretch>
                <a:fillRect/>
              </a:stretch>
            </p:blipFill>
            <p:spPr>
              <a:xfrm>
                <a:off x="552700" y="1380760"/>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A8EEA268-6C82-6DD6-5D18-BFE4ED468AC4}"/>
                  </a:ext>
                </a:extLst>
              </p14:cNvPr>
              <p14:cNvContentPartPr/>
              <p14:nvPr/>
            </p14:nvContentPartPr>
            <p14:xfrm>
              <a:off x="1172980" y="1526920"/>
              <a:ext cx="37080" cy="599400"/>
            </p14:xfrm>
          </p:contentPart>
        </mc:Choice>
        <mc:Fallback xmlns="">
          <p:pic>
            <p:nvPicPr>
              <p:cNvPr id="33" name="Ink 32">
                <a:extLst>
                  <a:ext uri="{FF2B5EF4-FFF2-40B4-BE49-F238E27FC236}">
                    <a16:creationId xmlns:a16="http://schemas.microsoft.com/office/drawing/2014/main" id="{A8EEA268-6C82-6DD6-5D18-BFE4ED468AC4}"/>
                  </a:ext>
                </a:extLst>
              </p:cNvPr>
              <p:cNvPicPr/>
              <p:nvPr/>
            </p:nvPicPr>
            <p:blipFill>
              <a:blip r:embed="rId7"/>
              <a:stretch>
                <a:fillRect/>
              </a:stretch>
            </p:blipFill>
            <p:spPr>
              <a:xfrm>
                <a:off x="1168660" y="1522600"/>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4" name="Ink 33">
                <a:extLst>
                  <a:ext uri="{FF2B5EF4-FFF2-40B4-BE49-F238E27FC236}">
                    <a16:creationId xmlns:a16="http://schemas.microsoft.com/office/drawing/2014/main" id="{F5323A21-A0B8-38E1-5F18-8580764318BE}"/>
                  </a:ext>
                </a:extLst>
              </p14:cNvPr>
              <p14:cNvContentPartPr/>
              <p14:nvPr/>
            </p14:nvContentPartPr>
            <p14:xfrm>
              <a:off x="1802980" y="1477240"/>
              <a:ext cx="25920" cy="586800"/>
            </p14:xfrm>
          </p:contentPart>
        </mc:Choice>
        <mc:Fallback xmlns="">
          <p:pic>
            <p:nvPicPr>
              <p:cNvPr id="34" name="Ink 33">
                <a:extLst>
                  <a:ext uri="{FF2B5EF4-FFF2-40B4-BE49-F238E27FC236}">
                    <a16:creationId xmlns:a16="http://schemas.microsoft.com/office/drawing/2014/main" id="{F5323A21-A0B8-38E1-5F18-8580764318BE}"/>
                  </a:ext>
                </a:extLst>
              </p:cNvPr>
              <p:cNvPicPr/>
              <p:nvPr/>
            </p:nvPicPr>
            <p:blipFill>
              <a:blip r:embed="rId9"/>
              <a:stretch>
                <a:fillRect/>
              </a:stretch>
            </p:blipFill>
            <p:spPr>
              <a:xfrm>
                <a:off x="1798660" y="1472920"/>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4CDAAAAA-59F2-CBE1-38D0-18A5029AFB8C}"/>
                  </a:ext>
                </a:extLst>
              </p14:cNvPr>
              <p14:cNvContentPartPr/>
              <p14:nvPr/>
            </p14:nvContentPartPr>
            <p14:xfrm>
              <a:off x="2328940" y="1408840"/>
              <a:ext cx="83160" cy="700920"/>
            </p14:xfrm>
          </p:contentPart>
        </mc:Choice>
        <mc:Fallback xmlns="">
          <p:pic>
            <p:nvPicPr>
              <p:cNvPr id="35" name="Ink 34">
                <a:extLst>
                  <a:ext uri="{FF2B5EF4-FFF2-40B4-BE49-F238E27FC236}">
                    <a16:creationId xmlns:a16="http://schemas.microsoft.com/office/drawing/2014/main" id="{4CDAAAAA-59F2-CBE1-38D0-18A5029AFB8C}"/>
                  </a:ext>
                </a:extLst>
              </p:cNvPr>
              <p:cNvPicPr/>
              <p:nvPr/>
            </p:nvPicPr>
            <p:blipFill>
              <a:blip r:embed="rId11"/>
              <a:stretch>
                <a:fillRect/>
              </a:stretch>
            </p:blipFill>
            <p:spPr>
              <a:xfrm>
                <a:off x="2324620" y="1404520"/>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6" name="Ink 35">
                <a:extLst>
                  <a:ext uri="{FF2B5EF4-FFF2-40B4-BE49-F238E27FC236}">
                    <a16:creationId xmlns:a16="http://schemas.microsoft.com/office/drawing/2014/main" id="{014D3DA0-F324-913A-F0F0-3FD426438BEB}"/>
                  </a:ext>
                </a:extLst>
              </p14:cNvPr>
              <p14:cNvContentPartPr/>
              <p14:nvPr/>
            </p14:nvContentPartPr>
            <p14:xfrm>
              <a:off x="2835100" y="1410640"/>
              <a:ext cx="54000" cy="642240"/>
            </p14:xfrm>
          </p:contentPart>
        </mc:Choice>
        <mc:Fallback xmlns="">
          <p:pic>
            <p:nvPicPr>
              <p:cNvPr id="36" name="Ink 35">
                <a:extLst>
                  <a:ext uri="{FF2B5EF4-FFF2-40B4-BE49-F238E27FC236}">
                    <a16:creationId xmlns:a16="http://schemas.microsoft.com/office/drawing/2014/main" id="{014D3DA0-F324-913A-F0F0-3FD426438BEB}"/>
                  </a:ext>
                </a:extLst>
              </p:cNvPr>
              <p:cNvPicPr/>
              <p:nvPr/>
            </p:nvPicPr>
            <p:blipFill>
              <a:blip r:embed="rId13"/>
              <a:stretch>
                <a:fillRect/>
              </a:stretch>
            </p:blipFill>
            <p:spPr>
              <a:xfrm>
                <a:off x="2830780" y="1406320"/>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7" name="Ink 36">
                <a:extLst>
                  <a:ext uri="{FF2B5EF4-FFF2-40B4-BE49-F238E27FC236}">
                    <a16:creationId xmlns:a16="http://schemas.microsoft.com/office/drawing/2014/main" id="{D32E78DC-958A-E9A1-BC6F-13A1CB2AB9A8}"/>
                  </a:ext>
                </a:extLst>
              </p14:cNvPr>
              <p14:cNvContentPartPr/>
              <p14:nvPr/>
            </p14:nvContentPartPr>
            <p14:xfrm>
              <a:off x="3324340" y="1378960"/>
              <a:ext cx="82080" cy="711720"/>
            </p14:xfrm>
          </p:contentPart>
        </mc:Choice>
        <mc:Fallback xmlns="">
          <p:pic>
            <p:nvPicPr>
              <p:cNvPr id="37" name="Ink 36">
                <a:extLst>
                  <a:ext uri="{FF2B5EF4-FFF2-40B4-BE49-F238E27FC236}">
                    <a16:creationId xmlns:a16="http://schemas.microsoft.com/office/drawing/2014/main" id="{D32E78DC-958A-E9A1-BC6F-13A1CB2AB9A8}"/>
                  </a:ext>
                </a:extLst>
              </p:cNvPr>
              <p:cNvPicPr/>
              <p:nvPr/>
            </p:nvPicPr>
            <p:blipFill>
              <a:blip r:embed="rId15"/>
              <a:stretch>
                <a:fillRect/>
              </a:stretch>
            </p:blipFill>
            <p:spPr>
              <a:xfrm>
                <a:off x="3320020" y="1374640"/>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6AE77C22-EE7D-C7FF-7BB6-79D024FCCE14}"/>
                  </a:ext>
                </a:extLst>
              </p14:cNvPr>
              <p14:cNvContentPartPr/>
              <p14:nvPr/>
            </p14:nvContentPartPr>
            <p14:xfrm>
              <a:off x="1971460" y="1628800"/>
              <a:ext cx="117720" cy="251280"/>
            </p14:xfrm>
          </p:contentPart>
        </mc:Choice>
        <mc:Fallback xmlns="">
          <p:pic>
            <p:nvPicPr>
              <p:cNvPr id="38" name="Ink 37">
                <a:extLst>
                  <a:ext uri="{FF2B5EF4-FFF2-40B4-BE49-F238E27FC236}">
                    <a16:creationId xmlns:a16="http://schemas.microsoft.com/office/drawing/2014/main" id="{6AE77C22-EE7D-C7FF-7BB6-79D024FCCE14}"/>
                  </a:ext>
                </a:extLst>
              </p:cNvPr>
              <p:cNvPicPr/>
              <p:nvPr/>
            </p:nvPicPr>
            <p:blipFill>
              <a:blip r:embed="rId17"/>
              <a:stretch>
                <a:fillRect/>
              </a:stretch>
            </p:blipFill>
            <p:spPr>
              <a:xfrm>
                <a:off x="1967140" y="1624480"/>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1EDCC883-4772-E112-08A2-EDFF91AA9B4D}"/>
                  </a:ext>
                </a:extLst>
              </p14:cNvPr>
              <p14:cNvContentPartPr/>
              <p14:nvPr/>
            </p14:nvContentPartPr>
            <p14:xfrm>
              <a:off x="2030140" y="1609360"/>
              <a:ext cx="129960" cy="30240"/>
            </p14:xfrm>
          </p:contentPart>
        </mc:Choice>
        <mc:Fallback xmlns="">
          <p:pic>
            <p:nvPicPr>
              <p:cNvPr id="39" name="Ink 38">
                <a:extLst>
                  <a:ext uri="{FF2B5EF4-FFF2-40B4-BE49-F238E27FC236}">
                    <a16:creationId xmlns:a16="http://schemas.microsoft.com/office/drawing/2014/main" id="{1EDCC883-4772-E112-08A2-EDFF91AA9B4D}"/>
                  </a:ext>
                </a:extLst>
              </p:cNvPr>
              <p:cNvPicPr/>
              <p:nvPr/>
            </p:nvPicPr>
            <p:blipFill>
              <a:blip r:embed="rId19"/>
              <a:stretch>
                <a:fillRect/>
              </a:stretch>
            </p:blipFill>
            <p:spPr>
              <a:xfrm>
                <a:off x="2025820" y="1605040"/>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0" name="Ink 39">
                <a:extLst>
                  <a:ext uri="{FF2B5EF4-FFF2-40B4-BE49-F238E27FC236}">
                    <a16:creationId xmlns:a16="http://schemas.microsoft.com/office/drawing/2014/main" id="{7CD4BA1B-F2EA-BFAE-B9F7-9E90245C1247}"/>
                  </a:ext>
                </a:extLst>
              </p14:cNvPr>
              <p14:cNvContentPartPr/>
              <p14:nvPr/>
            </p14:nvContentPartPr>
            <p14:xfrm>
              <a:off x="2520100" y="1638160"/>
              <a:ext cx="151200" cy="212760"/>
            </p14:xfrm>
          </p:contentPart>
        </mc:Choice>
        <mc:Fallback xmlns="">
          <p:pic>
            <p:nvPicPr>
              <p:cNvPr id="40" name="Ink 39">
                <a:extLst>
                  <a:ext uri="{FF2B5EF4-FFF2-40B4-BE49-F238E27FC236}">
                    <a16:creationId xmlns:a16="http://schemas.microsoft.com/office/drawing/2014/main" id="{7CD4BA1B-F2EA-BFAE-B9F7-9E90245C1247}"/>
                  </a:ext>
                </a:extLst>
              </p:cNvPr>
              <p:cNvPicPr/>
              <p:nvPr/>
            </p:nvPicPr>
            <p:blipFill>
              <a:blip r:embed="rId21"/>
              <a:stretch>
                <a:fillRect/>
              </a:stretch>
            </p:blipFill>
            <p:spPr>
              <a:xfrm>
                <a:off x="2515780" y="1633840"/>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4" name="Ink 43">
                <a:extLst>
                  <a:ext uri="{FF2B5EF4-FFF2-40B4-BE49-F238E27FC236}">
                    <a16:creationId xmlns:a16="http://schemas.microsoft.com/office/drawing/2014/main" id="{7F4A2032-3982-0846-E69F-725F6B666495}"/>
                  </a:ext>
                </a:extLst>
              </p14:cNvPr>
              <p14:cNvContentPartPr/>
              <p14:nvPr/>
            </p14:nvContentPartPr>
            <p14:xfrm>
              <a:off x="3490300" y="1632040"/>
              <a:ext cx="190080" cy="189000"/>
            </p14:xfrm>
          </p:contentPart>
        </mc:Choice>
        <mc:Fallback xmlns="">
          <p:pic>
            <p:nvPicPr>
              <p:cNvPr id="44" name="Ink 43">
                <a:extLst>
                  <a:ext uri="{FF2B5EF4-FFF2-40B4-BE49-F238E27FC236}">
                    <a16:creationId xmlns:a16="http://schemas.microsoft.com/office/drawing/2014/main" id="{7F4A2032-3982-0846-E69F-725F6B666495}"/>
                  </a:ext>
                </a:extLst>
              </p:cNvPr>
              <p:cNvPicPr/>
              <p:nvPr/>
            </p:nvPicPr>
            <p:blipFill>
              <a:blip r:embed="rId29"/>
              <a:stretch>
                <a:fillRect/>
              </a:stretch>
            </p:blipFill>
            <p:spPr>
              <a:xfrm>
                <a:off x="3485980" y="1627720"/>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5" name="Ink 44">
                <a:extLst>
                  <a:ext uri="{FF2B5EF4-FFF2-40B4-BE49-F238E27FC236}">
                    <a16:creationId xmlns:a16="http://schemas.microsoft.com/office/drawing/2014/main" id="{CFA197FD-7277-0D74-5C14-9C02FC5518C8}"/>
                  </a:ext>
                </a:extLst>
              </p14:cNvPr>
              <p14:cNvContentPartPr/>
              <p14:nvPr/>
            </p14:nvContentPartPr>
            <p14:xfrm>
              <a:off x="3061180" y="1647880"/>
              <a:ext cx="157320" cy="246240"/>
            </p14:xfrm>
          </p:contentPart>
        </mc:Choice>
        <mc:Fallback xmlns="">
          <p:pic>
            <p:nvPicPr>
              <p:cNvPr id="45" name="Ink 44">
                <a:extLst>
                  <a:ext uri="{FF2B5EF4-FFF2-40B4-BE49-F238E27FC236}">
                    <a16:creationId xmlns:a16="http://schemas.microsoft.com/office/drawing/2014/main" id="{CFA197FD-7277-0D74-5C14-9C02FC5518C8}"/>
                  </a:ext>
                </a:extLst>
              </p:cNvPr>
              <p:cNvPicPr/>
              <p:nvPr/>
            </p:nvPicPr>
            <p:blipFill>
              <a:blip r:embed="rId31"/>
              <a:stretch>
                <a:fillRect/>
              </a:stretch>
            </p:blipFill>
            <p:spPr>
              <a:xfrm>
                <a:off x="3056860" y="1643560"/>
                <a:ext cx="1659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8" name="Ink 47">
                <a:extLst>
                  <a:ext uri="{FF2B5EF4-FFF2-40B4-BE49-F238E27FC236}">
                    <a16:creationId xmlns:a16="http://schemas.microsoft.com/office/drawing/2014/main" id="{9D6A40EC-4401-C867-1B6F-9D0BCD016A4F}"/>
                  </a:ext>
                </a:extLst>
              </p14:cNvPr>
              <p14:cNvContentPartPr/>
              <p14:nvPr/>
            </p14:nvContentPartPr>
            <p14:xfrm>
              <a:off x="938373" y="1718360"/>
              <a:ext cx="59400" cy="273240"/>
            </p14:xfrm>
          </p:contentPart>
        </mc:Choice>
        <mc:Fallback xmlns="">
          <p:pic>
            <p:nvPicPr>
              <p:cNvPr id="48" name="Ink 47">
                <a:extLst>
                  <a:ext uri="{FF2B5EF4-FFF2-40B4-BE49-F238E27FC236}">
                    <a16:creationId xmlns:a16="http://schemas.microsoft.com/office/drawing/2014/main" id="{9D6A40EC-4401-C867-1B6F-9D0BCD016A4F}"/>
                  </a:ext>
                </a:extLst>
              </p:cNvPr>
              <p:cNvPicPr/>
              <p:nvPr/>
            </p:nvPicPr>
            <p:blipFill>
              <a:blip r:embed="rId49"/>
              <a:stretch>
                <a:fillRect/>
              </a:stretch>
            </p:blipFill>
            <p:spPr>
              <a:xfrm>
                <a:off x="934053" y="1714040"/>
                <a:ext cx="68040" cy="281880"/>
              </a:xfrm>
              <a:prstGeom prst="rect">
                <a:avLst/>
              </a:prstGeom>
            </p:spPr>
          </p:pic>
        </mc:Fallback>
      </mc:AlternateContent>
      <p:grpSp>
        <p:nvGrpSpPr>
          <p:cNvPr id="51" name="Group 50">
            <a:extLst>
              <a:ext uri="{FF2B5EF4-FFF2-40B4-BE49-F238E27FC236}">
                <a16:creationId xmlns:a16="http://schemas.microsoft.com/office/drawing/2014/main" id="{E5EF1F4D-90CE-70ED-EE47-4C8CA04266CB}"/>
              </a:ext>
            </a:extLst>
          </p:cNvPr>
          <p:cNvGrpSpPr/>
          <p:nvPr/>
        </p:nvGrpSpPr>
        <p:grpSpPr>
          <a:xfrm>
            <a:off x="1458213" y="1668680"/>
            <a:ext cx="236160" cy="313920"/>
            <a:chOff x="1458213" y="1668680"/>
            <a:chExt cx="236160" cy="313920"/>
          </a:xfrm>
        </p:grpSpPr>
        <mc:AlternateContent xmlns:mc="http://schemas.openxmlformats.org/markup-compatibility/2006" xmlns:p14="http://schemas.microsoft.com/office/powerpoint/2010/main">
          <mc:Choice Requires="p14">
            <p:contentPart p14:bwMode="auto" r:id="rId50">
              <p14:nvContentPartPr>
                <p14:cNvPr id="49" name="Ink 48">
                  <a:extLst>
                    <a:ext uri="{FF2B5EF4-FFF2-40B4-BE49-F238E27FC236}">
                      <a16:creationId xmlns:a16="http://schemas.microsoft.com/office/drawing/2014/main" id="{429869EA-CF3B-E2F7-1B80-EEB589F64C37}"/>
                    </a:ext>
                  </a:extLst>
                </p14:cNvPr>
                <p14:cNvContentPartPr/>
                <p14:nvPr/>
              </p14:nvContentPartPr>
              <p14:xfrm>
                <a:off x="1458213" y="1668680"/>
                <a:ext cx="236160" cy="176400"/>
              </p14:xfrm>
            </p:contentPart>
          </mc:Choice>
          <mc:Fallback xmlns="">
            <p:pic>
              <p:nvPicPr>
                <p:cNvPr id="49" name="Ink 48">
                  <a:extLst>
                    <a:ext uri="{FF2B5EF4-FFF2-40B4-BE49-F238E27FC236}">
                      <a16:creationId xmlns:a16="http://schemas.microsoft.com/office/drawing/2014/main" id="{429869EA-CF3B-E2F7-1B80-EEB589F64C37}"/>
                    </a:ext>
                  </a:extLst>
                </p:cNvPr>
                <p:cNvPicPr/>
                <p:nvPr/>
              </p:nvPicPr>
              <p:blipFill>
                <a:blip r:embed="rId51"/>
                <a:stretch>
                  <a:fillRect/>
                </a:stretch>
              </p:blipFill>
              <p:spPr>
                <a:xfrm>
                  <a:off x="1453893" y="1664360"/>
                  <a:ext cx="2448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0" name="Ink 49">
                  <a:extLst>
                    <a:ext uri="{FF2B5EF4-FFF2-40B4-BE49-F238E27FC236}">
                      <a16:creationId xmlns:a16="http://schemas.microsoft.com/office/drawing/2014/main" id="{8150F6D5-D630-0FC0-4C02-A2AA0C288879}"/>
                    </a:ext>
                  </a:extLst>
                </p14:cNvPr>
                <p14:cNvContentPartPr/>
                <p14:nvPr/>
              </p14:nvContentPartPr>
              <p14:xfrm>
                <a:off x="1586373" y="1693160"/>
                <a:ext cx="43560" cy="289440"/>
              </p14:xfrm>
            </p:contentPart>
          </mc:Choice>
          <mc:Fallback xmlns="">
            <p:pic>
              <p:nvPicPr>
                <p:cNvPr id="50" name="Ink 49">
                  <a:extLst>
                    <a:ext uri="{FF2B5EF4-FFF2-40B4-BE49-F238E27FC236}">
                      <a16:creationId xmlns:a16="http://schemas.microsoft.com/office/drawing/2014/main" id="{8150F6D5-D630-0FC0-4C02-A2AA0C288879}"/>
                    </a:ext>
                  </a:extLst>
                </p:cNvPr>
                <p:cNvPicPr/>
                <p:nvPr/>
              </p:nvPicPr>
              <p:blipFill>
                <a:blip r:embed="rId53"/>
                <a:stretch>
                  <a:fillRect/>
                </a:stretch>
              </p:blipFill>
              <p:spPr>
                <a:xfrm>
                  <a:off x="1582053" y="1688840"/>
                  <a:ext cx="52200" cy="29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73" name="Ink 72">
                <a:extLst>
                  <a:ext uri="{FF2B5EF4-FFF2-40B4-BE49-F238E27FC236}">
                    <a16:creationId xmlns:a16="http://schemas.microsoft.com/office/drawing/2014/main" id="{9CF55A28-494B-95C8-C61C-4094D2B04DEC}"/>
                  </a:ext>
                </a:extLst>
              </p14:cNvPr>
              <p14:cNvContentPartPr/>
              <p14:nvPr/>
            </p14:nvContentPartPr>
            <p14:xfrm>
              <a:off x="2688500" y="4518000"/>
              <a:ext cx="27000" cy="60120"/>
            </p14:xfrm>
          </p:contentPart>
        </mc:Choice>
        <mc:Fallback xmlns="">
          <p:pic>
            <p:nvPicPr>
              <p:cNvPr id="73" name="Ink 72">
                <a:extLst>
                  <a:ext uri="{FF2B5EF4-FFF2-40B4-BE49-F238E27FC236}">
                    <a16:creationId xmlns:a16="http://schemas.microsoft.com/office/drawing/2014/main" id="{9CF55A28-494B-95C8-C61C-4094D2B04DEC}"/>
                  </a:ext>
                </a:extLst>
              </p:cNvPr>
              <p:cNvPicPr/>
              <p:nvPr/>
            </p:nvPicPr>
            <p:blipFill>
              <a:blip r:embed="rId33"/>
              <a:stretch>
                <a:fillRect/>
              </a:stretch>
            </p:blipFill>
            <p:spPr>
              <a:xfrm>
                <a:off x="2684180" y="4513680"/>
                <a:ext cx="356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9" name="Ink 98">
                <a:extLst>
                  <a:ext uri="{FF2B5EF4-FFF2-40B4-BE49-F238E27FC236}">
                    <a16:creationId xmlns:a16="http://schemas.microsoft.com/office/drawing/2014/main" id="{A8E3CCFC-DC06-FEEA-0E0D-5AB5D95F5D40}"/>
                  </a:ext>
                </a:extLst>
              </p14:cNvPr>
              <p14:cNvContentPartPr/>
              <p14:nvPr/>
            </p14:nvContentPartPr>
            <p14:xfrm>
              <a:off x="1995333" y="1526120"/>
              <a:ext cx="853560" cy="443160"/>
            </p14:xfrm>
          </p:contentPart>
        </mc:Choice>
        <mc:Fallback xmlns="">
          <p:pic>
            <p:nvPicPr>
              <p:cNvPr id="99" name="Ink 98">
                <a:extLst>
                  <a:ext uri="{FF2B5EF4-FFF2-40B4-BE49-F238E27FC236}">
                    <a16:creationId xmlns:a16="http://schemas.microsoft.com/office/drawing/2014/main" id="{A8E3CCFC-DC06-FEEA-0E0D-5AB5D95F5D40}"/>
                  </a:ext>
                </a:extLst>
              </p:cNvPr>
              <p:cNvPicPr/>
              <p:nvPr/>
            </p:nvPicPr>
            <p:blipFill>
              <a:blip r:embed="rId56"/>
              <a:stretch>
                <a:fillRect/>
              </a:stretch>
            </p:blipFill>
            <p:spPr>
              <a:xfrm>
                <a:off x="1941333" y="1418480"/>
                <a:ext cx="96120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0" name="Ink 99">
                <a:extLst>
                  <a:ext uri="{FF2B5EF4-FFF2-40B4-BE49-F238E27FC236}">
                    <a16:creationId xmlns:a16="http://schemas.microsoft.com/office/drawing/2014/main" id="{7A6DB0F2-86D5-F803-9DD4-FA75C130783A}"/>
                  </a:ext>
                </a:extLst>
              </p14:cNvPr>
              <p14:cNvContentPartPr/>
              <p14:nvPr/>
            </p14:nvContentPartPr>
            <p14:xfrm>
              <a:off x="777813" y="3020120"/>
              <a:ext cx="20520" cy="303120"/>
            </p14:xfrm>
          </p:contentPart>
        </mc:Choice>
        <mc:Fallback xmlns="">
          <p:pic>
            <p:nvPicPr>
              <p:cNvPr id="100" name="Ink 99">
                <a:extLst>
                  <a:ext uri="{FF2B5EF4-FFF2-40B4-BE49-F238E27FC236}">
                    <a16:creationId xmlns:a16="http://schemas.microsoft.com/office/drawing/2014/main" id="{7A6DB0F2-86D5-F803-9DD4-FA75C130783A}"/>
                  </a:ext>
                </a:extLst>
              </p:cNvPr>
              <p:cNvPicPr/>
              <p:nvPr/>
            </p:nvPicPr>
            <p:blipFill>
              <a:blip r:embed="rId58"/>
              <a:stretch>
                <a:fillRect/>
              </a:stretch>
            </p:blipFill>
            <p:spPr>
              <a:xfrm>
                <a:off x="773493" y="3015800"/>
                <a:ext cx="29160" cy="311760"/>
              </a:xfrm>
              <a:prstGeom prst="rect">
                <a:avLst/>
              </a:prstGeom>
            </p:spPr>
          </p:pic>
        </mc:Fallback>
      </mc:AlternateContent>
      <p:grpSp>
        <p:nvGrpSpPr>
          <p:cNvPr id="104" name="Group 103">
            <a:extLst>
              <a:ext uri="{FF2B5EF4-FFF2-40B4-BE49-F238E27FC236}">
                <a16:creationId xmlns:a16="http://schemas.microsoft.com/office/drawing/2014/main" id="{0B5C8AB2-7EA5-DEB1-FE4E-251CBB1B3922}"/>
              </a:ext>
            </a:extLst>
          </p:cNvPr>
          <p:cNvGrpSpPr/>
          <p:nvPr/>
        </p:nvGrpSpPr>
        <p:grpSpPr>
          <a:xfrm>
            <a:off x="1341933" y="3009680"/>
            <a:ext cx="252720" cy="358200"/>
            <a:chOff x="1341933" y="3009680"/>
            <a:chExt cx="252720" cy="358200"/>
          </a:xfrm>
        </p:grpSpPr>
        <mc:AlternateContent xmlns:mc="http://schemas.openxmlformats.org/markup-compatibility/2006" xmlns:p14="http://schemas.microsoft.com/office/powerpoint/2010/main">
          <mc:Choice Requires="p14">
            <p:contentPart p14:bwMode="auto" r:id="rId59">
              <p14:nvContentPartPr>
                <p14:cNvPr id="101" name="Ink 100">
                  <a:extLst>
                    <a:ext uri="{FF2B5EF4-FFF2-40B4-BE49-F238E27FC236}">
                      <a16:creationId xmlns:a16="http://schemas.microsoft.com/office/drawing/2014/main" id="{76B0237C-207B-2EEF-B7AB-0038B105C546}"/>
                    </a:ext>
                  </a:extLst>
                </p14:cNvPr>
                <p14:cNvContentPartPr/>
                <p14:nvPr/>
              </p14:nvContentPartPr>
              <p14:xfrm>
                <a:off x="1341933" y="3009680"/>
                <a:ext cx="252720" cy="202320"/>
              </p14:xfrm>
            </p:contentPart>
          </mc:Choice>
          <mc:Fallback xmlns="">
            <p:pic>
              <p:nvPicPr>
                <p:cNvPr id="101" name="Ink 100">
                  <a:extLst>
                    <a:ext uri="{FF2B5EF4-FFF2-40B4-BE49-F238E27FC236}">
                      <a16:creationId xmlns:a16="http://schemas.microsoft.com/office/drawing/2014/main" id="{76B0237C-207B-2EEF-B7AB-0038B105C546}"/>
                    </a:ext>
                  </a:extLst>
                </p:cNvPr>
                <p:cNvPicPr/>
                <p:nvPr/>
              </p:nvPicPr>
              <p:blipFill>
                <a:blip r:embed="rId60"/>
                <a:stretch>
                  <a:fillRect/>
                </a:stretch>
              </p:blipFill>
              <p:spPr>
                <a:xfrm>
                  <a:off x="1337613" y="3005360"/>
                  <a:ext cx="2613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2" name="Ink 101">
                  <a:extLst>
                    <a:ext uri="{FF2B5EF4-FFF2-40B4-BE49-F238E27FC236}">
                      <a16:creationId xmlns:a16="http://schemas.microsoft.com/office/drawing/2014/main" id="{FCBBECD8-C5AC-BC5B-298F-06EA0A285D43}"/>
                    </a:ext>
                  </a:extLst>
                </p14:cNvPr>
                <p14:cNvContentPartPr/>
                <p14:nvPr/>
              </p14:nvContentPartPr>
              <p14:xfrm>
                <a:off x="1503213" y="3089600"/>
                <a:ext cx="50760" cy="278280"/>
              </p14:xfrm>
            </p:contentPart>
          </mc:Choice>
          <mc:Fallback xmlns="">
            <p:pic>
              <p:nvPicPr>
                <p:cNvPr id="102" name="Ink 101">
                  <a:extLst>
                    <a:ext uri="{FF2B5EF4-FFF2-40B4-BE49-F238E27FC236}">
                      <a16:creationId xmlns:a16="http://schemas.microsoft.com/office/drawing/2014/main" id="{FCBBECD8-C5AC-BC5B-298F-06EA0A285D43}"/>
                    </a:ext>
                  </a:extLst>
                </p:cNvPr>
                <p:cNvPicPr/>
                <p:nvPr/>
              </p:nvPicPr>
              <p:blipFill>
                <a:blip r:embed="rId62"/>
                <a:stretch>
                  <a:fillRect/>
                </a:stretch>
              </p:blipFill>
              <p:spPr>
                <a:xfrm>
                  <a:off x="1498893" y="3085280"/>
                  <a:ext cx="59400" cy="28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103" name="Ink 102">
                <a:extLst>
                  <a:ext uri="{FF2B5EF4-FFF2-40B4-BE49-F238E27FC236}">
                    <a16:creationId xmlns:a16="http://schemas.microsoft.com/office/drawing/2014/main" id="{66ADD8EE-67E5-6D5E-B115-B3EF6835A560}"/>
                  </a:ext>
                </a:extLst>
              </p14:cNvPr>
              <p14:cNvContentPartPr/>
              <p14:nvPr/>
            </p14:nvContentPartPr>
            <p14:xfrm>
              <a:off x="2036733" y="2980880"/>
              <a:ext cx="230040" cy="361440"/>
            </p14:xfrm>
          </p:contentPart>
        </mc:Choice>
        <mc:Fallback xmlns="">
          <p:pic>
            <p:nvPicPr>
              <p:cNvPr id="103" name="Ink 102">
                <a:extLst>
                  <a:ext uri="{FF2B5EF4-FFF2-40B4-BE49-F238E27FC236}">
                    <a16:creationId xmlns:a16="http://schemas.microsoft.com/office/drawing/2014/main" id="{66ADD8EE-67E5-6D5E-B115-B3EF6835A560}"/>
                  </a:ext>
                </a:extLst>
              </p:cNvPr>
              <p:cNvPicPr/>
              <p:nvPr/>
            </p:nvPicPr>
            <p:blipFill>
              <a:blip r:embed="rId64"/>
              <a:stretch>
                <a:fillRect/>
              </a:stretch>
            </p:blipFill>
            <p:spPr>
              <a:xfrm>
                <a:off x="2032413" y="2976560"/>
                <a:ext cx="238680" cy="370080"/>
              </a:xfrm>
              <a:prstGeom prst="rect">
                <a:avLst/>
              </a:prstGeom>
            </p:spPr>
          </p:pic>
        </mc:Fallback>
      </mc:AlternateContent>
      <p:grpSp>
        <p:nvGrpSpPr>
          <p:cNvPr id="109" name="Group 108">
            <a:extLst>
              <a:ext uri="{FF2B5EF4-FFF2-40B4-BE49-F238E27FC236}">
                <a16:creationId xmlns:a16="http://schemas.microsoft.com/office/drawing/2014/main" id="{EEC33132-9C4A-CED8-07ED-D098CDE42B6E}"/>
              </a:ext>
            </a:extLst>
          </p:cNvPr>
          <p:cNvGrpSpPr/>
          <p:nvPr/>
        </p:nvGrpSpPr>
        <p:grpSpPr>
          <a:xfrm>
            <a:off x="2579973" y="2925080"/>
            <a:ext cx="340560" cy="364320"/>
            <a:chOff x="2579973" y="2925080"/>
            <a:chExt cx="340560" cy="364320"/>
          </a:xfrm>
        </p:grpSpPr>
        <mc:AlternateContent xmlns:mc="http://schemas.openxmlformats.org/markup-compatibility/2006" xmlns:p14="http://schemas.microsoft.com/office/powerpoint/2010/main">
          <mc:Choice Requires="p14">
            <p:contentPart p14:bwMode="auto" r:id="rId65">
              <p14:nvContentPartPr>
                <p14:cNvPr id="105" name="Ink 104">
                  <a:extLst>
                    <a:ext uri="{FF2B5EF4-FFF2-40B4-BE49-F238E27FC236}">
                      <a16:creationId xmlns:a16="http://schemas.microsoft.com/office/drawing/2014/main" id="{54F5BB43-8823-9984-3E25-8F8CC7DD2A9C}"/>
                    </a:ext>
                  </a:extLst>
                </p14:cNvPr>
                <p14:cNvContentPartPr/>
                <p14:nvPr/>
              </p14:nvContentPartPr>
              <p14:xfrm>
                <a:off x="2579973" y="2964680"/>
                <a:ext cx="164160" cy="324720"/>
              </p14:xfrm>
            </p:contentPart>
          </mc:Choice>
          <mc:Fallback xmlns="">
            <p:pic>
              <p:nvPicPr>
                <p:cNvPr id="105" name="Ink 104">
                  <a:extLst>
                    <a:ext uri="{FF2B5EF4-FFF2-40B4-BE49-F238E27FC236}">
                      <a16:creationId xmlns:a16="http://schemas.microsoft.com/office/drawing/2014/main" id="{54F5BB43-8823-9984-3E25-8F8CC7DD2A9C}"/>
                    </a:ext>
                  </a:extLst>
                </p:cNvPr>
                <p:cNvPicPr/>
                <p:nvPr/>
              </p:nvPicPr>
              <p:blipFill>
                <a:blip r:embed="rId66"/>
                <a:stretch>
                  <a:fillRect/>
                </a:stretch>
              </p:blipFill>
              <p:spPr>
                <a:xfrm>
                  <a:off x="2575653" y="2960360"/>
                  <a:ext cx="1728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6" name="Ink 105">
                  <a:extLst>
                    <a:ext uri="{FF2B5EF4-FFF2-40B4-BE49-F238E27FC236}">
                      <a16:creationId xmlns:a16="http://schemas.microsoft.com/office/drawing/2014/main" id="{C2058451-2DC0-24F7-56D1-D84B7B450656}"/>
                    </a:ext>
                  </a:extLst>
                </p14:cNvPr>
                <p14:cNvContentPartPr/>
                <p14:nvPr/>
              </p14:nvContentPartPr>
              <p14:xfrm>
                <a:off x="2692293" y="2925080"/>
                <a:ext cx="228240" cy="44280"/>
              </p14:xfrm>
            </p:contentPart>
          </mc:Choice>
          <mc:Fallback xmlns="">
            <p:pic>
              <p:nvPicPr>
                <p:cNvPr id="106" name="Ink 105">
                  <a:extLst>
                    <a:ext uri="{FF2B5EF4-FFF2-40B4-BE49-F238E27FC236}">
                      <a16:creationId xmlns:a16="http://schemas.microsoft.com/office/drawing/2014/main" id="{C2058451-2DC0-24F7-56D1-D84B7B450656}"/>
                    </a:ext>
                  </a:extLst>
                </p:cNvPr>
                <p:cNvPicPr/>
                <p:nvPr/>
              </p:nvPicPr>
              <p:blipFill>
                <a:blip r:embed="rId68"/>
                <a:stretch>
                  <a:fillRect/>
                </a:stretch>
              </p:blipFill>
              <p:spPr>
                <a:xfrm>
                  <a:off x="2687973" y="2920760"/>
                  <a:ext cx="236880" cy="5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9">
            <p14:nvContentPartPr>
              <p14:cNvPr id="107" name="Ink 106">
                <a:extLst>
                  <a:ext uri="{FF2B5EF4-FFF2-40B4-BE49-F238E27FC236}">
                    <a16:creationId xmlns:a16="http://schemas.microsoft.com/office/drawing/2014/main" id="{9852E5EB-39F7-AA91-BC83-421CCD913D92}"/>
                  </a:ext>
                </a:extLst>
              </p14:cNvPr>
              <p14:cNvContentPartPr/>
              <p14:nvPr/>
            </p14:nvContentPartPr>
            <p14:xfrm>
              <a:off x="3140133" y="2862800"/>
              <a:ext cx="177480" cy="374040"/>
            </p14:xfrm>
          </p:contentPart>
        </mc:Choice>
        <mc:Fallback xmlns="">
          <p:pic>
            <p:nvPicPr>
              <p:cNvPr id="107" name="Ink 106">
                <a:extLst>
                  <a:ext uri="{FF2B5EF4-FFF2-40B4-BE49-F238E27FC236}">
                    <a16:creationId xmlns:a16="http://schemas.microsoft.com/office/drawing/2014/main" id="{9852E5EB-39F7-AA91-BC83-421CCD913D92}"/>
                  </a:ext>
                </a:extLst>
              </p:cNvPr>
              <p:cNvPicPr/>
              <p:nvPr/>
            </p:nvPicPr>
            <p:blipFill>
              <a:blip r:embed="rId70"/>
              <a:stretch>
                <a:fillRect/>
              </a:stretch>
            </p:blipFill>
            <p:spPr>
              <a:xfrm>
                <a:off x="3135813" y="2858480"/>
                <a:ext cx="18612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8" name="Ink 107">
                <a:extLst>
                  <a:ext uri="{FF2B5EF4-FFF2-40B4-BE49-F238E27FC236}">
                    <a16:creationId xmlns:a16="http://schemas.microsoft.com/office/drawing/2014/main" id="{707B5E78-755E-4208-B845-7A2D141F3D7F}"/>
                  </a:ext>
                </a:extLst>
              </p14:cNvPr>
              <p14:cNvContentPartPr/>
              <p14:nvPr/>
            </p14:nvContentPartPr>
            <p14:xfrm>
              <a:off x="3666813" y="2954960"/>
              <a:ext cx="275040" cy="316080"/>
            </p14:xfrm>
          </p:contentPart>
        </mc:Choice>
        <mc:Fallback xmlns="">
          <p:pic>
            <p:nvPicPr>
              <p:cNvPr id="108" name="Ink 107">
                <a:extLst>
                  <a:ext uri="{FF2B5EF4-FFF2-40B4-BE49-F238E27FC236}">
                    <a16:creationId xmlns:a16="http://schemas.microsoft.com/office/drawing/2014/main" id="{707B5E78-755E-4208-B845-7A2D141F3D7F}"/>
                  </a:ext>
                </a:extLst>
              </p:cNvPr>
              <p:cNvPicPr/>
              <p:nvPr/>
            </p:nvPicPr>
            <p:blipFill>
              <a:blip r:embed="rId72"/>
              <a:stretch>
                <a:fillRect/>
              </a:stretch>
            </p:blipFill>
            <p:spPr>
              <a:xfrm>
                <a:off x="3662493" y="2950640"/>
                <a:ext cx="28368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10" name="Ink 109">
                <a:extLst>
                  <a:ext uri="{FF2B5EF4-FFF2-40B4-BE49-F238E27FC236}">
                    <a16:creationId xmlns:a16="http://schemas.microsoft.com/office/drawing/2014/main" id="{5B000338-8DA0-10CF-DD91-BCE736403B41}"/>
                  </a:ext>
                </a:extLst>
              </p14:cNvPr>
              <p14:cNvContentPartPr/>
              <p14:nvPr/>
            </p14:nvContentPartPr>
            <p14:xfrm>
              <a:off x="2564133" y="2837240"/>
              <a:ext cx="736200" cy="512640"/>
            </p14:xfrm>
          </p:contentPart>
        </mc:Choice>
        <mc:Fallback xmlns="">
          <p:pic>
            <p:nvPicPr>
              <p:cNvPr id="110" name="Ink 109">
                <a:extLst>
                  <a:ext uri="{FF2B5EF4-FFF2-40B4-BE49-F238E27FC236}">
                    <a16:creationId xmlns:a16="http://schemas.microsoft.com/office/drawing/2014/main" id="{5B000338-8DA0-10CF-DD91-BCE736403B41}"/>
                  </a:ext>
                </a:extLst>
              </p:cNvPr>
              <p:cNvPicPr/>
              <p:nvPr/>
            </p:nvPicPr>
            <p:blipFill>
              <a:blip r:embed="rId74"/>
              <a:stretch>
                <a:fillRect/>
              </a:stretch>
            </p:blipFill>
            <p:spPr>
              <a:xfrm>
                <a:off x="2510133" y="2729240"/>
                <a:ext cx="843840" cy="7282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1" name="Ink 110">
                <a:extLst>
                  <a:ext uri="{FF2B5EF4-FFF2-40B4-BE49-F238E27FC236}">
                    <a16:creationId xmlns:a16="http://schemas.microsoft.com/office/drawing/2014/main" id="{641729B7-3D18-052A-8365-40421B43A00D}"/>
                  </a:ext>
                </a:extLst>
              </p14:cNvPr>
              <p14:cNvContentPartPr/>
              <p14:nvPr/>
            </p14:nvContentPartPr>
            <p14:xfrm>
              <a:off x="2282646" y="4145893"/>
              <a:ext cx="27000" cy="60120"/>
            </p14:xfrm>
          </p:contentPart>
        </mc:Choice>
        <mc:Fallback xmlns="">
          <p:pic>
            <p:nvPicPr>
              <p:cNvPr id="111" name="Ink 110">
                <a:extLst>
                  <a:ext uri="{FF2B5EF4-FFF2-40B4-BE49-F238E27FC236}">
                    <a16:creationId xmlns:a16="http://schemas.microsoft.com/office/drawing/2014/main" id="{641729B7-3D18-052A-8365-40421B43A00D}"/>
                  </a:ext>
                </a:extLst>
              </p:cNvPr>
              <p:cNvPicPr/>
              <p:nvPr/>
            </p:nvPicPr>
            <p:blipFill>
              <a:blip r:embed="rId33"/>
              <a:stretch>
                <a:fillRect/>
              </a:stretch>
            </p:blipFill>
            <p:spPr>
              <a:xfrm>
                <a:off x="2278326" y="4141573"/>
                <a:ext cx="356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2" name="Ink 111">
                <a:extLst>
                  <a:ext uri="{FF2B5EF4-FFF2-40B4-BE49-F238E27FC236}">
                    <a16:creationId xmlns:a16="http://schemas.microsoft.com/office/drawing/2014/main" id="{D178AF33-D1D8-7496-1963-419A147BAA48}"/>
                  </a:ext>
                </a:extLst>
              </p14:cNvPr>
              <p14:cNvContentPartPr/>
              <p14:nvPr/>
            </p14:nvContentPartPr>
            <p14:xfrm>
              <a:off x="692166" y="4358653"/>
              <a:ext cx="20520" cy="303120"/>
            </p14:xfrm>
          </p:contentPart>
        </mc:Choice>
        <mc:Fallback xmlns="">
          <p:pic>
            <p:nvPicPr>
              <p:cNvPr id="112" name="Ink 111">
                <a:extLst>
                  <a:ext uri="{FF2B5EF4-FFF2-40B4-BE49-F238E27FC236}">
                    <a16:creationId xmlns:a16="http://schemas.microsoft.com/office/drawing/2014/main" id="{D178AF33-D1D8-7496-1963-419A147BAA48}"/>
                  </a:ext>
                </a:extLst>
              </p:cNvPr>
              <p:cNvPicPr/>
              <p:nvPr/>
            </p:nvPicPr>
            <p:blipFill>
              <a:blip r:embed="rId58"/>
              <a:stretch>
                <a:fillRect/>
              </a:stretch>
            </p:blipFill>
            <p:spPr>
              <a:xfrm>
                <a:off x="687846" y="4354333"/>
                <a:ext cx="291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3" name="Ink 112">
                <a:extLst>
                  <a:ext uri="{FF2B5EF4-FFF2-40B4-BE49-F238E27FC236}">
                    <a16:creationId xmlns:a16="http://schemas.microsoft.com/office/drawing/2014/main" id="{336D8DC9-FBF7-ED2D-067C-F5E19F7D8F81}"/>
                  </a:ext>
                </a:extLst>
              </p14:cNvPr>
              <p14:cNvContentPartPr/>
              <p14:nvPr/>
            </p14:nvContentPartPr>
            <p14:xfrm>
              <a:off x="1256286" y="4348213"/>
              <a:ext cx="252720" cy="202320"/>
            </p14:xfrm>
          </p:contentPart>
        </mc:Choice>
        <mc:Fallback xmlns="">
          <p:pic>
            <p:nvPicPr>
              <p:cNvPr id="113" name="Ink 112">
                <a:extLst>
                  <a:ext uri="{FF2B5EF4-FFF2-40B4-BE49-F238E27FC236}">
                    <a16:creationId xmlns:a16="http://schemas.microsoft.com/office/drawing/2014/main" id="{336D8DC9-FBF7-ED2D-067C-F5E19F7D8F81}"/>
                  </a:ext>
                </a:extLst>
              </p:cNvPr>
              <p:cNvPicPr/>
              <p:nvPr/>
            </p:nvPicPr>
            <p:blipFill>
              <a:blip r:embed="rId60"/>
              <a:stretch>
                <a:fillRect/>
              </a:stretch>
            </p:blipFill>
            <p:spPr>
              <a:xfrm>
                <a:off x="1251966" y="4343893"/>
                <a:ext cx="2613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4" name="Ink 113">
                <a:extLst>
                  <a:ext uri="{FF2B5EF4-FFF2-40B4-BE49-F238E27FC236}">
                    <a16:creationId xmlns:a16="http://schemas.microsoft.com/office/drawing/2014/main" id="{6944D0A7-FB21-3B58-2896-87DF0C9F2153}"/>
                  </a:ext>
                </a:extLst>
              </p14:cNvPr>
              <p14:cNvContentPartPr/>
              <p14:nvPr/>
            </p14:nvContentPartPr>
            <p14:xfrm>
              <a:off x="1417566" y="4428133"/>
              <a:ext cx="50760" cy="278280"/>
            </p14:xfrm>
          </p:contentPart>
        </mc:Choice>
        <mc:Fallback xmlns="">
          <p:pic>
            <p:nvPicPr>
              <p:cNvPr id="114" name="Ink 113">
                <a:extLst>
                  <a:ext uri="{FF2B5EF4-FFF2-40B4-BE49-F238E27FC236}">
                    <a16:creationId xmlns:a16="http://schemas.microsoft.com/office/drawing/2014/main" id="{6944D0A7-FB21-3B58-2896-87DF0C9F2153}"/>
                  </a:ext>
                </a:extLst>
              </p:cNvPr>
              <p:cNvPicPr/>
              <p:nvPr/>
            </p:nvPicPr>
            <p:blipFill>
              <a:blip r:embed="rId62"/>
              <a:stretch>
                <a:fillRect/>
              </a:stretch>
            </p:blipFill>
            <p:spPr>
              <a:xfrm>
                <a:off x="1413246" y="4423813"/>
                <a:ext cx="594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5" name="Ink 114">
                <a:extLst>
                  <a:ext uri="{FF2B5EF4-FFF2-40B4-BE49-F238E27FC236}">
                    <a16:creationId xmlns:a16="http://schemas.microsoft.com/office/drawing/2014/main" id="{1B6B01D1-987E-1EF6-F6A7-D038227ACD86}"/>
                  </a:ext>
                </a:extLst>
              </p14:cNvPr>
              <p14:cNvContentPartPr/>
              <p14:nvPr/>
            </p14:nvContentPartPr>
            <p14:xfrm>
              <a:off x="1951086" y="4319413"/>
              <a:ext cx="230040" cy="361440"/>
            </p14:xfrm>
          </p:contentPart>
        </mc:Choice>
        <mc:Fallback xmlns="">
          <p:pic>
            <p:nvPicPr>
              <p:cNvPr id="115" name="Ink 114">
                <a:extLst>
                  <a:ext uri="{FF2B5EF4-FFF2-40B4-BE49-F238E27FC236}">
                    <a16:creationId xmlns:a16="http://schemas.microsoft.com/office/drawing/2014/main" id="{1B6B01D1-987E-1EF6-F6A7-D038227ACD86}"/>
                  </a:ext>
                </a:extLst>
              </p:cNvPr>
              <p:cNvPicPr/>
              <p:nvPr/>
            </p:nvPicPr>
            <p:blipFill>
              <a:blip r:embed="rId64"/>
              <a:stretch>
                <a:fillRect/>
              </a:stretch>
            </p:blipFill>
            <p:spPr>
              <a:xfrm>
                <a:off x="1946766" y="4315093"/>
                <a:ext cx="2386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6" name="Ink 115">
                <a:extLst>
                  <a:ext uri="{FF2B5EF4-FFF2-40B4-BE49-F238E27FC236}">
                    <a16:creationId xmlns:a16="http://schemas.microsoft.com/office/drawing/2014/main" id="{5A7A44C8-AA36-CDD7-348F-3C9928CB8AC2}"/>
                  </a:ext>
                </a:extLst>
              </p14:cNvPr>
              <p14:cNvContentPartPr/>
              <p14:nvPr/>
            </p14:nvContentPartPr>
            <p14:xfrm>
              <a:off x="2494326" y="4303213"/>
              <a:ext cx="164160" cy="324720"/>
            </p14:xfrm>
          </p:contentPart>
        </mc:Choice>
        <mc:Fallback xmlns="">
          <p:pic>
            <p:nvPicPr>
              <p:cNvPr id="116" name="Ink 115">
                <a:extLst>
                  <a:ext uri="{FF2B5EF4-FFF2-40B4-BE49-F238E27FC236}">
                    <a16:creationId xmlns:a16="http://schemas.microsoft.com/office/drawing/2014/main" id="{5A7A44C8-AA36-CDD7-348F-3C9928CB8AC2}"/>
                  </a:ext>
                </a:extLst>
              </p:cNvPr>
              <p:cNvPicPr/>
              <p:nvPr/>
            </p:nvPicPr>
            <p:blipFill>
              <a:blip r:embed="rId66"/>
              <a:stretch>
                <a:fillRect/>
              </a:stretch>
            </p:blipFill>
            <p:spPr>
              <a:xfrm>
                <a:off x="2490006" y="4298893"/>
                <a:ext cx="1728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7" name="Ink 116">
                <a:extLst>
                  <a:ext uri="{FF2B5EF4-FFF2-40B4-BE49-F238E27FC236}">
                    <a16:creationId xmlns:a16="http://schemas.microsoft.com/office/drawing/2014/main" id="{FAECCCBD-F436-28A2-903E-77A33F8510D5}"/>
                  </a:ext>
                </a:extLst>
              </p14:cNvPr>
              <p14:cNvContentPartPr/>
              <p14:nvPr/>
            </p14:nvContentPartPr>
            <p14:xfrm>
              <a:off x="2606646" y="4263613"/>
              <a:ext cx="228240" cy="44280"/>
            </p14:xfrm>
          </p:contentPart>
        </mc:Choice>
        <mc:Fallback xmlns="">
          <p:pic>
            <p:nvPicPr>
              <p:cNvPr id="117" name="Ink 116">
                <a:extLst>
                  <a:ext uri="{FF2B5EF4-FFF2-40B4-BE49-F238E27FC236}">
                    <a16:creationId xmlns:a16="http://schemas.microsoft.com/office/drawing/2014/main" id="{FAECCCBD-F436-28A2-903E-77A33F8510D5}"/>
                  </a:ext>
                </a:extLst>
              </p:cNvPr>
              <p:cNvPicPr/>
              <p:nvPr/>
            </p:nvPicPr>
            <p:blipFill>
              <a:blip r:embed="rId68"/>
              <a:stretch>
                <a:fillRect/>
              </a:stretch>
            </p:blipFill>
            <p:spPr>
              <a:xfrm>
                <a:off x="2602326" y="4259293"/>
                <a:ext cx="2368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8" name="Ink 117">
                <a:extLst>
                  <a:ext uri="{FF2B5EF4-FFF2-40B4-BE49-F238E27FC236}">
                    <a16:creationId xmlns:a16="http://schemas.microsoft.com/office/drawing/2014/main" id="{DA7E29E2-451F-71E8-50F8-1CC2F663BDC8}"/>
                  </a:ext>
                </a:extLst>
              </p14:cNvPr>
              <p14:cNvContentPartPr/>
              <p14:nvPr/>
            </p14:nvContentPartPr>
            <p14:xfrm>
              <a:off x="3054486" y="4201333"/>
              <a:ext cx="177480" cy="374040"/>
            </p14:xfrm>
          </p:contentPart>
        </mc:Choice>
        <mc:Fallback xmlns="">
          <p:pic>
            <p:nvPicPr>
              <p:cNvPr id="118" name="Ink 117">
                <a:extLst>
                  <a:ext uri="{FF2B5EF4-FFF2-40B4-BE49-F238E27FC236}">
                    <a16:creationId xmlns:a16="http://schemas.microsoft.com/office/drawing/2014/main" id="{DA7E29E2-451F-71E8-50F8-1CC2F663BDC8}"/>
                  </a:ext>
                </a:extLst>
              </p:cNvPr>
              <p:cNvPicPr/>
              <p:nvPr/>
            </p:nvPicPr>
            <p:blipFill>
              <a:blip r:embed="rId70"/>
              <a:stretch>
                <a:fillRect/>
              </a:stretch>
            </p:blipFill>
            <p:spPr>
              <a:xfrm>
                <a:off x="3050166" y="4197013"/>
                <a:ext cx="18612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9" name="Ink 118">
                <a:extLst>
                  <a:ext uri="{FF2B5EF4-FFF2-40B4-BE49-F238E27FC236}">
                    <a16:creationId xmlns:a16="http://schemas.microsoft.com/office/drawing/2014/main" id="{02AA7768-98A8-1302-0198-382882235C1F}"/>
                  </a:ext>
                </a:extLst>
              </p14:cNvPr>
              <p14:cNvContentPartPr/>
              <p14:nvPr/>
            </p14:nvContentPartPr>
            <p14:xfrm>
              <a:off x="3581166" y="4293493"/>
              <a:ext cx="275040" cy="316080"/>
            </p14:xfrm>
          </p:contentPart>
        </mc:Choice>
        <mc:Fallback xmlns="">
          <p:pic>
            <p:nvPicPr>
              <p:cNvPr id="119" name="Ink 118">
                <a:extLst>
                  <a:ext uri="{FF2B5EF4-FFF2-40B4-BE49-F238E27FC236}">
                    <a16:creationId xmlns:a16="http://schemas.microsoft.com/office/drawing/2014/main" id="{02AA7768-98A8-1302-0198-382882235C1F}"/>
                  </a:ext>
                </a:extLst>
              </p:cNvPr>
              <p:cNvPicPr/>
              <p:nvPr/>
            </p:nvPicPr>
            <p:blipFill>
              <a:blip r:embed="rId72"/>
              <a:stretch>
                <a:fillRect/>
              </a:stretch>
            </p:blipFill>
            <p:spPr>
              <a:xfrm>
                <a:off x="3576846" y="4289173"/>
                <a:ext cx="28368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1" name="Ink 120">
                <a:extLst>
                  <a:ext uri="{FF2B5EF4-FFF2-40B4-BE49-F238E27FC236}">
                    <a16:creationId xmlns:a16="http://schemas.microsoft.com/office/drawing/2014/main" id="{1698F9B8-ED7B-1687-85DD-3EA09DCA2350}"/>
                  </a:ext>
                </a:extLst>
              </p14:cNvPr>
              <p14:cNvContentPartPr/>
              <p14:nvPr/>
            </p14:nvContentPartPr>
            <p14:xfrm>
              <a:off x="5016093" y="3254480"/>
              <a:ext cx="4680" cy="7920"/>
            </p14:xfrm>
          </p:contentPart>
        </mc:Choice>
        <mc:Fallback xmlns="">
          <p:pic>
            <p:nvPicPr>
              <p:cNvPr id="121" name="Ink 120">
                <a:extLst>
                  <a:ext uri="{FF2B5EF4-FFF2-40B4-BE49-F238E27FC236}">
                    <a16:creationId xmlns:a16="http://schemas.microsoft.com/office/drawing/2014/main" id="{1698F9B8-ED7B-1687-85DD-3EA09DCA2350}"/>
                  </a:ext>
                </a:extLst>
              </p:cNvPr>
              <p:cNvPicPr/>
              <p:nvPr/>
            </p:nvPicPr>
            <p:blipFill>
              <a:blip r:embed="rId85"/>
              <a:stretch>
                <a:fillRect/>
              </a:stretch>
            </p:blipFill>
            <p:spPr>
              <a:xfrm>
                <a:off x="4962453" y="3146480"/>
                <a:ext cx="1123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2" name="Ink 121">
                <a:extLst>
                  <a:ext uri="{FF2B5EF4-FFF2-40B4-BE49-F238E27FC236}">
                    <a16:creationId xmlns:a16="http://schemas.microsoft.com/office/drawing/2014/main" id="{7A198CB1-96CA-1FBD-E60D-C4EE99DFFC33}"/>
                  </a:ext>
                </a:extLst>
              </p14:cNvPr>
              <p14:cNvContentPartPr/>
              <p14:nvPr/>
            </p14:nvContentPartPr>
            <p14:xfrm>
              <a:off x="3078573" y="4245560"/>
              <a:ext cx="812160" cy="482400"/>
            </p14:xfrm>
          </p:contentPart>
        </mc:Choice>
        <mc:Fallback xmlns="">
          <p:pic>
            <p:nvPicPr>
              <p:cNvPr id="122" name="Ink 121">
                <a:extLst>
                  <a:ext uri="{FF2B5EF4-FFF2-40B4-BE49-F238E27FC236}">
                    <a16:creationId xmlns:a16="http://schemas.microsoft.com/office/drawing/2014/main" id="{7A198CB1-96CA-1FBD-E60D-C4EE99DFFC33}"/>
                  </a:ext>
                </a:extLst>
              </p:cNvPr>
              <p:cNvPicPr/>
              <p:nvPr/>
            </p:nvPicPr>
            <p:blipFill>
              <a:blip r:embed="rId87"/>
              <a:stretch>
                <a:fillRect/>
              </a:stretch>
            </p:blipFill>
            <p:spPr>
              <a:xfrm>
                <a:off x="3024573" y="4137560"/>
                <a:ext cx="919800" cy="698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3" name="Ink 122">
                <a:extLst>
                  <a:ext uri="{FF2B5EF4-FFF2-40B4-BE49-F238E27FC236}">
                    <a16:creationId xmlns:a16="http://schemas.microsoft.com/office/drawing/2014/main" id="{13312885-3F53-4F06-D8BE-9467F14D3A82}"/>
                  </a:ext>
                </a:extLst>
              </p14:cNvPr>
              <p14:cNvContentPartPr/>
              <p14:nvPr/>
            </p14:nvContentPartPr>
            <p14:xfrm>
              <a:off x="750453" y="5483240"/>
              <a:ext cx="46080" cy="380880"/>
            </p14:xfrm>
          </p:contentPart>
        </mc:Choice>
        <mc:Fallback xmlns="">
          <p:pic>
            <p:nvPicPr>
              <p:cNvPr id="123" name="Ink 122">
                <a:extLst>
                  <a:ext uri="{FF2B5EF4-FFF2-40B4-BE49-F238E27FC236}">
                    <a16:creationId xmlns:a16="http://schemas.microsoft.com/office/drawing/2014/main" id="{13312885-3F53-4F06-D8BE-9467F14D3A82}"/>
                  </a:ext>
                </a:extLst>
              </p:cNvPr>
              <p:cNvPicPr/>
              <p:nvPr/>
            </p:nvPicPr>
            <p:blipFill>
              <a:blip r:embed="rId89"/>
              <a:stretch>
                <a:fillRect/>
              </a:stretch>
            </p:blipFill>
            <p:spPr>
              <a:xfrm>
                <a:off x="746133" y="5478920"/>
                <a:ext cx="54720" cy="389520"/>
              </a:xfrm>
              <a:prstGeom prst="rect">
                <a:avLst/>
              </a:prstGeom>
            </p:spPr>
          </p:pic>
        </mc:Fallback>
      </mc:AlternateContent>
      <p:grpSp>
        <p:nvGrpSpPr>
          <p:cNvPr id="130" name="Group 129">
            <a:extLst>
              <a:ext uri="{FF2B5EF4-FFF2-40B4-BE49-F238E27FC236}">
                <a16:creationId xmlns:a16="http://schemas.microsoft.com/office/drawing/2014/main" id="{EFB34631-8B74-6DC1-11FD-2B801F1116B6}"/>
              </a:ext>
            </a:extLst>
          </p:cNvPr>
          <p:cNvGrpSpPr/>
          <p:nvPr/>
        </p:nvGrpSpPr>
        <p:grpSpPr>
          <a:xfrm>
            <a:off x="1395213" y="5475320"/>
            <a:ext cx="295200" cy="366120"/>
            <a:chOff x="1395213" y="5475320"/>
            <a:chExt cx="295200" cy="366120"/>
          </a:xfrm>
        </p:grpSpPr>
        <mc:AlternateContent xmlns:mc="http://schemas.openxmlformats.org/markup-compatibility/2006" xmlns:p14="http://schemas.microsoft.com/office/powerpoint/2010/main">
          <mc:Choice Requires="p14">
            <p:contentPart p14:bwMode="auto" r:id="rId90">
              <p14:nvContentPartPr>
                <p14:cNvPr id="124" name="Ink 123">
                  <a:extLst>
                    <a:ext uri="{FF2B5EF4-FFF2-40B4-BE49-F238E27FC236}">
                      <a16:creationId xmlns:a16="http://schemas.microsoft.com/office/drawing/2014/main" id="{A07C222B-7EF1-5CC1-4484-AB90EF912A63}"/>
                    </a:ext>
                  </a:extLst>
                </p14:cNvPr>
                <p14:cNvContentPartPr/>
                <p14:nvPr/>
              </p14:nvContentPartPr>
              <p14:xfrm>
                <a:off x="1395213" y="5475320"/>
                <a:ext cx="295200" cy="279360"/>
              </p14:xfrm>
            </p:contentPart>
          </mc:Choice>
          <mc:Fallback xmlns="">
            <p:pic>
              <p:nvPicPr>
                <p:cNvPr id="124" name="Ink 123">
                  <a:extLst>
                    <a:ext uri="{FF2B5EF4-FFF2-40B4-BE49-F238E27FC236}">
                      <a16:creationId xmlns:a16="http://schemas.microsoft.com/office/drawing/2014/main" id="{A07C222B-7EF1-5CC1-4484-AB90EF912A63}"/>
                    </a:ext>
                  </a:extLst>
                </p:cNvPr>
                <p:cNvPicPr/>
                <p:nvPr/>
              </p:nvPicPr>
              <p:blipFill>
                <a:blip r:embed="rId91"/>
                <a:stretch>
                  <a:fillRect/>
                </a:stretch>
              </p:blipFill>
              <p:spPr>
                <a:xfrm>
                  <a:off x="1390893" y="5471000"/>
                  <a:ext cx="3038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25" name="Ink 124">
                  <a:extLst>
                    <a:ext uri="{FF2B5EF4-FFF2-40B4-BE49-F238E27FC236}">
                      <a16:creationId xmlns:a16="http://schemas.microsoft.com/office/drawing/2014/main" id="{4C7653EA-4CA7-8C77-49C9-AF6BF1F3CDEC}"/>
                    </a:ext>
                  </a:extLst>
                </p14:cNvPr>
                <p14:cNvContentPartPr/>
                <p14:nvPr/>
              </p14:nvContentPartPr>
              <p14:xfrm>
                <a:off x="1585653" y="5549120"/>
                <a:ext cx="90000" cy="292320"/>
              </p14:xfrm>
            </p:contentPart>
          </mc:Choice>
          <mc:Fallback xmlns="">
            <p:pic>
              <p:nvPicPr>
                <p:cNvPr id="125" name="Ink 124">
                  <a:extLst>
                    <a:ext uri="{FF2B5EF4-FFF2-40B4-BE49-F238E27FC236}">
                      <a16:creationId xmlns:a16="http://schemas.microsoft.com/office/drawing/2014/main" id="{4C7653EA-4CA7-8C77-49C9-AF6BF1F3CDEC}"/>
                    </a:ext>
                  </a:extLst>
                </p:cNvPr>
                <p:cNvPicPr/>
                <p:nvPr/>
              </p:nvPicPr>
              <p:blipFill>
                <a:blip r:embed="rId93"/>
                <a:stretch>
                  <a:fillRect/>
                </a:stretch>
              </p:blipFill>
              <p:spPr>
                <a:xfrm>
                  <a:off x="1581333" y="5544800"/>
                  <a:ext cx="98640" cy="300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126" name="Ink 125">
                <a:extLst>
                  <a:ext uri="{FF2B5EF4-FFF2-40B4-BE49-F238E27FC236}">
                    <a16:creationId xmlns:a16="http://schemas.microsoft.com/office/drawing/2014/main" id="{098B98E4-3F53-FEA8-582A-3BF9ED96B75C}"/>
                  </a:ext>
                </a:extLst>
              </p14:cNvPr>
              <p14:cNvContentPartPr/>
              <p14:nvPr/>
            </p14:nvContentPartPr>
            <p14:xfrm>
              <a:off x="2017653" y="5425280"/>
              <a:ext cx="190800" cy="246960"/>
            </p14:xfrm>
          </p:contentPart>
        </mc:Choice>
        <mc:Fallback xmlns="">
          <p:pic>
            <p:nvPicPr>
              <p:cNvPr id="126" name="Ink 125">
                <a:extLst>
                  <a:ext uri="{FF2B5EF4-FFF2-40B4-BE49-F238E27FC236}">
                    <a16:creationId xmlns:a16="http://schemas.microsoft.com/office/drawing/2014/main" id="{098B98E4-3F53-FEA8-582A-3BF9ED96B75C}"/>
                  </a:ext>
                </a:extLst>
              </p:cNvPr>
              <p:cNvPicPr/>
              <p:nvPr/>
            </p:nvPicPr>
            <p:blipFill>
              <a:blip r:embed="rId95"/>
              <a:stretch>
                <a:fillRect/>
              </a:stretch>
            </p:blipFill>
            <p:spPr>
              <a:xfrm>
                <a:off x="2013333" y="5420960"/>
                <a:ext cx="199440" cy="255600"/>
              </a:xfrm>
              <a:prstGeom prst="rect">
                <a:avLst/>
              </a:prstGeom>
            </p:spPr>
          </p:pic>
        </mc:Fallback>
      </mc:AlternateContent>
      <p:grpSp>
        <p:nvGrpSpPr>
          <p:cNvPr id="129" name="Group 128">
            <a:extLst>
              <a:ext uri="{FF2B5EF4-FFF2-40B4-BE49-F238E27FC236}">
                <a16:creationId xmlns:a16="http://schemas.microsoft.com/office/drawing/2014/main" id="{84DA8259-7086-DCA4-E745-F93CE9D50A45}"/>
              </a:ext>
            </a:extLst>
          </p:cNvPr>
          <p:cNvGrpSpPr/>
          <p:nvPr/>
        </p:nvGrpSpPr>
        <p:grpSpPr>
          <a:xfrm>
            <a:off x="2482053" y="5330960"/>
            <a:ext cx="325080" cy="360720"/>
            <a:chOff x="2482053" y="5330960"/>
            <a:chExt cx="325080" cy="360720"/>
          </a:xfrm>
        </p:grpSpPr>
        <mc:AlternateContent xmlns:mc="http://schemas.openxmlformats.org/markup-compatibility/2006" xmlns:p14="http://schemas.microsoft.com/office/powerpoint/2010/main">
          <mc:Choice Requires="p14">
            <p:contentPart p14:bwMode="auto" r:id="rId96">
              <p14:nvContentPartPr>
                <p14:cNvPr id="127" name="Ink 126">
                  <a:extLst>
                    <a:ext uri="{FF2B5EF4-FFF2-40B4-BE49-F238E27FC236}">
                      <a16:creationId xmlns:a16="http://schemas.microsoft.com/office/drawing/2014/main" id="{FCF19345-001F-F689-0172-1173954FFADB}"/>
                    </a:ext>
                  </a:extLst>
                </p14:cNvPr>
                <p14:cNvContentPartPr/>
                <p14:nvPr/>
              </p14:nvContentPartPr>
              <p14:xfrm>
                <a:off x="2482053" y="5382080"/>
                <a:ext cx="191160" cy="309600"/>
              </p14:xfrm>
            </p:contentPart>
          </mc:Choice>
          <mc:Fallback xmlns="">
            <p:pic>
              <p:nvPicPr>
                <p:cNvPr id="127" name="Ink 126">
                  <a:extLst>
                    <a:ext uri="{FF2B5EF4-FFF2-40B4-BE49-F238E27FC236}">
                      <a16:creationId xmlns:a16="http://schemas.microsoft.com/office/drawing/2014/main" id="{FCF19345-001F-F689-0172-1173954FFADB}"/>
                    </a:ext>
                  </a:extLst>
                </p:cNvPr>
                <p:cNvPicPr/>
                <p:nvPr/>
              </p:nvPicPr>
              <p:blipFill>
                <a:blip r:embed="rId97"/>
                <a:stretch>
                  <a:fillRect/>
                </a:stretch>
              </p:blipFill>
              <p:spPr>
                <a:xfrm>
                  <a:off x="2477733" y="5377760"/>
                  <a:ext cx="19980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28" name="Ink 127">
                  <a:extLst>
                    <a:ext uri="{FF2B5EF4-FFF2-40B4-BE49-F238E27FC236}">
                      <a16:creationId xmlns:a16="http://schemas.microsoft.com/office/drawing/2014/main" id="{99EE6738-A947-CD81-CD77-B38F71D30845}"/>
                    </a:ext>
                  </a:extLst>
                </p14:cNvPr>
                <p14:cNvContentPartPr/>
                <p14:nvPr/>
              </p14:nvContentPartPr>
              <p14:xfrm>
                <a:off x="2561973" y="5330960"/>
                <a:ext cx="245160" cy="44280"/>
              </p14:xfrm>
            </p:contentPart>
          </mc:Choice>
          <mc:Fallback xmlns="">
            <p:pic>
              <p:nvPicPr>
                <p:cNvPr id="128" name="Ink 127">
                  <a:extLst>
                    <a:ext uri="{FF2B5EF4-FFF2-40B4-BE49-F238E27FC236}">
                      <a16:creationId xmlns:a16="http://schemas.microsoft.com/office/drawing/2014/main" id="{99EE6738-A947-CD81-CD77-B38F71D30845}"/>
                    </a:ext>
                  </a:extLst>
                </p:cNvPr>
                <p:cNvPicPr/>
                <p:nvPr/>
              </p:nvPicPr>
              <p:blipFill>
                <a:blip r:embed="rId99"/>
                <a:stretch>
                  <a:fillRect/>
                </a:stretch>
              </p:blipFill>
              <p:spPr>
                <a:xfrm>
                  <a:off x="2557653" y="5326640"/>
                  <a:ext cx="253800" cy="5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0">
            <p14:nvContentPartPr>
              <p14:cNvPr id="131" name="Ink 130">
                <a:extLst>
                  <a:ext uri="{FF2B5EF4-FFF2-40B4-BE49-F238E27FC236}">
                    <a16:creationId xmlns:a16="http://schemas.microsoft.com/office/drawing/2014/main" id="{FC4FDE72-402A-71E6-CFC6-42E13B13A40A}"/>
                  </a:ext>
                </a:extLst>
              </p14:cNvPr>
              <p14:cNvContentPartPr/>
              <p14:nvPr/>
            </p14:nvContentPartPr>
            <p14:xfrm>
              <a:off x="3095133" y="5361920"/>
              <a:ext cx="389880" cy="309960"/>
            </p14:xfrm>
          </p:contentPart>
        </mc:Choice>
        <mc:Fallback xmlns="">
          <p:pic>
            <p:nvPicPr>
              <p:cNvPr id="131" name="Ink 130">
                <a:extLst>
                  <a:ext uri="{FF2B5EF4-FFF2-40B4-BE49-F238E27FC236}">
                    <a16:creationId xmlns:a16="http://schemas.microsoft.com/office/drawing/2014/main" id="{FC4FDE72-402A-71E6-CFC6-42E13B13A40A}"/>
                  </a:ext>
                </a:extLst>
              </p:cNvPr>
              <p:cNvPicPr/>
              <p:nvPr/>
            </p:nvPicPr>
            <p:blipFill>
              <a:blip r:embed="rId101"/>
              <a:stretch>
                <a:fillRect/>
              </a:stretch>
            </p:blipFill>
            <p:spPr>
              <a:xfrm>
                <a:off x="3090813" y="5357600"/>
                <a:ext cx="39852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2" name="Ink 131">
                <a:extLst>
                  <a:ext uri="{FF2B5EF4-FFF2-40B4-BE49-F238E27FC236}">
                    <a16:creationId xmlns:a16="http://schemas.microsoft.com/office/drawing/2014/main" id="{26122FE5-4AF9-B462-955B-594EC606D311}"/>
                  </a:ext>
                </a:extLst>
              </p14:cNvPr>
              <p14:cNvContentPartPr/>
              <p14:nvPr/>
            </p14:nvContentPartPr>
            <p14:xfrm>
              <a:off x="3704253" y="5264000"/>
              <a:ext cx="245880" cy="426960"/>
            </p14:xfrm>
          </p:contentPart>
        </mc:Choice>
        <mc:Fallback xmlns="">
          <p:pic>
            <p:nvPicPr>
              <p:cNvPr id="132" name="Ink 131">
                <a:extLst>
                  <a:ext uri="{FF2B5EF4-FFF2-40B4-BE49-F238E27FC236}">
                    <a16:creationId xmlns:a16="http://schemas.microsoft.com/office/drawing/2014/main" id="{26122FE5-4AF9-B462-955B-594EC606D311}"/>
                  </a:ext>
                </a:extLst>
              </p:cNvPr>
              <p:cNvPicPr/>
              <p:nvPr/>
            </p:nvPicPr>
            <p:blipFill>
              <a:blip r:embed="rId103"/>
              <a:stretch>
                <a:fillRect/>
              </a:stretch>
            </p:blipFill>
            <p:spPr>
              <a:xfrm>
                <a:off x="3699933" y="5259680"/>
                <a:ext cx="254520" cy="435600"/>
              </a:xfrm>
              <a:prstGeom prst="rect">
                <a:avLst/>
              </a:prstGeom>
            </p:spPr>
          </p:pic>
        </mc:Fallback>
      </mc:AlternateContent>
      <p:grpSp>
        <p:nvGrpSpPr>
          <p:cNvPr id="143" name="Group 142">
            <a:extLst>
              <a:ext uri="{FF2B5EF4-FFF2-40B4-BE49-F238E27FC236}">
                <a16:creationId xmlns:a16="http://schemas.microsoft.com/office/drawing/2014/main" id="{2E17D5E0-6273-DBDC-B004-4E8A1906B59A}"/>
              </a:ext>
            </a:extLst>
          </p:cNvPr>
          <p:cNvGrpSpPr/>
          <p:nvPr/>
        </p:nvGrpSpPr>
        <p:grpSpPr>
          <a:xfrm>
            <a:off x="5285373" y="5016680"/>
            <a:ext cx="818640" cy="577440"/>
            <a:chOff x="5285373" y="5016680"/>
            <a:chExt cx="818640" cy="577440"/>
          </a:xfrm>
        </p:grpSpPr>
        <mc:AlternateContent xmlns:mc="http://schemas.openxmlformats.org/markup-compatibility/2006" xmlns:p14="http://schemas.microsoft.com/office/powerpoint/2010/main">
          <mc:Choice Requires="p14">
            <p:contentPart p14:bwMode="auto" r:id="rId104">
              <p14:nvContentPartPr>
                <p14:cNvPr id="133" name="Ink 132">
                  <a:extLst>
                    <a:ext uri="{FF2B5EF4-FFF2-40B4-BE49-F238E27FC236}">
                      <a16:creationId xmlns:a16="http://schemas.microsoft.com/office/drawing/2014/main" id="{D95AA1D2-D1E7-39C7-7A2C-9CD8B38DBD95}"/>
                    </a:ext>
                  </a:extLst>
                </p14:cNvPr>
                <p14:cNvContentPartPr/>
                <p14:nvPr/>
              </p14:nvContentPartPr>
              <p14:xfrm>
                <a:off x="5289333" y="5273720"/>
                <a:ext cx="221040" cy="320400"/>
              </p14:xfrm>
            </p:contentPart>
          </mc:Choice>
          <mc:Fallback xmlns="">
            <p:pic>
              <p:nvPicPr>
                <p:cNvPr id="133" name="Ink 132">
                  <a:extLst>
                    <a:ext uri="{FF2B5EF4-FFF2-40B4-BE49-F238E27FC236}">
                      <a16:creationId xmlns:a16="http://schemas.microsoft.com/office/drawing/2014/main" id="{D95AA1D2-D1E7-39C7-7A2C-9CD8B38DBD95}"/>
                    </a:ext>
                  </a:extLst>
                </p:cNvPr>
                <p:cNvPicPr/>
                <p:nvPr/>
              </p:nvPicPr>
              <p:blipFill>
                <a:blip r:embed="rId105"/>
                <a:stretch>
                  <a:fillRect/>
                </a:stretch>
              </p:blipFill>
              <p:spPr>
                <a:xfrm>
                  <a:off x="5285013" y="5269400"/>
                  <a:ext cx="22968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4" name="Ink 133">
                  <a:extLst>
                    <a:ext uri="{FF2B5EF4-FFF2-40B4-BE49-F238E27FC236}">
                      <a16:creationId xmlns:a16="http://schemas.microsoft.com/office/drawing/2014/main" id="{56BE9F06-451E-E1F1-125F-96F637929D1B}"/>
                    </a:ext>
                  </a:extLst>
                </p14:cNvPr>
                <p14:cNvContentPartPr/>
                <p14:nvPr/>
              </p14:nvContentPartPr>
              <p14:xfrm>
                <a:off x="5376453" y="5219720"/>
                <a:ext cx="171360" cy="60120"/>
              </p14:xfrm>
            </p:contentPart>
          </mc:Choice>
          <mc:Fallback xmlns="">
            <p:pic>
              <p:nvPicPr>
                <p:cNvPr id="134" name="Ink 133">
                  <a:extLst>
                    <a:ext uri="{FF2B5EF4-FFF2-40B4-BE49-F238E27FC236}">
                      <a16:creationId xmlns:a16="http://schemas.microsoft.com/office/drawing/2014/main" id="{56BE9F06-451E-E1F1-125F-96F637929D1B}"/>
                    </a:ext>
                  </a:extLst>
                </p:cNvPr>
                <p:cNvPicPr/>
                <p:nvPr/>
              </p:nvPicPr>
              <p:blipFill>
                <a:blip r:embed="rId107"/>
                <a:stretch>
                  <a:fillRect/>
                </a:stretch>
              </p:blipFill>
              <p:spPr>
                <a:xfrm>
                  <a:off x="5372133" y="5215400"/>
                  <a:ext cx="1800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5" name="Ink 134">
                  <a:extLst>
                    <a:ext uri="{FF2B5EF4-FFF2-40B4-BE49-F238E27FC236}">
                      <a16:creationId xmlns:a16="http://schemas.microsoft.com/office/drawing/2014/main" id="{7BDC8CE2-1ED3-B7E8-43B4-B11663D2C78F}"/>
                    </a:ext>
                  </a:extLst>
                </p14:cNvPr>
                <p14:cNvContentPartPr/>
                <p14:nvPr/>
              </p14:nvContentPartPr>
              <p14:xfrm>
                <a:off x="5430093" y="5470280"/>
                <a:ext cx="106920" cy="18360"/>
              </p14:xfrm>
            </p:contentPart>
          </mc:Choice>
          <mc:Fallback xmlns="">
            <p:pic>
              <p:nvPicPr>
                <p:cNvPr id="135" name="Ink 134">
                  <a:extLst>
                    <a:ext uri="{FF2B5EF4-FFF2-40B4-BE49-F238E27FC236}">
                      <a16:creationId xmlns:a16="http://schemas.microsoft.com/office/drawing/2014/main" id="{7BDC8CE2-1ED3-B7E8-43B4-B11663D2C78F}"/>
                    </a:ext>
                  </a:extLst>
                </p:cNvPr>
                <p:cNvPicPr/>
                <p:nvPr/>
              </p:nvPicPr>
              <p:blipFill>
                <a:blip r:embed="rId109"/>
                <a:stretch>
                  <a:fillRect/>
                </a:stretch>
              </p:blipFill>
              <p:spPr>
                <a:xfrm>
                  <a:off x="5425773" y="5465960"/>
                  <a:ext cx="11556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6" name="Ink 135">
                  <a:extLst>
                    <a:ext uri="{FF2B5EF4-FFF2-40B4-BE49-F238E27FC236}">
                      <a16:creationId xmlns:a16="http://schemas.microsoft.com/office/drawing/2014/main" id="{B2DFB38E-4A38-098C-0C95-A3D15464DFDA}"/>
                    </a:ext>
                  </a:extLst>
                </p14:cNvPr>
                <p14:cNvContentPartPr/>
                <p14:nvPr/>
              </p14:nvContentPartPr>
              <p14:xfrm>
                <a:off x="5665173" y="5411240"/>
                <a:ext cx="227160" cy="75240"/>
              </p14:xfrm>
            </p:contentPart>
          </mc:Choice>
          <mc:Fallback xmlns="">
            <p:pic>
              <p:nvPicPr>
                <p:cNvPr id="136" name="Ink 135">
                  <a:extLst>
                    <a:ext uri="{FF2B5EF4-FFF2-40B4-BE49-F238E27FC236}">
                      <a16:creationId xmlns:a16="http://schemas.microsoft.com/office/drawing/2014/main" id="{B2DFB38E-4A38-098C-0C95-A3D15464DFDA}"/>
                    </a:ext>
                  </a:extLst>
                </p:cNvPr>
                <p:cNvPicPr/>
                <p:nvPr/>
              </p:nvPicPr>
              <p:blipFill>
                <a:blip r:embed="rId111"/>
                <a:stretch>
                  <a:fillRect/>
                </a:stretch>
              </p:blipFill>
              <p:spPr>
                <a:xfrm>
                  <a:off x="5660853" y="5406920"/>
                  <a:ext cx="2358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7" name="Ink 136">
                  <a:extLst>
                    <a:ext uri="{FF2B5EF4-FFF2-40B4-BE49-F238E27FC236}">
                      <a16:creationId xmlns:a16="http://schemas.microsoft.com/office/drawing/2014/main" id="{73EB134C-1F88-1C87-36E5-F27B24DC96EE}"/>
                    </a:ext>
                  </a:extLst>
                </p14:cNvPr>
                <p14:cNvContentPartPr/>
                <p14:nvPr/>
              </p14:nvContentPartPr>
              <p14:xfrm>
                <a:off x="5936253" y="5016680"/>
                <a:ext cx="167760" cy="526680"/>
              </p14:xfrm>
            </p:contentPart>
          </mc:Choice>
          <mc:Fallback xmlns="">
            <p:pic>
              <p:nvPicPr>
                <p:cNvPr id="137" name="Ink 136">
                  <a:extLst>
                    <a:ext uri="{FF2B5EF4-FFF2-40B4-BE49-F238E27FC236}">
                      <a16:creationId xmlns:a16="http://schemas.microsoft.com/office/drawing/2014/main" id="{73EB134C-1F88-1C87-36E5-F27B24DC96EE}"/>
                    </a:ext>
                  </a:extLst>
                </p:cNvPr>
                <p:cNvPicPr/>
                <p:nvPr/>
              </p:nvPicPr>
              <p:blipFill>
                <a:blip r:embed="rId113"/>
                <a:stretch>
                  <a:fillRect/>
                </a:stretch>
              </p:blipFill>
              <p:spPr>
                <a:xfrm>
                  <a:off x="5931933" y="5012360"/>
                  <a:ext cx="176400" cy="535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8" name="Ink 137">
                  <a:extLst>
                    <a:ext uri="{FF2B5EF4-FFF2-40B4-BE49-F238E27FC236}">
                      <a16:creationId xmlns:a16="http://schemas.microsoft.com/office/drawing/2014/main" id="{893B4D30-CF7C-6BCB-FFF7-0CB6E73F512B}"/>
                    </a:ext>
                  </a:extLst>
                </p14:cNvPr>
                <p14:cNvContentPartPr/>
                <p14:nvPr/>
              </p14:nvContentPartPr>
              <p14:xfrm>
                <a:off x="5285373" y="5447600"/>
                <a:ext cx="229680" cy="92160"/>
              </p14:xfrm>
            </p:contentPart>
          </mc:Choice>
          <mc:Fallback xmlns="">
            <p:pic>
              <p:nvPicPr>
                <p:cNvPr id="138" name="Ink 137">
                  <a:extLst>
                    <a:ext uri="{FF2B5EF4-FFF2-40B4-BE49-F238E27FC236}">
                      <a16:creationId xmlns:a16="http://schemas.microsoft.com/office/drawing/2014/main" id="{893B4D30-CF7C-6BCB-FFF7-0CB6E73F512B}"/>
                    </a:ext>
                  </a:extLst>
                </p:cNvPr>
                <p:cNvPicPr/>
                <p:nvPr/>
              </p:nvPicPr>
              <p:blipFill>
                <a:blip r:embed="rId115"/>
                <a:stretch>
                  <a:fillRect/>
                </a:stretch>
              </p:blipFill>
              <p:spPr>
                <a:xfrm>
                  <a:off x="5281053" y="5443280"/>
                  <a:ext cx="238320" cy="100800"/>
                </a:xfrm>
                <a:prstGeom prst="rect">
                  <a:avLst/>
                </a:prstGeom>
              </p:spPr>
            </p:pic>
          </mc:Fallback>
        </mc:AlternateContent>
      </p:grpSp>
      <p:grpSp>
        <p:nvGrpSpPr>
          <p:cNvPr id="142" name="Group 141">
            <a:extLst>
              <a:ext uri="{FF2B5EF4-FFF2-40B4-BE49-F238E27FC236}">
                <a16:creationId xmlns:a16="http://schemas.microsoft.com/office/drawing/2014/main" id="{D6B3E9D8-76C0-0B3E-2478-0ECA58DF3A19}"/>
              </a:ext>
            </a:extLst>
          </p:cNvPr>
          <p:cNvGrpSpPr/>
          <p:nvPr/>
        </p:nvGrpSpPr>
        <p:grpSpPr>
          <a:xfrm>
            <a:off x="6384813" y="4972400"/>
            <a:ext cx="335520" cy="489240"/>
            <a:chOff x="6384813" y="4972400"/>
            <a:chExt cx="335520" cy="489240"/>
          </a:xfrm>
        </p:grpSpPr>
        <mc:AlternateContent xmlns:mc="http://schemas.openxmlformats.org/markup-compatibility/2006" xmlns:p14="http://schemas.microsoft.com/office/powerpoint/2010/main">
          <mc:Choice Requires="p14">
            <p:contentPart p14:bwMode="auto" r:id="rId116">
              <p14:nvContentPartPr>
                <p14:cNvPr id="139" name="Ink 138">
                  <a:extLst>
                    <a:ext uri="{FF2B5EF4-FFF2-40B4-BE49-F238E27FC236}">
                      <a16:creationId xmlns:a16="http://schemas.microsoft.com/office/drawing/2014/main" id="{10E5DEE2-393C-2794-B4BB-9D42BB57086D}"/>
                    </a:ext>
                  </a:extLst>
                </p14:cNvPr>
                <p14:cNvContentPartPr/>
                <p14:nvPr/>
              </p14:nvContentPartPr>
              <p14:xfrm>
                <a:off x="6384813" y="5288480"/>
                <a:ext cx="85680" cy="146160"/>
              </p14:xfrm>
            </p:contentPart>
          </mc:Choice>
          <mc:Fallback xmlns="">
            <p:pic>
              <p:nvPicPr>
                <p:cNvPr id="139" name="Ink 138">
                  <a:extLst>
                    <a:ext uri="{FF2B5EF4-FFF2-40B4-BE49-F238E27FC236}">
                      <a16:creationId xmlns:a16="http://schemas.microsoft.com/office/drawing/2014/main" id="{10E5DEE2-393C-2794-B4BB-9D42BB57086D}"/>
                    </a:ext>
                  </a:extLst>
                </p:cNvPr>
                <p:cNvPicPr/>
                <p:nvPr/>
              </p:nvPicPr>
              <p:blipFill>
                <a:blip r:embed="rId117"/>
                <a:stretch>
                  <a:fillRect/>
                </a:stretch>
              </p:blipFill>
              <p:spPr>
                <a:xfrm>
                  <a:off x="6380493" y="5284160"/>
                  <a:ext cx="943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40" name="Ink 139">
                  <a:extLst>
                    <a:ext uri="{FF2B5EF4-FFF2-40B4-BE49-F238E27FC236}">
                      <a16:creationId xmlns:a16="http://schemas.microsoft.com/office/drawing/2014/main" id="{0907B48A-B0A1-0F7A-2809-A16FAEB80E8B}"/>
                    </a:ext>
                  </a:extLst>
                </p14:cNvPr>
                <p14:cNvContentPartPr/>
                <p14:nvPr/>
              </p14:nvContentPartPr>
              <p14:xfrm>
                <a:off x="6518013" y="4972400"/>
                <a:ext cx="196920" cy="489240"/>
              </p14:xfrm>
            </p:contentPart>
          </mc:Choice>
          <mc:Fallback xmlns="">
            <p:pic>
              <p:nvPicPr>
                <p:cNvPr id="140" name="Ink 139">
                  <a:extLst>
                    <a:ext uri="{FF2B5EF4-FFF2-40B4-BE49-F238E27FC236}">
                      <a16:creationId xmlns:a16="http://schemas.microsoft.com/office/drawing/2014/main" id="{0907B48A-B0A1-0F7A-2809-A16FAEB80E8B}"/>
                    </a:ext>
                  </a:extLst>
                </p:cNvPr>
                <p:cNvPicPr/>
                <p:nvPr/>
              </p:nvPicPr>
              <p:blipFill>
                <a:blip r:embed="rId119"/>
                <a:stretch>
                  <a:fillRect/>
                </a:stretch>
              </p:blipFill>
              <p:spPr>
                <a:xfrm>
                  <a:off x="6513693" y="4968080"/>
                  <a:ext cx="20556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41" name="Ink 140">
                  <a:extLst>
                    <a:ext uri="{FF2B5EF4-FFF2-40B4-BE49-F238E27FC236}">
                      <a16:creationId xmlns:a16="http://schemas.microsoft.com/office/drawing/2014/main" id="{B937D057-1CF3-7951-A2BA-8E5D58C1F77B}"/>
                    </a:ext>
                  </a:extLst>
                </p14:cNvPr>
                <p14:cNvContentPartPr/>
                <p14:nvPr/>
              </p14:nvContentPartPr>
              <p14:xfrm>
                <a:off x="6524133" y="5232680"/>
                <a:ext cx="196200" cy="72000"/>
              </p14:xfrm>
            </p:contentPart>
          </mc:Choice>
          <mc:Fallback xmlns="">
            <p:pic>
              <p:nvPicPr>
                <p:cNvPr id="141" name="Ink 140">
                  <a:extLst>
                    <a:ext uri="{FF2B5EF4-FFF2-40B4-BE49-F238E27FC236}">
                      <a16:creationId xmlns:a16="http://schemas.microsoft.com/office/drawing/2014/main" id="{B937D057-1CF3-7951-A2BA-8E5D58C1F77B}"/>
                    </a:ext>
                  </a:extLst>
                </p:cNvPr>
                <p:cNvPicPr/>
                <p:nvPr/>
              </p:nvPicPr>
              <p:blipFill>
                <a:blip r:embed="rId121"/>
                <a:stretch>
                  <a:fillRect/>
                </a:stretch>
              </p:blipFill>
              <p:spPr>
                <a:xfrm>
                  <a:off x="6519813" y="5228360"/>
                  <a:ext cx="204840" cy="80640"/>
                </a:xfrm>
                <a:prstGeom prst="rect">
                  <a:avLst/>
                </a:prstGeom>
              </p:spPr>
            </p:pic>
          </mc:Fallback>
        </mc:AlternateContent>
      </p:grpSp>
      <p:grpSp>
        <p:nvGrpSpPr>
          <p:cNvPr id="152" name="Group 151">
            <a:extLst>
              <a:ext uri="{FF2B5EF4-FFF2-40B4-BE49-F238E27FC236}">
                <a16:creationId xmlns:a16="http://schemas.microsoft.com/office/drawing/2014/main" id="{E652AA4D-E4A1-92DA-8DA0-DE8ED4A30A00}"/>
              </a:ext>
            </a:extLst>
          </p:cNvPr>
          <p:cNvGrpSpPr/>
          <p:nvPr/>
        </p:nvGrpSpPr>
        <p:grpSpPr>
          <a:xfrm>
            <a:off x="7255293" y="4958360"/>
            <a:ext cx="441360" cy="541440"/>
            <a:chOff x="7255293" y="4958360"/>
            <a:chExt cx="441360" cy="541440"/>
          </a:xfrm>
        </p:grpSpPr>
        <mc:AlternateContent xmlns:mc="http://schemas.openxmlformats.org/markup-compatibility/2006" xmlns:p14="http://schemas.microsoft.com/office/powerpoint/2010/main">
          <mc:Choice Requires="p14">
            <p:contentPart p14:bwMode="auto" r:id="rId122">
              <p14:nvContentPartPr>
                <p14:cNvPr id="144" name="Ink 143">
                  <a:extLst>
                    <a:ext uri="{FF2B5EF4-FFF2-40B4-BE49-F238E27FC236}">
                      <a16:creationId xmlns:a16="http://schemas.microsoft.com/office/drawing/2014/main" id="{5CB868B1-F719-E4B7-06B6-DB76E632AF45}"/>
                    </a:ext>
                  </a:extLst>
                </p14:cNvPr>
                <p14:cNvContentPartPr/>
                <p14:nvPr/>
              </p14:nvContentPartPr>
              <p14:xfrm>
                <a:off x="7255293" y="5103440"/>
                <a:ext cx="9000" cy="375840"/>
              </p14:xfrm>
            </p:contentPart>
          </mc:Choice>
          <mc:Fallback xmlns="">
            <p:pic>
              <p:nvPicPr>
                <p:cNvPr id="144" name="Ink 143">
                  <a:extLst>
                    <a:ext uri="{FF2B5EF4-FFF2-40B4-BE49-F238E27FC236}">
                      <a16:creationId xmlns:a16="http://schemas.microsoft.com/office/drawing/2014/main" id="{5CB868B1-F719-E4B7-06B6-DB76E632AF45}"/>
                    </a:ext>
                  </a:extLst>
                </p:cNvPr>
                <p:cNvPicPr/>
                <p:nvPr/>
              </p:nvPicPr>
              <p:blipFill>
                <a:blip r:embed="rId123"/>
                <a:stretch>
                  <a:fillRect/>
                </a:stretch>
              </p:blipFill>
              <p:spPr>
                <a:xfrm>
                  <a:off x="7250973" y="5099120"/>
                  <a:ext cx="1764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45" name="Ink 144">
                  <a:extLst>
                    <a:ext uri="{FF2B5EF4-FFF2-40B4-BE49-F238E27FC236}">
                      <a16:creationId xmlns:a16="http://schemas.microsoft.com/office/drawing/2014/main" id="{10C5DFAD-C3A5-A50D-78EE-D7A96236242D}"/>
                    </a:ext>
                  </a:extLst>
                </p14:cNvPr>
                <p14:cNvContentPartPr/>
                <p14:nvPr/>
              </p14:nvContentPartPr>
              <p14:xfrm>
                <a:off x="7257813" y="4958360"/>
                <a:ext cx="150480" cy="185760"/>
              </p14:xfrm>
            </p:contentPart>
          </mc:Choice>
          <mc:Fallback xmlns="">
            <p:pic>
              <p:nvPicPr>
                <p:cNvPr id="145" name="Ink 144">
                  <a:extLst>
                    <a:ext uri="{FF2B5EF4-FFF2-40B4-BE49-F238E27FC236}">
                      <a16:creationId xmlns:a16="http://schemas.microsoft.com/office/drawing/2014/main" id="{10C5DFAD-C3A5-A50D-78EE-D7A96236242D}"/>
                    </a:ext>
                  </a:extLst>
                </p:cNvPr>
                <p:cNvPicPr/>
                <p:nvPr/>
              </p:nvPicPr>
              <p:blipFill>
                <a:blip r:embed="rId125"/>
                <a:stretch>
                  <a:fillRect/>
                </a:stretch>
              </p:blipFill>
              <p:spPr>
                <a:xfrm>
                  <a:off x="7253493" y="4954040"/>
                  <a:ext cx="1591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46" name="Ink 145">
                  <a:extLst>
                    <a:ext uri="{FF2B5EF4-FFF2-40B4-BE49-F238E27FC236}">
                      <a16:creationId xmlns:a16="http://schemas.microsoft.com/office/drawing/2014/main" id="{A1344098-8BB9-F592-CA95-A970795DE231}"/>
                    </a:ext>
                  </a:extLst>
                </p14:cNvPr>
                <p14:cNvContentPartPr/>
                <p14:nvPr/>
              </p14:nvContentPartPr>
              <p14:xfrm>
                <a:off x="7369773" y="5297480"/>
                <a:ext cx="140760" cy="172080"/>
              </p14:xfrm>
            </p:contentPart>
          </mc:Choice>
          <mc:Fallback xmlns="">
            <p:pic>
              <p:nvPicPr>
                <p:cNvPr id="146" name="Ink 145">
                  <a:extLst>
                    <a:ext uri="{FF2B5EF4-FFF2-40B4-BE49-F238E27FC236}">
                      <a16:creationId xmlns:a16="http://schemas.microsoft.com/office/drawing/2014/main" id="{A1344098-8BB9-F592-CA95-A970795DE231}"/>
                    </a:ext>
                  </a:extLst>
                </p:cNvPr>
                <p:cNvPicPr/>
                <p:nvPr/>
              </p:nvPicPr>
              <p:blipFill>
                <a:blip r:embed="rId127"/>
                <a:stretch>
                  <a:fillRect/>
                </a:stretch>
              </p:blipFill>
              <p:spPr>
                <a:xfrm>
                  <a:off x="7365453" y="5293160"/>
                  <a:ext cx="1494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47" name="Ink 146">
                  <a:extLst>
                    <a:ext uri="{FF2B5EF4-FFF2-40B4-BE49-F238E27FC236}">
                      <a16:creationId xmlns:a16="http://schemas.microsoft.com/office/drawing/2014/main" id="{84EF3343-B25E-1724-317C-D9385DBED74B}"/>
                    </a:ext>
                  </a:extLst>
                </p14:cNvPr>
                <p14:cNvContentPartPr/>
                <p14:nvPr/>
              </p14:nvContentPartPr>
              <p14:xfrm>
                <a:off x="7515213" y="5296760"/>
                <a:ext cx="109440" cy="165240"/>
              </p14:xfrm>
            </p:contentPart>
          </mc:Choice>
          <mc:Fallback xmlns="">
            <p:pic>
              <p:nvPicPr>
                <p:cNvPr id="147" name="Ink 146">
                  <a:extLst>
                    <a:ext uri="{FF2B5EF4-FFF2-40B4-BE49-F238E27FC236}">
                      <a16:creationId xmlns:a16="http://schemas.microsoft.com/office/drawing/2014/main" id="{84EF3343-B25E-1724-317C-D9385DBED74B}"/>
                    </a:ext>
                  </a:extLst>
                </p:cNvPr>
                <p:cNvPicPr/>
                <p:nvPr/>
              </p:nvPicPr>
              <p:blipFill>
                <a:blip r:embed="rId129"/>
                <a:stretch>
                  <a:fillRect/>
                </a:stretch>
              </p:blipFill>
              <p:spPr>
                <a:xfrm>
                  <a:off x="7510893" y="5292440"/>
                  <a:ext cx="1180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49" name="Ink 148">
                  <a:extLst>
                    <a:ext uri="{FF2B5EF4-FFF2-40B4-BE49-F238E27FC236}">
                      <a16:creationId xmlns:a16="http://schemas.microsoft.com/office/drawing/2014/main" id="{A2CF42A6-A014-131F-1AB2-FE553DDFACD8}"/>
                    </a:ext>
                  </a:extLst>
                </p14:cNvPr>
                <p14:cNvContentPartPr/>
                <p14:nvPr/>
              </p14:nvContentPartPr>
              <p14:xfrm>
                <a:off x="7579293" y="5349320"/>
                <a:ext cx="117360" cy="150480"/>
              </p14:xfrm>
            </p:contentPart>
          </mc:Choice>
          <mc:Fallback xmlns="">
            <p:pic>
              <p:nvPicPr>
                <p:cNvPr id="149" name="Ink 148">
                  <a:extLst>
                    <a:ext uri="{FF2B5EF4-FFF2-40B4-BE49-F238E27FC236}">
                      <a16:creationId xmlns:a16="http://schemas.microsoft.com/office/drawing/2014/main" id="{A2CF42A6-A014-131F-1AB2-FE553DDFACD8}"/>
                    </a:ext>
                  </a:extLst>
                </p:cNvPr>
                <p:cNvPicPr/>
                <p:nvPr/>
              </p:nvPicPr>
              <p:blipFill>
                <a:blip r:embed="rId131"/>
                <a:stretch>
                  <a:fillRect/>
                </a:stretch>
              </p:blipFill>
              <p:spPr>
                <a:xfrm>
                  <a:off x="7574973" y="5345000"/>
                  <a:ext cx="126000" cy="159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2">
            <p14:nvContentPartPr>
              <p14:cNvPr id="150" name="Ink 149">
                <a:extLst>
                  <a:ext uri="{FF2B5EF4-FFF2-40B4-BE49-F238E27FC236}">
                    <a16:creationId xmlns:a16="http://schemas.microsoft.com/office/drawing/2014/main" id="{94EAAAFE-ED27-552A-458F-B3D0521B4169}"/>
                  </a:ext>
                </a:extLst>
              </p14:cNvPr>
              <p14:cNvContentPartPr/>
              <p14:nvPr/>
            </p14:nvContentPartPr>
            <p14:xfrm>
              <a:off x="7942533" y="5114960"/>
              <a:ext cx="25920" cy="430200"/>
            </p14:xfrm>
          </p:contentPart>
        </mc:Choice>
        <mc:Fallback xmlns="">
          <p:pic>
            <p:nvPicPr>
              <p:cNvPr id="150" name="Ink 149">
                <a:extLst>
                  <a:ext uri="{FF2B5EF4-FFF2-40B4-BE49-F238E27FC236}">
                    <a16:creationId xmlns:a16="http://schemas.microsoft.com/office/drawing/2014/main" id="{94EAAAFE-ED27-552A-458F-B3D0521B4169}"/>
                  </a:ext>
                </a:extLst>
              </p:cNvPr>
              <p:cNvPicPr/>
              <p:nvPr/>
            </p:nvPicPr>
            <p:blipFill>
              <a:blip r:embed="rId133"/>
              <a:stretch>
                <a:fillRect/>
              </a:stretch>
            </p:blipFill>
            <p:spPr>
              <a:xfrm>
                <a:off x="7938213" y="5110640"/>
                <a:ext cx="34560" cy="438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51" name="Ink 150">
                <a:extLst>
                  <a:ext uri="{FF2B5EF4-FFF2-40B4-BE49-F238E27FC236}">
                    <a16:creationId xmlns:a16="http://schemas.microsoft.com/office/drawing/2014/main" id="{6F7C9F6D-7DF0-ED0D-51B7-521852C83828}"/>
                  </a:ext>
                </a:extLst>
              </p14:cNvPr>
              <p14:cNvContentPartPr/>
              <p14:nvPr/>
            </p14:nvContentPartPr>
            <p14:xfrm>
              <a:off x="8161413" y="5503400"/>
              <a:ext cx="15120" cy="30240"/>
            </p14:xfrm>
          </p:contentPart>
        </mc:Choice>
        <mc:Fallback xmlns="">
          <p:pic>
            <p:nvPicPr>
              <p:cNvPr id="151" name="Ink 150">
                <a:extLst>
                  <a:ext uri="{FF2B5EF4-FFF2-40B4-BE49-F238E27FC236}">
                    <a16:creationId xmlns:a16="http://schemas.microsoft.com/office/drawing/2014/main" id="{6F7C9F6D-7DF0-ED0D-51B7-521852C83828}"/>
                  </a:ext>
                </a:extLst>
              </p:cNvPr>
              <p:cNvPicPr/>
              <p:nvPr/>
            </p:nvPicPr>
            <p:blipFill>
              <a:blip r:embed="rId135"/>
              <a:stretch>
                <a:fillRect/>
              </a:stretch>
            </p:blipFill>
            <p:spPr>
              <a:xfrm>
                <a:off x="8157093" y="5499080"/>
                <a:ext cx="23760" cy="38880"/>
              </a:xfrm>
              <a:prstGeom prst="rect">
                <a:avLst/>
              </a:prstGeom>
            </p:spPr>
          </p:pic>
        </mc:Fallback>
      </mc:AlternateContent>
    </p:spTree>
    <p:extLst>
      <p:ext uri="{BB962C8B-B14F-4D97-AF65-F5344CB8AC3E}">
        <p14:creationId xmlns:p14="http://schemas.microsoft.com/office/powerpoint/2010/main" val="4068349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34CD1-1012-56C4-DF41-31EEB64AA9EC}"/>
              </a:ext>
            </a:extLst>
          </p:cNvPr>
          <p:cNvSpPr>
            <a:spLocks noGrp="1"/>
          </p:cNvSpPr>
          <p:nvPr>
            <p:ph type="title"/>
          </p:nvPr>
        </p:nvSpPr>
        <p:spPr/>
        <p:txBody>
          <a:bodyPr/>
          <a:lstStyle/>
          <a:p>
            <a:r>
              <a:rPr lang="en-ZA" dirty="0"/>
              <a:t>Bubble Sort</a:t>
            </a:r>
          </a:p>
        </p:txBody>
      </p:sp>
      <p:sp>
        <p:nvSpPr>
          <p:cNvPr id="3" name="Content Placeholder 2">
            <a:extLst>
              <a:ext uri="{FF2B5EF4-FFF2-40B4-BE49-F238E27FC236}">
                <a16:creationId xmlns:a16="http://schemas.microsoft.com/office/drawing/2014/main" id="{A4E05783-DB6A-B880-3ECB-D9D83B185FF2}"/>
              </a:ext>
            </a:extLst>
          </p:cNvPr>
          <p:cNvSpPr>
            <a:spLocks noGrp="1"/>
          </p:cNvSpPr>
          <p:nvPr>
            <p:ph idx="1"/>
          </p:nvPr>
        </p:nvSpPr>
        <p:spPr/>
        <p:txBody>
          <a:bodyPr/>
          <a:lstStyle/>
          <a:p>
            <a:r>
              <a:rPr lang="en-ZA" dirty="0"/>
              <a:t>If we are sorting n numbers, then we have to do (n-1) comparisons in each pass.</a:t>
            </a:r>
          </a:p>
          <a:p>
            <a:r>
              <a:rPr lang="en-ZA" dirty="0"/>
              <a:t>And, we have to do (n-1) passes.</a:t>
            </a:r>
          </a:p>
          <a:p>
            <a:r>
              <a:rPr lang="en-ZA" dirty="0"/>
              <a:t>Therefore in total, we have to do (n-1)(n-1) comparisons in order to complete a bubble sort.</a:t>
            </a:r>
          </a:p>
          <a:p>
            <a:endParaRPr lang="en-ZA" dirty="0"/>
          </a:p>
        </p:txBody>
      </p:sp>
      <p:sp>
        <p:nvSpPr>
          <p:cNvPr id="4" name="Slide Number Placeholder 3">
            <a:extLst>
              <a:ext uri="{FF2B5EF4-FFF2-40B4-BE49-F238E27FC236}">
                <a16:creationId xmlns:a16="http://schemas.microsoft.com/office/drawing/2014/main" id="{02987103-D875-6074-4805-E9A6D1FEB5F9}"/>
              </a:ext>
            </a:extLst>
          </p:cNvPr>
          <p:cNvSpPr>
            <a:spLocks noGrp="1"/>
          </p:cNvSpPr>
          <p:nvPr>
            <p:ph type="sldNum" sz="quarter" idx="12"/>
          </p:nvPr>
        </p:nvSpPr>
        <p:spPr/>
        <p:txBody>
          <a:bodyPr/>
          <a:lstStyle/>
          <a:p>
            <a:fld id="{AD2B2EE5-B8BC-4D24-A25E-F2DF61737E68}" type="slidenum">
              <a:rPr lang="en-US" smtClean="0"/>
              <a:pPr/>
              <a:t>4</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91C1ECD-F299-A800-2051-973972C95555}"/>
                  </a:ext>
                </a:extLst>
              </p14:cNvPr>
              <p14:cNvContentPartPr/>
              <p14:nvPr/>
            </p14:nvContentPartPr>
            <p14:xfrm>
              <a:off x="3242013" y="1222640"/>
              <a:ext cx="33480" cy="16560"/>
            </p14:xfrm>
          </p:contentPart>
        </mc:Choice>
        <mc:Fallback xmlns="">
          <p:pic>
            <p:nvPicPr>
              <p:cNvPr id="5" name="Ink 4">
                <a:extLst>
                  <a:ext uri="{FF2B5EF4-FFF2-40B4-BE49-F238E27FC236}">
                    <a16:creationId xmlns:a16="http://schemas.microsoft.com/office/drawing/2014/main" id="{B91C1ECD-F299-A800-2051-973972C95555}"/>
                  </a:ext>
                </a:extLst>
              </p:cNvPr>
              <p:cNvPicPr/>
              <p:nvPr/>
            </p:nvPicPr>
            <p:blipFill>
              <a:blip r:embed="rId3"/>
              <a:stretch>
                <a:fillRect/>
              </a:stretch>
            </p:blipFill>
            <p:spPr>
              <a:xfrm>
                <a:off x="3237693" y="1218320"/>
                <a:ext cx="42120" cy="25200"/>
              </a:xfrm>
              <a:prstGeom prst="rect">
                <a:avLst/>
              </a:prstGeom>
            </p:spPr>
          </p:pic>
        </mc:Fallback>
      </mc:AlternateContent>
      <p:grpSp>
        <p:nvGrpSpPr>
          <p:cNvPr id="17" name="Group 16">
            <a:extLst>
              <a:ext uri="{FF2B5EF4-FFF2-40B4-BE49-F238E27FC236}">
                <a16:creationId xmlns:a16="http://schemas.microsoft.com/office/drawing/2014/main" id="{242E4671-6FE6-B7DA-056A-501CA0FED6D4}"/>
              </a:ext>
            </a:extLst>
          </p:cNvPr>
          <p:cNvGrpSpPr/>
          <p:nvPr/>
        </p:nvGrpSpPr>
        <p:grpSpPr>
          <a:xfrm>
            <a:off x="1963960" y="4923270"/>
            <a:ext cx="1767600" cy="408600"/>
            <a:chOff x="1963960" y="4923270"/>
            <a:chExt cx="1767600" cy="4086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64CDF1E-F810-116F-4015-2EB0FDAA2C45}"/>
                    </a:ext>
                  </a:extLst>
                </p14:cNvPr>
                <p14:cNvContentPartPr/>
                <p14:nvPr/>
              </p14:nvContentPartPr>
              <p14:xfrm>
                <a:off x="2109760" y="5028750"/>
                <a:ext cx="153720" cy="145440"/>
              </p14:xfrm>
            </p:contentPart>
          </mc:Choice>
          <mc:Fallback xmlns="">
            <p:pic>
              <p:nvPicPr>
                <p:cNvPr id="6" name="Ink 5">
                  <a:extLst>
                    <a:ext uri="{FF2B5EF4-FFF2-40B4-BE49-F238E27FC236}">
                      <a16:creationId xmlns:a16="http://schemas.microsoft.com/office/drawing/2014/main" id="{764CDF1E-F810-116F-4015-2EB0FDAA2C45}"/>
                    </a:ext>
                  </a:extLst>
                </p:cNvPr>
                <p:cNvPicPr/>
                <p:nvPr/>
              </p:nvPicPr>
              <p:blipFill>
                <a:blip r:embed="rId5"/>
                <a:stretch>
                  <a:fillRect/>
                </a:stretch>
              </p:blipFill>
              <p:spPr>
                <a:xfrm>
                  <a:off x="2105440" y="5024430"/>
                  <a:ext cx="1623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8993D1D-2AE9-85FD-B581-3F642F4057E2}"/>
                    </a:ext>
                  </a:extLst>
                </p14:cNvPr>
                <p14:cNvContentPartPr/>
                <p14:nvPr/>
              </p14:nvContentPartPr>
              <p14:xfrm>
                <a:off x="2364280" y="5097150"/>
                <a:ext cx="107280" cy="16200"/>
              </p14:xfrm>
            </p:contentPart>
          </mc:Choice>
          <mc:Fallback xmlns="">
            <p:pic>
              <p:nvPicPr>
                <p:cNvPr id="7" name="Ink 6">
                  <a:extLst>
                    <a:ext uri="{FF2B5EF4-FFF2-40B4-BE49-F238E27FC236}">
                      <a16:creationId xmlns:a16="http://schemas.microsoft.com/office/drawing/2014/main" id="{58993D1D-2AE9-85FD-B581-3F642F4057E2}"/>
                    </a:ext>
                  </a:extLst>
                </p:cNvPr>
                <p:cNvPicPr/>
                <p:nvPr/>
              </p:nvPicPr>
              <p:blipFill>
                <a:blip r:embed="rId7"/>
                <a:stretch>
                  <a:fillRect/>
                </a:stretch>
              </p:blipFill>
              <p:spPr>
                <a:xfrm>
                  <a:off x="2359960" y="5092830"/>
                  <a:ext cx="1159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0272E0C-C4F3-C18D-EB0F-FF34301B44C0}"/>
                    </a:ext>
                  </a:extLst>
                </p14:cNvPr>
                <p14:cNvContentPartPr/>
                <p14:nvPr/>
              </p14:nvContentPartPr>
              <p14:xfrm>
                <a:off x="2601520" y="5040270"/>
                <a:ext cx="16560" cy="115200"/>
              </p14:xfrm>
            </p:contentPart>
          </mc:Choice>
          <mc:Fallback xmlns="">
            <p:pic>
              <p:nvPicPr>
                <p:cNvPr id="8" name="Ink 7">
                  <a:extLst>
                    <a:ext uri="{FF2B5EF4-FFF2-40B4-BE49-F238E27FC236}">
                      <a16:creationId xmlns:a16="http://schemas.microsoft.com/office/drawing/2014/main" id="{40272E0C-C4F3-C18D-EB0F-FF34301B44C0}"/>
                    </a:ext>
                  </a:extLst>
                </p:cNvPr>
                <p:cNvPicPr/>
                <p:nvPr/>
              </p:nvPicPr>
              <p:blipFill>
                <a:blip r:embed="rId9"/>
                <a:stretch>
                  <a:fillRect/>
                </a:stretch>
              </p:blipFill>
              <p:spPr>
                <a:xfrm>
                  <a:off x="2597200" y="5035950"/>
                  <a:ext cx="252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A87B5937-87F6-59BB-8DA7-4B8BEC137D5B}"/>
                    </a:ext>
                  </a:extLst>
                </p14:cNvPr>
                <p14:cNvContentPartPr/>
                <p14:nvPr/>
              </p14:nvContentPartPr>
              <p14:xfrm>
                <a:off x="2697640" y="4977630"/>
                <a:ext cx="112320" cy="308160"/>
              </p14:xfrm>
            </p:contentPart>
          </mc:Choice>
          <mc:Fallback xmlns="">
            <p:pic>
              <p:nvPicPr>
                <p:cNvPr id="9" name="Ink 8">
                  <a:extLst>
                    <a:ext uri="{FF2B5EF4-FFF2-40B4-BE49-F238E27FC236}">
                      <a16:creationId xmlns:a16="http://schemas.microsoft.com/office/drawing/2014/main" id="{A87B5937-87F6-59BB-8DA7-4B8BEC137D5B}"/>
                    </a:ext>
                  </a:extLst>
                </p:cNvPr>
                <p:cNvPicPr/>
                <p:nvPr/>
              </p:nvPicPr>
              <p:blipFill>
                <a:blip r:embed="rId11"/>
                <a:stretch>
                  <a:fillRect/>
                </a:stretch>
              </p:blipFill>
              <p:spPr>
                <a:xfrm>
                  <a:off x="2693320" y="4973310"/>
                  <a:ext cx="12096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61DEAD2-407D-0A48-A9AF-1E680D0693F4}"/>
                    </a:ext>
                  </a:extLst>
                </p14:cNvPr>
                <p14:cNvContentPartPr/>
                <p14:nvPr/>
              </p14:nvContentPartPr>
              <p14:xfrm>
                <a:off x="1963960" y="4953510"/>
                <a:ext cx="179280" cy="346320"/>
              </p14:xfrm>
            </p:contentPart>
          </mc:Choice>
          <mc:Fallback xmlns="">
            <p:pic>
              <p:nvPicPr>
                <p:cNvPr id="10" name="Ink 9">
                  <a:extLst>
                    <a:ext uri="{FF2B5EF4-FFF2-40B4-BE49-F238E27FC236}">
                      <a16:creationId xmlns:a16="http://schemas.microsoft.com/office/drawing/2014/main" id="{A61DEAD2-407D-0A48-A9AF-1E680D0693F4}"/>
                    </a:ext>
                  </a:extLst>
                </p:cNvPr>
                <p:cNvPicPr/>
                <p:nvPr/>
              </p:nvPicPr>
              <p:blipFill>
                <a:blip r:embed="rId13"/>
                <a:stretch>
                  <a:fillRect/>
                </a:stretch>
              </p:blipFill>
              <p:spPr>
                <a:xfrm>
                  <a:off x="1959640" y="4949190"/>
                  <a:ext cx="18792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B98EF2C-3C7A-E44B-35FF-5EDF1EB4806E}"/>
                    </a:ext>
                  </a:extLst>
                </p14:cNvPr>
                <p14:cNvContentPartPr/>
                <p14:nvPr/>
              </p14:nvContentPartPr>
              <p14:xfrm>
                <a:off x="2892040" y="4923270"/>
                <a:ext cx="123120" cy="347760"/>
              </p14:xfrm>
            </p:contentPart>
          </mc:Choice>
          <mc:Fallback xmlns="">
            <p:pic>
              <p:nvPicPr>
                <p:cNvPr id="11" name="Ink 10">
                  <a:extLst>
                    <a:ext uri="{FF2B5EF4-FFF2-40B4-BE49-F238E27FC236}">
                      <a16:creationId xmlns:a16="http://schemas.microsoft.com/office/drawing/2014/main" id="{9B98EF2C-3C7A-E44B-35FF-5EDF1EB4806E}"/>
                    </a:ext>
                  </a:extLst>
                </p:cNvPr>
                <p:cNvPicPr/>
                <p:nvPr/>
              </p:nvPicPr>
              <p:blipFill>
                <a:blip r:embed="rId15"/>
                <a:stretch>
                  <a:fillRect/>
                </a:stretch>
              </p:blipFill>
              <p:spPr>
                <a:xfrm>
                  <a:off x="2887720" y="4918950"/>
                  <a:ext cx="13176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F1D762B-1E78-5309-0DE4-5787D5B59769}"/>
                    </a:ext>
                  </a:extLst>
                </p14:cNvPr>
                <p14:cNvContentPartPr/>
                <p14:nvPr/>
              </p14:nvContentPartPr>
              <p14:xfrm>
                <a:off x="3030640" y="5089230"/>
                <a:ext cx="138960" cy="110160"/>
              </p14:xfrm>
            </p:contentPart>
          </mc:Choice>
          <mc:Fallback xmlns="">
            <p:pic>
              <p:nvPicPr>
                <p:cNvPr id="12" name="Ink 11">
                  <a:extLst>
                    <a:ext uri="{FF2B5EF4-FFF2-40B4-BE49-F238E27FC236}">
                      <a16:creationId xmlns:a16="http://schemas.microsoft.com/office/drawing/2014/main" id="{5F1D762B-1E78-5309-0DE4-5787D5B59769}"/>
                    </a:ext>
                  </a:extLst>
                </p:cNvPr>
                <p:cNvPicPr/>
                <p:nvPr/>
              </p:nvPicPr>
              <p:blipFill>
                <a:blip r:embed="rId17"/>
                <a:stretch>
                  <a:fillRect/>
                </a:stretch>
              </p:blipFill>
              <p:spPr>
                <a:xfrm>
                  <a:off x="3026320" y="5084910"/>
                  <a:ext cx="147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312D6C00-EF82-0CB8-CC63-6FC21BC640B1}"/>
                    </a:ext>
                  </a:extLst>
                </p14:cNvPr>
                <p14:cNvContentPartPr/>
                <p14:nvPr/>
              </p14:nvContentPartPr>
              <p14:xfrm>
                <a:off x="3280840" y="5093910"/>
                <a:ext cx="119160" cy="32040"/>
              </p14:xfrm>
            </p:contentPart>
          </mc:Choice>
          <mc:Fallback xmlns="">
            <p:pic>
              <p:nvPicPr>
                <p:cNvPr id="13" name="Ink 12">
                  <a:extLst>
                    <a:ext uri="{FF2B5EF4-FFF2-40B4-BE49-F238E27FC236}">
                      <a16:creationId xmlns:a16="http://schemas.microsoft.com/office/drawing/2014/main" id="{312D6C00-EF82-0CB8-CC63-6FC21BC640B1}"/>
                    </a:ext>
                  </a:extLst>
                </p:cNvPr>
                <p:cNvPicPr/>
                <p:nvPr/>
              </p:nvPicPr>
              <p:blipFill>
                <a:blip r:embed="rId19"/>
                <a:stretch>
                  <a:fillRect/>
                </a:stretch>
              </p:blipFill>
              <p:spPr>
                <a:xfrm>
                  <a:off x="3276520" y="5089590"/>
                  <a:ext cx="1278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854293D9-D4F6-ED3B-4CA6-937944D54E74}"/>
                    </a:ext>
                  </a:extLst>
                </p14:cNvPr>
                <p14:cNvContentPartPr/>
                <p14:nvPr/>
              </p14:nvContentPartPr>
              <p14:xfrm>
                <a:off x="3491080" y="5048550"/>
                <a:ext cx="40320" cy="133200"/>
              </p14:xfrm>
            </p:contentPart>
          </mc:Choice>
          <mc:Fallback xmlns="">
            <p:pic>
              <p:nvPicPr>
                <p:cNvPr id="14" name="Ink 13">
                  <a:extLst>
                    <a:ext uri="{FF2B5EF4-FFF2-40B4-BE49-F238E27FC236}">
                      <a16:creationId xmlns:a16="http://schemas.microsoft.com/office/drawing/2014/main" id="{854293D9-D4F6-ED3B-4CA6-937944D54E74}"/>
                    </a:ext>
                  </a:extLst>
                </p:cNvPr>
                <p:cNvPicPr/>
                <p:nvPr/>
              </p:nvPicPr>
              <p:blipFill>
                <a:blip r:embed="rId21"/>
                <a:stretch>
                  <a:fillRect/>
                </a:stretch>
              </p:blipFill>
              <p:spPr>
                <a:xfrm>
                  <a:off x="3486760" y="5044230"/>
                  <a:ext cx="489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72A21C5A-35BB-7C90-9355-7CBE6940AFEC}"/>
                    </a:ext>
                  </a:extLst>
                </p14:cNvPr>
                <p14:cNvContentPartPr/>
                <p14:nvPr/>
              </p14:nvContentPartPr>
              <p14:xfrm>
                <a:off x="3611320" y="4936590"/>
                <a:ext cx="120240" cy="395280"/>
              </p14:xfrm>
            </p:contentPart>
          </mc:Choice>
          <mc:Fallback xmlns="">
            <p:pic>
              <p:nvPicPr>
                <p:cNvPr id="16" name="Ink 15">
                  <a:extLst>
                    <a:ext uri="{FF2B5EF4-FFF2-40B4-BE49-F238E27FC236}">
                      <a16:creationId xmlns:a16="http://schemas.microsoft.com/office/drawing/2014/main" id="{72A21C5A-35BB-7C90-9355-7CBE6940AFEC}"/>
                    </a:ext>
                  </a:extLst>
                </p:cNvPr>
                <p:cNvPicPr/>
                <p:nvPr/>
              </p:nvPicPr>
              <p:blipFill>
                <a:blip r:embed="rId23"/>
                <a:stretch>
                  <a:fillRect/>
                </a:stretch>
              </p:blipFill>
              <p:spPr>
                <a:xfrm>
                  <a:off x="3607000" y="4932270"/>
                  <a:ext cx="128880" cy="403920"/>
                </a:xfrm>
                <a:prstGeom prst="rect">
                  <a:avLst/>
                </a:prstGeom>
              </p:spPr>
            </p:pic>
          </mc:Fallback>
        </mc:AlternateContent>
      </p:grpSp>
      <p:grpSp>
        <p:nvGrpSpPr>
          <p:cNvPr id="20" name="Group 19">
            <a:extLst>
              <a:ext uri="{FF2B5EF4-FFF2-40B4-BE49-F238E27FC236}">
                <a16:creationId xmlns:a16="http://schemas.microsoft.com/office/drawing/2014/main" id="{77CCEAAA-775C-555A-F0B5-9703CADA4ED9}"/>
              </a:ext>
            </a:extLst>
          </p:cNvPr>
          <p:cNvGrpSpPr/>
          <p:nvPr/>
        </p:nvGrpSpPr>
        <p:grpSpPr>
          <a:xfrm>
            <a:off x="3944320" y="5085270"/>
            <a:ext cx="173520" cy="76320"/>
            <a:chOff x="3944320" y="5085270"/>
            <a:chExt cx="173520" cy="76320"/>
          </a:xfrm>
        </p:grpSpPr>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8FE61C52-5906-86B6-A90A-D6868E13DF51}"/>
                    </a:ext>
                  </a:extLst>
                </p14:cNvPr>
                <p14:cNvContentPartPr/>
                <p14:nvPr/>
              </p14:nvContentPartPr>
              <p14:xfrm>
                <a:off x="3944320" y="5085270"/>
                <a:ext cx="152640" cy="11160"/>
              </p14:xfrm>
            </p:contentPart>
          </mc:Choice>
          <mc:Fallback xmlns="">
            <p:pic>
              <p:nvPicPr>
                <p:cNvPr id="18" name="Ink 17">
                  <a:extLst>
                    <a:ext uri="{FF2B5EF4-FFF2-40B4-BE49-F238E27FC236}">
                      <a16:creationId xmlns:a16="http://schemas.microsoft.com/office/drawing/2014/main" id="{8FE61C52-5906-86B6-A90A-D6868E13DF51}"/>
                    </a:ext>
                  </a:extLst>
                </p:cNvPr>
                <p:cNvPicPr/>
                <p:nvPr/>
              </p:nvPicPr>
              <p:blipFill>
                <a:blip r:embed="rId25"/>
                <a:stretch>
                  <a:fillRect/>
                </a:stretch>
              </p:blipFill>
              <p:spPr>
                <a:xfrm>
                  <a:off x="3940000" y="5080950"/>
                  <a:ext cx="1612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21FBB44B-0AB8-A987-E0CE-A2460498D28E}"/>
                    </a:ext>
                  </a:extLst>
                </p14:cNvPr>
                <p14:cNvContentPartPr/>
                <p14:nvPr/>
              </p14:nvContentPartPr>
              <p14:xfrm>
                <a:off x="3966640" y="5144670"/>
                <a:ext cx="151200" cy="16920"/>
              </p14:xfrm>
            </p:contentPart>
          </mc:Choice>
          <mc:Fallback xmlns="">
            <p:pic>
              <p:nvPicPr>
                <p:cNvPr id="19" name="Ink 18">
                  <a:extLst>
                    <a:ext uri="{FF2B5EF4-FFF2-40B4-BE49-F238E27FC236}">
                      <a16:creationId xmlns:a16="http://schemas.microsoft.com/office/drawing/2014/main" id="{21FBB44B-0AB8-A987-E0CE-A2460498D28E}"/>
                    </a:ext>
                  </a:extLst>
                </p:cNvPr>
                <p:cNvPicPr/>
                <p:nvPr/>
              </p:nvPicPr>
              <p:blipFill>
                <a:blip r:embed="rId27"/>
                <a:stretch>
                  <a:fillRect/>
                </a:stretch>
              </p:blipFill>
              <p:spPr>
                <a:xfrm>
                  <a:off x="3962320" y="5140350"/>
                  <a:ext cx="159840" cy="25560"/>
                </a:xfrm>
                <a:prstGeom prst="rect">
                  <a:avLst/>
                </a:prstGeom>
              </p:spPr>
            </p:pic>
          </mc:Fallback>
        </mc:AlternateContent>
      </p:grpSp>
      <p:grpSp>
        <p:nvGrpSpPr>
          <p:cNvPr id="23" name="Group 22">
            <a:extLst>
              <a:ext uri="{FF2B5EF4-FFF2-40B4-BE49-F238E27FC236}">
                <a16:creationId xmlns:a16="http://schemas.microsoft.com/office/drawing/2014/main" id="{46F0E20B-E319-7752-CA9A-C64F8DA493A9}"/>
              </a:ext>
            </a:extLst>
          </p:cNvPr>
          <p:cNvGrpSpPr/>
          <p:nvPr/>
        </p:nvGrpSpPr>
        <p:grpSpPr>
          <a:xfrm>
            <a:off x="4344280" y="4903830"/>
            <a:ext cx="285840" cy="304920"/>
            <a:chOff x="4344280" y="4903830"/>
            <a:chExt cx="285840" cy="304920"/>
          </a:xfrm>
        </p:grpSpPr>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25A1E4BC-5325-C3B3-28A3-FB5D5B991597}"/>
                    </a:ext>
                  </a:extLst>
                </p14:cNvPr>
                <p14:cNvContentPartPr/>
                <p14:nvPr/>
              </p14:nvContentPartPr>
              <p14:xfrm>
                <a:off x="4344280" y="5030190"/>
                <a:ext cx="222480" cy="178560"/>
              </p14:xfrm>
            </p:contentPart>
          </mc:Choice>
          <mc:Fallback xmlns="">
            <p:pic>
              <p:nvPicPr>
                <p:cNvPr id="21" name="Ink 20">
                  <a:extLst>
                    <a:ext uri="{FF2B5EF4-FFF2-40B4-BE49-F238E27FC236}">
                      <a16:creationId xmlns:a16="http://schemas.microsoft.com/office/drawing/2014/main" id="{25A1E4BC-5325-C3B3-28A3-FB5D5B991597}"/>
                    </a:ext>
                  </a:extLst>
                </p:cNvPr>
                <p:cNvPicPr/>
                <p:nvPr/>
              </p:nvPicPr>
              <p:blipFill>
                <a:blip r:embed="rId29"/>
                <a:stretch>
                  <a:fillRect/>
                </a:stretch>
              </p:blipFill>
              <p:spPr>
                <a:xfrm>
                  <a:off x="4339960" y="5025870"/>
                  <a:ext cx="2311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3764E3AA-94F3-47D9-F738-814A8A50132D}"/>
                    </a:ext>
                  </a:extLst>
                </p14:cNvPr>
                <p14:cNvContentPartPr/>
                <p14:nvPr/>
              </p14:nvContentPartPr>
              <p14:xfrm>
                <a:off x="4549840" y="4903830"/>
                <a:ext cx="80280" cy="115200"/>
              </p14:xfrm>
            </p:contentPart>
          </mc:Choice>
          <mc:Fallback xmlns="">
            <p:pic>
              <p:nvPicPr>
                <p:cNvPr id="22" name="Ink 21">
                  <a:extLst>
                    <a:ext uri="{FF2B5EF4-FFF2-40B4-BE49-F238E27FC236}">
                      <a16:creationId xmlns:a16="http://schemas.microsoft.com/office/drawing/2014/main" id="{3764E3AA-94F3-47D9-F738-814A8A50132D}"/>
                    </a:ext>
                  </a:extLst>
                </p:cNvPr>
                <p:cNvPicPr/>
                <p:nvPr/>
              </p:nvPicPr>
              <p:blipFill>
                <a:blip r:embed="rId31"/>
                <a:stretch>
                  <a:fillRect/>
                </a:stretch>
              </p:blipFill>
              <p:spPr>
                <a:xfrm>
                  <a:off x="4545520" y="4899510"/>
                  <a:ext cx="88920" cy="12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B84C7DDD-D77E-B34A-6E41-79BD136CBB02}"/>
                  </a:ext>
                </a:extLst>
              </p14:cNvPr>
              <p14:cNvContentPartPr/>
              <p14:nvPr/>
            </p14:nvContentPartPr>
            <p14:xfrm>
              <a:off x="4771960" y="5162310"/>
              <a:ext cx="267840" cy="30600"/>
            </p14:xfrm>
          </p:contentPart>
        </mc:Choice>
        <mc:Fallback xmlns="">
          <p:pic>
            <p:nvPicPr>
              <p:cNvPr id="24" name="Ink 23">
                <a:extLst>
                  <a:ext uri="{FF2B5EF4-FFF2-40B4-BE49-F238E27FC236}">
                    <a16:creationId xmlns:a16="http://schemas.microsoft.com/office/drawing/2014/main" id="{B84C7DDD-D77E-B34A-6E41-79BD136CBB02}"/>
                  </a:ext>
                </a:extLst>
              </p:cNvPr>
              <p:cNvPicPr/>
              <p:nvPr/>
            </p:nvPicPr>
            <p:blipFill>
              <a:blip r:embed="rId33"/>
              <a:stretch>
                <a:fillRect/>
              </a:stretch>
            </p:blipFill>
            <p:spPr>
              <a:xfrm>
                <a:off x="4767640" y="5157990"/>
                <a:ext cx="2764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D6793C72-E395-53D3-66A9-93D2340E5165}"/>
                  </a:ext>
                </a:extLst>
              </p14:cNvPr>
              <p14:cNvContentPartPr/>
              <p14:nvPr/>
            </p14:nvContentPartPr>
            <p14:xfrm>
              <a:off x="5229160" y="5098950"/>
              <a:ext cx="161280" cy="126720"/>
            </p14:xfrm>
          </p:contentPart>
        </mc:Choice>
        <mc:Fallback xmlns="">
          <p:pic>
            <p:nvPicPr>
              <p:cNvPr id="25" name="Ink 24">
                <a:extLst>
                  <a:ext uri="{FF2B5EF4-FFF2-40B4-BE49-F238E27FC236}">
                    <a16:creationId xmlns:a16="http://schemas.microsoft.com/office/drawing/2014/main" id="{D6793C72-E395-53D3-66A9-93D2340E5165}"/>
                  </a:ext>
                </a:extLst>
              </p:cNvPr>
              <p:cNvPicPr/>
              <p:nvPr/>
            </p:nvPicPr>
            <p:blipFill>
              <a:blip r:embed="rId35"/>
              <a:stretch>
                <a:fillRect/>
              </a:stretch>
            </p:blipFill>
            <p:spPr>
              <a:xfrm>
                <a:off x="5224840" y="5094630"/>
                <a:ext cx="169920" cy="135360"/>
              </a:xfrm>
              <a:prstGeom prst="rect">
                <a:avLst/>
              </a:prstGeom>
            </p:spPr>
          </p:pic>
        </mc:Fallback>
      </mc:AlternateContent>
      <p:grpSp>
        <p:nvGrpSpPr>
          <p:cNvPr id="41" name="Group 40">
            <a:extLst>
              <a:ext uri="{FF2B5EF4-FFF2-40B4-BE49-F238E27FC236}">
                <a16:creationId xmlns:a16="http://schemas.microsoft.com/office/drawing/2014/main" id="{51679FCC-F5EA-3E8E-8D40-31AB7A043715}"/>
              </a:ext>
            </a:extLst>
          </p:cNvPr>
          <p:cNvGrpSpPr/>
          <p:nvPr/>
        </p:nvGrpSpPr>
        <p:grpSpPr>
          <a:xfrm>
            <a:off x="5706160" y="5097150"/>
            <a:ext cx="561240" cy="124920"/>
            <a:chOff x="5706160" y="5097150"/>
            <a:chExt cx="561240" cy="124920"/>
          </a:xfrm>
        </p:grpSpPr>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E0857088-A946-F996-1E38-DB199804FF23}"/>
                    </a:ext>
                  </a:extLst>
                </p14:cNvPr>
                <p14:cNvContentPartPr/>
                <p14:nvPr/>
              </p14:nvContentPartPr>
              <p14:xfrm>
                <a:off x="5706160" y="5133150"/>
                <a:ext cx="250560" cy="28440"/>
              </p14:xfrm>
            </p:contentPart>
          </mc:Choice>
          <mc:Fallback xmlns="">
            <p:pic>
              <p:nvPicPr>
                <p:cNvPr id="26" name="Ink 25">
                  <a:extLst>
                    <a:ext uri="{FF2B5EF4-FFF2-40B4-BE49-F238E27FC236}">
                      <a16:creationId xmlns:a16="http://schemas.microsoft.com/office/drawing/2014/main" id="{E0857088-A946-F996-1E38-DB199804FF23}"/>
                    </a:ext>
                  </a:extLst>
                </p:cNvPr>
                <p:cNvPicPr/>
                <p:nvPr/>
              </p:nvPicPr>
              <p:blipFill>
                <a:blip r:embed="rId37"/>
                <a:stretch>
                  <a:fillRect/>
                </a:stretch>
              </p:blipFill>
              <p:spPr>
                <a:xfrm>
                  <a:off x="5701840" y="5128830"/>
                  <a:ext cx="2592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07EC5B06-183F-4B6E-CD53-C836EA75F0BB}"/>
                    </a:ext>
                  </a:extLst>
                </p14:cNvPr>
                <p14:cNvContentPartPr/>
                <p14:nvPr/>
              </p14:nvContentPartPr>
              <p14:xfrm>
                <a:off x="6112960" y="5097150"/>
                <a:ext cx="154440" cy="124920"/>
              </p14:xfrm>
            </p:contentPart>
          </mc:Choice>
          <mc:Fallback xmlns="">
            <p:pic>
              <p:nvPicPr>
                <p:cNvPr id="27" name="Ink 26">
                  <a:extLst>
                    <a:ext uri="{FF2B5EF4-FFF2-40B4-BE49-F238E27FC236}">
                      <a16:creationId xmlns:a16="http://schemas.microsoft.com/office/drawing/2014/main" id="{07EC5B06-183F-4B6E-CD53-C836EA75F0BB}"/>
                    </a:ext>
                  </a:extLst>
                </p:cNvPr>
                <p:cNvPicPr/>
                <p:nvPr/>
              </p:nvPicPr>
              <p:blipFill>
                <a:blip r:embed="rId39"/>
                <a:stretch>
                  <a:fillRect/>
                </a:stretch>
              </p:blipFill>
              <p:spPr>
                <a:xfrm>
                  <a:off x="6108640" y="5092830"/>
                  <a:ext cx="163080" cy="133560"/>
                </a:xfrm>
                <a:prstGeom prst="rect">
                  <a:avLst/>
                </a:prstGeom>
              </p:spPr>
            </p:pic>
          </mc:Fallback>
        </mc:AlternateContent>
      </p:grpSp>
      <p:grpSp>
        <p:nvGrpSpPr>
          <p:cNvPr id="40" name="Group 39">
            <a:extLst>
              <a:ext uri="{FF2B5EF4-FFF2-40B4-BE49-F238E27FC236}">
                <a16:creationId xmlns:a16="http://schemas.microsoft.com/office/drawing/2014/main" id="{D1732B89-113E-FC91-464E-B5156E9C3DFE}"/>
              </a:ext>
            </a:extLst>
          </p:cNvPr>
          <p:cNvGrpSpPr/>
          <p:nvPr/>
        </p:nvGrpSpPr>
        <p:grpSpPr>
          <a:xfrm>
            <a:off x="6617320" y="5078790"/>
            <a:ext cx="111960" cy="111960"/>
            <a:chOff x="6617320" y="5078790"/>
            <a:chExt cx="111960" cy="111960"/>
          </a:xfrm>
        </p:grpSpPr>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FF623BEF-5797-0B42-5E2A-C0B7CEB32737}"/>
                    </a:ext>
                  </a:extLst>
                </p14:cNvPr>
                <p14:cNvContentPartPr/>
                <p14:nvPr/>
              </p14:nvContentPartPr>
              <p14:xfrm>
                <a:off x="6623800" y="5078790"/>
                <a:ext cx="19440" cy="111960"/>
              </p14:xfrm>
            </p:contentPart>
          </mc:Choice>
          <mc:Fallback xmlns="">
            <p:pic>
              <p:nvPicPr>
                <p:cNvPr id="28" name="Ink 27">
                  <a:extLst>
                    <a:ext uri="{FF2B5EF4-FFF2-40B4-BE49-F238E27FC236}">
                      <a16:creationId xmlns:a16="http://schemas.microsoft.com/office/drawing/2014/main" id="{FF623BEF-5797-0B42-5E2A-C0B7CEB32737}"/>
                    </a:ext>
                  </a:extLst>
                </p:cNvPr>
                <p:cNvPicPr/>
                <p:nvPr/>
              </p:nvPicPr>
              <p:blipFill>
                <a:blip r:embed="rId41"/>
                <a:stretch>
                  <a:fillRect/>
                </a:stretch>
              </p:blipFill>
              <p:spPr>
                <a:xfrm>
                  <a:off x="6619480" y="5074470"/>
                  <a:ext cx="280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7681DCEC-4450-CCBD-2770-C44003687119}"/>
                    </a:ext>
                  </a:extLst>
                </p14:cNvPr>
                <p14:cNvContentPartPr/>
                <p14:nvPr/>
              </p14:nvContentPartPr>
              <p14:xfrm>
                <a:off x="6617320" y="5107590"/>
                <a:ext cx="111960" cy="17280"/>
              </p14:xfrm>
            </p:contentPart>
          </mc:Choice>
          <mc:Fallback xmlns="">
            <p:pic>
              <p:nvPicPr>
                <p:cNvPr id="29" name="Ink 28">
                  <a:extLst>
                    <a:ext uri="{FF2B5EF4-FFF2-40B4-BE49-F238E27FC236}">
                      <a16:creationId xmlns:a16="http://schemas.microsoft.com/office/drawing/2014/main" id="{7681DCEC-4450-CCBD-2770-C44003687119}"/>
                    </a:ext>
                  </a:extLst>
                </p:cNvPr>
                <p:cNvPicPr/>
                <p:nvPr/>
              </p:nvPicPr>
              <p:blipFill>
                <a:blip r:embed="rId43"/>
                <a:stretch>
                  <a:fillRect/>
                </a:stretch>
              </p:blipFill>
              <p:spPr>
                <a:xfrm>
                  <a:off x="6613000" y="5103270"/>
                  <a:ext cx="120600" cy="2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1CA29E32-1F37-41B5-2F47-3D0DED0D2223}"/>
                  </a:ext>
                </a:extLst>
              </p14:cNvPr>
              <p14:cNvContentPartPr/>
              <p14:nvPr/>
            </p14:nvContentPartPr>
            <p14:xfrm>
              <a:off x="7003240" y="5021910"/>
              <a:ext cx="30600" cy="277560"/>
            </p14:xfrm>
          </p:contentPart>
        </mc:Choice>
        <mc:Fallback xmlns="">
          <p:pic>
            <p:nvPicPr>
              <p:cNvPr id="30" name="Ink 29">
                <a:extLst>
                  <a:ext uri="{FF2B5EF4-FFF2-40B4-BE49-F238E27FC236}">
                    <a16:creationId xmlns:a16="http://schemas.microsoft.com/office/drawing/2014/main" id="{1CA29E32-1F37-41B5-2F47-3D0DED0D2223}"/>
                  </a:ext>
                </a:extLst>
              </p:cNvPr>
              <p:cNvPicPr/>
              <p:nvPr/>
            </p:nvPicPr>
            <p:blipFill>
              <a:blip r:embed="rId45"/>
              <a:stretch>
                <a:fillRect/>
              </a:stretch>
            </p:blipFill>
            <p:spPr>
              <a:xfrm>
                <a:off x="6998920" y="5017590"/>
                <a:ext cx="39240" cy="286200"/>
              </a:xfrm>
              <a:prstGeom prst="rect">
                <a:avLst/>
              </a:prstGeom>
            </p:spPr>
          </p:pic>
        </mc:Fallback>
      </mc:AlternateContent>
      <p:grpSp>
        <p:nvGrpSpPr>
          <p:cNvPr id="39" name="Group 38">
            <a:extLst>
              <a:ext uri="{FF2B5EF4-FFF2-40B4-BE49-F238E27FC236}">
                <a16:creationId xmlns:a16="http://schemas.microsoft.com/office/drawing/2014/main" id="{2EF392E1-D37F-3127-C16D-F16F2FA5A6BE}"/>
              </a:ext>
            </a:extLst>
          </p:cNvPr>
          <p:cNvGrpSpPr/>
          <p:nvPr/>
        </p:nvGrpSpPr>
        <p:grpSpPr>
          <a:xfrm>
            <a:off x="4050880" y="5668110"/>
            <a:ext cx="217800" cy="117360"/>
            <a:chOff x="4050880" y="5668110"/>
            <a:chExt cx="217800" cy="117360"/>
          </a:xfrm>
        </p:grpSpPr>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00F6B9E8-02F8-F1EB-0FEC-7DF169A8F1C2}"/>
                    </a:ext>
                  </a:extLst>
                </p14:cNvPr>
                <p14:cNvContentPartPr/>
                <p14:nvPr/>
              </p14:nvContentPartPr>
              <p14:xfrm>
                <a:off x="4050880" y="5668110"/>
                <a:ext cx="175680" cy="15120"/>
              </p14:xfrm>
            </p:contentPart>
          </mc:Choice>
          <mc:Fallback xmlns="">
            <p:pic>
              <p:nvPicPr>
                <p:cNvPr id="31" name="Ink 30">
                  <a:extLst>
                    <a:ext uri="{FF2B5EF4-FFF2-40B4-BE49-F238E27FC236}">
                      <a16:creationId xmlns:a16="http://schemas.microsoft.com/office/drawing/2014/main" id="{00F6B9E8-02F8-F1EB-0FEC-7DF169A8F1C2}"/>
                    </a:ext>
                  </a:extLst>
                </p:cNvPr>
                <p:cNvPicPr/>
                <p:nvPr/>
              </p:nvPicPr>
              <p:blipFill>
                <a:blip r:embed="rId47"/>
                <a:stretch>
                  <a:fillRect/>
                </a:stretch>
              </p:blipFill>
              <p:spPr>
                <a:xfrm>
                  <a:off x="4046560" y="5663790"/>
                  <a:ext cx="1843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D222B828-86A2-3C04-5277-0286BDC6805C}"/>
                    </a:ext>
                  </a:extLst>
                </p14:cNvPr>
                <p14:cNvContentPartPr/>
                <p14:nvPr/>
              </p14:nvContentPartPr>
              <p14:xfrm>
                <a:off x="4083640" y="5751630"/>
                <a:ext cx="185040" cy="33840"/>
              </p14:xfrm>
            </p:contentPart>
          </mc:Choice>
          <mc:Fallback xmlns="">
            <p:pic>
              <p:nvPicPr>
                <p:cNvPr id="32" name="Ink 31">
                  <a:extLst>
                    <a:ext uri="{FF2B5EF4-FFF2-40B4-BE49-F238E27FC236}">
                      <a16:creationId xmlns:a16="http://schemas.microsoft.com/office/drawing/2014/main" id="{D222B828-86A2-3C04-5277-0286BDC6805C}"/>
                    </a:ext>
                  </a:extLst>
                </p:cNvPr>
                <p:cNvPicPr/>
                <p:nvPr/>
              </p:nvPicPr>
              <p:blipFill>
                <a:blip r:embed="rId49"/>
                <a:stretch>
                  <a:fillRect/>
                </a:stretch>
              </p:blipFill>
              <p:spPr>
                <a:xfrm>
                  <a:off x="4079320" y="5747310"/>
                  <a:ext cx="193680" cy="42480"/>
                </a:xfrm>
                <a:prstGeom prst="rect">
                  <a:avLst/>
                </a:prstGeom>
              </p:spPr>
            </p:pic>
          </mc:Fallback>
        </mc:AlternateContent>
      </p:grpSp>
      <p:grpSp>
        <p:nvGrpSpPr>
          <p:cNvPr id="45" name="Group 44">
            <a:extLst>
              <a:ext uri="{FF2B5EF4-FFF2-40B4-BE49-F238E27FC236}">
                <a16:creationId xmlns:a16="http://schemas.microsoft.com/office/drawing/2014/main" id="{AC45DBC1-D01F-F90B-7ED7-15CE3005A184}"/>
              </a:ext>
            </a:extLst>
          </p:cNvPr>
          <p:cNvGrpSpPr/>
          <p:nvPr/>
        </p:nvGrpSpPr>
        <p:grpSpPr>
          <a:xfrm>
            <a:off x="4569640" y="5474430"/>
            <a:ext cx="1554840" cy="323280"/>
            <a:chOff x="4569640" y="5474430"/>
            <a:chExt cx="1554840" cy="323280"/>
          </a:xfrm>
        </p:grpSpPr>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187F419-D83D-637A-3C21-EB730B28E6BC}"/>
                    </a:ext>
                  </a:extLst>
                </p14:cNvPr>
                <p14:cNvContentPartPr/>
                <p14:nvPr/>
              </p14:nvContentPartPr>
              <p14:xfrm>
                <a:off x="4569640" y="5600790"/>
                <a:ext cx="213840" cy="162000"/>
              </p14:xfrm>
            </p:contentPart>
          </mc:Choice>
          <mc:Fallback xmlns="">
            <p:pic>
              <p:nvPicPr>
                <p:cNvPr id="33" name="Ink 32">
                  <a:extLst>
                    <a:ext uri="{FF2B5EF4-FFF2-40B4-BE49-F238E27FC236}">
                      <a16:creationId xmlns:a16="http://schemas.microsoft.com/office/drawing/2014/main" id="{F187F419-D83D-637A-3C21-EB730B28E6BC}"/>
                    </a:ext>
                  </a:extLst>
                </p:cNvPr>
                <p:cNvPicPr/>
                <p:nvPr/>
              </p:nvPicPr>
              <p:blipFill>
                <a:blip r:embed="rId51"/>
                <a:stretch>
                  <a:fillRect/>
                </a:stretch>
              </p:blipFill>
              <p:spPr>
                <a:xfrm>
                  <a:off x="4565320" y="5596470"/>
                  <a:ext cx="2224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4E29BC6D-CCF0-9F27-F814-E0A23C3F45AA}"/>
                    </a:ext>
                  </a:extLst>
                </p14:cNvPr>
                <p14:cNvContentPartPr/>
                <p14:nvPr/>
              </p14:nvContentPartPr>
              <p14:xfrm>
                <a:off x="4831360" y="5474430"/>
                <a:ext cx="155160" cy="59400"/>
              </p14:xfrm>
            </p:contentPart>
          </mc:Choice>
          <mc:Fallback xmlns="">
            <p:pic>
              <p:nvPicPr>
                <p:cNvPr id="34" name="Ink 33">
                  <a:extLst>
                    <a:ext uri="{FF2B5EF4-FFF2-40B4-BE49-F238E27FC236}">
                      <a16:creationId xmlns:a16="http://schemas.microsoft.com/office/drawing/2014/main" id="{4E29BC6D-CCF0-9F27-F814-E0A23C3F45AA}"/>
                    </a:ext>
                  </a:extLst>
                </p:cNvPr>
                <p:cNvPicPr/>
                <p:nvPr/>
              </p:nvPicPr>
              <p:blipFill>
                <a:blip r:embed="rId53"/>
                <a:stretch>
                  <a:fillRect/>
                </a:stretch>
              </p:blipFill>
              <p:spPr>
                <a:xfrm>
                  <a:off x="4827040" y="5470110"/>
                  <a:ext cx="1638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B202186E-27ED-2FCB-90D8-6BACF7674965}"/>
                    </a:ext>
                  </a:extLst>
                </p14:cNvPr>
                <p14:cNvContentPartPr/>
                <p14:nvPr/>
              </p14:nvContentPartPr>
              <p14:xfrm>
                <a:off x="5065360" y="5690790"/>
                <a:ext cx="189000" cy="23040"/>
              </p14:xfrm>
            </p:contentPart>
          </mc:Choice>
          <mc:Fallback xmlns="">
            <p:pic>
              <p:nvPicPr>
                <p:cNvPr id="35" name="Ink 34">
                  <a:extLst>
                    <a:ext uri="{FF2B5EF4-FFF2-40B4-BE49-F238E27FC236}">
                      <a16:creationId xmlns:a16="http://schemas.microsoft.com/office/drawing/2014/main" id="{B202186E-27ED-2FCB-90D8-6BACF7674965}"/>
                    </a:ext>
                  </a:extLst>
                </p:cNvPr>
                <p:cNvPicPr/>
                <p:nvPr/>
              </p:nvPicPr>
              <p:blipFill>
                <a:blip r:embed="rId55"/>
                <a:stretch>
                  <a:fillRect/>
                </a:stretch>
              </p:blipFill>
              <p:spPr>
                <a:xfrm>
                  <a:off x="5061040" y="5686470"/>
                  <a:ext cx="1976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DA1E1796-E5B9-AE7C-1D4E-07E1F0B2A72E}"/>
                    </a:ext>
                  </a:extLst>
                </p14:cNvPr>
                <p14:cNvContentPartPr/>
                <p14:nvPr/>
              </p14:nvContentPartPr>
              <p14:xfrm>
                <a:off x="5394760" y="5543550"/>
                <a:ext cx="235800" cy="236880"/>
              </p14:xfrm>
            </p:contentPart>
          </mc:Choice>
          <mc:Fallback xmlns="">
            <p:pic>
              <p:nvPicPr>
                <p:cNvPr id="36" name="Ink 35">
                  <a:extLst>
                    <a:ext uri="{FF2B5EF4-FFF2-40B4-BE49-F238E27FC236}">
                      <a16:creationId xmlns:a16="http://schemas.microsoft.com/office/drawing/2014/main" id="{DA1E1796-E5B9-AE7C-1D4E-07E1F0B2A72E}"/>
                    </a:ext>
                  </a:extLst>
                </p:cNvPr>
                <p:cNvPicPr/>
                <p:nvPr/>
              </p:nvPicPr>
              <p:blipFill>
                <a:blip r:embed="rId57"/>
                <a:stretch>
                  <a:fillRect/>
                </a:stretch>
              </p:blipFill>
              <p:spPr>
                <a:xfrm>
                  <a:off x="5390440" y="5539230"/>
                  <a:ext cx="2444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506C277B-3056-2CB7-77DB-2E00992B0636}"/>
                    </a:ext>
                  </a:extLst>
                </p14:cNvPr>
                <p14:cNvContentPartPr/>
                <p14:nvPr/>
              </p14:nvContentPartPr>
              <p14:xfrm>
                <a:off x="5674120" y="5670630"/>
                <a:ext cx="166320" cy="113040"/>
              </p14:xfrm>
            </p:contentPart>
          </mc:Choice>
          <mc:Fallback xmlns="">
            <p:pic>
              <p:nvPicPr>
                <p:cNvPr id="37" name="Ink 36">
                  <a:extLst>
                    <a:ext uri="{FF2B5EF4-FFF2-40B4-BE49-F238E27FC236}">
                      <a16:creationId xmlns:a16="http://schemas.microsoft.com/office/drawing/2014/main" id="{506C277B-3056-2CB7-77DB-2E00992B0636}"/>
                    </a:ext>
                  </a:extLst>
                </p:cNvPr>
                <p:cNvPicPr/>
                <p:nvPr/>
              </p:nvPicPr>
              <p:blipFill>
                <a:blip r:embed="rId59"/>
                <a:stretch>
                  <a:fillRect/>
                </a:stretch>
              </p:blipFill>
              <p:spPr>
                <a:xfrm>
                  <a:off x="5669800" y="5666310"/>
                  <a:ext cx="1749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2" name="Ink 41">
                  <a:extLst>
                    <a:ext uri="{FF2B5EF4-FFF2-40B4-BE49-F238E27FC236}">
                      <a16:creationId xmlns:a16="http://schemas.microsoft.com/office/drawing/2014/main" id="{94694E2F-1885-B041-C504-CBE5D90F54E3}"/>
                    </a:ext>
                  </a:extLst>
                </p14:cNvPr>
                <p14:cNvContentPartPr/>
                <p14:nvPr/>
              </p14:nvContentPartPr>
              <p14:xfrm>
                <a:off x="6037360" y="5638950"/>
                <a:ext cx="5760" cy="158760"/>
              </p14:xfrm>
            </p:contentPart>
          </mc:Choice>
          <mc:Fallback xmlns="">
            <p:pic>
              <p:nvPicPr>
                <p:cNvPr id="42" name="Ink 41">
                  <a:extLst>
                    <a:ext uri="{FF2B5EF4-FFF2-40B4-BE49-F238E27FC236}">
                      <a16:creationId xmlns:a16="http://schemas.microsoft.com/office/drawing/2014/main" id="{94694E2F-1885-B041-C504-CBE5D90F54E3}"/>
                    </a:ext>
                  </a:extLst>
                </p:cNvPr>
                <p:cNvPicPr/>
                <p:nvPr/>
              </p:nvPicPr>
              <p:blipFill>
                <a:blip r:embed="rId61"/>
                <a:stretch>
                  <a:fillRect/>
                </a:stretch>
              </p:blipFill>
              <p:spPr>
                <a:xfrm>
                  <a:off x="6033040" y="5634630"/>
                  <a:ext cx="1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Ink 42">
                  <a:extLst>
                    <a:ext uri="{FF2B5EF4-FFF2-40B4-BE49-F238E27FC236}">
                      <a16:creationId xmlns:a16="http://schemas.microsoft.com/office/drawing/2014/main" id="{744364FB-3A9F-3F3D-C6C5-F070F65C59A6}"/>
                    </a:ext>
                  </a:extLst>
                </p14:cNvPr>
                <p14:cNvContentPartPr/>
                <p14:nvPr/>
              </p14:nvContentPartPr>
              <p14:xfrm>
                <a:off x="5994520" y="5714910"/>
                <a:ext cx="129960" cy="20160"/>
              </p14:xfrm>
            </p:contentPart>
          </mc:Choice>
          <mc:Fallback xmlns="">
            <p:pic>
              <p:nvPicPr>
                <p:cNvPr id="43" name="Ink 42">
                  <a:extLst>
                    <a:ext uri="{FF2B5EF4-FFF2-40B4-BE49-F238E27FC236}">
                      <a16:creationId xmlns:a16="http://schemas.microsoft.com/office/drawing/2014/main" id="{744364FB-3A9F-3F3D-C6C5-F070F65C59A6}"/>
                    </a:ext>
                  </a:extLst>
                </p:cNvPr>
                <p:cNvPicPr/>
                <p:nvPr/>
              </p:nvPicPr>
              <p:blipFill>
                <a:blip r:embed="rId63"/>
                <a:stretch>
                  <a:fillRect/>
                </a:stretch>
              </p:blipFill>
              <p:spPr>
                <a:xfrm>
                  <a:off x="5990200" y="5710590"/>
                  <a:ext cx="13860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
            <p14:nvContentPartPr>
              <p14:cNvPr id="44" name="Ink 43">
                <a:extLst>
                  <a:ext uri="{FF2B5EF4-FFF2-40B4-BE49-F238E27FC236}">
                    <a16:creationId xmlns:a16="http://schemas.microsoft.com/office/drawing/2014/main" id="{C7DE0765-E59C-F922-2E12-8072ACCB840D}"/>
                  </a:ext>
                </a:extLst>
              </p14:cNvPr>
              <p14:cNvContentPartPr/>
              <p14:nvPr/>
            </p14:nvContentPartPr>
            <p14:xfrm>
              <a:off x="6367840" y="5610870"/>
              <a:ext cx="37080" cy="227520"/>
            </p14:xfrm>
          </p:contentPart>
        </mc:Choice>
        <mc:Fallback xmlns="">
          <p:pic>
            <p:nvPicPr>
              <p:cNvPr id="44" name="Ink 43">
                <a:extLst>
                  <a:ext uri="{FF2B5EF4-FFF2-40B4-BE49-F238E27FC236}">
                    <a16:creationId xmlns:a16="http://schemas.microsoft.com/office/drawing/2014/main" id="{C7DE0765-E59C-F922-2E12-8072ACCB840D}"/>
                  </a:ext>
                </a:extLst>
              </p:cNvPr>
              <p:cNvPicPr/>
              <p:nvPr/>
            </p:nvPicPr>
            <p:blipFill>
              <a:blip r:embed="rId65"/>
              <a:stretch>
                <a:fillRect/>
              </a:stretch>
            </p:blipFill>
            <p:spPr>
              <a:xfrm>
                <a:off x="6363520" y="5606550"/>
                <a:ext cx="45720" cy="236160"/>
              </a:xfrm>
              <a:prstGeom prst="rect">
                <a:avLst/>
              </a:prstGeom>
            </p:spPr>
          </p:pic>
        </mc:Fallback>
      </mc:AlternateContent>
      <p:grpSp>
        <p:nvGrpSpPr>
          <p:cNvPr id="51" name="Group 50">
            <a:extLst>
              <a:ext uri="{FF2B5EF4-FFF2-40B4-BE49-F238E27FC236}">
                <a16:creationId xmlns:a16="http://schemas.microsoft.com/office/drawing/2014/main" id="{93DA9F85-862C-E13F-8A14-C7751F7B73B9}"/>
              </a:ext>
            </a:extLst>
          </p:cNvPr>
          <p:cNvGrpSpPr/>
          <p:nvPr/>
        </p:nvGrpSpPr>
        <p:grpSpPr>
          <a:xfrm>
            <a:off x="528280" y="5020110"/>
            <a:ext cx="782640" cy="318240"/>
            <a:chOff x="528280" y="5020110"/>
            <a:chExt cx="782640" cy="318240"/>
          </a:xfrm>
        </p:grpSpPr>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C854E8D9-6480-3E56-7E03-8B6CC6FF40DB}"/>
                    </a:ext>
                  </a:extLst>
                </p14:cNvPr>
                <p14:cNvContentPartPr/>
                <p14:nvPr/>
              </p14:nvContentPartPr>
              <p14:xfrm>
                <a:off x="674800" y="5020470"/>
                <a:ext cx="37080" cy="255240"/>
              </p14:xfrm>
            </p:contentPart>
          </mc:Choice>
          <mc:Fallback xmlns="">
            <p:pic>
              <p:nvPicPr>
                <p:cNvPr id="46" name="Ink 45">
                  <a:extLst>
                    <a:ext uri="{FF2B5EF4-FFF2-40B4-BE49-F238E27FC236}">
                      <a16:creationId xmlns:a16="http://schemas.microsoft.com/office/drawing/2014/main" id="{C854E8D9-6480-3E56-7E03-8B6CC6FF40DB}"/>
                    </a:ext>
                  </a:extLst>
                </p:cNvPr>
                <p:cNvPicPr/>
                <p:nvPr/>
              </p:nvPicPr>
              <p:blipFill>
                <a:blip r:embed="rId67"/>
                <a:stretch>
                  <a:fillRect/>
                </a:stretch>
              </p:blipFill>
              <p:spPr>
                <a:xfrm>
                  <a:off x="670480" y="5016150"/>
                  <a:ext cx="4572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C76DF0E8-0F53-2D6F-C1DF-9B25183152BA}"/>
                    </a:ext>
                  </a:extLst>
                </p14:cNvPr>
                <p14:cNvContentPartPr/>
                <p14:nvPr/>
              </p14:nvContentPartPr>
              <p14:xfrm>
                <a:off x="528280" y="5020110"/>
                <a:ext cx="502560" cy="17280"/>
              </p14:xfrm>
            </p:contentPart>
          </mc:Choice>
          <mc:Fallback xmlns="">
            <p:pic>
              <p:nvPicPr>
                <p:cNvPr id="47" name="Ink 46">
                  <a:extLst>
                    <a:ext uri="{FF2B5EF4-FFF2-40B4-BE49-F238E27FC236}">
                      <a16:creationId xmlns:a16="http://schemas.microsoft.com/office/drawing/2014/main" id="{C76DF0E8-0F53-2D6F-C1DF-9B25183152BA}"/>
                    </a:ext>
                  </a:extLst>
                </p:cNvPr>
                <p:cNvPicPr/>
                <p:nvPr/>
              </p:nvPicPr>
              <p:blipFill>
                <a:blip r:embed="rId69"/>
                <a:stretch>
                  <a:fillRect/>
                </a:stretch>
              </p:blipFill>
              <p:spPr>
                <a:xfrm>
                  <a:off x="523960" y="5015790"/>
                  <a:ext cx="511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Ink 47">
                  <a:extLst>
                    <a:ext uri="{FF2B5EF4-FFF2-40B4-BE49-F238E27FC236}">
                      <a16:creationId xmlns:a16="http://schemas.microsoft.com/office/drawing/2014/main" id="{FE2D573E-B0B1-8FE0-F1C0-AA26CB4F46F3}"/>
                    </a:ext>
                  </a:extLst>
                </p14:cNvPr>
                <p14:cNvContentPartPr/>
                <p14:nvPr/>
              </p14:nvContentPartPr>
              <p14:xfrm>
                <a:off x="900520" y="5105430"/>
                <a:ext cx="116280" cy="191880"/>
              </p14:xfrm>
            </p:contentPart>
          </mc:Choice>
          <mc:Fallback xmlns="">
            <p:pic>
              <p:nvPicPr>
                <p:cNvPr id="48" name="Ink 47">
                  <a:extLst>
                    <a:ext uri="{FF2B5EF4-FFF2-40B4-BE49-F238E27FC236}">
                      <a16:creationId xmlns:a16="http://schemas.microsoft.com/office/drawing/2014/main" id="{FE2D573E-B0B1-8FE0-F1C0-AA26CB4F46F3}"/>
                    </a:ext>
                  </a:extLst>
                </p:cNvPr>
                <p:cNvPicPr/>
                <p:nvPr/>
              </p:nvPicPr>
              <p:blipFill>
                <a:blip r:embed="rId71"/>
                <a:stretch>
                  <a:fillRect/>
                </a:stretch>
              </p:blipFill>
              <p:spPr>
                <a:xfrm>
                  <a:off x="896200" y="5101110"/>
                  <a:ext cx="12492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25CE546A-8BFD-FA1C-E39B-345FD6B52C43}"/>
                    </a:ext>
                  </a:extLst>
                </p14:cNvPr>
                <p14:cNvContentPartPr/>
                <p14:nvPr/>
              </p14:nvContentPartPr>
              <p14:xfrm>
                <a:off x="1071160" y="5165550"/>
                <a:ext cx="114120" cy="84600"/>
              </p14:xfrm>
            </p:contentPart>
          </mc:Choice>
          <mc:Fallback xmlns="">
            <p:pic>
              <p:nvPicPr>
                <p:cNvPr id="49" name="Ink 48">
                  <a:extLst>
                    <a:ext uri="{FF2B5EF4-FFF2-40B4-BE49-F238E27FC236}">
                      <a16:creationId xmlns:a16="http://schemas.microsoft.com/office/drawing/2014/main" id="{25CE546A-8BFD-FA1C-E39B-345FD6B52C43}"/>
                    </a:ext>
                  </a:extLst>
                </p:cNvPr>
                <p:cNvPicPr/>
                <p:nvPr/>
              </p:nvPicPr>
              <p:blipFill>
                <a:blip r:embed="rId73"/>
                <a:stretch>
                  <a:fillRect/>
                </a:stretch>
              </p:blipFill>
              <p:spPr>
                <a:xfrm>
                  <a:off x="1066840" y="5161230"/>
                  <a:ext cx="1227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B61C5E10-94EA-9902-5C20-115C3379B8B8}"/>
                    </a:ext>
                  </a:extLst>
                </p14:cNvPr>
                <p14:cNvContentPartPr/>
                <p14:nvPr/>
              </p14:nvContentPartPr>
              <p14:xfrm>
                <a:off x="1237120" y="5103630"/>
                <a:ext cx="73800" cy="234720"/>
              </p14:xfrm>
            </p:contentPart>
          </mc:Choice>
          <mc:Fallback xmlns="">
            <p:pic>
              <p:nvPicPr>
                <p:cNvPr id="50" name="Ink 49">
                  <a:extLst>
                    <a:ext uri="{FF2B5EF4-FFF2-40B4-BE49-F238E27FC236}">
                      <a16:creationId xmlns:a16="http://schemas.microsoft.com/office/drawing/2014/main" id="{B61C5E10-94EA-9902-5C20-115C3379B8B8}"/>
                    </a:ext>
                  </a:extLst>
                </p:cNvPr>
                <p:cNvPicPr/>
                <p:nvPr/>
              </p:nvPicPr>
              <p:blipFill>
                <a:blip r:embed="rId75"/>
                <a:stretch>
                  <a:fillRect/>
                </a:stretch>
              </p:blipFill>
              <p:spPr>
                <a:xfrm>
                  <a:off x="1232800" y="5099310"/>
                  <a:ext cx="82440" cy="24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93BB16E3-5603-3F75-8A48-54B66EC6BBBA}"/>
                  </a:ext>
                </a:extLst>
              </p14:cNvPr>
              <p14:cNvContentPartPr/>
              <p14:nvPr/>
            </p14:nvContentPartPr>
            <p14:xfrm>
              <a:off x="1493800" y="5147190"/>
              <a:ext cx="185040" cy="74160"/>
            </p14:xfrm>
          </p:contentPart>
        </mc:Choice>
        <mc:Fallback xmlns="">
          <p:pic>
            <p:nvPicPr>
              <p:cNvPr id="52" name="Ink 51">
                <a:extLst>
                  <a:ext uri="{FF2B5EF4-FFF2-40B4-BE49-F238E27FC236}">
                    <a16:creationId xmlns:a16="http://schemas.microsoft.com/office/drawing/2014/main" id="{93BB16E3-5603-3F75-8A48-54B66EC6BBBA}"/>
                  </a:ext>
                </a:extLst>
              </p:cNvPr>
              <p:cNvPicPr/>
              <p:nvPr/>
            </p:nvPicPr>
            <p:blipFill>
              <a:blip r:embed="rId77"/>
              <a:stretch>
                <a:fillRect/>
              </a:stretch>
            </p:blipFill>
            <p:spPr>
              <a:xfrm>
                <a:off x="1489480" y="5142870"/>
                <a:ext cx="193680" cy="82800"/>
              </a:xfrm>
              <a:prstGeom prst="rect">
                <a:avLst/>
              </a:prstGeom>
            </p:spPr>
          </p:pic>
        </mc:Fallback>
      </mc:AlternateContent>
      <p:grpSp>
        <p:nvGrpSpPr>
          <p:cNvPr id="61" name="Group 60">
            <a:extLst>
              <a:ext uri="{FF2B5EF4-FFF2-40B4-BE49-F238E27FC236}">
                <a16:creationId xmlns:a16="http://schemas.microsoft.com/office/drawing/2014/main" id="{1E2C8B0D-AB62-16AC-DB11-D994E9D3C752}"/>
              </a:ext>
            </a:extLst>
          </p:cNvPr>
          <p:cNvGrpSpPr/>
          <p:nvPr/>
        </p:nvGrpSpPr>
        <p:grpSpPr>
          <a:xfrm>
            <a:off x="603880" y="5924430"/>
            <a:ext cx="413280" cy="341280"/>
            <a:chOff x="603880" y="5924430"/>
            <a:chExt cx="413280" cy="341280"/>
          </a:xfrm>
        </p:grpSpPr>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C75E86EC-360B-38CA-B556-4832E1C71C2E}"/>
                    </a:ext>
                  </a:extLst>
                </p14:cNvPr>
                <p14:cNvContentPartPr/>
                <p14:nvPr/>
              </p14:nvContentPartPr>
              <p14:xfrm>
                <a:off x="603880" y="5978790"/>
                <a:ext cx="130320" cy="286920"/>
              </p14:xfrm>
            </p:contentPart>
          </mc:Choice>
          <mc:Fallback xmlns="">
            <p:pic>
              <p:nvPicPr>
                <p:cNvPr id="53" name="Ink 52">
                  <a:extLst>
                    <a:ext uri="{FF2B5EF4-FFF2-40B4-BE49-F238E27FC236}">
                      <a16:creationId xmlns:a16="http://schemas.microsoft.com/office/drawing/2014/main" id="{C75E86EC-360B-38CA-B556-4832E1C71C2E}"/>
                    </a:ext>
                  </a:extLst>
                </p:cNvPr>
                <p:cNvPicPr/>
                <p:nvPr/>
              </p:nvPicPr>
              <p:blipFill>
                <a:blip r:embed="rId79"/>
                <a:stretch>
                  <a:fillRect/>
                </a:stretch>
              </p:blipFill>
              <p:spPr>
                <a:xfrm>
                  <a:off x="599560" y="5974470"/>
                  <a:ext cx="13896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F6D64F4F-52FB-1096-8077-3D661E6AC9AC}"/>
                    </a:ext>
                  </a:extLst>
                </p14:cNvPr>
                <p14:cNvContentPartPr/>
                <p14:nvPr/>
              </p14:nvContentPartPr>
              <p14:xfrm>
                <a:off x="858040" y="5924430"/>
                <a:ext cx="129960" cy="292320"/>
              </p14:xfrm>
            </p:contentPart>
          </mc:Choice>
          <mc:Fallback xmlns="">
            <p:pic>
              <p:nvPicPr>
                <p:cNvPr id="54" name="Ink 53">
                  <a:extLst>
                    <a:ext uri="{FF2B5EF4-FFF2-40B4-BE49-F238E27FC236}">
                      <a16:creationId xmlns:a16="http://schemas.microsoft.com/office/drawing/2014/main" id="{F6D64F4F-52FB-1096-8077-3D661E6AC9AC}"/>
                    </a:ext>
                  </a:extLst>
                </p:cNvPr>
                <p:cNvPicPr/>
                <p:nvPr/>
              </p:nvPicPr>
              <p:blipFill>
                <a:blip r:embed="rId81"/>
                <a:stretch>
                  <a:fillRect/>
                </a:stretch>
              </p:blipFill>
              <p:spPr>
                <a:xfrm>
                  <a:off x="853720" y="5920110"/>
                  <a:ext cx="13860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914ACE1E-F8F7-EFE8-0152-C2BE8774A50D}"/>
                    </a:ext>
                  </a:extLst>
                </p14:cNvPr>
                <p14:cNvContentPartPr/>
                <p14:nvPr/>
              </p14:nvContentPartPr>
              <p14:xfrm>
                <a:off x="812320" y="6057990"/>
                <a:ext cx="204840" cy="54000"/>
              </p14:xfrm>
            </p:contentPart>
          </mc:Choice>
          <mc:Fallback xmlns="">
            <p:pic>
              <p:nvPicPr>
                <p:cNvPr id="55" name="Ink 54">
                  <a:extLst>
                    <a:ext uri="{FF2B5EF4-FFF2-40B4-BE49-F238E27FC236}">
                      <a16:creationId xmlns:a16="http://schemas.microsoft.com/office/drawing/2014/main" id="{914ACE1E-F8F7-EFE8-0152-C2BE8774A50D}"/>
                    </a:ext>
                  </a:extLst>
                </p:cNvPr>
                <p:cNvPicPr/>
                <p:nvPr/>
              </p:nvPicPr>
              <p:blipFill>
                <a:blip r:embed="rId83"/>
                <a:stretch>
                  <a:fillRect/>
                </a:stretch>
              </p:blipFill>
              <p:spPr>
                <a:xfrm>
                  <a:off x="808000" y="6053670"/>
                  <a:ext cx="213480" cy="62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58C857E1-B804-6668-8123-C5B1766D0444}"/>
                  </a:ext>
                </a:extLst>
              </p14:cNvPr>
              <p14:cNvContentPartPr/>
              <p14:nvPr/>
            </p14:nvContentPartPr>
            <p14:xfrm>
              <a:off x="1255840" y="6060870"/>
              <a:ext cx="132840" cy="123480"/>
            </p14:xfrm>
          </p:contentPart>
        </mc:Choice>
        <mc:Fallback xmlns="">
          <p:pic>
            <p:nvPicPr>
              <p:cNvPr id="56" name="Ink 55">
                <a:extLst>
                  <a:ext uri="{FF2B5EF4-FFF2-40B4-BE49-F238E27FC236}">
                    <a16:creationId xmlns:a16="http://schemas.microsoft.com/office/drawing/2014/main" id="{58C857E1-B804-6668-8123-C5B1766D0444}"/>
                  </a:ext>
                </a:extLst>
              </p:cNvPr>
              <p:cNvPicPr/>
              <p:nvPr/>
            </p:nvPicPr>
            <p:blipFill>
              <a:blip r:embed="rId85"/>
              <a:stretch>
                <a:fillRect/>
              </a:stretch>
            </p:blipFill>
            <p:spPr>
              <a:xfrm>
                <a:off x="1251520" y="6056550"/>
                <a:ext cx="141480" cy="132120"/>
              </a:xfrm>
              <a:prstGeom prst="rect">
                <a:avLst/>
              </a:prstGeom>
            </p:spPr>
          </p:pic>
        </mc:Fallback>
      </mc:AlternateContent>
      <p:grpSp>
        <p:nvGrpSpPr>
          <p:cNvPr id="60" name="Group 59">
            <a:extLst>
              <a:ext uri="{FF2B5EF4-FFF2-40B4-BE49-F238E27FC236}">
                <a16:creationId xmlns:a16="http://schemas.microsoft.com/office/drawing/2014/main" id="{D42FDAB0-39C4-E033-D72D-9368517E8269}"/>
              </a:ext>
            </a:extLst>
          </p:cNvPr>
          <p:cNvGrpSpPr/>
          <p:nvPr/>
        </p:nvGrpSpPr>
        <p:grpSpPr>
          <a:xfrm>
            <a:off x="1659040" y="5963310"/>
            <a:ext cx="110160" cy="218520"/>
            <a:chOff x="1659040" y="5963310"/>
            <a:chExt cx="110160" cy="218520"/>
          </a:xfrm>
        </p:grpSpPr>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867BFEB4-013C-074E-7492-2E95F06DEEFE}"/>
                    </a:ext>
                  </a:extLst>
                </p14:cNvPr>
                <p14:cNvContentPartPr/>
                <p14:nvPr/>
              </p14:nvContentPartPr>
              <p14:xfrm>
                <a:off x="1659040" y="6082830"/>
                <a:ext cx="20160" cy="70200"/>
              </p14:xfrm>
            </p:contentPart>
          </mc:Choice>
          <mc:Fallback xmlns="">
            <p:pic>
              <p:nvPicPr>
                <p:cNvPr id="57" name="Ink 56">
                  <a:extLst>
                    <a:ext uri="{FF2B5EF4-FFF2-40B4-BE49-F238E27FC236}">
                      <a16:creationId xmlns:a16="http://schemas.microsoft.com/office/drawing/2014/main" id="{867BFEB4-013C-074E-7492-2E95F06DEEFE}"/>
                    </a:ext>
                  </a:extLst>
                </p:cNvPr>
                <p:cNvPicPr/>
                <p:nvPr/>
              </p:nvPicPr>
              <p:blipFill>
                <a:blip r:embed="rId87"/>
                <a:stretch>
                  <a:fillRect/>
                </a:stretch>
              </p:blipFill>
              <p:spPr>
                <a:xfrm>
                  <a:off x="1654720" y="6078510"/>
                  <a:ext cx="288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F9D70D84-4CCF-9CA0-BDF6-359A883AE35F}"/>
                    </a:ext>
                  </a:extLst>
                </p14:cNvPr>
                <p14:cNvContentPartPr/>
                <p14:nvPr/>
              </p14:nvContentPartPr>
              <p14:xfrm>
                <a:off x="1683880" y="5963310"/>
                <a:ext cx="3600" cy="55800"/>
              </p14:xfrm>
            </p:contentPart>
          </mc:Choice>
          <mc:Fallback xmlns="">
            <p:pic>
              <p:nvPicPr>
                <p:cNvPr id="58" name="Ink 57">
                  <a:extLst>
                    <a:ext uri="{FF2B5EF4-FFF2-40B4-BE49-F238E27FC236}">
                      <a16:creationId xmlns:a16="http://schemas.microsoft.com/office/drawing/2014/main" id="{F9D70D84-4CCF-9CA0-BDF6-359A883AE35F}"/>
                    </a:ext>
                  </a:extLst>
                </p:cNvPr>
                <p:cNvPicPr/>
                <p:nvPr/>
              </p:nvPicPr>
              <p:blipFill>
                <a:blip r:embed="rId89"/>
                <a:stretch>
                  <a:fillRect/>
                </a:stretch>
              </p:blipFill>
              <p:spPr>
                <a:xfrm>
                  <a:off x="1679560" y="5958990"/>
                  <a:ext cx="122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24B8B067-EA0A-ADB9-CF36-41A6520DAC79}"/>
                    </a:ext>
                  </a:extLst>
                </p14:cNvPr>
                <p14:cNvContentPartPr/>
                <p14:nvPr/>
              </p14:nvContentPartPr>
              <p14:xfrm>
                <a:off x="1708720" y="6056190"/>
                <a:ext cx="60480" cy="125640"/>
              </p14:xfrm>
            </p:contentPart>
          </mc:Choice>
          <mc:Fallback xmlns="">
            <p:pic>
              <p:nvPicPr>
                <p:cNvPr id="59" name="Ink 58">
                  <a:extLst>
                    <a:ext uri="{FF2B5EF4-FFF2-40B4-BE49-F238E27FC236}">
                      <a16:creationId xmlns:a16="http://schemas.microsoft.com/office/drawing/2014/main" id="{24B8B067-EA0A-ADB9-CF36-41A6520DAC79}"/>
                    </a:ext>
                  </a:extLst>
                </p:cNvPr>
                <p:cNvPicPr/>
                <p:nvPr/>
              </p:nvPicPr>
              <p:blipFill>
                <a:blip r:embed="rId91"/>
                <a:stretch>
                  <a:fillRect/>
                </a:stretch>
              </p:blipFill>
              <p:spPr>
                <a:xfrm>
                  <a:off x="1704400" y="6051870"/>
                  <a:ext cx="69120" cy="134280"/>
                </a:xfrm>
                <a:prstGeom prst="rect">
                  <a:avLst/>
                </a:prstGeom>
              </p:spPr>
            </p:pic>
          </mc:Fallback>
        </mc:AlternateContent>
      </p:grpSp>
      <p:grpSp>
        <p:nvGrpSpPr>
          <p:cNvPr id="67" name="Group 66">
            <a:extLst>
              <a:ext uri="{FF2B5EF4-FFF2-40B4-BE49-F238E27FC236}">
                <a16:creationId xmlns:a16="http://schemas.microsoft.com/office/drawing/2014/main" id="{FA45702F-D7B7-D347-48FF-ECD403C9B8B2}"/>
              </a:ext>
            </a:extLst>
          </p:cNvPr>
          <p:cNvGrpSpPr/>
          <p:nvPr/>
        </p:nvGrpSpPr>
        <p:grpSpPr>
          <a:xfrm>
            <a:off x="2120200" y="5929830"/>
            <a:ext cx="645120" cy="460440"/>
            <a:chOff x="2120200" y="5929830"/>
            <a:chExt cx="645120" cy="460440"/>
          </a:xfrm>
        </p:grpSpPr>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933491A2-F887-B770-D2B3-792E6E91484E}"/>
                    </a:ext>
                  </a:extLst>
                </p14:cNvPr>
                <p14:cNvContentPartPr/>
                <p14:nvPr/>
              </p14:nvContentPartPr>
              <p14:xfrm>
                <a:off x="2120200" y="5929830"/>
                <a:ext cx="37440" cy="285480"/>
              </p14:xfrm>
            </p:contentPart>
          </mc:Choice>
          <mc:Fallback xmlns="">
            <p:pic>
              <p:nvPicPr>
                <p:cNvPr id="62" name="Ink 61">
                  <a:extLst>
                    <a:ext uri="{FF2B5EF4-FFF2-40B4-BE49-F238E27FC236}">
                      <a16:creationId xmlns:a16="http://schemas.microsoft.com/office/drawing/2014/main" id="{933491A2-F887-B770-D2B3-792E6E91484E}"/>
                    </a:ext>
                  </a:extLst>
                </p:cNvPr>
                <p:cNvPicPr/>
                <p:nvPr/>
              </p:nvPicPr>
              <p:blipFill>
                <a:blip r:embed="rId93"/>
                <a:stretch>
                  <a:fillRect/>
                </a:stretch>
              </p:blipFill>
              <p:spPr>
                <a:xfrm>
                  <a:off x="2115880" y="5925510"/>
                  <a:ext cx="460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5713E776-2BCF-5DC1-0DE3-58414A24504F}"/>
                    </a:ext>
                  </a:extLst>
                </p14:cNvPr>
                <p14:cNvContentPartPr/>
                <p14:nvPr/>
              </p14:nvContentPartPr>
              <p14:xfrm>
                <a:off x="2203720" y="6103710"/>
                <a:ext cx="145440" cy="104400"/>
              </p14:xfrm>
            </p:contentPart>
          </mc:Choice>
          <mc:Fallback xmlns="">
            <p:pic>
              <p:nvPicPr>
                <p:cNvPr id="63" name="Ink 62">
                  <a:extLst>
                    <a:ext uri="{FF2B5EF4-FFF2-40B4-BE49-F238E27FC236}">
                      <a16:creationId xmlns:a16="http://schemas.microsoft.com/office/drawing/2014/main" id="{5713E776-2BCF-5DC1-0DE3-58414A24504F}"/>
                    </a:ext>
                  </a:extLst>
                </p:cNvPr>
                <p:cNvPicPr/>
                <p:nvPr/>
              </p:nvPicPr>
              <p:blipFill>
                <a:blip r:embed="rId95"/>
                <a:stretch>
                  <a:fillRect/>
                </a:stretch>
              </p:blipFill>
              <p:spPr>
                <a:xfrm>
                  <a:off x="2199400" y="6099390"/>
                  <a:ext cx="1540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FD4B8B8A-DC2E-64D5-F753-18D5F647D7D2}"/>
                    </a:ext>
                  </a:extLst>
                </p14:cNvPr>
                <p14:cNvContentPartPr/>
                <p14:nvPr/>
              </p14:nvContentPartPr>
              <p14:xfrm>
                <a:off x="2397040" y="6091470"/>
                <a:ext cx="50040" cy="132840"/>
              </p14:xfrm>
            </p:contentPart>
          </mc:Choice>
          <mc:Fallback xmlns="">
            <p:pic>
              <p:nvPicPr>
                <p:cNvPr id="64" name="Ink 63">
                  <a:extLst>
                    <a:ext uri="{FF2B5EF4-FFF2-40B4-BE49-F238E27FC236}">
                      <a16:creationId xmlns:a16="http://schemas.microsoft.com/office/drawing/2014/main" id="{FD4B8B8A-DC2E-64D5-F753-18D5F647D7D2}"/>
                    </a:ext>
                  </a:extLst>
                </p:cNvPr>
                <p:cNvPicPr/>
                <p:nvPr/>
              </p:nvPicPr>
              <p:blipFill>
                <a:blip r:embed="rId97"/>
                <a:stretch>
                  <a:fillRect/>
                </a:stretch>
              </p:blipFill>
              <p:spPr>
                <a:xfrm>
                  <a:off x="2392720" y="6087150"/>
                  <a:ext cx="586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9B3F39D0-DBF1-2F1C-CECD-C0B84171A175}"/>
                    </a:ext>
                  </a:extLst>
                </p14:cNvPr>
                <p14:cNvContentPartPr/>
                <p14:nvPr/>
              </p14:nvContentPartPr>
              <p14:xfrm>
                <a:off x="2525560" y="6133590"/>
                <a:ext cx="100800" cy="256680"/>
              </p14:xfrm>
            </p:contentPart>
          </mc:Choice>
          <mc:Fallback xmlns="">
            <p:pic>
              <p:nvPicPr>
                <p:cNvPr id="65" name="Ink 64">
                  <a:extLst>
                    <a:ext uri="{FF2B5EF4-FFF2-40B4-BE49-F238E27FC236}">
                      <a16:creationId xmlns:a16="http://schemas.microsoft.com/office/drawing/2014/main" id="{9B3F39D0-DBF1-2F1C-CECD-C0B84171A175}"/>
                    </a:ext>
                  </a:extLst>
                </p:cNvPr>
                <p:cNvPicPr/>
                <p:nvPr/>
              </p:nvPicPr>
              <p:blipFill>
                <a:blip r:embed="rId99"/>
                <a:stretch>
                  <a:fillRect/>
                </a:stretch>
              </p:blipFill>
              <p:spPr>
                <a:xfrm>
                  <a:off x="2521240" y="6129270"/>
                  <a:ext cx="1094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BB236D0B-C4A3-FB08-A552-47933E63B8CA}"/>
                    </a:ext>
                  </a:extLst>
                </p14:cNvPr>
                <p14:cNvContentPartPr/>
                <p14:nvPr/>
              </p14:nvContentPartPr>
              <p14:xfrm>
                <a:off x="2651200" y="6151230"/>
                <a:ext cx="114120" cy="101880"/>
              </p14:xfrm>
            </p:contentPart>
          </mc:Choice>
          <mc:Fallback xmlns="">
            <p:pic>
              <p:nvPicPr>
                <p:cNvPr id="66" name="Ink 65">
                  <a:extLst>
                    <a:ext uri="{FF2B5EF4-FFF2-40B4-BE49-F238E27FC236}">
                      <a16:creationId xmlns:a16="http://schemas.microsoft.com/office/drawing/2014/main" id="{BB236D0B-C4A3-FB08-A552-47933E63B8CA}"/>
                    </a:ext>
                  </a:extLst>
                </p:cNvPr>
                <p:cNvPicPr/>
                <p:nvPr/>
              </p:nvPicPr>
              <p:blipFill>
                <a:blip r:embed="rId101"/>
                <a:stretch>
                  <a:fillRect/>
                </a:stretch>
              </p:blipFill>
              <p:spPr>
                <a:xfrm>
                  <a:off x="2646880" y="6146910"/>
                  <a:ext cx="122760" cy="11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67E66E68-7C5D-DF47-9CE9-D97265E8D7FD}"/>
                  </a:ext>
                </a:extLst>
              </p14:cNvPr>
              <p14:cNvContentPartPr/>
              <p14:nvPr/>
            </p14:nvContentPartPr>
            <p14:xfrm>
              <a:off x="2809240" y="6273630"/>
              <a:ext cx="79920" cy="110160"/>
            </p14:xfrm>
          </p:contentPart>
        </mc:Choice>
        <mc:Fallback xmlns="">
          <p:pic>
            <p:nvPicPr>
              <p:cNvPr id="68" name="Ink 67">
                <a:extLst>
                  <a:ext uri="{FF2B5EF4-FFF2-40B4-BE49-F238E27FC236}">
                    <a16:creationId xmlns:a16="http://schemas.microsoft.com/office/drawing/2014/main" id="{67E66E68-7C5D-DF47-9CE9-D97265E8D7FD}"/>
                  </a:ext>
                </a:extLst>
              </p:cNvPr>
              <p:cNvPicPr/>
              <p:nvPr/>
            </p:nvPicPr>
            <p:blipFill>
              <a:blip r:embed="rId103"/>
              <a:stretch>
                <a:fillRect/>
              </a:stretch>
            </p:blipFill>
            <p:spPr>
              <a:xfrm>
                <a:off x="2804920" y="6269310"/>
                <a:ext cx="88560" cy="118800"/>
              </a:xfrm>
              <a:prstGeom prst="rect">
                <a:avLst/>
              </a:prstGeom>
            </p:spPr>
          </p:pic>
        </mc:Fallback>
      </mc:AlternateContent>
      <p:grpSp>
        <p:nvGrpSpPr>
          <p:cNvPr id="73" name="Group 72">
            <a:extLst>
              <a:ext uri="{FF2B5EF4-FFF2-40B4-BE49-F238E27FC236}">
                <a16:creationId xmlns:a16="http://schemas.microsoft.com/office/drawing/2014/main" id="{D0A142AD-93F4-1BF8-D70D-231EAFD94B3F}"/>
              </a:ext>
            </a:extLst>
          </p:cNvPr>
          <p:cNvGrpSpPr/>
          <p:nvPr/>
        </p:nvGrpSpPr>
        <p:grpSpPr>
          <a:xfrm>
            <a:off x="3284080" y="5969790"/>
            <a:ext cx="556920" cy="338760"/>
            <a:chOff x="3284080" y="5969790"/>
            <a:chExt cx="556920" cy="338760"/>
          </a:xfrm>
        </p:grpSpPr>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1C4679E3-38AF-8FF9-9632-40A4AA6DB6AB}"/>
                    </a:ext>
                  </a:extLst>
                </p14:cNvPr>
                <p14:cNvContentPartPr/>
                <p14:nvPr/>
              </p14:nvContentPartPr>
              <p14:xfrm>
                <a:off x="3284800" y="5973030"/>
                <a:ext cx="144000" cy="335520"/>
              </p14:xfrm>
            </p:contentPart>
          </mc:Choice>
          <mc:Fallback xmlns="">
            <p:pic>
              <p:nvPicPr>
                <p:cNvPr id="69" name="Ink 68">
                  <a:extLst>
                    <a:ext uri="{FF2B5EF4-FFF2-40B4-BE49-F238E27FC236}">
                      <a16:creationId xmlns:a16="http://schemas.microsoft.com/office/drawing/2014/main" id="{1C4679E3-38AF-8FF9-9632-40A4AA6DB6AB}"/>
                    </a:ext>
                  </a:extLst>
                </p:cNvPr>
                <p:cNvPicPr/>
                <p:nvPr/>
              </p:nvPicPr>
              <p:blipFill>
                <a:blip r:embed="rId105"/>
                <a:stretch>
                  <a:fillRect/>
                </a:stretch>
              </p:blipFill>
              <p:spPr>
                <a:xfrm>
                  <a:off x="3280480" y="5968710"/>
                  <a:ext cx="1526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0EA4ED0C-6DFC-898E-34EE-206DCAEB2C4A}"/>
                    </a:ext>
                  </a:extLst>
                </p14:cNvPr>
                <p14:cNvContentPartPr/>
                <p14:nvPr/>
              </p14:nvContentPartPr>
              <p14:xfrm>
                <a:off x="3284080" y="5969790"/>
                <a:ext cx="365400" cy="272160"/>
              </p14:xfrm>
            </p:contentPart>
          </mc:Choice>
          <mc:Fallback xmlns="">
            <p:pic>
              <p:nvPicPr>
                <p:cNvPr id="70" name="Ink 69">
                  <a:extLst>
                    <a:ext uri="{FF2B5EF4-FFF2-40B4-BE49-F238E27FC236}">
                      <a16:creationId xmlns:a16="http://schemas.microsoft.com/office/drawing/2014/main" id="{0EA4ED0C-6DFC-898E-34EE-206DCAEB2C4A}"/>
                    </a:ext>
                  </a:extLst>
                </p:cNvPr>
                <p:cNvPicPr/>
                <p:nvPr/>
              </p:nvPicPr>
              <p:blipFill>
                <a:blip r:embed="rId107"/>
                <a:stretch>
                  <a:fillRect/>
                </a:stretch>
              </p:blipFill>
              <p:spPr>
                <a:xfrm>
                  <a:off x="3279760" y="5965470"/>
                  <a:ext cx="37404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23A0EF73-41D3-FD0A-67F0-EC78BDA46C21}"/>
                    </a:ext>
                  </a:extLst>
                </p14:cNvPr>
                <p14:cNvContentPartPr/>
                <p14:nvPr/>
              </p14:nvContentPartPr>
              <p14:xfrm>
                <a:off x="3612760" y="6184710"/>
                <a:ext cx="75240" cy="93600"/>
              </p14:xfrm>
            </p:contentPart>
          </mc:Choice>
          <mc:Fallback xmlns="">
            <p:pic>
              <p:nvPicPr>
                <p:cNvPr id="71" name="Ink 70">
                  <a:extLst>
                    <a:ext uri="{FF2B5EF4-FFF2-40B4-BE49-F238E27FC236}">
                      <a16:creationId xmlns:a16="http://schemas.microsoft.com/office/drawing/2014/main" id="{23A0EF73-41D3-FD0A-67F0-EC78BDA46C21}"/>
                    </a:ext>
                  </a:extLst>
                </p:cNvPr>
                <p:cNvPicPr/>
                <p:nvPr/>
              </p:nvPicPr>
              <p:blipFill>
                <a:blip r:embed="rId109"/>
                <a:stretch>
                  <a:fillRect/>
                </a:stretch>
              </p:blipFill>
              <p:spPr>
                <a:xfrm>
                  <a:off x="3608440" y="6180390"/>
                  <a:ext cx="83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3277775E-8B0D-AA15-FE3D-33797C3E45D1}"/>
                    </a:ext>
                  </a:extLst>
                </p14:cNvPr>
                <p14:cNvContentPartPr/>
                <p14:nvPr/>
              </p14:nvContentPartPr>
              <p14:xfrm>
                <a:off x="3730840" y="6194430"/>
                <a:ext cx="110160" cy="76680"/>
              </p14:xfrm>
            </p:contentPart>
          </mc:Choice>
          <mc:Fallback xmlns="">
            <p:pic>
              <p:nvPicPr>
                <p:cNvPr id="72" name="Ink 71">
                  <a:extLst>
                    <a:ext uri="{FF2B5EF4-FFF2-40B4-BE49-F238E27FC236}">
                      <a16:creationId xmlns:a16="http://schemas.microsoft.com/office/drawing/2014/main" id="{3277775E-8B0D-AA15-FE3D-33797C3E45D1}"/>
                    </a:ext>
                  </a:extLst>
                </p:cNvPr>
                <p:cNvPicPr/>
                <p:nvPr/>
              </p:nvPicPr>
              <p:blipFill>
                <a:blip r:embed="rId111"/>
                <a:stretch>
                  <a:fillRect/>
                </a:stretch>
              </p:blipFill>
              <p:spPr>
                <a:xfrm>
                  <a:off x="3726520" y="6190110"/>
                  <a:ext cx="118800" cy="85320"/>
                </a:xfrm>
                <a:prstGeom prst="rect">
                  <a:avLst/>
                </a:prstGeom>
              </p:spPr>
            </p:pic>
          </mc:Fallback>
        </mc:AlternateContent>
      </p:grpSp>
      <p:grpSp>
        <p:nvGrpSpPr>
          <p:cNvPr id="76" name="Group 75">
            <a:extLst>
              <a:ext uri="{FF2B5EF4-FFF2-40B4-BE49-F238E27FC236}">
                <a16:creationId xmlns:a16="http://schemas.microsoft.com/office/drawing/2014/main" id="{545984C3-55E4-3FDB-1B87-87D5A48B4C1C}"/>
              </a:ext>
            </a:extLst>
          </p:cNvPr>
          <p:cNvGrpSpPr/>
          <p:nvPr/>
        </p:nvGrpSpPr>
        <p:grpSpPr>
          <a:xfrm>
            <a:off x="4396480" y="6047910"/>
            <a:ext cx="280800" cy="246960"/>
            <a:chOff x="4396480" y="6047910"/>
            <a:chExt cx="280800" cy="246960"/>
          </a:xfrm>
        </p:grpSpPr>
        <mc:AlternateContent xmlns:mc="http://schemas.openxmlformats.org/markup-compatibility/2006" xmlns:p14="http://schemas.microsoft.com/office/powerpoint/2010/main">
          <mc:Choice Requires="p14">
            <p:contentPart p14:bwMode="auto" r:id="rId112">
              <p14:nvContentPartPr>
                <p14:cNvPr id="74" name="Ink 73">
                  <a:extLst>
                    <a:ext uri="{FF2B5EF4-FFF2-40B4-BE49-F238E27FC236}">
                      <a16:creationId xmlns:a16="http://schemas.microsoft.com/office/drawing/2014/main" id="{24CFF146-3847-ACB8-BE3C-94C80994F640}"/>
                    </a:ext>
                  </a:extLst>
                </p14:cNvPr>
                <p14:cNvContentPartPr/>
                <p14:nvPr/>
              </p14:nvContentPartPr>
              <p14:xfrm>
                <a:off x="4396480" y="6131070"/>
                <a:ext cx="141480" cy="163800"/>
              </p14:xfrm>
            </p:contentPart>
          </mc:Choice>
          <mc:Fallback xmlns="">
            <p:pic>
              <p:nvPicPr>
                <p:cNvPr id="74" name="Ink 73">
                  <a:extLst>
                    <a:ext uri="{FF2B5EF4-FFF2-40B4-BE49-F238E27FC236}">
                      <a16:creationId xmlns:a16="http://schemas.microsoft.com/office/drawing/2014/main" id="{24CFF146-3847-ACB8-BE3C-94C80994F640}"/>
                    </a:ext>
                  </a:extLst>
                </p:cNvPr>
                <p:cNvPicPr/>
                <p:nvPr/>
              </p:nvPicPr>
              <p:blipFill>
                <a:blip r:embed="rId113"/>
                <a:stretch>
                  <a:fillRect/>
                </a:stretch>
              </p:blipFill>
              <p:spPr>
                <a:xfrm>
                  <a:off x="4392160" y="6126750"/>
                  <a:ext cx="1501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5" name="Ink 74">
                  <a:extLst>
                    <a:ext uri="{FF2B5EF4-FFF2-40B4-BE49-F238E27FC236}">
                      <a16:creationId xmlns:a16="http://schemas.microsoft.com/office/drawing/2014/main" id="{71C9A824-3A5C-635B-C3DE-2F8DE7668077}"/>
                    </a:ext>
                  </a:extLst>
                </p14:cNvPr>
                <p14:cNvContentPartPr/>
                <p14:nvPr/>
              </p14:nvContentPartPr>
              <p14:xfrm>
                <a:off x="4573960" y="6047910"/>
                <a:ext cx="103320" cy="108360"/>
              </p14:xfrm>
            </p:contentPart>
          </mc:Choice>
          <mc:Fallback xmlns="">
            <p:pic>
              <p:nvPicPr>
                <p:cNvPr id="75" name="Ink 74">
                  <a:extLst>
                    <a:ext uri="{FF2B5EF4-FFF2-40B4-BE49-F238E27FC236}">
                      <a16:creationId xmlns:a16="http://schemas.microsoft.com/office/drawing/2014/main" id="{71C9A824-3A5C-635B-C3DE-2F8DE7668077}"/>
                    </a:ext>
                  </a:extLst>
                </p:cNvPr>
                <p:cNvPicPr/>
                <p:nvPr/>
              </p:nvPicPr>
              <p:blipFill>
                <a:blip r:embed="rId115"/>
                <a:stretch>
                  <a:fillRect/>
                </a:stretch>
              </p:blipFill>
              <p:spPr>
                <a:xfrm>
                  <a:off x="4569640" y="6043590"/>
                  <a:ext cx="111960" cy="117000"/>
                </a:xfrm>
                <a:prstGeom prst="rect">
                  <a:avLst/>
                </a:prstGeom>
              </p:spPr>
            </p:pic>
          </mc:Fallback>
        </mc:AlternateContent>
      </p:grpSp>
      <p:grpSp>
        <p:nvGrpSpPr>
          <p:cNvPr id="81" name="Group 80">
            <a:extLst>
              <a:ext uri="{FF2B5EF4-FFF2-40B4-BE49-F238E27FC236}">
                <a16:creationId xmlns:a16="http://schemas.microsoft.com/office/drawing/2014/main" id="{4A9E43FE-CF5C-1DDB-FD07-F19E88F8315C}"/>
              </a:ext>
            </a:extLst>
          </p:cNvPr>
          <p:cNvGrpSpPr/>
          <p:nvPr/>
        </p:nvGrpSpPr>
        <p:grpSpPr>
          <a:xfrm>
            <a:off x="4978960" y="6090030"/>
            <a:ext cx="154800" cy="195480"/>
            <a:chOff x="4978960" y="6090030"/>
            <a:chExt cx="154800" cy="195480"/>
          </a:xfrm>
        </p:grpSpPr>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C6FD8C0E-5EB6-4638-7F93-2BA5AD916B0A}"/>
                    </a:ext>
                  </a:extLst>
                </p14:cNvPr>
                <p14:cNvContentPartPr/>
                <p14:nvPr/>
              </p14:nvContentPartPr>
              <p14:xfrm>
                <a:off x="4978960" y="6202350"/>
                <a:ext cx="26640" cy="82080"/>
              </p14:xfrm>
            </p:contentPart>
          </mc:Choice>
          <mc:Fallback xmlns="">
            <p:pic>
              <p:nvPicPr>
                <p:cNvPr id="77" name="Ink 76">
                  <a:extLst>
                    <a:ext uri="{FF2B5EF4-FFF2-40B4-BE49-F238E27FC236}">
                      <a16:creationId xmlns:a16="http://schemas.microsoft.com/office/drawing/2014/main" id="{C6FD8C0E-5EB6-4638-7F93-2BA5AD916B0A}"/>
                    </a:ext>
                  </a:extLst>
                </p:cNvPr>
                <p:cNvPicPr/>
                <p:nvPr/>
              </p:nvPicPr>
              <p:blipFill>
                <a:blip r:embed="rId117"/>
                <a:stretch>
                  <a:fillRect/>
                </a:stretch>
              </p:blipFill>
              <p:spPr>
                <a:xfrm>
                  <a:off x="4974640" y="6198030"/>
                  <a:ext cx="352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8" name="Ink 77">
                  <a:extLst>
                    <a:ext uri="{FF2B5EF4-FFF2-40B4-BE49-F238E27FC236}">
                      <a16:creationId xmlns:a16="http://schemas.microsoft.com/office/drawing/2014/main" id="{1BA8851E-9BE8-6D59-52E8-C9701A509F4F}"/>
                    </a:ext>
                  </a:extLst>
                </p14:cNvPr>
                <p14:cNvContentPartPr/>
                <p14:nvPr/>
              </p14:nvContentPartPr>
              <p14:xfrm>
                <a:off x="5039080" y="6090030"/>
                <a:ext cx="14040" cy="40320"/>
              </p14:xfrm>
            </p:contentPart>
          </mc:Choice>
          <mc:Fallback xmlns="">
            <p:pic>
              <p:nvPicPr>
                <p:cNvPr id="78" name="Ink 77">
                  <a:extLst>
                    <a:ext uri="{FF2B5EF4-FFF2-40B4-BE49-F238E27FC236}">
                      <a16:creationId xmlns:a16="http://schemas.microsoft.com/office/drawing/2014/main" id="{1BA8851E-9BE8-6D59-52E8-C9701A509F4F}"/>
                    </a:ext>
                  </a:extLst>
                </p:cNvPr>
                <p:cNvPicPr/>
                <p:nvPr/>
              </p:nvPicPr>
              <p:blipFill>
                <a:blip r:embed="rId119"/>
                <a:stretch>
                  <a:fillRect/>
                </a:stretch>
              </p:blipFill>
              <p:spPr>
                <a:xfrm>
                  <a:off x="5034760" y="6085710"/>
                  <a:ext cx="226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Ink 78">
                  <a:extLst>
                    <a:ext uri="{FF2B5EF4-FFF2-40B4-BE49-F238E27FC236}">
                      <a16:creationId xmlns:a16="http://schemas.microsoft.com/office/drawing/2014/main" id="{BEB770FE-6AC6-9BB4-BDFF-B00E214E67B1}"/>
                    </a:ext>
                  </a:extLst>
                </p14:cNvPr>
                <p14:cNvContentPartPr/>
                <p14:nvPr/>
              </p14:nvContentPartPr>
              <p14:xfrm>
                <a:off x="5074360" y="6181470"/>
                <a:ext cx="59400" cy="104040"/>
              </p14:xfrm>
            </p:contentPart>
          </mc:Choice>
          <mc:Fallback xmlns="">
            <p:pic>
              <p:nvPicPr>
                <p:cNvPr id="79" name="Ink 78">
                  <a:extLst>
                    <a:ext uri="{FF2B5EF4-FFF2-40B4-BE49-F238E27FC236}">
                      <a16:creationId xmlns:a16="http://schemas.microsoft.com/office/drawing/2014/main" id="{BEB770FE-6AC6-9BB4-BDFF-B00E214E67B1}"/>
                    </a:ext>
                  </a:extLst>
                </p:cNvPr>
                <p:cNvPicPr/>
                <p:nvPr/>
              </p:nvPicPr>
              <p:blipFill>
                <a:blip r:embed="rId121"/>
                <a:stretch>
                  <a:fillRect/>
                </a:stretch>
              </p:blipFill>
              <p:spPr>
                <a:xfrm>
                  <a:off x="5070040" y="6177150"/>
                  <a:ext cx="68040" cy="112680"/>
                </a:xfrm>
                <a:prstGeom prst="rect">
                  <a:avLst/>
                </a:prstGeom>
              </p:spPr>
            </p:pic>
          </mc:Fallback>
        </mc:AlternateContent>
      </p:grpSp>
      <p:grpSp>
        <p:nvGrpSpPr>
          <p:cNvPr id="84" name="Group 83">
            <a:extLst>
              <a:ext uri="{FF2B5EF4-FFF2-40B4-BE49-F238E27FC236}">
                <a16:creationId xmlns:a16="http://schemas.microsoft.com/office/drawing/2014/main" id="{F73AF1FF-FD98-A97B-6238-2214E77AD1A4}"/>
              </a:ext>
            </a:extLst>
          </p:cNvPr>
          <p:cNvGrpSpPr/>
          <p:nvPr/>
        </p:nvGrpSpPr>
        <p:grpSpPr>
          <a:xfrm>
            <a:off x="5328520" y="6088230"/>
            <a:ext cx="298800" cy="228960"/>
            <a:chOff x="5328520" y="6088230"/>
            <a:chExt cx="298800" cy="228960"/>
          </a:xfrm>
        </p:grpSpPr>
        <mc:AlternateContent xmlns:mc="http://schemas.openxmlformats.org/markup-compatibility/2006" xmlns:p14="http://schemas.microsoft.com/office/powerpoint/2010/main">
          <mc:Choice Requires="p14">
            <p:contentPart p14:bwMode="auto" r:id="rId122">
              <p14:nvContentPartPr>
                <p14:cNvPr id="80" name="Ink 79">
                  <a:extLst>
                    <a:ext uri="{FF2B5EF4-FFF2-40B4-BE49-F238E27FC236}">
                      <a16:creationId xmlns:a16="http://schemas.microsoft.com/office/drawing/2014/main" id="{BB2375AE-51FE-8D3A-2D82-06D1335226B0}"/>
                    </a:ext>
                  </a:extLst>
                </p14:cNvPr>
                <p14:cNvContentPartPr/>
                <p14:nvPr/>
              </p14:nvContentPartPr>
              <p14:xfrm>
                <a:off x="5328520" y="6090030"/>
                <a:ext cx="99000" cy="227160"/>
              </p14:xfrm>
            </p:contentPart>
          </mc:Choice>
          <mc:Fallback xmlns="">
            <p:pic>
              <p:nvPicPr>
                <p:cNvPr id="80" name="Ink 79">
                  <a:extLst>
                    <a:ext uri="{FF2B5EF4-FFF2-40B4-BE49-F238E27FC236}">
                      <a16:creationId xmlns:a16="http://schemas.microsoft.com/office/drawing/2014/main" id="{BB2375AE-51FE-8D3A-2D82-06D1335226B0}"/>
                    </a:ext>
                  </a:extLst>
                </p:cNvPr>
                <p:cNvPicPr/>
                <p:nvPr/>
              </p:nvPicPr>
              <p:blipFill>
                <a:blip r:embed="rId123"/>
                <a:stretch>
                  <a:fillRect/>
                </a:stretch>
              </p:blipFill>
              <p:spPr>
                <a:xfrm>
                  <a:off x="5324200" y="6085710"/>
                  <a:ext cx="1076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2" name="Ink 81">
                  <a:extLst>
                    <a:ext uri="{FF2B5EF4-FFF2-40B4-BE49-F238E27FC236}">
                      <a16:creationId xmlns:a16="http://schemas.microsoft.com/office/drawing/2014/main" id="{528C2CC6-40C9-528B-93DB-847251E859C4}"/>
                    </a:ext>
                  </a:extLst>
                </p14:cNvPr>
                <p14:cNvContentPartPr/>
                <p14:nvPr/>
              </p14:nvContentPartPr>
              <p14:xfrm>
                <a:off x="5342920" y="6088230"/>
                <a:ext cx="228600" cy="201600"/>
              </p14:xfrm>
            </p:contentPart>
          </mc:Choice>
          <mc:Fallback xmlns="">
            <p:pic>
              <p:nvPicPr>
                <p:cNvPr id="82" name="Ink 81">
                  <a:extLst>
                    <a:ext uri="{FF2B5EF4-FFF2-40B4-BE49-F238E27FC236}">
                      <a16:creationId xmlns:a16="http://schemas.microsoft.com/office/drawing/2014/main" id="{528C2CC6-40C9-528B-93DB-847251E859C4}"/>
                    </a:ext>
                  </a:extLst>
                </p:cNvPr>
                <p:cNvPicPr/>
                <p:nvPr/>
              </p:nvPicPr>
              <p:blipFill>
                <a:blip r:embed="rId125"/>
                <a:stretch>
                  <a:fillRect/>
                </a:stretch>
              </p:blipFill>
              <p:spPr>
                <a:xfrm>
                  <a:off x="5338600" y="6083910"/>
                  <a:ext cx="2372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3" name="Ink 82">
                  <a:extLst>
                    <a:ext uri="{FF2B5EF4-FFF2-40B4-BE49-F238E27FC236}">
                      <a16:creationId xmlns:a16="http://schemas.microsoft.com/office/drawing/2014/main" id="{B8EDE2B3-80DF-8155-610A-DC757D66B7F6}"/>
                    </a:ext>
                  </a:extLst>
                </p14:cNvPr>
                <p14:cNvContentPartPr/>
                <p14:nvPr/>
              </p14:nvContentPartPr>
              <p14:xfrm>
                <a:off x="5547400" y="6231870"/>
                <a:ext cx="79920" cy="58320"/>
              </p14:xfrm>
            </p:contentPart>
          </mc:Choice>
          <mc:Fallback xmlns="">
            <p:pic>
              <p:nvPicPr>
                <p:cNvPr id="83" name="Ink 82">
                  <a:extLst>
                    <a:ext uri="{FF2B5EF4-FFF2-40B4-BE49-F238E27FC236}">
                      <a16:creationId xmlns:a16="http://schemas.microsoft.com/office/drawing/2014/main" id="{B8EDE2B3-80DF-8155-610A-DC757D66B7F6}"/>
                    </a:ext>
                  </a:extLst>
                </p:cNvPr>
                <p:cNvPicPr/>
                <p:nvPr/>
              </p:nvPicPr>
              <p:blipFill>
                <a:blip r:embed="rId127"/>
                <a:stretch>
                  <a:fillRect/>
                </a:stretch>
              </p:blipFill>
              <p:spPr>
                <a:xfrm>
                  <a:off x="5543080" y="6227550"/>
                  <a:ext cx="88560" cy="66960"/>
                </a:xfrm>
                <a:prstGeom prst="rect">
                  <a:avLst/>
                </a:prstGeom>
              </p:spPr>
            </p:pic>
          </mc:Fallback>
        </mc:AlternateContent>
      </p:grpSp>
      <p:grpSp>
        <p:nvGrpSpPr>
          <p:cNvPr id="100" name="Group 99">
            <a:extLst>
              <a:ext uri="{FF2B5EF4-FFF2-40B4-BE49-F238E27FC236}">
                <a16:creationId xmlns:a16="http://schemas.microsoft.com/office/drawing/2014/main" id="{B54585D2-4803-88E2-4B99-BF4CC7AA777D}"/>
              </a:ext>
            </a:extLst>
          </p:cNvPr>
          <p:cNvGrpSpPr/>
          <p:nvPr/>
        </p:nvGrpSpPr>
        <p:grpSpPr>
          <a:xfrm>
            <a:off x="7442080" y="6042150"/>
            <a:ext cx="597240" cy="238680"/>
            <a:chOff x="7442080" y="6042150"/>
            <a:chExt cx="597240" cy="238680"/>
          </a:xfrm>
        </p:grpSpPr>
        <mc:AlternateContent xmlns:mc="http://schemas.openxmlformats.org/markup-compatibility/2006" xmlns:p14="http://schemas.microsoft.com/office/powerpoint/2010/main">
          <mc:Choice Requires="p14">
            <p:contentPart p14:bwMode="auto" r:id="rId128">
              <p14:nvContentPartPr>
                <p14:cNvPr id="95" name="Ink 94">
                  <a:extLst>
                    <a:ext uri="{FF2B5EF4-FFF2-40B4-BE49-F238E27FC236}">
                      <a16:creationId xmlns:a16="http://schemas.microsoft.com/office/drawing/2014/main" id="{56719B1C-BDED-4E3D-D08E-39DEFA6E32AF}"/>
                    </a:ext>
                  </a:extLst>
                </p14:cNvPr>
                <p14:cNvContentPartPr/>
                <p14:nvPr/>
              </p14:nvContentPartPr>
              <p14:xfrm>
                <a:off x="7457920" y="6042150"/>
                <a:ext cx="78840" cy="236160"/>
              </p14:xfrm>
            </p:contentPart>
          </mc:Choice>
          <mc:Fallback xmlns="">
            <p:pic>
              <p:nvPicPr>
                <p:cNvPr id="95" name="Ink 94">
                  <a:extLst>
                    <a:ext uri="{FF2B5EF4-FFF2-40B4-BE49-F238E27FC236}">
                      <a16:creationId xmlns:a16="http://schemas.microsoft.com/office/drawing/2014/main" id="{56719B1C-BDED-4E3D-D08E-39DEFA6E32AF}"/>
                    </a:ext>
                  </a:extLst>
                </p:cNvPr>
                <p:cNvPicPr/>
                <p:nvPr/>
              </p:nvPicPr>
              <p:blipFill>
                <a:blip r:embed="rId129"/>
                <a:stretch>
                  <a:fillRect/>
                </a:stretch>
              </p:blipFill>
              <p:spPr>
                <a:xfrm>
                  <a:off x="7453600" y="6037830"/>
                  <a:ext cx="874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6" name="Ink 95">
                  <a:extLst>
                    <a:ext uri="{FF2B5EF4-FFF2-40B4-BE49-F238E27FC236}">
                      <a16:creationId xmlns:a16="http://schemas.microsoft.com/office/drawing/2014/main" id="{616B64B3-56DE-5786-9E34-794FD387F53C}"/>
                    </a:ext>
                  </a:extLst>
                </p14:cNvPr>
                <p14:cNvContentPartPr/>
                <p14:nvPr/>
              </p14:nvContentPartPr>
              <p14:xfrm>
                <a:off x="7442080" y="6135390"/>
                <a:ext cx="150120" cy="11880"/>
              </p14:xfrm>
            </p:contentPart>
          </mc:Choice>
          <mc:Fallback xmlns="">
            <p:pic>
              <p:nvPicPr>
                <p:cNvPr id="96" name="Ink 95">
                  <a:extLst>
                    <a:ext uri="{FF2B5EF4-FFF2-40B4-BE49-F238E27FC236}">
                      <a16:creationId xmlns:a16="http://schemas.microsoft.com/office/drawing/2014/main" id="{616B64B3-56DE-5786-9E34-794FD387F53C}"/>
                    </a:ext>
                  </a:extLst>
                </p:cNvPr>
                <p:cNvPicPr/>
                <p:nvPr/>
              </p:nvPicPr>
              <p:blipFill>
                <a:blip r:embed="rId131"/>
                <a:stretch>
                  <a:fillRect/>
                </a:stretch>
              </p:blipFill>
              <p:spPr>
                <a:xfrm>
                  <a:off x="7437760" y="6131070"/>
                  <a:ext cx="1587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7" name="Ink 96">
                  <a:extLst>
                    <a:ext uri="{FF2B5EF4-FFF2-40B4-BE49-F238E27FC236}">
                      <a16:creationId xmlns:a16="http://schemas.microsoft.com/office/drawing/2014/main" id="{E0D8F51D-EBB0-D677-362B-15FFA8517BCD}"/>
                    </a:ext>
                  </a:extLst>
                </p14:cNvPr>
                <p14:cNvContentPartPr/>
                <p14:nvPr/>
              </p14:nvContentPartPr>
              <p14:xfrm>
                <a:off x="7595800" y="6179670"/>
                <a:ext cx="90360" cy="101160"/>
              </p14:xfrm>
            </p:contentPart>
          </mc:Choice>
          <mc:Fallback xmlns="">
            <p:pic>
              <p:nvPicPr>
                <p:cNvPr id="97" name="Ink 96">
                  <a:extLst>
                    <a:ext uri="{FF2B5EF4-FFF2-40B4-BE49-F238E27FC236}">
                      <a16:creationId xmlns:a16="http://schemas.microsoft.com/office/drawing/2014/main" id="{E0D8F51D-EBB0-D677-362B-15FFA8517BCD}"/>
                    </a:ext>
                  </a:extLst>
                </p:cNvPr>
                <p:cNvPicPr/>
                <p:nvPr/>
              </p:nvPicPr>
              <p:blipFill>
                <a:blip r:embed="rId133"/>
                <a:stretch>
                  <a:fillRect/>
                </a:stretch>
              </p:blipFill>
              <p:spPr>
                <a:xfrm>
                  <a:off x="7591480" y="6175350"/>
                  <a:ext cx="990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8" name="Ink 97">
                  <a:extLst>
                    <a:ext uri="{FF2B5EF4-FFF2-40B4-BE49-F238E27FC236}">
                      <a16:creationId xmlns:a16="http://schemas.microsoft.com/office/drawing/2014/main" id="{124EFAB5-3E0E-6E94-835E-76D0973FBF81}"/>
                    </a:ext>
                  </a:extLst>
                </p14:cNvPr>
                <p14:cNvContentPartPr/>
                <p14:nvPr/>
              </p14:nvContentPartPr>
              <p14:xfrm>
                <a:off x="7739440" y="6153390"/>
                <a:ext cx="43920" cy="124560"/>
              </p14:xfrm>
            </p:contentPart>
          </mc:Choice>
          <mc:Fallback xmlns="">
            <p:pic>
              <p:nvPicPr>
                <p:cNvPr id="98" name="Ink 97">
                  <a:extLst>
                    <a:ext uri="{FF2B5EF4-FFF2-40B4-BE49-F238E27FC236}">
                      <a16:creationId xmlns:a16="http://schemas.microsoft.com/office/drawing/2014/main" id="{124EFAB5-3E0E-6E94-835E-76D0973FBF81}"/>
                    </a:ext>
                  </a:extLst>
                </p:cNvPr>
                <p:cNvPicPr/>
                <p:nvPr/>
              </p:nvPicPr>
              <p:blipFill>
                <a:blip r:embed="rId135"/>
                <a:stretch>
                  <a:fillRect/>
                </a:stretch>
              </p:blipFill>
              <p:spPr>
                <a:xfrm>
                  <a:off x="7735120" y="6149070"/>
                  <a:ext cx="525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9" name="Ink 98">
                  <a:extLst>
                    <a:ext uri="{FF2B5EF4-FFF2-40B4-BE49-F238E27FC236}">
                      <a16:creationId xmlns:a16="http://schemas.microsoft.com/office/drawing/2014/main" id="{68E0C0CA-A506-A8D6-713E-4AF65FC6C218}"/>
                    </a:ext>
                  </a:extLst>
                </p14:cNvPr>
                <p14:cNvContentPartPr/>
                <p14:nvPr/>
              </p14:nvContentPartPr>
              <p14:xfrm>
                <a:off x="7823680" y="6171750"/>
                <a:ext cx="215640" cy="98640"/>
              </p14:xfrm>
            </p:contentPart>
          </mc:Choice>
          <mc:Fallback xmlns="">
            <p:pic>
              <p:nvPicPr>
                <p:cNvPr id="99" name="Ink 98">
                  <a:extLst>
                    <a:ext uri="{FF2B5EF4-FFF2-40B4-BE49-F238E27FC236}">
                      <a16:creationId xmlns:a16="http://schemas.microsoft.com/office/drawing/2014/main" id="{68E0C0CA-A506-A8D6-713E-4AF65FC6C218}"/>
                    </a:ext>
                  </a:extLst>
                </p:cNvPr>
                <p:cNvPicPr/>
                <p:nvPr/>
              </p:nvPicPr>
              <p:blipFill>
                <a:blip r:embed="rId137"/>
                <a:stretch>
                  <a:fillRect/>
                </a:stretch>
              </p:blipFill>
              <p:spPr>
                <a:xfrm>
                  <a:off x="7819360" y="6167430"/>
                  <a:ext cx="224280" cy="107280"/>
                </a:xfrm>
                <a:prstGeom prst="rect">
                  <a:avLst/>
                </a:prstGeom>
              </p:spPr>
            </p:pic>
          </mc:Fallback>
        </mc:AlternateContent>
      </p:grpSp>
      <p:grpSp>
        <p:nvGrpSpPr>
          <p:cNvPr id="103" name="Group 102">
            <a:extLst>
              <a:ext uri="{FF2B5EF4-FFF2-40B4-BE49-F238E27FC236}">
                <a16:creationId xmlns:a16="http://schemas.microsoft.com/office/drawing/2014/main" id="{04244C9A-635C-978A-A357-EE8FBFEC8435}"/>
              </a:ext>
            </a:extLst>
          </p:cNvPr>
          <p:cNvGrpSpPr/>
          <p:nvPr/>
        </p:nvGrpSpPr>
        <p:grpSpPr>
          <a:xfrm>
            <a:off x="5949880" y="6055470"/>
            <a:ext cx="1270080" cy="371160"/>
            <a:chOff x="5949880" y="6055470"/>
            <a:chExt cx="1270080" cy="371160"/>
          </a:xfrm>
        </p:grpSpPr>
        <mc:AlternateContent xmlns:mc="http://schemas.openxmlformats.org/markup-compatibility/2006" xmlns:p14="http://schemas.microsoft.com/office/powerpoint/2010/main">
          <mc:Choice Requires="p14">
            <p:contentPart p14:bwMode="auto" r:id="rId138">
              <p14:nvContentPartPr>
                <p14:cNvPr id="85" name="Ink 84">
                  <a:extLst>
                    <a:ext uri="{FF2B5EF4-FFF2-40B4-BE49-F238E27FC236}">
                      <a16:creationId xmlns:a16="http://schemas.microsoft.com/office/drawing/2014/main" id="{D07D37F3-E930-E114-2DC4-B45A3D2FEAC0}"/>
                    </a:ext>
                  </a:extLst>
                </p14:cNvPr>
                <p14:cNvContentPartPr/>
                <p14:nvPr/>
              </p14:nvContentPartPr>
              <p14:xfrm>
                <a:off x="5949880" y="6055470"/>
                <a:ext cx="271440" cy="262080"/>
              </p14:xfrm>
            </p:contentPart>
          </mc:Choice>
          <mc:Fallback xmlns="">
            <p:pic>
              <p:nvPicPr>
                <p:cNvPr id="85" name="Ink 84">
                  <a:extLst>
                    <a:ext uri="{FF2B5EF4-FFF2-40B4-BE49-F238E27FC236}">
                      <a16:creationId xmlns:a16="http://schemas.microsoft.com/office/drawing/2014/main" id="{D07D37F3-E930-E114-2DC4-B45A3D2FEAC0}"/>
                    </a:ext>
                  </a:extLst>
                </p:cNvPr>
                <p:cNvPicPr/>
                <p:nvPr/>
              </p:nvPicPr>
              <p:blipFill>
                <a:blip r:embed="rId139"/>
                <a:stretch>
                  <a:fillRect/>
                </a:stretch>
              </p:blipFill>
              <p:spPr>
                <a:xfrm>
                  <a:off x="5945560" y="6051150"/>
                  <a:ext cx="2800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6" name="Ink 85">
                  <a:extLst>
                    <a:ext uri="{FF2B5EF4-FFF2-40B4-BE49-F238E27FC236}">
                      <a16:creationId xmlns:a16="http://schemas.microsoft.com/office/drawing/2014/main" id="{ADA7C01D-CB30-6EB7-0385-DC12A48FFDA6}"/>
                    </a:ext>
                  </a:extLst>
                </p14:cNvPr>
                <p14:cNvContentPartPr/>
                <p14:nvPr/>
              </p14:nvContentPartPr>
              <p14:xfrm>
                <a:off x="6176680" y="6239430"/>
                <a:ext cx="54360" cy="97560"/>
              </p14:xfrm>
            </p:contentPart>
          </mc:Choice>
          <mc:Fallback xmlns="">
            <p:pic>
              <p:nvPicPr>
                <p:cNvPr id="86" name="Ink 85">
                  <a:extLst>
                    <a:ext uri="{FF2B5EF4-FFF2-40B4-BE49-F238E27FC236}">
                      <a16:creationId xmlns:a16="http://schemas.microsoft.com/office/drawing/2014/main" id="{ADA7C01D-CB30-6EB7-0385-DC12A48FFDA6}"/>
                    </a:ext>
                  </a:extLst>
                </p:cNvPr>
                <p:cNvPicPr/>
                <p:nvPr/>
              </p:nvPicPr>
              <p:blipFill>
                <a:blip r:embed="rId141"/>
                <a:stretch>
                  <a:fillRect/>
                </a:stretch>
              </p:blipFill>
              <p:spPr>
                <a:xfrm>
                  <a:off x="6172360" y="6235110"/>
                  <a:ext cx="630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7" name="Ink 86">
                  <a:extLst>
                    <a:ext uri="{FF2B5EF4-FFF2-40B4-BE49-F238E27FC236}">
                      <a16:creationId xmlns:a16="http://schemas.microsoft.com/office/drawing/2014/main" id="{AB1DE000-A75A-9328-54C1-C5FC20BCDC42}"/>
                    </a:ext>
                  </a:extLst>
                </p14:cNvPr>
                <p14:cNvContentPartPr/>
                <p14:nvPr/>
              </p14:nvContentPartPr>
              <p14:xfrm>
                <a:off x="6281440" y="6245910"/>
                <a:ext cx="204840" cy="109440"/>
              </p14:xfrm>
            </p:contentPart>
          </mc:Choice>
          <mc:Fallback xmlns="">
            <p:pic>
              <p:nvPicPr>
                <p:cNvPr id="87" name="Ink 86">
                  <a:extLst>
                    <a:ext uri="{FF2B5EF4-FFF2-40B4-BE49-F238E27FC236}">
                      <a16:creationId xmlns:a16="http://schemas.microsoft.com/office/drawing/2014/main" id="{AB1DE000-A75A-9328-54C1-C5FC20BCDC42}"/>
                    </a:ext>
                  </a:extLst>
                </p:cNvPr>
                <p:cNvPicPr/>
                <p:nvPr/>
              </p:nvPicPr>
              <p:blipFill>
                <a:blip r:embed="rId143"/>
                <a:stretch>
                  <a:fillRect/>
                </a:stretch>
              </p:blipFill>
              <p:spPr>
                <a:xfrm>
                  <a:off x="6277120" y="6241590"/>
                  <a:ext cx="2134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8" name="Ink 87">
                  <a:extLst>
                    <a:ext uri="{FF2B5EF4-FFF2-40B4-BE49-F238E27FC236}">
                      <a16:creationId xmlns:a16="http://schemas.microsoft.com/office/drawing/2014/main" id="{B40CD45D-7C4F-BC77-592E-94C26AEFF82E}"/>
                    </a:ext>
                  </a:extLst>
                </p14:cNvPr>
                <p14:cNvContentPartPr/>
                <p14:nvPr/>
              </p14:nvContentPartPr>
              <p14:xfrm>
                <a:off x="6519400" y="6288030"/>
                <a:ext cx="8280" cy="39600"/>
              </p14:xfrm>
            </p:contentPart>
          </mc:Choice>
          <mc:Fallback xmlns="">
            <p:pic>
              <p:nvPicPr>
                <p:cNvPr id="88" name="Ink 87">
                  <a:extLst>
                    <a:ext uri="{FF2B5EF4-FFF2-40B4-BE49-F238E27FC236}">
                      <a16:creationId xmlns:a16="http://schemas.microsoft.com/office/drawing/2014/main" id="{B40CD45D-7C4F-BC77-592E-94C26AEFF82E}"/>
                    </a:ext>
                  </a:extLst>
                </p:cNvPr>
                <p:cNvPicPr/>
                <p:nvPr/>
              </p:nvPicPr>
              <p:blipFill>
                <a:blip r:embed="rId145"/>
                <a:stretch>
                  <a:fillRect/>
                </a:stretch>
              </p:blipFill>
              <p:spPr>
                <a:xfrm>
                  <a:off x="6515080" y="6283710"/>
                  <a:ext cx="169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9" name="Ink 88">
                  <a:extLst>
                    <a:ext uri="{FF2B5EF4-FFF2-40B4-BE49-F238E27FC236}">
                      <a16:creationId xmlns:a16="http://schemas.microsoft.com/office/drawing/2014/main" id="{D2A79D4B-84F4-8A6E-7CB4-8ED404EF4D25}"/>
                    </a:ext>
                  </a:extLst>
                </p14:cNvPr>
                <p14:cNvContentPartPr/>
                <p14:nvPr/>
              </p14:nvContentPartPr>
              <p14:xfrm>
                <a:off x="6567640" y="6178230"/>
                <a:ext cx="25920" cy="44640"/>
              </p14:xfrm>
            </p:contentPart>
          </mc:Choice>
          <mc:Fallback xmlns="">
            <p:pic>
              <p:nvPicPr>
                <p:cNvPr id="89" name="Ink 88">
                  <a:extLst>
                    <a:ext uri="{FF2B5EF4-FFF2-40B4-BE49-F238E27FC236}">
                      <a16:creationId xmlns:a16="http://schemas.microsoft.com/office/drawing/2014/main" id="{D2A79D4B-84F4-8A6E-7CB4-8ED404EF4D25}"/>
                    </a:ext>
                  </a:extLst>
                </p:cNvPr>
                <p:cNvPicPr/>
                <p:nvPr/>
              </p:nvPicPr>
              <p:blipFill>
                <a:blip r:embed="rId147"/>
                <a:stretch>
                  <a:fillRect/>
                </a:stretch>
              </p:blipFill>
              <p:spPr>
                <a:xfrm>
                  <a:off x="6563320" y="6173910"/>
                  <a:ext cx="345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0" name="Ink 89">
                  <a:extLst>
                    <a:ext uri="{FF2B5EF4-FFF2-40B4-BE49-F238E27FC236}">
                      <a16:creationId xmlns:a16="http://schemas.microsoft.com/office/drawing/2014/main" id="{62F679F8-F53F-9D67-9987-427F591068F3}"/>
                    </a:ext>
                  </a:extLst>
                </p14:cNvPr>
                <p14:cNvContentPartPr/>
                <p14:nvPr/>
              </p14:nvContentPartPr>
              <p14:xfrm>
                <a:off x="6593200" y="6270390"/>
                <a:ext cx="123840" cy="44640"/>
              </p14:xfrm>
            </p:contentPart>
          </mc:Choice>
          <mc:Fallback xmlns="">
            <p:pic>
              <p:nvPicPr>
                <p:cNvPr id="90" name="Ink 89">
                  <a:extLst>
                    <a:ext uri="{FF2B5EF4-FFF2-40B4-BE49-F238E27FC236}">
                      <a16:creationId xmlns:a16="http://schemas.microsoft.com/office/drawing/2014/main" id="{62F679F8-F53F-9D67-9987-427F591068F3}"/>
                    </a:ext>
                  </a:extLst>
                </p:cNvPr>
                <p:cNvPicPr/>
                <p:nvPr/>
              </p:nvPicPr>
              <p:blipFill>
                <a:blip r:embed="rId149"/>
                <a:stretch>
                  <a:fillRect/>
                </a:stretch>
              </p:blipFill>
              <p:spPr>
                <a:xfrm>
                  <a:off x="6588880" y="6266070"/>
                  <a:ext cx="1324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1" name="Ink 90">
                  <a:extLst>
                    <a:ext uri="{FF2B5EF4-FFF2-40B4-BE49-F238E27FC236}">
                      <a16:creationId xmlns:a16="http://schemas.microsoft.com/office/drawing/2014/main" id="{E18A69E4-AA95-8478-5C42-B7DAD0310451}"/>
                    </a:ext>
                  </a:extLst>
                </p14:cNvPr>
                <p14:cNvContentPartPr/>
                <p14:nvPr/>
              </p14:nvContentPartPr>
              <p14:xfrm>
                <a:off x="6759160" y="6219990"/>
                <a:ext cx="98640" cy="97200"/>
              </p14:xfrm>
            </p:contentPart>
          </mc:Choice>
          <mc:Fallback xmlns="">
            <p:pic>
              <p:nvPicPr>
                <p:cNvPr id="91" name="Ink 90">
                  <a:extLst>
                    <a:ext uri="{FF2B5EF4-FFF2-40B4-BE49-F238E27FC236}">
                      <a16:creationId xmlns:a16="http://schemas.microsoft.com/office/drawing/2014/main" id="{E18A69E4-AA95-8478-5C42-B7DAD0310451}"/>
                    </a:ext>
                  </a:extLst>
                </p:cNvPr>
                <p:cNvPicPr/>
                <p:nvPr/>
              </p:nvPicPr>
              <p:blipFill>
                <a:blip r:embed="rId151"/>
                <a:stretch>
                  <a:fillRect/>
                </a:stretch>
              </p:blipFill>
              <p:spPr>
                <a:xfrm>
                  <a:off x="6754840" y="6215670"/>
                  <a:ext cx="1072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5DD7BFDF-D166-AB33-278A-49735308F15B}"/>
                    </a:ext>
                  </a:extLst>
                </p14:cNvPr>
                <p14:cNvContentPartPr/>
                <p14:nvPr/>
              </p14:nvContentPartPr>
              <p14:xfrm>
                <a:off x="6919720" y="6270390"/>
                <a:ext cx="87120" cy="57240"/>
              </p14:xfrm>
            </p:contentPart>
          </mc:Choice>
          <mc:Fallback xmlns="">
            <p:pic>
              <p:nvPicPr>
                <p:cNvPr id="92" name="Ink 91">
                  <a:extLst>
                    <a:ext uri="{FF2B5EF4-FFF2-40B4-BE49-F238E27FC236}">
                      <a16:creationId xmlns:a16="http://schemas.microsoft.com/office/drawing/2014/main" id="{5DD7BFDF-D166-AB33-278A-49735308F15B}"/>
                    </a:ext>
                  </a:extLst>
                </p:cNvPr>
                <p:cNvPicPr/>
                <p:nvPr/>
              </p:nvPicPr>
              <p:blipFill>
                <a:blip r:embed="rId153"/>
                <a:stretch>
                  <a:fillRect/>
                </a:stretch>
              </p:blipFill>
              <p:spPr>
                <a:xfrm>
                  <a:off x="6915400" y="6266070"/>
                  <a:ext cx="9576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A019F666-36E0-BAE5-D69E-40B68CE09D50}"/>
                    </a:ext>
                  </a:extLst>
                </p14:cNvPr>
                <p14:cNvContentPartPr/>
                <p14:nvPr/>
              </p14:nvContentPartPr>
              <p14:xfrm>
                <a:off x="7125640" y="6114870"/>
                <a:ext cx="52560" cy="171360"/>
              </p14:xfrm>
            </p:contentPart>
          </mc:Choice>
          <mc:Fallback xmlns="">
            <p:pic>
              <p:nvPicPr>
                <p:cNvPr id="93" name="Ink 92">
                  <a:extLst>
                    <a:ext uri="{FF2B5EF4-FFF2-40B4-BE49-F238E27FC236}">
                      <a16:creationId xmlns:a16="http://schemas.microsoft.com/office/drawing/2014/main" id="{A019F666-36E0-BAE5-D69E-40B68CE09D50}"/>
                    </a:ext>
                  </a:extLst>
                </p:cNvPr>
                <p:cNvPicPr/>
                <p:nvPr/>
              </p:nvPicPr>
              <p:blipFill>
                <a:blip r:embed="rId155"/>
                <a:stretch>
                  <a:fillRect/>
                </a:stretch>
              </p:blipFill>
              <p:spPr>
                <a:xfrm>
                  <a:off x="7121320" y="6110550"/>
                  <a:ext cx="612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7A58788B-6FD1-E1D6-0A59-2FDA1E2C250D}"/>
                    </a:ext>
                  </a:extLst>
                </p14:cNvPr>
                <p14:cNvContentPartPr/>
                <p14:nvPr/>
              </p14:nvContentPartPr>
              <p14:xfrm>
                <a:off x="7091440" y="6181470"/>
                <a:ext cx="128520" cy="6840"/>
              </p14:xfrm>
            </p:contentPart>
          </mc:Choice>
          <mc:Fallback xmlns="">
            <p:pic>
              <p:nvPicPr>
                <p:cNvPr id="94" name="Ink 93">
                  <a:extLst>
                    <a:ext uri="{FF2B5EF4-FFF2-40B4-BE49-F238E27FC236}">
                      <a16:creationId xmlns:a16="http://schemas.microsoft.com/office/drawing/2014/main" id="{7A58788B-6FD1-E1D6-0A59-2FDA1E2C250D}"/>
                    </a:ext>
                  </a:extLst>
                </p:cNvPr>
                <p:cNvPicPr/>
                <p:nvPr/>
              </p:nvPicPr>
              <p:blipFill>
                <a:blip r:embed="rId157"/>
                <a:stretch>
                  <a:fillRect/>
                </a:stretch>
              </p:blipFill>
              <p:spPr>
                <a:xfrm>
                  <a:off x="7087120" y="6177150"/>
                  <a:ext cx="13716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2" name="Ink 101">
                  <a:extLst>
                    <a:ext uri="{FF2B5EF4-FFF2-40B4-BE49-F238E27FC236}">
                      <a16:creationId xmlns:a16="http://schemas.microsoft.com/office/drawing/2014/main" id="{063C1360-114F-62B5-6E7D-F8612514CBB4}"/>
                    </a:ext>
                  </a:extLst>
                </p14:cNvPr>
                <p14:cNvContentPartPr/>
                <p14:nvPr/>
              </p14:nvContentPartPr>
              <p14:xfrm>
                <a:off x="5963920" y="6343110"/>
                <a:ext cx="1207080" cy="83520"/>
              </p14:xfrm>
            </p:contentPart>
          </mc:Choice>
          <mc:Fallback xmlns="">
            <p:pic>
              <p:nvPicPr>
                <p:cNvPr id="102" name="Ink 101">
                  <a:extLst>
                    <a:ext uri="{FF2B5EF4-FFF2-40B4-BE49-F238E27FC236}">
                      <a16:creationId xmlns:a16="http://schemas.microsoft.com/office/drawing/2014/main" id="{063C1360-114F-62B5-6E7D-F8612514CBB4}"/>
                    </a:ext>
                  </a:extLst>
                </p:cNvPr>
                <p:cNvPicPr/>
                <p:nvPr/>
              </p:nvPicPr>
              <p:blipFill>
                <a:blip r:embed="rId159"/>
                <a:stretch>
                  <a:fillRect/>
                </a:stretch>
              </p:blipFill>
              <p:spPr>
                <a:xfrm>
                  <a:off x="5959600" y="6338790"/>
                  <a:ext cx="1215720" cy="9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0">
            <p14:nvContentPartPr>
              <p14:cNvPr id="104" name="Ink 103">
                <a:extLst>
                  <a:ext uri="{FF2B5EF4-FFF2-40B4-BE49-F238E27FC236}">
                    <a16:creationId xmlns:a16="http://schemas.microsoft.com/office/drawing/2014/main" id="{1D6E724E-DC6B-4459-5292-A63417397C56}"/>
                  </a:ext>
                </a:extLst>
              </p14:cNvPr>
              <p14:cNvContentPartPr/>
              <p14:nvPr/>
            </p14:nvContentPartPr>
            <p14:xfrm>
              <a:off x="8067760" y="6226830"/>
              <a:ext cx="34200" cy="47520"/>
            </p14:xfrm>
          </p:contentPart>
        </mc:Choice>
        <mc:Fallback xmlns="">
          <p:pic>
            <p:nvPicPr>
              <p:cNvPr id="104" name="Ink 103">
                <a:extLst>
                  <a:ext uri="{FF2B5EF4-FFF2-40B4-BE49-F238E27FC236}">
                    <a16:creationId xmlns:a16="http://schemas.microsoft.com/office/drawing/2014/main" id="{1D6E724E-DC6B-4459-5292-A63417397C56}"/>
                  </a:ext>
                </a:extLst>
              </p:cNvPr>
              <p:cNvPicPr/>
              <p:nvPr/>
            </p:nvPicPr>
            <p:blipFill>
              <a:blip r:embed="rId161"/>
              <a:stretch>
                <a:fillRect/>
              </a:stretch>
            </p:blipFill>
            <p:spPr>
              <a:xfrm>
                <a:off x="8063440" y="6222510"/>
                <a:ext cx="42840" cy="56160"/>
              </a:xfrm>
              <a:prstGeom prst="rect">
                <a:avLst/>
              </a:prstGeom>
            </p:spPr>
          </p:pic>
        </mc:Fallback>
      </mc:AlternateContent>
    </p:spTree>
    <p:extLst>
      <p:ext uri="{BB962C8B-B14F-4D97-AF65-F5344CB8AC3E}">
        <p14:creationId xmlns:p14="http://schemas.microsoft.com/office/powerpoint/2010/main" val="3187759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02450E-E45C-2352-9A97-0494BDB12CC9}"/>
              </a:ext>
            </a:extLst>
          </p:cNvPr>
          <p:cNvSpPr>
            <a:spLocks noGrp="1"/>
          </p:cNvSpPr>
          <p:nvPr>
            <p:ph type="sldNum" sz="quarter" idx="12"/>
          </p:nvPr>
        </p:nvSpPr>
        <p:spPr/>
        <p:txBody>
          <a:bodyPr/>
          <a:lstStyle/>
          <a:p>
            <a:fld id="{AD2B2EE5-B8BC-4D24-A25E-F2DF61737E68}" type="slidenum">
              <a:rPr lang="en-US" smtClean="0"/>
              <a:pPr/>
              <a:t>5</a:t>
            </a:fld>
            <a:endParaRPr lang="en-US" dirty="0"/>
          </a:p>
        </p:txBody>
      </p:sp>
      <p:grpSp>
        <p:nvGrpSpPr>
          <p:cNvPr id="20" name="Group 19">
            <a:extLst>
              <a:ext uri="{FF2B5EF4-FFF2-40B4-BE49-F238E27FC236}">
                <a16:creationId xmlns:a16="http://schemas.microsoft.com/office/drawing/2014/main" id="{8D7D671E-7874-781F-FD15-4A883E4C61F8}"/>
              </a:ext>
            </a:extLst>
          </p:cNvPr>
          <p:cNvGrpSpPr/>
          <p:nvPr/>
        </p:nvGrpSpPr>
        <p:grpSpPr>
          <a:xfrm>
            <a:off x="1485880" y="1727910"/>
            <a:ext cx="3233160" cy="597960"/>
            <a:chOff x="1485880" y="1727910"/>
            <a:chExt cx="3233160" cy="5979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90B0BB3-5FA0-44B5-EE17-3749741305FA}"/>
                    </a:ext>
                  </a:extLst>
                </p14:cNvPr>
                <p14:cNvContentPartPr/>
                <p14:nvPr/>
              </p14:nvContentPartPr>
              <p14:xfrm>
                <a:off x="1741840" y="1821870"/>
                <a:ext cx="59040" cy="209520"/>
              </p14:xfrm>
            </p:contentPart>
          </mc:Choice>
          <mc:Fallback xmlns="">
            <p:pic>
              <p:nvPicPr>
                <p:cNvPr id="3" name="Ink 2">
                  <a:extLst>
                    <a:ext uri="{FF2B5EF4-FFF2-40B4-BE49-F238E27FC236}">
                      <a16:creationId xmlns:a16="http://schemas.microsoft.com/office/drawing/2014/main" id="{790B0BB3-5FA0-44B5-EE17-3749741305FA}"/>
                    </a:ext>
                  </a:extLst>
                </p:cNvPr>
                <p:cNvPicPr/>
                <p:nvPr/>
              </p:nvPicPr>
              <p:blipFill>
                <a:blip r:embed="rId3"/>
                <a:stretch>
                  <a:fillRect/>
                </a:stretch>
              </p:blipFill>
              <p:spPr>
                <a:xfrm>
                  <a:off x="1737520" y="1817550"/>
                  <a:ext cx="676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17E184DC-79D2-1BE6-0E19-AB0CB6AE31F2}"/>
                    </a:ext>
                  </a:extLst>
                </p14:cNvPr>
                <p14:cNvContentPartPr/>
                <p14:nvPr/>
              </p14:nvContentPartPr>
              <p14:xfrm>
                <a:off x="1693960" y="1762110"/>
                <a:ext cx="209160" cy="311760"/>
              </p14:xfrm>
            </p:contentPart>
          </mc:Choice>
          <mc:Fallback xmlns="">
            <p:pic>
              <p:nvPicPr>
                <p:cNvPr id="4" name="Ink 3">
                  <a:extLst>
                    <a:ext uri="{FF2B5EF4-FFF2-40B4-BE49-F238E27FC236}">
                      <a16:creationId xmlns:a16="http://schemas.microsoft.com/office/drawing/2014/main" id="{17E184DC-79D2-1BE6-0E19-AB0CB6AE31F2}"/>
                    </a:ext>
                  </a:extLst>
                </p:cNvPr>
                <p:cNvPicPr/>
                <p:nvPr/>
              </p:nvPicPr>
              <p:blipFill>
                <a:blip r:embed="rId5"/>
                <a:stretch>
                  <a:fillRect/>
                </a:stretch>
              </p:blipFill>
              <p:spPr>
                <a:xfrm>
                  <a:off x="1689640" y="1757790"/>
                  <a:ext cx="2178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AC26701-7565-7694-89E2-B54B914B63DD}"/>
                    </a:ext>
                  </a:extLst>
                </p14:cNvPr>
                <p14:cNvContentPartPr/>
                <p14:nvPr/>
              </p14:nvContentPartPr>
              <p14:xfrm>
                <a:off x="1996000" y="1906110"/>
                <a:ext cx="26640" cy="94680"/>
              </p14:xfrm>
            </p:contentPart>
          </mc:Choice>
          <mc:Fallback xmlns="">
            <p:pic>
              <p:nvPicPr>
                <p:cNvPr id="5" name="Ink 4">
                  <a:extLst>
                    <a:ext uri="{FF2B5EF4-FFF2-40B4-BE49-F238E27FC236}">
                      <a16:creationId xmlns:a16="http://schemas.microsoft.com/office/drawing/2014/main" id="{6AC26701-7565-7694-89E2-B54B914B63DD}"/>
                    </a:ext>
                  </a:extLst>
                </p:cNvPr>
                <p:cNvPicPr/>
                <p:nvPr/>
              </p:nvPicPr>
              <p:blipFill>
                <a:blip r:embed="rId7"/>
                <a:stretch>
                  <a:fillRect/>
                </a:stretch>
              </p:blipFill>
              <p:spPr>
                <a:xfrm>
                  <a:off x="1991680" y="1901790"/>
                  <a:ext cx="352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6A9C517D-F5E4-C381-FCB0-F05A2CDC6804}"/>
                    </a:ext>
                  </a:extLst>
                </p14:cNvPr>
                <p14:cNvContentPartPr/>
                <p14:nvPr/>
              </p14:nvContentPartPr>
              <p14:xfrm>
                <a:off x="2045680" y="1816110"/>
                <a:ext cx="22680" cy="25200"/>
              </p14:xfrm>
            </p:contentPart>
          </mc:Choice>
          <mc:Fallback xmlns="">
            <p:pic>
              <p:nvPicPr>
                <p:cNvPr id="6" name="Ink 5">
                  <a:extLst>
                    <a:ext uri="{FF2B5EF4-FFF2-40B4-BE49-F238E27FC236}">
                      <a16:creationId xmlns:a16="http://schemas.microsoft.com/office/drawing/2014/main" id="{6A9C517D-F5E4-C381-FCB0-F05A2CDC6804}"/>
                    </a:ext>
                  </a:extLst>
                </p:cNvPr>
                <p:cNvPicPr/>
                <p:nvPr/>
              </p:nvPicPr>
              <p:blipFill>
                <a:blip r:embed="rId9"/>
                <a:stretch>
                  <a:fillRect/>
                </a:stretch>
              </p:blipFill>
              <p:spPr>
                <a:xfrm>
                  <a:off x="2041360" y="1811790"/>
                  <a:ext cx="313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D3701157-15AD-29F0-2602-275EB0165DF4}"/>
                    </a:ext>
                  </a:extLst>
                </p14:cNvPr>
                <p14:cNvContentPartPr/>
                <p14:nvPr/>
              </p14:nvContentPartPr>
              <p14:xfrm>
                <a:off x="1986640" y="1932750"/>
                <a:ext cx="254520" cy="340200"/>
              </p14:xfrm>
            </p:contentPart>
          </mc:Choice>
          <mc:Fallback xmlns="">
            <p:pic>
              <p:nvPicPr>
                <p:cNvPr id="7" name="Ink 6">
                  <a:extLst>
                    <a:ext uri="{FF2B5EF4-FFF2-40B4-BE49-F238E27FC236}">
                      <a16:creationId xmlns:a16="http://schemas.microsoft.com/office/drawing/2014/main" id="{D3701157-15AD-29F0-2602-275EB0165DF4}"/>
                    </a:ext>
                  </a:extLst>
                </p:cNvPr>
                <p:cNvPicPr/>
                <p:nvPr/>
              </p:nvPicPr>
              <p:blipFill>
                <a:blip r:embed="rId11"/>
                <a:stretch>
                  <a:fillRect/>
                </a:stretch>
              </p:blipFill>
              <p:spPr>
                <a:xfrm>
                  <a:off x="1982320" y="1928430"/>
                  <a:ext cx="26316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1B68AEF-AD08-6960-1CAC-597640C3AD22}"/>
                    </a:ext>
                  </a:extLst>
                </p14:cNvPr>
                <p14:cNvContentPartPr/>
                <p14:nvPr/>
              </p14:nvContentPartPr>
              <p14:xfrm>
                <a:off x="2562280" y="1761750"/>
                <a:ext cx="335160" cy="338040"/>
              </p14:xfrm>
            </p:contentPart>
          </mc:Choice>
          <mc:Fallback xmlns="">
            <p:pic>
              <p:nvPicPr>
                <p:cNvPr id="9" name="Ink 8">
                  <a:extLst>
                    <a:ext uri="{FF2B5EF4-FFF2-40B4-BE49-F238E27FC236}">
                      <a16:creationId xmlns:a16="http://schemas.microsoft.com/office/drawing/2014/main" id="{F1B68AEF-AD08-6960-1CAC-597640C3AD22}"/>
                    </a:ext>
                  </a:extLst>
                </p:cNvPr>
                <p:cNvPicPr/>
                <p:nvPr/>
              </p:nvPicPr>
              <p:blipFill>
                <a:blip r:embed="rId13"/>
                <a:stretch>
                  <a:fillRect/>
                </a:stretch>
              </p:blipFill>
              <p:spPr>
                <a:xfrm>
                  <a:off x="2557960" y="1757430"/>
                  <a:ext cx="34380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E380292-D963-3F27-1D7C-EA7E063DE6FB}"/>
                    </a:ext>
                  </a:extLst>
                </p14:cNvPr>
                <p14:cNvContentPartPr/>
                <p14:nvPr/>
              </p14:nvContentPartPr>
              <p14:xfrm>
                <a:off x="3193360" y="1868310"/>
                <a:ext cx="167040" cy="126720"/>
              </p14:xfrm>
            </p:contentPart>
          </mc:Choice>
          <mc:Fallback xmlns="">
            <p:pic>
              <p:nvPicPr>
                <p:cNvPr id="10" name="Ink 9">
                  <a:extLst>
                    <a:ext uri="{FF2B5EF4-FFF2-40B4-BE49-F238E27FC236}">
                      <a16:creationId xmlns:a16="http://schemas.microsoft.com/office/drawing/2014/main" id="{6E380292-D963-3F27-1D7C-EA7E063DE6FB}"/>
                    </a:ext>
                  </a:extLst>
                </p:cNvPr>
                <p:cNvPicPr/>
                <p:nvPr/>
              </p:nvPicPr>
              <p:blipFill>
                <a:blip r:embed="rId15"/>
                <a:stretch>
                  <a:fillRect/>
                </a:stretch>
              </p:blipFill>
              <p:spPr>
                <a:xfrm>
                  <a:off x="3189040" y="1863990"/>
                  <a:ext cx="1756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EB3F312-2CB3-4057-C78F-53C493999543}"/>
                    </a:ext>
                  </a:extLst>
                </p14:cNvPr>
                <p14:cNvContentPartPr/>
                <p14:nvPr/>
              </p14:nvContentPartPr>
              <p14:xfrm>
                <a:off x="3412960" y="1836630"/>
                <a:ext cx="83880" cy="91080"/>
              </p14:xfrm>
            </p:contentPart>
          </mc:Choice>
          <mc:Fallback xmlns="">
            <p:pic>
              <p:nvPicPr>
                <p:cNvPr id="11" name="Ink 10">
                  <a:extLst>
                    <a:ext uri="{FF2B5EF4-FFF2-40B4-BE49-F238E27FC236}">
                      <a16:creationId xmlns:a16="http://schemas.microsoft.com/office/drawing/2014/main" id="{3EB3F312-2CB3-4057-C78F-53C493999543}"/>
                    </a:ext>
                  </a:extLst>
                </p:cNvPr>
                <p:cNvPicPr/>
                <p:nvPr/>
              </p:nvPicPr>
              <p:blipFill>
                <a:blip r:embed="rId17"/>
                <a:stretch>
                  <a:fillRect/>
                </a:stretch>
              </p:blipFill>
              <p:spPr>
                <a:xfrm>
                  <a:off x="3408640" y="1832310"/>
                  <a:ext cx="925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587016D3-2D12-4660-4086-F0DEED7CF3F1}"/>
                    </a:ext>
                  </a:extLst>
                </p14:cNvPr>
                <p14:cNvContentPartPr/>
                <p14:nvPr/>
              </p14:nvContentPartPr>
              <p14:xfrm>
                <a:off x="3603400" y="1736910"/>
                <a:ext cx="92520" cy="244440"/>
              </p14:xfrm>
            </p:contentPart>
          </mc:Choice>
          <mc:Fallback xmlns="">
            <p:pic>
              <p:nvPicPr>
                <p:cNvPr id="12" name="Ink 11">
                  <a:extLst>
                    <a:ext uri="{FF2B5EF4-FFF2-40B4-BE49-F238E27FC236}">
                      <a16:creationId xmlns:a16="http://schemas.microsoft.com/office/drawing/2014/main" id="{587016D3-2D12-4660-4086-F0DEED7CF3F1}"/>
                    </a:ext>
                  </a:extLst>
                </p:cNvPr>
                <p:cNvPicPr/>
                <p:nvPr/>
              </p:nvPicPr>
              <p:blipFill>
                <a:blip r:embed="rId19"/>
                <a:stretch>
                  <a:fillRect/>
                </a:stretch>
              </p:blipFill>
              <p:spPr>
                <a:xfrm>
                  <a:off x="3599080" y="1732590"/>
                  <a:ext cx="1011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B27B021D-2E71-0C1A-928B-48D47B18262A}"/>
                    </a:ext>
                  </a:extLst>
                </p14:cNvPr>
                <p14:cNvContentPartPr/>
                <p14:nvPr/>
              </p14:nvContentPartPr>
              <p14:xfrm>
                <a:off x="3613840" y="1840230"/>
                <a:ext cx="245880" cy="96840"/>
              </p14:xfrm>
            </p:contentPart>
          </mc:Choice>
          <mc:Fallback xmlns="">
            <p:pic>
              <p:nvPicPr>
                <p:cNvPr id="13" name="Ink 12">
                  <a:extLst>
                    <a:ext uri="{FF2B5EF4-FFF2-40B4-BE49-F238E27FC236}">
                      <a16:creationId xmlns:a16="http://schemas.microsoft.com/office/drawing/2014/main" id="{B27B021D-2E71-0C1A-928B-48D47B18262A}"/>
                    </a:ext>
                  </a:extLst>
                </p:cNvPr>
                <p:cNvPicPr/>
                <p:nvPr/>
              </p:nvPicPr>
              <p:blipFill>
                <a:blip r:embed="rId21"/>
                <a:stretch>
                  <a:fillRect/>
                </a:stretch>
              </p:blipFill>
              <p:spPr>
                <a:xfrm>
                  <a:off x="3609520" y="1835910"/>
                  <a:ext cx="254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6838DB40-AC63-DD66-3558-F876AA3B5845}"/>
                    </a:ext>
                  </a:extLst>
                </p14:cNvPr>
                <p14:cNvContentPartPr/>
                <p14:nvPr/>
              </p14:nvContentPartPr>
              <p14:xfrm>
                <a:off x="3924160" y="1727910"/>
                <a:ext cx="120600" cy="257040"/>
              </p14:xfrm>
            </p:contentPart>
          </mc:Choice>
          <mc:Fallback xmlns="">
            <p:pic>
              <p:nvPicPr>
                <p:cNvPr id="14" name="Ink 13">
                  <a:extLst>
                    <a:ext uri="{FF2B5EF4-FFF2-40B4-BE49-F238E27FC236}">
                      <a16:creationId xmlns:a16="http://schemas.microsoft.com/office/drawing/2014/main" id="{6838DB40-AC63-DD66-3558-F876AA3B5845}"/>
                    </a:ext>
                  </a:extLst>
                </p:cNvPr>
                <p:cNvPicPr/>
                <p:nvPr/>
              </p:nvPicPr>
              <p:blipFill>
                <a:blip r:embed="rId23"/>
                <a:stretch>
                  <a:fillRect/>
                </a:stretch>
              </p:blipFill>
              <p:spPr>
                <a:xfrm>
                  <a:off x="3919840" y="1723590"/>
                  <a:ext cx="1292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D6E745B0-0C3F-001D-3BD8-FA30BE39229B}"/>
                    </a:ext>
                  </a:extLst>
                </p14:cNvPr>
                <p14:cNvContentPartPr/>
                <p14:nvPr/>
              </p14:nvContentPartPr>
              <p14:xfrm>
                <a:off x="3920920" y="1854630"/>
                <a:ext cx="172080" cy="73080"/>
              </p14:xfrm>
            </p:contentPart>
          </mc:Choice>
          <mc:Fallback xmlns="">
            <p:pic>
              <p:nvPicPr>
                <p:cNvPr id="15" name="Ink 14">
                  <a:extLst>
                    <a:ext uri="{FF2B5EF4-FFF2-40B4-BE49-F238E27FC236}">
                      <a16:creationId xmlns:a16="http://schemas.microsoft.com/office/drawing/2014/main" id="{D6E745B0-0C3F-001D-3BD8-FA30BE39229B}"/>
                    </a:ext>
                  </a:extLst>
                </p:cNvPr>
                <p:cNvPicPr/>
                <p:nvPr/>
              </p:nvPicPr>
              <p:blipFill>
                <a:blip r:embed="rId25"/>
                <a:stretch>
                  <a:fillRect/>
                </a:stretch>
              </p:blipFill>
              <p:spPr>
                <a:xfrm>
                  <a:off x="3916600" y="1850310"/>
                  <a:ext cx="1807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246F5E12-F473-CAEE-4B87-C0A183BD4AE1}"/>
                    </a:ext>
                  </a:extLst>
                </p14:cNvPr>
                <p14:cNvContentPartPr/>
                <p14:nvPr/>
              </p14:nvContentPartPr>
              <p14:xfrm>
                <a:off x="4163200" y="1733670"/>
                <a:ext cx="22680" cy="42840"/>
              </p14:xfrm>
            </p:contentPart>
          </mc:Choice>
          <mc:Fallback xmlns="">
            <p:pic>
              <p:nvPicPr>
                <p:cNvPr id="16" name="Ink 15">
                  <a:extLst>
                    <a:ext uri="{FF2B5EF4-FFF2-40B4-BE49-F238E27FC236}">
                      <a16:creationId xmlns:a16="http://schemas.microsoft.com/office/drawing/2014/main" id="{246F5E12-F473-CAEE-4B87-C0A183BD4AE1}"/>
                    </a:ext>
                  </a:extLst>
                </p:cNvPr>
                <p:cNvPicPr/>
                <p:nvPr/>
              </p:nvPicPr>
              <p:blipFill>
                <a:blip r:embed="rId27"/>
                <a:stretch>
                  <a:fillRect/>
                </a:stretch>
              </p:blipFill>
              <p:spPr>
                <a:xfrm>
                  <a:off x="4158880" y="1729350"/>
                  <a:ext cx="313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B08680A1-8A70-3197-3764-A119CDF42BC6}"/>
                    </a:ext>
                  </a:extLst>
                </p14:cNvPr>
                <p14:cNvContentPartPr/>
                <p14:nvPr/>
              </p14:nvContentPartPr>
              <p14:xfrm>
                <a:off x="4160680" y="1845270"/>
                <a:ext cx="336600" cy="138240"/>
              </p14:xfrm>
            </p:contentPart>
          </mc:Choice>
          <mc:Fallback xmlns="">
            <p:pic>
              <p:nvPicPr>
                <p:cNvPr id="17" name="Ink 16">
                  <a:extLst>
                    <a:ext uri="{FF2B5EF4-FFF2-40B4-BE49-F238E27FC236}">
                      <a16:creationId xmlns:a16="http://schemas.microsoft.com/office/drawing/2014/main" id="{B08680A1-8A70-3197-3764-A119CDF42BC6}"/>
                    </a:ext>
                  </a:extLst>
                </p:cNvPr>
                <p:cNvPicPr/>
                <p:nvPr/>
              </p:nvPicPr>
              <p:blipFill>
                <a:blip r:embed="rId29"/>
                <a:stretch>
                  <a:fillRect/>
                </a:stretch>
              </p:blipFill>
              <p:spPr>
                <a:xfrm>
                  <a:off x="4156360" y="1840950"/>
                  <a:ext cx="34524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F4D97A58-5F71-5FED-8D33-55549475AC4F}"/>
                    </a:ext>
                  </a:extLst>
                </p14:cNvPr>
                <p14:cNvContentPartPr/>
                <p14:nvPr/>
              </p14:nvContentPartPr>
              <p14:xfrm>
                <a:off x="1485880" y="2074950"/>
                <a:ext cx="3233160" cy="250920"/>
              </p14:xfrm>
            </p:contentPart>
          </mc:Choice>
          <mc:Fallback xmlns="">
            <p:pic>
              <p:nvPicPr>
                <p:cNvPr id="19" name="Ink 18">
                  <a:extLst>
                    <a:ext uri="{FF2B5EF4-FFF2-40B4-BE49-F238E27FC236}">
                      <a16:creationId xmlns:a16="http://schemas.microsoft.com/office/drawing/2014/main" id="{F4D97A58-5F71-5FED-8D33-55549475AC4F}"/>
                    </a:ext>
                  </a:extLst>
                </p:cNvPr>
                <p:cNvPicPr/>
                <p:nvPr/>
              </p:nvPicPr>
              <p:blipFill>
                <a:blip r:embed="rId31"/>
                <a:stretch>
                  <a:fillRect/>
                </a:stretch>
              </p:blipFill>
              <p:spPr>
                <a:xfrm>
                  <a:off x="1481560" y="2070630"/>
                  <a:ext cx="3241800" cy="259560"/>
                </a:xfrm>
                <a:prstGeom prst="rect">
                  <a:avLst/>
                </a:prstGeom>
              </p:spPr>
            </p:pic>
          </mc:Fallback>
        </mc:AlternateContent>
      </p:grpSp>
      <p:grpSp>
        <p:nvGrpSpPr>
          <p:cNvPr id="33" name="Group 32">
            <a:extLst>
              <a:ext uri="{FF2B5EF4-FFF2-40B4-BE49-F238E27FC236}">
                <a16:creationId xmlns:a16="http://schemas.microsoft.com/office/drawing/2014/main" id="{19E53358-9D27-55B9-A546-A653A7E53FB9}"/>
              </a:ext>
            </a:extLst>
          </p:cNvPr>
          <p:cNvGrpSpPr/>
          <p:nvPr/>
        </p:nvGrpSpPr>
        <p:grpSpPr>
          <a:xfrm>
            <a:off x="810160" y="2794590"/>
            <a:ext cx="1744200" cy="369000"/>
            <a:chOff x="810160" y="2794590"/>
            <a:chExt cx="1744200" cy="369000"/>
          </a:xfrm>
        </p:grpSpPr>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AC36FA5A-917E-9A22-7761-4CB8F73516BA}"/>
                    </a:ext>
                  </a:extLst>
                </p14:cNvPr>
                <p14:cNvContentPartPr/>
                <p14:nvPr/>
              </p14:nvContentPartPr>
              <p14:xfrm>
                <a:off x="856240" y="2938950"/>
                <a:ext cx="21240" cy="217440"/>
              </p14:xfrm>
            </p:contentPart>
          </mc:Choice>
          <mc:Fallback xmlns="">
            <p:pic>
              <p:nvPicPr>
                <p:cNvPr id="21" name="Ink 20">
                  <a:extLst>
                    <a:ext uri="{FF2B5EF4-FFF2-40B4-BE49-F238E27FC236}">
                      <a16:creationId xmlns:a16="http://schemas.microsoft.com/office/drawing/2014/main" id="{AC36FA5A-917E-9A22-7761-4CB8F73516BA}"/>
                    </a:ext>
                  </a:extLst>
                </p:cNvPr>
                <p:cNvPicPr/>
                <p:nvPr/>
              </p:nvPicPr>
              <p:blipFill>
                <a:blip r:embed="rId33"/>
                <a:stretch>
                  <a:fillRect/>
                </a:stretch>
              </p:blipFill>
              <p:spPr>
                <a:xfrm>
                  <a:off x="851920" y="2934630"/>
                  <a:ext cx="298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44CCF429-51C9-C244-0C00-36BCD1B11DEB}"/>
                    </a:ext>
                  </a:extLst>
                </p14:cNvPr>
                <p14:cNvContentPartPr/>
                <p14:nvPr/>
              </p14:nvContentPartPr>
              <p14:xfrm>
                <a:off x="810160" y="2884590"/>
                <a:ext cx="198000" cy="279000"/>
              </p14:xfrm>
            </p:contentPart>
          </mc:Choice>
          <mc:Fallback xmlns="">
            <p:pic>
              <p:nvPicPr>
                <p:cNvPr id="22" name="Ink 21">
                  <a:extLst>
                    <a:ext uri="{FF2B5EF4-FFF2-40B4-BE49-F238E27FC236}">
                      <a16:creationId xmlns:a16="http://schemas.microsoft.com/office/drawing/2014/main" id="{44CCF429-51C9-C244-0C00-36BCD1B11DEB}"/>
                    </a:ext>
                  </a:extLst>
                </p:cNvPr>
                <p:cNvPicPr/>
                <p:nvPr/>
              </p:nvPicPr>
              <p:blipFill>
                <a:blip r:embed="rId35"/>
                <a:stretch>
                  <a:fillRect/>
                </a:stretch>
              </p:blipFill>
              <p:spPr>
                <a:xfrm>
                  <a:off x="805840" y="2880270"/>
                  <a:ext cx="20664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30531893-F673-F21B-2CC1-8CF6242C0F84}"/>
                    </a:ext>
                  </a:extLst>
                </p14:cNvPr>
                <p14:cNvContentPartPr/>
                <p14:nvPr/>
              </p14:nvContentPartPr>
              <p14:xfrm>
                <a:off x="1024360" y="3053790"/>
                <a:ext cx="116280" cy="60840"/>
              </p14:xfrm>
            </p:contentPart>
          </mc:Choice>
          <mc:Fallback xmlns="">
            <p:pic>
              <p:nvPicPr>
                <p:cNvPr id="23" name="Ink 22">
                  <a:extLst>
                    <a:ext uri="{FF2B5EF4-FFF2-40B4-BE49-F238E27FC236}">
                      <a16:creationId xmlns:a16="http://schemas.microsoft.com/office/drawing/2014/main" id="{30531893-F673-F21B-2CC1-8CF6242C0F84}"/>
                    </a:ext>
                  </a:extLst>
                </p:cNvPr>
                <p:cNvPicPr/>
                <p:nvPr/>
              </p:nvPicPr>
              <p:blipFill>
                <a:blip r:embed="rId37"/>
                <a:stretch>
                  <a:fillRect/>
                </a:stretch>
              </p:blipFill>
              <p:spPr>
                <a:xfrm>
                  <a:off x="1020040" y="3049470"/>
                  <a:ext cx="1249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D42DFEAC-4F14-26A8-FF15-A4866D9A631A}"/>
                    </a:ext>
                  </a:extLst>
                </p14:cNvPr>
                <p14:cNvContentPartPr/>
                <p14:nvPr/>
              </p14:nvContentPartPr>
              <p14:xfrm>
                <a:off x="1166200" y="2898270"/>
                <a:ext cx="80280" cy="214560"/>
              </p14:xfrm>
            </p:contentPart>
          </mc:Choice>
          <mc:Fallback xmlns="">
            <p:pic>
              <p:nvPicPr>
                <p:cNvPr id="24" name="Ink 23">
                  <a:extLst>
                    <a:ext uri="{FF2B5EF4-FFF2-40B4-BE49-F238E27FC236}">
                      <a16:creationId xmlns:a16="http://schemas.microsoft.com/office/drawing/2014/main" id="{D42DFEAC-4F14-26A8-FF15-A4866D9A631A}"/>
                    </a:ext>
                  </a:extLst>
                </p:cNvPr>
                <p:cNvPicPr/>
                <p:nvPr/>
              </p:nvPicPr>
              <p:blipFill>
                <a:blip r:embed="rId39"/>
                <a:stretch>
                  <a:fillRect/>
                </a:stretch>
              </p:blipFill>
              <p:spPr>
                <a:xfrm>
                  <a:off x="1161880" y="2893950"/>
                  <a:ext cx="889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4738A9F-AE3C-7FFD-A5D2-D18757035B97}"/>
                    </a:ext>
                  </a:extLst>
                </p14:cNvPr>
                <p14:cNvContentPartPr/>
                <p14:nvPr/>
              </p14:nvContentPartPr>
              <p14:xfrm>
                <a:off x="1307680" y="2857230"/>
                <a:ext cx="102600" cy="270720"/>
              </p14:xfrm>
            </p:contentPart>
          </mc:Choice>
          <mc:Fallback xmlns="">
            <p:pic>
              <p:nvPicPr>
                <p:cNvPr id="25" name="Ink 24">
                  <a:extLst>
                    <a:ext uri="{FF2B5EF4-FFF2-40B4-BE49-F238E27FC236}">
                      <a16:creationId xmlns:a16="http://schemas.microsoft.com/office/drawing/2014/main" id="{74738A9F-AE3C-7FFD-A5D2-D18757035B97}"/>
                    </a:ext>
                  </a:extLst>
                </p:cNvPr>
                <p:cNvPicPr/>
                <p:nvPr/>
              </p:nvPicPr>
              <p:blipFill>
                <a:blip r:embed="rId41"/>
                <a:stretch>
                  <a:fillRect/>
                </a:stretch>
              </p:blipFill>
              <p:spPr>
                <a:xfrm>
                  <a:off x="1303360" y="2852910"/>
                  <a:ext cx="1112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171C8E9E-CB27-6F6F-6C45-81B3BF0736BE}"/>
                    </a:ext>
                  </a:extLst>
                </p14:cNvPr>
                <p14:cNvContentPartPr/>
                <p14:nvPr/>
              </p14:nvContentPartPr>
              <p14:xfrm>
                <a:off x="1459960" y="2847510"/>
                <a:ext cx="60120" cy="275040"/>
              </p14:xfrm>
            </p:contentPart>
          </mc:Choice>
          <mc:Fallback xmlns="">
            <p:pic>
              <p:nvPicPr>
                <p:cNvPr id="26" name="Ink 25">
                  <a:extLst>
                    <a:ext uri="{FF2B5EF4-FFF2-40B4-BE49-F238E27FC236}">
                      <a16:creationId xmlns:a16="http://schemas.microsoft.com/office/drawing/2014/main" id="{171C8E9E-CB27-6F6F-6C45-81B3BF0736BE}"/>
                    </a:ext>
                  </a:extLst>
                </p:cNvPr>
                <p:cNvPicPr/>
                <p:nvPr/>
              </p:nvPicPr>
              <p:blipFill>
                <a:blip r:embed="rId43"/>
                <a:stretch>
                  <a:fillRect/>
                </a:stretch>
              </p:blipFill>
              <p:spPr>
                <a:xfrm>
                  <a:off x="1455640" y="2843190"/>
                  <a:ext cx="6876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04BE4A95-1EB1-328D-A7FA-FEA37FA93335}"/>
                    </a:ext>
                  </a:extLst>
                </p14:cNvPr>
                <p14:cNvContentPartPr/>
                <p14:nvPr/>
              </p14:nvContentPartPr>
              <p14:xfrm>
                <a:off x="1543480" y="2985750"/>
                <a:ext cx="136080" cy="101880"/>
              </p14:xfrm>
            </p:contentPart>
          </mc:Choice>
          <mc:Fallback xmlns="">
            <p:pic>
              <p:nvPicPr>
                <p:cNvPr id="27" name="Ink 26">
                  <a:extLst>
                    <a:ext uri="{FF2B5EF4-FFF2-40B4-BE49-F238E27FC236}">
                      <a16:creationId xmlns:a16="http://schemas.microsoft.com/office/drawing/2014/main" id="{04BE4A95-1EB1-328D-A7FA-FEA37FA93335}"/>
                    </a:ext>
                  </a:extLst>
                </p:cNvPr>
                <p:cNvPicPr/>
                <p:nvPr/>
              </p:nvPicPr>
              <p:blipFill>
                <a:blip r:embed="rId45"/>
                <a:stretch>
                  <a:fillRect/>
                </a:stretch>
              </p:blipFill>
              <p:spPr>
                <a:xfrm>
                  <a:off x="1539160" y="2981430"/>
                  <a:ext cx="1447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107636A5-FBE7-0FAD-5EA5-39C5CAD47063}"/>
                    </a:ext>
                  </a:extLst>
                </p14:cNvPr>
                <p14:cNvContentPartPr/>
                <p14:nvPr/>
              </p14:nvContentPartPr>
              <p14:xfrm>
                <a:off x="1907440" y="2859750"/>
                <a:ext cx="204480" cy="236520"/>
              </p14:xfrm>
            </p:contentPart>
          </mc:Choice>
          <mc:Fallback xmlns="">
            <p:pic>
              <p:nvPicPr>
                <p:cNvPr id="28" name="Ink 27">
                  <a:extLst>
                    <a:ext uri="{FF2B5EF4-FFF2-40B4-BE49-F238E27FC236}">
                      <a16:creationId xmlns:a16="http://schemas.microsoft.com/office/drawing/2014/main" id="{107636A5-FBE7-0FAD-5EA5-39C5CAD47063}"/>
                    </a:ext>
                  </a:extLst>
                </p:cNvPr>
                <p:cNvPicPr/>
                <p:nvPr/>
              </p:nvPicPr>
              <p:blipFill>
                <a:blip r:embed="rId47"/>
                <a:stretch>
                  <a:fillRect/>
                </a:stretch>
              </p:blipFill>
              <p:spPr>
                <a:xfrm>
                  <a:off x="1903120" y="2855430"/>
                  <a:ext cx="2131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6098059A-0D45-D979-6935-5E820FC98A4F}"/>
                    </a:ext>
                  </a:extLst>
                </p14:cNvPr>
                <p14:cNvContentPartPr/>
                <p14:nvPr/>
              </p14:nvContentPartPr>
              <p14:xfrm>
                <a:off x="2105440" y="2956230"/>
                <a:ext cx="88200" cy="95040"/>
              </p14:xfrm>
            </p:contentPart>
          </mc:Choice>
          <mc:Fallback xmlns="">
            <p:pic>
              <p:nvPicPr>
                <p:cNvPr id="29" name="Ink 28">
                  <a:extLst>
                    <a:ext uri="{FF2B5EF4-FFF2-40B4-BE49-F238E27FC236}">
                      <a16:creationId xmlns:a16="http://schemas.microsoft.com/office/drawing/2014/main" id="{6098059A-0D45-D979-6935-5E820FC98A4F}"/>
                    </a:ext>
                  </a:extLst>
                </p:cNvPr>
                <p:cNvPicPr/>
                <p:nvPr/>
              </p:nvPicPr>
              <p:blipFill>
                <a:blip r:embed="rId49"/>
                <a:stretch>
                  <a:fillRect/>
                </a:stretch>
              </p:blipFill>
              <p:spPr>
                <a:xfrm>
                  <a:off x="2101120" y="2951910"/>
                  <a:ext cx="968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531CA49D-B4A3-57D0-551F-0E24EF8D2BDC}"/>
                    </a:ext>
                  </a:extLst>
                </p14:cNvPr>
                <p14:cNvContentPartPr/>
                <p14:nvPr/>
              </p14:nvContentPartPr>
              <p14:xfrm>
                <a:off x="2266360" y="2927070"/>
                <a:ext cx="23400" cy="86040"/>
              </p14:xfrm>
            </p:contentPart>
          </mc:Choice>
          <mc:Fallback xmlns="">
            <p:pic>
              <p:nvPicPr>
                <p:cNvPr id="30" name="Ink 29">
                  <a:extLst>
                    <a:ext uri="{FF2B5EF4-FFF2-40B4-BE49-F238E27FC236}">
                      <a16:creationId xmlns:a16="http://schemas.microsoft.com/office/drawing/2014/main" id="{531CA49D-B4A3-57D0-551F-0E24EF8D2BDC}"/>
                    </a:ext>
                  </a:extLst>
                </p:cNvPr>
                <p:cNvPicPr/>
                <p:nvPr/>
              </p:nvPicPr>
              <p:blipFill>
                <a:blip r:embed="rId51"/>
                <a:stretch>
                  <a:fillRect/>
                </a:stretch>
              </p:blipFill>
              <p:spPr>
                <a:xfrm>
                  <a:off x="2262040" y="2922750"/>
                  <a:ext cx="320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67FEF33D-7866-061D-0F8E-2E07591B32CE}"/>
                    </a:ext>
                  </a:extLst>
                </p14:cNvPr>
                <p14:cNvContentPartPr/>
                <p14:nvPr/>
              </p14:nvContentPartPr>
              <p14:xfrm>
                <a:off x="2417560" y="2794590"/>
                <a:ext cx="128160" cy="242280"/>
              </p14:xfrm>
            </p:contentPart>
          </mc:Choice>
          <mc:Fallback xmlns="">
            <p:pic>
              <p:nvPicPr>
                <p:cNvPr id="31" name="Ink 30">
                  <a:extLst>
                    <a:ext uri="{FF2B5EF4-FFF2-40B4-BE49-F238E27FC236}">
                      <a16:creationId xmlns:a16="http://schemas.microsoft.com/office/drawing/2014/main" id="{67FEF33D-7866-061D-0F8E-2E07591B32CE}"/>
                    </a:ext>
                  </a:extLst>
                </p:cNvPr>
                <p:cNvPicPr/>
                <p:nvPr/>
              </p:nvPicPr>
              <p:blipFill>
                <a:blip r:embed="rId53"/>
                <a:stretch>
                  <a:fillRect/>
                </a:stretch>
              </p:blipFill>
              <p:spPr>
                <a:xfrm>
                  <a:off x="2413240" y="2790270"/>
                  <a:ext cx="1368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461A0C5E-2BB7-44C0-15F2-79F5232C356E}"/>
                    </a:ext>
                  </a:extLst>
                </p14:cNvPr>
                <p14:cNvContentPartPr/>
                <p14:nvPr/>
              </p14:nvContentPartPr>
              <p14:xfrm>
                <a:off x="2390560" y="2878830"/>
                <a:ext cx="163800" cy="38160"/>
              </p14:xfrm>
            </p:contentPart>
          </mc:Choice>
          <mc:Fallback xmlns="">
            <p:pic>
              <p:nvPicPr>
                <p:cNvPr id="32" name="Ink 31">
                  <a:extLst>
                    <a:ext uri="{FF2B5EF4-FFF2-40B4-BE49-F238E27FC236}">
                      <a16:creationId xmlns:a16="http://schemas.microsoft.com/office/drawing/2014/main" id="{461A0C5E-2BB7-44C0-15F2-79F5232C356E}"/>
                    </a:ext>
                  </a:extLst>
                </p:cNvPr>
                <p:cNvPicPr/>
                <p:nvPr/>
              </p:nvPicPr>
              <p:blipFill>
                <a:blip r:embed="rId55"/>
                <a:stretch>
                  <a:fillRect/>
                </a:stretch>
              </p:blipFill>
              <p:spPr>
                <a:xfrm>
                  <a:off x="2386240" y="2874510"/>
                  <a:ext cx="172440" cy="46800"/>
                </a:xfrm>
                <a:prstGeom prst="rect">
                  <a:avLst/>
                </a:prstGeom>
              </p:spPr>
            </p:pic>
          </mc:Fallback>
        </mc:AlternateContent>
      </p:grpSp>
      <p:grpSp>
        <p:nvGrpSpPr>
          <p:cNvPr id="39" name="Group 38">
            <a:extLst>
              <a:ext uri="{FF2B5EF4-FFF2-40B4-BE49-F238E27FC236}">
                <a16:creationId xmlns:a16="http://schemas.microsoft.com/office/drawing/2014/main" id="{E87DCC57-01BD-FF7A-FE95-993CF45D9B0B}"/>
              </a:ext>
            </a:extLst>
          </p:cNvPr>
          <p:cNvGrpSpPr/>
          <p:nvPr/>
        </p:nvGrpSpPr>
        <p:grpSpPr>
          <a:xfrm>
            <a:off x="4381720" y="2693070"/>
            <a:ext cx="1225440" cy="434880"/>
            <a:chOff x="4381720" y="2693070"/>
            <a:chExt cx="1225440" cy="434880"/>
          </a:xfrm>
        </p:grpSpPr>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6BB13B3B-DF74-5D48-1B98-A9E3C89299ED}"/>
                    </a:ext>
                  </a:extLst>
                </p14:cNvPr>
                <p14:cNvContentPartPr/>
                <p14:nvPr/>
              </p14:nvContentPartPr>
              <p14:xfrm>
                <a:off x="4381720" y="2769750"/>
                <a:ext cx="328320" cy="323640"/>
              </p14:xfrm>
            </p:contentPart>
          </mc:Choice>
          <mc:Fallback xmlns="">
            <p:pic>
              <p:nvPicPr>
                <p:cNvPr id="34" name="Ink 33">
                  <a:extLst>
                    <a:ext uri="{FF2B5EF4-FFF2-40B4-BE49-F238E27FC236}">
                      <a16:creationId xmlns:a16="http://schemas.microsoft.com/office/drawing/2014/main" id="{6BB13B3B-DF74-5D48-1B98-A9E3C89299ED}"/>
                    </a:ext>
                  </a:extLst>
                </p:cNvPr>
                <p:cNvPicPr/>
                <p:nvPr/>
              </p:nvPicPr>
              <p:blipFill>
                <a:blip r:embed="rId57"/>
                <a:stretch>
                  <a:fillRect/>
                </a:stretch>
              </p:blipFill>
              <p:spPr>
                <a:xfrm>
                  <a:off x="4377400" y="2765430"/>
                  <a:ext cx="33696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E08A6BF4-3F32-B5EC-EC27-9FC307DD6251}"/>
                    </a:ext>
                  </a:extLst>
                </p14:cNvPr>
                <p14:cNvContentPartPr/>
                <p14:nvPr/>
              </p14:nvContentPartPr>
              <p14:xfrm>
                <a:off x="4825240" y="2739510"/>
                <a:ext cx="212400" cy="388440"/>
              </p14:xfrm>
            </p:contentPart>
          </mc:Choice>
          <mc:Fallback xmlns="">
            <p:pic>
              <p:nvPicPr>
                <p:cNvPr id="35" name="Ink 34">
                  <a:extLst>
                    <a:ext uri="{FF2B5EF4-FFF2-40B4-BE49-F238E27FC236}">
                      <a16:creationId xmlns:a16="http://schemas.microsoft.com/office/drawing/2014/main" id="{E08A6BF4-3F32-B5EC-EC27-9FC307DD6251}"/>
                    </a:ext>
                  </a:extLst>
                </p:cNvPr>
                <p:cNvPicPr/>
                <p:nvPr/>
              </p:nvPicPr>
              <p:blipFill>
                <a:blip r:embed="rId59"/>
                <a:stretch>
                  <a:fillRect/>
                </a:stretch>
              </p:blipFill>
              <p:spPr>
                <a:xfrm>
                  <a:off x="4820920" y="2735190"/>
                  <a:ext cx="2210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94E8615E-885D-4140-02F2-9E742022BAE2}"/>
                    </a:ext>
                  </a:extLst>
                </p14:cNvPr>
                <p14:cNvContentPartPr/>
                <p14:nvPr/>
              </p14:nvContentPartPr>
              <p14:xfrm>
                <a:off x="5089480" y="2873070"/>
                <a:ext cx="137880" cy="142920"/>
              </p14:xfrm>
            </p:contentPart>
          </mc:Choice>
          <mc:Fallback xmlns="">
            <p:pic>
              <p:nvPicPr>
                <p:cNvPr id="36" name="Ink 35">
                  <a:extLst>
                    <a:ext uri="{FF2B5EF4-FFF2-40B4-BE49-F238E27FC236}">
                      <a16:creationId xmlns:a16="http://schemas.microsoft.com/office/drawing/2014/main" id="{94E8615E-885D-4140-02F2-9E742022BAE2}"/>
                    </a:ext>
                  </a:extLst>
                </p:cNvPr>
                <p:cNvPicPr/>
                <p:nvPr/>
              </p:nvPicPr>
              <p:blipFill>
                <a:blip r:embed="rId61"/>
                <a:stretch>
                  <a:fillRect/>
                </a:stretch>
              </p:blipFill>
              <p:spPr>
                <a:xfrm>
                  <a:off x="5085160" y="2868750"/>
                  <a:ext cx="1465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8B9E5D02-712D-10E4-6E3B-D6CD492AC698}"/>
                    </a:ext>
                  </a:extLst>
                </p14:cNvPr>
                <p14:cNvContentPartPr/>
                <p14:nvPr/>
              </p14:nvContentPartPr>
              <p14:xfrm>
                <a:off x="5253280" y="2732670"/>
                <a:ext cx="91080" cy="79920"/>
              </p14:xfrm>
            </p:contentPart>
          </mc:Choice>
          <mc:Fallback xmlns="">
            <p:pic>
              <p:nvPicPr>
                <p:cNvPr id="37" name="Ink 36">
                  <a:extLst>
                    <a:ext uri="{FF2B5EF4-FFF2-40B4-BE49-F238E27FC236}">
                      <a16:creationId xmlns:a16="http://schemas.microsoft.com/office/drawing/2014/main" id="{8B9E5D02-712D-10E4-6E3B-D6CD492AC698}"/>
                    </a:ext>
                  </a:extLst>
                </p:cNvPr>
                <p:cNvPicPr/>
                <p:nvPr/>
              </p:nvPicPr>
              <p:blipFill>
                <a:blip r:embed="rId63"/>
                <a:stretch>
                  <a:fillRect/>
                </a:stretch>
              </p:blipFill>
              <p:spPr>
                <a:xfrm>
                  <a:off x="5248960" y="2728350"/>
                  <a:ext cx="997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F76DEC92-9E7A-0CF4-C1E7-1C8EC27BD9A4}"/>
                    </a:ext>
                  </a:extLst>
                </p14:cNvPr>
                <p14:cNvContentPartPr/>
                <p14:nvPr/>
              </p14:nvContentPartPr>
              <p14:xfrm>
                <a:off x="5481880" y="2693070"/>
                <a:ext cx="125280" cy="398880"/>
              </p14:xfrm>
            </p:contentPart>
          </mc:Choice>
          <mc:Fallback xmlns="">
            <p:pic>
              <p:nvPicPr>
                <p:cNvPr id="38" name="Ink 37">
                  <a:extLst>
                    <a:ext uri="{FF2B5EF4-FFF2-40B4-BE49-F238E27FC236}">
                      <a16:creationId xmlns:a16="http://schemas.microsoft.com/office/drawing/2014/main" id="{F76DEC92-9E7A-0CF4-C1E7-1C8EC27BD9A4}"/>
                    </a:ext>
                  </a:extLst>
                </p:cNvPr>
                <p:cNvPicPr/>
                <p:nvPr/>
              </p:nvPicPr>
              <p:blipFill>
                <a:blip r:embed="rId65"/>
                <a:stretch>
                  <a:fillRect/>
                </a:stretch>
              </p:blipFill>
              <p:spPr>
                <a:xfrm>
                  <a:off x="5477560" y="2688750"/>
                  <a:ext cx="133920" cy="407520"/>
                </a:xfrm>
                <a:prstGeom prst="rect">
                  <a:avLst/>
                </a:prstGeom>
              </p:spPr>
            </p:pic>
          </mc:Fallback>
        </mc:AlternateContent>
      </p:grpSp>
    </p:spTree>
    <p:extLst>
      <p:ext uri="{BB962C8B-B14F-4D97-AF65-F5344CB8AC3E}">
        <p14:creationId xmlns:p14="http://schemas.microsoft.com/office/powerpoint/2010/main" val="1840882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283355-F5DF-2641-F72F-F278EAC08D1C}"/>
              </a:ext>
            </a:extLst>
          </p:cNvPr>
          <p:cNvSpPr>
            <a:spLocks noGrp="1"/>
          </p:cNvSpPr>
          <p:nvPr>
            <p:ph type="sldNum" sz="quarter" idx="12"/>
          </p:nvPr>
        </p:nvSpPr>
        <p:spPr/>
        <p:txBody>
          <a:bodyPr/>
          <a:lstStyle/>
          <a:p>
            <a:fld id="{AD2B2EE5-B8BC-4D24-A25E-F2DF61737E68}" type="slidenum">
              <a:rPr lang="en-US" smtClean="0"/>
              <a:pPr/>
              <a:t>6</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BC2459E-66FF-9C9B-FB8A-1A1499C2EFAA}"/>
                  </a:ext>
                </a:extLst>
              </p14:cNvPr>
              <p14:cNvContentPartPr/>
              <p14:nvPr/>
            </p14:nvContentPartPr>
            <p14:xfrm>
              <a:off x="1259632" y="404664"/>
              <a:ext cx="81360" cy="258480"/>
            </p14:xfrm>
          </p:contentPart>
        </mc:Choice>
        <mc:Fallback xmlns="">
          <p:pic>
            <p:nvPicPr>
              <p:cNvPr id="5" name="Ink 4">
                <a:extLst>
                  <a:ext uri="{FF2B5EF4-FFF2-40B4-BE49-F238E27FC236}">
                    <a16:creationId xmlns:a16="http://schemas.microsoft.com/office/drawing/2014/main" id="{FBC2459E-66FF-9C9B-FB8A-1A1499C2EFAA}"/>
                  </a:ext>
                </a:extLst>
              </p:cNvPr>
              <p:cNvPicPr/>
              <p:nvPr/>
            </p:nvPicPr>
            <p:blipFill>
              <a:blip r:embed="rId3"/>
              <a:stretch>
                <a:fillRect/>
              </a:stretch>
            </p:blipFill>
            <p:spPr>
              <a:xfrm>
                <a:off x="1255312" y="400344"/>
                <a:ext cx="900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F0D59E4-C8AE-FC31-BF33-ABFCD996F5F0}"/>
                  </a:ext>
                </a:extLst>
              </p14:cNvPr>
              <p14:cNvContentPartPr/>
              <p14:nvPr/>
            </p14:nvContentPartPr>
            <p14:xfrm>
              <a:off x="1247032" y="304944"/>
              <a:ext cx="675360" cy="452160"/>
            </p14:xfrm>
          </p:contentPart>
        </mc:Choice>
        <mc:Fallback xmlns="">
          <p:pic>
            <p:nvPicPr>
              <p:cNvPr id="6" name="Ink 5">
                <a:extLst>
                  <a:ext uri="{FF2B5EF4-FFF2-40B4-BE49-F238E27FC236}">
                    <a16:creationId xmlns:a16="http://schemas.microsoft.com/office/drawing/2014/main" id="{5F0D59E4-C8AE-FC31-BF33-ABFCD996F5F0}"/>
                  </a:ext>
                </a:extLst>
              </p:cNvPr>
              <p:cNvPicPr/>
              <p:nvPr/>
            </p:nvPicPr>
            <p:blipFill>
              <a:blip r:embed="rId5"/>
              <a:stretch>
                <a:fillRect/>
              </a:stretch>
            </p:blipFill>
            <p:spPr>
              <a:xfrm>
                <a:off x="1242712" y="300624"/>
                <a:ext cx="68400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DC2C3D5-2E7A-1FD7-27A7-6E839D80514D}"/>
                  </a:ext>
                </a:extLst>
              </p14:cNvPr>
              <p14:cNvContentPartPr/>
              <p14:nvPr/>
            </p14:nvContentPartPr>
            <p14:xfrm>
              <a:off x="1598392" y="444984"/>
              <a:ext cx="816120" cy="109440"/>
            </p14:xfrm>
          </p:contentPart>
        </mc:Choice>
        <mc:Fallback xmlns="">
          <p:pic>
            <p:nvPicPr>
              <p:cNvPr id="7" name="Ink 6">
                <a:extLst>
                  <a:ext uri="{FF2B5EF4-FFF2-40B4-BE49-F238E27FC236}">
                    <a16:creationId xmlns:a16="http://schemas.microsoft.com/office/drawing/2014/main" id="{4DC2C3D5-2E7A-1FD7-27A7-6E839D80514D}"/>
                  </a:ext>
                </a:extLst>
              </p:cNvPr>
              <p:cNvPicPr/>
              <p:nvPr/>
            </p:nvPicPr>
            <p:blipFill>
              <a:blip r:embed="rId7"/>
              <a:stretch>
                <a:fillRect/>
              </a:stretch>
            </p:blipFill>
            <p:spPr>
              <a:xfrm>
                <a:off x="1594072" y="440664"/>
                <a:ext cx="8247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0DA621C-FABE-0FC1-7FA8-6646CDD02BF2}"/>
                  </a:ext>
                </a:extLst>
              </p14:cNvPr>
              <p14:cNvContentPartPr/>
              <p14:nvPr/>
            </p14:nvContentPartPr>
            <p14:xfrm>
              <a:off x="2293552" y="356784"/>
              <a:ext cx="232920" cy="259920"/>
            </p14:xfrm>
          </p:contentPart>
        </mc:Choice>
        <mc:Fallback xmlns="">
          <p:pic>
            <p:nvPicPr>
              <p:cNvPr id="8" name="Ink 7">
                <a:extLst>
                  <a:ext uri="{FF2B5EF4-FFF2-40B4-BE49-F238E27FC236}">
                    <a16:creationId xmlns:a16="http://schemas.microsoft.com/office/drawing/2014/main" id="{00DA621C-FABE-0FC1-7FA8-6646CDD02BF2}"/>
                  </a:ext>
                </a:extLst>
              </p:cNvPr>
              <p:cNvPicPr/>
              <p:nvPr/>
            </p:nvPicPr>
            <p:blipFill>
              <a:blip r:embed="rId9"/>
              <a:stretch>
                <a:fillRect/>
              </a:stretch>
            </p:blipFill>
            <p:spPr>
              <a:xfrm>
                <a:off x="2289232" y="352464"/>
                <a:ext cx="241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750FC9DC-6345-5589-DE6F-71D01F769069}"/>
                  </a:ext>
                </a:extLst>
              </p14:cNvPr>
              <p14:cNvContentPartPr/>
              <p14:nvPr/>
            </p14:nvContentPartPr>
            <p14:xfrm>
              <a:off x="2520712" y="236904"/>
              <a:ext cx="83160" cy="622080"/>
            </p14:xfrm>
          </p:contentPart>
        </mc:Choice>
        <mc:Fallback xmlns="">
          <p:pic>
            <p:nvPicPr>
              <p:cNvPr id="9" name="Ink 8">
                <a:extLst>
                  <a:ext uri="{FF2B5EF4-FFF2-40B4-BE49-F238E27FC236}">
                    <a16:creationId xmlns:a16="http://schemas.microsoft.com/office/drawing/2014/main" id="{750FC9DC-6345-5589-DE6F-71D01F769069}"/>
                  </a:ext>
                </a:extLst>
              </p:cNvPr>
              <p:cNvPicPr/>
              <p:nvPr/>
            </p:nvPicPr>
            <p:blipFill>
              <a:blip r:embed="rId11"/>
              <a:stretch>
                <a:fillRect/>
              </a:stretch>
            </p:blipFill>
            <p:spPr>
              <a:xfrm>
                <a:off x="2516392" y="232584"/>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699799A3-CCE6-6FDF-6CE3-960EA63C9CBB}"/>
                  </a:ext>
                </a:extLst>
              </p14:cNvPr>
              <p14:cNvContentPartPr/>
              <p14:nvPr/>
            </p14:nvContentPartPr>
            <p14:xfrm>
              <a:off x="2466352" y="135024"/>
              <a:ext cx="3445920" cy="725400"/>
            </p14:xfrm>
          </p:contentPart>
        </mc:Choice>
        <mc:Fallback xmlns="">
          <p:pic>
            <p:nvPicPr>
              <p:cNvPr id="10" name="Ink 9">
                <a:extLst>
                  <a:ext uri="{FF2B5EF4-FFF2-40B4-BE49-F238E27FC236}">
                    <a16:creationId xmlns:a16="http://schemas.microsoft.com/office/drawing/2014/main" id="{699799A3-CCE6-6FDF-6CE3-960EA63C9CBB}"/>
                  </a:ext>
                </a:extLst>
              </p:cNvPr>
              <p:cNvPicPr/>
              <p:nvPr/>
            </p:nvPicPr>
            <p:blipFill>
              <a:blip r:embed="rId13"/>
              <a:stretch>
                <a:fillRect/>
              </a:stretch>
            </p:blipFill>
            <p:spPr>
              <a:xfrm>
                <a:off x="2462032" y="130704"/>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DF15C989-8F71-309A-0CFB-42BB2DAEB316}"/>
                  </a:ext>
                </a:extLst>
              </p14:cNvPr>
              <p14:cNvContentPartPr/>
              <p14:nvPr/>
            </p14:nvContentPartPr>
            <p14:xfrm>
              <a:off x="3082312" y="276864"/>
              <a:ext cx="37080" cy="599400"/>
            </p14:xfrm>
          </p:contentPart>
        </mc:Choice>
        <mc:Fallback xmlns="">
          <p:pic>
            <p:nvPicPr>
              <p:cNvPr id="11" name="Ink 10">
                <a:extLst>
                  <a:ext uri="{FF2B5EF4-FFF2-40B4-BE49-F238E27FC236}">
                    <a16:creationId xmlns:a16="http://schemas.microsoft.com/office/drawing/2014/main" id="{DF15C989-8F71-309A-0CFB-42BB2DAEB316}"/>
                  </a:ext>
                </a:extLst>
              </p:cNvPr>
              <p:cNvPicPr/>
              <p:nvPr/>
            </p:nvPicPr>
            <p:blipFill>
              <a:blip r:embed="rId15"/>
              <a:stretch>
                <a:fillRect/>
              </a:stretch>
            </p:blipFill>
            <p:spPr>
              <a:xfrm>
                <a:off x="3077992" y="272544"/>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BA0F05D-5932-9EAB-8C18-84E3379C7AB3}"/>
                  </a:ext>
                </a:extLst>
              </p14:cNvPr>
              <p14:cNvContentPartPr/>
              <p14:nvPr/>
            </p14:nvContentPartPr>
            <p14:xfrm>
              <a:off x="3712312" y="227184"/>
              <a:ext cx="25920" cy="586800"/>
            </p14:xfrm>
          </p:contentPart>
        </mc:Choice>
        <mc:Fallback xmlns="">
          <p:pic>
            <p:nvPicPr>
              <p:cNvPr id="12" name="Ink 11">
                <a:extLst>
                  <a:ext uri="{FF2B5EF4-FFF2-40B4-BE49-F238E27FC236}">
                    <a16:creationId xmlns:a16="http://schemas.microsoft.com/office/drawing/2014/main" id="{9BA0F05D-5932-9EAB-8C18-84E3379C7AB3}"/>
                  </a:ext>
                </a:extLst>
              </p:cNvPr>
              <p:cNvPicPr/>
              <p:nvPr/>
            </p:nvPicPr>
            <p:blipFill>
              <a:blip r:embed="rId17"/>
              <a:stretch>
                <a:fillRect/>
              </a:stretch>
            </p:blipFill>
            <p:spPr>
              <a:xfrm>
                <a:off x="3707992" y="222864"/>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FF32BA0-F974-26AD-658A-86E068F42D83}"/>
                  </a:ext>
                </a:extLst>
              </p14:cNvPr>
              <p14:cNvContentPartPr/>
              <p14:nvPr/>
            </p14:nvContentPartPr>
            <p14:xfrm>
              <a:off x="4238272" y="158784"/>
              <a:ext cx="83160" cy="700920"/>
            </p14:xfrm>
          </p:contentPart>
        </mc:Choice>
        <mc:Fallback xmlns="">
          <p:pic>
            <p:nvPicPr>
              <p:cNvPr id="13" name="Ink 12">
                <a:extLst>
                  <a:ext uri="{FF2B5EF4-FFF2-40B4-BE49-F238E27FC236}">
                    <a16:creationId xmlns:a16="http://schemas.microsoft.com/office/drawing/2014/main" id="{BFF32BA0-F974-26AD-658A-86E068F42D83}"/>
                  </a:ext>
                </a:extLst>
              </p:cNvPr>
              <p:cNvPicPr/>
              <p:nvPr/>
            </p:nvPicPr>
            <p:blipFill>
              <a:blip r:embed="rId19"/>
              <a:stretch>
                <a:fillRect/>
              </a:stretch>
            </p:blipFill>
            <p:spPr>
              <a:xfrm>
                <a:off x="4233952" y="154464"/>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3CBB89C9-FAFC-7541-0B86-0BF3E3A800F3}"/>
                  </a:ext>
                </a:extLst>
              </p14:cNvPr>
              <p14:cNvContentPartPr/>
              <p14:nvPr/>
            </p14:nvContentPartPr>
            <p14:xfrm>
              <a:off x="4744432" y="160584"/>
              <a:ext cx="54000" cy="642240"/>
            </p14:xfrm>
          </p:contentPart>
        </mc:Choice>
        <mc:Fallback xmlns="">
          <p:pic>
            <p:nvPicPr>
              <p:cNvPr id="14" name="Ink 13">
                <a:extLst>
                  <a:ext uri="{FF2B5EF4-FFF2-40B4-BE49-F238E27FC236}">
                    <a16:creationId xmlns:a16="http://schemas.microsoft.com/office/drawing/2014/main" id="{3CBB89C9-FAFC-7541-0B86-0BF3E3A800F3}"/>
                  </a:ext>
                </a:extLst>
              </p:cNvPr>
              <p:cNvPicPr/>
              <p:nvPr/>
            </p:nvPicPr>
            <p:blipFill>
              <a:blip r:embed="rId21"/>
              <a:stretch>
                <a:fillRect/>
              </a:stretch>
            </p:blipFill>
            <p:spPr>
              <a:xfrm>
                <a:off x="4740112" y="156264"/>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DA8246F-F2A4-2517-005D-72E27306F479}"/>
                  </a:ext>
                </a:extLst>
              </p14:cNvPr>
              <p14:cNvContentPartPr/>
              <p14:nvPr/>
            </p14:nvContentPartPr>
            <p14:xfrm>
              <a:off x="5233672" y="128904"/>
              <a:ext cx="82080" cy="711720"/>
            </p14:xfrm>
          </p:contentPart>
        </mc:Choice>
        <mc:Fallback xmlns="">
          <p:pic>
            <p:nvPicPr>
              <p:cNvPr id="15" name="Ink 14">
                <a:extLst>
                  <a:ext uri="{FF2B5EF4-FFF2-40B4-BE49-F238E27FC236}">
                    <a16:creationId xmlns:a16="http://schemas.microsoft.com/office/drawing/2014/main" id="{CDA8246F-F2A4-2517-005D-72E27306F479}"/>
                  </a:ext>
                </a:extLst>
              </p:cNvPr>
              <p:cNvPicPr/>
              <p:nvPr/>
            </p:nvPicPr>
            <p:blipFill>
              <a:blip r:embed="rId23"/>
              <a:stretch>
                <a:fillRect/>
              </a:stretch>
            </p:blipFill>
            <p:spPr>
              <a:xfrm>
                <a:off x="5229352" y="124584"/>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AE5C6209-B56E-E4A4-2312-3E5050137859}"/>
                  </a:ext>
                </a:extLst>
              </p14:cNvPr>
              <p14:cNvContentPartPr/>
              <p14:nvPr/>
            </p14:nvContentPartPr>
            <p14:xfrm>
              <a:off x="2691712" y="939984"/>
              <a:ext cx="131040" cy="123840"/>
            </p14:xfrm>
          </p:contentPart>
        </mc:Choice>
        <mc:Fallback xmlns="">
          <p:pic>
            <p:nvPicPr>
              <p:cNvPr id="16" name="Ink 15">
                <a:extLst>
                  <a:ext uri="{FF2B5EF4-FFF2-40B4-BE49-F238E27FC236}">
                    <a16:creationId xmlns:a16="http://schemas.microsoft.com/office/drawing/2014/main" id="{AE5C6209-B56E-E4A4-2312-3E5050137859}"/>
                  </a:ext>
                </a:extLst>
              </p:cNvPr>
              <p:cNvPicPr/>
              <p:nvPr/>
            </p:nvPicPr>
            <p:blipFill>
              <a:blip r:embed="rId25"/>
              <a:stretch>
                <a:fillRect/>
              </a:stretch>
            </p:blipFill>
            <p:spPr>
              <a:xfrm>
                <a:off x="2687392" y="935664"/>
                <a:ext cx="139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191D1503-5FA6-5DA9-7D1F-F3018C3AA37A}"/>
                  </a:ext>
                </a:extLst>
              </p14:cNvPr>
              <p14:cNvContentPartPr/>
              <p14:nvPr/>
            </p14:nvContentPartPr>
            <p14:xfrm>
              <a:off x="3340432" y="896784"/>
              <a:ext cx="25920" cy="85680"/>
            </p14:xfrm>
          </p:contentPart>
        </mc:Choice>
        <mc:Fallback xmlns="">
          <p:pic>
            <p:nvPicPr>
              <p:cNvPr id="17" name="Ink 16">
                <a:extLst>
                  <a:ext uri="{FF2B5EF4-FFF2-40B4-BE49-F238E27FC236}">
                    <a16:creationId xmlns:a16="http://schemas.microsoft.com/office/drawing/2014/main" id="{191D1503-5FA6-5DA9-7D1F-F3018C3AA37A}"/>
                  </a:ext>
                </a:extLst>
              </p:cNvPr>
              <p:cNvPicPr/>
              <p:nvPr/>
            </p:nvPicPr>
            <p:blipFill>
              <a:blip r:embed="rId27"/>
              <a:stretch>
                <a:fillRect/>
              </a:stretch>
            </p:blipFill>
            <p:spPr>
              <a:xfrm>
                <a:off x="3336112" y="892464"/>
                <a:ext cx="345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36984561-2630-4367-6562-B129A2087FAB}"/>
                  </a:ext>
                </a:extLst>
              </p14:cNvPr>
              <p14:cNvContentPartPr/>
              <p14:nvPr/>
            </p14:nvContentPartPr>
            <p14:xfrm>
              <a:off x="3822112" y="942144"/>
              <a:ext cx="157320" cy="122760"/>
            </p14:xfrm>
          </p:contentPart>
        </mc:Choice>
        <mc:Fallback xmlns="">
          <p:pic>
            <p:nvPicPr>
              <p:cNvPr id="18" name="Ink 17">
                <a:extLst>
                  <a:ext uri="{FF2B5EF4-FFF2-40B4-BE49-F238E27FC236}">
                    <a16:creationId xmlns:a16="http://schemas.microsoft.com/office/drawing/2014/main" id="{36984561-2630-4367-6562-B129A2087FAB}"/>
                  </a:ext>
                </a:extLst>
              </p:cNvPr>
              <p:cNvPicPr/>
              <p:nvPr/>
            </p:nvPicPr>
            <p:blipFill>
              <a:blip r:embed="rId29"/>
              <a:stretch>
                <a:fillRect/>
              </a:stretch>
            </p:blipFill>
            <p:spPr>
              <a:xfrm>
                <a:off x="3817792" y="937824"/>
                <a:ext cx="165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030CF07-AD28-A394-ACA8-F84B1770150D}"/>
                  </a:ext>
                </a:extLst>
              </p14:cNvPr>
              <p14:cNvContentPartPr/>
              <p14:nvPr/>
            </p14:nvContentPartPr>
            <p14:xfrm>
              <a:off x="5356432" y="993984"/>
              <a:ext cx="80280" cy="90000"/>
            </p14:xfrm>
          </p:contentPart>
        </mc:Choice>
        <mc:Fallback xmlns="">
          <p:pic>
            <p:nvPicPr>
              <p:cNvPr id="19" name="Ink 18">
                <a:extLst>
                  <a:ext uri="{FF2B5EF4-FFF2-40B4-BE49-F238E27FC236}">
                    <a16:creationId xmlns:a16="http://schemas.microsoft.com/office/drawing/2014/main" id="{A030CF07-AD28-A394-ACA8-F84B1770150D}"/>
                  </a:ext>
                </a:extLst>
              </p:cNvPr>
              <p:cNvPicPr/>
              <p:nvPr/>
            </p:nvPicPr>
            <p:blipFill>
              <a:blip r:embed="rId31"/>
              <a:stretch>
                <a:fillRect/>
              </a:stretch>
            </p:blipFill>
            <p:spPr>
              <a:xfrm>
                <a:off x="5352112" y="989664"/>
                <a:ext cx="889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969B0309-6FD9-FC9E-9C10-3EE10C73A33B}"/>
                  </a:ext>
                </a:extLst>
              </p14:cNvPr>
              <p14:cNvContentPartPr/>
              <p14:nvPr/>
            </p14:nvContentPartPr>
            <p14:xfrm>
              <a:off x="5499352" y="1038624"/>
              <a:ext cx="98640" cy="12600"/>
            </p14:xfrm>
          </p:contentPart>
        </mc:Choice>
        <mc:Fallback xmlns="">
          <p:pic>
            <p:nvPicPr>
              <p:cNvPr id="20" name="Ink 19">
                <a:extLst>
                  <a:ext uri="{FF2B5EF4-FFF2-40B4-BE49-F238E27FC236}">
                    <a16:creationId xmlns:a16="http://schemas.microsoft.com/office/drawing/2014/main" id="{969B0309-6FD9-FC9E-9C10-3EE10C73A33B}"/>
                  </a:ext>
                </a:extLst>
              </p:cNvPr>
              <p:cNvPicPr/>
              <p:nvPr/>
            </p:nvPicPr>
            <p:blipFill>
              <a:blip r:embed="rId33"/>
              <a:stretch>
                <a:fillRect/>
              </a:stretch>
            </p:blipFill>
            <p:spPr>
              <a:xfrm>
                <a:off x="5495032" y="1034304"/>
                <a:ext cx="107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582E5640-11FF-BA5A-DFEE-1E8349FFBE09}"/>
                  </a:ext>
                </a:extLst>
              </p14:cNvPr>
              <p14:cNvContentPartPr/>
              <p14:nvPr/>
            </p14:nvContentPartPr>
            <p14:xfrm>
              <a:off x="5646592" y="972744"/>
              <a:ext cx="13680" cy="132120"/>
            </p14:xfrm>
          </p:contentPart>
        </mc:Choice>
        <mc:Fallback xmlns="">
          <p:pic>
            <p:nvPicPr>
              <p:cNvPr id="21" name="Ink 20">
                <a:extLst>
                  <a:ext uri="{FF2B5EF4-FFF2-40B4-BE49-F238E27FC236}">
                    <a16:creationId xmlns:a16="http://schemas.microsoft.com/office/drawing/2014/main" id="{582E5640-11FF-BA5A-DFEE-1E8349FFBE09}"/>
                  </a:ext>
                </a:extLst>
              </p:cNvPr>
              <p:cNvPicPr/>
              <p:nvPr/>
            </p:nvPicPr>
            <p:blipFill>
              <a:blip r:embed="rId35"/>
              <a:stretch>
                <a:fillRect/>
              </a:stretch>
            </p:blipFill>
            <p:spPr>
              <a:xfrm>
                <a:off x="5642272" y="968424"/>
                <a:ext cx="2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BF3085B1-ABD2-78BF-C435-FF3C4CF244A0}"/>
                  </a:ext>
                </a:extLst>
              </p14:cNvPr>
              <p14:cNvContentPartPr/>
              <p14:nvPr/>
            </p14:nvContentPartPr>
            <p14:xfrm>
              <a:off x="3880792" y="378744"/>
              <a:ext cx="117720" cy="251280"/>
            </p14:xfrm>
          </p:contentPart>
        </mc:Choice>
        <mc:Fallback xmlns="">
          <p:pic>
            <p:nvPicPr>
              <p:cNvPr id="22" name="Ink 21">
                <a:extLst>
                  <a:ext uri="{FF2B5EF4-FFF2-40B4-BE49-F238E27FC236}">
                    <a16:creationId xmlns:a16="http://schemas.microsoft.com/office/drawing/2014/main" id="{BF3085B1-ABD2-78BF-C435-FF3C4CF244A0}"/>
                  </a:ext>
                </a:extLst>
              </p:cNvPr>
              <p:cNvPicPr/>
              <p:nvPr/>
            </p:nvPicPr>
            <p:blipFill>
              <a:blip r:embed="rId37"/>
              <a:stretch>
                <a:fillRect/>
              </a:stretch>
            </p:blipFill>
            <p:spPr>
              <a:xfrm>
                <a:off x="3876472" y="374424"/>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12E79D88-D5B3-9A6A-AEEA-94E6F0B2481C}"/>
                  </a:ext>
                </a:extLst>
              </p14:cNvPr>
              <p14:cNvContentPartPr/>
              <p14:nvPr/>
            </p14:nvContentPartPr>
            <p14:xfrm>
              <a:off x="3939472" y="359304"/>
              <a:ext cx="129960" cy="30240"/>
            </p14:xfrm>
          </p:contentPart>
        </mc:Choice>
        <mc:Fallback xmlns="">
          <p:pic>
            <p:nvPicPr>
              <p:cNvPr id="23" name="Ink 22">
                <a:extLst>
                  <a:ext uri="{FF2B5EF4-FFF2-40B4-BE49-F238E27FC236}">
                    <a16:creationId xmlns:a16="http://schemas.microsoft.com/office/drawing/2014/main" id="{12E79D88-D5B3-9A6A-AEEA-94E6F0B2481C}"/>
                  </a:ext>
                </a:extLst>
              </p:cNvPr>
              <p:cNvPicPr/>
              <p:nvPr/>
            </p:nvPicPr>
            <p:blipFill>
              <a:blip r:embed="rId39"/>
              <a:stretch>
                <a:fillRect/>
              </a:stretch>
            </p:blipFill>
            <p:spPr>
              <a:xfrm>
                <a:off x="3935152" y="354984"/>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426A4AF4-D3A8-CF08-9752-A6C40B98D6DA}"/>
                  </a:ext>
                </a:extLst>
              </p14:cNvPr>
              <p14:cNvContentPartPr/>
              <p14:nvPr/>
            </p14:nvContentPartPr>
            <p14:xfrm>
              <a:off x="4429432" y="388104"/>
              <a:ext cx="151200" cy="212760"/>
            </p14:xfrm>
          </p:contentPart>
        </mc:Choice>
        <mc:Fallback xmlns="">
          <p:pic>
            <p:nvPicPr>
              <p:cNvPr id="24" name="Ink 23">
                <a:extLst>
                  <a:ext uri="{FF2B5EF4-FFF2-40B4-BE49-F238E27FC236}">
                    <a16:creationId xmlns:a16="http://schemas.microsoft.com/office/drawing/2014/main" id="{426A4AF4-D3A8-CF08-9752-A6C40B98D6DA}"/>
                  </a:ext>
                </a:extLst>
              </p:cNvPr>
              <p:cNvPicPr/>
              <p:nvPr/>
            </p:nvPicPr>
            <p:blipFill>
              <a:blip r:embed="rId41"/>
              <a:stretch>
                <a:fillRect/>
              </a:stretch>
            </p:blipFill>
            <p:spPr>
              <a:xfrm>
                <a:off x="4425112" y="383784"/>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C3C6E84B-5668-FFBC-2753-FDCADF719047}"/>
                  </a:ext>
                </a:extLst>
              </p14:cNvPr>
              <p14:cNvContentPartPr/>
              <p14:nvPr/>
            </p14:nvContentPartPr>
            <p14:xfrm>
              <a:off x="2803672" y="501504"/>
              <a:ext cx="200880" cy="153360"/>
            </p14:xfrm>
          </p:contentPart>
        </mc:Choice>
        <mc:Fallback xmlns="">
          <p:pic>
            <p:nvPicPr>
              <p:cNvPr id="25" name="Ink 24">
                <a:extLst>
                  <a:ext uri="{FF2B5EF4-FFF2-40B4-BE49-F238E27FC236}">
                    <a16:creationId xmlns:a16="http://schemas.microsoft.com/office/drawing/2014/main" id="{C3C6E84B-5668-FFBC-2753-FDCADF719047}"/>
                  </a:ext>
                </a:extLst>
              </p:cNvPr>
              <p:cNvPicPr/>
              <p:nvPr/>
            </p:nvPicPr>
            <p:blipFill>
              <a:blip r:embed="rId43"/>
              <a:stretch>
                <a:fillRect/>
              </a:stretch>
            </p:blipFill>
            <p:spPr>
              <a:xfrm>
                <a:off x="2799352" y="497184"/>
                <a:ext cx="209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DC234E38-33F4-8602-CE88-3BD1BADD9DC2}"/>
                  </a:ext>
                </a:extLst>
              </p14:cNvPr>
              <p14:cNvContentPartPr/>
              <p14:nvPr/>
            </p14:nvContentPartPr>
            <p14:xfrm>
              <a:off x="2950192" y="552264"/>
              <a:ext cx="46080" cy="185040"/>
            </p14:xfrm>
          </p:contentPart>
        </mc:Choice>
        <mc:Fallback xmlns="">
          <p:pic>
            <p:nvPicPr>
              <p:cNvPr id="26" name="Ink 25">
                <a:extLst>
                  <a:ext uri="{FF2B5EF4-FFF2-40B4-BE49-F238E27FC236}">
                    <a16:creationId xmlns:a16="http://schemas.microsoft.com/office/drawing/2014/main" id="{DC234E38-33F4-8602-CE88-3BD1BADD9DC2}"/>
                  </a:ext>
                </a:extLst>
              </p:cNvPr>
              <p:cNvPicPr/>
              <p:nvPr/>
            </p:nvPicPr>
            <p:blipFill>
              <a:blip r:embed="rId45"/>
              <a:stretch>
                <a:fillRect/>
              </a:stretch>
            </p:blipFill>
            <p:spPr>
              <a:xfrm>
                <a:off x="2945872" y="547944"/>
                <a:ext cx="54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BCD7FF14-32B0-FC81-822A-C9F3ABFC56C1}"/>
                  </a:ext>
                </a:extLst>
              </p14:cNvPr>
              <p14:cNvContentPartPr/>
              <p14:nvPr/>
            </p14:nvContentPartPr>
            <p14:xfrm>
              <a:off x="3533032" y="419064"/>
              <a:ext cx="28440" cy="212040"/>
            </p14:xfrm>
          </p:contentPart>
        </mc:Choice>
        <mc:Fallback xmlns="">
          <p:pic>
            <p:nvPicPr>
              <p:cNvPr id="27" name="Ink 26">
                <a:extLst>
                  <a:ext uri="{FF2B5EF4-FFF2-40B4-BE49-F238E27FC236}">
                    <a16:creationId xmlns:a16="http://schemas.microsoft.com/office/drawing/2014/main" id="{BCD7FF14-32B0-FC81-822A-C9F3ABFC56C1}"/>
                  </a:ext>
                </a:extLst>
              </p:cNvPr>
              <p:cNvPicPr/>
              <p:nvPr/>
            </p:nvPicPr>
            <p:blipFill>
              <a:blip r:embed="rId47"/>
              <a:stretch>
                <a:fillRect/>
              </a:stretch>
            </p:blipFill>
            <p:spPr>
              <a:xfrm>
                <a:off x="3528712" y="414744"/>
                <a:ext cx="37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659F9C42-8FC7-A0B3-4B4E-5C582838BBEB}"/>
                  </a:ext>
                </a:extLst>
              </p14:cNvPr>
              <p14:cNvContentPartPr/>
              <p14:nvPr/>
            </p14:nvContentPartPr>
            <p14:xfrm>
              <a:off x="5399632" y="381984"/>
              <a:ext cx="190080" cy="189000"/>
            </p14:xfrm>
          </p:contentPart>
        </mc:Choice>
        <mc:Fallback xmlns="">
          <p:pic>
            <p:nvPicPr>
              <p:cNvPr id="28" name="Ink 27">
                <a:extLst>
                  <a:ext uri="{FF2B5EF4-FFF2-40B4-BE49-F238E27FC236}">
                    <a16:creationId xmlns:a16="http://schemas.microsoft.com/office/drawing/2014/main" id="{659F9C42-8FC7-A0B3-4B4E-5C582838BBEB}"/>
                  </a:ext>
                </a:extLst>
              </p:cNvPr>
              <p:cNvPicPr/>
              <p:nvPr/>
            </p:nvPicPr>
            <p:blipFill>
              <a:blip r:embed="rId49"/>
              <a:stretch>
                <a:fillRect/>
              </a:stretch>
            </p:blipFill>
            <p:spPr>
              <a:xfrm>
                <a:off x="5395312" y="377664"/>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CB94C80E-5CDC-C110-0638-397B0F67589A}"/>
                  </a:ext>
                </a:extLst>
              </p14:cNvPr>
              <p14:cNvContentPartPr/>
              <p14:nvPr/>
            </p14:nvContentPartPr>
            <p14:xfrm>
              <a:off x="4970512" y="397824"/>
              <a:ext cx="157320" cy="246240"/>
            </p14:xfrm>
          </p:contentPart>
        </mc:Choice>
        <mc:Fallback xmlns="">
          <p:pic>
            <p:nvPicPr>
              <p:cNvPr id="29" name="Ink 28">
                <a:extLst>
                  <a:ext uri="{FF2B5EF4-FFF2-40B4-BE49-F238E27FC236}">
                    <a16:creationId xmlns:a16="http://schemas.microsoft.com/office/drawing/2014/main" id="{CB94C80E-5CDC-C110-0638-397B0F67589A}"/>
                  </a:ext>
                </a:extLst>
              </p:cNvPr>
              <p:cNvPicPr/>
              <p:nvPr/>
            </p:nvPicPr>
            <p:blipFill>
              <a:blip r:embed="rId51"/>
              <a:stretch>
                <a:fillRect/>
              </a:stretch>
            </p:blipFill>
            <p:spPr>
              <a:xfrm>
                <a:off x="4966192" y="393504"/>
                <a:ext cx="1659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1EB5AF77-D51C-E606-2808-06A3C545BA89}"/>
                  </a:ext>
                </a:extLst>
              </p14:cNvPr>
              <p14:cNvContentPartPr/>
              <p14:nvPr/>
            </p14:nvContentPartPr>
            <p14:xfrm>
              <a:off x="4232415" y="987730"/>
              <a:ext cx="40680" cy="66960"/>
            </p14:xfrm>
          </p:contentPart>
        </mc:Choice>
        <mc:Fallback xmlns="">
          <p:pic>
            <p:nvPicPr>
              <p:cNvPr id="30" name="Ink 29">
                <a:extLst>
                  <a:ext uri="{FF2B5EF4-FFF2-40B4-BE49-F238E27FC236}">
                    <a16:creationId xmlns:a16="http://schemas.microsoft.com/office/drawing/2014/main" id="{1EB5AF77-D51C-E606-2808-06A3C545BA89}"/>
                  </a:ext>
                </a:extLst>
              </p:cNvPr>
              <p:cNvPicPr/>
              <p:nvPr/>
            </p:nvPicPr>
            <p:blipFill>
              <a:blip r:embed="rId53"/>
              <a:stretch>
                <a:fillRect/>
              </a:stretch>
            </p:blipFill>
            <p:spPr>
              <a:xfrm>
                <a:off x="4228095" y="983410"/>
                <a:ext cx="493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23ACF056-8CB4-B7AB-C4D8-5807B06F65EA}"/>
                  </a:ext>
                </a:extLst>
              </p14:cNvPr>
              <p14:cNvContentPartPr/>
              <p14:nvPr/>
            </p14:nvContentPartPr>
            <p14:xfrm>
              <a:off x="4435095" y="1019050"/>
              <a:ext cx="47160" cy="29520"/>
            </p14:xfrm>
          </p:contentPart>
        </mc:Choice>
        <mc:Fallback xmlns="">
          <p:pic>
            <p:nvPicPr>
              <p:cNvPr id="31" name="Ink 30">
                <a:extLst>
                  <a:ext uri="{FF2B5EF4-FFF2-40B4-BE49-F238E27FC236}">
                    <a16:creationId xmlns:a16="http://schemas.microsoft.com/office/drawing/2014/main" id="{23ACF056-8CB4-B7AB-C4D8-5807B06F65EA}"/>
                  </a:ext>
                </a:extLst>
              </p:cNvPr>
              <p:cNvPicPr/>
              <p:nvPr/>
            </p:nvPicPr>
            <p:blipFill>
              <a:blip r:embed="rId55"/>
              <a:stretch>
                <a:fillRect/>
              </a:stretch>
            </p:blipFill>
            <p:spPr>
              <a:xfrm>
                <a:off x="4430775" y="1014730"/>
                <a:ext cx="55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B34CE0BB-2AD5-2666-F997-A850FC8E93ED}"/>
                  </a:ext>
                </a:extLst>
              </p14:cNvPr>
              <p14:cNvContentPartPr/>
              <p14:nvPr/>
            </p14:nvContentPartPr>
            <p14:xfrm>
              <a:off x="4615095" y="1002490"/>
              <a:ext cx="52200" cy="63360"/>
            </p14:xfrm>
          </p:contentPart>
        </mc:Choice>
        <mc:Fallback xmlns="">
          <p:pic>
            <p:nvPicPr>
              <p:cNvPr id="32" name="Ink 31">
                <a:extLst>
                  <a:ext uri="{FF2B5EF4-FFF2-40B4-BE49-F238E27FC236}">
                    <a16:creationId xmlns:a16="http://schemas.microsoft.com/office/drawing/2014/main" id="{B34CE0BB-2AD5-2666-F997-A850FC8E93ED}"/>
                  </a:ext>
                </a:extLst>
              </p:cNvPr>
              <p:cNvPicPr/>
              <p:nvPr/>
            </p:nvPicPr>
            <p:blipFill>
              <a:blip r:embed="rId57"/>
              <a:stretch>
                <a:fillRect/>
              </a:stretch>
            </p:blipFill>
            <p:spPr>
              <a:xfrm>
                <a:off x="4610775" y="998170"/>
                <a:ext cx="60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61CB2269-4DE9-1D81-34B5-C1E6A2A8D840}"/>
                  </a:ext>
                </a:extLst>
              </p14:cNvPr>
              <p14:cNvContentPartPr/>
              <p14:nvPr/>
            </p14:nvContentPartPr>
            <p14:xfrm>
              <a:off x="3738232" y="2290069"/>
              <a:ext cx="2880" cy="14040"/>
            </p14:xfrm>
          </p:contentPart>
        </mc:Choice>
        <mc:Fallback xmlns="">
          <p:pic>
            <p:nvPicPr>
              <p:cNvPr id="33" name="Ink 32">
                <a:extLst>
                  <a:ext uri="{FF2B5EF4-FFF2-40B4-BE49-F238E27FC236}">
                    <a16:creationId xmlns:a16="http://schemas.microsoft.com/office/drawing/2014/main" id="{61CB2269-4DE9-1D81-34B5-C1E6A2A8D840}"/>
                  </a:ext>
                </a:extLst>
              </p:cNvPr>
              <p:cNvPicPr/>
              <p:nvPr/>
            </p:nvPicPr>
            <p:blipFill>
              <a:blip r:embed="rId59"/>
              <a:stretch>
                <a:fillRect/>
              </a:stretch>
            </p:blipFill>
            <p:spPr>
              <a:xfrm>
                <a:off x="3733912" y="2285749"/>
                <a:ext cx="11520" cy="22680"/>
              </a:xfrm>
              <a:prstGeom prst="rect">
                <a:avLst/>
              </a:prstGeom>
            </p:spPr>
          </p:pic>
        </mc:Fallback>
      </mc:AlternateContent>
      <p:grpSp>
        <p:nvGrpSpPr>
          <p:cNvPr id="44" name="Group 43">
            <a:extLst>
              <a:ext uri="{FF2B5EF4-FFF2-40B4-BE49-F238E27FC236}">
                <a16:creationId xmlns:a16="http://schemas.microsoft.com/office/drawing/2014/main" id="{8BEAFC5E-BC72-9F72-4A6F-1E8E931B4D2A}"/>
              </a:ext>
            </a:extLst>
          </p:cNvPr>
          <p:cNvGrpSpPr/>
          <p:nvPr/>
        </p:nvGrpSpPr>
        <p:grpSpPr>
          <a:xfrm>
            <a:off x="1918432" y="2077669"/>
            <a:ext cx="1190160" cy="574920"/>
            <a:chOff x="1918432" y="2077669"/>
            <a:chExt cx="1190160" cy="574920"/>
          </a:xfrm>
        </p:grpSpPr>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5AA36D5D-ED6A-434F-F04A-9F44479E7A88}"/>
                    </a:ext>
                  </a:extLst>
                </p14:cNvPr>
                <p14:cNvContentPartPr/>
                <p14:nvPr/>
              </p14:nvContentPartPr>
              <p14:xfrm>
                <a:off x="1949032" y="2077669"/>
                <a:ext cx="286200" cy="574920"/>
              </p14:xfrm>
            </p:contentPart>
          </mc:Choice>
          <mc:Fallback xmlns="">
            <p:pic>
              <p:nvPicPr>
                <p:cNvPr id="34" name="Ink 33">
                  <a:extLst>
                    <a:ext uri="{FF2B5EF4-FFF2-40B4-BE49-F238E27FC236}">
                      <a16:creationId xmlns:a16="http://schemas.microsoft.com/office/drawing/2014/main" id="{5AA36D5D-ED6A-434F-F04A-9F44479E7A88}"/>
                    </a:ext>
                  </a:extLst>
                </p:cNvPr>
                <p:cNvPicPr/>
                <p:nvPr/>
              </p:nvPicPr>
              <p:blipFill>
                <a:blip r:embed="rId61"/>
                <a:stretch>
                  <a:fillRect/>
                </a:stretch>
              </p:blipFill>
              <p:spPr>
                <a:xfrm>
                  <a:off x="1944712" y="2073349"/>
                  <a:ext cx="29484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A6AE6093-1288-1CA7-990C-B15AC86FE86B}"/>
                    </a:ext>
                  </a:extLst>
                </p14:cNvPr>
                <p14:cNvContentPartPr/>
                <p14:nvPr/>
              </p14:nvContentPartPr>
              <p14:xfrm>
                <a:off x="1918432" y="2361349"/>
                <a:ext cx="248760" cy="21960"/>
              </p14:xfrm>
            </p:contentPart>
          </mc:Choice>
          <mc:Fallback xmlns="">
            <p:pic>
              <p:nvPicPr>
                <p:cNvPr id="35" name="Ink 34">
                  <a:extLst>
                    <a:ext uri="{FF2B5EF4-FFF2-40B4-BE49-F238E27FC236}">
                      <a16:creationId xmlns:a16="http://schemas.microsoft.com/office/drawing/2014/main" id="{A6AE6093-1288-1CA7-990C-B15AC86FE86B}"/>
                    </a:ext>
                  </a:extLst>
                </p:cNvPr>
                <p:cNvPicPr/>
                <p:nvPr/>
              </p:nvPicPr>
              <p:blipFill>
                <a:blip r:embed="rId63"/>
                <a:stretch>
                  <a:fillRect/>
                </a:stretch>
              </p:blipFill>
              <p:spPr>
                <a:xfrm>
                  <a:off x="1914112" y="2357029"/>
                  <a:ext cx="257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BB207277-B2BD-373D-172A-04FF592F5859}"/>
                    </a:ext>
                  </a:extLst>
                </p14:cNvPr>
                <p14:cNvContentPartPr/>
                <p14:nvPr/>
              </p14:nvContentPartPr>
              <p14:xfrm>
                <a:off x="2120752" y="2375029"/>
                <a:ext cx="131760" cy="87840"/>
              </p14:xfrm>
            </p:contentPart>
          </mc:Choice>
          <mc:Fallback xmlns="">
            <p:pic>
              <p:nvPicPr>
                <p:cNvPr id="36" name="Ink 35">
                  <a:extLst>
                    <a:ext uri="{FF2B5EF4-FFF2-40B4-BE49-F238E27FC236}">
                      <a16:creationId xmlns:a16="http://schemas.microsoft.com/office/drawing/2014/main" id="{BB207277-B2BD-373D-172A-04FF592F5859}"/>
                    </a:ext>
                  </a:extLst>
                </p:cNvPr>
                <p:cNvPicPr/>
                <p:nvPr/>
              </p:nvPicPr>
              <p:blipFill>
                <a:blip r:embed="rId65"/>
                <a:stretch>
                  <a:fillRect/>
                </a:stretch>
              </p:blipFill>
              <p:spPr>
                <a:xfrm>
                  <a:off x="2116432" y="2370709"/>
                  <a:ext cx="1404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FB4E07A7-588C-21BC-905F-B80CEC22B24F}"/>
                    </a:ext>
                  </a:extLst>
                </p14:cNvPr>
                <p14:cNvContentPartPr/>
                <p14:nvPr/>
              </p14:nvContentPartPr>
              <p14:xfrm>
                <a:off x="2306872" y="2328229"/>
                <a:ext cx="78120" cy="125280"/>
              </p14:xfrm>
            </p:contentPart>
          </mc:Choice>
          <mc:Fallback xmlns="">
            <p:pic>
              <p:nvPicPr>
                <p:cNvPr id="37" name="Ink 36">
                  <a:extLst>
                    <a:ext uri="{FF2B5EF4-FFF2-40B4-BE49-F238E27FC236}">
                      <a16:creationId xmlns:a16="http://schemas.microsoft.com/office/drawing/2014/main" id="{FB4E07A7-588C-21BC-905F-B80CEC22B24F}"/>
                    </a:ext>
                  </a:extLst>
                </p:cNvPr>
                <p:cNvPicPr/>
                <p:nvPr/>
              </p:nvPicPr>
              <p:blipFill>
                <a:blip r:embed="rId67"/>
                <a:stretch>
                  <a:fillRect/>
                </a:stretch>
              </p:blipFill>
              <p:spPr>
                <a:xfrm>
                  <a:off x="2302552" y="2323909"/>
                  <a:ext cx="867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8" name="Ink 37">
                  <a:extLst>
                    <a:ext uri="{FF2B5EF4-FFF2-40B4-BE49-F238E27FC236}">
                      <a16:creationId xmlns:a16="http://schemas.microsoft.com/office/drawing/2014/main" id="{1DEA08F3-876B-DA5E-2309-1B996F4C9705}"/>
                    </a:ext>
                  </a:extLst>
                </p14:cNvPr>
                <p14:cNvContentPartPr/>
                <p14:nvPr/>
              </p14:nvContentPartPr>
              <p14:xfrm>
                <a:off x="2485072" y="2197549"/>
                <a:ext cx="200520" cy="341280"/>
              </p14:xfrm>
            </p:contentPart>
          </mc:Choice>
          <mc:Fallback xmlns="">
            <p:pic>
              <p:nvPicPr>
                <p:cNvPr id="38" name="Ink 37">
                  <a:extLst>
                    <a:ext uri="{FF2B5EF4-FFF2-40B4-BE49-F238E27FC236}">
                      <a16:creationId xmlns:a16="http://schemas.microsoft.com/office/drawing/2014/main" id="{1DEA08F3-876B-DA5E-2309-1B996F4C9705}"/>
                    </a:ext>
                  </a:extLst>
                </p:cNvPr>
                <p:cNvPicPr/>
                <p:nvPr/>
              </p:nvPicPr>
              <p:blipFill>
                <a:blip r:embed="rId69"/>
                <a:stretch>
                  <a:fillRect/>
                </a:stretch>
              </p:blipFill>
              <p:spPr>
                <a:xfrm>
                  <a:off x="2480752" y="2193229"/>
                  <a:ext cx="20916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9" name="Ink 38">
                  <a:extLst>
                    <a:ext uri="{FF2B5EF4-FFF2-40B4-BE49-F238E27FC236}">
                      <a16:creationId xmlns:a16="http://schemas.microsoft.com/office/drawing/2014/main" id="{69A2AC9A-1F15-EEAB-66D1-48187AA75E57}"/>
                    </a:ext>
                  </a:extLst>
                </p14:cNvPr>
                <p14:cNvContentPartPr/>
                <p14:nvPr/>
              </p14:nvContentPartPr>
              <p14:xfrm>
                <a:off x="2702512" y="2400229"/>
                <a:ext cx="54360" cy="83160"/>
              </p14:xfrm>
            </p:contentPart>
          </mc:Choice>
          <mc:Fallback xmlns="">
            <p:pic>
              <p:nvPicPr>
                <p:cNvPr id="39" name="Ink 38">
                  <a:extLst>
                    <a:ext uri="{FF2B5EF4-FFF2-40B4-BE49-F238E27FC236}">
                      <a16:creationId xmlns:a16="http://schemas.microsoft.com/office/drawing/2014/main" id="{69A2AC9A-1F15-EEAB-66D1-48187AA75E57}"/>
                    </a:ext>
                  </a:extLst>
                </p:cNvPr>
                <p:cNvPicPr/>
                <p:nvPr/>
              </p:nvPicPr>
              <p:blipFill>
                <a:blip r:embed="rId71"/>
                <a:stretch>
                  <a:fillRect/>
                </a:stretch>
              </p:blipFill>
              <p:spPr>
                <a:xfrm>
                  <a:off x="2698192" y="2395909"/>
                  <a:ext cx="630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0" name="Ink 39">
                  <a:extLst>
                    <a:ext uri="{FF2B5EF4-FFF2-40B4-BE49-F238E27FC236}">
                      <a16:creationId xmlns:a16="http://schemas.microsoft.com/office/drawing/2014/main" id="{6BA4E666-CF2F-BF35-E2DC-45D07952BFFF}"/>
                    </a:ext>
                  </a:extLst>
                </p14:cNvPr>
                <p14:cNvContentPartPr/>
                <p14:nvPr/>
              </p14:nvContentPartPr>
              <p14:xfrm>
                <a:off x="2800792" y="2247949"/>
                <a:ext cx="16560" cy="54720"/>
              </p14:xfrm>
            </p:contentPart>
          </mc:Choice>
          <mc:Fallback xmlns="">
            <p:pic>
              <p:nvPicPr>
                <p:cNvPr id="40" name="Ink 39">
                  <a:extLst>
                    <a:ext uri="{FF2B5EF4-FFF2-40B4-BE49-F238E27FC236}">
                      <a16:creationId xmlns:a16="http://schemas.microsoft.com/office/drawing/2014/main" id="{6BA4E666-CF2F-BF35-E2DC-45D07952BFFF}"/>
                    </a:ext>
                  </a:extLst>
                </p:cNvPr>
                <p:cNvPicPr/>
                <p:nvPr/>
              </p:nvPicPr>
              <p:blipFill>
                <a:blip r:embed="rId73"/>
                <a:stretch>
                  <a:fillRect/>
                </a:stretch>
              </p:blipFill>
              <p:spPr>
                <a:xfrm>
                  <a:off x="2796472" y="2243629"/>
                  <a:ext cx="252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1" name="Ink 40">
                  <a:extLst>
                    <a:ext uri="{FF2B5EF4-FFF2-40B4-BE49-F238E27FC236}">
                      <a16:creationId xmlns:a16="http://schemas.microsoft.com/office/drawing/2014/main" id="{82DBDD69-79AD-B6A8-D1BC-74DF8139CBFF}"/>
                    </a:ext>
                  </a:extLst>
                </p14:cNvPr>
                <p14:cNvContentPartPr/>
                <p14:nvPr/>
              </p14:nvContentPartPr>
              <p14:xfrm>
                <a:off x="2792512" y="2371069"/>
                <a:ext cx="109080" cy="101520"/>
              </p14:xfrm>
            </p:contentPart>
          </mc:Choice>
          <mc:Fallback xmlns="">
            <p:pic>
              <p:nvPicPr>
                <p:cNvPr id="41" name="Ink 40">
                  <a:extLst>
                    <a:ext uri="{FF2B5EF4-FFF2-40B4-BE49-F238E27FC236}">
                      <a16:creationId xmlns:a16="http://schemas.microsoft.com/office/drawing/2014/main" id="{82DBDD69-79AD-B6A8-D1BC-74DF8139CBFF}"/>
                    </a:ext>
                  </a:extLst>
                </p:cNvPr>
                <p:cNvPicPr/>
                <p:nvPr/>
              </p:nvPicPr>
              <p:blipFill>
                <a:blip r:embed="rId75"/>
                <a:stretch>
                  <a:fillRect/>
                </a:stretch>
              </p:blipFill>
              <p:spPr>
                <a:xfrm>
                  <a:off x="2788192" y="2366749"/>
                  <a:ext cx="1177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2" name="Ink 41">
                  <a:extLst>
                    <a:ext uri="{FF2B5EF4-FFF2-40B4-BE49-F238E27FC236}">
                      <a16:creationId xmlns:a16="http://schemas.microsoft.com/office/drawing/2014/main" id="{396F1E69-A400-47E0-E119-2B99D1CC1784}"/>
                    </a:ext>
                  </a:extLst>
                </p14:cNvPr>
                <p14:cNvContentPartPr/>
                <p14:nvPr/>
              </p14:nvContentPartPr>
              <p14:xfrm>
                <a:off x="2995912" y="2189629"/>
                <a:ext cx="104400" cy="223560"/>
              </p14:xfrm>
            </p:contentPart>
          </mc:Choice>
          <mc:Fallback xmlns="">
            <p:pic>
              <p:nvPicPr>
                <p:cNvPr id="42" name="Ink 41">
                  <a:extLst>
                    <a:ext uri="{FF2B5EF4-FFF2-40B4-BE49-F238E27FC236}">
                      <a16:creationId xmlns:a16="http://schemas.microsoft.com/office/drawing/2014/main" id="{396F1E69-A400-47E0-E119-2B99D1CC1784}"/>
                    </a:ext>
                  </a:extLst>
                </p:cNvPr>
                <p:cNvPicPr/>
                <p:nvPr/>
              </p:nvPicPr>
              <p:blipFill>
                <a:blip r:embed="rId77"/>
                <a:stretch>
                  <a:fillRect/>
                </a:stretch>
              </p:blipFill>
              <p:spPr>
                <a:xfrm>
                  <a:off x="2991592" y="2185309"/>
                  <a:ext cx="1130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3" name="Ink 42">
                  <a:extLst>
                    <a:ext uri="{FF2B5EF4-FFF2-40B4-BE49-F238E27FC236}">
                      <a16:creationId xmlns:a16="http://schemas.microsoft.com/office/drawing/2014/main" id="{2251069A-9F04-8CD0-5DCE-1B546F1D83A7}"/>
                    </a:ext>
                  </a:extLst>
                </p14:cNvPr>
                <p14:cNvContentPartPr/>
                <p14:nvPr/>
              </p14:nvContentPartPr>
              <p14:xfrm>
                <a:off x="2980792" y="2289349"/>
                <a:ext cx="127800" cy="13680"/>
              </p14:xfrm>
            </p:contentPart>
          </mc:Choice>
          <mc:Fallback xmlns="">
            <p:pic>
              <p:nvPicPr>
                <p:cNvPr id="43" name="Ink 42">
                  <a:extLst>
                    <a:ext uri="{FF2B5EF4-FFF2-40B4-BE49-F238E27FC236}">
                      <a16:creationId xmlns:a16="http://schemas.microsoft.com/office/drawing/2014/main" id="{2251069A-9F04-8CD0-5DCE-1B546F1D83A7}"/>
                    </a:ext>
                  </a:extLst>
                </p:cNvPr>
                <p:cNvPicPr/>
                <p:nvPr/>
              </p:nvPicPr>
              <p:blipFill>
                <a:blip r:embed="rId79"/>
                <a:stretch>
                  <a:fillRect/>
                </a:stretch>
              </p:blipFill>
              <p:spPr>
                <a:xfrm>
                  <a:off x="2976472" y="2285029"/>
                  <a:ext cx="136440" cy="22320"/>
                </a:xfrm>
                <a:prstGeom prst="rect">
                  <a:avLst/>
                </a:prstGeom>
              </p:spPr>
            </p:pic>
          </mc:Fallback>
        </mc:AlternateContent>
      </p:grpSp>
      <p:grpSp>
        <p:nvGrpSpPr>
          <p:cNvPr id="53" name="Group 52">
            <a:extLst>
              <a:ext uri="{FF2B5EF4-FFF2-40B4-BE49-F238E27FC236}">
                <a16:creationId xmlns:a16="http://schemas.microsoft.com/office/drawing/2014/main" id="{5F8BF2AC-F1E5-621E-58E0-FAE81D372064}"/>
              </a:ext>
            </a:extLst>
          </p:cNvPr>
          <p:cNvGrpSpPr/>
          <p:nvPr/>
        </p:nvGrpSpPr>
        <p:grpSpPr>
          <a:xfrm>
            <a:off x="3456712" y="2193229"/>
            <a:ext cx="448200" cy="259560"/>
            <a:chOff x="3456712" y="2193229"/>
            <a:chExt cx="448200" cy="259560"/>
          </a:xfrm>
        </p:grpSpPr>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7CC81B07-D585-04F2-83FB-CBA2A9CBEC8B}"/>
                    </a:ext>
                  </a:extLst>
                </p14:cNvPr>
                <p14:cNvContentPartPr/>
                <p14:nvPr/>
              </p14:nvContentPartPr>
              <p14:xfrm>
                <a:off x="3456712" y="2333629"/>
                <a:ext cx="124560" cy="119160"/>
              </p14:xfrm>
            </p:contentPart>
          </mc:Choice>
          <mc:Fallback xmlns="">
            <p:pic>
              <p:nvPicPr>
                <p:cNvPr id="45" name="Ink 44">
                  <a:extLst>
                    <a:ext uri="{FF2B5EF4-FFF2-40B4-BE49-F238E27FC236}">
                      <a16:creationId xmlns:a16="http://schemas.microsoft.com/office/drawing/2014/main" id="{7CC81B07-D585-04F2-83FB-CBA2A9CBEC8B}"/>
                    </a:ext>
                  </a:extLst>
                </p:cNvPr>
                <p:cNvPicPr/>
                <p:nvPr/>
              </p:nvPicPr>
              <p:blipFill>
                <a:blip r:embed="rId81"/>
                <a:stretch>
                  <a:fillRect/>
                </a:stretch>
              </p:blipFill>
              <p:spPr>
                <a:xfrm>
                  <a:off x="3452392" y="2329309"/>
                  <a:ext cx="1332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65D16430-98A2-0754-A143-40FD22499857}"/>
                    </a:ext>
                  </a:extLst>
                </p14:cNvPr>
                <p14:cNvContentPartPr/>
                <p14:nvPr/>
              </p14:nvContentPartPr>
              <p14:xfrm>
                <a:off x="3522592" y="2193229"/>
                <a:ext cx="54360" cy="70560"/>
              </p14:xfrm>
            </p:contentPart>
          </mc:Choice>
          <mc:Fallback xmlns="">
            <p:pic>
              <p:nvPicPr>
                <p:cNvPr id="46" name="Ink 45">
                  <a:extLst>
                    <a:ext uri="{FF2B5EF4-FFF2-40B4-BE49-F238E27FC236}">
                      <a16:creationId xmlns:a16="http://schemas.microsoft.com/office/drawing/2014/main" id="{65D16430-98A2-0754-A143-40FD22499857}"/>
                    </a:ext>
                  </a:extLst>
                </p:cNvPr>
                <p:cNvPicPr/>
                <p:nvPr/>
              </p:nvPicPr>
              <p:blipFill>
                <a:blip r:embed="rId83"/>
                <a:stretch>
                  <a:fillRect/>
                </a:stretch>
              </p:blipFill>
              <p:spPr>
                <a:xfrm>
                  <a:off x="3518272" y="2188909"/>
                  <a:ext cx="630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7" name="Ink 46">
                  <a:extLst>
                    <a:ext uri="{FF2B5EF4-FFF2-40B4-BE49-F238E27FC236}">
                      <a16:creationId xmlns:a16="http://schemas.microsoft.com/office/drawing/2014/main" id="{355FA86F-C11F-C53E-9924-5429FD5CD996}"/>
                    </a:ext>
                  </a:extLst>
                </p14:cNvPr>
                <p14:cNvContentPartPr/>
                <p14:nvPr/>
              </p14:nvContentPartPr>
              <p14:xfrm>
                <a:off x="3699352" y="2296189"/>
                <a:ext cx="194760" cy="19440"/>
              </p14:xfrm>
            </p:contentPart>
          </mc:Choice>
          <mc:Fallback xmlns="">
            <p:pic>
              <p:nvPicPr>
                <p:cNvPr id="47" name="Ink 46">
                  <a:extLst>
                    <a:ext uri="{FF2B5EF4-FFF2-40B4-BE49-F238E27FC236}">
                      <a16:creationId xmlns:a16="http://schemas.microsoft.com/office/drawing/2014/main" id="{355FA86F-C11F-C53E-9924-5429FD5CD996}"/>
                    </a:ext>
                  </a:extLst>
                </p:cNvPr>
                <p:cNvPicPr/>
                <p:nvPr/>
              </p:nvPicPr>
              <p:blipFill>
                <a:blip r:embed="rId85"/>
                <a:stretch>
                  <a:fillRect/>
                </a:stretch>
              </p:blipFill>
              <p:spPr>
                <a:xfrm>
                  <a:off x="3695032" y="2291869"/>
                  <a:ext cx="2034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 name="Ink 47">
                  <a:extLst>
                    <a:ext uri="{FF2B5EF4-FFF2-40B4-BE49-F238E27FC236}">
                      <a16:creationId xmlns:a16="http://schemas.microsoft.com/office/drawing/2014/main" id="{E67A9D8F-1245-8BA3-87DD-C601E0BEC6DC}"/>
                    </a:ext>
                  </a:extLst>
                </p14:cNvPr>
                <p14:cNvContentPartPr/>
                <p14:nvPr/>
              </p14:nvContentPartPr>
              <p14:xfrm>
                <a:off x="3683152" y="2362789"/>
                <a:ext cx="221760" cy="19440"/>
              </p14:xfrm>
            </p:contentPart>
          </mc:Choice>
          <mc:Fallback xmlns="">
            <p:pic>
              <p:nvPicPr>
                <p:cNvPr id="48" name="Ink 47">
                  <a:extLst>
                    <a:ext uri="{FF2B5EF4-FFF2-40B4-BE49-F238E27FC236}">
                      <a16:creationId xmlns:a16="http://schemas.microsoft.com/office/drawing/2014/main" id="{E67A9D8F-1245-8BA3-87DD-C601E0BEC6DC}"/>
                    </a:ext>
                  </a:extLst>
                </p:cNvPr>
                <p:cNvPicPr/>
                <p:nvPr/>
              </p:nvPicPr>
              <p:blipFill>
                <a:blip r:embed="rId87"/>
                <a:stretch>
                  <a:fillRect/>
                </a:stretch>
              </p:blipFill>
              <p:spPr>
                <a:xfrm>
                  <a:off x="3678832" y="2358469"/>
                  <a:ext cx="230400" cy="28080"/>
                </a:xfrm>
                <a:prstGeom prst="rect">
                  <a:avLst/>
                </a:prstGeom>
              </p:spPr>
            </p:pic>
          </mc:Fallback>
        </mc:AlternateContent>
      </p:grpSp>
      <p:grpSp>
        <p:nvGrpSpPr>
          <p:cNvPr id="52" name="Group 51">
            <a:extLst>
              <a:ext uri="{FF2B5EF4-FFF2-40B4-BE49-F238E27FC236}">
                <a16:creationId xmlns:a16="http://schemas.microsoft.com/office/drawing/2014/main" id="{1865AA47-7C33-EB3F-F6F5-4FACB5A0CE5A}"/>
              </a:ext>
            </a:extLst>
          </p:cNvPr>
          <p:cNvGrpSpPr/>
          <p:nvPr/>
        </p:nvGrpSpPr>
        <p:grpSpPr>
          <a:xfrm>
            <a:off x="4098952" y="2184949"/>
            <a:ext cx="280080" cy="403560"/>
            <a:chOff x="4098952" y="2184949"/>
            <a:chExt cx="280080" cy="403560"/>
          </a:xfrm>
        </p:grpSpPr>
        <mc:AlternateContent xmlns:mc="http://schemas.openxmlformats.org/markup-compatibility/2006" xmlns:p14="http://schemas.microsoft.com/office/powerpoint/2010/main">
          <mc:Choice Requires="p14">
            <p:contentPart p14:bwMode="auto" r:id="rId88">
              <p14:nvContentPartPr>
                <p14:cNvPr id="49" name="Ink 48">
                  <a:extLst>
                    <a:ext uri="{FF2B5EF4-FFF2-40B4-BE49-F238E27FC236}">
                      <a16:creationId xmlns:a16="http://schemas.microsoft.com/office/drawing/2014/main" id="{E4F22F84-0EA4-C98A-3560-1B520B855B0D}"/>
                    </a:ext>
                  </a:extLst>
                </p14:cNvPr>
                <p14:cNvContentPartPr/>
                <p14:nvPr/>
              </p14:nvContentPartPr>
              <p14:xfrm>
                <a:off x="4098952" y="2184949"/>
                <a:ext cx="177840" cy="212400"/>
              </p14:xfrm>
            </p:contentPart>
          </mc:Choice>
          <mc:Fallback xmlns="">
            <p:pic>
              <p:nvPicPr>
                <p:cNvPr id="49" name="Ink 48">
                  <a:extLst>
                    <a:ext uri="{FF2B5EF4-FFF2-40B4-BE49-F238E27FC236}">
                      <a16:creationId xmlns:a16="http://schemas.microsoft.com/office/drawing/2014/main" id="{E4F22F84-0EA4-C98A-3560-1B520B855B0D}"/>
                    </a:ext>
                  </a:extLst>
                </p:cNvPr>
                <p:cNvPicPr/>
                <p:nvPr/>
              </p:nvPicPr>
              <p:blipFill>
                <a:blip r:embed="rId89"/>
                <a:stretch>
                  <a:fillRect/>
                </a:stretch>
              </p:blipFill>
              <p:spPr>
                <a:xfrm>
                  <a:off x="4094632" y="2180629"/>
                  <a:ext cx="186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0" name="Ink 49">
                  <a:extLst>
                    <a:ext uri="{FF2B5EF4-FFF2-40B4-BE49-F238E27FC236}">
                      <a16:creationId xmlns:a16="http://schemas.microsoft.com/office/drawing/2014/main" id="{C1F0DB0E-09B6-074E-1111-E4194390797B}"/>
                    </a:ext>
                  </a:extLst>
                </p14:cNvPr>
                <p14:cNvContentPartPr/>
                <p14:nvPr/>
              </p14:nvContentPartPr>
              <p14:xfrm>
                <a:off x="4336192" y="2284669"/>
                <a:ext cx="38520" cy="45720"/>
              </p14:xfrm>
            </p:contentPart>
          </mc:Choice>
          <mc:Fallback xmlns="">
            <p:pic>
              <p:nvPicPr>
                <p:cNvPr id="50" name="Ink 49">
                  <a:extLst>
                    <a:ext uri="{FF2B5EF4-FFF2-40B4-BE49-F238E27FC236}">
                      <a16:creationId xmlns:a16="http://schemas.microsoft.com/office/drawing/2014/main" id="{C1F0DB0E-09B6-074E-1111-E4194390797B}"/>
                    </a:ext>
                  </a:extLst>
                </p:cNvPr>
                <p:cNvPicPr/>
                <p:nvPr/>
              </p:nvPicPr>
              <p:blipFill>
                <a:blip r:embed="rId91"/>
                <a:stretch>
                  <a:fillRect/>
                </a:stretch>
              </p:blipFill>
              <p:spPr>
                <a:xfrm>
                  <a:off x="4331872" y="2280349"/>
                  <a:ext cx="471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 name="Ink 50">
                  <a:extLst>
                    <a:ext uri="{FF2B5EF4-FFF2-40B4-BE49-F238E27FC236}">
                      <a16:creationId xmlns:a16="http://schemas.microsoft.com/office/drawing/2014/main" id="{09CDB355-C8D2-09C2-3CED-E207324F91EE}"/>
                    </a:ext>
                  </a:extLst>
                </p14:cNvPr>
                <p14:cNvContentPartPr/>
                <p14:nvPr/>
              </p14:nvContentPartPr>
              <p14:xfrm>
                <a:off x="4207672" y="2404549"/>
                <a:ext cx="171360" cy="183960"/>
              </p14:xfrm>
            </p:contentPart>
          </mc:Choice>
          <mc:Fallback xmlns="">
            <p:pic>
              <p:nvPicPr>
                <p:cNvPr id="51" name="Ink 50">
                  <a:extLst>
                    <a:ext uri="{FF2B5EF4-FFF2-40B4-BE49-F238E27FC236}">
                      <a16:creationId xmlns:a16="http://schemas.microsoft.com/office/drawing/2014/main" id="{09CDB355-C8D2-09C2-3CED-E207324F91EE}"/>
                    </a:ext>
                  </a:extLst>
                </p:cNvPr>
                <p:cNvPicPr/>
                <p:nvPr/>
              </p:nvPicPr>
              <p:blipFill>
                <a:blip r:embed="rId93"/>
                <a:stretch>
                  <a:fillRect/>
                </a:stretch>
              </p:blipFill>
              <p:spPr>
                <a:xfrm>
                  <a:off x="4203352" y="2400229"/>
                  <a:ext cx="180000" cy="192600"/>
                </a:xfrm>
                <a:prstGeom prst="rect">
                  <a:avLst/>
                </a:prstGeom>
              </p:spPr>
            </p:pic>
          </mc:Fallback>
        </mc:AlternateContent>
      </p:grpSp>
      <p:grpSp>
        <p:nvGrpSpPr>
          <p:cNvPr id="75" name="Group 74">
            <a:extLst>
              <a:ext uri="{FF2B5EF4-FFF2-40B4-BE49-F238E27FC236}">
                <a16:creationId xmlns:a16="http://schemas.microsoft.com/office/drawing/2014/main" id="{18F3CF1D-81F5-2511-7CD5-C4D122AB92C8}"/>
              </a:ext>
            </a:extLst>
          </p:cNvPr>
          <p:cNvGrpSpPr/>
          <p:nvPr/>
        </p:nvGrpSpPr>
        <p:grpSpPr>
          <a:xfrm>
            <a:off x="6760432" y="2009989"/>
            <a:ext cx="820800" cy="410040"/>
            <a:chOff x="6760432" y="2009989"/>
            <a:chExt cx="820800" cy="410040"/>
          </a:xfrm>
        </p:grpSpPr>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AA9A21CE-E456-F036-EEAA-D66E2009BB60}"/>
                    </a:ext>
                  </a:extLst>
                </p14:cNvPr>
                <p14:cNvContentPartPr/>
                <p14:nvPr/>
              </p14:nvContentPartPr>
              <p14:xfrm>
                <a:off x="6760432" y="2174869"/>
                <a:ext cx="159840" cy="117720"/>
              </p14:xfrm>
            </p:contentPart>
          </mc:Choice>
          <mc:Fallback xmlns="">
            <p:pic>
              <p:nvPicPr>
                <p:cNvPr id="68" name="Ink 67">
                  <a:extLst>
                    <a:ext uri="{FF2B5EF4-FFF2-40B4-BE49-F238E27FC236}">
                      <a16:creationId xmlns:a16="http://schemas.microsoft.com/office/drawing/2014/main" id="{AA9A21CE-E456-F036-EEAA-D66E2009BB60}"/>
                    </a:ext>
                  </a:extLst>
                </p:cNvPr>
                <p:cNvPicPr/>
                <p:nvPr/>
              </p:nvPicPr>
              <p:blipFill>
                <a:blip r:embed="rId95"/>
                <a:stretch>
                  <a:fillRect/>
                </a:stretch>
              </p:blipFill>
              <p:spPr>
                <a:xfrm>
                  <a:off x="6756112" y="2170549"/>
                  <a:ext cx="1684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9" name="Ink 68">
                  <a:extLst>
                    <a:ext uri="{FF2B5EF4-FFF2-40B4-BE49-F238E27FC236}">
                      <a16:creationId xmlns:a16="http://schemas.microsoft.com/office/drawing/2014/main" id="{AC216801-7CB1-2A52-B7C4-2D5D2864DF69}"/>
                    </a:ext>
                  </a:extLst>
                </p14:cNvPr>
                <p14:cNvContentPartPr/>
                <p14:nvPr/>
              </p14:nvContentPartPr>
              <p14:xfrm>
                <a:off x="6865552" y="2070469"/>
                <a:ext cx="46080" cy="22320"/>
              </p14:xfrm>
            </p:contentPart>
          </mc:Choice>
          <mc:Fallback xmlns="">
            <p:pic>
              <p:nvPicPr>
                <p:cNvPr id="69" name="Ink 68">
                  <a:extLst>
                    <a:ext uri="{FF2B5EF4-FFF2-40B4-BE49-F238E27FC236}">
                      <a16:creationId xmlns:a16="http://schemas.microsoft.com/office/drawing/2014/main" id="{AC216801-7CB1-2A52-B7C4-2D5D2864DF69}"/>
                    </a:ext>
                  </a:extLst>
                </p:cNvPr>
                <p:cNvPicPr/>
                <p:nvPr/>
              </p:nvPicPr>
              <p:blipFill>
                <a:blip r:embed="rId97"/>
                <a:stretch>
                  <a:fillRect/>
                </a:stretch>
              </p:blipFill>
              <p:spPr>
                <a:xfrm>
                  <a:off x="6861232" y="2066149"/>
                  <a:ext cx="54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0" name="Ink 69">
                  <a:extLst>
                    <a:ext uri="{FF2B5EF4-FFF2-40B4-BE49-F238E27FC236}">
                      <a16:creationId xmlns:a16="http://schemas.microsoft.com/office/drawing/2014/main" id="{02705B87-712D-25A3-9EA6-2A183C67BFC7}"/>
                    </a:ext>
                  </a:extLst>
                </p14:cNvPr>
                <p14:cNvContentPartPr/>
                <p14:nvPr/>
              </p14:nvContentPartPr>
              <p14:xfrm>
                <a:off x="7081192" y="2149309"/>
                <a:ext cx="38160" cy="113400"/>
              </p14:xfrm>
            </p:contentPart>
          </mc:Choice>
          <mc:Fallback xmlns="">
            <p:pic>
              <p:nvPicPr>
                <p:cNvPr id="70" name="Ink 69">
                  <a:extLst>
                    <a:ext uri="{FF2B5EF4-FFF2-40B4-BE49-F238E27FC236}">
                      <a16:creationId xmlns:a16="http://schemas.microsoft.com/office/drawing/2014/main" id="{02705B87-712D-25A3-9EA6-2A183C67BFC7}"/>
                    </a:ext>
                  </a:extLst>
                </p:cNvPr>
                <p:cNvPicPr/>
                <p:nvPr/>
              </p:nvPicPr>
              <p:blipFill>
                <a:blip r:embed="rId99"/>
                <a:stretch>
                  <a:fillRect/>
                </a:stretch>
              </p:blipFill>
              <p:spPr>
                <a:xfrm>
                  <a:off x="7076872" y="2144989"/>
                  <a:ext cx="4680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1" name="Ink 70">
                  <a:extLst>
                    <a:ext uri="{FF2B5EF4-FFF2-40B4-BE49-F238E27FC236}">
                      <a16:creationId xmlns:a16="http://schemas.microsoft.com/office/drawing/2014/main" id="{352A7DCF-EC40-743E-FC76-B03119AD1A93}"/>
                    </a:ext>
                  </a:extLst>
                </p14:cNvPr>
                <p14:cNvContentPartPr/>
                <p14:nvPr/>
              </p14:nvContentPartPr>
              <p14:xfrm>
                <a:off x="7055632" y="2198269"/>
                <a:ext cx="102960" cy="20520"/>
              </p14:xfrm>
            </p:contentPart>
          </mc:Choice>
          <mc:Fallback xmlns="">
            <p:pic>
              <p:nvPicPr>
                <p:cNvPr id="71" name="Ink 70">
                  <a:extLst>
                    <a:ext uri="{FF2B5EF4-FFF2-40B4-BE49-F238E27FC236}">
                      <a16:creationId xmlns:a16="http://schemas.microsoft.com/office/drawing/2014/main" id="{352A7DCF-EC40-743E-FC76-B03119AD1A93}"/>
                    </a:ext>
                  </a:extLst>
                </p:cNvPr>
                <p:cNvPicPr/>
                <p:nvPr/>
              </p:nvPicPr>
              <p:blipFill>
                <a:blip r:embed="rId101"/>
                <a:stretch>
                  <a:fillRect/>
                </a:stretch>
              </p:blipFill>
              <p:spPr>
                <a:xfrm>
                  <a:off x="7051312" y="2193949"/>
                  <a:ext cx="1116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2" name="Ink 71">
                  <a:extLst>
                    <a:ext uri="{FF2B5EF4-FFF2-40B4-BE49-F238E27FC236}">
                      <a16:creationId xmlns:a16="http://schemas.microsoft.com/office/drawing/2014/main" id="{030B7DE3-E0D1-823C-9887-5DEC40F47E1E}"/>
                    </a:ext>
                  </a:extLst>
                </p14:cNvPr>
                <p14:cNvContentPartPr/>
                <p14:nvPr/>
              </p14:nvContentPartPr>
              <p14:xfrm>
                <a:off x="7257232" y="2152549"/>
                <a:ext cx="38880" cy="103680"/>
              </p14:xfrm>
            </p:contentPart>
          </mc:Choice>
          <mc:Fallback xmlns="">
            <p:pic>
              <p:nvPicPr>
                <p:cNvPr id="72" name="Ink 71">
                  <a:extLst>
                    <a:ext uri="{FF2B5EF4-FFF2-40B4-BE49-F238E27FC236}">
                      <a16:creationId xmlns:a16="http://schemas.microsoft.com/office/drawing/2014/main" id="{030B7DE3-E0D1-823C-9887-5DEC40F47E1E}"/>
                    </a:ext>
                  </a:extLst>
                </p:cNvPr>
                <p:cNvPicPr/>
                <p:nvPr/>
              </p:nvPicPr>
              <p:blipFill>
                <a:blip r:embed="rId103"/>
                <a:stretch>
                  <a:fillRect/>
                </a:stretch>
              </p:blipFill>
              <p:spPr>
                <a:xfrm>
                  <a:off x="7252912" y="2148229"/>
                  <a:ext cx="475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3" name="Ink 72">
                  <a:extLst>
                    <a:ext uri="{FF2B5EF4-FFF2-40B4-BE49-F238E27FC236}">
                      <a16:creationId xmlns:a16="http://schemas.microsoft.com/office/drawing/2014/main" id="{52AB5799-E9A1-92B1-DC66-D95FFB0DB3FF}"/>
                    </a:ext>
                  </a:extLst>
                </p14:cNvPr>
                <p14:cNvContentPartPr/>
                <p14:nvPr/>
              </p14:nvContentPartPr>
              <p14:xfrm>
                <a:off x="7229872" y="2179189"/>
                <a:ext cx="109800" cy="12600"/>
              </p14:xfrm>
            </p:contentPart>
          </mc:Choice>
          <mc:Fallback xmlns="">
            <p:pic>
              <p:nvPicPr>
                <p:cNvPr id="73" name="Ink 72">
                  <a:extLst>
                    <a:ext uri="{FF2B5EF4-FFF2-40B4-BE49-F238E27FC236}">
                      <a16:creationId xmlns:a16="http://schemas.microsoft.com/office/drawing/2014/main" id="{52AB5799-E9A1-92B1-DC66-D95FFB0DB3FF}"/>
                    </a:ext>
                  </a:extLst>
                </p:cNvPr>
                <p:cNvPicPr/>
                <p:nvPr/>
              </p:nvPicPr>
              <p:blipFill>
                <a:blip r:embed="rId105"/>
                <a:stretch>
                  <a:fillRect/>
                </a:stretch>
              </p:blipFill>
              <p:spPr>
                <a:xfrm>
                  <a:off x="7225552" y="2174869"/>
                  <a:ext cx="1184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4" name="Ink 73">
                  <a:extLst>
                    <a:ext uri="{FF2B5EF4-FFF2-40B4-BE49-F238E27FC236}">
                      <a16:creationId xmlns:a16="http://schemas.microsoft.com/office/drawing/2014/main" id="{789DB137-F2F7-E509-ABC8-B028950B0403}"/>
                    </a:ext>
                  </a:extLst>
                </p14:cNvPr>
                <p14:cNvContentPartPr/>
                <p14:nvPr/>
              </p14:nvContentPartPr>
              <p14:xfrm>
                <a:off x="7336432" y="2009989"/>
                <a:ext cx="244800" cy="410040"/>
              </p14:xfrm>
            </p:contentPart>
          </mc:Choice>
          <mc:Fallback xmlns="">
            <p:pic>
              <p:nvPicPr>
                <p:cNvPr id="74" name="Ink 73">
                  <a:extLst>
                    <a:ext uri="{FF2B5EF4-FFF2-40B4-BE49-F238E27FC236}">
                      <a16:creationId xmlns:a16="http://schemas.microsoft.com/office/drawing/2014/main" id="{789DB137-F2F7-E509-ABC8-B028950B0403}"/>
                    </a:ext>
                  </a:extLst>
                </p:cNvPr>
                <p:cNvPicPr/>
                <p:nvPr/>
              </p:nvPicPr>
              <p:blipFill>
                <a:blip r:embed="rId107"/>
                <a:stretch>
                  <a:fillRect/>
                </a:stretch>
              </p:blipFill>
              <p:spPr>
                <a:xfrm>
                  <a:off x="7332112" y="2005669"/>
                  <a:ext cx="253440" cy="418680"/>
                </a:xfrm>
                <a:prstGeom prst="rect">
                  <a:avLst/>
                </a:prstGeom>
              </p:spPr>
            </p:pic>
          </mc:Fallback>
        </mc:AlternateContent>
      </p:grpSp>
      <p:grpSp>
        <p:nvGrpSpPr>
          <p:cNvPr id="85" name="Group 84">
            <a:extLst>
              <a:ext uri="{FF2B5EF4-FFF2-40B4-BE49-F238E27FC236}">
                <a16:creationId xmlns:a16="http://schemas.microsoft.com/office/drawing/2014/main" id="{E0E8459B-2841-3587-B709-8011C8455D6C}"/>
              </a:ext>
            </a:extLst>
          </p:cNvPr>
          <p:cNvGrpSpPr/>
          <p:nvPr/>
        </p:nvGrpSpPr>
        <p:grpSpPr>
          <a:xfrm>
            <a:off x="4736872" y="2114029"/>
            <a:ext cx="1755360" cy="473040"/>
            <a:chOff x="4736872" y="2114029"/>
            <a:chExt cx="1755360" cy="473040"/>
          </a:xfrm>
        </p:grpSpPr>
        <mc:AlternateContent xmlns:mc="http://schemas.openxmlformats.org/markup-compatibility/2006" xmlns:p14="http://schemas.microsoft.com/office/powerpoint/2010/main">
          <mc:Choice Requires="p14">
            <p:contentPart p14:bwMode="auto" r:id="rId108">
              <p14:nvContentPartPr>
                <p14:cNvPr id="54" name="Ink 53">
                  <a:extLst>
                    <a:ext uri="{FF2B5EF4-FFF2-40B4-BE49-F238E27FC236}">
                      <a16:creationId xmlns:a16="http://schemas.microsoft.com/office/drawing/2014/main" id="{53E264FF-2CA2-522C-26E9-CAC04F14F079}"/>
                    </a:ext>
                  </a:extLst>
                </p14:cNvPr>
                <p14:cNvContentPartPr/>
                <p14:nvPr/>
              </p14:nvContentPartPr>
              <p14:xfrm>
                <a:off x="4736872" y="2258029"/>
                <a:ext cx="180000" cy="117000"/>
              </p14:xfrm>
            </p:contentPart>
          </mc:Choice>
          <mc:Fallback xmlns="">
            <p:pic>
              <p:nvPicPr>
                <p:cNvPr id="54" name="Ink 53">
                  <a:extLst>
                    <a:ext uri="{FF2B5EF4-FFF2-40B4-BE49-F238E27FC236}">
                      <a16:creationId xmlns:a16="http://schemas.microsoft.com/office/drawing/2014/main" id="{53E264FF-2CA2-522C-26E9-CAC04F14F079}"/>
                    </a:ext>
                  </a:extLst>
                </p:cNvPr>
                <p:cNvPicPr/>
                <p:nvPr/>
              </p:nvPicPr>
              <p:blipFill>
                <a:blip r:embed="rId109"/>
                <a:stretch>
                  <a:fillRect/>
                </a:stretch>
              </p:blipFill>
              <p:spPr>
                <a:xfrm>
                  <a:off x="4732552" y="2253709"/>
                  <a:ext cx="1886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5" name="Ink 54">
                  <a:extLst>
                    <a:ext uri="{FF2B5EF4-FFF2-40B4-BE49-F238E27FC236}">
                      <a16:creationId xmlns:a16="http://schemas.microsoft.com/office/drawing/2014/main" id="{7F79E046-02F1-9ECC-FAB0-82C5E191ECA8}"/>
                    </a:ext>
                  </a:extLst>
                </p14:cNvPr>
                <p14:cNvContentPartPr/>
                <p14:nvPr/>
              </p14:nvContentPartPr>
              <p14:xfrm>
                <a:off x="4850992" y="2114029"/>
                <a:ext cx="60480" cy="41400"/>
              </p14:xfrm>
            </p:contentPart>
          </mc:Choice>
          <mc:Fallback xmlns="">
            <p:pic>
              <p:nvPicPr>
                <p:cNvPr id="55" name="Ink 54">
                  <a:extLst>
                    <a:ext uri="{FF2B5EF4-FFF2-40B4-BE49-F238E27FC236}">
                      <a16:creationId xmlns:a16="http://schemas.microsoft.com/office/drawing/2014/main" id="{7F79E046-02F1-9ECC-FAB0-82C5E191ECA8}"/>
                    </a:ext>
                  </a:extLst>
                </p:cNvPr>
                <p:cNvPicPr/>
                <p:nvPr/>
              </p:nvPicPr>
              <p:blipFill>
                <a:blip r:embed="rId111"/>
                <a:stretch>
                  <a:fillRect/>
                </a:stretch>
              </p:blipFill>
              <p:spPr>
                <a:xfrm>
                  <a:off x="4846672" y="2109709"/>
                  <a:ext cx="691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6" name="Ink 55">
                  <a:extLst>
                    <a:ext uri="{FF2B5EF4-FFF2-40B4-BE49-F238E27FC236}">
                      <a16:creationId xmlns:a16="http://schemas.microsoft.com/office/drawing/2014/main" id="{DAFEC92D-317A-BC0E-0934-50364629C44C}"/>
                    </a:ext>
                  </a:extLst>
                </p14:cNvPr>
                <p14:cNvContentPartPr/>
                <p14:nvPr/>
              </p14:nvContentPartPr>
              <p14:xfrm>
                <a:off x="5064832" y="2196829"/>
                <a:ext cx="258840" cy="154440"/>
              </p14:xfrm>
            </p:contentPart>
          </mc:Choice>
          <mc:Fallback xmlns="">
            <p:pic>
              <p:nvPicPr>
                <p:cNvPr id="56" name="Ink 55">
                  <a:extLst>
                    <a:ext uri="{FF2B5EF4-FFF2-40B4-BE49-F238E27FC236}">
                      <a16:creationId xmlns:a16="http://schemas.microsoft.com/office/drawing/2014/main" id="{DAFEC92D-317A-BC0E-0934-50364629C44C}"/>
                    </a:ext>
                  </a:extLst>
                </p:cNvPr>
                <p:cNvPicPr/>
                <p:nvPr/>
              </p:nvPicPr>
              <p:blipFill>
                <a:blip r:embed="rId113"/>
                <a:stretch>
                  <a:fillRect/>
                </a:stretch>
              </p:blipFill>
              <p:spPr>
                <a:xfrm>
                  <a:off x="5060512" y="2192509"/>
                  <a:ext cx="2674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7" name="Ink 56">
                  <a:extLst>
                    <a:ext uri="{FF2B5EF4-FFF2-40B4-BE49-F238E27FC236}">
                      <a16:creationId xmlns:a16="http://schemas.microsoft.com/office/drawing/2014/main" id="{C22E2086-B062-51BC-CE7E-4C237FBE3A43}"/>
                    </a:ext>
                  </a:extLst>
                </p14:cNvPr>
                <p14:cNvContentPartPr/>
                <p14:nvPr/>
              </p14:nvContentPartPr>
              <p14:xfrm>
                <a:off x="5415472" y="2239309"/>
                <a:ext cx="6840" cy="5040"/>
              </p14:xfrm>
            </p:contentPart>
          </mc:Choice>
          <mc:Fallback xmlns="">
            <p:pic>
              <p:nvPicPr>
                <p:cNvPr id="57" name="Ink 56">
                  <a:extLst>
                    <a:ext uri="{FF2B5EF4-FFF2-40B4-BE49-F238E27FC236}">
                      <a16:creationId xmlns:a16="http://schemas.microsoft.com/office/drawing/2014/main" id="{C22E2086-B062-51BC-CE7E-4C237FBE3A43}"/>
                    </a:ext>
                  </a:extLst>
                </p:cNvPr>
                <p:cNvPicPr/>
                <p:nvPr/>
              </p:nvPicPr>
              <p:blipFill>
                <a:blip r:embed="rId115"/>
                <a:stretch>
                  <a:fillRect/>
                </a:stretch>
              </p:blipFill>
              <p:spPr>
                <a:xfrm>
                  <a:off x="5411152" y="2234989"/>
                  <a:ext cx="1548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4" name="Ink 63">
                  <a:extLst>
                    <a:ext uri="{FF2B5EF4-FFF2-40B4-BE49-F238E27FC236}">
                      <a16:creationId xmlns:a16="http://schemas.microsoft.com/office/drawing/2014/main" id="{2982032F-3B4F-FABC-0B32-E55737CE9C34}"/>
                    </a:ext>
                  </a:extLst>
                </p14:cNvPr>
                <p14:cNvContentPartPr/>
                <p14:nvPr/>
              </p14:nvContentPartPr>
              <p14:xfrm>
                <a:off x="6456592" y="2226349"/>
                <a:ext cx="35640" cy="33120"/>
              </p14:xfrm>
            </p:contentPart>
          </mc:Choice>
          <mc:Fallback xmlns="">
            <p:pic>
              <p:nvPicPr>
                <p:cNvPr id="64" name="Ink 63">
                  <a:extLst>
                    <a:ext uri="{FF2B5EF4-FFF2-40B4-BE49-F238E27FC236}">
                      <a16:creationId xmlns:a16="http://schemas.microsoft.com/office/drawing/2014/main" id="{2982032F-3B4F-FABC-0B32-E55737CE9C34}"/>
                    </a:ext>
                  </a:extLst>
                </p:cNvPr>
                <p:cNvPicPr/>
                <p:nvPr/>
              </p:nvPicPr>
              <p:blipFill>
                <a:blip r:embed="rId117"/>
                <a:stretch>
                  <a:fillRect/>
                </a:stretch>
              </p:blipFill>
              <p:spPr>
                <a:xfrm>
                  <a:off x="6452272" y="2222029"/>
                  <a:ext cx="442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4E652CA9-A098-502A-1AF5-0D49FC5F4EC4}"/>
                    </a:ext>
                  </a:extLst>
                </p14:cNvPr>
                <p14:cNvContentPartPr/>
                <p14:nvPr/>
              </p14:nvContentPartPr>
              <p14:xfrm>
                <a:off x="6243832" y="2388709"/>
                <a:ext cx="231480" cy="198360"/>
              </p14:xfrm>
            </p:contentPart>
          </mc:Choice>
          <mc:Fallback xmlns="">
            <p:pic>
              <p:nvPicPr>
                <p:cNvPr id="67" name="Ink 66">
                  <a:extLst>
                    <a:ext uri="{FF2B5EF4-FFF2-40B4-BE49-F238E27FC236}">
                      <a16:creationId xmlns:a16="http://schemas.microsoft.com/office/drawing/2014/main" id="{4E652CA9-A098-502A-1AF5-0D49FC5F4EC4}"/>
                    </a:ext>
                  </a:extLst>
                </p:cNvPr>
                <p:cNvPicPr/>
                <p:nvPr/>
              </p:nvPicPr>
              <p:blipFill>
                <a:blip r:embed="rId119"/>
                <a:stretch>
                  <a:fillRect/>
                </a:stretch>
              </p:blipFill>
              <p:spPr>
                <a:xfrm>
                  <a:off x="6239512" y="2384389"/>
                  <a:ext cx="2401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Ink 78">
                  <a:extLst>
                    <a:ext uri="{FF2B5EF4-FFF2-40B4-BE49-F238E27FC236}">
                      <a16:creationId xmlns:a16="http://schemas.microsoft.com/office/drawing/2014/main" id="{07929EAE-5E21-E440-F03D-D07143E42B12}"/>
                    </a:ext>
                  </a:extLst>
                </p14:cNvPr>
                <p14:cNvContentPartPr/>
                <p14:nvPr/>
              </p14:nvContentPartPr>
              <p14:xfrm>
                <a:off x="5673592" y="2156149"/>
                <a:ext cx="126360" cy="164160"/>
              </p14:xfrm>
            </p:contentPart>
          </mc:Choice>
          <mc:Fallback xmlns="">
            <p:pic>
              <p:nvPicPr>
                <p:cNvPr id="79" name="Ink 78">
                  <a:extLst>
                    <a:ext uri="{FF2B5EF4-FFF2-40B4-BE49-F238E27FC236}">
                      <a16:creationId xmlns:a16="http://schemas.microsoft.com/office/drawing/2014/main" id="{07929EAE-5E21-E440-F03D-D07143E42B12}"/>
                    </a:ext>
                  </a:extLst>
                </p:cNvPr>
                <p:cNvPicPr/>
                <p:nvPr/>
              </p:nvPicPr>
              <p:blipFill>
                <a:blip r:embed="rId121"/>
                <a:stretch>
                  <a:fillRect/>
                </a:stretch>
              </p:blipFill>
              <p:spPr>
                <a:xfrm>
                  <a:off x="5669272" y="2151829"/>
                  <a:ext cx="1350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0" name="Ink 79">
                  <a:extLst>
                    <a:ext uri="{FF2B5EF4-FFF2-40B4-BE49-F238E27FC236}">
                      <a16:creationId xmlns:a16="http://schemas.microsoft.com/office/drawing/2014/main" id="{92F27F20-1EDF-AF5C-C509-12F4FED1E347}"/>
                    </a:ext>
                  </a:extLst>
                </p14:cNvPr>
                <p14:cNvContentPartPr/>
                <p14:nvPr/>
              </p14:nvContentPartPr>
              <p14:xfrm>
                <a:off x="5904712" y="2236069"/>
                <a:ext cx="156600" cy="14400"/>
              </p14:xfrm>
            </p:contentPart>
          </mc:Choice>
          <mc:Fallback xmlns="">
            <p:pic>
              <p:nvPicPr>
                <p:cNvPr id="80" name="Ink 79">
                  <a:extLst>
                    <a:ext uri="{FF2B5EF4-FFF2-40B4-BE49-F238E27FC236}">
                      <a16:creationId xmlns:a16="http://schemas.microsoft.com/office/drawing/2014/main" id="{92F27F20-1EDF-AF5C-C509-12F4FED1E347}"/>
                    </a:ext>
                  </a:extLst>
                </p:cNvPr>
                <p:cNvPicPr/>
                <p:nvPr/>
              </p:nvPicPr>
              <p:blipFill>
                <a:blip r:embed="rId123"/>
                <a:stretch>
                  <a:fillRect/>
                </a:stretch>
              </p:blipFill>
              <p:spPr>
                <a:xfrm>
                  <a:off x="5900392" y="2231749"/>
                  <a:ext cx="165240" cy="2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82" name="Ink 81">
                <a:extLst>
                  <a:ext uri="{FF2B5EF4-FFF2-40B4-BE49-F238E27FC236}">
                    <a16:creationId xmlns:a16="http://schemas.microsoft.com/office/drawing/2014/main" id="{971DC970-C906-3551-B508-7941A3063FEF}"/>
                  </a:ext>
                </a:extLst>
              </p14:cNvPr>
              <p14:cNvContentPartPr/>
              <p14:nvPr/>
            </p14:nvContentPartPr>
            <p14:xfrm>
              <a:off x="421042" y="1331470"/>
              <a:ext cx="144720" cy="155520"/>
            </p14:xfrm>
          </p:contentPart>
        </mc:Choice>
        <mc:Fallback xmlns="">
          <p:pic>
            <p:nvPicPr>
              <p:cNvPr id="82" name="Ink 81">
                <a:extLst>
                  <a:ext uri="{FF2B5EF4-FFF2-40B4-BE49-F238E27FC236}">
                    <a16:creationId xmlns:a16="http://schemas.microsoft.com/office/drawing/2014/main" id="{971DC970-C906-3551-B508-7941A3063FEF}"/>
                  </a:ext>
                </a:extLst>
              </p:cNvPr>
              <p:cNvPicPr/>
              <p:nvPr/>
            </p:nvPicPr>
            <p:blipFill>
              <a:blip r:embed="rId125"/>
              <a:stretch>
                <a:fillRect/>
              </a:stretch>
            </p:blipFill>
            <p:spPr>
              <a:xfrm>
                <a:off x="416722" y="1327150"/>
                <a:ext cx="1533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3" name="Ink 82">
                <a:extLst>
                  <a:ext uri="{FF2B5EF4-FFF2-40B4-BE49-F238E27FC236}">
                    <a16:creationId xmlns:a16="http://schemas.microsoft.com/office/drawing/2014/main" id="{7F8B9234-D478-0DA1-71DD-C0478586720B}"/>
                  </a:ext>
                </a:extLst>
              </p14:cNvPr>
              <p14:cNvContentPartPr/>
              <p14:nvPr/>
            </p14:nvContentPartPr>
            <p14:xfrm>
              <a:off x="772402" y="1379350"/>
              <a:ext cx="137520" cy="12240"/>
            </p14:xfrm>
          </p:contentPart>
        </mc:Choice>
        <mc:Fallback xmlns="">
          <p:pic>
            <p:nvPicPr>
              <p:cNvPr id="83" name="Ink 82">
                <a:extLst>
                  <a:ext uri="{FF2B5EF4-FFF2-40B4-BE49-F238E27FC236}">
                    <a16:creationId xmlns:a16="http://schemas.microsoft.com/office/drawing/2014/main" id="{7F8B9234-D478-0DA1-71DD-C0478586720B}"/>
                  </a:ext>
                </a:extLst>
              </p:cNvPr>
              <p:cNvPicPr/>
              <p:nvPr/>
            </p:nvPicPr>
            <p:blipFill>
              <a:blip r:embed="rId127"/>
              <a:stretch>
                <a:fillRect/>
              </a:stretch>
            </p:blipFill>
            <p:spPr>
              <a:xfrm>
                <a:off x="768082" y="1375030"/>
                <a:ext cx="1461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4" name="Ink 83">
                <a:extLst>
                  <a:ext uri="{FF2B5EF4-FFF2-40B4-BE49-F238E27FC236}">
                    <a16:creationId xmlns:a16="http://schemas.microsoft.com/office/drawing/2014/main" id="{D925AA0F-1CF1-CD66-79E6-950BF8D9E116}"/>
                  </a:ext>
                </a:extLst>
              </p14:cNvPr>
              <p14:cNvContentPartPr/>
              <p14:nvPr/>
            </p14:nvContentPartPr>
            <p14:xfrm>
              <a:off x="774922" y="1468990"/>
              <a:ext cx="108360" cy="14760"/>
            </p14:xfrm>
          </p:contentPart>
        </mc:Choice>
        <mc:Fallback xmlns="">
          <p:pic>
            <p:nvPicPr>
              <p:cNvPr id="84" name="Ink 83">
                <a:extLst>
                  <a:ext uri="{FF2B5EF4-FFF2-40B4-BE49-F238E27FC236}">
                    <a16:creationId xmlns:a16="http://schemas.microsoft.com/office/drawing/2014/main" id="{D925AA0F-1CF1-CD66-79E6-950BF8D9E116}"/>
                  </a:ext>
                </a:extLst>
              </p:cNvPr>
              <p:cNvPicPr/>
              <p:nvPr/>
            </p:nvPicPr>
            <p:blipFill>
              <a:blip r:embed="rId129"/>
              <a:stretch>
                <a:fillRect/>
              </a:stretch>
            </p:blipFill>
            <p:spPr>
              <a:xfrm>
                <a:off x="770602" y="1464670"/>
                <a:ext cx="117000" cy="23400"/>
              </a:xfrm>
              <a:prstGeom prst="rect">
                <a:avLst/>
              </a:prstGeom>
            </p:spPr>
          </p:pic>
        </mc:Fallback>
      </mc:AlternateContent>
      <p:grpSp>
        <p:nvGrpSpPr>
          <p:cNvPr id="89" name="Group 88">
            <a:extLst>
              <a:ext uri="{FF2B5EF4-FFF2-40B4-BE49-F238E27FC236}">
                <a16:creationId xmlns:a16="http://schemas.microsoft.com/office/drawing/2014/main" id="{36D39981-2FDC-F433-ED29-B25557D3F873}"/>
              </a:ext>
            </a:extLst>
          </p:cNvPr>
          <p:cNvGrpSpPr/>
          <p:nvPr/>
        </p:nvGrpSpPr>
        <p:grpSpPr>
          <a:xfrm>
            <a:off x="1083082" y="1216990"/>
            <a:ext cx="306360" cy="312480"/>
            <a:chOff x="1083082" y="1216990"/>
            <a:chExt cx="306360" cy="312480"/>
          </a:xfrm>
        </p:grpSpPr>
        <mc:AlternateContent xmlns:mc="http://schemas.openxmlformats.org/markup-compatibility/2006" xmlns:p14="http://schemas.microsoft.com/office/powerpoint/2010/main">
          <mc:Choice Requires="p14">
            <p:contentPart p14:bwMode="auto" r:id="rId130">
              <p14:nvContentPartPr>
                <p14:cNvPr id="86" name="Ink 85">
                  <a:extLst>
                    <a:ext uri="{FF2B5EF4-FFF2-40B4-BE49-F238E27FC236}">
                      <a16:creationId xmlns:a16="http://schemas.microsoft.com/office/drawing/2014/main" id="{B7A8EA79-7302-DEAA-0D87-807A1EE814AA}"/>
                    </a:ext>
                  </a:extLst>
                </p14:cNvPr>
                <p14:cNvContentPartPr/>
                <p14:nvPr/>
              </p14:nvContentPartPr>
              <p14:xfrm>
                <a:off x="1083082" y="1216990"/>
                <a:ext cx="226800" cy="241560"/>
              </p14:xfrm>
            </p:contentPart>
          </mc:Choice>
          <mc:Fallback xmlns="">
            <p:pic>
              <p:nvPicPr>
                <p:cNvPr id="86" name="Ink 85">
                  <a:extLst>
                    <a:ext uri="{FF2B5EF4-FFF2-40B4-BE49-F238E27FC236}">
                      <a16:creationId xmlns:a16="http://schemas.microsoft.com/office/drawing/2014/main" id="{B7A8EA79-7302-DEAA-0D87-807A1EE814AA}"/>
                    </a:ext>
                  </a:extLst>
                </p:cNvPr>
                <p:cNvPicPr/>
                <p:nvPr/>
              </p:nvPicPr>
              <p:blipFill>
                <a:blip r:embed="rId131"/>
                <a:stretch>
                  <a:fillRect/>
                </a:stretch>
              </p:blipFill>
              <p:spPr>
                <a:xfrm>
                  <a:off x="1078762" y="1212670"/>
                  <a:ext cx="23544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7" name="Ink 86">
                  <a:extLst>
                    <a:ext uri="{FF2B5EF4-FFF2-40B4-BE49-F238E27FC236}">
                      <a16:creationId xmlns:a16="http://schemas.microsoft.com/office/drawing/2014/main" id="{4F330177-EE4A-CE71-D9AB-1409209F860C}"/>
                    </a:ext>
                  </a:extLst>
                </p14:cNvPr>
                <p14:cNvContentPartPr/>
                <p14:nvPr/>
              </p14:nvContentPartPr>
              <p14:xfrm>
                <a:off x="1367482" y="1346590"/>
                <a:ext cx="18720" cy="7560"/>
              </p14:xfrm>
            </p:contentPart>
          </mc:Choice>
          <mc:Fallback xmlns="">
            <p:pic>
              <p:nvPicPr>
                <p:cNvPr id="87" name="Ink 86">
                  <a:extLst>
                    <a:ext uri="{FF2B5EF4-FFF2-40B4-BE49-F238E27FC236}">
                      <a16:creationId xmlns:a16="http://schemas.microsoft.com/office/drawing/2014/main" id="{4F330177-EE4A-CE71-D9AB-1409209F860C}"/>
                    </a:ext>
                  </a:extLst>
                </p:cNvPr>
                <p:cNvPicPr/>
                <p:nvPr/>
              </p:nvPicPr>
              <p:blipFill>
                <a:blip r:embed="rId133"/>
                <a:stretch>
                  <a:fillRect/>
                </a:stretch>
              </p:blipFill>
              <p:spPr>
                <a:xfrm>
                  <a:off x="1363162" y="1342270"/>
                  <a:ext cx="27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8" name="Ink 87">
                  <a:extLst>
                    <a:ext uri="{FF2B5EF4-FFF2-40B4-BE49-F238E27FC236}">
                      <a16:creationId xmlns:a16="http://schemas.microsoft.com/office/drawing/2014/main" id="{99434A87-360D-29D3-A593-AF199CFBD533}"/>
                    </a:ext>
                  </a:extLst>
                </p14:cNvPr>
                <p14:cNvContentPartPr/>
                <p14:nvPr/>
              </p14:nvContentPartPr>
              <p14:xfrm>
                <a:off x="1303402" y="1429750"/>
                <a:ext cx="86040" cy="99720"/>
              </p14:xfrm>
            </p:contentPart>
          </mc:Choice>
          <mc:Fallback xmlns="">
            <p:pic>
              <p:nvPicPr>
                <p:cNvPr id="88" name="Ink 87">
                  <a:extLst>
                    <a:ext uri="{FF2B5EF4-FFF2-40B4-BE49-F238E27FC236}">
                      <a16:creationId xmlns:a16="http://schemas.microsoft.com/office/drawing/2014/main" id="{99434A87-360D-29D3-A593-AF199CFBD533}"/>
                    </a:ext>
                  </a:extLst>
                </p:cNvPr>
                <p:cNvPicPr/>
                <p:nvPr/>
              </p:nvPicPr>
              <p:blipFill>
                <a:blip r:embed="rId135"/>
                <a:stretch>
                  <a:fillRect/>
                </a:stretch>
              </p:blipFill>
              <p:spPr>
                <a:xfrm>
                  <a:off x="1299082" y="1425430"/>
                  <a:ext cx="94680" cy="10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98FADB8D-0BAB-97D9-E624-6AA3A28BBE09}"/>
                  </a:ext>
                </a:extLst>
              </p14:cNvPr>
              <p14:cNvContentPartPr/>
              <p14:nvPr/>
            </p14:nvContentPartPr>
            <p14:xfrm>
              <a:off x="6216112" y="2097109"/>
              <a:ext cx="14400" cy="307800"/>
            </p14:xfrm>
          </p:contentPart>
        </mc:Choice>
        <mc:Fallback xmlns="">
          <p:pic>
            <p:nvPicPr>
              <p:cNvPr id="90" name="Ink 89">
                <a:extLst>
                  <a:ext uri="{FF2B5EF4-FFF2-40B4-BE49-F238E27FC236}">
                    <a16:creationId xmlns:a16="http://schemas.microsoft.com/office/drawing/2014/main" id="{98FADB8D-0BAB-97D9-E624-6AA3A28BBE09}"/>
                  </a:ext>
                </a:extLst>
              </p:cNvPr>
              <p:cNvPicPr/>
              <p:nvPr/>
            </p:nvPicPr>
            <p:blipFill>
              <a:blip r:embed="rId137"/>
              <a:stretch>
                <a:fillRect/>
              </a:stretch>
            </p:blipFill>
            <p:spPr>
              <a:xfrm>
                <a:off x="6211792" y="2092789"/>
                <a:ext cx="230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1" name="Ink 90">
                <a:extLst>
                  <a:ext uri="{FF2B5EF4-FFF2-40B4-BE49-F238E27FC236}">
                    <a16:creationId xmlns:a16="http://schemas.microsoft.com/office/drawing/2014/main" id="{6370828B-8CBF-2936-7D4D-90BAFF0D4DF1}"/>
                  </a:ext>
                </a:extLst>
              </p14:cNvPr>
              <p14:cNvContentPartPr/>
              <p14:nvPr/>
            </p14:nvContentPartPr>
            <p14:xfrm>
              <a:off x="5076160" y="206660"/>
              <a:ext cx="183600" cy="133200"/>
            </p14:xfrm>
          </p:contentPart>
        </mc:Choice>
        <mc:Fallback xmlns="">
          <p:pic>
            <p:nvPicPr>
              <p:cNvPr id="91" name="Ink 90">
                <a:extLst>
                  <a:ext uri="{FF2B5EF4-FFF2-40B4-BE49-F238E27FC236}">
                    <a16:creationId xmlns:a16="http://schemas.microsoft.com/office/drawing/2014/main" id="{6370828B-8CBF-2936-7D4D-90BAFF0D4DF1}"/>
                  </a:ext>
                </a:extLst>
              </p:cNvPr>
              <p:cNvPicPr/>
              <p:nvPr/>
            </p:nvPicPr>
            <p:blipFill>
              <a:blip r:embed="rId139"/>
              <a:stretch>
                <a:fillRect/>
              </a:stretch>
            </p:blipFill>
            <p:spPr>
              <a:xfrm>
                <a:off x="5071840" y="202340"/>
                <a:ext cx="192240" cy="141840"/>
              </a:xfrm>
              <a:prstGeom prst="rect">
                <a:avLst/>
              </a:prstGeom>
            </p:spPr>
          </p:pic>
        </mc:Fallback>
      </mc:AlternateContent>
      <p:grpSp>
        <p:nvGrpSpPr>
          <p:cNvPr id="104" name="Group 103">
            <a:extLst>
              <a:ext uri="{FF2B5EF4-FFF2-40B4-BE49-F238E27FC236}">
                <a16:creationId xmlns:a16="http://schemas.microsoft.com/office/drawing/2014/main" id="{EF580C1E-59E5-0FF7-5D95-20136019DD86}"/>
              </a:ext>
            </a:extLst>
          </p:cNvPr>
          <p:cNvGrpSpPr/>
          <p:nvPr/>
        </p:nvGrpSpPr>
        <p:grpSpPr>
          <a:xfrm>
            <a:off x="5561800" y="246980"/>
            <a:ext cx="179280" cy="64080"/>
            <a:chOff x="5561800" y="246980"/>
            <a:chExt cx="179280" cy="64080"/>
          </a:xfrm>
        </p:grpSpPr>
        <mc:AlternateContent xmlns:mc="http://schemas.openxmlformats.org/markup-compatibility/2006" xmlns:p14="http://schemas.microsoft.com/office/powerpoint/2010/main">
          <mc:Choice Requires="p14">
            <p:contentPart p14:bwMode="auto" r:id="rId140">
              <p14:nvContentPartPr>
                <p14:cNvPr id="92" name="Ink 91">
                  <a:extLst>
                    <a:ext uri="{FF2B5EF4-FFF2-40B4-BE49-F238E27FC236}">
                      <a16:creationId xmlns:a16="http://schemas.microsoft.com/office/drawing/2014/main" id="{A68C5A5D-7229-82B5-CA31-54885E7E1A61}"/>
                    </a:ext>
                  </a:extLst>
                </p14:cNvPr>
                <p14:cNvContentPartPr/>
                <p14:nvPr/>
              </p14:nvContentPartPr>
              <p14:xfrm>
                <a:off x="5561800" y="246980"/>
                <a:ext cx="108720" cy="19800"/>
              </p14:xfrm>
            </p:contentPart>
          </mc:Choice>
          <mc:Fallback xmlns="">
            <p:pic>
              <p:nvPicPr>
                <p:cNvPr id="92" name="Ink 91">
                  <a:extLst>
                    <a:ext uri="{FF2B5EF4-FFF2-40B4-BE49-F238E27FC236}">
                      <a16:creationId xmlns:a16="http://schemas.microsoft.com/office/drawing/2014/main" id="{A68C5A5D-7229-82B5-CA31-54885E7E1A61}"/>
                    </a:ext>
                  </a:extLst>
                </p:cNvPr>
                <p:cNvPicPr/>
                <p:nvPr/>
              </p:nvPicPr>
              <p:blipFill>
                <a:blip r:embed="rId141"/>
                <a:stretch>
                  <a:fillRect/>
                </a:stretch>
              </p:blipFill>
              <p:spPr>
                <a:xfrm>
                  <a:off x="5557480" y="242660"/>
                  <a:ext cx="1173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3" name="Ink 92">
                  <a:extLst>
                    <a:ext uri="{FF2B5EF4-FFF2-40B4-BE49-F238E27FC236}">
                      <a16:creationId xmlns:a16="http://schemas.microsoft.com/office/drawing/2014/main" id="{CF5BC0FE-F7DF-8009-E7CF-FBA281148287}"/>
                    </a:ext>
                  </a:extLst>
                </p14:cNvPr>
                <p14:cNvContentPartPr/>
                <p14:nvPr/>
              </p14:nvContentPartPr>
              <p14:xfrm>
                <a:off x="5574760" y="300260"/>
                <a:ext cx="166320" cy="10800"/>
              </p14:xfrm>
            </p:contentPart>
          </mc:Choice>
          <mc:Fallback xmlns="">
            <p:pic>
              <p:nvPicPr>
                <p:cNvPr id="93" name="Ink 92">
                  <a:extLst>
                    <a:ext uri="{FF2B5EF4-FFF2-40B4-BE49-F238E27FC236}">
                      <a16:creationId xmlns:a16="http://schemas.microsoft.com/office/drawing/2014/main" id="{CF5BC0FE-F7DF-8009-E7CF-FBA281148287}"/>
                    </a:ext>
                  </a:extLst>
                </p:cNvPr>
                <p:cNvPicPr/>
                <p:nvPr/>
              </p:nvPicPr>
              <p:blipFill>
                <a:blip r:embed="rId143"/>
                <a:stretch>
                  <a:fillRect/>
                </a:stretch>
              </p:blipFill>
              <p:spPr>
                <a:xfrm>
                  <a:off x="5570440" y="295940"/>
                  <a:ext cx="174960" cy="19440"/>
                </a:xfrm>
                <a:prstGeom prst="rect">
                  <a:avLst/>
                </a:prstGeom>
              </p:spPr>
            </p:pic>
          </mc:Fallback>
        </mc:AlternateContent>
      </p:grpSp>
      <p:grpSp>
        <p:nvGrpSpPr>
          <p:cNvPr id="103" name="Group 102">
            <a:extLst>
              <a:ext uri="{FF2B5EF4-FFF2-40B4-BE49-F238E27FC236}">
                <a16:creationId xmlns:a16="http://schemas.microsoft.com/office/drawing/2014/main" id="{3C7D745A-5290-9D7F-DBFD-8EEE607CEE2E}"/>
              </a:ext>
            </a:extLst>
          </p:cNvPr>
          <p:cNvGrpSpPr/>
          <p:nvPr/>
        </p:nvGrpSpPr>
        <p:grpSpPr>
          <a:xfrm>
            <a:off x="6042400" y="73820"/>
            <a:ext cx="1313280" cy="440280"/>
            <a:chOff x="6042400" y="73820"/>
            <a:chExt cx="1313280" cy="440280"/>
          </a:xfrm>
        </p:grpSpPr>
        <mc:AlternateContent xmlns:mc="http://schemas.openxmlformats.org/markup-compatibility/2006" xmlns:p14="http://schemas.microsoft.com/office/powerpoint/2010/main">
          <mc:Choice Requires="p14">
            <p:contentPart p14:bwMode="auto" r:id="rId144">
              <p14:nvContentPartPr>
                <p14:cNvPr id="94" name="Ink 93">
                  <a:extLst>
                    <a:ext uri="{FF2B5EF4-FFF2-40B4-BE49-F238E27FC236}">
                      <a16:creationId xmlns:a16="http://schemas.microsoft.com/office/drawing/2014/main" id="{E6C070F8-5BE5-6BC8-17B6-4C4C0A972631}"/>
                    </a:ext>
                  </a:extLst>
                </p14:cNvPr>
                <p14:cNvContentPartPr/>
                <p14:nvPr/>
              </p14:nvContentPartPr>
              <p14:xfrm>
                <a:off x="6042400" y="94700"/>
                <a:ext cx="195480" cy="253800"/>
              </p14:xfrm>
            </p:contentPart>
          </mc:Choice>
          <mc:Fallback xmlns="">
            <p:pic>
              <p:nvPicPr>
                <p:cNvPr id="94" name="Ink 93">
                  <a:extLst>
                    <a:ext uri="{FF2B5EF4-FFF2-40B4-BE49-F238E27FC236}">
                      <a16:creationId xmlns:a16="http://schemas.microsoft.com/office/drawing/2014/main" id="{E6C070F8-5BE5-6BC8-17B6-4C4C0A972631}"/>
                    </a:ext>
                  </a:extLst>
                </p:cNvPr>
                <p:cNvPicPr/>
                <p:nvPr/>
              </p:nvPicPr>
              <p:blipFill>
                <a:blip r:embed="rId145"/>
                <a:stretch>
                  <a:fillRect/>
                </a:stretch>
              </p:blipFill>
              <p:spPr>
                <a:xfrm>
                  <a:off x="6038080" y="90380"/>
                  <a:ext cx="20412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5" name="Ink 94">
                  <a:extLst>
                    <a:ext uri="{FF2B5EF4-FFF2-40B4-BE49-F238E27FC236}">
                      <a16:creationId xmlns:a16="http://schemas.microsoft.com/office/drawing/2014/main" id="{35E8EAE7-72F7-3668-C4F3-3056EA836549}"/>
                    </a:ext>
                  </a:extLst>
                </p14:cNvPr>
                <p14:cNvContentPartPr/>
                <p14:nvPr/>
              </p14:nvContentPartPr>
              <p14:xfrm>
                <a:off x="6127360" y="216020"/>
                <a:ext cx="157680" cy="10800"/>
              </p14:xfrm>
            </p:contentPart>
          </mc:Choice>
          <mc:Fallback xmlns="">
            <p:pic>
              <p:nvPicPr>
                <p:cNvPr id="95" name="Ink 94">
                  <a:extLst>
                    <a:ext uri="{FF2B5EF4-FFF2-40B4-BE49-F238E27FC236}">
                      <a16:creationId xmlns:a16="http://schemas.microsoft.com/office/drawing/2014/main" id="{35E8EAE7-72F7-3668-C4F3-3056EA836549}"/>
                    </a:ext>
                  </a:extLst>
                </p:cNvPr>
                <p:cNvPicPr/>
                <p:nvPr/>
              </p:nvPicPr>
              <p:blipFill>
                <a:blip r:embed="rId147"/>
                <a:stretch>
                  <a:fillRect/>
                </a:stretch>
              </p:blipFill>
              <p:spPr>
                <a:xfrm>
                  <a:off x="6123040" y="211700"/>
                  <a:ext cx="1663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6" name="Ink 95">
                  <a:extLst>
                    <a:ext uri="{FF2B5EF4-FFF2-40B4-BE49-F238E27FC236}">
                      <a16:creationId xmlns:a16="http://schemas.microsoft.com/office/drawing/2014/main" id="{B97A9F44-B510-57BF-E9B6-E3BD36646CDD}"/>
                    </a:ext>
                  </a:extLst>
                </p14:cNvPr>
                <p14:cNvContentPartPr/>
                <p14:nvPr/>
              </p14:nvContentPartPr>
              <p14:xfrm>
                <a:off x="6291880" y="263180"/>
                <a:ext cx="48600" cy="5040"/>
              </p14:xfrm>
            </p:contentPart>
          </mc:Choice>
          <mc:Fallback xmlns="">
            <p:pic>
              <p:nvPicPr>
                <p:cNvPr id="96" name="Ink 95">
                  <a:extLst>
                    <a:ext uri="{FF2B5EF4-FFF2-40B4-BE49-F238E27FC236}">
                      <a16:creationId xmlns:a16="http://schemas.microsoft.com/office/drawing/2014/main" id="{B97A9F44-B510-57BF-E9B6-E3BD36646CDD}"/>
                    </a:ext>
                  </a:extLst>
                </p:cNvPr>
                <p:cNvPicPr/>
                <p:nvPr/>
              </p:nvPicPr>
              <p:blipFill>
                <a:blip r:embed="rId149"/>
                <a:stretch>
                  <a:fillRect/>
                </a:stretch>
              </p:blipFill>
              <p:spPr>
                <a:xfrm>
                  <a:off x="6287560" y="258860"/>
                  <a:ext cx="572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7" name="Ink 96">
                  <a:extLst>
                    <a:ext uri="{FF2B5EF4-FFF2-40B4-BE49-F238E27FC236}">
                      <a16:creationId xmlns:a16="http://schemas.microsoft.com/office/drawing/2014/main" id="{CA6E96DC-CDAC-D01D-021A-F2D32F1F3053}"/>
                    </a:ext>
                  </a:extLst>
                </p14:cNvPr>
                <p14:cNvContentPartPr/>
                <p14:nvPr/>
              </p14:nvContentPartPr>
              <p14:xfrm>
                <a:off x="6469720" y="91820"/>
                <a:ext cx="98280" cy="179640"/>
              </p14:xfrm>
            </p:contentPart>
          </mc:Choice>
          <mc:Fallback xmlns="">
            <p:pic>
              <p:nvPicPr>
                <p:cNvPr id="97" name="Ink 96">
                  <a:extLst>
                    <a:ext uri="{FF2B5EF4-FFF2-40B4-BE49-F238E27FC236}">
                      <a16:creationId xmlns:a16="http://schemas.microsoft.com/office/drawing/2014/main" id="{CA6E96DC-CDAC-D01D-021A-F2D32F1F3053}"/>
                    </a:ext>
                  </a:extLst>
                </p:cNvPr>
                <p:cNvPicPr/>
                <p:nvPr/>
              </p:nvPicPr>
              <p:blipFill>
                <a:blip r:embed="rId151"/>
                <a:stretch>
                  <a:fillRect/>
                </a:stretch>
              </p:blipFill>
              <p:spPr>
                <a:xfrm>
                  <a:off x="6465400" y="87500"/>
                  <a:ext cx="1069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8" name="Ink 97">
                  <a:extLst>
                    <a:ext uri="{FF2B5EF4-FFF2-40B4-BE49-F238E27FC236}">
                      <a16:creationId xmlns:a16="http://schemas.microsoft.com/office/drawing/2014/main" id="{950B71B6-6841-9978-1411-9FC3C80D27C2}"/>
                    </a:ext>
                  </a:extLst>
                </p14:cNvPr>
                <p14:cNvContentPartPr/>
                <p14:nvPr/>
              </p14:nvContentPartPr>
              <p14:xfrm>
                <a:off x="6554680" y="195140"/>
                <a:ext cx="105480" cy="99720"/>
              </p14:xfrm>
            </p:contentPart>
          </mc:Choice>
          <mc:Fallback xmlns="">
            <p:pic>
              <p:nvPicPr>
                <p:cNvPr id="98" name="Ink 97">
                  <a:extLst>
                    <a:ext uri="{FF2B5EF4-FFF2-40B4-BE49-F238E27FC236}">
                      <a16:creationId xmlns:a16="http://schemas.microsoft.com/office/drawing/2014/main" id="{950B71B6-6841-9978-1411-9FC3C80D27C2}"/>
                    </a:ext>
                  </a:extLst>
                </p:cNvPr>
                <p:cNvPicPr/>
                <p:nvPr/>
              </p:nvPicPr>
              <p:blipFill>
                <a:blip r:embed="rId153"/>
                <a:stretch>
                  <a:fillRect/>
                </a:stretch>
              </p:blipFill>
              <p:spPr>
                <a:xfrm>
                  <a:off x="6550360" y="190820"/>
                  <a:ext cx="11412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9" name="Ink 98">
                  <a:extLst>
                    <a:ext uri="{FF2B5EF4-FFF2-40B4-BE49-F238E27FC236}">
                      <a16:creationId xmlns:a16="http://schemas.microsoft.com/office/drawing/2014/main" id="{10BDDC5C-3CE7-83E7-1076-D2D939257087}"/>
                    </a:ext>
                  </a:extLst>
                </p14:cNvPr>
                <p14:cNvContentPartPr/>
                <p14:nvPr/>
              </p14:nvContentPartPr>
              <p14:xfrm>
                <a:off x="6694360" y="241580"/>
                <a:ext cx="150480" cy="42120"/>
              </p14:xfrm>
            </p:contentPart>
          </mc:Choice>
          <mc:Fallback xmlns="">
            <p:pic>
              <p:nvPicPr>
                <p:cNvPr id="99" name="Ink 98">
                  <a:extLst>
                    <a:ext uri="{FF2B5EF4-FFF2-40B4-BE49-F238E27FC236}">
                      <a16:creationId xmlns:a16="http://schemas.microsoft.com/office/drawing/2014/main" id="{10BDDC5C-3CE7-83E7-1076-D2D939257087}"/>
                    </a:ext>
                  </a:extLst>
                </p:cNvPr>
                <p:cNvPicPr/>
                <p:nvPr/>
              </p:nvPicPr>
              <p:blipFill>
                <a:blip r:embed="rId155"/>
                <a:stretch>
                  <a:fillRect/>
                </a:stretch>
              </p:blipFill>
              <p:spPr>
                <a:xfrm>
                  <a:off x="6690040" y="237260"/>
                  <a:ext cx="1591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0" name="Ink 99">
                  <a:extLst>
                    <a:ext uri="{FF2B5EF4-FFF2-40B4-BE49-F238E27FC236}">
                      <a16:creationId xmlns:a16="http://schemas.microsoft.com/office/drawing/2014/main" id="{52B08034-D5B0-B306-DE03-76FA526D74C1}"/>
                    </a:ext>
                  </a:extLst>
                </p14:cNvPr>
                <p14:cNvContentPartPr/>
                <p14:nvPr/>
              </p14:nvContentPartPr>
              <p14:xfrm>
                <a:off x="6638920" y="225380"/>
                <a:ext cx="292680" cy="288720"/>
              </p14:xfrm>
            </p:contentPart>
          </mc:Choice>
          <mc:Fallback xmlns="">
            <p:pic>
              <p:nvPicPr>
                <p:cNvPr id="100" name="Ink 99">
                  <a:extLst>
                    <a:ext uri="{FF2B5EF4-FFF2-40B4-BE49-F238E27FC236}">
                      <a16:creationId xmlns:a16="http://schemas.microsoft.com/office/drawing/2014/main" id="{52B08034-D5B0-B306-DE03-76FA526D74C1}"/>
                    </a:ext>
                  </a:extLst>
                </p:cNvPr>
                <p:cNvPicPr/>
                <p:nvPr/>
              </p:nvPicPr>
              <p:blipFill>
                <a:blip r:embed="rId157"/>
                <a:stretch>
                  <a:fillRect/>
                </a:stretch>
              </p:blipFill>
              <p:spPr>
                <a:xfrm>
                  <a:off x="6634600" y="221060"/>
                  <a:ext cx="30132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1" name="Ink 100">
                  <a:extLst>
                    <a:ext uri="{FF2B5EF4-FFF2-40B4-BE49-F238E27FC236}">
                      <a16:creationId xmlns:a16="http://schemas.microsoft.com/office/drawing/2014/main" id="{EA21B621-790F-813F-D785-DE6B0D928314}"/>
                    </a:ext>
                  </a:extLst>
                </p14:cNvPr>
                <p14:cNvContentPartPr/>
                <p14:nvPr/>
              </p14:nvContentPartPr>
              <p14:xfrm>
                <a:off x="6970480" y="123500"/>
                <a:ext cx="121320" cy="197280"/>
              </p14:xfrm>
            </p:contentPart>
          </mc:Choice>
          <mc:Fallback xmlns="">
            <p:pic>
              <p:nvPicPr>
                <p:cNvPr id="101" name="Ink 100">
                  <a:extLst>
                    <a:ext uri="{FF2B5EF4-FFF2-40B4-BE49-F238E27FC236}">
                      <a16:creationId xmlns:a16="http://schemas.microsoft.com/office/drawing/2014/main" id="{EA21B621-790F-813F-D785-DE6B0D928314}"/>
                    </a:ext>
                  </a:extLst>
                </p:cNvPr>
                <p:cNvPicPr/>
                <p:nvPr/>
              </p:nvPicPr>
              <p:blipFill>
                <a:blip r:embed="rId159"/>
                <a:stretch>
                  <a:fillRect/>
                </a:stretch>
              </p:blipFill>
              <p:spPr>
                <a:xfrm>
                  <a:off x="6966160" y="119180"/>
                  <a:ext cx="1299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2" name="Ink 101">
                  <a:extLst>
                    <a:ext uri="{FF2B5EF4-FFF2-40B4-BE49-F238E27FC236}">
                      <a16:creationId xmlns:a16="http://schemas.microsoft.com/office/drawing/2014/main" id="{95E6B034-95A4-2F5E-7D59-470D8CBF34EA}"/>
                    </a:ext>
                  </a:extLst>
                </p14:cNvPr>
                <p14:cNvContentPartPr/>
                <p14:nvPr/>
              </p14:nvContentPartPr>
              <p14:xfrm>
                <a:off x="7028080" y="73820"/>
                <a:ext cx="327600" cy="275040"/>
              </p14:xfrm>
            </p:contentPart>
          </mc:Choice>
          <mc:Fallback xmlns="">
            <p:pic>
              <p:nvPicPr>
                <p:cNvPr id="102" name="Ink 101">
                  <a:extLst>
                    <a:ext uri="{FF2B5EF4-FFF2-40B4-BE49-F238E27FC236}">
                      <a16:creationId xmlns:a16="http://schemas.microsoft.com/office/drawing/2014/main" id="{95E6B034-95A4-2F5E-7D59-470D8CBF34EA}"/>
                    </a:ext>
                  </a:extLst>
                </p:cNvPr>
                <p:cNvPicPr/>
                <p:nvPr/>
              </p:nvPicPr>
              <p:blipFill>
                <a:blip r:embed="rId161"/>
                <a:stretch>
                  <a:fillRect/>
                </a:stretch>
              </p:blipFill>
              <p:spPr>
                <a:xfrm>
                  <a:off x="7023760" y="69500"/>
                  <a:ext cx="336240" cy="283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05" name="Ink 104">
                <a:extLst>
                  <a:ext uri="{FF2B5EF4-FFF2-40B4-BE49-F238E27FC236}">
                    <a16:creationId xmlns:a16="http://schemas.microsoft.com/office/drawing/2014/main" id="{BE7EDA0E-C2D5-8472-B651-BA100BBE1BBE}"/>
                  </a:ext>
                </a:extLst>
              </p14:cNvPr>
              <p14:cNvContentPartPr/>
              <p14:nvPr/>
            </p14:nvContentPartPr>
            <p14:xfrm>
              <a:off x="7735312" y="2014669"/>
              <a:ext cx="216360" cy="475920"/>
            </p14:xfrm>
          </p:contentPart>
        </mc:Choice>
        <mc:Fallback xmlns="">
          <p:pic>
            <p:nvPicPr>
              <p:cNvPr id="105" name="Ink 104">
                <a:extLst>
                  <a:ext uri="{FF2B5EF4-FFF2-40B4-BE49-F238E27FC236}">
                    <a16:creationId xmlns:a16="http://schemas.microsoft.com/office/drawing/2014/main" id="{BE7EDA0E-C2D5-8472-B651-BA100BBE1BBE}"/>
                  </a:ext>
                </a:extLst>
              </p:cNvPr>
              <p:cNvPicPr/>
              <p:nvPr/>
            </p:nvPicPr>
            <p:blipFill>
              <a:blip r:embed="rId163"/>
              <a:stretch>
                <a:fillRect/>
              </a:stretch>
            </p:blipFill>
            <p:spPr>
              <a:xfrm>
                <a:off x="7730992" y="2010349"/>
                <a:ext cx="225000" cy="484560"/>
              </a:xfrm>
              <a:prstGeom prst="rect">
                <a:avLst/>
              </a:prstGeom>
            </p:spPr>
          </p:pic>
        </mc:Fallback>
      </mc:AlternateContent>
      <p:grpSp>
        <p:nvGrpSpPr>
          <p:cNvPr id="130" name="Group 129">
            <a:extLst>
              <a:ext uri="{FF2B5EF4-FFF2-40B4-BE49-F238E27FC236}">
                <a16:creationId xmlns:a16="http://schemas.microsoft.com/office/drawing/2014/main" id="{541DC8FF-8FE1-1841-C393-525E00F06109}"/>
              </a:ext>
            </a:extLst>
          </p:cNvPr>
          <p:cNvGrpSpPr/>
          <p:nvPr/>
        </p:nvGrpSpPr>
        <p:grpSpPr>
          <a:xfrm>
            <a:off x="5735152" y="2679949"/>
            <a:ext cx="1206000" cy="493920"/>
            <a:chOff x="5735152" y="2679949"/>
            <a:chExt cx="1206000" cy="493920"/>
          </a:xfrm>
        </p:grpSpPr>
        <mc:AlternateContent xmlns:mc="http://schemas.openxmlformats.org/markup-compatibility/2006" xmlns:p14="http://schemas.microsoft.com/office/powerpoint/2010/main">
          <mc:Choice Requires="p14">
            <p:contentPart p14:bwMode="auto" r:id="rId164">
              <p14:nvContentPartPr>
                <p14:cNvPr id="122" name="Ink 121">
                  <a:extLst>
                    <a:ext uri="{FF2B5EF4-FFF2-40B4-BE49-F238E27FC236}">
                      <a16:creationId xmlns:a16="http://schemas.microsoft.com/office/drawing/2014/main" id="{BBF897FD-C77F-85CF-5F64-0134AFA7C931}"/>
                    </a:ext>
                  </a:extLst>
                </p14:cNvPr>
                <p14:cNvContentPartPr/>
                <p14:nvPr/>
              </p14:nvContentPartPr>
              <p14:xfrm>
                <a:off x="5735152" y="2818189"/>
                <a:ext cx="190800" cy="298440"/>
              </p14:xfrm>
            </p:contentPart>
          </mc:Choice>
          <mc:Fallback xmlns="">
            <p:pic>
              <p:nvPicPr>
                <p:cNvPr id="122" name="Ink 121">
                  <a:extLst>
                    <a:ext uri="{FF2B5EF4-FFF2-40B4-BE49-F238E27FC236}">
                      <a16:creationId xmlns:a16="http://schemas.microsoft.com/office/drawing/2014/main" id="{BBF897FD-C77F-85CF-5F64-0134AFA7C931}"/>
                    </a:ext>
                  </a:extLst>
                </p:cNvPr>
                <p:cNvPicPr/>
                <p:nvPr/>
              </p:nvPicPr>
              <p:blipFill>
                <a:blip r:embed="rId165"/>
                <a:stretch>
                  <a:fillRect/>
                </a:stretch>
              </p:blipFill>
              <p:spPr>
                <a:xfrm>
                  <a:off x="5730832" y="2813869"/>
                  <a:ext cx="1994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3" name="Ink 122">
                  <a:extLst>
                    <a:ext uri="{FF2B5EF4-FFF2-40B4-BE49-F238E27FC236}">
                      <a16:creationId xmlns:a16="http://schemas.microsoft.com/office/drawing/2014/main" id="{C5FB6FAA-C733-CEB4-660C-71E711D6FA2E}"/>
                    </a:ext>
                  </a:extLst>
                </p14:cNvPr>
                <p14:cNvContentPartPr/>
                <p14:nvPr/>
              </p14:nvContentPartPr>
              <p14:xfrm>
                <a:off x="5985712" y="2917909"/>
                <a:ext cx="95760" cy="95760"/>
              </p14:xfrm>
            </p:contentPart>
          </mc:Choice>
          <mc:Fallback xmlns="">
            <p:pic>
              <p:nvPicPr>
                <p:cNvPr id="123" name="Ink 122">
                  <a:extLst>
                    <a:ext uri="{FF2B5EF4-FFF2-40B4-BE49-F238E27FC236}">
                      <a16:creationId xmlns:a16="http://schemas.microsoft.com/office/drawing/2014/main" id="{C5FB6FAA-C733-CEB4-660C-71E711D6FA2E}"/>
                    </a:ext>
                  </a:extLst>
                </p:cNvPr>
                <p:cNvPicPr/>
                <p:nvPr/>
              </p:nvPicPr>
              <p:blipFill>
                <a:blip r:embed="rId167"/>
                <a:stretch>
                  <a:fillRect/>
                </a:stretch>
              </p:blipFill>
              <p:spPr>
                <a:xfrm>
                  <a:off x="5981392" y="2913589"/>
                  <a:ext cx="1044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4" name="Ink 123">
                  <a:extLst>
                    <a:ext uri="{FF2B5EF4-FFF2-40B4-BE49-F238E27FC236}">
                      <a16:creationId xmlns:a16="http://schemas.microsoft.com/office/drawing/2014/main" id="{6787D64B-8A9F-D991-F089-3F594951D851}"/>
                    </a:ext>
                  </a:extLst>
                </p14:cNvPr>
                <p14:cNvContentPartPr/>
                <p14:nvPr/>
              </p14:nvContentPartPr>
              <p14:xfrm>
                <a:off x="6081112" y="2865709"/>
                <a:ext cx="11520" cy="7560"/>
              </p14:xfrm>
            </p:contentPart>
          </mc:Choice>
          <mc:Fallback xmlns="">
            <p:pic>
              <p:nvPicPr>
                <p:cNvPr id="124" name="Ink 123">
                  <a:extLst>
                    <a:ext uri="{FF2B5EF4-FFF2-40B4-BE49-F238E27FC236}">
                      <a16:creationId xmlns:a16="http://schemas.microsoft.com/office/drawing/2014/main" id="{6787D64B-8A9F-D991-F089-3F594951D851}"/>
                    </a:ext>
                  </a:extLst>
                </p:cNvPr>
                <p:cNvPicPr/>
                <p:nvPr/>
              </p:nvPicPr>
              <p:blipFill>
                <a:blip r:embed="rId169"/>
                <a:stretch>
                  <a:fillRect/>
                </a:stretch>
              </p:blipFill>
              <p:spPr>
                <a:xfrm>
                  <a:off x="6076792" y="2861389"/>
                  <a:ext cx="201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5" name="Ink 124">
                  <a:extLst>
                    <a:ext uri="{FF2B5EF4-FFF2-40B4-BE49-F238E27FC236}">
                      <a16:creationId xmlns:a16="http://schemas.microsoft.com/office/drawing/2014/main" id="{F849D13E-73EE-0A81-AA56-6A9BD397C381}"/>
                    </a:ext>
                  </a:extLst>
                </p14:cNvPr>
                <p14:cNvContentPartPr/>
                <p14:nvPr/>
              </p14:nvContentPartPr>
              <p14:xfrm>
                <a:off x="6244552" y="2868949"/>
                <a:ext cx="8280" cy="149400"/>
              </p14:xfrm>
            </p:contentPart>
          </mc:Choice>
          <mc:Fallback xmlns="">
            <p:pic>
              <p:nvPicPr>
                <p:cNvPr id="125" name="Ink 124">
                  <a:extLst>
                    <a:ext uri="{FF2B5EF4-FFF2-40B4-BE49-F238E27FC236}">
                      <a16:creationId xmlns:a16="http://schemas.microsoft.com/office/drawing/2014/main" id="{F849D13E-73EE-0A81-AA56-6A9BD397C381}"/>
                    </a:ext>
                  </a:extLst>
                </p:cNvPr>
                <p:cNvPicPr/>
                <p:nvPr/>
              </p:nvPicPr>
              <p:blipFill>
                <a:blip r:embed="rId171"/>
                <a:stretch>
                  <a:fillRect/>
                </a:stretch>
              </p:blipFill>
              <p:spPr>
                <a:xfrm>
                  <a:off x="6240232" y="2864629"/>
                  <a:ext cx="16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6" name="Ink 125">
                  <a:extLst>
                    <a:ext uri="{FF2B5EF4-FFF2-40B4-BE49-F238E27FC236}">
                      <a16:creationId xmlns:a16="http://schemas.microsoft.com/office/drawing/2014/main" id="{FD6DE7D6-8710-9C1E-2F0D-303CCC0F82E4}"/>
                    </a:ext>
                  </a:extLst>
                </p14:cNvPr>
                <p14:cNvContentPartPr/>
                <p14:nvPr/>
              </p14:nvContentPartPr>
              <p14:xfrm>
                <a:off x="6209272" y="2939509"/>
                <a:ext cx="92520" cy="14040"/>
              </p14:xfrm>
            </p:contentPart>
          </mc:Choice>
          <mc:Fallback xmlns="">
            <p:pic>
              <p:nvPicPr>
                <p:cNvPr id="126" name="Ink 125">
                  <a:extLst>
                    <a:ext uri="{FF2B5EF4-FFF2-40B4-BE49-F238E27FC236}">
                      <a16:creationId xmlns:a16="http://schemas.microsoft.com/office/drawing/2014/main" id="{FD6DE7D6-8710-9C1E-2F0D-303CCC0F82E4}"/>
                    </a:ext>
                  </a:extLst>
                </p:cNvPr>
                <p:cNvPicPr/>
                <p:nvPr/>
              </p:nvPicPr>
              <p:blipFill>
                <a:blip r:embed="rId173"/>
                <a:stretch>
                  <a:fillRect/>
                </a:stretch>
              </p:blipFill>
              <p:spPr>
                <a:xfrm>
                  <a:off x="6204952" y="2935189"/>
                  <a:ext cx="1011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7" name="Ink 126">
                  <a:extLst>
                    <a:ext uri="{FF2B5EF4-FFF2-40B4-BE49-F238E27FC236}">
                      <a16:creationId xmlns:a16="http://schemas.microsoft.com/office/drawing/2014/main" id="{24257B2F-491F-9E30-C48B-17E0810C2AC5}"/>
                    </a:ext>
                  </a:extLst>
                </p14:cNvPr>
                <p14:cNvContentPartPr/>
                <p14:nvPr/>
              </p14:nvContentPartPr>
              <p14:xfrm>
                <a:off x="6442912" y="2860669"/>
                <a:ext cx="20520" cy="128880"/>
              </p14:xfrm>
            </p:contentPart>
          </mc:Choice>
          <mc:Fallback xmlns="">
            <p:pic>
              <p:nvPicPr>
                <p:cNvPr id="127" name="Ink 126">
                  <a:extLst>
                    <a:ext uri="{FF2B5EF4-FFF2-40B4-BE49-F238E27FC236}">
                      <a16:creationId xmlns:a16="http://schemas.microsoft.com/office/drawing/2014/main" id="{24257B2F-491F-9E30-C48B-17E0810C2AC5}"/>
                    </a:ext>
                  </a:extLst>
                </p:cNvPr>
                <p:cNvPicPr/>
                <p:nvPr/>
              </p:nvPicPr>
              <p:blipFill>
                <a:blip r:embed="rId175"/>
                <a:stretch>
                  <a:fillRect/>
                </a:stretch>
              </p:blipFill>
              <p:spPr>
                <a:xfrm>
                  <a:off x="6438592" y="2856349"/>
                  <a:ext cx="29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8" name="Ink 127">
                  <a:extLst>
                    <a:ext uri="{FF2B5EF4-FFF2-40B4-BE49-F238E27FC236}">
                      <a16:creationId xmlns:a16="http://schemas.microsoft.com/office/drawing/2014/main" id="{9F374F74-528D-6F1B-039F-1DE18B0D6AAF}"/>
                    </a:ext>
                  </a:extLst>
                </p14:cNvPr>
                <p14:cNvContentPartPr/>
                <p14:nvPr/>
              </p14:nvContentPartPr>
              <p14:xfrm>
                <a:off x="6532192" y="2775709"/>
                <a:ext cx="148320" cy="280080"/>
              </p14:xfrm>
            </p:contentPart>
          </mc:Choice>
          <mc:Fallback xmlns="">
            <p:pic>
              <p:nvPicPr>
                <p:cNvPr id="128" name="Ink 127">
                  <a:extLst>
                    <a:ext uri="{FF2B5EF4-FFF2-40B4-BE49-F238E27FC236}">
                      <a16:creationId xmlns:a16="http://schemas.microsoft.com/office/drawing/2014/main" id="{9F374F74-528D-6F1B-039F-1DE18B0D6AAF}"/>
                    </a:ext>
                  </a:extLst>
                </p:cNvPr>
                <p:cNvPicPr/>
                <p:nvPr/>
              </p:nvPicPr>
              <p:blipFill>
                <a:blip r:embed="rId177"/>
                <a:stretch>
                  <a:fillRect/>
                </a:stretch>
              </p:blipFill>
              <p:spPr>
                <a:xfrm>
                  <a:off x="6527872" y="2771389"/>
                  <a:ext cx="1569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9" name="Ink 128">
                  <a:extLst>
                    <a:ext uri="{FF2B5EF4-FFF2-40B4-BE49-F238E27FC236}">
                      <a16:creationId xmlns:a16="http://schemas.microsoft.com/office/drawing/2014/main" id="{CF8587B4-7DAD-0BCD-FAD2-2540637FDEB3}"/>
                    </a:ext>
                  </a:extLst>
                </p14:cNvPr>
                <p14:cNvContentPartPr/>
                <p14:nvPr/>
              </p14:nvContentPartPr>
              <p14:xfrm>
                <a:off x="6784912" y="2679949"/>
                <a:ext cx="156240" cy="493920"/>
              </p14:xfrm>
            </p:contentPart>
          </mc:Choice>
          <mc:Fallback xmlns="">
            <p:pic>
              <p:nvPicPr>
                <p:cNvPr id="129" name="Ink 128">
                  <a:extLst>
                    <a:ext uri="{FF2B5EF4-FFF2-40B4-BE49-F238E27FC236}">
                      <a16:creationId xmlns:a16="http://schemas.microsoft.com/office/drawing/2014/main" id="{CF8587B4-7DAD-0BCD-FAD2-2540637FDEB3}"/>
                    </a:ext>
                  </a:extLst>
                </p:cNvPr>
                <p:cNvPicPr/>
                <p:nvPr/>
              </p:nvPicPr>
              <p:blipFill>
                <a:blip r:embed="rId179"/>
                <a:stretch>
                  <a:fillRect/>
                </a:stretch>
              </p:blipFill>
              <p:spPr>
                <a:xfrm>
                  <a:off x="6780592" y="2675629"/>
                  <a:ext cx="164880" cy="50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0">
            <p14:nvContentPartPr>
              <p14:cNvPr id="131" name="Ink 130">
                <a:extLst>
                  <a:ext uri="{FF2B5EF4-FFF2-40B4-BE49-F238E27FC236}">
                    <a16:creationId xmlns:a16="http://schemas.microsoft.com/office/drawing/2014/main" id="{DF1C37F5-395B-BB2A-F8EB-135E2EDF0054}"/>
                  </a:ext>
                </a:extLst>
              </p14:cNvPr>
              <p14:cNvContentPartPr/>
              <p14:nvPr/>
            </p14:nvContentPartPr>
            <p14:xfrm>
              <a:off x="7332112" y="2776429"/>
              <a:ext cx="205200" cy="414360"/>
            </p14:xfrm>
          </p:contentPart>
        </mc:Choice>
        <mc:Fallback xmlns="">
          <p:pic>
            <p:nvPicPr>
              <p:cNvPr id="131" name="Ink 130">
                <a:extLst>
                  <a:ext uri="{FF2B5EF4-FFF2-40B4-BE49-F238E27FC236}">
                    <a16:creationId xmlns:a16="http://schemas.microsoft.com/office/drawing/2014/main" id="{DF1C37F5-395B-BB2A-F8EB-135E2EDF0054}"/>
                  </a:ext>
                </a:extLst>
              </p:cNvPr>
              <p:cNvPicPr/>
              <p:nvPr/>
            </p:nvPicPr>
            <p:blipFill>
              <a:blip r:embed="rId181"/>
              <a:stretch>
                <a:fillRect/>
              </a:stretch>
            </p:blipFill>
            <p:spPr>
              <a:xfrm>
                <a:off x="7327792" y="2772109"/>
                <a:ext cx="21384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3" name="Ink 132">
                <a:extLst>
                  <a:ext uri="{FF2B5EF4-FFF2-40B4-BE49-F238E27FC236}">
                    <a16:creationId xmlns:a16="http://schemas.microsoft.com/office/drawing/2014/main" id="{0D382060-B86F-4BEC-A33E-854D2E877E4F}"/>
                  </a:ext>
                </a:extLst>
              </p14:cNvPr>
              <p14:cNvContentPartPr/>
              <p14:nvPr/>
            </p14:nvContentPartPr>
            <p14:xfrm>
              <a:off x="4515472" y="2544229"/>
              <a:ext cx="126360" cy="72720"/>
            </p14:xfrm>
          </p:contentPart>
        </mc:Choice>
        <mc:Fallback xmlns="">
          <p:pic>
            <p:nvPicPr>
              <p:cNvPr id="133" name="Ink 132">
                <a:extLst>
                  <a:ext uri="{FF2B5EF4-FFF2-40B4-BE49-F238E27FC236}">
                    <a16:creationId xmlns:a16="http://schemas.microsoft.com/office/drawing/2014/main" id="{0D382060-B86F-4BEC-A33E-854D2E877E4F}"/>
                  </a:ext>
                </a:extLst>
              </p:cNvPr>
              <p:cNvPicPr/>
              <p:nvPr/>
            </p:nvPicPr>
            <p:blipFill>
              <a:blip r:embed="rId183"/>
              <a:stretch>
                <a:fillRect/>
              </a:stretch>
            </p:blipFill>
            <p:spPr>
              <a:xfrm>
                <a:off x="4511152" y="2539909"/>
                <a:ext cx="1350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4" name="Ink 133">
                <a:extLst>
                  <a:ext uri="{FF2B5EF4-FFF2-40B4-BE49-F238E27FC236}">
                    <a16:creationId xmlns:a16="http://schemas.microsoft.com/office/drawing/2014/main" id="{AEAF99CD-0A23-7F14-B135-A98C1977872A}"/>
                  </a:ext>
                </a:extLst>
              </p14:cNvPr>
              <p14:cNvContentPartPr/>
              <p14:nvPr/>
            </p14:nvContentPartPr>
            <p14:xfrm>
              <a:off x="4748392" y="2814229"/>
              <a:ext cx="430200" cy="240480"/>
            </p14:xfrm>
          </p:contentPart>
        </mc:Choice>
        <mc:Fallback xmlns="">
          <p:pic>
            <p:nvPicPr>
              <p:cNvPr id="134" name="Ink 133">
                <a:extLst>
                  <a:ext uri="{FF2B5EF4-FFF2-40B4-BE49-F238E27FC236}">
                    <a16:creationId xmlns:a16="http://schemas.microsoft.com/office/drawing/2014/main" id="{AEAF99CD-0A23-7F14-B135-A98C1977872A}"/>
                  </a:ext>
                </a:extLst>
              </p:cNvPr>
              <p:cNvPicPr/>
              <p:nvPr/>
            </p:nvPicPr>
            <p:blipFill>
              <a:blip r:embed="rId185"/>
              <a:stretch>
                <a:fillRect/>
              </a:stretch>
            </p:blipFill>
            <p:spPr>
              <a:xfrm>
                <a:off x="4744072" y="2809909"/>
                <a:ext cx="4388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6" name="Ink 135">
                <a:extLst>
                  <a:ext uri="{FF2B5EF4-FFF2-40B4-BE49-F238E27FC236}">
                    <a16:creationId xmlns:a16="http://schemas.microsoft.com/office/drawing/2014/main" id="{E53A371A-215B-2836-A47B-8A8429C2D073}"/>
                  </a:ext>
                </a:extLst>
              </p14:cNvPr>
              <p14:cNvContentPartPr/>
              <p14:nvPr/>
            </p14:nvContentPartPr>
            <p14:xfrm>
              <a:off x="3328552" y="3429469"/>
              <a:ext cx="2880" cy="2880"/>
            </p14:xfrm>
          </p:contentPart>
        </mc:Choice>
        <mc:Fallback xmlns="">
          <p:pic>
            <p:nvPicPr>
              <p:cNvPr id="136" name="Ink 135">
                <a:extLst>
                  <a:ext uri="{FF2B5EF4-FFF2-40B4-BE49-F238E27FC236}">
                    <a16:creationId xmlns:a16="http://schemas.microsoft.com/office/drawing/2014/main" id="{E53A371A-215B-2836-A47B-8A8429C2D073}"/>
                  </a:ext>
                </a:extLst>
              </p:cNvPr>
              <p:cNvPicPr/>
              <p:nvPr/>
            </p:nvPicPr>
            <p:blipFill>
              <a:blip r:embed="rId187"/>
              <a:stretch>
                <a:fillRect/>
              </a:stretch>
            </p:blipFill>
            <p:spPr>
              <a:xfrm>
                <a:off x="3324232" y="3425149"/>
                <a:ext cx="1152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7" name="Ink 136">
                <a:extLst>
                  <a:ext uri="{FF2B5EF4-FFF2-40B4-BE49-F238E27FC236}">
                    <a16:creationId xmlns:a16="http://schemas.microsoft.com/office/drawing/2014/main" id="{CF03806D-3E99-61C6-225B-86619043A526}"/>
                  </a:ext>
                </a:extLst>
              </p14:cNvPr>
              <p14:cNvContentPartPr/>
              <p14:nvPr/>
            </p14:nvContentPartPr>
            <p14:xfrm>
              <a:off x="3335032" y="3424789"/>
              <a:ext cx="7560" cy="5040"/>
            </p14:xfrm>
          </p:contentPart>
        </mc:Choice>
        <mc:Fallback xmlns="">
          <p:pic>
            <p:nvPicPr>
              <p:cNvPr id="137" name="Ink 136">
                <a:extLst>
                  <a:ext uri="{FF2B5EF4-FFF2-40B4-BE49-F238E27FC236}">
                    <a16:creationId xmlns:a16="http://schemas.microsoft.com/office/drawing/2014/main" id="{CF03806D-3E99-61C6-225B-86619043A526}"/>
                  </a:ext>
                </a:extLst>
              </p:cNvPr>
              <p:cNvPicPr/>
              <p:nvPr/>
            </p:nvPicPr>
            <p:blipFill>
              <a:blip r:embed="rId189"/>
              <a:stretch>
                <a:fillRect/>
              </a:stretch>
            </p:blipFill>
            <p:spPr>
              <a:xfrm>
                <a:off x="3330712" y="3420469"/>
                <a:ext cx="16200" cy="13680"/>
              </a:xfrm>
              <a:prstGeom prst="rect">
                <a:avLst/>
              </a:prstGeom>
            </p:spPr>
          </p:pic>
        </mc:Fallback>
      </mc:AlternateContent>
      <p:grpSp>
        <p:nvGrpSpPr>
          <p:cNvPr id="144" name="Group 143">
            <a:extLst>
              <a:ext uri="{FF2B5EF4-FFF2-40B4-BE49-F238E27FC236}">
                <a16:creationId xmlns:a16="http://schemas.microsoft.com/office/drawing/2014/main" id="{38436390-DDB4-A608-B276-BF132C429D2D}"/>
              </a:ext>
            </a:extLst>
          </p:cNvPr>
          <p:cNvGrpSpPr/>
          <p:nvPr/>
        </p:nvGrpSpPr>
        <p:grpSpPr>
          <a:xfrm>
            <a:off x="3162742" y="3276790"/>
            <a:ext cx="2512080" cy="1222560"/>
            <a:chOff x="1330552" y="3005389"/>
            <a:chExt cx="2512080" cy="1222560"/>
          </a:xfrm>
        </p:grpSpPr>
        <mc:AlternateContent xmlns:mc="http://schemas.openxmlformats.org/markup-compatibility/2006" xmlns:p14="http://schemas.microsoft.com/office/powerpoint/2010/main">
          <mc:Choice Requires="p14">
            <p:contentPart p14:bwMode="auto" r:id="rId190">
              <p14:nvContentPartPr>
                <p14:cNvPr id="145" name="Ink 144">
                  <a:extLst>
                    <a:ext uri="{FF2B5EF4-FFF2-40B4-BE49-F238E27FC236}">
                      <a16:creationId xmlns:a16="http://schemas.microsoft.com/office/drawing/2014/main" id="{CE7D131B-816E-A164-6264-1877E2D927F5}"/>
                    </a:ext>
                  </a:extLst>
                </p14:cNvPr>
                <p14:cNvContentPartPr/>
                <p14:nvPr/>
              </p14:nvContentPartPr>
              <p14:xfrm>
                <a:off x="1365472" y="3005389"/>
                <a:ext cx="148320" cy="280440"/>
              </p14:xfrm>
            </p:contentPart>
          </mc:Choice>
          <mc:Fallback xmlns="">
            <p:pic>
              <p:nvPicPr>
                <p:cNvPr id="145" name="Ink 144">
                  <a:extLst>
                    <a:ext uri="{FF2B5EF4-FFF2-40B4-BE49-F238E27FC236}">
                      <a16:creationId xmlns:a16="http://schemas.microsoft.com/office/drawing/2014/main" id="{CE7D131B-816E-A164-6264-1877E2D927F5}"/>
                    </a:ext>
                  </a:extLst>
                </p:cNvPr>
                <p:cNvPicPr/>
                <p:nvPr/>
              </p:nvPicPr>
              <p:blipFill>
                <a:blip r:embed="rId191"/>
                <a:stretch>
                  <a:fillRect/>
                </a:stretch>
              </p:blipFill>
              <p:spPr>
                <a:xfrm>
                  <a:off x="1361152" y="3001069"/>
                  <a:ext cx="15696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6" name="Ink 145">
                  <a:extLst>
                    <a:ext uri="{FF2B5EF4-FFF2-40B4-BE49-F238E27FC236}">
                      <a16:creationId xmlns:a16="http://schemas.microsoft.com/office/drawing/2014/main" id="{D4493D10-17C8-01E7-08AD-10610BA9AC57}"/>
                    </a:ext>
                  </a:extLst>
                </p14:cNvPr>
                <p14:cNvContentPartPr/>
                <p14:nvPr/>
              </p14:nvContentPartPr>
              <p14:xfrm>
                <a:off x="1330552" y="3118789"/>
                <a:ext cx="182520" cy="24120"/>
              </p14:xfrm>
            </p:contentPart>
          </mc:Choice>
          <mc:Fallback xmlns="">
            <p:pic>
              <p:nvPicPr>
                <p:cNvPr id="146" name="Ink 145">
                  <a:extLst>
                    <a:ext uri="{FF2B5EF4-FFF2-40B4-BE49-F238E27FC236}">
                      <a16:creationId xmlns:a16="http://schemas.microsoft.com/office/drawing/2014/main" id="{D4493D10-17C8-01E7-08AD-10610BA9AC57}"/>
                    </a:ext>
                  </a:extLst>
                </p:cNvPr>
                <p:cNvPicPr/>
                <p:nvPr/>
              </p:nvPicPr>
              <p:blipFill>
                <a:blip r:embed="rId193"/>
                <a:stretch>
                  <a:fillRect/>
                </a:stretch>
              </p:blipFill>
              <p:spPr>
                <a:xfrm>
                  <a:off x="1326232" y="3114469"/>
                  <a:ext cx="1911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7" name="Ink 146">
                  <a:extLst>
                    <a:ext uri="{FF2B5EF4-FFF2-40B4-BE49-F238E27FC236}">
                      <a16:creationId xmlns:a16="http://schemas.microsoft.com/office/drawing/2014/main" id="{7B9D32E8-2E66-7A15-779E-92CD1742ACA3}"/>
                    </a:ext>
                  </a:extLst>
                </p14:cNvPr>
                <p14:cNvContentPartPr/>
                <p14:nvPr/>
              </p14:nvContentPartPr>
              <p14:xfrm>
                <a:off x="1492912" y="3167749"/>
                <a:ext cx="79920" cy="75240"/>
              </p14:xfrm>
            </p:contentPart>
          </mc:Choice>
          <mc:Fallback xmlns="">
            <p:pic>
              <p:nvPicPr>
                <p:cNvPr id="147" name="Ink 146">
                  <a:extLst>
                    <a:ext uri="{FF2B5EF4-FFF2-40B4-BE49-F238E27FC236}">
                      <a16:creationId xmlns:a16="http://schemas.microsoft.com/office/drawing/2014/main" id="{7B9D32E8-2E66-7A15-779E-92CD1742ACA3}"/>
                    </a:ext>
                  </a:extLst>
                </p:cNvPr>
                <p:cNvPicPr/>
                <p:nvPr/>
              </p:nvPicPr>
              <p:blipFill>
                <a:blip r:embed="rId195"/>
                <a:stretch>
                  <a:fillRect/>
                </a:stretch>
              </p:blipFill>
              <p:spPr>
                <a:xfrm>
                  <a:off x="1488592" y="3163429"/>
                  <a:ext cx="885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8" name="Ink 147">
                  <a:extLst>
                    <a:ext uri="{FF2B5EF4-FFF2-40B4-BE49-F238E27FC236}">
                      <a16:creationId xmlns:a16="http://schemas.microsoft.com/office/drawing/2014/main" id="{C592112B-BA06-12E3-3C41-C95A75829D4C}"/>
                    </a:ext>
                  </a:extLst>
                </p14:cNvPr>
                <p14:cNvContentPartPr/>
                <p14:nvPr/>
              </p14:nvContentPartPr>
              <p14:xfrm>
                <a:off x="1610272" y="3185749"/>
                <a:ext cx="213840" cy="82800"/>
              </p14:xfrm>
            </p:contentPart>
          </mc:Choice>
          <mc:Fallback xmlns="">
            <p:pic>
              <p:nvPicPr>
                <p:cNvPr id="148" name="Ink 147">
                  <a:extLst>
                    <a:ext uri="{FF2B5EF4-FFF2-40B4-BE49-F238E27FC236}">
                      <a16:creationId xmlns:a16="http://schemas.microsoft.com/office/drawing/2014/main" id="{C592112B-BA06-12E3-3C41-C95A75829D4C}"/>
                    </a:ext>
                  </a:extLst>
                </p:cNvPr>
                <p:cNvPicPr/>
                <p:nvPr/>
              </p:nvPicPr>
              <p:blipFill>
                <a:blip r:embed="rId197"/>
                <a:stretch>
                  <a:fillRect/>
                </a:stretch>
              </p:blipFill>
              <p:spPr>
                <a:xfrm>
                  <a:off x="1605952" y="3181429"/>
                  <a:ext cx="2224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9" name="Ink 148">
                  <a:extLst>
                    <a:ext uri="{FF2B5EF4-FFF2-40B4-BE49-F238E27FC236}">
                      <a16:creationId xmlns:a16="http://schemas.microsoft.com/office/drawing/2014/main" id="{3B2CA75F-AC5F-C7A9-75BE-B6EDB3DBF2FE}"/>
                    </a:ext>
                  </a:extLst>
                </p14:cNvPr>
                <p14:cNvContentPartPr/>
                <p14:nvPr/>
              </p14:nvContentPartPr>
              <p14:xfrm>
                <a:off x="1809352" y="3160909"/>
                <a:ext cx="36360" cy="236520"/>
              </p14:xfrm>
            </p:contentPart>
          </mc:Choice>
          <mc:Fallback xmlns="">
            <p:pic>
              <p:nvPicPr>
                <p:cNvPr id="149" name="Ink 148">
                  <a:extLst>
                    <a:ext uri="{FF2B5EF4-FFF2-40B4-BE49-F238E27FC236}">
                      <a16:creationId xmlns:a16="http://schemas.microsoft.com/office/drawing/2014/main" id="{3B2CA75F-AC5F-C7A9-75BE-B6EDB3DBF2FE}"/>
                    </a:ext>
                  </a:extLst>
                </p:cNvPr>
                <p:cNvPicPr/>
                <p:nvPr/>
              </p:nvPicPr>
              <p:blipFill>
                <a:blip r:embed="rId199"/>
                <a:stretch>
                  <a:fillRect/>
                </a:stretch>
              </p:blipFill>
              <p:spPr>
                <a:xfrm>
                  <a:off x="1805032" y="3156589"/>
                  <a:ext cx="45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50" name="Ink 149">
                  <a:extLst>
                    <a:ext uri="{FF2B5EF4-FFF2-40B4-BE49-F238E27FC236}">
                      <a16:creationId xmlns:a16="http://schemas.microsoft.com/office/drawing/2014/main" id="{15656868-72D8-033B-0650-57A659BE47F1}"/>
                    </a:ext>
                  </a:extLst>
                </p14:cNvPr>
                <p14:cNvContentPartPr/>
                <p14:nvPr/>
              </p14:nvContentPartPr>
              <p14:xfrm>
                <a:off x="1856512" y="3178909"/>
                <a:ext cx="97560" cy="42480"/>
              </p14:xfrm>
            </p:contentPart>
          </mc:Choice>
          <mc:Fallback xmlns="">
            <p:pic>
              <p:nvPicPr>
                <p:cNvPr id="150" name="Ink 149">
                  <a:extLst>
                    <a:ext uri="{FF2B5EF4-FFF2-40B4-BE49-F238E27FC236}">
                      <a16:creationId xmlns:a16="http://schemas.microsoft.com/office/drawing/2014/main" id="{15656868-72D8-033B-0650-57A659BE47F1}"/>
                    </a:ext>
                  </a:extLst>
                </p:cNvPr>
                <p:cNvPicPr/>
                <p:nvPr/>
              </p:nvPicPr>
              <p:blipFill>
                <a:blip r:embed="rId201"/>
                <a:stretch>
                  <a:fillRect/>
                </a:stretch>
              </p:blipFill>
              <p:spPr>
                <a:xfrm>
                  <a:off x="1852192" y="3174589"/>
                  <a:ext cx="1062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51" name="Ink 150">
                  <a:extLst>
                    <a:ext uri="{FF2B5EF4-FFF2-40B4-BE49-F238E27FC236}">
                      <a16:creationId xmlns:a16="http://schemas.microsoft.com/office/drawing/2014/main" id="{E76BFD64-6CCD-D808-0A61-226F06F66827}"/>
                    </a:ext>
                  </a:extLst>
                </p14:cNvPr>
                <p14:cNvContentPartPr/>
                <p14:nvPr/>
              </p14:nvContentPartPr>
              <p14:xfrm>
                <a:off x="2076472" y="3151909"/>
                <a:ext cx="92160" cy="18720"/>
              </p14:xfrm>
            </p:contentPart>
          </mc:Choice>
          <mc:Fallback xmlns="">
            <p:pic>
              <p:nvPicPr>
                <p:cNvPr id="151" name="Ink 150">
                  <a:extLst>
                    <a:ext uri="{FF2B5EF4-FFF2-40B4-BE49-F238E27FC236}">
                      <a16:creationId xmlns:a16="http://schemas.microsoft.com/office/drawing/2014/main" id="{E76BFD64-6CCD-D808-0A61-226F06F66827}"/>
                    </a:ext>
                  </a:extLst>
                </p:cNvPr>
                <p:cNvPicPr/>
                <p:nvPr/>
              </p:nvPicPr>
              <p:blipFill>
                <a:blip r:embed="rId203"/>
                <a:stretch>
                  <a:fillRect/>
                </a:stretch>
              </p:blipFill>
              <p:spPr>
                <a:xfrm>
                  <a:off x="2072152" y="3147589"/>
                  <a:ext cx="100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52" name="Ink 151">
                  <a:extLst>
                    <a:ext uri="{FF2B5EF4-FFF2-40B4-BE49-F238E27FC236}">
                      <a16:creationId xmlns:a16="http://schemas.microsoft.com/office/drawing/2014/main" id="{0D7A7860-10CB-F9A7-8514-0262E991470F}"/>
                    </a:ext>
                  </a:extLst>
                </p14:cNvPr>
                <p14:cNvContentPartPr/>
                <p14:nvPr/>
              </p14:nvContentPartPr>
              <p14:xfrm>
                <a:off x="2062792" y="3240109"/>
                <a:ext cx="117360" cy="18000"/>
              </p14:xfrm>
            </p:contentPart>
          </mc:Choice>
          <mc:Fallback xmlns="">
            <p:pic>
              <p:nvPicPr>
                <p:cNvPr id="152" name="Ink 151">
                  <a:extLst>
                    <a:ext uri="{FF2B5EF4-FFF2-40B4-BE49-F238E27FC236}">
                      <a16:creationId xmlns:a16="http://schemas.microsoft.com/office/drawing/2014/main" id="{0D7A7860-10CB-F9A7-8514-0262E991470F}"/>
                    </a:ext>
                  </a:extLst>
                </p:cNvPr>
                <p:cNvPicPr/>
                <p:nvPr/>
              </p:nvPicPr>
              <p:blipFill>
                <a:blip r:embed="rId205"/>
                <a:stretch>
                  <a:fillRect/>
                </a:stretch>
              </p:blipFill>
              <p:spPr>
                <a:xfrm>
                  <a:off x="2058472" y="3235789"/>
                  <a:ext cx="126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3" name="Ink 152">
                  <a:extLst>
                    <a:ext uri="{FF2B5EF4-FFF2-40B4-BE49-F238E27FC236}">
                      <a16:creationId xmlns:a16="http://schemas.microsoft.com/office/drawing/2014/main" id="{D22377CA-08D4-520C-EEAA-AFDEF1568B9C}"/>
                    </a:ext>
                  </a:extLst>
                </p14:cNvPr>
                <p14:cNvContentPartPr/>
                <p14:nvPr/>
              </p14:nvContentPartPr>
              <p14:xfrm>
                <a:off x="2380312" y="3124189"/>
                <a:ext cx="147960" cy="84600"/>
              </p14:xfrm>
            </p:contentPart>
          </mc:Choice>
          <mc:Fallback xmlns="">
            <p:pic>
              <p:nvPicPr>
                <p:cNvPr id="153" name="Ink 152">
                  <a:extLst>
                    <a:ext uri="{FF2B5EF4-FFF2-40B4-BE49-F238E27FC236}">
                      <a16:creationId xmlns:a16="http://schemas.microsoft.com/office/drawing/2014/main" id="{D22377CA-08D4-520C-EEAA-AFDEF1568B9C}"/>
                    </a:ext>
                  </a:extLst>
                </p:cNvPr>
                <p:cNvPicPr/>
                <p:nvPr/>
              </p:nvPicPr>
              <p:blipFill>
                <a:blip r:embed="rId207"/>
                <a:stretch>
                  <a:fillRect/>
                </a:stretch>
              </p:blipFill>
              <p:spPr>
                <a:xfrm>
                  <a:off x="2375992" y="3119869"/>
                  <a:ext cx="1566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4" name="Ink 153">
                  <a:extLst>
                    <a:ext uri="{FF2B5EF4-FFF2-40B4-BE49-F238E27FC236}">
                      <a16:creationId xmlns:a16="http://schemas.microsoft.com/office/drawing/2014/main" id="{86D76755-1FA2-063C-6030-273F1F49FE8E}"/>
                    </a:ext>
                  </a:extLst>
                </p14:cNvPr>
                <p14:cNvContentPartPr/>
                <p14:nvPr/>
              </p14:nvContentPartPr>
              <p14:xfrm>
                <a:off x="2564272" y="3012589"/>
                <a:ext cx="237600" cy="277560"/>
              </p14:xfrm>
            </p:contentPart>
          </mc:Choice>
          <mc:Fallback xmlns="">
            <p:pic>
              <p:nvPicPr>
                <p:cNvPr id="154" name="Ink 153">
                  <a:extLst>
                    <a:ext uri="{FF2B5EF4-FFF2-40B4-BE49-F238E27FC236}">
                      <a16:creationId xmlns:a16="http://schemas.microsoft.com/office/drawing/2014/main" id="{86D76755-1FA2-063C-6030-273F1F49FE8E}"/>
                    </a:ext>
                  </a:extLst>
                </p:cNvPr>
                <p:cNvPicPr/>
                <p:nvPr/>
              </p:nvPicPr>
              <p:blipFill>
                <a:blip r:embed="rId209"/>
                <a:stretch>
                  <a:fillRect/>
                </a:stretch>
              </p:blipFill>
              <p:spPr>
                <a:xfrm>
                  <a:off x="2559952" y="3008269"/>
                  <a:ext cx="2462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5" name="Ink 154">
                  <a:extLst>
                    <a:ext uri="{FF2B5EF4-FFF2-40B4-BE49-F238E27FC236}">
                      <a16:creationId xmlns:a16="http://schemas.microsoft.com/office/drawing/2014/main" id="{E2B98870-47F6-6FFB-9366-F76344D4141A}"/>
                    </a:ext>
                  </a:extLst>
                </p14:cNvPr>
                <p14:cNvContentPartPr/>
                <p14:nvPr/>
              </p14:nvContentPartPr>
              <p14:xfrm>
                <a:off x="2797552" y="3156949"/>
                <a:ext cx="81360" cy="73800"/>
              </p14:xfrm>
            </p:contentPart>
          </mc:Choice>
          <mc:Fallback xmlns="">
            <p:pic>
              <p:nvPicPr>
                <p:cNvPr id="155" name="Ink 154">
                  <a:extLst>
                    <a:ext uri="{FF2B5EF4-FFF2-40B4-BE49-F238E27FC236}">
                      <a16:creationId xmlns:a16="http://schemas.microsoft.com/office/drawing/2014/main" id="{E2B98870-47F6-6FFB-9366-F76344D4141A}"/>
                    </a:ext>
                  </a:extLst>
                </p:cNvPr>
                <p:cNvPicPr/>
                <p:nvPr/>
              </p:nvPicPr>
              <p:blipFill>
                <a:blip r:embed="rId211"/>
                <a:stretch>
                  <a:fillRect/>
                </a:stretch>
              </p:blipFill>
              <p:spPr>
                <a:xfrm>
                  <a:off x="2793232" y="3152629"/>
                  <a:ext cx="900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56" name="Ink 155">
                  <a:extLst>
                    <a:ext uri="{FF2B5EF4-FFF2-40B4-BE49-F238E27FC236}">
                      <a16:creationId xmlns:a16="http://schemas.microsoft.com/office/drawing/2014/main" id="{DC4035B4-5BED-4D3F-72B7-2D27E8B98F53}"/>
                    </a:ext>
                  </a:extLst>
                </p14:cNvPr>
                <p14:cNvContentPartPr/>
                <p14:nvPr/>
              </p14:nvContentPartPr>
              <p14:xfrm>
                <a:off x="2891152" y="3081349"/>
                <a:ext cx="1800" cy="10080"/>
              </p14:xfrm>
            </p:contentPart>
          </mc:Choice>
          <mc:Fallback xmlns="">
            <p:pic>
              <p:nvPicPr>
                <p:cNvPr id="156" name="Ink 155">
                  <a:extLst>
                    <a:ext uri="{FF2B5EF4-FFF2-40B4-BE49-F238E27FC236}">
                      <a16:creationId xmlns:a16="http://schemas.microsoft.com/office/drawing/2014/main" id="{DC4035B4-5BED-4D3F-72B7-2D27E8B98F53}"/>
                    </a:ext>
                  </a:extLst>
                </p:cNvPr>
                <p:cNvPicPr/>
                <p:nvPr/>
              </p:nvPicPr>
              <p:blipFill>
                <a:blip r:embed="rId213"/>
                <a:stretch>
                  <a:fillRect/>
                </a:stretch>
              </p:blipFill>
              <p:spPr>
                <a:xfrm>
                  <a:off x="2886832" y="3077029"/>
                  <a:ext cx="104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7" name="Ink 156">
                  <a:extLst>
                    <a:ext uri="{FF2B5EF4-FFF2-40B4-BE49-F238E27FC236}">
                      <a16:creationId xmlns:a16="http://schemas.microsoft.com/office/drawing/2014/main" id="{1B32D696-9BCD-BF6F-AE11-1A437FA61E06}"/>
                    </a:ext>
                  </a:extLst>
                </p14:cNvPr>
                <p14:cNvContentPartPr/>
                <p14:nvPr/>
              </p14:nvContentPartPr>
              <p14:xfrm>
                <a:off x="2965672" y="3019789"/>
                <a:ext cx="142200" cy="203040"/>
              </p14:xfrm>
            </p:contentPart>
          </mc:Choice>
          <mc:Fallback xmlns="">
            <p:pic>
              <p:nvPicPr>
                <p:cNvPr id="157" name="Ink 156">
                  <a:extLst>
                    <a:ext uri="{FF2B5EF4-FFF2-40B4-BE49-F238E27FC236}">
                      <a16:creationId xmlns:a16="http://schemas.microsoft.com/office/drawing/2014/main" id="{1B32D696-9BCD-BF6F-AE11-1A437FA61E06}"/>
                    </a:ext>
                  </a:extLst>
                </p:cNvPr>
                <p:cNvPicPr/>
                <p:nvPr/>
              </p:nvPicPr>
              <p:blipFill>
                <a:blip r:embed="rId215"/>
                <a:stretch>
                  <a:fillRect/>
                </a:stretch>
              </p:blipFill>
              <p:spPr>
                <a:xfrm>
                  <a:off x="2961352" y="3015469"/>
                  <a:ext cx="150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8" name="Ink 157">
                  <a:extLst>
                    <a:ext uri="{FF2B5EF4-FFF2-40B4-BE49-F238E27FC236}">
                      <a16:creationId xmlns:a16="http://schemas.microsoft.com/office/drawing/2014/main" id="{1C6B731B-763C-AC75-0F9B-48A5548E910F}"/>
                    </a:ext>
                  </a:extLst>
                </p14:cNvPr>
                <p14:cNvContentPartPr/>
                <p14:nvPr/>
              </p14:nvContentPartPr>
              <p14:xfrm>
                <a:off x="3209752" y="3116629"/>
                <a:ext cx="16560" cy="36360"/>
              </p14:xfrm>
            </p:contentPart>
          </mc:Choice>
          <mc:Fallback xmlns="">
            <p:pic>
              <p:nvPicPr>
                <p:cNvPr id="158" name="Ink 157">
                  <a:extLst>
                    <a:ext uri="{FF2B5EF4-FFF2-40B4-BE49-F238E27FC236}">
                      <a16:creationId xmlns:a16="http://schemas.microsoft.com/office/drawing/2014/main" id="{1C6B731B-763C-AC75-0F9B-48A5548E910F}"/>
                    </a:ext>
                  </a:extLst>
                </p:cNvPr>
                <p:cNvPicPr/>
                <p:nvPr/>
              </p:nvPicPr>
              <p:blipFill>
                <a:blip r:embed="rId217"/>
                <a:stretch>
                  <a:fillRect/>
                </a:stretch>
              </p:blipFill>
              <p:spPr>
                <a:xfrm>
                  <a:off x="3205432" y="3112309"/>
                  <a:ext cx="252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9" name="Ink 158">
                  <a:extLst>
                    <a:ext uri="{FF2B5EF4-FFF2-40B4-BE49-F238E27FC236}">
                      <a16:creationId xmlns:a16="http://schemas.microsoft.com/office/drawing/2014/main" id="{856FEBA7-2BA2-B049-4A13-92E8AA592121}"/>
                    </a:ext>
                  </a:extLst>
                </p14:cNvPr>
                <p14:cNvContentPartPr/>
                <p14:nvPr/>
              </p14:nvContentPartPr>
              <p14:xfrm>
                <a:off x="3112552" y="3264949"/>
                <a:ext cx="70920" cy="125640"/>
              </p14:xfrm>
            </p:contentPart>
          </mc:Choice>
          <mc:Fallback xmlns="">
            <p:pic>
              <p:nvPicPr>
                <p:cNvPr id="159" name="Ink 158">
                  <a:extLst>
                    <a:ext uri="{FF2B5EF4-FFF2-40B4-BE49-F238E27FC236}">
                      <a16:creationId xmlns:a16="http://schemas.microsoft.com/office/drawing/2014/main" id="{856FEBA7-2BA2-B049-4A13-92E8AA592121}"/>
                    </a:ext>
                  </a:extLst>
                </p:cNvPr>
                <p:cNvPicPr/>
                <p:nvPr/>
              </p:nvPicPr>
              <p:blipFill>
                <a:blip r:embed="rId219"/>
                <a:stretch>
                  <a:fillRect/>
                </a:stretch>
              </p:blipFill>
              <p:spPr>
                <a:xfrm>
                  <a:off x="3108232" y="3260629"/>
                  <a:ext cx="795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0" name="Ink 159">
                  <a:extLst>
                    <a:ext uri="{FF2B5EF4-FFF2-40B4-BE49-F238E27FC236}">
                      <a16:creationId xmlns:a16="http://schemas.microsoft.com/office/drawing/2014/main" id="{3E287CBC-692C-377B-99C9-861DFD790AC8}"/>
                    </a:ext>
                  </a:extLst>
                </p14:cNvPr>
                <p14:cNvContentPartPr/>
                <p14:nvPr/>
              </p14:nvContentPartPr>
              <p14:xfrm>
                <a:off x="1341712" y="3567349"/>
                <a:ext cx="147240" cy="96120"/>
              </p14:xfrm>
            </p:contentPart>
          </mc:Choice>
          <mc:Fallback xmlns="">
            <p:pic>
              <p:nvPicPr>
                <p:cNvPr id="160" name="Ink 159">
                  <a:extLst>
                    <a:ext uri="{FF2B5EF4-FFF2-40B4-BE49-F238E27FC236}">
                      <a16:creationId xmlns:a16="http://schemas.microsoft.com/office/drawing/2014/main" id="{3E287CBC-692C-377B-99C9-861DFD790AC8}"/>
                    </a:ext>
                  </a:extLst>
                </p:cNvPr>
                <p:cNvPicPr/>
                <p:nvPr/>
              </p:nvPicPr>
              <p:blipFill>
                <a:blip r:embed="rId221"/>
                <a:stretch>
                  <a:fillRect/>
                </a:stretch>
              </p:blipFill>
              <p:spPr>
                <a:xfrm>
                  <a:off x="1337392" y="3563029"/>
                  <a:ext cx="1558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1" name="Ink 160">
                  <a:extLst>
                    <a:ext uri="{FF2B5EF4-FFF2-40B4-BE49-F238E27FC236}">
                      <a16:creationId xmlns:a16="http://schemas.microsoft.com/office/drawing/2014/main" id="{39084E68-A607-6CA7-AB66-CFDFF01FF8AA}"/>
                    </a:ext>
                  </a:extLst>
                </p14:cNvPr>
                <p14:cNvContentPartPr/>
                <p14:nvPr/>
              </p14:nvContentPartPr>
              <p14:xfrm>
                <a:off x="1529632" y="3503989"/>
                <a:ext cx="161640" cy="263880"/>
              </p14:xfrm>
            </p:contentPart>
          </mc:Choice>
          <mc:Fallback xmlns="">
            <p:pic>
              <p:nvPicPr>
                <p:cNvPr id="161" name="Ink 160">
                  <a:extLst>
                    <a:ext uri="{FF2B5EF4-FFF2-40B4-BE49-F238E27FC236}">
                      <a16:creationId xmlns:a16="http://schemas.microsoft.com/office/drawing/2014/main" id="{39084E68-A607-6CA7-AB66-CFDFF01FF8AA}"/>
                    </a:ext>
                  </a:extLst>
                </p:cNvPr>
                <p:cNvPicPr/>
                <p:nvPr/>
              </p:nvPicPr>
              <p:blipFill>
                <a:blip r:embed="rId223"/>
                <a:stretch>
                  <a:fillRect/>
                </a:stretch>
              </p:blipFill>
              <p:spPr>
                <a:xfrm>
                  <a:off x="1525312" y="3499669"/>
                  <a:ext cx="1702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2" name="Ink 161">
                  <a:extLst>
                    <a:ext uri="{FF2B5EF4-FFF2-40B4-BE49-F238E27FC236}">
                      <a16:creationId xmlns:a16="http://schemas.microsoft.com/office/drawing/2014/main" id="{1180496E-D2E7-DA37-0A2B-A0E271933DF3}"/>
                    </a:ext>
                  </a:extLst>
                </p14:cNvPr>
                <p14:cNvContentPartPr/>
                <p14:nvPr/>
              </p14:nvContentPartPr>
              <p14:xfrm>
                <a:off x="1748512" y="3600829"/>
                <a:ext cx="99000" cy="79200"/>
              </p14:xfrm>
            </p:contentPart>
          </mc:Choice>
          <mc:Fallback xmlns="">
            <p:pic>
              <p:nvPicPr>
                <p:cNvPr id="162" name="Ink 161">
                  <a:extLst>
                    <a:ext uri="{FF2B5EF4-FFF2-40B4-BE49-F238E27FC236}">
                      <a16:creationId xmlns:a16="http://schemas.microsoft.com/office/drawing/2014/main" id="{1180496E-D2E7-DA37-0A2B-A0E271933DF3}"/>
                    </a:ext>
                  </a:extLst>
                </p:cNvPr>
                <p:cNvPicPr/>
                <p:nvPr/>
              </p:nvPicPr>
              <p:blipFill>
                <a:blip r:embed="rId225"/>
                <a:stretch>
                  <a:fillRect/>
                </a:stretch>
              </p:blipFill>
              <p:spPr>
                <a:xfrm>
                  <a:off x="1744192" y="3596509"/>
                  <a:ext cx="1076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3" name="Ink 162">
                  <a:extLst>
                    <a:ext uri="{FF2B5EF4-FFF2-40B4-BE49-F238E27FC236}">
                      <a16:creationId xmlns:a16="http://schemas.microsoft.com/office/drawing/2014/main" id="{C9FFE331-8863-5A7D-7675-D5D38EE60B0D}"/>
                    </a:ext>
                  </a:extLst>
                </p14:cNvPr>
                <p14:cNvContentPartPr/>
                <p14:nvPr/>
              </p14:nvContentPartPr>
              <p14:xfrm>
                <a:off x="1823032" y="3500749"/>
                <a:ext cx="25200" cy="10080"/>
              </p14:xfrm>
            </p:contentPart>
          </mc:Choice>
          <mc:Fallback xmlns="">
            <p:pic>
              <p:nvPicPr>
                <p:cNvPr id="163" name="Ink 162">
                  <a:extLst>
                    <a:ext uri="{FF2B5EF4-FFF2-40B4-BE49-F238E27FC236}">
                      <a16:creationId xmlns:a16="http://schemas.microsoft.com/office/drawing/2014/main" id="{C9FFE331-8863-5A7D-7675-D5D38EE60B0D}"/>
                    </a:ext>
                  </a:extLst>
                </p:cNvPr>
                <p:cNvPicPr/>
                <p:nvPr/>
              </p:nvPicPr>
              <p:blipFill>
                <a:blip r:embed="rId227"/>
                <a:stretch>
                  <a:fillRect/>
                </a:stretch>
              </p:blipFill>
              <p:spPr>
                <a:xfrm>
                  <a:off x="1818712" y="3496429"/>
                  <a:ext cx="338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4" name="Ink 163">
                  <a:extLst>
                    <a:ext uri="{FF2B5EF4-FFF2-40B4-BE49-F238E27FC236}">
                      <a16:creationId xmlns:a16="http://schemas.microsoft.com/office/drawing/2014/main" id="{DC7DEFBD-0210-C71F-D5EA-E9391E90AE1D}"/>
                    </a:ext>
                  </a:extLst>
                </p14:cNvPr>
                <p14:cNvContentPartPr/>
                <p14:nvPr/>
              </p14:nvContentPartPr>
              <p14:xfrm>
                <a:off x="1924552" y="3486349"/>
                <a:ext cx="99360" cy="194040"/>
              </p14:xfrm>
            </p:contentPart>
          </mc:Choice>
          <mc:Fallback xmlns="">
            <p:pic>
              <p:nvPicPr>
                <p:cNvPr id="164" name="Ink 163">
                  <a:extLst>
                    <a:ext uri="{FF2B5EF4-FFF2-40B4-BE49-F238E27FC236}">
                      <a16:creationId xmlns:a16="http://schemas.microsoft.com/office/drawing/2014/main" id="{DC7DEFBD-0210-C71F-D5EA-E9391E90AE1D}"/>
                    </a:ext>
                  </a:extLst>
                </p:cNvPr>
                <p:cNvPicPr/>
                <p:nvPr/>
              </p:nvPicPr>
              <p:blipFill>
                <a:blip r:embed="rId229"/>
                <a:stretch>
                  <a:fillRect/>
                </a:stretch>
              </p:blipFill>
              <p:spPr>
                <a:xfrm>
                  <a:off x="1920232" y="3482029"/>
                  <a:ext cx="1080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65" name="Ink 164">
                  <a:extLst>
                    <a:ext uri="{FF2B5EF4-FFF2-40B4-BE49-F238E27FC236}">
                      <a16:creationId xmlns:a16="http://schemas.microsoft.com/office/drawing/2014/main" id="{A5710916-E75C-9A73-F6C6-D22865866A40}"/>
                    </a:ext>
                  </a:extLst>
                </p14:cNvPr>
                <p14:cNvContentPartPr/>
                <p14:nvPr/>
              </p14:nvContentPartPr>
              <p14:xfrm>
                <a:off x="2186272" y="3578509"/>
                <a:ext cx="88560" cy="34920"/>
              </p14:xfrm>
            </p:contentPart>
          </mc:Choice>
          <mc:Fallback xmlns="">
            <p:pic>
              <p:nvPicPr>
                <p:cNvPr id="165" name="Ink 164">
                  <a:extLst>
                    <a:ext uri="{FF2B5EF4-FFF2-40B4-BE49-F238E27FC236}">
                      <a16:creationId xmlns:a16="http://schemas.microsoft.com/office/drawing/2014/main" id="{A5710916-E75C-9A73-F6C6-D22865866A40}"/>
                    </a:ext>
                  </a:extLst>
                </p:cNvPr>
                <p:cNvPicPr/>
                <p:nvPr/>
              </p:nvPicPr>
              <p:blipFill>
                <a:blip r:embed="rId231"/>
                <a:stretch>
                  <a:fillRect/>
                </a:stretch>
              </p:blipFill>
              <p:spPr>
                <a:xfrm>
                  <a:off x="2181952" y="3574189"/>
                  <a:ext cx="97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6" name="Ink 165">
                  <a:extLst>
                    <a:ext uri="{FF2B5EF4-FFF2-40B4-BE49-F238E27FC236}">
                      <a16:creationId xmlns:a16="http://schemas.microsoft.com/office/drawing/2014/main" id="{D99EE7C2-D4C1-32FA-D078-6A72B14BE12F}"/>
                    </a:ext>
                  </a:extLst>
                </p14:cNvPr>
                <p14:cNvContentPartPr/>
                <p14:nvPr/>
              </p14:nvContentPartPr>
              <p14:xfrm>
                <a:off x="2182312" y="3628549"/>
                <a:ext cx="140760" cy="21960"/>
              </p14:xfrm>
            </p:contentPart>
          </mc:Choice>
          <mc:Fallback xmlns="">
            <p:pic>
              <p:nvPicPr>
                <p:cNvPr id="166" name="Ink 165">
                  <a:extLst>
                    <a:ext uri="{FF2B5EF4-FFF2-40B4-BE49-F238E27FC236}">
                      <a16:creationId xmlns:a16="http://schemas.microsoft.com/office/drawing/2014/main" id="{D99EE7C2-D4C1-32FA-D078-6A72B14BE12F}"/>
                    </a:ext>
                  </a:extLst>
                </p:cNvPr>
                <p:cNvPicPr/>
                <p:nvPr/>
              </p:nvPicPr>
              <p:blipFill>
                <a:blip r:embed="rId233"/>
                <a:stretch>
                  <a:fillRect/>
                </a:stretch>
              </p:blipFill>
              <p:spPr>
                <a:xfrm>
                  <a:off x="2177992" y="3624229"/>
                  <a:ext cx="149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7" name="Ink 166">
                  <a:extLst>
                    <a:ext uri="{FF2B5EF4-FFF2-40B4-BE49-F238E27FC236}">
                      <a16:creationId xmlns:a16="http://schemas.microsoft.com/office/drawing/2014/main" id="{B1FF6E5C-7C92-4855-EF28-01DF596792AC}"/>
                    </a:ext>
                  </a:extLst>
                </p14:cNvPr>
                <p14:cNvContentPartPr/>
                <p14:nvPr/>
              </p14:nvContentPartPr>
              <p14:xfrm>
                <a:off x="2482192" y="3529549"/>
                <a:ext cx="198720" cy="88560"/>
              </p14:xfrm>
            </p:contentPart>
          </mc:Choice>
          <mc:Fallback xmlns="">
            <p:pic>
              <p:nvPicPr>
                <p:cNvPr id="167" name="Ink 166">
                  <a:extLst>
                    <a:ext uri="{FF2B5EF4-FFF2-40B4-BE49-F238E27FC236}">
                      <a16:creationId xmlns:a16="http://schemas.microsoft.com/office/drawing/2014/main" id="{B1FF6E5C-7C92-4855-EF28-01DF596792AC}"/>
                    </a:ext>
                  </a:extLst>
                </p:cNvPr>
                <p:cNvPicPr/>
                <p:nvPr/>
              </p:nvPicPr>
              <p:blipFill>
                <a:blip r:embed="rId235"/>
                <a:stretch>
                  <a:fillRect/>
                </a:stretch>
              </p:blipFill>
              <p:spPr>
                <a:xfrm>
                  <a:off x="2477872" y="3525229"/>
                  <a:ext cx="207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8" name="Ink 167">
                  <a:extLst>
                    <a:ext uri="{FF2B5EF4-FFF2-40B4-BE49-F238E27FC236}">
                      <a16:creationId xmlns:a16="http://schemas.microsoft.com/office/drawing/2014/main" id="{F0E30F31-CE86-F831-549D-235FDA01C277}"/>
                    </a:ext>
                  </a:extLst>
                </p14:cNvPr>
                <p14:cNvContentPartPr/>
                <p14:nvPr/>
              </p14:nvContentPartPr>
              <p14:xfrm>
                <a:off x="2741032" y="3448909"/>
                <a:ext cx="201240" cy="262440"/>
              </p14:xfrm>
            </p:contentPart>
          </mc:Choice>
          <mc:Fallback xmlns="">
            <p:pic>
              <p:nvPicPr>
                <p:cNvPr id="168" name="Ink 167">
                  <a:extLst>
                    <a:ext uri="{FF2B5EF4-FFF2-40B4-BE49-F238E27FC236}">
                      <a16:creationId xmlns:a16="http://schemas.microsoft.com/office/drawing/2014/main" id="{F0E30F31-CE86-F831-549D-235FDA01C277}"/>
                    </a:ext>
                  </a:extLst>
                </p:cNvPr>
                <p:cNvPicPr/>
                <p:nvPr/>
              </p:nvPicPr>
              <p:blipFill>
                <a:blip r:embed="rId237"/>
                <a:stretch>
                  <a:fillRect/>
                </a:stretch>
              </p:blipFill>
              <p:spPr>
                <a:xfrm>
                  <a:off x="2736712" y="3444589"/>
                  <a:ext cx="2098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9" name="Ink 168">
                  <a:extLst>
                    <a:ext uri="{FF2B5EF4-FFF2-40B4-BE49-F238E27FC236}">
                      <a16:creationId xmlns:a16="http://schemas.microsoft.com/office/drawing/2014/main" id="{3B012AA8-2CF2-6829-A2A8-681CB34FEB66}"/>
                    </a:ext>
                  </a:extLst>
                </p14:cNvPr>
                <p14:cNvContentPartPr/>
                <p14:nvPr/>
              </p14:nvContentPartPr>
              <p14:xfrm>
                <a:off x="2933992" y="3569869"/>
                <a:ext cx="110880" cy="83160"/>
              </p14:xfrm>
            </p:contentPart>
          </mc:Choice>
          <mc:Fallback xmlns="">
            <p:pic>
              <p:nvPicPr>
                <p:cNvPr id="169" name="Ink 168">
                  <a:extLst>
                    <a:ext uri="{FF2B5EF4-FFF2-40B4-BE49-F238E27FC236}">
                      <a16:creationId xmlns:a16="http://schemas.microsoft.com/office/drawing/2014/main" id="{3B012AA8-2CF2-6829-A2A8-681CB34FEB66}"/>
                    </a:ext>
                  </a:extLst>
                </p:cNvPr>
                <p:cNvPicPr/>
                <p:nvPr/>
              </p:nvPicPr>
              <p:blipFill>
                <a:blip r:embed="rId239"/>
                <a:stretch>
                  <a:fillRect/>
                </a:stretch>
              </p:blipFill>
              <p:spPr>
                <a:xfrm>
                  <a:off x="2929672" y="3565549"/>
                  <a:ext cx="1195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0" name="Ink 169">
                  <a:extLst>
                    <a:ext uri="{FF2B5EF4-FFF2-40B4-BE49-F238E27FC236}">
                      <a16:creationId xmlns:a16="http://schemas.microsoft.com/office/drawing/2014/main" id="{CA66F013-2D91-60D8-358E-9D74395BAC28}"/>
                    </a:ext>
                  </a:extLst>
                </p14:cNvPr>
                <p14:cNvContentPartPr/>
                <p14:nvPr/>
              </p14:nvContentPartPr>
              <p14:xfrm>
                <a:off x="3058192" y="3500029"/>
                <a:ext cx="14760" cy="16560"/>
              </p14:xfrm>
            </p:contentPart>
          </mc:Choice>
          <mc:Fallback xmlns="">
            <p:pic>
              <p:nvPicPr>
                <p:cNvPr id="170" name="Ink 169">
                  <a:extLst>
                    <a:ext uri="{FF2B5EF4-FFF2-40B4-BE49-F238E27FC236}">
                      <a16:creationId xmlns:a16="http://schemas.microsoft.com/office/drawing/2014/main" id="{CA66F013-2D91-60D8-358E-9D74395BAC28}"/>
                    </a:ext>
                  </a:extLst>
                </p:cNvPr>
                <p:cNvPicPr/>
                <p:nvPr/>
              </p:nvPicPr>
              <p:blipFill>
                <a:blip r:embed="rId241"/>
                <a:stretch>
                  <a:fillRect/>
                </a:stretch>
              </p:blipFill>
              <p:spPr>
                <a:xfrm>
                  <a:off x="3053872" y="3495709"/>
                  <a:ext cx="234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1" name="Ink 170">
                  <a:extLst>
                    <a:ext uri="{FF2B5EF4-FFF2-40B4-BE49-F238E27FC236}">
                      <a16:creationId xmlns:a16="http://schemas.microsoft.com/office/drawing/2014/main" id="{24DF3026-9AA5-201B-1F23-13D6B67093FB}"/>
                    </a:ext>
                  </a:extLst>
                </p14:cNvPr>
                <p14:cNvContentPartPr/>
                <p14:nvPr/>
              </p14:nvContentPartPr>
              <p14:xfrm>
                <a:off x="3198952" y="3500749"/>
                <a:ext cx="19800" cy="114840"/>
              </p14:xfrm>
            </p:contentPart>
          </mc:Choice>
          <mc:Fallback xmlns="">
            <p:pic>
              <p:nvPicPr>
                <p:cNvPr id="171" name="Ink 170">
                  <a:extLst>
                    <a:ext uri="{FF2B5EF4-FFF2-40B4-BE49-F238E27FC236}">
                      <a16:creationId xmlns:a16="http://schemas.microsoft.com/office/drawing/2014/main" id="{24DF3026-9AA5-201B-1F23-13D6B67093FB}"/>
                    </a:ext>
                  </a:extLst>
                </p:cNvPr>
                <p:cNvPicPr/>
                <p:nvPr/>
              </p:nvPicPr>
              <p:blipFill>
                <a:blip r:embed="rId243"/>
                <a:stretch>
                  <a:fillRect/>
                </a:stretch>
              </p:blipFill>
              <p:spPr>
                <a:xfrm>
                  <a:off x="3194632" y="3496429"/>
                  <a:ext cx="284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72" name="Ink 171">
                  <a:extLst>
                    <a:ext uri="{FF2B5EF4-FFF2-40B4-BE49-F238E27FC236}">
                      <a16:creationId xmlns:a16="http://schemas.microsoft.com/office/drawing/2014/main" id="{73F98B1B-D740-0B09-2072-1DB0D7669D07}"/>
                    </a:ext>
                  </a:extLst>
                </p14:cNvPr>
                <p14:cNvContentPartPr/>
                <p14:nvPr/>
              </p14:nvContentPartPr>
              <p14:xfrm>
                <a:off x="3177712" y="3548989"/>
                <a:ext cx="97560" cy="8280"/>
              </p14:xfrm>
            </p:contentPart>
          </mc:Choice>
          <mc:Fallback xmlns="">
            <p:pic>
              <p:nvPicPr>
                <p:cNvPr id="172" name="Ink 171">
                  <a:extLst>
                    <a:ext uri="{FF2B5EF4-FFF2-40B4-BE49-F238E27FC236}">
                      <a16:creationId xmlns:a16="http://schemas.microsoft.com/office/drawing/2014/main" id="{73F98B1B-D740-0B09-2072-1DB0D7669D07}"/>
                    </a:ext>
                  </a:extLst>
                </p:cNvPr>
                <p:cNvPicPr/>
                <p:nvPr/>
              </p:nvPicPr>
              <p:blipFill>
                <a:blip r:embed="rId245"/>
                <a:stretch>
                  <a:fillRect/>
                </a:stretch>
              </p:blipFill>
              <p:spPr>
                <a:xfrm>
                  <a:off x="3173392" y="3544669"/>
                  <a:ext cx="1062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73" name="Ink 172">
                  <a:extLst>
                    <a:ext uri="{FF2B5EF4-FFF2-40B4-BE49-F238E27FC236}">
                      <a16:creationId xmlns:a16="http://schemas.microsoft.com/office/drawing/2014/main" id="{9E30B4B4-5B55-AC50-D60D-02D14EDDC37C}"/>
                    </a:ext>
                  </a:extLst>
                </p14:cNvPr>
                <p14:cNvContentPartPr/>
                <p14:nvPr/>
              </p14:nvContentPartPr>
              <p14:xfrm>
                <a:off x="3371032" y="3488149"/>
                <a:ext cx="14040" cy="99720"/>
              </p14:xfrm>
            </p:contentPart>
          </mc:Choice>
          <mc:Fallback xmlns="">
            <p:pic>
              <p:nvPicPr>
                <p:cNvPr id="173" name="Ink 172">
                  <a:extLst>
                    <a:ext uri="{FF2B5EF4-FFF2-40B4-BE49-F238E27FC236}">
                      <a16:creationId xmlns:a16="http://schemas.microsoft.com/office/drawing/2014/main" id="{9E30B4B4-5B55-AC50-D60D-02D14EDDC37C}"/>
                    </a:ext>
                  </a:extLst>
                </p:cNvPr>
                <p:cNvPicPr/>
                <p:nvPr/>
              </p:nvPicPr>
              <p:blipFill>
                <a:blip r:embed="rId247"/>
                <a:stretch>
                  <a:fillRect/>
                </a:stretch>
              </p:blipFill>
              <p:spPr>
                <a:xfrm>
                  <a:off x="3366712" y="3483829"/>
                  <a:ext cx="226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74" name="Ink 173">
                  <a:extLst>
                    <a:ext uri="{FF2B5EF4-FFF2-40B4-BE49-F238E27FC236}">
                      <a16:creationId xmlns:a16="http://schemas.microsoft.com/office/drawing/2014/main" id="{F83087E6-0875-717A-5B22-7BC80DCC59FF}"/>
                    </a:ext>
                  </a:extLst>
                </p14:cNvPr>
                <p14:cNvContentPartPr/>
                <p14:nvPr/>
              </p14:nvContentPartPr>
              <p14:xfrm>
                <a:off x="3514312" y="3419749"/>
                <a:ext cx="161640" cy="254520"/>
              </p14:xfrm>
            </p:contentPart>
          </mc:Choice>
          <mc:Fallback xmlns="">
            <p:pic>
              <p:nvPicPr>
                <p:cNvPr id="174" name="Ink 173">
                  <a:extLst>
                    <a:ext uri="{FF2B5EF4-FFF2-40B4-BE49-F238E27FC236}">
                      <a16:creationId xmlns:a16="http://schemas.microsoft.com/office/drawing/2014/main" id="{F83087E6-0875-717A-5B22-7BC80DCC59FF}"/>
                    </a:ext>
                  </a:extLst>
                </p:cNvPr>
                <p:cNvPicPr/>
                <p:nvPr/>
              </p:nvPicPr>
              <p:blipFill>
                <a:blip r:embed="rId249"/>
                <a:stretch>
                  <a:fillRect/>
                </a:stretch>
              </p:blipFill>
              <p:spPr>
                <a:xfrm>
                  <a:off x="3509992" y="3415429"/>
                  <a:ext cx="1702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75" name="Ink 174">
                  <a:extLst>
                    <a:ext uri="{FF2B5EF4-FFF2-40B4-BE49-F238E27FC236}">
                      <a16:creationId xmlns:a16="http://schemas.microsoft.com/office/drawing/2014/main" id="{3D5F1AE3-F5B2-41C0-F646-C83FC3088F7C}"/>
                    </a:ext>
                  </a:extLst>
                </p14:cNvPr>
                <p14:cNvContentPartPr/>
                <p14:nvPr/>
              </p14:nvContentPartPr>
              <p14:xfrm>
                <a:off x="3817792" y="3563389"/>
                <a:ext cx="12240" cy="34920"/>
              </p14:xfrm>
            </p:contentPart>
          </mc:Choice>
          <mc:Fallback xmlns="">
            <p:pic>
              <p:nvPicPr>
                <p:cNvPr id="175" name="Ink 174">
                  <a:extLst>
                    <a:ext uri="{FF2B5EF4-FFF2-40B4-BE49-F238E27FC236}">
                      <a16:creationId xmlns:a16="http://schemas.microsoft.com/office/drawing/2014/main" id="{3D5F1AE3-F5B2-41C0-F646-C83FC3088F7C}"/>
                    </a:ext>
                  </a:extLst>
                </p:cNvPr>
                <p:cNvPicPr/>
                <p:nvPr/>
              </p:nvPicPr>
              <p:blipFill>
                <a:blip r:embed="rId251"/>
                <a:stretch>
                  <a:fillRect/>
                </a:stretch>
              </p:blipFill>
              <p:spPr>
                <a:xfrm>
                  <a:off x="3813472" y="3559069"/>
                  <a:ext cx="208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76" name="Ink 175">
                  <a:extLst>
                    <a:ext uri="{FF2B5EF4-FFF2-40B4-BE49-F238E27FC236}">
                      <a16:creationId xmlns:a16="http://schemas.microsoft.com/office/drawing/2014/main" id="{64835109-FF9B-1D65-6631-BFE6CFC8942E}"/>
                    </a:ext>
                  </a:extLst>
                </p14:cNvPr>
                <p14:cNvContentPartPr/>
                <p14:nvPr/>
              </p14:nvContentPartPr>
              <p14:xfrm>
                <a:off x="3714112" y="3680389"/>
                <a:ext cx="87120" cy="102960"/>
              </p14:xfrm>
            </p:contentPart>
          </mc:Choice>
          <mc:Fallback xmlns="">
            <p:pic>
              <p:nvPicPr>
                <p:cNvPr id="176" name="Ink 175">
                  <a:extLst>
                    <a:ext uri="{FF2B5EF4-FFF2-40B4-BE49-F238E27FC236}">
                      <a16:creationId xmlns:a16="http://schemas.microsoft.com/office/drawing/2014/main" id="{64835109-FF9B-1D65-6631-BFE6CFC8942E}"/>
                    </a:ext>
                  </a:extLst>
                </p:cNvPr>
                <p:cNvPicPr/>
                <p:nvPr/>
              </p:nvPicPr>
              <p:blipFill>
                <a:blip r:embed="rId253"/>
                <a:stretch>
                  <a:fillRect/>
                </a:stretch>
              </p:blipFill>
              <p:spPr>
                <a:xfrm>
                  <a:off x="3709792" y="3676069"/>
                  <a:ext cx="957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7" name="Ink 176">
                  <a:extLst>
                    <a:ext uri="{FF2B5EF4-FFF2-40B4-BE49-F238E27FC236}">
                      <a16:creationId xmlns:a16="http://schemas.microsoft.com/office/drawing/2014/main" id="{014B64C7-393A-C2ED-766A-AE5041A32362}"/>
                    </a:ext>
                  </a:extLst>
                </p14:cNvPr>
                <p14:cNvContentPartPr/>
                <p14:nvPr/>
              </p14:nvContentPartPr>
              <p14:xfrm>
                <a:off x="1392112" y="3971629"/>
                <a:ext cx="144000" cy="106200"/>
              </p14:xfrm>
            </p:contentPart>
          </mc:Choice>
          <mc:Fallback xmlns="">
            <p:pic>
              <p:nvPicPr>
                <p:cNvPr id="177" name="Ink 176">
                  <a:extLst>
                    <a:ext uri="{FF2B5EF4-FFF2-40B4-BE49-F238E27FC236}">
                      <a16:creationId xmlns:a16="http://schemas.microsoft.com/office/drawing/2014/main" id="{014B64C7-393A-C2ED-766A-AE5041A32362}"/>
                    </a:ext>
                  </a:extLst>
                </p:cNvPr>
                <p:cNvPicPr/>
                <p:nvPr/>
              </p:nvPicPr>
              <p:blipFill>
                <a:blip r:embed="rId255"/>
                <a:stretch>
                  <a:fillRect/>
                </a:stretch>
              </p:blipFill>
              <p:spPr>
                <a:xfrm>
                  <a:off x="1387792" y="3967309"/>
                  <a:ext cx="1526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8" name="Ink 177">
                  <a:extLst>
                    <a:ext uri="{FF2B5EF4-FFF2-40B4-BE49-F238E27FC236}">
                      <a16:creationId xmlns:a16="http://schemas.microsoft.com/office/drawing/2014/main" id="{C64A6EC0-8B2F-B330-AEE5-2079C7FB7241}"/>
                    </a:ext>
                  </a:extLst>
                </p14:cNvPr>
                <p14:cNvContentPartPr/>
                <p14:nvPr/>
              </p14:nvContentPartPr>
              <p14:xfrm>
                <a:off x="1579312" y="3902509"/>
                <a:ext cx="215640" cy="271440"/>
              </p14:xfrm>
            </p:contentPart>
          </mc:Choice>
          <mc:Fallback xmlns="">
            <p:pic>
              <p:nvPicPr>
                <p:cNvPr id="178" name="Ink 177">
                  <a:extLst>
                    <a:ext uri="{FF2B5EF4-FFF2-40B4-BE49-F238E27FC236}">
                      <a16:creationId xmlns:a16="http://schemas.microsoft.com/office/drawing/2014/main" id="{C64A6EC0-8B2F-B330-AEE5-2079C7FB7241}"/>
                    </a:ext>
                  </a:extLst>
                </p:cNvPr>
                <p:cNvPicPr/>
                <p:nvPr/>
              </p:nvPicPr>
              <p:blipFill>
                <a:blip r:embed="rId257"/>
                <a:stretch>
                  <a:fillRect/>
                </a:stretch>
              </p:blipFill>
              <p:spPr>
                <a:xfrm>
                  <a:off x="1574992" y="3898189"/>
                  <a:ext cx="2242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9" name="Ink 178">
                  <a:extLst>
                    <a:ext uri="{FF2B5EF4-FFF2-40B4-BE49-F238E27FC236}">
                      <a16:creationId xmlns:a16="http://schemas.microsoft.com/office/drawing/2014/main" id="{5DFB5A52-3945-0D8F-6D43-247C8CC0FD54}"/>
                    </a:ext>
                  </a:extLst>
                </p14:cNvPr>
                <p14:cNvContentPartPr/>
                <p14:nvPr/>
              </p14:nvContentPartPr>
              <p14:xfrm>
                <a:off x="1810072" y="3997549"/>
                <a:ext cx="56880" cy="95400"/>
              </p14:xfrm>
            </p:contentPart>
          </mc:Choice>
          <mc:Fallback xmlns="">
            <p:pic>
              <p:nvPicPr>
                <p:cNvPr id="179" name="Ink 178">
                  <a:extLst>
                    <a:ext uri="{FF2B5EF4-FFF2-40B4-BE49-F238E27FC236}">
                      <a16:creationId xmlns:a16="http://schemas.microsoft.com/office/drawing/2014/main" id="{5DFB5A52-3945-0D8F-6D43-247C8CC0FD54}"/>
                    </a:ext>
                  </a:extLst>
                </p:cNvPr>
                <p:cNvPicPr/>
                <p:nvPr/>
              </p:nvPicPr>
              <p:blipFill>
                <a:blip r:embed="rId259"/>
                <a:stretch>
                  <a:fillRect/>
                </a:stretch>
              </p:blipFill>
              <p:spPr>
                <a:xfrm>
                  <a:off x="1805752" y="3993229"/>
                  <a:ext cx="65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80" name="Ink 179">
                  <a:extLst>
                    <a:ext uri="{FF2B5EF4-FFF2-40B4-BE49-F238E27FC236}">
                      <a16:creationId xmlns:a16="http://schemas.microsoft.com/office/drawing/2014/main" id="{9CBA5127-32F0-A8CF-4EE6-CE41E7C3E7B3}"/>
                    </a:ext>
                  </a:extLst>
                </p14:cNvPr>
                <p14:cNvContentPartPr/>
                <p14:nvPr/>
              </p14:nvContentPartPr>
              <p14:xfrm>
                <a:off x="1842112" y="3957229"/>
                <a:ext cx="12240" cy="11520"/>
              </p14:xfrm>
            </p:contentPart>
          </mc:Choice>
          <mc:Fallback xmlns="">
            <p:pic>
              <p:nvPicPr>
                <p:cNvPr id="180" name="Ink 179">
                  <a:extLst>
                    <a:ext uri="{FF2B5EF4-FFF2-40B4-BE49-F238E27FC236}">
                      <a16:creationId xmlns:a16="http://schemas.microsoft.com/office/drawing/2014/main" id="{9CBA5127-32F0-A8CF-4EE6-CE41E7C3E7B3}"/>
                    </a:ext>
                  </a:extLst>
                </p:cNvPr>
                <p:cNvPicPr/>
                <p:nvPr/>
              </p:nvPicPr>
              <p:blipFill>
                <a:blip r:embed="rId261"/>
                <a:stretch>
                  <a:fillRect/>
                </a:stretch>
              </p:blipFill>
              <p:spPr>
                <a:xfrm>
                  <a:off x="1837792" y="3952909"/>
                  <a:ext cx="20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81" name="Ink 180">
                  <a:extLst>
                    <a:ext uri="{FF2B5EF4-FFF2-40B4-BE49-F238E27FC236}">
                      <a16:creationId xmlns:a16="http://schemas.microsoft.com/office/drawing/2014/main" id="{5A92ECFB-FEDB-BA35-3AF0-E8610C6FBFF3}"/>
                    </a:ext>
                  </a:extLst>
                </p14:cNvPr>
                <p14:cNvContentPartPr/>
                <p14:nvPr/>
              </p14:nvContentPartPr>
              <p14:xfrm>
                <a:off x="1967392" y="3960469"/>
                <a:ext cx="23760" cy="110880"/>
              </p14:xfrm>
            </p:contentPart>
          </mc:Choice>
          <mc:Fallback xmlns="">
            <p:pic>
              <p:nvPicPr>
                <p:cNvPr id="181" name="Ink 180">
                  <a:extLst>
                    <a:ext uri="{FF2B5EF4-FFF2-40B4-BE49-F238E27FC236}">
                      <a16:creationId xmlns:a16="http://schemas.microsoft.com/office/drawing/2014/main" id="{5A92ECFB-FEDB-BA35-3AF0-E8610C6FBFF3}"/>
                    </a:ext>
                  </a:extLst>
                </p:cNvPr>
                <p:cNvPicPr/>
                <p:nvPr/>
              </p:nvPicPr>
              <p:blipFill>
                <a:blip r:embed="rId263"/>
                <a:stretch>
                  <a:fillRect/>
                </a:stretch>
              </p:blipFill>
              <p:spPr>
                <a:xfrm>
                  <a:off x="1963072" y="3956149"/>
                  <a:ext cx="324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82" name="Ink 181">
                  <a:extLst>
                    <a:ext uri="{FF2B5EF4-FFF2-40B4-BE49-F238E27FC236}">
                      <a16:creationId xmlns:a16="http://schemas.microsoft.com/office/drawing/2014/main" id="{A6B59DF7-D028-1143-E235-25A87480782D}"/>
                    </a:ext>
                  </a:extLst>
                </p14:cNvPr>
                <p14:cNvContentPartPr/>
                <p14:nvPr/>
              </p14:nvContentPartPr>
              <p14:xfrm>
                <a:off x="1938592" y="4008709"/>
                <a:ext cx="115200" cy="11520"/>
              </p14:xfrm>
            </p:contentPart>
          </mc:Choice>
          <mc:Fallback xmlns="">
            <p:pic>
              <p:nvPicPr>
                <p:cNvPr id="182" name="Ink 181">
                  <a:extLst>
                    <a:ext uri="{FF2B5EF4-FFF2-40B4-BE49-F238E27FC236}">
                      <a16:creationId xmlns:a16="http://schemas.microsoft.com/office/drawing/2014/main" id="{A6B59DF7-D028-1143-E235-25A87480782D}"/>
                    </a:ext>
                  </a:extLst>
                </p:cNvPr>
                <p:cNvPicPr/>
                <p:nvPr/>
              </p:nvPicPr>
              <p:blipFill>
                <a:blip r:embed="rId265"/>
                <a:stretch>
                  <a:fillRect/>
                </a:stretch>
              </p:blipFill>
              <p:spPr>
                <a:xfrm>
                  <a:off x="1934272" y="4004389"/>
                  <a:ext cx="1238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83" name="Ink 182">
                  <a:extLst>
                    <a:ext uri="{FF2B5EF4-FFF2-40B4-BE49-F238E27FC236}">
                      <a16:creationId xmlns:a16="http://schemas.microsoft.com/office/drawing/2014/main" id="{8A4036CB-A1F1-039F-4E77-479A5B980272}"/>
                    </a:ext>
                  </a:extLst>
                </p14:cNvPr>
                <p14:cNvContentPartPr/>
                <p14:nvPr/>
              </p14:nvContentPartPr>
              <p14:xfrm>
                <a:off x="2099872" y="3928429"/>
                <a:ext cx="35640" cy="116640"/>
              </p14:xfrm>
            </p:contentPart>
          </mc:Choice>
          <mc:Fallback xmlns="">
            <p:pic>
              <p:nvPicPr>
                <p:cNvPr id="183" name="Ink 182">
                  <a:extLst>
                    <a:ext uri="{FF2B5EF4-FFF2-40B4-BE49-F238E27FC236}">
                      <a16:creationId xmlns:a16="http://schemas.microsoft.com/office/drawing/2014/main" id="{8A4036CB-A1F1-039F-4E77-479A5B980272}"/>
                    </a:ext>
                  </a:extLst>
                </p:cNvPr>
                <p:cNvPicPr/>
                <p:nvPr/>
              </p:nvPicPr>
              <p:blipFill>
                <a:blip r:embed="rId267"/>
                <a:stretch>
                  <a:fillRect/>
                </a:stretch>
              </p:blipFill>
              <p:spPr>
                <a:xfrm>
                  <a:off x="2095552" y="3924109"/>
                  <a:ext cx="442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4" name="Ink 183">
                  <a:extLst>
                    <a:ext uri="{FF2B5EF4-FFF2-40B4-BE49-F238E27FC236}">
                      <a16:creationId xmlns:a16="http://schemas.microsoft.com/office/drawing/2014/main" id="{4E177731-5F0D-1D98-EC3B-770C49291ED2}"/>
                    </a:ext>
                  </a:extLst>
                </p14:cNvPr>
                <p14:cNvContentPartPr/>
                <p14:nvPr/>
              </p14:nvContentPartPr>
              <p14:xfrm>
                <a:off x="2256112" y="3873349"/>
                <a:ext cx="145440" cy="252000"/>
              </p14:xfrm>
            </p:contentPart>
          </mc:Choice>
          <mc:Fallback xmlns="">
            <p:pic>
              <p:nvPicPr>
                <p:cNvPr id="184" name="Ink 183">
                  <a:extLst>
                    <a:ext uri="{FF2B5EF4-FFF2-40B4-BE49-F238E27FC236}">
                      <a16:creationId xmlns:a16="http://schemas.microsoft.com/office/drawing/2014/main" id="{4E177731-5F0D-1D98-EC3B-770C49291ED2}"/>
                    </a:ext>
                  </a:extLst>
                </p:cNvPr>
                <p:cNvPicPr/>
                <p:nvPr/>
              </p:nvPicPr>
              <p:blipFill>
                <a:blip r:embed="rId269"/>
                <a:stretch>
                  <a:fillRect/>
                </a:stretch>
              </p:blipFill>
              <p:spPr>
                <a:xfrm>
                  <a:off x="2251792" y="3869029"/>
                  <a:ext cx="154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5" name="Ink 184">
                  <a:extLst>
                    <a:ext uri="{FF2B5EF4-FFF2-40B4-BE49-F238E27FC236}">
                      <a16:creationId xmlns:a16="http://schemas.microsoft.com/office/drawing/2014/main" id="{3A4D07BB-EC35-8549-7660-82804D5E55CC}"/>
                    </a:ext>
                  </a:extLst>
                </p14:cNvPr>
                <p14:cNvContentPartPr/>
                <p14:nvPr/>
              </p14:nvContentPartPr>
              <p14:xfrm>
                <a:off x="2564992" y="4006189"/>
                <a:ext cx="126720" cy="7560"/>
              </p14:xfrm>
            </p:contentPart>
          </mc:Choice>
          <mc:Fallback xmlns="">
            <p:pic>
              <p:nvPicPr>
                <p:cNvPr id="185" name="Ink 184">
                  <a:extLst>
                    <a:ext uri="{FF2B5EF4-FFF2-40B4-BE49-F238E27FC236}">
                      <a16:creationId xmlns:a16="http://schemas.microsoft.com/office/drawing/2014/main" id="{3A4D07BB-EC35-8549-7660-82804D5E55CC}"/>
                    </a:ext>
                  </a:extLst>
                </p:cNvPr>
                <p:cNvPicPr/>
                <p:nvPr/>
              </p:nvPicPr>
              <p:blipFill>
                <a:blip r:embed="rId271"/>
                <a:stretch>
                  <a:fillRect/>
                </a:stretch>
              </p:blipFill>
              <p:spPr>
                <a:xfrm>
                  <a:off x="2560672" y="4001869"/>
                  <a:ext cx="135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6" name="Ink 185">
                  <a:extLst>
                    <a:ext uri="{FF2B5EF4-FFF2-40B4-BE49-F238E27FC236}">
                      <a16:creationId xmlns:a16="http://schemas.microsoft.com/office/drawing/2014/main" id="{58E1B78F-C5AA-20E5-2AE0-9969270571FF}"/>
                    </a:ext>
                  </a:extLst>
                </p14:cNvPr>
                <p14:cNvContentPartPr/>
                <p14:nvPr/>
              </p14:nvContentPartPr>
              <p14:xfrm>
                <a:off x="2607472" y="4045429"/>
                <a:ext cx="134280" cy="21960"/>
              </p14:xfrm>
            </p:contentPart>
          </mc:Choice>
          <mc:Fallback xmlns="">
            <p:pic>
              <p:nvPicPr>
                <p:cNvPr id="186" name="Ink 185">
                  <a:extLst>
                    <a:ext uri="{FF2B5EF4-FFF2-40B4-BE49-F238E27FC236}">
                      <a16:creationId xmlns:a16="http://schemas.microsoft.com/office/drawing/2014/main" id="{58E1B78F-C5AA-20E5-2AE0-9969270571FF}"/>
                    </a:ext>
                  </a:extLst>
                </p:cNvPr>
                <p:cNvPicPr/>
                <p:nvPr/>
              </p:nvPicPr>
              <p:blipFill>
                <a:blip r:embed="rId273"/>
                <a:stretch>
                  <a:fillRect/>
                </a:stretch>
              </p:blipFill>
              <p:spPr>
                <a:xfrm>
                  <a:off x="2603152" y="4041109"/>
                  <a:ext cx="142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7" name="Ink 186">
                  <a:extLst>
                    <a:ext uri="{FF2B5EF4-FFF2-40B4-BE49-F238E27FC236}">
                      <a16:creationId xmlns:a16="http://schemas.microsoft.com/office/drawing/2014/main" id="{A544BB54-DCFF-656C-C2AC-6E6F86C845D2}"/>
                    </a:ext>
                  </a:extLst>
                </p14:cNvPr>
                <p14:cNvContentPartPr/>
                <p14:nvPr/>
              </p14:nvContentPartPr>
              <p14:xfrm>
                <a:off x="2952352" y="3849229"/>
                <a:ext cx="91080" cy="224280"/>
              </p14:xfrm>
            </p:contentPart>
          </mc:Choice>
          <mc:Fallback xmlns="">
            <p:pic>
              <p:nvPicPr>
                <p:cNvPr id="187" name="Ink 186">
                  <a:extLst>
                    <a:ext uri="{FF2B5EF4-FFF2-40B4-BE49-F238E27FC236}">
                      <a16:creationId xmlns:a16="http://schemas.microsoft.com/office/drawing/2014/main" id="{A544BB54-DCFF-656C-C2AC-6E6F86C845D2}"/>
                    </a:ext>
                  </a:extLst>
                </p:cNvPr>
                <p:cNvPicPr/>
                <p:nvPr/>
              </p:nvPicPr>
              <p:blipFill>
                <a:blip r:embed="rId275"/>
                <a:stretch>
                  <a:fillRect/>
                </a:stretch>
              </p:blipFill>
              <p:spPr>
                <a:xfrm>
                  <a:off x="2948032" y="3844909"/>
                  <a:ext cx="997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8" name="Ink 187">
                  <a:extLst>
                    <a:ext uri="{FF2B5EF4-FFF2-40B4-BE49-F238E27FC236}">
                      <a16:creationId xmlns:a16="http://schemas.microsoft.com/office/drawing/2014/main" id="{28D7CA6D-7844-FF3B-C678-D9F6827975DA}"/>
                    </a:ext>
                  </a:extLst>
                </p14:cNvPr>
                <p14:cNvContentPartPr/>
                <p14:nvPr/>
              </p14:nvContentPartPr>
              <p14:xfrm>
                <a:off x="2883952" y="3949309"/>
                <a:ext cx="232920" cy="18720"/>
              </p14:xfrm>
            </p:contentPart>
          </mc:Choice>
          <mc:Fallback xmlns="">
            <p:pic>
              <p:nvPicPr>
                <p:cNvPr id="188" name="Ink 187">
                  <a:extLst>
                    <a:ext uri="{FF2B5EF4-FFF2-40B4-BE49-F238E27FC236}">
                      <a16:creationId xmlns:a16="http://schemas.microsoft.com/office/drawing/2014/main" id="{28D7CA6D-7844-FF3B-C678-D9F6827975DA}"/>
                    </a:ext>
                  </a:extLst>
                </p:cNvPr>
                <p:cNvPicPr/>
                <p:nvPr/>
              </p:nvPicPr>
              <p:blipFill>
                <a:blip r:embed="rId277"/>
                <a:stretch>
                  <a:fillRect/>
                </a:stretch>
              </p:blipFill>
              <p:spPr>
                <a:xfrm>
                  <a:off x="2879632" y="3944989"/>
                  <a:ext cx="241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9" name="Ink 188">
                  <a:extLst>
                    <a:ext uri="{FF2B5EF4-FFF2-40B4-BE49-F238E27FC236}">
                      <a16:creationId xmlns:a16="http://schemas.microsoft.com/office/drawing/2014/main" id="{C6DCDCC3-D5C7-EED5-1F15-748D8B5B8ADA}"/>
                    </a:ext>
                  </a:extLst>
                </p14:cNvPr>
                <p14:cNvContentPartPr/>
                <p14:nvPr/>
              </p14:nvContentPartPr>
              <p14:xfrm>
                <a:off x="3119032" y="3939589"/>
                <a:ext cx="120600" cy="98640"/>
              </p14:xfrm>
            </p:contentPart>
          </mc:Choice>
          <mc:Fallback xmlns="">
            <p:pic>
              <p:nvPicPr>
                <p:cNvPr id="189" name="Ink 188">
                  <a:extLst>
                    <a:ext uri="{FF2B5EF4-FFF2-40B4-BE49-F238E27FC236}">
                      <a16:creationId xmlns:a16="http://schemas.microsoft.com/office/drawing/2014/main" id="{C6DCDCC3-D5C7-EED5-1F15-748D8B5B8ADA}"/>
                    </a:ext>
                  </a:extLst>
                </p:cNvPr>
                <p:cNvPicPr/>
                <p:nvPr/>
              </p:nvPicPr>
              <p:blipFill>
                <a:blip r:embed="rId279"/>
                <a:stretch>
                  <a:fillRect/>
                </a:stretch>
              </p:blipFill>
              <p:spPr>
                <a:xfrm>
                  <a:off x="3114712" y="3935269"/>
                  <a:ext cx="1292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0" name="Ink 189">
                  <a:extLst>
                    <a:ext uri="{FF2B5EF4-FFF2-40B4-BE49-F238E27FC236}">
                      <a16:creationId xmlns:a16="http://schemas.microsoft.com/office/drawing/2014/main" id="{AB35DA0E-C922-0C14-1BB5-D6506A7DB6B7}"/>
                    </a:ext>
                  </a:extLst>
                </p14:cNvPr>
                <p14:cNvContentPartPr/>
                <p14:nvPr/>
              </p14:nvContentPartPr>
              <p14:xfrm>
                <a:off x="3288232" y="3972349"/>
                <a:ext cx="249120" cy="62280"/>
              </p14:xfrm>
            </p:contentPart>
          </mc:Choice>
          <mc:Fallback xmlns="">
            <p:pic>
              <p:nvPicPr>
                <p:cNvPr id="190" name="Ink 189">
                  <a:extLst>
                    <a:ext uri="{FF2B5EF4-FFF2-40B4-BE49-F238E27FC236}">
                      <a16:creationId xmlns:a16="http://schemas.microsoft.com/office/drawing/2014/main" id="{AB35DA0E-C922-0C14-1BB5-D6506A7DB6B7}"/>
                    </a:ext>
                  </a:extLst>
                </p:cNvPr>
                <p:cNvPicPr/>
                <p:nvPr/>
              </p:nvPicPr>
              <p:blipFill>
                <a:blip r:embed="rId281"/>
                <a:stretch>
                  <a:fillRect/>
                </a:stretch>
              </p:blipFill>
              <p:spPr>
                <a:xfrm>
                  <a:off x="3283912" y="3968029"/>
                  <a:ext cx="257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1" name="Ink 190">
                  <a:extLst>
                    <a:ext uri="{FF2B5EF4-FFF2-40B4-BE49-F238E27FC236}">
                      <a16:creationId xmlns:a16="http://schemas.microsoft.com/office/drawing/2014/main" id="{4FB1DE03-CAE3-EC56-D91F-CE7DA8B18173}"/>
                    </a:ext>
                  </a:extLst>
                </p14:cNvPr>
                <p14:cNvContentPartPr/>
                <p14:nvPr/>
              </p14:nvContentPartPr>
              <p14:xfrm>
                <a:off x="3562552" y="3964429"/>
                <a:ext cx="63000" cy="243360"/>
              </p14:xfrm>
            </p:contentPart>
          </mc:Choice>
          <mc:Fallback xmlns="">
            <p:pic>
              <p:nvPicPr>
                <p:cNvPr id="191" name="Ink 190">
                  <a:extLst>
                    <a:ext uri="{FF2B5EF4-FFF2-40B4-BE49-F238E27FC236}">
                      <a16:creationId xmlns:a16="http://schemas.microsoft.com/office/drawing/2014/main" id="{4FB1DE03-CAE3-EC56-D91F-CE7DA8B18173}"/>
                    </a:ext>
                  </a:extLst>
                </p:cNvPr>
                <p:cNvPicPr/>
                <p:nvPr/>
              </p:nvPicPr>
              <p:blipFill>
                <a:blip r:embed="rId283"/>
                <a:stretch>
                  <a:fillRect/>
                </a:stretch>
              </p:blipFill>
              <p:spPr>
                <a:xfrm>
                  <a:off x="3558232" y="3960109"/>
                  <a:ext cx="716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2" name="Ink 191">
                  <a:extLst>
                    <a:ext uri="{FF2B5EF4-FFF2-40B4-BE49-F238E27FC236}">
                      <a16:creationId xmlns:a16="http://schemas.microsoft.com/office/drawing/2014/main" id="{D4AD07F2-A0B7-8EA1-9FD7-ED22EA33FB3C}"/>
                    </a:ext>
                  </a:extLst>
                </p14:cNvPr>
                <p14:cNvContentPartPr/>
                <p14:nvPr/>
              </p14:nvContentPartPr>
              <p14:xfrm>
                <a:off x="3596392" y="3969109"/>
                <a:ext cx="104760" cy="77040"/>
              </p14:xfrm>
            </p:contentPart>
          </mc:Choice>
          <mc:Fallback xmlns="">
            <p:pic>
              <p:nvPicPr>
                <p:cNvPr id="192" name="Ink 191">
                  <a:extLst>
                    <a:ext uri="{FF2B5EF4-FFF2-40B4-BE49-F238E27FC236}">
                      <a16:creationId xmlns:a16="http://schemas.microsoft.com/office/drawing/2014/main" id="{D4AD07F2-A0B7-8EA1-9FD7-ED22EA33FB3C}"/>
                    </a:ext>
                  </a:extLst>
                </p:cNvPr>
                <p:cNvPicPr/>
                <p:nvPr/>
              </p:nvPicPr>
              <p:blipFill>
                <a:blip r:embed="rId285"/>
                <a:stretch>
                  <a:fillRect/>
                </a:stretch>
              </p:blipFill>
              <p:spPr>
                <a:xfrm>
                  <a:off x="3592072" y="3964789"/>
                  <a:ext cx="113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93" name="Ink 192">
                  <a:extLst>
                    <a:ext uri="{FF2B5EF4-FFF2-40B4-BE49-F238E27FC236}">
                      <a16:creationId xmlns:a16="http://schemas.microsoft.com/office/drawing/2014/main" id="{C12286F7-A918-5342-FD4C-8388BC3CF6C1}"/>
                    </a:ext>
                  </a:extLst>
                </p14:cNvPr>
                <p14:cNvContentPartPr/>
                <p14:nvPr/>
              </p14:nvContentPartPr>
              <p14:xfrm>
                <a:off x="3837592" y="3952549"/>
                <a:ext cx="5040" cy="42840"/>
              </p14:xfrm>
            </p:contentPart>
          </mc:Choice>
          <mc:Fallback xmlns="">
            <p:pic>
              <p:nvPicPr>
                <p:cNvPr id="193" name="Ink 192">
                  <a:extLst>
                    <a:ext uri="{FF2B5EF4-FFF2-40B4-BE49-F238E27FC236}">
                      <a16:creationId xmlns:a16="http://schemas.microsoft.com/office/drawing/2014/main" id="{C12286F7-A918-5342-FD4C-8388BC3CF6C1}"/>
                    </a:ext>
                  </a:extLst>
                </p:cNvPr>
                <p:cNvPicPr/>
                <p:nvPr/>
              </p:nvPicPr>
              <p:blipFill>
                <a:blip r:embed="rId287"/>
                <a:stretch>
                  <a:fillRect/>
                </a:stretch>
              </p:blipFill>
              <p:spPr>
                <a:xfrm>
                  <a:off x="3833272" y="3948229"/>
                  <a:ext cx="136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4" name="Ink 193">
                  <a:extLst>
                    <a:ext uri="{FF2B5EF4-FFF2-40B4-BE49-F238E27FC236}">
                      <a16:creationId xmlns:a16="http://schemas.microsoft.com/office/drawing/2014/main" id="{00E65801-046B-0971-4ABF-D41D1F0424DA}"/>
                    </a:ext>
                  </a:extLst>
                </p14:cNvPr>
                <p14:cNvContentPartPr/>
                <p14:nvPr/>
              </p14:nvContentPartPr>
              <p14:xfrm>
                <a:off x="3734992" y="4082509"/>
                <a:ext cx="92520" cy="145440"/>
              </p14:xfrm>
            </p:contentPart>
          </mc:Choice>
          <mc:Fallback xmlns="">
            <p:pic>
              <p:nvPicPr>
                <p:cNvPr id="194" name="Ink 193">
                  <a:extLst>
                    <a:ext uri="{FF2B5EF4-FFF2-40B4-BE49-F238E27FC236}">
                      <a16:creationId xmlns:a16="http://schemas.microsoft.com/office/drawing/2014/main" id="{00E65801-046B-0971-4ABF-D41D1F0424DA}"/>
                    </a:ext>
                  </a:extLst>
                </p:cNvPr>
                <p:cNvPicPr/>
                <p:nvPr/>
              </p:nvPicPr>
              <p:blipFill>
                <a:blip r:embed="rId289"/>
                <a:stretch>
                  <a:fillRect/>
                </a:stretch>
              </p:blipFill>
              <p:spPr>
                <a:xfrm>
                  <a:off x="3730672" y="4078189"/>
                  <a:ext cx="101160" cy="15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0">
            <p14:nvContentPartPr>
              <p14:cNvPr id="195" name="Ink 194">
                <a:extLst>
                  <a:ext uri="{FF2B5EF4-FFF2-40B4-BE49-F238E27FC236}">
                    <a16:creationId xmlns:a16="http://schemas.microsoft.com/office/drawing/2014/main" id="{25D98DB8-5ABA-4DB8-5760-38BC782714B9}"/>
                  </a:ext>
                </a:extLst>
              </p14:cNvPr>
              <p14:cNvContentPartPr/>
              <p14:nvPr/>
            </p14:nvContentPartPr>
            <p14:xfrm>
              <a:off x="6249592" y="3733309"/>
              <a:ext cx="14040" cy="5040"/>
            </p14:xfrm>
          </p:contentPart>
        </mc:Choice>
        <mc:Fallback xmlns="">
          <p:pic>
            <p:nvPicPr>
              <p:cNvPr id="195" name="Ink 194">
                <a:extLst>
                  <a:ext uri="{FF2B5EF4-FFF2-40B4-BE49-F238E27FC236}">
                    <a16:creationId xmlns:a16="http://schemas.microsoft.com/office/drawing/2014/main" id="{25D98DB8-5ABA-4DB8-5760-38BC782714B9}"/>
                  </a:ext>
                </a:extLst>
              </p:cNvPr>
              <p:cNvPicPr/>
              <p:nvPr/>
            </p:nvPicPr>
            <p:blipFill>
              <a:blip r:embed="rId291"/>
              <a:stretch>
                <a:fillRect/>
              </a:stretch>
            </p:blipFill>
            <p:spPr>
              <a:xfrm>
                <a:off x="6204592" y="3688669"/>
                <a:ext cx="1036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6" name="Ink 195">
                <a:extLst>
                  <a:ext uri="{FF2B5EF4-FFF2-40B4-BE49-F238E27FC236}">
                    <a16:creationId xmlns:a16="http://schemas.microsoft.com/office/drawing/2014/main" id="{E9E87A36-7838-E840-9C3F-5952D4F194C8}"/>
                  </a:ext>
                </a:extLst>
              </p14:cNvPr>
              <p14:cNvContentPartPr/>
              <p14:nvPr/>
            </p14:nvContentPartPr>
            <p14:xfrm>
              <a:off x="804802" y="415630"/>
              <a:ext cx="272160" cy="243360"/>
            </p14:xfrm>
          </p:contentPart>
        </mc:Choice>
        <mc:Fallback xmlns="">
          <p:pic>
            <p:nvPicPr>
              <p:cNvPr id="196" name="Ink 195">
                <a:extLst>
                  <a:ext uri="{FF2B5EF4-FFF2-40B4-BE49-F238E27FC236}">
                    <a16:creationId xmlns:a16="http://schemas.microsoft.com/office/drawing/2014/main" id="{E9E87A36-7838-E840-9C3F-5952D4F194C8}"/>
                  </a:ext>
                </a:extLst>
              </p:cNvPr>
              <p:cNvPicPr/>
              <p:nvPr/>
            </p:nvPicPr>
            <p:blipFill>
              <a:blip r:embed="rId293"/>
              <a:stretch>
                <a:fillRect/>
              </a:stretch>
            </p:blipFill>
            <p:spPr>
              <a:xfrm>
                <a:off x="800482" y="411310"/>
                <a:ext cx="280800" cy="252000"/>
              </a:xfrm>
              <a:prstGeom prst="rect">
                <a:avLst/>
              </a:prstGeom>
            </p:spPr>
          </p:pic>
        </mc:Fallback>
      </mc:AlternateContent>
      <p:grpSp>
        <p:nvGrpSpPr>
          <p:cNvPr id="198" name="Group 197">
            <a:extLst>
              <a:ext uri="{FF2B5EF4-FFF2-40B4-BE49-F238E27FC236}">
                <a16:creationId xmlns:a16="http://schemas.microsoft.com/office/drawing/2014/main" id="{775B4A2C-5D35-6E7F-7D5B-ACBE6D0FBCEA}"/>
              </a:ext>
            </a:extLst>
          </p:cNvPr>
          <p:cNvGrpSpPr/>
          <p:nvPr/>
        </p:nvGrpSpPr>
        <p:grpSpPr>
          <a:xfrm>
            <a:off x="2839672" y="2707669"/>
            <a:ext cx="1635120" cy="412200"/>
            <a:chOff x="2839672" y="2707669"/>
            <a:chExt cx="1635120" cy="412200"/>
          </a:xfrm>
        </p:grpSpPr>
        <mc:AlternateContent xmlns:mc="http://schemas.openxmlformats.org/markup-compatibility/2006" xmlns:p14="http://schemas.microsoft.com/office/powerpoint/2010/main">
          <mc:Choice Requires="p14">
            <p:contentPart p14:bwMode="auto" r:id="rId294">
              <p14:nvContentPartPr>
                <p14:cNvPr id="107" name="Ink 106">
                  <a:extLst>
                    <a:ext uri="{FF2B5EF4-FFF2-40B4-BE49-F238E27FC236}">
                      <a16:creationId xmlns:a16="http://schemas.microsoft.com/office/drawing/2014/main" id="{334971D2-D33C-7690-A934-7B2C84D0E1D5}"/>
                    </a:ext>
                  </a:extLst>
                </p14:cNvPr>
                <p14:cNvContentPartPr/>
                <p14:nvPr/>
              </p14:nvContentPartPr>
              <p14:xfrm>
                <a:off x="2839672" y="2845549"/>
                <a:ext cx="34200" cy="133560"/>
              </p14:xfrm>
            </p:contentPart>
          </mc:Choice>
          <mc:Fallback xmlns="">
            <p:pic>
              <p:nvPicPr>
                <p:cNvPr id="107" name="Ink 106">
                  <a:extLst>
                    <a:ext uri="{FF2B5EF4-FFF2-40B4-BE49-F238E27FC236}">
                      <a16:creationId xmlns:a16="http://schemas.microsoft.com/office/drawing/2014/main" id="{334971D2-D33C-7690-A934-7B2C84D0E1D5}"/>
                    </a:ext>
                  </a:extLst>
                </p:cNvPr>
                <p:cNvPicPr/>
                <p:nvPr/>
              </p:nvPicPr>
              <p:blipFill>
                <a:blip r:embed="rId295"/>
                <a:stretch>
                  <a:fillRect/>
                </a:stretch>
              </p:blipFill>
              <p:spPr>
                <a:xfrm>
                  <a:off x="2835352" y="2841229"/>
                  <a:ext cx="42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08" name="Ink 107">
                  <a:extLst>
                    <a:ext uri="{FF2B5EF4-FFF2-40B4-BE49-F238E27FC236}">
                      <a16:creationId xmlns:a16="http://schemas.microsoft.com/office/drawing/2014/main" id="{6BEC2F7E-7571-1B32-06DA-8E934DC09AF6}"/>
                    </a:ext>
                  </a:extLst>
                </p14:cNvPr>
                <p14:cNvContentPartPr/>
                <p14:nvPr/>
              </p14:nvContentPartPr>
              <p14:xfrm>
                <a:off x="2883952" y="2729269"/>
                <a:ext cx="16560" cy="11520"/>
              </p14:xfrm>
            </p:contentPart>
          </mc:Choice>
          <mc:Fallback xmlns="">
            <p:pic>
              <p:nvPicPr>
                <p:cNvPr id="108" name="Ink 107">
                  <a:extLst>
                    <a:ext uri="{FF2B5EF4-FFF2-40B4-BE49-F238E27FC236}">
                      <a16:creationId xmlns:a16="http://schemas.microsoft.com/office/drawing/2014/main" id="{6BEC2F7E-7571-1B32-06DA-8E934DC09AF6}"/>
                    </a:ext>
                  </a:extLst>
                </p:cNvPr>
                <p:cNvPicPr/>
                <p:nvPr/>
              </p:nvPicPr>
              <p:blipFill>
                <a:blip r:embed="rId297"/>
                <a:stretch>
                  <a:fillRect/>
                </a:stretch>
              </p:blipFill>
              <p:spPr>
                <a:xfrm>
                  <a:off x="2879632" y="2724949"/>
                  <a:ext cx="252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09" name="Ink 108">
                  <a:extLst>
                    <a:ext uri="{FF2B5EF4-FFF2-40B4-BE49-F238E27FC236}">
                      <a16:creationId xmlns:a16="http://schemas.microsoft.com/office/drawing/2014/main" id="{828F4CF3-A738-74B1-A152-60F0577B4156}"/>
                    </a:ext>
                  </a:extLst>
                </p14:cNvPr>
                <p14:cNvContentPartPr/>
                <p14:nvPr/>
              </p14:nvContentPartPr>
              <p14:xfrm>
                <a:off x="2949832" y="2707669"/>
                <a:ext cx="176760" cy="412200"/>
              </p14:xfrm>
            </p:contentPart>
          </mc:Choice>
          <mc:Fallback xmlns="">
            <p:pic>
              <p:nvPicPr>
                <p:cNvPr id="109" name="Ink 108">
                  <a:extLst>
                    <a:ext uri="{FF2B5EF4-FFF2-40B4-BE49-F238E27FC236}">
                      <a16:creationId xmlns:a16="http://schemas.microsoft.com/office/drawing/2014/main" id="{828F4CF3-A738-74B1-A152-60F0577B4156}"/>
                    </a:ext>
                  </a:extLst>
                </p:cNvPr>
                <p:cNvPicPr/>
                <p:nvPr/>
              </p:nvPicPr>
              <p:blipFill>
                <a:blip r:embed="rId299"/>
                <a:stretch>
                  <a:fillRect/>
                </a:stretch>
              </p:blipFill>
              <p:spPr>
                <a:xfrm>
                  <a:off x="2945512" y="2703349"/>
                  <a:ext cx="18540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10" name="Ink 109">
                  <a:extLst>
                    <a:ext uri="{FF2B5EF4-FFF2-40B4-BE49-F238E27FC236}">
                      <a16:creationId xmlns:a16="http://schemas.microsoft.com/office/drawing/2014/main" id="{4F00CD8D-C8A0-71A3-2BD1-891D49507565}"/>
                    </a:ext>
                  </a:extLst>
                </p14:cNvPr>
                <p14:cNvContentPartPr/>
                <p14:nvPr/>
              </p14:nvContentPartPr>
              <p14:xfrm>
                <a:off x="2925712" y="2933029"/>
                <a:ext cx="110160" cy="27000"/>
              </p14:xfrm>
            </p:contentPart>
          </mc:Choice>
          <mc:Fallback xmlns="">
            <p:pic>
              <p:nvPicPr>
                <p:cNvPr id="110" name="Ink 109">
                  <a:extLst>
                    <a:ext uri="{FF2B5EF4-FFF2-40B4-BE49-F238E27FC236}">
                      <a16:creationId xmlns:a16="http://schemas.microsoft.com/office/drawing/2014/main" id="{4F00CD8D-C8A0-71A3-2BD1-891D49507565}"/>
                    </a:ext>
                  </a:extLst>
                </p:cNvPr>
                <p:cNvPicPr/>
                <p:nvPr/>
              </p:nvPicPr>
              <p:blipFill>
                <a:blip r:embed="rId301"/>
                <a:stretch>
                  <a:fillRect/>
                </a:stretch>
              </p:blipFill>
              <p:spPr>
                <a:xfrm>
                  <a:off x="2921392" y="2928709"/>
                  <a:ext cx="1188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12" name="Ink 111">
                  <a:extLst>
                    <a:ext uri="{FF2B5EF4-FFF2-40B4-BE49-F238E27FC236}">
                      <a16:creationId xmlns:a16="http://schemas.microsoft.com/office/drawing/2014/main" id="{683D3BC9-8B06-32CE-9C4D-14887F2CE19E}"/>
                    </a:ext>
                  </a:extLst>
                </p14:cNvPr>
                <p14:cNvContentPartPr/>
                <p14:nvPr/>
              </p14:nvContentPartPr>
              <p14:xfrm>
                <a:off x="3285352" y="2776789"/>
                <a:ext cx="125280" cy="289800"/>
              </p14:xfrm>
            </p:contentPart>
          </mc:Choice>
          <mc:Fallback xmlns="">
            <p:pic>
              <p:nvPicPr>
                <p:cNvPr id="112" name="Ink 111">
                  <a:extLst>
                    <a:ext uri="{FF2B5EF4-FFF2-40B4-BE49-F238E27FC236}">
                      <a16:creationId xmlns:a16="http://schemas.microsoft.com/office/drawing/2014/main" id="{683D3BC9-8B06-32CE-9C4D-14887F2CE19E}"/>
                    </a:ext>
                  </a:extLst>
                </p:cNvPr>
                <p:cNvPicPr/>
                <p:nvPr/>
              </p:nvPicPr>
              <p:blipFill>
                <a:blip r:embed="rId303"/>
                <a:stretch>
                  <a:fillRect/>
                </a:stretch>
              </p:blipFill>
              <p:spPr>
                <a:xfrm>
                  <a:off x="3281032" y="2772469"/>
                  <a:ext cx="1339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15" name="Ink 114">
                  <a:extLst>
                    <a:ext uri="{FF2B5EF4-FFF2-40B4-BE49-F238E27FC236}">
                      <a16:creationId xmlns:a16="http://schemas.microsoft.com/office/drawing/2014/main" id="{17A69122-1BF8-75F1-8997-B4FC60203C78}"/>
                    </a:ext>
                  </a:extLst>
                </p14:cNvPr>
                <p14:cNvContentPartPr/>
                <p14:nvPr/>
              </p14:nvContentPartPr>
              <p14:xfrm>
                <a:off x="3796192" y="2796589"/>
                <a:ext cx="219960" cy="283680"/>
              </p14:xfrm>
            </p:contentPart>
          </mc:Choice>
          <mc:Fallback xmlns="">
            <p:pic>
              <p:nvPicPr>
                <p:cNvPr id="115" name="Ink 114">
                  <a:extLst>
                    <a:ext uri="{FF2B5EF4-FFF2-40B4-BE49-F238E27FC236}">
                      <a16:creationId xmlns:a16="http://schemas.microsoft.com/office/drawing/2014/main" id="{17A69122-1BF8-75F1-8997-B4FC60203C78}"/>
                    </a:ext>
                  </a:extLst>
                </p:cNvPr>
                <p:cNvPicPr/>
                <p:nvPr/>
              </p:nvPicPr>
              <p:blipFill>
                <a:blip r:embed="rId305"/>
                <a:stretch>
                  <a:fillRect/>
                </a:stretch>
              </p:blipFill>
              <p:spPr>
                <a:xfrm>
                  <a:off x="3791872" y="2792269"/>
                  <a:ext cx="22860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16" name="Ink 115">
                  <a:extLst>
                    <a:ext uri="{FF2B5EF4-FFF2-40B4-BE49-F238E27FC236}">
                      <a16:creationId xmlns:a16="http://schemas.microsoft.com/office/drawing/2014/main" id="{82379068-0800-D0CC-A907-2CB8EA3A71AF}"/>
                    </a:ext>
                  </a:extLst>
                </p14:cNvPr>
                <p14:cNvContentPartPr/>
                <p14:nvPr/>
              </p14:nvContentPartPr>
              <p14:xfrm>
                <a:off x="4079152" y="2935909"/>
                <a:ext cx="78840" cy="63720"/>
              </p14:xfrm>
            </p:contentPart>
          </mc:Choice>
          <mc:Fallback xmlns="">
            <p:pic>
              <p:nvPicPr>
                <p:cNvPr id="116" name="Ink 115">
                  <a:extLst>
                    <a:ext uri="{FF2B5EF4-FFF2-40B4-BE49-F238E27FC236}">
                      <a16:creationId xmlns:a16="http://schemas.microsoft.com/office/drawing/2014/main" id="{82379068-0800-D0CC-A907-2CB8EA3A71AF}"/>
                    </a:ext>
                  </a:extLst>
                </p:cNvPr>
                <p:cNvPicPr/>
                <p:nvPr/>
              </p:nvPicPr>
              <p:blipFill>
                <a:blip r:embed="rId307"/>
                <a:stretch>
                  <a:fillRect/>
                </a:stretch>
              </p:blipFill>
              <p:spPr>
                <a:xfrm>
                  <a:off x="4074832" y="2931589"/>
                  <a:ext cx="87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17" name="Ink 116">
                  <a:extLst>
                    <a:ext uri="{FF2B5EF4-FFF2-40B4-BE49-F238E27FC236}">
                      <a16:creationId xmlns:a16="http://schemas.microsoft.com/office/drawing/2014/main" id="{9B9491F6-89D1-C650-B795-42F5CFCBD359}"/>
                    </a:ext>
                  </a:extLst>
                </p14:cNvPr>
                <p14:cNvContentPartPr/>
                <p14:nvPr/>
              </p14:nvContentPartPr>
              <p14:xfrm>
                <a:off x="4148272" y="2840149"/>
                <a:ext cx="12240" cy="21240"/>
              </p14:xfrm>
            </p:contentPart>
          </mc:Choice>
          <mc:Fallback xmlns="">
            <p:pic>
              <p:nvPicPr>
                <p:cNvPr id="117" name="Ink 116">
                  <a:extLst>
                    <a:ext uri="{FF2B5EF4-FFF2-40B4-BE49-F238E27FC236}">
                      <a16:creationId xmlns:a16="http://schemas.microsoft.com/office/drawing/2014/main" id="{9B9491F6-89D1-C650-B795-42F5CFCBD359}"/>
                    </a:ext>
                  </a:extLst>
                </p:cNvPr>
                <p:cNvPicPr/>
                <p:nvPr/>
              </p:nvPicPr>
              <p:blipFill>
                <a:blip r:embed="rId309"/>
                <a:stretch>
                  <a:fillRect/>
                </a:stretch>
              </p:blipFill>
              <p:spPr>
                <a:xfrm>
                  <a:off x="4143952" y="2835829"/>
                  <a:ext cx="20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18" name="Ink 117">
                  <a:extLst>
                    <a:ext uri="{FF2B5EF4-FFF2-40B4-BE49-F238E27FC236}">
                      <a16:creationId xmlns:a16="http://schemas.microsoft.com/office/drawing/2014/main" id="{C57C712E-E5A6-3C21-61C9-477E30DF5310}"/>
                    </a:ext>
                  </a:extLst>
                </p14:cNvPr>
                <p14:cNvContentPartPr/>
                <p14:nvPr/>
              </p14:nvContentPartPr>
              <p14:xfrm>
                <a:off x="4231432" y="2809549"/>
                <a:ext cx="243360" cy="258480"/>
              </p14:xfrm>
            </p:contentPart>
          </mc:Choice>
          <mc:Fallback xmlns="">
            <p:pic>
              <p:nvPicPr>
                <p:cNvPr id="118" name="Ink 117">
                  <a:extLst>
                    <a:ext uri="{FF2B5EF4-FFF2-40B4-BE49-F238E27FC236}">
                      <a16:creationId xmlns:a16="http://schemas.microsoft.com/office/drawing/2014/main" id="{C57C712E-E5A6-3C21-61C9-477E30DF5310}"/>
                    </a:ext>
                  </a:extLst>
                </p:cNvPr>
                <p:cNvPicPr/>
                <p:nvPr/>
              </p:nvPicPr>
              <p:blipFill>
                <a:blip r:embed="rId311"/>
                <a:stretch>
                  <a:fillRect/>
                </a:stretch>
              </p:blipFill>
              <p:spPr>
                <a:xfrm>
                  <a:off x="4227112" y="2805229"/>
                  <a:ext cx="2520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7" name="Ink 196">
                  <a:extLst>
                    <a:ext uri="{FF2B5EF4-FFF2-40B4-BE49-F238E27FC236}">
                      <a16:creationId xmlns:a16="http://schemas.microsoft.com/office/drawing/2014/main" id="{380B9015-E942-8C2C-28CA-0B401DE6B17D}"/>
                    </a:ext>
                  </a:extLst>
                </p14:cNvPr>
                <p14:cNvContentPartPr/>
                <p14:nvPr/>
              </p14:nvContentPartPr>
              <p14:xfrm>
                <a:off x="3559672" y="2896309"/>
                <a:ext cx="258480" cy="169200"/>
              </p14:xfrm>
            </p:contentPart>
          </mc:Choice>
          <mc:Fallback xmlns="">
            <p:pic>
              <p:nvPicPr>
                <p:cNvPr id="197" name="Ink 196">
                  <a:extLst>
                    <a:ext uri="{FF2B5EF4-FFF2-40B4-BE49-F238E27FC236}">
                      <a16:creationId xmlns:a16="http://schemas.microsoft.com/office/drawing/2014/main" id="{380B9015-E942-8C2C-28CA-0B401DE6B17D}"/>
                    </a:ext>
                  </a:extLst>
                </p:cNvPr>
                <p:cNvPicPr/>
                <p:nvPr/>
              </p:nvPicPr>
              <p:blipFill>
                <a:blip r:embed="rId313"/>
                <a:stretch>
                  <a:fillRect/>
                </a:stretch>
              </p:blipFill>
              <p:spPr>
                <a:xfrm>
                  <a:off x="3555352" y="2891989"/>
                  <a:ext cx="267120" cy="177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4">
            <p14:nvContentPartPr>
              <p14:cNvPr id="199" name="Ink 198">
                <a:extLst>
                  <a:ext uri="{FF2B5EF4-FFF2-40B4-BE49-F238E27FC236}">
                    <a16:creationId xmlns:a16="http://schemas.microsoft.com/office/drawing/2014/main" id="{72F39AC6-A13C-E527-7FAE-D5819574D5A9}"/>
                  </a:ext>
                </a:extLst>
              </p14:cNvPr>
              <p14:cNvContentPartPr/>
              <p14:nvPr/>
            </p14:nvContentPartPr>
            <p14:xfrm>
              <a:off x="5493952" y="2920069"/>
              <a:ext cx="160200" cy="162720"/>
            </p14:xfrm>
          </p:contentPart>
        </mc:Choice>
        <mc:Fallback xmlns="">
          <p:pic>
            <p:nvPicPr>
              <p:cNvPr id="199" name="Ink 198">
                <a:extLst>
                  <a:ext uri="{FF2B5EF4-FFF2-40B4-BE49-F238E27FC236}">
                    <a16:creationId xmlns:a16="http://schemas.microsoft.com/office/drawing/2014/main" id="{72F39AC6-A13C-E527-7FAE-D5819574D5A9}"/>
                  </a:ext>
                </a:extLst>
              </p:cNvPr>
              <p:cNvPicPr/>
              <p:nvPr/>
            </p:nvPicPr>
            <p:blipFill>
              <a:blip r:embed="rId315"/>
              <a:stretch>
                <a:fillRect/>
              </a:stretch>
            </p:blipFill>
            <p:spPr>
              <a:xfrm>
                <a:off x="5489632" y="2915749"/>
                <a:ext cx="1688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0" name="Ink 199">
                <a:extLst>
                  <a:ext uri="{FF2B5EF4-FFF2-40B4-BE49-F238E27FC236}">
                    <a16:creationId xmlns:a16="http://schemas.microsoft.com/office/drawing/2014/main" id="{B867D3D2-F137-BE71-7DF0-CAF60E313D8E}"/>
                  </a:ext>
                </a:extLst>
              </p14:cNvPr>
              <p14:cNvContentPartPr/>
              <p14:nvPr/>
            </p14:nvContentPartPr>
            <p14:xfrm>
              <a:off x="2777392" y="4416949"/>
              <a:ext cx="199080" cy="340920"/>
            </p14:xfrm>
          </p:contentPart>
        </mc:Choice>
        <mc:Fallback xmlns="">
          <p:pic>
            <p:nvPicPr>
              <p:cNvPr id="200" name="Ink 199">
                <a:extLst>
                  <a:ext uri="{FF2B5EF4-FFF2-40B4-BE49-F238E27FC236}">
                    <a16:creationId xmlns:a16="http://schemas.microsoft.com/office/drawing/2014/main" id="{B867D3D2-F137-BE71-7DF0-CAF60E313D8E}"/>
                  </a:ext>
                </a:extLst>
              </p:cNvPr>
              <p:cNvPicPr/>
              <p:nvPr/>
            </p:nvPicPr>
            <p:blipFill>
              <a:blip r:embed="rId317"/>
              <a:stretch>
                <a:fillRect/>
              </a:stretch>
            </p:blipFill>
            <p:spPr>
              <a:xfrm>
                <a:off x="2773072" y="4412629"/>
                <a:ext cx="20772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1" name="Ink 200">
                <a:extLst>
                  <a:ext uri="{FF2B5EF4-FFF2-40B4-BE49-F238E27FC236}">
                    <a16:creationId xmlns:a16="http://schemas.microsoft.com/office/drawing/2014/main" id="{ADCCE708-E67B-F00A-0136-36DF0C9723DC}"/>
                  </a:ext>
                </a:extLst>
              </p14:cNvPr>
              <p14:cNvContentPartPr/>
              <p14:nvPr/>
            </p14:nvContentPartPr>
            <p14:xfrm>
              <a:off x="1693072" y="4643029"/>
              <a:ext cx="182520" cy="282240"/>
            </p14:xfrm>
          </p:contentPart>
        </mc:Choice>
        <mc:Fallback xmlns="">
          <p:pic>
            <p:nvPicPr>
              <p:cNvPr id="201" name="Ink 200">
                <a:extLst>
                  <a:ext uri="{FF2B5EF4-FFF2-40B4-BE49-F238E27FC236}">
                    <a16:creationId xmlns:a16="http://schemas.microsoft.com/office/drawing/2014/main" id="{ADCCE708-E67B-F00A-0136-36DF0C9723DC}"/>
                  </a:ext>
                </a:extLst>
              </p:cNvPr>
              <p:cNvPicPr/>
              <p:nvPr/>
            </p:nvPicPr>
            <p:blipFill>
              <a:blip r:embed="rId319"/>
              <a:stretch>
                <a:fillRect/>
              </a:stretch>
            </p:blipFill>
            <p:spPr>
              <a:xfrm>
                <a:off x="1688752" y="4638709"/>
                <a:ext cx="191160" cy="290880"/>
              </a:xfrm>
              <a:prstGeom prst="rect">
                <a:avLst/>
              </a:prstGeom>
            </p:spPr>
          </p:pic>
        </mc:Fallback>
      </mc:AlternateContent>
      <p:grpSp>
        <p:nvGrpSpPr>
          <p:cNvPr id="223" name="Group 222">
            <a:extLst>
              <a:ext uri="{FF2B5EF4-FFF2-40B4-BE49-F238E27FC236}">
                <a16:creationId xmlns:a16="http://schemas.microsoft.com/office/drawing/2014/main" id="{B0B63522-7A96-013C-5D89-D77B8F2CABB0}"/>
              </a:ext>
            </a:extLst>
          </p:cNvPr>
          <p:cNvGrpSpPr/>
          <p:nvPr/>
        </p:nvGrpSpPr>
        <p:grpSpPr>
          <a:xfrm>
            <a:off x="379960" y="1629740"/>
            <a:ext cx="1779120" cy="539280"/>
            <a:chOff x="379960" y="1629740"/>
            <a:chExt cx="1779120" cy="539280"/>
          </a:xfrm>
        </p:grpSpPr>
        <mc:AlternateContent xmlns:mc="http://schemas.openxmlformats.org/markup-compatibility/2006" xmlns:p14="http://schemas.microsoft.com/office/powerpoint/2010/main">
          <mc:Choice Requires="p14">
            <p:contentPart p14:bwMode="auto" r:id="rId320">
              <p14:nvContentPartPr>
                <p14:cNvPr id="202" name="Ink 201">
                  <a:extLst>
                    <a:ext uri="{FF2B5EF4-FFF2-40B4-BE49-F238E27FC236}">
                      <a16:creationId xmlns:a16="http://schemas.microsoft.com/office/drawing/2014/main" id="{B0B2BCAF-02E2-FF9E-9278-97A8E859E0F1}"/>
                    </a:ext>
                  </a:extLst>
                </p14:cNvPr>
                <p14:cNvContentPartPr/>
                <p14:nvPr/>
              </p14:nvContentPartPr>
              <p14:xfrm>
                <a:off x="504880" y="1800740"/>
                <a:ext cx="21960" cy="4320"/>
              </p14:xfrm>
            </p:contentPart>
          </mc:Choice>
          <mc:Fallback xmlns="">
            <p:pic>
              <p:nvPicPr>
                <p:cNvPr id="202" name="Ink 201">
                  <a:extLst>
                    <a:ext uri="{FF2B5EF4-FFF2-40B4-BE49-F238E27FC236}">
                      <a16:creationId xmlns:a16="http://schemas.microsoft.com/office/drawing/2014/main" id="{B0B2BCAF-02E2-FF9E-9278-97A8E859E0F1}"/>
                    </a:ext>
                  </a:extLst>
                </p:cNvPr>
                <p:cNvPicPr/>
                <p:nvPr/>
              </p:nvPicPr>
              <p:blipFill>
                <a:blip r:embed="rId321"/>
                <a:stretch>
                  <a:fillRect/>
                </a:stretch>
              </p:blipFill>
              <p:spPr>
                <a:xfrm>
                  <a:off x="500560" y="1796420"/>
                  <a:ext cx="306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3" name="Ink 202">
                  <a:extLst>
                    <a:ext uri="{FF2B5EF4-FFF2-40B4-BE49-F238E27FC236}">
                      <a16:creationId xmlns:a16="http://schemas.microsoft.com/office/drawing/2014/main" id="{FF402ECE-0CD5-C94B-00A6-26054468ABB6}"/>
                    </a:ext>
                  </a:extLst>
                </p14:cNvPr>
                <p14:cNvContentPartPr/>
                <p14:nvPr/>
              </p14:nvContentPartPr>
              <p14:xfrm>
                <a:off x="421720" y="1708220"/>
                <a:ext cx="140400" cy="460800"/>
              </p14:xfrm>
            </p:contentPart>
          </mc:Choice>
          <mc:Fallback xmlns="">
            <p:pic>
              <p:nvPicPr>
                <p:cNvPr id="203" name="Ink 202">
                  <a:extLst>
                    <a:ext uri="{FF2B5EF4-FFF2-40B4-BE49-F238E27FC236}">
                      <a16:creationId xmlns:a16="http://schemas.microsoft.com/office/drawing/2014/main" id="{FF402ECE-0CD5-C94B-00A6-26054468ABB6}"/>
                    </a:ext>
                  </a:extLst>
                </p:cNvPr>
                <p:cNvPicPr/>
                <p:nvPr/>
              </p:nvPicPr>
              <p:blipFill>
                <a:blip r:embed="rId323"/>
                <a:stretch>
                  <a:fillRect/>
                </a:stretch>
              </p:blipFill>
              <p:spPr>
                <a:xfrm>
                  <a:off x="417400" y="1703900"/>
                  <a:ext cx="14904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4" name="Ink 203">
                  <a:extLst>
                    <a:ext uri="{FF2B5EF4-FFF2-40B4-BE49-F238E27FC236}">
                      <a16:creationId xmlns:a16="http://schemas.microsoft.com/office/drawing/2014/main" id="{39BF6C76-8B73-3DE7-8A0D-CC02805277AB}"/>
                    </a:ext>
                  </a:extLst>
                </p14:cNvPr>
                <p14:cNvContentPartPr/>
                <p14:nvPr/>
              </p14:nvContentPartPr>
              <p14:xfrm>
                <a:off x="379960" y="1877420"/>
                <a:ext cx="240840" cy="62640"/>
              </p14:xfrm>
            </p:contentPart>
          </mc:Choice>
          <mc:Fallback xmlns="">
            <p:pic>
              <p:nvPicPr>
                <p:cNvPr id="204" name="Ink 203">
                  <a:extLst>
                    <a:ext uri="{FF2B5EF4-FFF2-40B4-BE49-F238E27FC236}">
                      <a16:creationId xmlns:a16="http://schemas.microsoft.com/office/drawing/2014/main" id="{39BF6C76-8B73-3DE7-8A0D-CC02805277AB}"/>
                    </a:ext>
                  </a:extLst>
                </p:cNvPr>
                <p:cNvPicPr/>
                <p:nvPr/>
              </p:nvPicPr>
              <p:blipFill>
                <a:blip r:embed="rId325"/>
                <a:stretch>
                  <a:fillRect/>
                </a:stretch>
              </p:blipFill>
              <p:spPr>
                <a:xfrm>
                  <a:off x="375640" y="1873100"/>
                  <a:ext cx="2494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05" name="Ink 204">
                  <a:extLst>
                    <a:ext uri="{FF2B5EF4-FFF2-40B4-BE49-F238E27FC236}">
                      <a16:creationId xmlns:a16="http://schemas.microsoft.com/office/drawing/2014/main" id="{1722626A-6D9A-FF9E-8187-447753573C05}"/>
                    </a:ext>
                  </a:extLst>
                </p14:cNvPr>
                <p14:cNvContentPartPr/>
                <p14:nvPr/>
              </p14:nvContentPartPr>
              <p14:xfrm>
                <a:off x="619720" y="1837820"/>
                <a:ext cx="127800" cy="152280"/>
              </p14:xfrm>
            </p:contentPart>
          </mc:Choice>
          <mc:Fallback xmlns="">
            <p:pic>
              <p:nvPicPr>
                <p:cNvPr id="205" name="Ink 204">
                  <a:extLst>
                    <a:ext uri="{FF2B5EF4-FFF2-40B4-BE49-F238E27FC236}">
                      <a16:creationId xmlns:a16="http://schemas.microsoft.com/office/drawing/2014/main" id="{1722626A-6D9A-FF9E-8187-447753573C05}"/>
                    </a:ext>
                  </a:extLst>
                </p:cNvPr>
                <p:cNvPicPr/>
                <p:nvPr/>
              </p:nvPicPr>
              <p:blipFill>
                <a:blip r:embed="rId327"/>
                <a:stretch>
                  <a:fillRect/>
                </a:stretch>
              </p:blipFill>
              <p:spPr>
                <a:xfrm>
                  <a:off x="615400" y="1833500"/>
                  <a:ext cx="1364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6" name="Ink 205">
                  <a:extLst>
                    <a:ext uri="{FF2B5EF4-FFF2-40B4-BE49-F238E27FC236}">
                      <a16:creationId xmlns:a16="http://schemas.microsoft.com/office/drawing/2014/main" id="{8DE64E39-7DCE-A499-3B10-C99E7F54265C}"/>
                    </a:ext>
                  </a:extLst>
                </p14:cNvPr>
                <p14:cNvContentPartPr/>
                <p14:nvPr/>
              </p14:nvContentPartPr>
              <p14:xfrm>
                <a:off x="803680" y="1809020"/>
                <a:ext cx="114120" cy="165960"/>
              </p14:xfrm>
            </p:contentPart>
          </mc:Choice>
          <mc:Fallback xmlns="">
            <p:pic>
              <p:nvPicPr>
                <p:cNvPr id="206" name="Ink 205">
                  <a:extLst>
                    <a:ext uri="{FF2B5EF4-FFF2-40B4-BE49-F238E27FC236}">
                      <a16:creationId xmlns:a16="http://schemas.microsoft.com/office/drawing/2014/main" id="{8DE64E39-7DCE-A499-3B10-C99E7F54265C}"/>
                    </a:ext>
                  </a:extLst>
                </p:cNvPr>
                <p:cNvPicPr/>
                <p:nvPr/>
              </p:nvPicPr>
              <p:blipFill>
                <a:blip r:embed="rId329"/>
                <a:stretch>
                  <a:fillRect/>
                </a:stretch>
              </p:blipFill>
              <p:spPr>
                <a:xfrm>
                  <a:off x="799360" y="1804700"/>
                  <a:ext cx="12276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7" name="Ink 206">
                  <a:extLst>
                    <a:ext uri="{FF2B5EF4-FFF2-40B4-BE49-F238E27FC236}">
                      <a16:creationId xmlns:a16="http://schemas.microsoft.com/office/drawing/2014/main" id="{3C75B2FC-804A-026D-75C1-9EAA2D47CD4A}"/>
                    </a:ext>
                  </a:extLst>
                </p14:cNvPr>
                <p14:cNvContentPartPr/>
                <p14:nvPr/>
              </p14:nvContentPartPr>
              <p14:xfrm>
                <a:off x="1030120" y="1652420"/>
                <a:ext cx="280440" cy="413280"/>
              </p14:xfrm>
            </p:contentPart>
          </mc:Choice>
          <mc:Fallback xmlns="">
            <p:pic>
              <p:nvPicPr>
                <p:cNvPr id="207" name="Ink 206">
                  <a:extLst>
                    <a:ext uri="{FF2B5EF4-FFF2-40B4-BE49-F238E27FC236}">
                      <a16:creationId xmlns:a16="http://schemas.microsoft.com/office/drawing/2014/main" id="{3C75B2FC-804A-026D-75C1-9EAA2D47CD4A}"/>
                    </a:ext>
                  </a:extLst>
                </p:cNvPr>
                <p:cNvPicPr/>
                <p:nvPr/>
              </p:nvPicPr>
              <p:blipFill>
                <a:blip r:embed="rId331"/>
                <a:stretch>
                  <a:fillRect/>
                </a:stretch>
              </p:blipFill>
              <p:spPr>
                <a:xfrm>
                  <a:off x="1025800" y="1648100"/>
                  <a:ext cx="28908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08" name="Ink 207">
                  <a:extLst>
                    <a:ext uri="{FF2B5EF4-FFF2-40B4-BE49-F238E27FC236}">
                      <a16:creationId xmlns:a16="http://schemas.microsoft.com/office/drawing/2014/main" id="{0E15977A-7B8C-E698-D037-923CB324EBC6}"/>
                    </a:ext>
                  </a:extLst>
                </p14:cNvPr>
                <p14:cNvContentPartPr/>
                <p14:nvPr/>
              </p14:nvContentPartPr>
              <p14:xfrm>
                <a:off x="1323160" y="1885700"/>
                <a:ext cx="24480" cy="102960"/>
              </p14:xfrm>
            </p:contentPart>
          </mc:Choice>
          <mc:Fallback xmlns="">
            <p:pic>
              <p:nvPicPr>
                <p:cNvPr id="208" name="Ink 207">
                  <a:extLst>
                    <a:ext uri="{FF2B5EF4-FFF2-40B4-BE49-F238E27FC236}">
                      <a16:creationId xmlns:a16="http://schemas.microsoft.com/office/drawing/2014/main" id="{0E15977A-7B8C-E698-D037-923CB324EBC6}"/>
                    </a:ext>
                  </a:extLst>
                </p:cNvPr>
                <p:cNvPicPr/>
                <p:nvPr/>
              </p:nvPicPr>
              <p:blipFill>
                <a:blip r:embed="rId333"/>
                <a:stretch>
                  <a:fillRect/>
                </a:stretch>
              </p:blipFill>
              <p:spPr>
                <a:xfrm>
                  <a:off x="1318840" y="1881380"/>
                  <a:ext cx="331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09" name="Ink 208">
                  <a:extLst>
                    <a:ext uri="{FF2B5EF4-FFF2-40B4-BE49-F238E27FC236}">
                      <a16:creationId xmlns:a16="http://schemas.microsoft.com/office/drawing/2014/main" id="{7779F4E5-6BAB-F48B-E081-25013A337732}"/>
                    </a:ext>
                  </a:extLst>
                </p14:cNvPr>
                <p14:cNvContentPartPr/>
                <p14:nvPr/>
              </p14:nvContentPartPr>
              <p14:xfrm>
                <a:off x="1388680" y="1721180"/>
                <a:ext cx="29880" cy="88560"/>
              </p14:xfrm>
            </p:contentPart>
          </mc:Choice>
          <mc:Fallback xmlns="">
            <p:pic>
              <p:nvPicPr>
                <p:cNvPr id="209" name="Ink 208">
                  <a:extLst>
                    <a:ext uri="{FF2B5EF4-FFF2-40B4-BE49-F238E27FC236}">
                      <a16:creationId xmlns:a16="http://schemas.microsoft.com/office/drawing/2014/main" id="{7779F4E5-6BAB-F48B-E081-25013A337732}"/>
                    </a:ext>
                  </a:extLst>
                </p:cNvPr>
                <p:cNvPicPr/>
                <p:nvPr/>
              </p:nvPicPr>
              <p:blipFill>
                <a:blip r:embed="rId335"/>
                <a:stretch>
                  <a:fillRect/>
                </a:stretch>
              </p:blipFill>
              <p:spPr>
                <a:xfrm>
                  <a:off x="1384360" y="1716860"/>
                  <a:ext cx="385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10" name="Ink 209">
                  <a:extLst>
                    <a:ext uri="{FF2B5EF4-FFF2-40B4-BE49-F238E27FC236}">
                      <a16:creationId xmlns:a16="http://schemas.microsoft.com/office/drawing/2014/main" id="{895F723C-1AC3-CA11-AC05-EBBABECBF44E}"/>
                    </a:ext>
                  </a:extLst>
                </p14:cNvPr>
                <p14:cNvContentPartPr/>
                <p14:nvPr/>
              </p14:nvContentPartPr>
              <p14:xfrm>
                <a:off x="1428640" y="1873100"/>
                <a:ext cx="153000" cy="70560"/>
              </p14:xfrm>
            </p:contentPart>
          </mc:Choice>
          <mc:Fallback xmlns="">
            <p:pic>
              <p:nvPicPr>
                <p:cNvPr id="210" name="Ink 209">
                  <a:extLst>
                    <a:ext uri="{FF2B5EF4-FFF2-40B4-BE49-F238E27FC236}">
                      <a16:creationId xmlns:a16="http://schemas.microsoft.com/office/drawing/2014/main" id="{895F723C-1AC3-CA11-AC05-EBBABECBF44E}"/>
                    </a:ext>
                  </a:extLst>
                </p:cNvPr>
                <p:cNvPicPr/>
                <p:nvPr/>
              </p:nvPicPr>
              <p:blipFill>
                <a:blip r:embed="rId337"/>
                <a:stretch>
                  <a:fillRect/>
                </a:stretch>
              </p:blipFill>
              <p:spPr>
                <a:xfrm>
                  <a:off x="1424320" y="1868780"/>
                  <a:ext cx="1616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1" name="Ink 210">
                  <a:extLst>
                    <a:ext uri="{FF2B5EF4-FFF2-40B4-BE49-F238E27FC236}">
                      <a16:creationId xmlns:a16="http://schemas.microsoft.com/office/drawing/2014/main" id="{3F5560C9-3A3F-63D2-6362-70971D25C06E}"/>
                    </a:ext>
                  </a:extLst>
                </p14:cNvPr>
                <p14:cNvContentPartPr/>
                <p14:nvPr/>
              </p14:nvContentPartPr>
              <p14:xfrm>
                <a:off x="1681720" y="1703540"/>
                <a:ext cx="90360" cy="219240"/>
              </p14:xfrm>
            </p:contentPart>
          </mc:Choice>
          <mc:Fallback xmlns="">
            <p:pic>
              <p:nvPicPr>
                <p:cNvPr id="211" name="Ink 210">
                  <a:extLst>
                    <a:ext uri="{FF2B5EF4-FFF2-40B4-BE49-F238E27FC236}">
                      <a16:creationId xmlns:a16="http://schemas.microsoft.com/office/drawing/2014/main" id="{3F5560C9-3A3F-63D2-6362-70971D25C06E}"/>
                    </a:ext>
                  </a:extLst>
                </p:cNvPr>
                <p:cNvPicPr/>
                <p:nvPr/>
              </p:nvPicPr>
              <p:blipFill>
                <a:blip r:embed="rId339"/>
                <a:stretch>
                  <a:fillRect/>
                </a:stretch>
              </p:blipFill>
              <p:spPr>
                <a:xfrm>
                  <a:off x="1677400" y="1699220"/>
                  <a:ext cx="990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2" name="Ink 211">
                  <a:extLst>
                    <a:ext uri="{FF2B5EF4-FFF2-40B4-BE49-F238E27FC236}">
                      <a16:creationId xmlns:a16="http://schemas.microsoft.com/office/drawing/2014/main" id="{F5F225A2-2893-6188-BC2D-7CD1AFC748A2}"/>
                    </a:ext>
                  </a:extLst>
                </p14:cNvPr>
                <p14:cNvContentPartPr/>
                <p14:nvPr/>
              </p14:nvContentPartPr>
              <p14:xfrm>
                <a:off x="1630960" y="1797500"/>
                <a:ext cx="185760" cy="27720"/>
              </p14:xfrm>
            </p:contentPart>
          </mc:Choice>
          <mc:Fallback xmlns="">
            <p:pic>
              <p:nvPicPr>
                <p:cNvPr id="212" name="Ink 211">
                  <a:extLst>
                    <a:ext uri="{FF2B5EF4-FFF2-40B4-BE49-F238E27FC236}">
                      <a16:creationId xmlns:a16="http://schemas.microsoft.com/office/drawing/2014/main" id="{F5F225A2-2893-6188-BC2D-7CD1AFC748A2}"/>
                    </a:ext>
                  </a:extLst>
                </p:cNvPr>
                <p:cNvPicPr/>
                <p:nvPr/>
              </p:nvPicPr>
              <p:blipFill>
                <a:blip r:embed="rId341"/>
                <a:stretch>
                  <a:fillRect/>
                </a:stretch>
              </p:blipFill>
              <p:spPr>
                <a:xfrm>
                  <a:off x="1626640" y="1793180"/>
                  <a:ext cx="1944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4" name="Ink 213">
                  <a:extLst>
                    <a:ext uri="{FF2B5EF4-FFF2-40B4-BE49-F238E27FC236}">
                      <a16:creationId xmlns:a16="http://schemas.microsoft.com/office/drawing/2014/main" id="{87AA2539-E125-F33E-7D94-E61A21FAE262}"/>
                    </a:ext>
                  </a:extLst>
                </p14:cNvPr>
                <p14:cNvContentPartPr/>
                <p14:nvPr/>
              </p14:nvContentPartPr>
              <p14:xfrm>
                <a:off x="1945600" y="1776260"/>
                <a:ext cx="128880" cy="249480"/>
              </p14:xfrm>
            </p:contentPart>
          </mc:Choice>
          <mc:Fallback xmlns="">
            <p:pic>
              <p:nvPicPr>
                <p:cNvPr id="214" name="Ink 213">
                  <a:extLst>
                    <a:ext uri="{FF2B5EF4-FFF2-40B4-BE49-F238E27FC236}">
                      <a16:creationId xmlns:a16="http://schemas.microsoft.com/office/drawing/2014/main" id="{87AA2539-E125-F33E-7D94-E61A21FAE262}"/>
                    </a:ext>
                  </a:extLst>
                </p:cNvPr>
                <p:cNvPicPr/>
                <p:nvPr/>
              </p:nvPicPr>
              <p:blipFill>
                <a:blip r:embed="rId343"/>
                <a:stretch>
                  <a:fillRect/>
                </a:stretch>
              </p:blipFill>
              <p:spPr>
                <a:xfrm>
                  <a:off x="1941280" y="1771940"/>
                  <a:ext cx="1375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5" name="Ink 214">
                  <a:extLst>
                    <a:ext uri="{FF2B5EF4-FFF2-40B4-BE49-F238E27FC236}">
                      <a16:creationId xmlns:a16="http://schemas.microsoft.com/office/drawing/2014/main" id="{AB29A717-3579-6988-FA99-B903837EE35C}"/>
                    </a:ext>
                  </a:extLst>
                </p14:cNvPr>
                <p14:cNvContentPartPr/>
                <p14:nvPr/>
              </p14:nvContentPartPr>
              <p14:xfrm>
                <a:off x="2071240" y="1629740"/>
                <a:ext cx="87840" cy="41400"/>
              </p14:xfrm>
            </p:contentPart>
          </mc:Choice>
          <mc:Fallback xmlns="">
            <p:pic>
              <p:nvPicPr>
                <p:cNvPr id="215" name="Ink 214">
                  <a:extLst>
                    <a:ext uri="{FF2B5EF4-FFF2-40B4-BE49-F238E27FC236}">
                      <a16:creationId xmlns:a16="http://schemas.microsoft.com/office/drawing/2014/main" id="{AB29A717-3579-6988-FA99-B903837EE35C}"/>
                    </a:ext>
                  </a:extLst>
                </p:cNvPr>
                <p:cNvPicPr/>
                <p:nvPr/>
              </p:nvPicPr>
              <p:blipFill>
                <a:blip r:embed="rId345"/>
                <a:stretch>
                  <a:fillRect/>
                </a:stretch>
              </p:blipFill>
              <p:spPr>
                <a:xfrm>
                  <a:off x="2066920" y="1625420"/>
                  <a:ext cx="96480" cy="50040"/>
                </a:xfrm>
                <a:prstGeom prst="rect">
                  <a:avLst/>
                </a:prstGeom>
              </p:spPr>
            </p:pic>
          </mc:Fallback>
        </mc:AlternateContent>
      </p:grpSp>
      <p:grpSp>
        <p:nvGrpSpPr>
          <p:cNvPr id="222" name="Group 221">
            <a:extLst>
              <a:ext uri="{FF2B5EF4-FFF2-40B4-BE49-F238E27FC236}">
                <a16:creationId xmlns:a16="http://schemas.microsoft.com/office/drawing/2014/main" id="{53D24632-8086-017C-2C76-FA8A124121FF}"/>
              </a:ext>
            </a:extLst>
          </p:cNvPr>
          <p:cNvGrpSpPr/>
          <p:nvPr/>
        </p:nvGrpSpPr>
        <p:grpSpPr>
          <a:xfrm>
            <a:off x="2416120" y="1751060"/>
            <a:ext cx="131400" cy="84600"/>
            <a:chOff x="2416120" y="1751060"/>
            <a:chExt cx="131400" cy="84600"/>
          </a:xfrm>
        </p:grpSpPr>
        <mc:AlternateContent xmlns:mc="http://schemas.openxmlformats.org/markup-compatibility/2006" xmlns:p14="http://schemas.microsoft.com/office/powerpoint/2010/main">
          <mc:Choice Requires="p14">
            <p:contentPart p14:bwMode="auto" r:id="rId346">
              <p14:nvContentPartPr>
                <p14:cNvPr id="216" name="Ink 215">
                  <a:extLst>
                    <a:ext uri="{FF2B5EF4-FFF2-40B4-BE49-F238E27FC236}">
                      <a16:creationId xmlns:a16="http://schemas.microsoft.com/office/drawing/2014/main" id="{23C9DE18-861A-6B14-11D6-64C2BDBC9130}"/>
                    </a:ext>
                  </a:extLst>
                </p14:cNvPr>
                <p14:cNvContentPartPr/>
                <p14:nvPr/>
              </p14:nvContentPartPr>
              <p14:xfrm>
                <a:off x="2431600" y="1751060"/>
                <a:ext cx="115920" cy="37800"/>
              </p14:xfrm>
            </p:contentPart>
          </mc:Choice>
          <mc:Fallback xmlns="">
            <p:pic>
              <p:nvPicPr>
                <p:cNvPr id="216" name="Ink 215">
                  <a:extLst>
                    <a:ext uri="{FF2B5EF4-FFF2-40B4-BE49-F238E27FC236}">
                      <a16:creationId xmlns:a16="http://schemas.microsoft.com/office/drawing/2014/main" id="{23C9DE18-861A-6B14-11D6-64C2BDBC9130}"/>
                    </a:ext>
                  </a:extLst>
                </p:cNvPr>
                <p:cNvPicPr/>
                <p:nvPr/>
              </p:nvPicPr>
              <p:blipFill>
                <a:blip r:embed="rId347"/>
                <a:stretch>
                  <a:fillRect/>
                </a:stretch>
              </p:blipFill>
              <p:spPr>
                <a:xfrm>
                  <a:off x="2427280" y="1746740"/>
                  <a:ext cx="1245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17" name="Ink 216">
                  <a:extLst>
                    <a:ext uri="{FF2B5EF4-FFF2-40B4-BE49-F238E27FC236}">
                      <a16:creationId xmlns:a16="http://schemas.microsoft.com/office/drawing/2014/main" id="{F7FCFADA-0CBD-8F70-CED8-13B504778E49}"/>
                    </a:ext>
                  </a:extLst>
                </p14:cNvPr>
                <p14:cNvContentPartPr/>
                <p14:nvPr/>
              </p14:nvContentPartPr>
              <p14:xfrm>
                <a:off x="2416120" y="1826300"/>
                <a:ext cx="110880" cy="9360"/>
              </p14:xfrm>
            </p:contentPart>
          </mc:Choice>
          <mc:Fallback xmlns="">
            <p:pic>
              <p:nvPicPr>
                <p:cNvPr id="217" name="Ink 216">
                  <a:extLst>
                    <a:ext uri="{FF2B5EF4-FFF2-40B4-BE49-F238E27FC236}">
                      <a16:creationId xmlns:a16="http://schemas.microsoft.com/office/drawing/2014/main" id="{F7FCFADA-0CBD-8F70-CED8-13B504778E49}"/>
                    </a:ext>
                  </a:extLst>
                </p:cNvPr>
                <p:cNvPicPr/>
                <p:nvPr/>
              </p:nvPicPr>
              <p:blipFill>
                <a:blip r:embed="rId349"/>
                <a:stretch>
                  <a:fillRect/>
                </a:stretch>
              </p:blipFill>
              <p:spPr>
                <a:xfrm>
                  <a:off x="2411800" y="1821980"/>
                  <a:ext cx="119520" cy="18000"/>
                </a:xfrm>
                <a:prstGeom prst="rect">
                  <a:avLst/>
                </a:prstGeom>
              </p:spPr>
            </p:pic>
          </mc:Fallback>
        </mc:AlternateContent>
      </p:grpSp>
      <p:grpSp>
        <p:nvGrpSpPr>
          <p:cNvPr id="221" name="Group 220">
            <a:extLst>
              <a:ext uri="{FF2B5EF4-FFF2-40B4-BE49-F238E27FC236}">
                <a16:creationId xmlns:a16="http://schemas.microsoft.com/office/drawing/2014/main" id="{56F562D1-D16F-5F8E-86B6-98F3F11F34BD}"/>
              </a:ext>
            </a:extLst>
          </p:cNvPr>
          <p:cNvGrpSpPr/>
          <p:nvPr/>
        </p:nvGrpSpPr>
        <p:grpSpPr>
          <a:xfrm>
            <a:off x="2743000" y="1647740"/>
            <a:ext cx="309600" cy="176760"/>
            <a:chOff x="2743000" y="1647740"/>
            <a:chExt cx="309600" cy="176760"/>
          </a:xfrm>
        </p:grpSpPr>
        <mc:AlternateContent xmlns:mc="http://schemas.openxmlformats.org/markup-compatibility/2006" xmlns:p14="http://schemas.microsoft.com/office/powerpoint/2010/main">
          <mc:Choice Requires="p14">
            <p:contentPart p14:bwMode="auto" r:id="rId350">
              <p14:nvContentPartPr>
                <p14:cNvPr id="218" name="Ink 217">
                  <a:extLst>
                    <a:ext uri="{FF2B5EF4-FFF2-40B4-BE49-F238E27FC236}">
                      <a16:creationId xmlns:a16="http://schemas.microsoft.com/office/drawing/2014/main" id="{620F040A-281F-255A-18A2-0270279F436A}"/>
                    </a:ext>
                  </a:extLst>
                </p14:cNvPr>
                <p14:cNvContentPartPr/>
                <p14:nvPr/>
              </p14:nvContentPartPr>
              <p14:xfrm>
                <a:off x="2743000" y="1647740"/>
                <a:ext cx="154800" cy="176760"/>
              </p14:xfrm>
            </p:contentPart>
          </mc:Choice>
          <mc:Fallback xmlns="">
            <p:pic>
              <p:nvPicPr>
                <p:cNvPr id="218" name="Ink 217">
                  <a:extLst>
                    <a:ext uri="{FF2B5EF4-FFF2-40B4-BE49-F238E27FC236}">
                      <a16:creationId xmlns:a16="http://schemas.microsoft.com/office/drawing/2014/main" id="{620F040A-281F-255A-18A2-0270279F436A}"/>
                    </a:ext>
                  </a:extLst>
                </p:cNvPr>
                <p:cNvPicPr/>
                <p:nvPr/>
              </p:nvPicPr>
              <p:blipFill>
                <a:blip r:embed="rId351"/>
                <a:stretch>
                  <a:fillRect/>
                </a:stretch>
              </p:blipFill>
              <p:spPr>
                <a:xfrm>
                  <a:off x="2738680" y="1643420"/>
                  <a:ext cx="1634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19" name="Ink 218">
                  <a:extLst>
                    <a:ext uri="{FF2B5EF4-FFF2-40B4-BE49-F238E27FC236}">
                      <a16:creationId xmlns:a16="http://schemas.microsoft.com/office/drawing/2014/main" id="{66A2AEDE-B095-73A7-AFFF-21221EF1C135}"/>
                    </a:ext>
                  </a:extLst>
                </p14:cNvPr>
                <p14:cNvContentPartPr/>
                <p14:nvPr/>
              </p14:nvContentPartPr>
              <p14:xfrm>
                <a:off x="3034240" y="1746380"/>
                <a:ext cx="18360" cy="34560"/>
              </p14:xfrm>
            </p:contentPart>
          </mc:Choice>
          <mc:Fallback xmlns="">
            <p:pic>
              <p:nvPicPr>
                <p:cNvPr id="219" name="Ink 218">
                  <a:extLst>
                    <a:ext uri="{FF2B5EF4-FFF2-40B4-BE49-F238E27FC236}">
                      <a16:creationId xmlns:a16="http://schemas.microsoft.com/office/drawing/2014/main" id="{66A2AEDE-B095-73A7-AFFF-21221EF1C135}"/>
                    </a:ext>
                  </a:extLst>
                </p:cNvPr>
                <p:cNvPicPr/>
                <p:nvPr/>
              </p:nvPicPr>
              <p:blipFill>
                <a:blip r:embed="rId353"/>
                <a:stretch>
                  <a:fillRect/>
                </a:stretch>
              </p:blipFill>
              <p:spPr>
                <a:xfrm>
                  <a:off x="3029920" y="1742060"/>
                  <a:ext cx="27000" cy="43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4">
            <p14:nvContentPartPr>
              <p14:cNvPr id="220" name="Ink 219">
                <a:extLst>
                  <a:ext uri="{FF2B5EF4-FFF2-40B4-BE49-F238E27FC236}">
                    <a16:creationId xmlns:a16="http://schemas.microsoft.com/office/drawing/2014/main" id="{3DDB8388-671C-052C-A41C-0FFFD952E7D6}"/>
                  </a:ext>
                </a:extLst>
              </p14:cNvPr>
              <p14:cNvContentPartPr/>
              <p14:nvPr/>
            </p14:nvContentPartPr>
            <p14:xfrm>
              <a:off x="2932000" y="1914500"/>
              <a:ext cx="121320" cy="112680"/>
            </p14:xfrm>
          </p:contentPart>
        </mc:Choice>
        <mc:Fallback xmlns="">
          <p:pic>
            <p:nvPicPr>
              <p:cNvPr id="220" name="Ink 219">
                <a:extLst>
                  <a:ext uri="{FF2B5EF4-FFF2-40B4-BE49-F238E27FC236}">
                    <a16:creationId xmlns:a16="http://schemas.microsoft.com/office/drawing/2014/main" id="{3DDB8388-671C-052C-A41C-0FFFD952E7D6}"/>
                  </a:ext>
                </a:extLst>
              </p:cNvPr>
              <p:cNvPicPr/>
              <p:nvPr/>
            </p:nvPicPr>
            <p:blipFill>
              <a:blip r:embed="rId355"/>
              <a:stretch>
                <a:fillRect/>
              </a:stretch>
            </p:blipFill>
            <p:spPr>
              <a:xfrm>
                <a:off x="2927680" y="1910180"/>
                <a:ext cx="12996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24" name="Ink 223">
                <a:extLst>
                  <a:ext uri="{FF2B5EF4-FFF2-40B4-BE49-F238E27FC236}">
                    <a16:creationId xmlns:a16="http://schemas.microsoft.com/office/drawing/2014/main" id="{EAF9E17C-EAC1-DA80-605D-BB024843C4C1}"/>
                  </a:ext>
                </a:extLst>
              </p14:cNvPr>
              <p14:cNvContentPartPr/>
              <p14:nvPr/>
            </p14:nvContentPartPr>
            <p14:xfrm>
              <a:off x="3414760" y="1729460"/>
              <a:ext cx="106560" cy="250560"/>
            </p14:xfrm>
          </p:contentPart>
        </mc:Choice>
        <mc:Fallback xmlns="">
          <p:pic>
            <p:nvPicPr>
              <p:cNvPr id="224" name="Ink 223">
                <a:extLst>
                  <a:ext uri="{FF2B5EF4-FFF2-40B4-BE49-F238E27FC236}">
                    <a16:creationId xmlns:a16="http://schemas.microsoft.com/office/drawing/2014/main" id="{EAF9E17C-EAC1-DA80-605D-BB024843C4C1}"/>
                  </a:ext>
                </a:extLst>
              </p:cNvPr>
              <p:cNvPicPr/>
              <p:nvPr/>
            </p:nvPicPr>
            <p:blipFill>
              <a:blip r:embed="rId357"/>
              <a:stretch>
                <a:fillRect/>
              </a:stretch>
            </p:blipFill>
            <p:spPr>
              <a:xfrm>
                <a:off x="3410440" y="1725140"/>
                <a:ext cx="1152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25" name="Ink 224">
                <a:extLst>
                  <a:ext uri="{FF2B5EF4-FFF2-40B4-BE49-F238E27FC236}">
                    <a16:creationId xmlns:a16="http://schemas.microsoft.com/office/drawing/2014/main" id="{7214F39A-FA27-3291-FAD8-0F279BC1AAD3}"/>
                  </a:ext>
                </a:extLst>
              </p14:cNvPr>
              <p14:cNvContentPartPr/>
              <p14:nvPr/>
            </p14:nvContentPartPr>
            <p14:xfrm>
              <a:off x="3552280" y="1608500"/>
              <a:ext cx="26640" cy="33480"/>
            </p14:xfrm>
          </p:contentPart>
        </mc:Choice>
        <mc:Fallback xmlns="">
          <p:pic>
            <p:nvPicPr>
              <p:cNvPr id="225" name="Ink 224">
                <a:extLst>
                  <a:ext uri="{FF2B5EF4-FFF2-40B4-BE49-F238E27FC236}">
                    <a16:creationId xmlns:a16="http://schemas.microsoft.com/office/drawing/2014/main" id="{7214F39A-FA27-3291-FAD8-0F279BC1AAD3}"/>
                  </a:ext>
                </a:extLst>
              </p:cNvPr>
              <p:cNvPicPr/>
              <p:nvPr/>
            </p:nvPicPr>
            <p:blipFill>
              <a:blip r:embed="rId359"/>
              <a:stretch>
                <a:fillRect/>
              </a:stretch>
            </p:blipFill>
            <p:spPr>
              <a:xfrm>
                <a:off x="3547960" y="1604180"/>
                <a:ext cx="35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26" name="Ink 225">
                <a:extLst>
                  <a:ext uri="{FF2B5EF4-FFF2-40B4-BE49-F238E27FC236}">
                    <a16:creationId xmlns:a16="http://schemas.microsoft.com/office/drawing/2014/main" id="{F19097FB-F5D0-54D5-F9CB-A5A462E6C61F}"/>
                  </a:ext>
                </a:extLst>
              </p14:cNvPr>
              <p14:cNvContentPartPr/>
              <p14:nvPr/>
            </p14:nvContentPartPr>
            <p14:xfrm>
              <a:off x="3766840" y="1625780"/>
              <a:ext cx="320760" cy="140040"/>
            </p14:xfrm>
          </p:contentPart>
        </mc:Choice>
        <mc:Fallback xmlns="">
          <p:pic>
            <p:nvPicPr>
              <p:cNvPr id="226" name="Ink 225">
                <a:extLst>
                  <a:ext uri="{FF2B5EF4-FFF2-40B4-BE49-F238E27FC236}">
                    <a16:creationId xmlns:a16="http://schemas.microsoft.com/office/drawing/2014/main" id="{F19097FB-F5D0-54D5-F9CB-A5A462E6C61F}"/>
                  </a:ext>
                </a:extLst>
              </p:cNvPr>
              <p:cNvPicPr/>
              <p:nvPr/>
            </p:nvPicPr>
            <p:blipFill>
              <a:blip r:embed="rId361"/>
              <a:stretch>
                <a:fillRect/>
              </a:stretch>
            </p:blipFill>
            <p:spPr>
              <a:xfrm>
                <a:off x="3762520" y="1621460"/>
                <a:ext cx="329400" cy="148680"/>
              </a:xfrm>
              <a:prstGeom prst="rect">
                <a:avLst/>
              </a:prstGeom>
            </p:spPr>
          </p:pic>
        </mc:Fallback>
      </mc:AlternateContent>
      <p:grpSp>
        <p:nvGrpSpPr>
          <p:cNvPr id="242" name="Group 241">
            <a:extLst>
              <a:ext uri="{FF2B5EF4-FFF2-40B4-BE49-F238E27FC236}">
                <a16:creationId xmlns:a16="http://schemas.microsoft.com/office/drawing/2014/main" id="{FB49AE71-4AF1-1394-04BA-4BE377875452}"/>
              </a:ext>
            </a:extLst>
          </p:cNvPr>
          <p:cNvGrpSpPr/>
          <p:nvPr/>
        </p:nvGrpSpPr>
        <p:grpSpPr>
          <a:xfrm>
            <a:off x="4269400" y="1587980"/>
            <a:ext cx="493920" cy="125640"/>
            <a:chOff x="4269400" y="1587980"/>
            <a:chExt cx="493920" cy="125640"/>
          </a:xfrm>
        </p:grpSpPr>
        <mc:AlternateContent xmlns:mc="http://schemas.openxmlformats.org/markup-compatibility/2006" xmlns:p14="http://schemas.microsoft.com/office/powerpoint/2010/main">
          <mc:Choice Requires="p14">
            <p:contentPart p14:bwMode="auto" r:id="rId362">
              <p14:nvContentPartPr>
                <p14:cNvPr id="227" name="Ink 226">
                  <a:extLst>
                    <a:ext uri="{FF2B5EF4-FFF2-40B4-BE49-F238E27FC236}">
                      <a16:creationId xmlns:a16="http://schemas.microsoft.com/office/drawing/2014/main" id="{8E3B5408-923B-926B-A41B-55A92E8815CF}"/>
                    </a:ext>
                  </a:extLst>
                </p14:cNvPr>
                <p14:cNvContentPartPr/>
                <p14:nvPr/>
              </p14:nvContentPartPr>
              <p14:xfrm>
                <a:off x="4269400" y="1587980"/>
                <a:ext cx="139680" cy="125640"/>
              </p14:xfrm>
            </p:contentPart>
          </mc:Choice>
          <mc:Fallback xmlns="">
            <p:pic>
              <p:nvPicPr>
                <p:cNvPr id="227" name="Ink 226">
                  <a:extLst>
                    <a:ext uri="{FF2B5EF4-FFF2-40B4-BE49-F238E27FC236}">
                      <a16:creationId xmlns:a16="http://schemas.microsoft.com/office/drawing/2014/main" id="{8E3B5408-923B-926B-A41B-55A92E8815CF}"/>
                    </a:ext>
                  </a:extLst>
                </p:cNvPr>
                <p:cNvPicPr/>
                <p:nvPr/>
              </p:nvPicPr>
              <p:blipFill>
                <a:blip r:embed="rId363"/>
                <a:stretch>
                  <a:fillRect/>
                </a:stretch>
              </p:blipFill>
              <p:spPr>
                <a:xfrm>
                  <a:off x="4265080" y="1583660"/>
                  <a:ext cx="1483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28" name="Ink 227">
                  <a:extLst>
                    <a:ext uri="{FF2B5EF4-FFF2-40B4-BE49-F238E27FC236}">
                      <a16:creationId xmlns:a16="http://schemas.microsoft.com/office/drawing/2014/main" id="{CFEA5445-70D0-A40B-3993-7E62AA2D9CEA}"/>
                    </a:ext>
                  </a:extLst>
                </p14:cNvPr>
                <p14:cNvContentPartPr/>
                <p14:nvPr/>
              </p14:nvContentPartPr>
              <p14:xfrm>
                <a:off x="4561720" y="1608500"/>
                <a:ext cx="201600" cy="16200"/>
              </p14:xfrm>
            </p:contentPart>
          </mc:Choice>
          <mc:Fallback xmlns="">
            <p:pic>
              <p:nvPicPr>
                <p:cNvPr id="228" name="Ink 227">
                  <a:extLst>
                    <a:ext uri="{FF2B5EF4-FFF2-40B4-BE49-F238E27FC236}">
                      <a16:creationId xmlns:a16="http://schemas.microsoft.com/office/drawing/2014/main" id="{CFEA5445-70D0-A40B-3993-7E62AA2D9CEA}"/>
                    </a:ext>
                  </a:extLst>
                </p:cNvPr>
                <p:cNvPicPr/>
                <p:nvPr/>
              </p:nvPicPr>
              <p:blipFill>
                <a:blip r:embed="rId365"/>
                <a:stretch>
                  <a:fillRect/>
                </a:stretch>
              </p:blipFill>
              <p:spPr>
                <a:xfrm>
                  <a:off x="4557400" y="1604180"/>
                  <a:ext cx="210240" cy="24840"/>
                </a:xfrm>
                <a:prstGeom prst="rect">
                  <a:avLst/>
                </a:prstGeom>
              </p:spPr>
            </p:pic>
          </mc:Fallback>
        </mc:AlternateContent>
      </p:grpSp>
      <p:grpSp>
        <p:nvGrpSpPr>
          <p:cNvPr id="241" name="Group 240">
            <a:extLst>
              <a:ext uri="{FF2B5EF4-FFF2-40B4-BE49-F238E27FC236}">
                <a16:creationId xmlns:a16="http://schemas.microsoft.com/office/drawing/2014/main" id="{D7D88847-8977-4CFF-A962-8C2F7956272F}"/>
              </a:ext>
            </a:extLst>
          </p:cNvPr>
          <p:cNvGrpSpPr/>
          <p:nvPr/>
        </p:nvGrpSpPr>
        <p:grpSpPr>
          <a:xfrm>
            <a:off x="4963480" y="1494380"/>
            <a:ext cx="236880" cy="411840"/>
            <a:chOff x="4963480" y="1494380"/>
            <a:chExt cx="236880" cy="411840"/>
          </a:xfrm>
        </p:grpSpPr>
        <mc:AlternateContent xmlns:mc="http://schemas.openxmlformats.org/markup-compatibility/2006" xmlns:p14="http://schemas.microsoft.com/office/powerpoint/2010/main">
          <mc:Choice Requires="p14">
            <p:contentPart p14:bwMode="auto" r:id="rId366">
              <p14:nvContentPartPr>
                <p14:cNvPr id="229" name="Ink 228">
                  <a:extLst>
                    <a:ext uri="{FF2B5EF4-FFF2-40B4-BE49-F238E27FC236}">
                      <a16:creationId xmlns:a16="http://schemas.microsoft.com/office/drawing/2014/main" id="{68F299A9-C01F-77AF-C79E-7CA7F659A4F9}"/>
                    </a:ext>
                  </a:extLst>
                </p14:cNvPr>
                <p14:cNvContentPartPr/>
                <p14:nvPr/>
              </p14:nvContentPartPr>
              <p14:xfrm>
                <a:off x="4963480" y="1494380"/>
                <a:ext cx="62280" cy="230400"/>
              </p14:xfrm>
            </p:contentPart>
          </mc:Choice>
          <mc:Fallback xmlns="">
            <p:pic>
              <p:nvPicPr>
                <p:cNvPr id="229" name="Ink 228">
                  <a:extLst>
                    <a:ext uri="{FF2B5EF4-FFF2-40B4-BE49-F238E27FC236}">
                      <a16:creationId xmlns:a16="http://schemas.microsoft.com/office/drawing/2014/main" id="{68F299A9-C01F-77AF-C79E-7CA7F659A4F9}"/>
                    </a:ext>
                  </a:extLst>
                </p:cNvPr>
                <p:cNvPicPr/>
                <p:nvPr/>
              </p:nvPicPr>
              <p:blipFill>
                <a:blip r:embed="rId367"/>
                <a:stretch>
                  <a:fillRect/>
                </a:stretch>
              </p:blipFill>
              <p:spPr>
                <a:xfrm>
                  <a:off x="4959160" y="1490060"/>
                  <a:ext cx="709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30" name="Ink 229">
                  <a:extLst>
                    <a:ext uri="{FF2B5EF4-FFF2-40B4-BE49-F238E27FC236}">
                      <a16:creationId xmlns:a16="http://schemas.microsoft.com/office/drawing/2014/main" id="{50702083-5BB6-C27B-D79D-82FC0DCCC3E5}"/>
                    </a:ext>
                  </a:extLst>
                </p14:cNvPr>
                <p14:cNvContentPartPr/>
                <p14:nvPr/>
              </p14:nvContentPartPr>
              <p14:xfrm>
                <a:off x="5156800" y="1656380"/>
                <a:ext cx="11520" cy="15480"/>
              </p14:xfrm>
            </p:contentPart>
          </mc:Choice>
          <mc:Fallback xmlns="">
            <p:pic>
              <p:nvPicPr>
                <p:cNvPr id="230" name="Ink 229">
                  <a:extLst>
                    <a:ext uri="{FF2B5EF4-FFF2-40B4-BE49-F238E27FC236}">
                      <a16:creationId xmlns:a16="http://schemas.microsoft.com/office/drawing/2014/main" id="{50702083-5BB6-C27B-D79D-82FC0DCCC3E5}"/>
                    </a:ext>
                  </a:extLst>
                </p:cNvPr>
                <p:cNvPicPr/>
                <p:nvPr/>
              </p:nvPicPr>
              <p:blipFill>
                <a:blip r:embed="rId369"/>
                <a:stretch>
                  <a:fillRect/>
                </a:stretch>
              </p:blipFill>
              <p:spPr>
                <a:xfrm>
                  <a:off x="5152480" y="1652060"/>
                  <a:ext cx="201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31" name="Ink 230">
                  <a:extLst>
                    <a:ext uri="{FF2B5EF4-FFF2-40B4-BE49-F238E27FC236}">
                      <a16:creationId xmlns:a16="http://schemas.microsoft.com/office/drawing/2014/main" id="{AC52FE15-BE0F-3ACD-8529-F528E0800BB3}"/>
                    </a:ext>
                  </a:extLst>
                </p14:cNvPr>
                <p14:cNvContentPartPr/>
                <p14:nvPr/>
              </p14:nvContentPartPr>
              <p14:xfrm>
                <a:off x="5051680" y="1768700"/>
                <a:ext cx="148680" cy="137520"/>
              </p14:xfrm>
            </p:contentPart>
          </mc:Choice>
          <mc:Fallback xmlns="">
            <p:pic>
              <p:nvPicPr>
                <p:cNvPr id="231" name="Ink 230">
                  <a:extLst>
                    <a:ext uri="{FF2B5EF4-FFF2-40B4-BE49-F238E27FC236}">
                      <a16:creationId xmlns:a16="http://schemas.microsoft.com/office/drawing/2014/main" id="{AC52FE15-BE0F-3ACD-8529-F528E0800BB3}"/>
                    </a:ext>
                  </a:extLst>
                </p:cNvPr>
                <p:cNvPicPr/>
                <p:nvPr/>
              </p:nvPicPr>
              <p:blipFill>
                <a:blip r:embed="rId371"/>
                <a:stretch>
                  <a:fillRect/>
                </a:stretch>
              </p:blipFill>
              <p:spPr>
                <a:xfrm>
                  <a:off x="5047360" y="1764380"/>
                  <a:ext cx="157320" cy="146160"/>
                </a:xfrm>
                <a:prstGeom prst="rect">
                  <a:avLst/>
                </a:prstGeom>
              </p:spPr>
            </p:pic>
          </mc:Fallback>
        </mc:AlternateContent>
      </p:grpSp>
      <p:grpSp>
        <p:nvGrpSpPr>
          <p:cNvPr id="240" name="Group 239">
            <a:extLst>
              <a:ext uri="{FF2B5EF4-FFF2-40B4-BE49-F238E27FC236}">
                <a16:creationId xmlns:a16="http://schemas.microsoft.com/office/drawing/2014/main" id="{1C5C259C-D38C-ECEC-2C17-72A626847EDB}"/>
              </a:ext>
            </a:extLst>
          </p:cNvPr>
          <p:cNvGrpSpPr/>
          <p:nvPr/>
        </p:nvGrpSpPr>
        <p:grpSpPr>
          <a:xfrm>
            <a:off x="5450920" y="1449020"/>
            <a:ext cx="650520" cy="378000"/>
            <a:chOff x="5450920" y="1449020"/>
            <a:chExt cx="650520" cy="378000"/>
          </a:xfrm>
        </p:grpSpPr>
        <mc:AlternateContent xmlns:mc="http://schemas.openxmlformats.org/markup-compatibility/2006" xmlns:p14="http://schemas.microsoft.com/office/powerpoint/2010/main">
          <mc:Choice Requires="p14">
            <p:contentPart p14:bwMode="auto" r:id="rId372">
              <p14:nvContentPartPr>
                <p14:cNvPr id="232" name="Ink 231">
                  <a:extLst>
                    <a:ext uri="{FF2B5EF4-FFF2-40B4-BE49-F238E27FC236}">
                      <a16:creationId xmlns:a16="http://schemas.microsoft.com/office/drawing/2014/main" id="{B3278495-486F-D0B8-7DF4-E2D249D483B0}"/>
                    </a:ext>
                  </a:extLst>
                </p14:cNvPr>
                <p14:cNvContentPartPr/>
                <p14:nvPr/>
              </p14:nvContentPartPr>
              <p14:xfrm>
                <a:off x="5450920" y="1576100"/>
                <a:ext cx="178920" cy="250920"/>
              </p14:xfrm>
            </p:contentPart>
          </mc:Choice>
          <mc:Fallback xmlns="">
            <p:pic>
              <p:nvPicPr>
                <p:cNvPr id="232" name="Ink 231">
                  <a:extLst>
                    <a:ext uri="{FF2B5EF4-FFF2-40B4-BE49-F238E27FC236}">
                      <a16:creationId xmlns:a16="http://schemas.microsoft.com/office/drawing/2014/main" id="{B3278495-486F-D0B8-7DF4-E2D249D483B0}"/>
                    </a:ext>
                  </a:extLst>
                </p:cNvPr>
                <p:cNvPicPr/>
                <p:nvPr/>
              </p:nvPicPr>
              <p:blipFill>
                <a:blip r:embed="rId373"/>
                <a:stretch>
                  <a:fillRect/>
                </a:stretch>
              </p:blipFill>
              <p:spPr>
                <a:xfrm>
                  <a:off x="5446600" y="1571780"/>
                  <a:ext cx="1875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33" name="Ink 232">
                  <a:extLst>
                    <a:ext uri="{FF2B5EF4-FFF2-40B4-BE49-F238E27FC236}">
                      <a16:creationId xmlns:a16="http://schemas.microsoft.com/office/drawing/2014/main" id="{3A74BF83-FFA3-B8A2-2E99-0B4187EE9780}"/>
                    </a:ext>
                  </a:extLst>
                </p14:cNvPr>
                <p14:cNvContentPartPr/>
                <p14:nvPr/>
              </p14:nvContentPartPr>
              <p14:xfrm>
                <a:off x="5647120" y="1449020"/>
                <a:ext cx="26640" cy="32760"/>
              </p14:xfrm>
            </p:contentPart>
          </mc:Choice>
          <mc:Fallback xmlns="">
            <p:pic>
              <p:nvPicPr>
                <p:cNvPr id="233" name="Ink 232">
                  <a:extLst>
                    <a:ext uri="{FF2B5EF4-FFF2-40B4-BE49-F238E27FC236}">
                      <a16:creationId xmlns:a16="http://schemas.microsoft.com/office/drawing/2014/main" id="{3A74BF83-FFA3-B8A2-2E99-0B4187EE9780}"/>
                    </a:ext>
                  </a:extLst>
                </p:cNvPr>
                <p:cNvPicPr/>
                <p:nvPr/>
              </p:nvPicPr>
              <p:blipFill>
                <a:blip r:embed="rId375"/>
                <a:stretch>
                  <a:fillRect/>
                </a:stretch>
              </p:blipFill>
              <p:spPr>
                <a:xfrm>
                  <a:off x="5642800" y="1444700"/>
                  <a:ext cx="352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34" name="Ink 233">
                  <a:extLst>
                    <a:ext uri="{FF2B5EF4-FFF2-40B4-BE49-F238E27FC236}">
                      <a16:creationId xmlns:a16="http://schemas.microsoft.com/office/drawing/2014/main" id="{5EE6E6E9-6822-BDF0-D5C2-0C16284CFFC2}"/>
                    </a:ext>
                  </a:extLst>
                </p14:cNvPr>
                <p14:cNvContentPartPr/>
                <p14:nvPr/>
              </p14:nvContentPartPr>
              <p14:xfrm>
                <a:off x="5831440" y="1538660"/>
                <a:ext cx="39600" cy="136440"/>
              </p14:xfrm>
            </p:contentPart>
          </mc:Choice>
          <mc:Fallback xmlns="">
            <p:pic>
              <p:nvPicPr>
                <p:cNvPr id="234" name="Ink 233">
                  <a:extLst>
                    <a:ext uri="{FF2B5EF4-FFF2-40B4-BE49-F238E27FC236}">
                      <a16:creationId xmlns:a16="http://schemas.microsoft.com/office/drawing/2014/main" id="{5EE6E6E9-6822-BDF0-D5C2-0C16284CFFC2}"/>
                    </a:ext>
                  </a:extLst>
                </p:cNvPr>
                <p:cNvPicPr/>
                <p:nvPr/>
              </p:nvPicPr>
              <p:blipFill>
                <a:blip r:embed="rId377"/>
                <a:stretch>
                  <a:fillRect/>
                </a:stretch>
              </p:blipFill>
              <p:spPr>
                <a:xfrm>
                  <a:off x="5827120" y="1534340"/>
                  <a:ext cx="482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35" name="Ink 234">
                  <a:extLst>
                    <a:ext uri="{FF2B5EF4-FFF2-40B4-BE49-F238E27FC236}">
                      <a16:creationId xmlns:a16="http://schemas.microsoft.com/office/drawing/2014/main" id="{E462D06F-9AD9-D915-70A0-C3DD66F05EA0}"/>
                    </a:ext>
                  </a:extLst>
                </p14:cNvPr>
                <p14:cNvContentPartPr/>
                <p14:nvPr/>
              </p14:nvContentPartPr>
              <p14:xfrm>
                <a:off x="5817040" y="1601660"/>
                <a:ext cx="93240" cy="21240"/>
              </p14:xfrm>
            </p:contentPart>
          </mc:Choice>
          <mc:Fallback xmlns="">
            <p:pic>
              <p:nvPicPr>
                <p:cNvPr id="235" name="Ink 234">
                  <a:extLst>
                    <a:ext uri="{FF2B5EF4-FFF2-40B4-BE49-F238E27FC236}">
                      <a16:creationId xmlns:a16="http://schemas.microsoft.com/office/drawing/2014/main" id="{E462D06F-9AD9-D915-70A0-C3DD66F05EA0}"/>
                    </a:ext>
                  </a:extLst>
                </p:cNvPr>
                <p:cNvPicPr/>
                <p:nvPr/>
              </p:nvPicPr>
              <p:blipFill>
                <a:blip r:embed="rId379"/>
                <a:stretch>
                  <a:fillRect/>
                </a:stretch>
              </p:blipFill>
              <p:spPr>
                <a:xfrm>
                  <a:off x="5812720" y="1597340"/>
                  <a:ext cx="101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36" name="Ink 235">
                  <a:extLst>
                    <a:ext uri="{FF2B5EF4-FFF2-40B4-BE49-F238E27FC236}">
                      <a16:creationId xmlns:a16="http://schemas.microsoft.com/office/drawing/2014/main" id="{335C9454-9C1B-2271-9E9C-C38D579A2F59}"/>
                    </a:ext>
                  </a:extLst>
                </p14:cNvPr>
                <p14:cNvContentPartPr/>
                <p14:nvPr/>
              </p14:nvContentPartPr>
              <p14:xfrm>
                <a:off x="6040600" y="1541540"/>
                <a:ext cx="19800" cy="104760"/>
              </p14:xfrm>
            </p:contentPart>
          </mc:Choice>
          <mc:Fallback xmlns="">
            <p:pic>
              <p:nvPicPr>
                <p:cNvPr id="236" name="Ink 235">
                  <a:extLst>
                    <a:ext uri="{FF2B5EF4-FFF2-40B4-BE49-F238E27FC236}">
                      <a16:creationId xmlns:a16="http://schemas.microsoft.com/office/drawing/2014/main" id="{335C9454-9C1B-2271-9E9C-C38D579A2F59}"/>
                    </a:ext>
                  </a:extLst>
                </p:cNvPr>
                <p:cNvPicPr/>
                <p:nvPr/>
              </p:nvPicPr>
              <p:blipFill>
                <a:blip r:embed="rId381"/>
                <a:stretch>
                  <a:fillRect/>
                </a:stretch>
              </p:blipFill>
              <p:spPr>
                <a:xfrm>
                  <a:off x="6036280" y="1537220"/>
                  <a:ext cx="284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37" name="Ink 236">
                  <a:extLst>
                    <a:ext uri="{FF2B5EF4-FFF2-40B4-BE49-F238E27FC236}">
                      <a16:creationId xmlns:a16="http://schemas.microsoft.com/office/drawing/2014/main" id="{8BC18522-2570-DE9A-35AF-61929EB4B52C}"/>
                    </a:ext>
                  </a:extLst>
                </p14:cNvPr>
                <p14:cNvContentPartPr/>
                <p14:nvPr/>
              </p14:nvContentPartPr>
              <p14:xfrm>
                <a:off x="5993440" y="1597700"/>
                <a:ext cx="108000" cy="11520"/>
              </p14:xfrm>
            </p:contentPart>
          </mc:Choice>
          <mc:Fallback xmlns="">
            <p:pic>
              <p:nvPicPr>
                <p:cNvPr id="237" name="Ink 236">
                  <a:extLst>
                    <a:ext uri="{FF2B5EF4-FFF2-40B4-BE49-F238E27FC236}">
                      <a16:creationId xmlns:a16="http://schemas.microsoft.com/office/drawing/2014/main" id="{8BC18522-2570-DE9A-35AF-61929EB4B52C}"/>
                    </a:ext>
                  </a:extLst>
                </p:cNvPr>
                <p:cNvPicPr/>
                <p:nvPr/>
              </p:nvPicPr>
              <p:blipFill>
                <a:blip r:embed="rId383"/>
                <a:stretch>
                  <a:fillRect/>
                </a:stretch>
              </p:blipFill>
              <p:spPr>
                <a:xfrm>
                  <a:off x="5989120" y="1593380"/>
                  <a:ext cx="116640" cy="2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4">
            <p14:nvContentPartPr>
              <p14:cNvPr id="238" name="Ink 237">
                <a:extLst>
                  <a:ext uri="{FF2B5EF4-FFF2-40B4-BE49-F238E27FC236}">
                    <a16:creationId xmlns:a16="http://schemas.microsoft.com/office/drawing/2014/main" id="{136D202F-4BD5-C701-0556-FCC5878C9BD0}"/>
                  </a:ext>
                </a:extLst>
              </p14:cNvPr>
              <p14:cNvContentPartPr/>
              <p14:nvPr/>
            </p14:nvContentPartPr>
            <p14:xfrm>
              <a:off x="6271720" y="1405100"/>
              <a:ext cx="146160" cy="351000"/>
            </p14:xfrm>
          </p:contentPart>
        </mc:Choice>
        <mc:Fallback xmlns="">
          <p:pic>
            <p:nvPicPr>
              <p:cNvPr id="238" name="Ink 237">
                <a:extLst>
                  <a:ext uri="{FF2B5EF4-FFF2-40B4-BE49-F238E27FC236}">
                    <a16:creationId xmlns:a16="http://schemas.microsoft.com/office/drawing/2014/main" id="{136D202F-4BD5-C701-0556-FCC5878C9BD0}"/>
                  </a:ext>
                </a:extLst>
              </p:cNvPr>
              <p:cNvPicPr/>
              <p:nvPr/>
            </p:nvPicPr>
            <p:blipFill>
              <a:blip r:embed="rId385"/>
              <a:stretch>
                <a:fillRect/>
              </a:stretch>
            </p:blipFill>
            <p:spPr>
              <a:xfrm>
                <a:off x="6267400" y="1400780"/>
                <a:ext cx="15480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39" name="Ink 238">
                <a:extLst>
                  <a:ext uri="{FF2B5EF4-FFF2-40B4-BE49-F238E27FC236}">
                    <a16:creationId xmlns:a16="http://schemas.microsoft.com/office/drawing/2014/main" id="{FECA9D5C-35DE-A730-8F64-5F045C5F89FE}"/>
                  </a:ext>
                </a:extLst>
              </p14:cNvPr>
              <p14:cNvContentPartPr/>
              <p14:nvPr/>
            </p14:nvContentPartPr>
            <p14:xfrm>
              <a:off x="6623800" y="1308620"/>
              <a:ext cx="298800" cy="386280"/>
            </p14:xfrm>
          </p:contentPart>
        </mc:Choice>
        <mc:Fallback xmlns="">
          <p:pic>
            <p:nvPicPr>
              <p:cNvPr id="239" name="Ink 238">
                <a:extLst>
                  <a:ext uri="{FF2B5EF4-FFF2-40B4-BE49-F238E27FC236}">
                    <a16:creationId xmlns:a16="http://schemas.microsoft.com/office/drawing/2014/main" id="{FECA9D5C-35DE-A730-8F64-5F045C5F89FE}"/>
                  </a:ext>
                </a:extLst>
              </p:cNvPr>
              <p:cNvPicPr/>
              <p:nvPr/>
            </p:nvPicPr>
            <p:blipFill>
              <a:blip r:embed="rId387"/>
              <a:stretch>
                <a:fillRect/>
              </a:stretch>
            </p:blipFill>
            <p:spPr>
              <a:xfrm>
                <a:off x="6619480" y="1304300"/>
                <a:ext cx="30744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43" name="Ink 242">
                <a:extLst>
                  <a:ext uri="{FF2B5EF4-FFF2-40B4-BE49-F238E27FC236}">
                    <a16:creationId xmlns:a16="http://schemas.microsoft.com/office/drawing/2014/main" id="{B8E584F9-F96B-E9A7-58C9-61CDCB4B59EC}"/>
                  </a:ext>
                </a:extLst>
              </p14:cNvPr>
              <p14:cNvContentPartPr/>
              <p14:nvPr/>
            </p14:nvContentPartPr>
            <p14:xfrm>
              <a:off x="342880" y="4917620"/>
              <a:ext cx="263520" cy="326880"/>
            </p14:xfrm>
          </p:contentPart>
        </mc:Choice>
        <mc:Fallback xmlns="">
          <p:pic>
            <p:nvPicPr>
              <p:cNvPr id="243" name="Ink 242">
                <a:extLst>
                  <a:ext uri="{FF2B5EF4-FFF2-40B4-BE49-F238E27FC236}">
                    <a16:creationId xmlns:a16="http://schemas.microsoft.com/office/drawing/2014/main" id="{B8E584F9-F96B-E9A7-58C9-61CDCB4B59EC}"/>
                  </a:ext>
                </a:extLst>
              </p:cNvPr>
              <p:cNvPicPr/>
              <p:nvPr/>
            </p:nvPicPr>
            <p:blipFill>
              <a:blip r:embed="rId389"/>
              <a:stretch>
                <a:fillRect/>
              </a:stretch>
            </p:blipFill>
            <p:spPr>
              <a:xfrm>
                <a:off x="338560" y="4913300"/>
                <a:ext cx="272160" cy="335520"/>
              </a:xfrm>
              <a:prstGeom prst="rect">
                <a:avLst/>
              </a:prstGeom>
            </p:spPr>
          </p:pic>
        </mc:Fallback>
      </mc:AlternateContent>
    </p:spTree>
    <p:extLst>
      <p:ext uri="{BB962C8B-B14F-4D97-AF65-F5344CB8AC3E}">
        <p14:creationId xmlns:p14="http://schemas.microsoft.com/office/powerpoint/2010/main" val="1047495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6D0C82-2690-549C-41EF-CD6932B09B1B}"/>
              </a:ext>
            </a:extLst>
          </p:cNvPr>
          <p:cNvSpPr>
            <a:spLocks noGrp="1"/>
          </p:cNvSpPr>
          <p:nvPr>
            <p:ph type="sldNum" sz="quarter" idx="12"/>
          </p:nvPr>
        </p:nvSpPr>
        <p:spPr/>
        <p:txBody>
          <a:bodyPr/>
          <a:lstStyle/>
          <a:p>
            <a:fld id="{AD2B2EE5-B8BC-4D24-A25E-F2DF61737E68}" type="slidenum">
              <a:rPr lang="en-US" smtClean="0"/>
              <a:pPr/>
              <a:t>7</a:t>
            </a:fld>
            <a:endParaRPr lang="en-US" dirty="0"/>
          </a:p>
        </p:txBody>
      </p:sp>
      <p:grpSp>
        <p:nvGrpSpPr>
          <p:cNvPr id="19" name="Group 18">
            <a:extLst>
              <a:ext uri="{FF2B5EF4-FFF2-40B4-BE49-F238E27FC236}">
                <a16:creationId xmlns:a16="http://schemas.microsoft.com/office/drawing/2014/main" id="{26703634-1981-FA98-4496-3D5B0D1DD344}"/>
              </a:ext>
            </a:extLst>
          </p:cNvPr>
          <p:cNvGrpSpPr/>
          <p:nvPr/>
        </p:nvGrpSpPr>
        <p:grpSpPr>
          <a:xfrm>
            <a:off x="1210840" y="240500"/>
            <a:ext cx="3111480" cy="567360"/>
            <a:chOff x="1210840" y="240500"/>
            <a:chExt cx="3111480" cy="5673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D3C7682-45A2-071C-4AF0-F51BB4F7BBFA}"/>
                    </a:ext>
                  </a:extLst>
                </p14:cNvPr>
                <p14:cNvContentPartPr/>
                <p14:nvPr/>
              </p14:nvContentPartPr>
              <p14:xfrm>
                <a:off x="1402360" y="264620"/>
                <a:ext cx="329040" cy="284040"/>
              </p14:xfrm>
            </p:contentPart>
          </mc:Choice>
          <mc:Fallback xmlns="">
            <p:pic>
              <p:nvPicPr>
                <p:cNvPr id="3" name="Ink 2">
                  <a:extLst>
                    <a:ext uri="{FF2B5EF4-FFF2-40B4-BE49-F238E27FC236}">
                      <a16:creationId xmlns:a16="http://schemas.microsoft.com/office/drawing/2014/main" id="{BD3C7682-45A2-071C-4AF0-F51BB4F7BBFA}"/>
                    </a:ext>
                  </a:extLst>
                </p:cNvPr>
                <p:cNvPicPr/>
                <p:nvPr/>
              </p:nvPicPr>
              <p:blipFill>
                <a:blip r:embed="rId3"/>
                <a:stretch>
                  <a:fillRect/>
                </a:stretch>
              </p:blipFill>
              <p:spPr>
                <a:xfrm>
                  <a:off x="1398040" y="260300"/>
                  <a:ext cx="3376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5A72B31-51B7-D264-C5E8-B5A7827B1F0E}"/>
                    </a:ext>
                  </a:extLst>
                </p14:cNvPr>
                <p14:cNvContentPartPr/>
                <p14:nvPr/>
              </p14:nvContentPartPr>
              <p14:xfrm>
                <a:off x="1634200" y="433820"/>
                <a:ext cx="110160" cy="106920"/>
              </p14:xfrm>
            </p:contentPart>
          </mc:Choice>
          <mc:Fallback xmlns="">
            <p:pic>
              <p:nvPicPr>
                <p:cNvPr id="4" name="Ink 3">
                  <a:extLst>
                    <a:ext uri="{FF2B5EF4-FFF2-40B4-BE49-F238E27FC236}">
                      <a16:creationId xmlns:a16="http://schemas.microsoft.com/office/drawing/2014/main" id="{25A72B31-51B7-D264-C5E8-B5A7827B1F0E}"/>
                    </a:ext>
                  </a:extLst>
                </p:cNvPr>
                <p:cNvPicPr/>
                <p:nvPr/>
              </p:nvPicPr>
              <p:blipFill>
                <a:blip r:embed="rId5"/>
                <a:stretch>
                  <a:fillRect/>
                </a:stretch>
              </p:blipFill>
              <p:spPr>
                <a:xfrm>
                  <a:off x="1629880" y="429500"/>
                  <a:ext cx="1188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0326A3C-7BE7-F8C8-F2F9-FEB5E43693DB}"/>
                    </a:ext>
                  </a:extLst>
                </p14:cNvPr>
                <p14:cNvContentPartPr/>
                <p14:nvPr/>
              </p14:nvContentPartPr>
              <p14:xfrm>
                <a:off x="1809160" y="240500"/>
                <a:ext cx="221400" cy="304200"/>
              </p14:xfrm>
            </p:contentPart>
          </mc:Choice>
          <mc:Fallback xmlns="">
            <p:pic>
              <p:nvPicPr>
                <p:cNvPr id="5" name="Ink 4">
                  <a:extLst>
                    <a:ext uri="{FF2B5EF4-FFF2-40B4-BE49-F238E27FC236}">
                      <a16:creationId xmlns:a16="http://schemas.microsoft.com/office/drawing/2014/main" id="{40326A3C-7BE7-F8C8-F2F9-FEB5E43693DB}"/>
                    </a:ext>
                  </a:extLst>
                </p:cNvPr>
                <p:cNvPicPr/>
                <p:nvPr/>
              </p:nvPicPr>
              <p:blipFill>
                <a:blip r:embed="rId7"/>
                <a:stretch>
                  <a:fillRect/>
                </a:stretch>
              </p:blipFill>
              <p:spPr>
                <a:xfrm>
                  <a:off x="1804840" y="236180"/>
                  <a:ext cx="2300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7B581FC3-0CB3-CD78-A372-637A14EAC165}"/>
                    </a:ext>
                  </a:extLst>
                </p14:cNvPr>
                <p14:cNvContentPartPr/>
                <p14:nvPr/>
              </p14:nvContentPartPr>
              <p14:xfrm>
                <a:off x="2062600" y="460460"/>
                <a:ext cx="46800" cy="77400"/>
              </p14:xfrm>
            </p:contentPart>
          </mc:Choice>
          <mc:Fallback xmlns="">
            <p:pic>
              <p:nvPicPr>
                <p:cNvPr id="6" name="Ink 5">
                  <a:extLst>
                    <a:ext uri="{FF2B5EF4-FFF2-40B4-BE49-F238E27FC236}">
                      <a16:creationId xmlns:a16="http://schemas.microsoft.com/office/drawing/2014/main" id="{7B581FC3-0CB3-CD78-A372-637A14EAC165}"/>
                    </a:ext>
                  </a:extLst>
                </p:cNvPr>
                <p:cNvPicPr/>
                <p:nvPr/>
              </p:nvPicPr>
              <p:blipFill>
                <a:blip r:embed="rId9"/>
                <a:stretch>
                  <a:fillRect/>
                </a:stretch>
              </p:blipFill>
              <p:spPr>
                <a:xfrm>
                  <a:off x="2058280" y="456140"/>
                  <a:ext cx="554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A3F9780-332B-074D-9306-E100940E7914}"/>
                    </a:ext>
                  </a:extLst>
                </p14:cNvPr>
                <p14:cNvContentPartPr/>
                <p14:nvPr/>
              </p14:nvContentPartPr>
              <p14:xfrm>
                <a:off x="2134600" y="330500"/>
                <a:ext cx="36360" cy="54720"/>
              </p14:xfrm>
            </p:contentPart>
          </mc:Choice>
          <mc:Fallback xmlns="">
            <p:pic>
              <p:nvPicPr>
                <p:cNvPr id="7" name="Ink 6">
                  <a:extLst>
                    <a:ext uri="{FF2B5EF4-FFF2-40B4-BE49-F238E27FC236}">
                      <a16:creationId xmlns:a16="http://schemas.microsoft.com/office/drawing/2014/main" id="{4A3F9780-332B-074D-9306-E100940E7914}"/>
                    </a:ext>
                  </a:extLst>
                </p:cNvPr>
                <p:cNvPicPr/>
                <p:nvPr/>
              </p:nvPicPr>
              <p:blipFill>
                <a:blip r:embed="rId11"/>
                <a:stretch>
                  <a:fillRect/>
                </a:stretch>
              </p:blipFill>
              <p:spPr>
                <a:xfrm>
                  <a:off x="2130280" y="326180"/>
                  <a:ext cx="450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F55CC88-DED0-25DB-4AC2-890821CE0318}"/>
                    </a:ext>
                  </a:extLst>
                </p14:cNvPr>
                <p14:cNvContentPartPr/>
                <p14:nvPr/>
              </p14:nvContentPartPr>
              <p14:xfrm>
                <a:off x="2182840" y="482060"/>
                <a:ext cx="115200" cy="54720"/>
              </p14:xfrm>
            </p:contentPart>
          </mc:Choice>
          <mc:Fallback xmlns="">
            <p:pic>
              <p:nvPicPr>
                <p:cNvPr id="8" name="Ink 7">
                  <a:extLst>
                    <a:ext uri="{FF2B5EF4-FFF2-40B4-BE49-F238E27FC236}">
                      <a16:creationId xmlns:a16="http://schemas.microsoft.com/office/drawing/2014/main" id="{2F55CC88-DED0-25DB-4AC2-890821CE0318}"/>
                    </a:ext>
                  </a:extLst>
                </p:cNvPr>
                <p:cNvPicPr/>
                <p:nvPr/>
              </p:nvPicPr>
              <p:blipFill>
                <a:blip r:embed="rId13"/>
                <a:stretch>
                  <a:fillRect/>
                </a:stretch>
              </p:blipFill>
              <p:spPr>
                <a:xfrm>
                  <a:off x="2178520" y="477740"/>
                  <a:ext cx="1238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0BF7F83-09B5-82C8-99FB-23C9E4DB8886}"/>
                    </a:ext>
                  </a:extLst>
                </p14:cNvPr>
                <p14:cNvContentPartPr/>
                <p14:nvPr/>
              </p14:nvContentPartPr>
              <p14:xfrm>
                <a:off x="2228200" y="438860"/>
                <a:ext cx="214560" cy="351720"/>
              </p14:xfrm>
            </p:contentPart>
          </mc:Choice>
          <mc:Fallback xmlns="">
            <p:pic>
              <p:nvPicPr>
                <p:cNvPr id="9" name="Ink 8">
                  <a:extLst>
                    <a:ext uri="{FF2B5EF4-FFF2-40B4-BE49-F238E27FC236}">
                      <a16:creationId xmlns:a16="http://schemas.microsoft.com/office/drawing/2014/main" id="{F0BF7F83-09B5-82C8-99FB-23C9E4DB8886}"/>
                    </a:ext>
                  </a:extLst>
                </p:cNvPr>
                <p:cNvPicPr/>
                <p:nvPr/>
              </p:nvPicPr>
              <p:blipFill>
                <a:blip r:embed="rId15"/>
                <a:stretch>
                  <a:fillRect/>
                </a:stretch>
              </p:blipFill>
              <p:spPr>
                <a:xfrm>
                  <a:off x="2223880" y="434540"/>
                  <a:ext cx="22320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C1CEA27E-2BB7-D0F4-DB3F-8B85BCC86146}"/>
                    </a:ext>
                  </a:extLst>
                </p14:cNvPr>
                <p14:cNvContentPartPr/>
                <p14:nvPr/>
              </p14:nvContentPartPr>
              <p14:xfrm>
                <a:off x="2790160" y="397820"/>
                <a:ext cx="183240" cy="125640"/>
              </p14:xfrm>
            </p:contentPart>
          </mc:Choice>
          <mc:Fallback xmlns="">
            <p:pic>
              <p:nvPicPr>
                <p:cNvPr id="11" name="Ink 10">
                  <a:extLst>
                    <a:ext uri="{FF2B5EF4-FFF2-40B4-BE49-F238E27FC236}">
                      <a16:creationId xmlns:a16="http://schemas.microsoft.com/office/drawing/2014/main" id="{C1CEA27E-2BB7-D0F4-DB3F-8B85BCC86146}"/>
                    </a:ext>
                  </a:extLst>
                </p:cNvPr>
                <p:cNvPicPr/>
                <p:nvPr/>
              </p:nvPicPr>
              <p:blipFill>
                <a:blip r:embed="rId17"/>
                <a:stretch>
                  <a:fillRect/>
                </a:stretch>
              </p:blipFill>
              <p:spPr>
                <a:xfrm>
                  <a:off x="2785840" y="393500"/>
                  <a:ext cx="1918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968204F0-ED3C-FD80-F734-A693A8A73BB2}"/>
                    </a:ext>
                  </a:extLst>
                </p14:cNvPr>
                <p14:cNvContentPartPr/>
                <p14:nvPr/>
              </p14:nvContentPartPr>
              <p14:xfrm>
                <a:off x="3361840" y="352100"/>
                <a:ext cx="181080" cy="150120"/>
              </p14:xfrm>
            </p:contentPart>
          </mc:Choice>
          <mc:Fallback xmlns="">
            <p:pic>
              <p:nvPicPr>
                <p:cNvPr id="12" name="Ink 11">
                  <a:extLst>
                    <a:ext uri="{FF2B5EF4-FFF2-40B4-BE49-F238E27FC236}">
                      <a16:creationId xmlns:a16="http://schemas.microsoft.com/office/drawing/2014/main" id="{968204F0-ED3C-FD80-F734-A693A8A73BB2}"/>
                    </a:ext>
                  </a:extLst>
                </p:cNvPr>
                <p:cNvPicPr/>
                <p:nvPr/>
              </p:nvPicPr>
              <p:blipFill>
                <a:blip r:embed="rId19"/>
                <a:stretch>
                  <a:fillRect/>
                </a:stretch>
              </p:blipFill>
              <p:spPr>
                <a:xfrm>
                  <a:off x="3357520" y="347780"/>
                  <a:ext cx="1897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39CC19D4-08E5-3571-B263-328A21C3A823}"/>
                    </a:ext>
                  </a:extLst>
                </p14:cNvPr>
                <p14:cNvContentPartPr/>
                <p14:nvPr/>
              </p14:nvContentPartPr>
              <p14:xfrm>
                <a:off x="3557320" y="341300"/>
                <a:ext cx="155520" cy="119880"/>
              </p14:xfrm>
            </p:contentPart>
          </mc:Choice>
          <mc:Fallback xmlns="">
            <p:pic>
              <p:nvPicPr>
                <p:cNvPr id="13" name="Ink 12">
                  <a:extLst>
                    <a:ext uri="{FF2B5EF4-FFF2-40B4-BE49-F238E27FC236}">
                      <a16:creationId xmlns:a16="http://schemas.microsoft.com/office/drawing/2014/main" id="{39CC19D4-08E5-3571-B263-328A21C3A823}"/>
                    </a:ext>
                  </a:extLst>
                </p:cNvPr>
                <p:cNvPicPr/>
                <p:nvPr/>
              </p:nvPicPr>
              <p:blipFill>
                <a:blip r:embed="rId21"/>
                <a:stretch>
                  <a:fillRect/>
                </a:stretch>
              </p:blipFill>
              <p:spPr>
                <a:xfrm>
                  <a:off x="3553000" y="336980"/>
                  <a:ext cx="1641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683A4893-D321-D48B-54E7-BA08D2307B7E}"/>
                    </a:ext>
                  </a:extLst>
                </p14:cNvPr>
                <p14:cNvContentPartPr/>
                <p14:nvPr/>
              </p14:nvContentPartPr>
              <p14:xfrm>
                <a:off x="3769000" y="374780"/>
                <a:ext cx="148320" cy="113400"/>
              </p14:xfrm>
            </p:contentPart>
          </mc:Choice>
          <mc:Fallback xmlns="">
            <p:pic>
              <p:nvPicPr>
                <p:cNvPr id="14" name="Ink 13">
                  <a:extLst>
                    <a:ext uri="{FF2B5EF4-FFF2-40B4-BE49-F238E27FC236}">
                      <a16:creationId xmlns:a16="http://schemas.microsoft.com/office/drawing/2014/main" id="{683A4893-D321-D48B-54E7-BA08D2307B7E}"/>
                    </a:ext>
                  </a:extLst>
                </p:cNvPr>
                <p:cNvPicPr/>
                <p:nvPr/>
              </p:nvPicPr>
              <p:blipFill>
                <a:blip r:embed="rId23"/>
                <a:stretch>
                  <a:fillRect/>
                </a:stretch>
              </p:blipFill>
              <p:spPr>
                <a:xfrm>
                  <a:off x="3764680" y="370460"/>
                  <a:ext cx="1569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30548D69-A5B8-2BF3-839D-E22A11B72BE4}"/>
                    </a:ext>
                  </a:extLst>
                </p14:cNvPr>
                <p14:cNvContentPartPr/>
                <p14:nvPr/>
              </p14:nvContentPartPr>
              <p14:xfrm>
                <a:off x="3981040" y="421940"/>
                <a:ext cx="10080" cy="268200"/>
              </p14:xfrm>
            </p:contentPart>
          </mc:Choice>
          <mc:Fallback xmlns="">
            <p:pic>
              <p:nvPicPr>
                <p:cNvPr id="15" name="Ink 14">
                  <a:extLst>
                    <a:ext uri="{FF2B5EF4-FFF2-40B4-BE49-F238E27FC236}">
                      <a16:creationId xmlns:a16="http://schemas.microsoft.com/office/drawing/2014/main" id="{30548D69-A5B8-2BF3-839D-E22A11B72BE4}"/>
                    </a:ext>
                  </a:extLst>
                </p:cNvPr>
                <p:cNvPicPr/>
                <p:nvPr/>
              </p:nvPicPr>
              <p:blipFill>
                <a:blip r:embed="rId25"/>
                <a:stretch>
                  <a:fillRect/>
                </a:stretch>
              </p:blipFill>
              <p:spPr>
                <a:xfrm>
                  <a:off x="3976720" y="417620"/>
                  <a:ext cx="1872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407E793B-F5D6-D9F6-2207-F5721E4B0856}"/>
                    </a:ext>
                  </a:extLst>
                </p14:cNvPr>
                <p14:cNvContentPartPr/>
                <p14:nvPr/>
              </p14:nvContentPartPr>
              <p14:xfrm>
                <a:off x="4026040" y="377300"/>
                <a:ext cx="112680" cy="110160"/>
              </p14:xfrm>
            </p:contentPart>
          </mc:Choice>
          <mc:Fallback xmlns="">
            <p:pic>
              <p:nvPicPr>
                <p:cNvPr id="16" name="Ink 15">
                  <a:extLst>
                    <a:ext uri="{FF2B5EF4-FFF2-40B4-BE49-F238E27FC236}">
                      <a16:creationId xmlns:a16="http://schemas.microsoft.com/office/drawing/2014/main" id="{407E793B-F5D6-D9F6-2207-F5721E4B0856}"/>
                    </a:ext>
                  </a:extLst>
                </p:cNvPr>
                <p:cNvPicPr/>
                <p:nvPr/>
              </p:nvPicPr>
              <p:blipFill>
                <a:blip r:embed="rId27"/>
                <a:stretch>
                  <a:fillRect/>
                </a:stretch>
              </p:blipFill>
              <p:spPr>
                <a:xfrm>
                  <a:off x="4021720" y="372980"/>
                  <a:ext cx="1213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B3EC8491-283A-9EB9-D27C-CB13F57F76BD}"/>
                    </a:ext>
                  </a:extLst>
                </p14:cNvPr>
                <p14:cNvContentPartPr/>
                <p14:nvPr/>
              </p14:nvContentPartPr>
              <p14:xfrm>
                <a:off x="1210840" y="675020"/>
                <a:ext cx="3111480" cy="132840"/>
              </p14:xfrm>
            </p:contentPart>
          </mc:Choice>
          <mc:Fallback xmlns="">
            <p:pic>
              <p:nvPicPr>
                <p:cNvPr id="18" name="Ink 17">
                  <a:extLst>
                    <a:ext uri="{FF2B5EF4-FFF2-40B4-BE49-F238E27FC236}">
                      <a16:creationId xmlns:a16="http://schemas.microsoft.com/office/drawing/2014/main" id="{B3EC8491-283A-9EB9-D27C-CB13F57F76BD}"/>
                    </a:ext>
                  </a:extLst>
                </p:cNvPr>
                <p:cNvPicPr/>
                <p:nvPr/>
              </p:nvPicPr>
              <p:blipFill>
                <a:blip r:embed="rId29"/>
                <a:stretch>
                  <a:fillRect/>
                </a:stretch>
              </p:blipFill>
              <p:spPr>
                <a:xfrm>
                  <a:off x="1206520" y="670700"/>
                  <a:ext cx="3120120" cy="141480"/>
                </a:xfrm>
                <a:prstGeom prst="rect">
                  <a:avLst/>
                </a:prstGeom>
              </p:spPr>
            </p:pic>
          </mc:Fallback>
        </mc:AlternateContent>
      </p:grpSp>
      <p:grpSp>
        <p:nvGrpSpPr>
          <p:cNvPr id="43" name="Group 42">
            <a:extLst>
              <a:ext uri="{FF2B5EF4-FFF2-40B4-BE49-F238E27FC236}">
                <a16:creationId xmlns:a16="http://schemas.microsoft.com/office/drawing/2014/main" id="{01C32CAD-D86C-FB66-CEB2-A056C60FA1C8}"/>
              </a:ext>
            </a:extLst>
          </p:cNvPr>
          <p:cNvGrpSpPr/>
          <p:nvPr/>
        </p:nvGrpSpPr>
        <p:grpSpPr>
          <a:xfrm>
            <a:off x="3392080" y="2290700"/>
            <a:ext cx="206280" cy="204480"/>
            <a:chOff x="3392080" y="2290700"/>
            <a:chExt cx="206280" cy="204480"/>
          </a:xfrm>
        </p:grpSpPr>
        <mc:AlternateContent xmlns:mc="http://schemas.openxmlformats.org/markup-compatibility/2006" xmlns:p14="http://schemas.microsoft.com/office/powerpoint/2010/main">
          <mc:Choice Requires="p14">
            <p:contentPart p14:bwMode="auto" r:id="rId30">
              <p14:nvContentPartPr>
                <p14:cNvPr id="41" name="Ink 40">
                  <a:extLst>
                    <a:ext uri="{FF2B5EF4-FFF2-40B4-BE49-F238E27FC236}">
                      <a16:creationId xmlns:a16="http://schemas.microsoft.com/office/drawing/2014/main" id="{1B610951-0E88-5BD9-DFFB-14520523ADEF}"/>
                    </a:ext>
                  </a:extLst>
                </p14:cNvPr>
                <p14:cNvContentPartPr/>
                <p14:nvPr/>
              </p14:nvContentPartPr>
              <p14:xfrm>
                <a:off x="3392080" y="2290700"/>
                <a:ext cx="206280" cy="135720"/>
              </p14:xfrm>
            </p:contentPart>
          </mc:Choice>
          <mc:Fallback xmlns="">
            <p:pic>
              <p:nvPicPr>
                <p:cNvPr id="41" name="Ink 40">
                  <a:extLst>
                    <a:ext uri="{FF2B5EF4-FFF2-40B4-BE49-F238E27FC236}">
                      <a16:creationId xmlns:a16="http://schemas.microsoft.com/office/drawing/2014/main" id="{1B610951-0E88-5BD9-DFFB-14520523ADEF}"/>
                    </a:ext>
                  </a:extLst>
                </p:cNvPr>
                <p:cNvPicPr/>
                <p:nvPr/>
              </p:nvPicPr>
              <p:blipFill>
                <a:blip r:embed="rId31"/>
                <a:stretch>
                  <a:fillRect/>
                </a:stretch>
              </p:blipFill>
              <p:spPr>
                <a:xfrm>
                  <a:off x="3387760" y="2286380"/>
                  <a:ext cx="2149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2" name="Ink 41">
                  <a:extLst>
                    <a:ext uri="{FF2B5EF4-FFF2-40B4-BE49-F238E27FC236}">
                      <a16:creationId xmlns:a16="http://schemas.microsoft.com/office/drawing/2014/main" id="{3482EDC2-9139-7CEA-51CF-DC390ECEB7CD}"/>
                    </a:ext>
                  </a:extLst>
                </p14:cNvPr>
                <p14:cNvContentPartPr/>
                <p14:nvPr/>
              </p14:nvContentPartPr>
              <p14:xfrm>
                <a:off x="3513760" y="2309780"/>
                <a:ext cx="16200" cy="185400"/>
              </p14:xfrm>
            </p:contentPart>
          </mc:Choice>
          <mc:Fallback xmlns="">
            <p:pic>
              <p:nvPicPr>
                <p:cNvPr id="42" name="Ink 41">
                  <a:extLst>
                    <a:ext uri="{FF2B5EF4-FFF2-40B4-BE49-F238E27FC236}">
                      <a16:creationId xmlns:a16="http://schemas.microsoft.com/office/drawing/2014/main" id="{3482EDC2-9139-7CEA-51CF-DC390ECEB7CD}"/>
                    </a:ext>
                  </a:extLst>
                </p:cNvPr>
                <p:cNvPicPr/>
                <p:nvPr/>
              </p:nvPicPr>
              <p:blipFill>
                <a:blip r:embed="rId33"/>
                <a:stretch>
                  <a:fillRect/>
                </a:stretch>
              </p:blipFill>
              <p:spPr>
                <a:xfrm>
                  <a:off x="3509440" y="2305460"/>
                  <a:ext cx="24840" cy="194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44" name="Ink 43">
                <a:extLst>
                  <a:ext uri="{FF2B5EF4-FFF2-40B4-BE49-F238E27FC236}">
                    <a16:creationId xmlns:a16="http://schemas.microsoft.com/office/drawing/2014/main" id="{7B6F4AC1-1BF9-62DC-6FEA-EB406839E4CE}"/>
                  </a:ext>
                </a:extLst>
              </p14:cNvPr>
              <p14:cNvContentPartPr/>
              <p14:nvPr/>
            </p14:nvContentPartPr>
            <p14:xfrm>
              <a:off x="5649280" y="2251820"/>
              <a:ext cx="17280" cy="197280"/>
            </p14:xfrm>
          </p:contentPart>
        </mc:Choice>
        <mc:Fallback xmlns="">
          <p:pic>
            <p:nvPicPr>
              <p:cNvPr id="44" name="Ink 43">
                <a:extLst>
                  <a:ext uri="{FF2B5EF4-FFF2-40B4-BE49-F238E27FC236}">
                    <a16:creationId xmlns:a16="http://schemas.microsoft.com/office/drawing/2014/main" id="{7B6F4AC1-1BF9-62DC-6FEA-EB406839E4CE}"/>
                  </a:ext>
                </a:extLst>
              </p:cNvPr>
              <p:cNvPicPr/>
              <p:nvPr/>
            </p:nvPicPr>
            <p:blipFill>
              <a:blip r:embed="rId35"/>
              <a:stretch>
                <a:fillRect/>
              </a:stretch>
            </p:blipFill>
            <p:spPr>
              <a:xfrm>
                <a:off x="5644960" y="2247500"/>
                <a:ext cx="25920" cy="205920"/>
              </a:xfrm>
              <a:prstGeom prst="rect">
                <a:avLst/>
              </a:prstGeom>
            </p:spPr>
          </p:pic>
        </mc:Fallback>
      </mc:AlternateContent>
      <p:grpSp>
        <p:nvGrpSpPr>
          <p:cNvPr id="47" name="Group 46">
            <a:extLst>
              <a:ext uri="{FF2B5EF4-FFF2-40B4-BE49-F238E27FC236}">
                <a16:creationId xmlns:a16="http://schemas.microsoft.com/office/drawing/2014/main" id="{B856B758-50B6-F6EA-3CFF-40299FE7A62A}"/>
              </a:ext>
            </a:extLst>
          </p:cNvPr>
          <p:cNvGrpSpPr/>
          <p:nvPr/>
        </p:nvGrpSpPr>
        <p:grpSpPr>
          <a:xfrm>
            <a:off x="4300360" y="3258380"/>
            <a:ext cx="994680" cy="507600"/>
            <a:chOff x="4300360" y="3258380"/>
            <a:chExt cx="994680" cy="507600"/>
          </a:xfrm>
        </p:grpSpPr>
        <mc:AlternateContent xmlns:mc="http://schemas.openxmlformats.org/markup-compatibility/2006" xmlns:p14="http://schemas.microsoft.com/office/powerpoint/2010/main">
          <mc:Choice Requires="p14">
            <p:contentPart p14:bwMode="auto" r:id="rId36">
              <p14:nvContentPartPr>
                <p14:cNvPr id="45" name="Ink 44">
                  <a:extLst>
                    <a:ext uri="{FF2B5EF4-FFF2-40B4-BE49-F238E27FC236}">
                      <a16:creationId xmlns:a16="http://schemas.microsoft.com/office/drawing/2014/main" id="{E10D13FE-330D-43B2-EDE7-D6B4BB10B328}"/>
                    </a:ext>
                  </a:extLst>
                </p14:cNvPr>
                <p14:cNvContentPartPr/>
                <p14:nvPr/>
              </p14:nvContentPartPr>
              <p14:xfrm>
                <a:off x="4303600" y="3423980"/>
                <a:ext cx="49680" cy="342000"/>
              </p14:xfrm>
            </p:contentPart>
          </mc:Choice>
          <mc:Fallback xmlns="">
            <p:pic>
              <p:nvPicPr>
                <p:cNvPr id="45" name="Ink 44">
                  <a:extLst>
                    <a:ext uri="{FF2B5EF4-FFF2-40B4-BE49-F238E27FC236}">
                      <a16:creationId xmlns:a16="http://schemas.microsoft.com/office/drawing/2014/main" id="{E10D13FE-330D-43B2-EDE7-D6B4BB10B328}"/>
                    </a:ext>
                  </a:extLst>
                </p:cNvPr>
                <p:cNvPicPr/>
                <p:nvPr/>
              </p:nvPicPr>
              <p:blipFill>
                <a:blip r:embed="rId37"/>
                <a:stretch>
                  <a:fillRect/>
                </a:stretch>
              </p:blipFill>
              <p:spPr>
                <a:xfrm>
                  <a:off x="4299280" y="3419660"/>
                  <a:ext cx="5832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6" name="Ink 45">
                  <a:extLst>
                    <a:ext uri="{FF2B5EF4-FFF2-40B4-BE49-F238E27FC236}">
                      <a16:creationId xmlns:a16="http://schemas.microsoft.com/office/drawing/2014/main" id="{E803EFF1-AD25-AEA0-DEB4-FB15AA14ECB8}"/>
                    </a:ext>
                  </a:extLst>
                </p14:cNvPr>
                <p14:cNvContentPartPr/>
                <p14:nvPr/>
              </p14:nvContentPartPr>
              <p14:xfrm>
                <a:off x="4300360" y="3258380"/>
                <a:ext cx="994680" cy="507240"/>
              </p14:xfrm>
            </p:contentPart>
          </mc:Choice>
          <mc:Fallback xmlns="">
            <p:pic>
              <p:nvPicPr>
                <p:cNvPr id="46" name="Ink 45">
                  <a:extLst>
                    <a:ext uri="{FF2B5EF4-FFF2-40B4-BE49-F238E27FC236}">
                      <a16:creationId xmlns:a16="http://schemas.microsoft.com/office/drawing/2014/main" id="{E803EFF1-AD25-AEA0-DEB4-FB15AA14ECB8}"/>
                    </a:ext>
                  </a:extLst>
                </p:cNvPr>
                <p:cNvPicPr/>
                <p:nvPr/>
              </p:nvPicPr>
              <p:blipFill>
                <a:blip r:embed="rId39"/>
                <a:stretch>
                  <a:fillRect/>
                </a:stretch>
              </p:blipFill>
              <p:spPr>
                <a:xfrm>
                  <a:off x="4296040" y="3254060"/>
                  <a:ext cx="1003320" cy="515880"/>
                </a:xfrm>
                <a:prstGeom prst="rect">
                  <a:avLst/>
                </a:prstGeom>
              </p:spPr>
            </p:pic>
          </mc:Fallback>
        </mc:AlternateContent>
      </p:grpSp>
      <p:grpSp>
        <p:nvGrpSpPr>
          <p:cNvPr id="54" name="Group 53">
            <a:extLst>
              <a:ext uri="{FF2B5EF4-FFF2-40B4-BE49-F238E27FC236}">
                <a16:creationId xmlns:a16="http://schemas.microsoft.com/office/drawing/2014/main" id="{382A6FDD-6D52-DF87-F1B9-23A20DD38E7C}"/>
              </a:ext>
            </a:extLst>
          </p:cNvPr>
          <p:cNvGrpSpPr/>
          <p:nvPr/>
        </p:nvGrpSpPr>
        <p:grpSpPr>
          <a:xfrm>
            <a:off x="4259320" y="3007100"/>
            <a:ext cx="863280" cy="257400"/>
            <a:chOff x="4259320" y="3007100"/>
            <a:chExt cx="863280" cy="257400"/>
          </a:xfrm>
        </p:grpSpPr>
        <mc:AlternateContent xmlns:mc="http://schemas.openxmlformats.org/markup-compatibility/2006" xmlns:p14="http://schemas.microsoft.com/office/powerpoint/2010/main">
          <mc:Choice Requires="p14">
            <p:contentPart p14:bwMode="auto" r:id="rId40">
              <p14:nvContentPartPr>
                <p14:cNvPr id="48" name="Ink 47">
                  <a:extLst>
                    <a:ext uri="{FF2B5EF4-FFF2-40B4-BE49-F238E27FC236}">
                      <a16:creationId xmlns:a16="http://schemas.microsoft.com/office/drawing/2014/main" id="{F4DBDE57-BC23-2327-6D10-203BE7DE2A7E}"/>
                    </a:ext>
                  </a:extLst>
                </p14:cNvPr>
                <p14:cNvContentPartPr/>
                <p14:nvPr/>
              </p14:nvContentPartPr>
              <p14:xfrm>
                <a:off x="4307560" y="3007100"/>
                <a:ext cx="118080" cy="257400"/>
              </p14:xfrm>
            </p:contentPart>
          </mc:Choice>
          <mc:Fallback xmlns="">
            <p:pic>
              <p:nvPicPr>
                <p:cNvPr id="48" name="Ink 47">
                  <a:extLst>
                    <a:ext uri="{FF2B5EF4-FFF2-40B4-BE49-F238E27FC236}">
                      <a16:creationId xmlns:a16="http://schemas.microsoft.com/office/drawing/2014/main" id="{F4DBDE57-BC23-2327-6D10-203BE7DE2A7E}"/>
                    </a:ext>
                  </a:extLst>
                </p:cNvPr>
                <p:cNvPicPr/>
                <p:nvPr/>
              </p:nvPicPr>
              <p:blipFill>
                <a:blip r:embed="rId41"/>
                <a:stretch>
                  <a:fillRect/>
                </a:stretch>
              </p:blipFill>
              <p:spPr>
                <a:xfrm>
                  <a:off x="4303240" y="3002780"/>
                  <a:ext cx="1267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9" name="Ink 48">
                  <a:extLst>
                    <a:ext uri="{FF2B5EF4-FFF2-40B4-BE49-F238E27FC236}">
                      <a16:creationId xmlns:a16="http://schemas.microsoft.com/office/drawing/2014/main" id="{4D723A18-1368-B9C1-D5F1-2A507D7DE772}"/>
                    </a:ext>
                  </a:extLst>
                </p14:cNvPr>
                <p14:cNvContentPartPr/>
                <p14:nvPr/>
              </p14:nvContentPartPr>
              <p14:xfrm>
                <a:off x="4259320" y="3052100"/>
                <a:ext cx="200160" cy="52920"/>
              </p14:xfrm>
            </p:contentPart>
          </mc:Choice>
          <mc:Fallback xmlns="">
            <p:pic>
              <p:nvPicPr>
                <p:cNvPr id="49" name="Ink 48">
                  <a:extLst>
                    <a:ext uri="{FF2B5EF4-FFF2-40B4-BE49-F238E27FC236}">
                      <a16:creationId xmlns:a16="http://schemas.microsoft.com/office/drawing/2014/main" id="{4D723A18-1368-B9C1-D5F1-2A507D7DE772}"/>
                    </a:ext>
                  </a:extLst>
                </p:cNvPr>
                <p:cNvPicPr/>
                <p:nvPr/>
              </p:nvPicPr>
              <p:blipFill>
                <a:blip r:embed="rId43"/>
                <a:stretch>
                  <a:fillRect/>
                </a:stretch>
              </p:blipFill>
              <p:spPr>
                <a:xfrm>
                  <a:off x="4255000" y="3047780"/>
                  <a:ext cx="2088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9C32BEE1-60C7-05B6-496B-26FAB4B5DE32}"/>
                    </a:ext>
                  </a:extLst>
                </p14:cNvPr>
                <p14:cNvContentPartPr/>
                <p14:nvPr/>
              </p14:nvContentPartPr>
              <p14:xfrm>
                <a:off x="4530400" y="3092780"/>
                <a:ext cx="121680" cy="109080"/>
              </p14:xfrm>
            </p:contentPart>
          </mc:Choice>
          <mc:Fallback xmlns="">
            <p:pic>
              <p:nvPicPr>
                <p:cNvPr id="50" name="Ink 49">
                  <a:extLst>
                    <a:ext uri="{FF2B5EF4-FFF2-40B4-BE49-F238E27FC236}">
                      <a16:creationId xmlns:a16="http://schemas.microsoft.com/office/drawing/2014/main" id="{9C32BEE1-60C7-05B6-496B-26FAB4B5DE32}"/>
                    </a:ext>
                  </a:extLst>
                </p:cNvPr>
                <p:cNvPicPr/>
                <p:nvPr/>
              </p:nvPicPr>
              <p:blipFill>
                <a:blip r:embed="rId45"/>
                <a:stretch>
                  <a:fillRect/>
                </a:stretch>
              </p:blipFill>
              <p:spPr>
                <a:xfrm>
                  <a:off x="4526080" y="3088460"/>
                  <a:ext cx="1303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CC99D699-4BB5-EAF9-99C7-F7B6199FA2CC}"/>
                    </a:ext>
                  </a:extLst>
                </p14:cNvPr>
                <p14:cNvContentPartPr/>
                <p14:nvPr/>
              </p14:nvContentPartPr>
              <p14:xfrm>
                <a:off x="4699600" y="3099260"/>
                <a:ext cx="271440" cy="82800"/>
              </p14:xfrm>
            </p:contentPart>
          </mc:Choice>
          <mc:Fallback xmlns="">
            <p:pic>
              <p:nvPicPr>
                <p:cNvPr id="51" name="Ink 50">
                  <a:extLst>
                    <a:ext uri="{FF2B5EF4-FFF2-40B4-BE49-F238E27FC236}">
                      <a16:creationId xmlns:a16="http://schemas.microsoft.com/office/drawing/2014/main" id="{CC99D699-4BB5-EAF9-99C7-F7B6199FA2CC}"/>
                    </a:ext>
                  </a:extLst>
                </p:cNvPr>
                <p:cNvPicPr/>
                <p:nvPr/>
              </p:nvPicPr>
              <p:blipFill>
                <a:blip r:embed="rId47"/>
                <a:stretch>
                  <a:fillRect/>
                </a:stretch>
              </p:blipFill>
              <p:spPr>
                <a:xfrm>
                  <a:off x="4695280" y="3094940"/>
                  <a:ext cx="2800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2" name="Ink 51">
                  <a:extLst>
                    <a:ext uri="{FF2B5EF4-FFF2-40B4-BE49-F238E27FC236}">
                      <a16:creationId xmlns:a16="http://schemas.microsoft.com/office/drawing/2014/main" id="{4B75CD3D-4CD7-0E8F-CCA6-A1F40628954C}"/>
                    </a:ext>
                  </a:extLst>
                </p14:cNvPr>
                <p14:cNvContentPartPr/>
                <p14:nvPr/>
              </p14:nvContentPartPr>
              <p14:xfrm>
                <a:off x="5021440" y="3068660"/>
                <a:ext cx="23760" cy="159840"/>
              </p14:xfrm>
            </p:contentPart>
          </mc:Choice>
          <mc:Fallback xmlns="">
            <p:pic>
              <p:nvPicPr>
                <p:cNvPr id="52" name="Ink 51">
                  <a:extLst>
                    <a:ext uri="{FF2B5EF4-FFF2-40B4-BE49-F238E27FC236}">
                      <a16:creationId xmlns:a16="http://schemas.microsoft.com/office/drawing/2014/main" id="{4B75CD3D-4CD7-0E8F-CCA6-A1F40628954C}"/>
                    </a:ext>
                  </a:extLst>
                </p:cNvPr>
                <p:cNvPicPr/>
                <p:nvPr/>
              </p:nvPicPr>
              <p:blipFill>
                <a:blip r:embed="rId49"/>
                <a:stretch>
                  <a:fillRect/>
                </a:stretch>
              </p:blipFill>
              <p:spPr>
                <a:xfrm>
                  <a:off x="5017120" y="3064340"/>
                  <a:ext cx="324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3" name="Ink 52">
                  <a:extLst>
                    <a:ext uri="{FF2B5EF4-FFF2-40B4-BE49-F238E27FC236}">
                      <a16:creationId xmlns:a16="http://schemas.microsoft.com/office/drawing/2014/main" id="{B80DADDC-D74F-2090-31C5-396CBBAAF937}"/>
                    </a:ext>
                  </a:extLst>
                </p14:cNvPr>
                <p14:cNvContentPartPr/>
                <p14:nvPr/>
              </p14:nvContentPartPr>
              <p14:xfrm>
                <a:off x="5035120" y="3035900"/>
                <a:ext cx="87480" cy="93600"/>
              </p14:xfrm>
            </p:contentPart>
          </mc:Choice>
          <mc:Fallback xmlns="">
            <p:pic>
              <p:nvPicPr>
                <p:cNvPr id="53" name="Ink 52">
                  <a:extLst>
                    <a:ext uri="{FF2B5EF4-FFF2-40B4-BE49-F238E27FC236}">
                      <a16:creationId xmlns:a16="http://schemas.microsoft.com/office/drawing/2014/main" id="{B80DADDC-D74F-2090-31C5-396CBBAAF937}"/>
                    </a:ext>
                  </a:extLst>
                </p:cNvPr>
                <p:cNvPicPr/>
                <p:nvPr/>
              </p:nvPicPr>
              <p:blipFill>
                <a:blip r:embed="rId51"/>
                <a:stretch>
                  <a:fillRect/>
                </a:stretch>
              </p:blipFill>
              <p:spPr>
                <a:xfrm>
                  <a:off x="5030800" y="3031580"/>
                  <a:ext cx="96120" cy="102240"/>
                </a:xfrm>
                <a:prstGeom prst="rect">
                  <a:avLst/>
                </a:prstGeom>
              </p:spPr>
            </p:pic>
          </mc:Fallback>
        </mc:AlternateContent>
      </p:grpSp>
      <p:grpSp>
        <p:nvGrpSpPr>
          <p:cNvPr id="57" name="Group 56">
            <a:extLst>
              <a:ext uri="{FF2B5EF4-FFF2-40B4-BE49-F238E27FC236}">
                <a16:creationId xmlns:a16="http://schemas.microsoft.com/office/drawing/2014/main" id="{C6774638-AB90-0CBC-AD7F-4EEA04B0A85C}"/>
              </a:ext>
            </a:extLst>
          </p:cNvPr>
          <p:cNvGrpSpPr/>
          <p:nvPr/>
        </p:nvGrpSpPr>
        <p:grpSpPr>
          <a:xfrm>
            <a:off x="3501520" y="2775980"/>
            <a:ext cx="502560" cy="696960"/>
            <a:chOff x="3501520" y="2775980"/>
            <a:chExt cx="502560" cy="696960"/>
          </a:xfrm>
        </p:grpSpPr>
        <mc:AlternateContent xmlns:mc="http://schemas.openxmlformats.org/markup-compatibility/2006" xmlns:p14="http://schemas.microsoft.com/office/powerpoint/2010/main">
          <mc:Choice Requires="p14">
            <p:contentPart p14:bwMode="auto" r:id="rId52">
              <p14:nvContentPartPr>
                <p14:cNvPr id="55" name="Ink 54">
                  <a:extLst>
                    <a:ext uri="{FF2B5EF4-FFF2-40B4-BE49-F238E27FC236}">
                      <a16:creationId xmlns:a16="http://schemas.microsoft.com/office/drawing/2014/main" id="{B098D611-E5E2-3782-96CE-92D67BA0ACBE}"/>
                    </a:ext>
                  </a:extLst>
                </p14:cNvPr>
                <p14:cNvContentPartPr/>
                <p14:nvPr/>
              </p14:nvContentPartPr>
              <p14:xfrm>
                <a:off x="3501520" y="2775980"/>
                <a:ext cx="448920" cy="583920"/>
              </p14:xfrm>
            </p:contentPart>
          </mc:Choice>
          <mc:Fallback xmlns="">
            <p:pic>
              <p:nvPicPr>
                <p:cNvPr id="55" name="Ink 54">
                  <a:extLst>
                    <a:ext uri="{FF2B5EF4-FFF2-40B4-BE49-F238E27FC236}">
                      <a16:creationId xmlns:a16="http://schemas.microsoft.com/office/drawing/2014/main" id="{B098D611-E5E2-3782-96CE-92D67BA0ACBE}"/>
                    </a:ext>
                  </a:extLst>
                </p:cNvPr>
                <p:cNvPicPr/>
                <p:nvPr/>
              </p:nvPicPr>
              <p:blipFill>
                <a:blip r:embed="rId53"/>
                <a:stretch>
                  <a:fillRect/>
                </a:stretch>
              </p:blipFill>
              <p:spPr>
                <a:xfrm>
                  <a:off x="3497200" y="2771660"/>
                  <a:ext cx="45756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6" name="Ink 55">
                  <a:extLst>
                    <a:ext uri="{FF2B5EF4-FFF2-40B4-BE49-F238E27FC236}">
                      <a16:creationId xmlns:a16="http://schemas.microsoft.com/office/drawing/2014/main" id="{0455AF08-D8C0-6CAC-E974-E454180EC4EE}"/>
                    </a:ext>
                  </a:extLst>
                </p14:cNvPr>
                <p14:cNvContentPartPr/>
                <p14:nvPr/>
              </p14:nvContentPartPr>
              <p14:xfrm>
                <a:off x="3896800" y="3224900"/>
                <a:ext cx="107280" cy="248040"/>
              </p14:xfrm>
            </p:contentPart>
          </mc:Choice>
          <mc:Fallback xmlns="">
            <p:pic>
              <p:nvPicPr>
                <p:cNvPr id="56" name="Ink 55">
                  <a:extLst>
                    <a:ext uri="{FF2B5EF4-FFF2-40B4-BE49-F238E27FC236}">
                      <a16:creationId xmlns:a16="http://schemas.microsoft.com/office/drawing/2014/main" id="{0455AF08-D8C0-6CAC-E974-E454180EC4EE}"/>
                    </a:ext>
                  </a:extLst>
                </p:cNvPr>
                <p:cNvPicPr/>
                <p:nvPr/>
              </p:nvPicPr>
              <p:blipFill>
                <a:blip r:embed="rId55"/>
                <a:stretch>
                  <a:fillRect/>
                </a:stretch>
              </p:blipFill>
              <p:spPr>
                <a:xfrm>
                  <a:off x="3892480" y="3220580"/>
                  <a:ext cx="115920" cy="256680"/>
                </a:xfrm>
                <a:prstGeom prst="rect">
                  <a:avLst/>
                </a:prstGeom>
              </p:spPr>
            </p:pic>
          </mc:Fallback>
        </mc:AlternateContent>
      </p:grpSp>
      <p:grpSp>
        <p:nvGrpSpPr>
          <p:cNvPr id="60" name="Group 59">
            <a:extLst>
              <a:ext uri="{FF2B5EF4-FFF2-40B4-BE49-F238E27FC236}">
                <a16:creationId xmlns:a16="http://schemas.microsoft.com/office/drawing/2014/main" id="{8B497ABC-B324-BA20-AE47-8DDC16CDFCAE}"/>
              </a:ext>
            </a:extLst>
          </p:cNvPr>
          <p:cNvGrpSpPr/>
          <p:nvPr/>
        </p:nvGrpSpPr>
        <p:grpSpPr>
          <a:xfrm>
            <a:off x="3296680" y="3132020"/>
            <a:ext cx="154440" cy="191880"/>
            <a:chOff x="3296680" y="3132020"/>
            <a:chExt cx="154440" cy="191880"/>
          </a:xfrm>
        </p:grpSpPr>
        <mc:AlternateContent xmlns:mc="http://schemas.openxmlformats.org/markup-compatibility/2006" xmlns:p14="http://schemas.microsoft.com/office/powerpoint/2010/main">
          <mc:Choice Requires="p14">
            <p:contentPart p14:bwMode="auto" r:id="rId56">
              <p14:nvContentPartPr>
                <p14:cNvPr id="58" name="Ink 57">
                  <a:extLst>
                    <a:ext uri="{FF2B5EF4-FFF2-40B4-BE49-F238E27FC236}">
                      <a16:creationId xmlns:a16="http://schemas.microsoft.com/office/drawing/2014/main" id="{7CEB25C8-9539-9E2C-979E-78014B1FCB17}"/>
                    </a:ext>
                  </a:extLst>
                </p14:cNvPr>
                <p14:cNvContentPartPr/>
                <p14:nvPr/>
              </p14:nvContentPartPr>
              <p14:xfrm>
                <a:off x="3353920" y="3167660"/>
                <a:ext cx="9360" cy="59400"/>
              </p14:xfrm>
            </p:contentPart>
          </mc:Choice>
          <mc:Fallback xmlns="">
            <p:pic>
              <p:nvPicPr>
                <p:cNvPr id="58" name="Ink 57">
                  <a:extLst>
                    <a:ext uri="{FF2B5EF4-FFF2-40B4-BE49-F238E27FC236}">
                      <a16:creationId xmlns:a16="http://schemas.microsoft.com/office/drawing/2014/main" id="{7CEB25C8-9539-9E2C-979E-78014B1FCB17}"/>
                    </a:ext>
                  </a:extLst>
                </p:cNvPr>
                <p:cNvPicPr/>
                <p:nvPr/>
              </p:nvPicPr>
              <p:blipFill>
                <a:blip r:embed="rId57"/>
                <a:stretch>
                  <a:fillRect/>
                </a:stretch>
              </p:blipFill>
              <p:spPr>
                <a:xfrm>
                  <a:off x="3349600" y="3163340"/>
                  <a:ext cx="180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9" name="Ink 58">
                  <a:extLst>
                    <a:ext uri="{FF2B5EF4-FFF2-40B4-BE49-F238E27FC236}">
                      <a16:creationId xmlns:a16="http://schemas.microsoft.com/office/drawing/2014/main" id="{CD88DD89-F073-FBD1-0CCF-8B8A6A445B84}"/>
                    </a:ext>
                  </a:extLst>
                </p14:cNvPr>
                <p14:cNvContentPartPr/>
                <p14:nvPr/>
              </p14:nvContentPartPr>
              <p14:xfrm>
                <a:off x="3296680" y="3132020"/>
                <a:ext cx="154440" cy="191880"/>
              </p14:xfrm>
            </p:contentPart>
          </mc:Choice>
          <mc:Fallback xmlns="">
            <p:pic>
              <p:nvPicPr>
                <p:cNvPr id="59" name="Ink 58">
                  <a:extLst>
                    <a:ext uri="{FF2B5EF4-FFF2-40B4-BE49-F238E27FC236}">
                      <a16:creationId xmlns:a16="http://schemas.microsoft.com/office/drawing/2014/main" id="{CD88DD89-F073-FBD1-0CCF-8B8A6A445B84}"/>
                    </a:ext>
                  </a:extLst>
                </p:cNvPr>
                <p:cNvPicPr/>
                <p:nvPr/>
              </p:nvPicPr>
              <p:blipFill>
                <a:blip r:embed="rId59"/>
                <a:stretch>
                  <a:fillRect/>
                </a:stretch>
              </p:blipFill>
              <p:spPr>
                <a:xfrm>
                  <a:off x="3292360" y="3127700"/>
                  <a:ext cx="163080" cy="20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20" name="Ink 19">
                <a:extLst>
                  <a:ext uri="{FF2B5EF4-FFF2-40B4-BE49-F238E27FC236}">
                    <a16:creationId xmlns:a16="http://schemas.microsoft.com/office/drawing/2014/main" id="{C519FEE4-5BDB-DC87-C400-CFFC940B5FF1}"/>
                  </a:ext>
                </a:extLst>
              </p14:cNvPr>
              <p14:cNvContentPartPr/>
              <p14:nvPr/>
            </p14:nvContentPartPr>
            <p14:xfrm>
              <a:off x="2808160" y="1846820"/>
              <a:ext cx="237240" cy="120960"/>
            </p14:xfrm>
          </p:contentPart>
        </mc:Choice>
        <mc:Fallback xmlns="">
          <p:pic>
            <p:nvPicPr>
              <p:cNvPr id="20" name="Ink 19">
                <a:extLst>
                  <a:ext uri="{FF2B5EF4-FFF2-40B4-BE49-F238E27FC236}">
                    <a16:creationId xmlns:a16="http://schemas.microsoft.com/office/drawing/2014/main" id="{C519FEE4-5BDB-DC87-C400-CFFC940B5FF1}"/>
                  </a:ext>
                </a:extLst>
              </p:cNvPr>
              <p:cNvPicPr/>
              <p:nvPr/>
            </p:nvPicPr>
            <p:blipFill>
              <a:blip r:embed="rId61"/>
              <a:stretch>
                <a:fillRect/>
              </a:stretch>
            </p:blipFill>
            <p:spPr>
              <a:xfrm>
                <a:off x="2803840" y="1842500"/>
                <a:ext cx="2458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1" name="Ink 20">
                <a:extLst>
                  <a:ext uri="{FF2B5EF4-FFF2-40B4-BE49-F238E27FC236}">
                    <a16:creationId xmlns:a16="http://schemas.microsoft.com/office/drawing/2014/main" id="{33C9BA92-EC09-406A-809B-57D8474101E0}"/>
                  </a:ext>
                </a:extLst>
              </p14:cNvPr>
              <p14:cNvContentPartPr/>
              <p14:nvPr/>
            </p14:nvContentPartPr>
            <p14:xfrm>
              <a:off x="3100840" y="1694900"/>
              <a:ext cx="176040" cy="426960"/>
            </p14:xfrm>
          </p:contentPart>
        </mc:Choice>
        <mc:Fallback xmlns="">
          <p:pic>
            <p:nvPicPr>
              <p:cNvPr id="21" name="Ink 20">
                <a:extLst>
                  <a:ext uri="{FF2B5EF4-FFF2-40B4-BE49-F238E27FC236}">
                    <a16:creationId xmlns:a16="http://schemas.microsoft.com/office/drawing/2014/main" id="{33C9BA92-EC09-406A-809B-57D8474101E0}"/>
                  </a:ext>
                </a:extLst>
              </p:cNvPr>
              <p:cNvPicPr/>
              <p:nvPr/>
            </p:nvPicPr>
            <p:blipFill>
              <a:blip r:embed="rId63"/>
              <a:stretch>
                <a:fillRect/>
              </a:stretch>
            </p:blipFill>
            <p:spPr>
              <a:xfrm>
                <a:off x="3096520" y="1690580"/>
                <a:ext cx="18468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2" name="Ink 21">
                <a:extLst>
                  <a:ext uri="{FF2B5EF4-FFF2-40B4-BE49-F238E27FC236}">
                    <a16:creationId xmlns:a16="http://schemas.microsoft.com/office/drawing/2014/main" id="{DDD63C50-79E4-DDE9-EA2C-2C4215B69871}"/>
                  </a:ext>
                </a:extLst>
              </p14:cNvPr>
              <p14:cNvContentPartPr/>
              <p14:nvPr/>
            </p14:nvContentPartPr>
            <p14:xfrm>
              <a:off x="3334480" y="1865180"/>
              <a:ext cx="142200" cy="76680"/>
            </p14:xfrm>
          </p:contentPart>
        </mc:Choice>
        <mc:Fallback xmlns="">
          <p:pic>
            <p:nvPicPr>
              <p:cNvPr id="22" name="Ink 21">
                <a:extLst>
                  <a:ext uri="{FF2B5EF4-FFF2-40B4-BE49-F238E27FC236}">
                    <a16:creationId xmlns:a16="http://schemas.microsoft.com/office/drawing/2014/main" id="{DDD63C50-79E4-DDE9-EA2C-2C4215B69871}"/>
                  </a:ext>
                </a:extLst>
              </p:cNvPr>
              <p:cNvPicPr/>
              <p:nvPr/>
            </p:nvPicPr>
            <p:blipFill>
              <a:blip r:embed="rId65"/>
              <a:stretch>
                <a:fillRect/>
              </a:stretch>
            </p:blipFill>
            <p:spPr>
              <a:xfrm>
                <a:off x="3330160" y="1860860"/>
                <a:ext cx="1508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3" name="Ink 22">
                <a:extLst>
                  <a:ext uri="{FF2B5EF4-FFF2-40B4-BE49-F238E27FC236}">
                    <a16:creationId xmlns:a16="http://schemas.microsoft.com/office/drawing/2014/main" id="{B7C4D867-D2E3-CF78-5970-DFB12BAC13C9}"/>
                  </a:ext>
                </a:extLst>
              </p14:cNvPr>
              <p14:cNvContentPartPr/>
              <p14:nvPr/>
            </p14:nvContentPartPr>
            <p14:xfrm>
              <a:off x="3435640" y="1730180"/>
              <a:ext cx="50040" cy="29160"/>
            </p14:xfrm>
          </p:contentPart>
        </mc:Choice>
        <mc:Fallback xmlns="">
          <p:pic>
            <p:nvPicPr>
              <p:cNvPr id="23" name="Ink 22">
                <a:extLst>
                  <a:ext uri="{FF2B5EF4-FFF2-40B4-BE49-F238E27FC236}">
                    <a16:creationId xmlns:a16="http://schemas.microsoft.com/office/drawing/2014/main" id="{B7C4D867-D2E3-CF78-5970-DFB12BAC13C9}"/>
                  </a:ext>
                </a:extLst>
              </p:cNvPr>
              <p:cNvPicPr/>
              <p:nvPr/>
            </p:nvPicPr>
            <p:blipFill>
              <a:blip r:embed="rId67"/>
              <a:stretch>
                <a:fillRect/>
              </a:stretch>
            </p:blipFill>
            <p:spPr>
              <a:xfrm>
                <a:off x="3431320" y="1725860"/>
                <a:ext cx="586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4" name="Ink 23">
                <a:extLst>
                  <a:ext uri="{FF2B5EF4-FFF2-40B4-BE49-F238E27FC236}">
                    <a16:creationId xmlns:a16="http://schemas.microsoft.com/office/drawing/2014/main" id="{499B47ED-B1FE-8170-D055-A6444775BD30}"/>
                  </a:ext>
                </a:extLst>
              </p14:cNvPr>
              <p14:cNvContentPartPr/>
              <p14:nvPr/>
            </p14:nvContentPartPr>
            <p14:xfrm>
              <a:off x="3578560" y="1668980"/>
              <a:ext cx="196560" cy="392040"/>
            </p14:xfrm>
          </p:contentPart>
        </mc:Choice>
        <mc:Fallback xmlns="">
          <p:pic>
            <p:nvPicPr>
              <p:cNvPr id="24" name="Ink 23">
                <a:extLst>
                  <a:ext uri="{FF2B5EF4-FFF2-40B4-BE49-F238E27FC236}">
                    <a16:creationId xmlns:a16="http://schemas.microsoft.com/office/drawing/2014/main" id="{499B47ED-B1FE-8170-D055-A6444775BD30}"/>
                  </a:ext>
                </a:extLst>
              </p:cNvPr>
              <p:cNvPicPr/>
              <p:nvPr/>
            </p:nvPicPr>
            <p:blipFill>
              <a:blip r:embed="rId69"/>
              <a:stretch>
                <a:fillRect/>
              </a:stretch>
            </p:blipFill>
            <p:spPr>
              <a:xfrm>
                <a:off x="3574240" y="1664660"/>
                <a:ext cx="2052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6" name="Ink 25">
                <a:extLst>
                  <a:ext uri="{FF2B5EF4-FFF2-40B4-BE49-F238E27FC236}">
                    <a16:creationId xmlns:a16="http://schemas.microsoft.com/office/drawing/2014/main" id="{79BC98A5-F0B1-2C7A-CE7F-0ADD27DA2430}"/>
                  </a:ext>
                </a:extLst>
              </p14:cNvPr>
              <p14:cNvContentPartPr/>
              <p14:nvPr/>
            </p14:nvContentPartPr>
            <p14:xfrm>
              <a:off x="4775920" y="1690580"/>
              <a:ext cx="300240" cy="138600"/>
            </p14:xfrm>
          </p:contentPart>
        </mc:Choice>
        <mc:Fallback xmlns="">
          <p:pic>
            <p:nvPicPr>
              <p:cNvPr id="26" name="Ink 25">
                <a:extLst>
                  <a:ext uri="{FF2B5EF4-FFF2-40B4-BE49-F238E27FC236}">
                    <a16:creationId xmlns:a16="http://schemas.microsoft.com/office/drawing/2014/main" id="{79BC98A5-F0B1-2C7A-CE7F-0ADD27DA2430}"/>
                  </a:ext>
                </a:extLst>
              </p:cNvPr>
              <p:cNvPicPr/>
              <p:nvPr/>
            </p:nvPicPr>
            <p:blipFill>
              <a:blip r:embed="rId71"/>
              <a:stretch>
                <a:fillRect/>
              </a:stretch>
            </p:blipFill>
            <p:spPr>
              <a:xfrm>
                <a:off x="4771600" y="1686260"/>
                <a:ext cx="3088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7" name="Ink 26">
                <a:extLst>
                  <a:ext uri="{FF2B5EF4-FFF2-40B4-BE49-F238E27FC236}">
                    <a16:creationId xmlns:a16="http://schemas.microsoft.com/office/drawing/2014/main" id="{7129293A-750D-0DB9-C018-D969540DD329}"/>
                  </a:ext>
                </a:extLst>
              </p14:cNvPr>
              <p14:cNvContentPartPr/>
              <p14:nvPr/>
            </p14:nvContentPartPr>
            <p14:xfrm>
              <a:off x="5113240" y="1589060"/>
              <a:ext cx="342360" cy="481320"/>
            </p14:xfrm>
          </p:contentPart>
        </mc:Choice>
        <mc:Fallback xmlns="">
          <p:pic>
            <p:nvPicPr>
              <p:cNvPr id="27" name="Ink 26">
                <a:extLst>
                  <a:ext uri="{FF2B5EF4-FFF2-40B4-BE49-F238E27FC236}">
                    <a16:creationId xmlns:a16="http://schemas.microsoft.com/office/drawing/2014/main" id="{7129293A-750D-0DB9-C018-D969540DD329}"/>
                  </a:ext>
                </a:extLst>
              </p:cNvPr>
              <p:cNvPicPr/>
              <p:nvPr/>
            </p:nvPicPr>
            <p:blipFill>
              <a:blip r:embed="rId73"/>
              <a:stretch>
                <a:fillRect/>
              </a:stretch>
            </p:blipFill>
            <p:spPr>
              <a:xfrm>
                <a:off x="5108920" y="1584740"/>
                <a:ext cx="35100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8" name="Ink 27">
                <a:extLst>
                  <a:ext uri="{FF2B5EF4-FFF2-40B4-BE49-F238E27FC236}">
                    <a16:creationId xmlns:a16="http://schemas.microsoft.com/office/drawing/2014/main" id="{0C8FDEE9-2F97-FBDC-0DCC-46713146EAAA}"/>
                  </a:ext>
                </a:extLst>
              </p14:cNvPr>
              <p14:cNvContentPartPr/>
              <p14:nvPr/>
            </p14:nvContentPartPr>
            <p14:xfrm>
              <a:off x="5477200" y="1822340"/>
              <a:ext cx="101160" cy="102600"/>
            </p14:xfrm>
          </p:contentPart>
        </mc:Choice>
        <mc:Fallback xmlns="">
          <p:pic>
            <p:nvPicPr>
              <p:cNvPr id="28" name="Ink 27">
                <a:extLst>
                  <a:ext uri="{FF2B5EF4-FFF2-40B4-BE49-F238E27FC236}">
                    <a16:creationId xmlns:a16="http://schemas.microsoft.com/office/drawing/2014/main" id="{0C8FDEE9-2F97-FBDC-0DCC-46713146EAAA}"/>
                  </a:ext>
                </a:extLst>
              </p:cNvPr>
              <p:cNvPicPr/>
              <p:nvPr/>
            </p:nvPicPr>
            <p:blipFill>
              <a:blip r:embed="rId75"/>
              <a:stretch>
                <a:fillRect/>
              </a:stretch>
            </p:blipFill>
            <p:spPr>
              <a:xfrm>
                <a:off x="5472880" y="1818020"/>
                <a:ext cx="1098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9" name="Ink 28">
                <a:extLst>
                  <a:ext uri="{FF2B5EF4-FFF2-40B4-BE49-F238E27FC236}">
                    <a16:creationId xmlns:a16="http://schemas.microsoft.com/office/drawing/2014/main" id="{2B9AB9C9-3902-93B5-189E-2288E1B20C6F}"/>
                  </a:ext>
                </a:extLst>
              </p14:cNvPr>
              <p14:cNvContentPartPr/>
              <p14:nvPr/>
            </p14:nvContentPartPr>
            <p14:xfrm>
              <a:off x="5581240" y="1730180"/>
              <a:ext cx="20520" cy="14760"/>
            </p14:xfrm>
          </p:contentPart>
        </mc:Choice>
        <mc:Fallback xmlns="">
          <p:pic>
            <p:nvPicPr>
              <p:cNvPr id="29" name="Ink 28">
                <a:extLst>
                  <a:ext uri="{FF2B5EF4-FFF2-40B4-BE49-F238E27FC236}">
                    <a16:creationId xmlns:a16="http://schemas.microsoft.com/office/drawing/2014/main" id="{2B9AB9C9-3902-93B5-189E-2288E1B20C6F}"/>
                  </a:ext>
                </a:extLst>
              </p:cNvPr>
              <p:cNvPicPr/>
              <p:nvPr/>
            </p:nvPicPr>
            <p:blipFill>
              <a:blip r:embed="rId77"/>
              <a:stretch>
                <a:fillRect/>
              </a:stretch>
            </p:blipFill>
            <p:spPr>
              <a:xfrm>
                <a:off x="5576920" y="1725860"/>
                <a:ext cx="291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0" name="Ink 29">
                <a:extLst>
                  <a:ext uri="{FF2B5EF4-FFF2-40B4-BE49-F238E27FC236}">
                    <a16:creationId xmlns:a16="http://schemas.microsoft.com/office/drawing/2014/main" id="{0ACA0340-BB32-35BB-6724-09596AAFF7F0}"/>
                  </a:ext>
                </a:extLst>
              </p14:cNvPr>
              <p14:cNvContentPartPr/>
              <p14:nvPr/>
            </p14:nvContentPartPr>
            <p14:xfrm>
              <a:off x="5792200" y="1753580"/>
              <a:ext cx="42120" cy="148680"/>
            </p14:xfrm>
          </p:contentPart>
        </mc:Choice>
        <mc:Fallback xmlns="">
          <p:pic>
            <p:nvPicPr>
              <p:cNvPr id="30" name="Ink 29">
                <a:extLst>
                  <a:ext uri="{FF2B5EF4-FFF2-40B4-BE49-F238E27FC236}">
                    <a16:creationId xmlns:a16="http://schemas.microsoft.com/office/drawing/2014/main" id="{0ACA0340-BB32-35BB-6724-09596AAFF7F0}"/>
                  </a:ext>
                </a:extLst>
              </p:cNvPr>
              <p:cNvPicPr/>
              <p:nvPr/>
            </p:nvPicPr>
            <p:blipFill>
              <a:blip r:embed="rId79"/>
              <a:stretch>
                <a:fillRect/>
              </a:stretch>
            </p:blipFill>
            <p:spPr>
              <a:xfrm>
                <a:off x="5787880" y="1749260"/>
                <a:ext cx="507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1" name="Ink 30">
                <a:extLst>
                  <a:ext uri="{FF2B5EF4-FFF2-40B4-BE49-F238E27FC236}">
                    <a16:creationId xmlns:a16="http://schemas.microsoft.com/office/drawing/2014/main" id="{5B47B6FD-EE8B-D989-78C8-A7C880E9A170}"/>
                  </a:ext>
                </a:extLst>
              </p14:cNvPr>
              <p14:cNvContentPartPr/>
              <p14:nvPr/>
            </p14:nvContentPartPr>
            <p14:xfrm>
              <a:off x="5744680" y="1789580"/>
              <a:ext cx="145440" cy="23760"/>
            </p14:xfrm>
          </p:contentPart>
        </mc:Choice>
        <mc:Fallback xmlns="">
          <p:pic>
            <p:nvPicPr>
              <p:cNvPr id="31" name="Ink 30">
                <a:extLst>
                  <a:ext uri="{FF2B5EF4-FFF2-40B4-BE49-F238E27FC236}">
                    <a16:creationId xmlns:a16="http://schemas.microsoft.com/office/drawing/2014/main" id="{5B47B6FD-EE8B-D989-78C8-A7C880E9A170}"/>
                  </a:ext>
                </a:extLst>
              </p:cNvPr>
              <p:cNvPicPr/>
              <p:nvPr/>
            </p:nvPicPr>
            <p:blipFill>
              <a:blip r:embed="rId81"/>
              <a:stretch>
                <a:fillRect/>
              </a:stretch>
            </p:blipFill>
            <p:spPr>
              <a:xfrm>
                <a:off x="5740360" y="1785260"/>
                <a:ext cx="1540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2" name="Ink 31">
                <a:extLst>
                  <a:ext uri="{FF2B5EF4-FFF2-40B4-BE49-F238E27FC236}">
                    <a16:creationId xmlns:a16="http://schemas.microsoft.com/office/drawing/2014/main" id="{EE3769EA-C9EA-6ECC-1B0A-4F41A944D02E}"/>
                  </a:ext>
                </a:extLst>
              </p14:cNvPr>
              <p14:cNvContentPartPr/>
              <p14:nvPr/>
            </p14:nvContentPartPr>
            <p14:xfrm>
              <a:off x="6056800" y="1675460"/>
              <a:ext cx="34920" cy="201600"/>
            </p14:xfrm>
          </p:contentPart>
        </mc:Choice>
        <mc:Fallback xmlns="">
          <p:pic>
            <p:nvPicPr>
              <p:cNvPr id="32" name="Ink 31">
                <a:extLst>
                  <a:ext uri="{FF2B5EF4-FFF2-40B4-BE49-F238E27FC236}">
                    <a16:creationId xmlns:a16="http://schemas.microsoft.com/office/drawing/2014/main" id="{EE3769EA-C9EA-6ECC-1B0A-4F41A944D02E}"/>
                  </a:ext>
                </a:extLst>
              </p:cNvPr>
              <p:cNvPicPr/>
              <p:nvPr/>
            </p:nvPicPr>
            <p:blipFill>
              <a:blip r:embed="rId83"/>
              <a:stretch>
                <a:fillRect/>
              </a:stretch>
            </p:blipFill>
            <p:spPr>
              <a:xfrm>
                <a:off x="6052480" y="1671140"/>
                <a:ext cx="435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3" name="Ink 32">
                <a:extLst>
                  <a:ext uri="{FF2B5EF4-FFF2-40B4-BE49-F238E27FC236}">
                    <a16:creationId xmlns:a16="http://schemas.microsoft.com/office/drawing/2014/main" id="{C620BD40-7E03-ABD2-91B3-CD0CA7845B48}"/>
                  </a:ext>
                </a:extLst>
              </p14:cNvPr>
              <p14:cNvContentPartPr/>
              <p14:nvPr/>
            </p14:nvContentPartPr>
            <p14:xfrm>
              <a:off x="6104320" y="1502300"/>
              <a:ext cx="282960" cy="515880"/>
            </p14:xfrm>
          </p:contentPart>
        </mc:Choice>
        <mc:Fallback xmlns="">
          <p:pic>
            <p:nvPicPr>
              <p:cNvPr id="33" name="Ink 32">
                <a:extLst>
                  <a:ext uri="{FF2B5EF4-FFF2-40B4-BE49-F238E27FC236}">
                    <a16:creationId xmlns:a16="http://schemas.microsoft.com/office/drawing/2014/main" id="{C620BD40-7E03-ABD2-91B3-CD0CA7845B48}"/>
                  </a:ext>
                </a:extLst>
              </p:cNvPr>
              <p:cNvPicPr/>
              <p:nvPr/>
            </p:nvPicPr>
            <p:blipFill>
              <a:blip r:embed="rId85"/>
              <a:stretch>
                <a:fillRect/>
              </a:stretch>
            </p:blipFill>
            <p:spPr>
              <a:xfrm>
                <a:off x="6100000" y="1497980"/>
                <a:ext cx="29160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5" name="Ink 34">
                <a:extLst>
                  <a:ext uri="{FF2B5EF4-FFF2-40B4-BE49-F238E27FC236}">
                    <a16:creationId xmlns:a16="http://schemas.microsoft.com/office/drawing/2014/main" id="{E4783FE1-4240-3060-096C-A1D8B75679AC}"/>
                  </a:ext>
                </a:extLst>
              </p14:cNvPr>
              <p14:cNvContentPartPr/>
              <p14:nvPr/>
            </p14:nvContentPartPr>
            <p14:xfrm>
              <a:off x="3178960" y="2287460"/>
              <a:ext cx="23760" cy="218160"/>
            </p14:xfrm>
          </p:contentPart>
        </mc:Choice>
        <mc:Fallback xmlns="">
          <p:pic>
            <p:nvPicPr>
              <p:cNvPr id="35" name="Ink 34">
                <a:extLst>
                  <a:ext uri="{FF2B5EF4-FFF2-40B4-BE49-F238E27FC236}">
                    <a16:creationId xmlns:a16="http://schemas.microsoft.com/office/drawing/2014/main" id="{E4783FE1-4240-3060-096C-A1D8B75679AC}"/>
                  </a:ext>
                </a:extLst>
              </p:cNvPr>
              <p:cNvPicPr/>
              <p:nvPr/>
            </p:nvPicPr>
            <p:blipFill>
              <a:blip r:embed="rId87"/>
              <a:stretch>
                <a:fillRect/>
              </a:stretch>
            </p:blipFill>
            <p:spPr>
              <a:xfrm>
                <a:off x="3174640" y="2283140"/>
                <a:ext cx="324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6" name="Ink 35">
                <a:extLst>
                  <a:ext uri="{FF2B5EF4-FFF2-40B4-BE49-F238E27FC236}">
                    <a16:creationId xmlns:a16="http://schemas.microsoft.com/office/drawing/2014/main" id="{383994B8-5656-7CB2-5A5E-931EAE5BE787}"/>
                  </a:ext>
                </a:extLst>
              </p14:cNvPr>
              <p14:cNvContentPartPr/>
              <p14:nvPr/>
            </p14:nvContentPartPr>
            <p14:xfrm>
              <a:off x="3176440" y="2223740"/>
              <a:ext cx="659880" cy="320760"/>
            </p14:xfrm>
          </p:contentPart>
        </mc:Choice>
        <mc:Fallback xmlns="">
          <p:pic>
            <p:nvPicPr>
              <p:cNvPr id="36" name="Ink 35">
                <a:extLst>
                  <a:ext uri="{FF2B5EF4-FFF2-40B4-BE49-F238E27FC236}">
                    <a16:creationId xmlns:a16="http://schemas.microsoft.com/office/drawing/2014/main" id="{383994B8-5656-7CB2-5A5E-931EAE5BE787}"/>
                  </a:ext>
                </a:extLst>
              </p:cNvPr>
              <p:cNvPicPr/>
              <p:nvPr/>
            </p:nvPicPr>
            <p:blipFill>
              <a:blip r:embed="rId89"/>
              <a:stretch>
                <a:fillRect/>
              </a:stretch>
            </p:blipFill>
            <p:spPr>
              <a:xfrm>
                <a:off x="3172120" y="2219420"/>
                <a:ext cx="66852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FF4925A0-4C4D-5F08-38BB-41CCEEE6435A}"/>
                  </a:ext>
                </a:extLst>
              </p14:cNvPr>
              <p14:cNvContentPartPr/>
              <p14:nvPr/>
            </p14:nvContentPartPr>
            <p14:xfrm>
              <a:off x="4430320" y="2091620"/>
              <a:ext cx="59760" cy="86040"/>
            </p14:xfrm>
          </p:contentPart>
        </mc:Choice>
        <mc:Fallback xmlns="">
          <p:pic>
            <p:nvPicPr>
              <p:cNvPr id="61" name="Ink 60">
                <a:extLst>
                  <a:ext uri="{FF2B5EF4-FFF2-40B4-BE49-F238E27FC236}">
                    <a16:creationId xmlns:a16="http://schemas.microsoft.com/office/drawing/2014/main" id="{FF4925A0-4C4D-5F08-38BB-41CCEEE6435A}"/>
                  </a:ext>
                </a:extLst>
              </p:cNvPr>
              <p:cNvPicPr/>
              <p:nvPr/>
            </p:nvPicPr>
            <p:blipFill>
              <a:blip r:embed="rId91"/>
              <a:stretch>
                <a:fillRect/>
              </a:stretch>
            </p:blipFill>
            <p:spPr>
              <a:xfrm>
                <a:off x="4426000" y="2087300"/>
                <a:ext cx="684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06FD2EEF-6E6B-9911-BD2F-5D5B5F58A1BE}"/>
                  </a:ext>
                </a:extLst>
              </p14:cNvPr>
              <p14:cNvContentPartPr/>
              <p14:nvPr/>
            </p14:nvContentPartPr>
            <p14:xfrm>
              <a:off x="4298920" y="2000900"/>
              <a:ext cx="262080" cy="269640"/>
            </p14:xfrm>
          </p:contentPart>
        </mc:Choice>
        <mc:Fallback xmlns="">
          <p:pic>
            <p:nvPicPr>
              <p:cNvPr id="62" name="Ink 61">
                <a:extLst>
                  <a:ext uri="{FF2B5EF4-FFF2-40B4-BE49-F238E27FC236}">
                    <a16:creationId xmlns:a16="http://schemas.microsoft.com/office/drawing/2014/main" id="{06FD2EEF-6E6B-9911-BD2F-5D5B5F58A1BE}"/>
                  </a:ext>
                </a:extLst>
              </p:cNvPr>
              <p:cNvPicPr/>
              <p:nvPr/>
            </p:nvPicPr>
            <p:blipFill>
              <a:blip r:embed="rId93"/>
              <a:stretch>
                <a:fillRect/>
              </a:stretch>
            </p:blipFill>
            <p:spPr>
              <a:xfrm>
                <a:off x="4294600" y="1996580"/>
                <a:ext cx="2707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44D304C3-8B7E-1259-98E0-2E6972C01CDA}"/>
                  </a:ext>
                </a:extLst>
              </p14:cNvPr>
              <p14:cNvContentPartPr/>
              <p14:nvPr/>
            </p14:nvContentPartPr>
            <p14:xfrm>
              <a:off x="4023880" y="2384660"/>
              <a:ext cx="1131120" cy="186120"/>
            </p14:xfrm>
          </p:contentPart>
        </mc:Choice>
        <mc:Fallback xmlns="">
          <p:pic>
            <p:nvPicPr>
              <p:cNvPr id="63" name="Ink 62">
                <a:extLst>
                  <a:ext uri="{FF2B5EF4-FFF2-40B4-BE49-F238E27FC236}">
                    <a16:creationId xmlns:a16="http://schemas.microsoft.com/office/drawing/2014/main" id="{44D304C3-8B7E-1259-98E0-2E6972C01CDA}"/>
                  </a:ext>
                </a:extLst>
              </p:cNvPr>
              <p:cNvPicPr/>
              <p:nvPr/>
            </p:nvPicPr>
            <p:blipFill>
              <a:blip r:embed="rId95"/>
              <a:stretch>
                <a:fillRect/>
              </a:stretch>
            </p:blipFill>
            <p:spPr>
              <a:xfrm>
                <a:off x="4019560" y="2380340"/>
                <a:ext cx="113976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0F6BFAD5-78AC-98B9-84D5-8FA4DF21400D}"/>
                  </a:ext>
                </a:extLst>
              </p14:cNvPr>
              <p14:cNvContentPartPr/>
              <p14:nvPr/>
            </p14:nvContentPartPr>
            <p14:xfrm>
              <a:off x="3930640" y="2372420"/>
              <a:ext cx="139680" cy="109440"/>
            </p14:xfrm>
          </p:contentPart>
        </mc:Choice>
        <mc:Fallback xmlns="">
          <p:pic>
            <p:nvPicPr>
              <p:cNvPr id="64" name="Ink 63">
                <a:extLst>
                  <a:ext uri="{FF2B5EF4-FFF2-40B4-BE49-F238E27FC236}">
                    <a16:creationId xmlns:a16="http://schemas.microsoft.com/office/drawing/2014/main" id="{0F6BFAD5-78AC-98B9-84D5-8FA4DF21400D}"/>
                  </a:ext>
                </a:extLst>
              </p:cNvPr>
              <p:cNvPicPr/>
              <p:nvPr/>
            </p:nvPicPr>
            <p:blipFill>
              <a:blip r:embed="rId97"/>
              <a:stretch>
                <a:fillRect/>
              </a:stretch>
            </p:blipFill>
            <p:spPr>
              <a:xfrm>
                <a:off x="3926320" y="2368100"/>
                <a:ext cx="148320" cy="118080"/>
              </a:xfrm>
              <a:prstGeom prst="rect">
                <a:avLst/>
              </a:prstGeom>
            </p:spPr>
          </p:pic>
        </mc:Fallback>
      </mc:AlternateContent>
      <p:grpSp>
        <p:nvGrpSpPr>
          <p:cNvPr id="69" name="Group 68">
            <a:extLst>
              <a:ext uri="{FF2B5EF4-FFF2-40B4-BE49-F238E27FC236}">
                <a16:creationId xmlns:a16="http://schemas.microsoft.com/office/drawing/2014/main" id="{B5436E39-24BF-A55C-72C0-3F9B65920738}"/>
              </a:ext>
            </a:extLst>
          </p:cNvPr>
          <p:cNvGrpSpPr/>
          <p:nvPr/>
        </p:nvGrpSpPr>
        <p:grpSpPr>
          <a:xfrm>
            <a:off x="5304760" y="2151380"/>
            <a:ext cx="823680" cy="1283760"/>
            <a:chOff x="5304760" y="2151380"/>
            <a:chExt cx="823680" cy="1283760"/>
          </a:xfrm>
        </p:grpSpPr>
        <mc:AlternateContent xmlns:mc="http://schemas.openxmlformats.org/markup-compatibility/2006" xmlns:p14="http://schemas.microsoft.com/office/powerpoint/2010/main">
          <mc:Choice Requires="p14">
            <p:contentPart p14:bwMode="auto" r:id="rId98">
              <p14:nvContentPartPr>
                <p14:cNvPr id="37" name="Ink 36">
                  <a:extLst>
                    <a:ext uri="{FF2B5EF4-FFF2-40B4-BE49-F238E27FC236}">
                      <a16:creationId xmlns:a16="http://schemas.microsoft.com/office/drawing/2014/main" id="{F804C32A-826D-B983-48CD-685154BE55C0}"/>
                    </a:ext>
                  </a:extLst>
                </p14:cNvPr>
                <p14:cNvContentPartPr/>
                <p14:nvPr/>
              </p14:nvContentPartPr>
              <p14:xfrm>
                <a:off x="5309080" y="2241740"/>
                <a:ext cx="52920" cy="281520"/>
              </p14:xfrm>
            </p:contentPart>
          </mc:Choice>
          <mc:Fallback xmlns="">
            <p:pic>
              <p:nvPicPr>
                <p:cNvPr id="37" name="Ink 36">
                  <a:extLst>
                    <a:ext uri="{FF2B5EF4-FFF2-40B4-BE49-F238E27FC236}">
                      <a16:creationId xmlns:a16="http://schemas.microsoft.com/office/drawing/2014/main" id="{F804C32A-826D-B983-48CD-685154BE55C0}"/>
                    </a:ext>
                  </a:extLst>
                </p:cNvPr>
                <p:cNvPicPr/>
                <p:nvPr/>
              </p:nvPicPr>
              <p:blipFill>
                <a:blip r:embed="rId99"/>
                <a:stretch>
                  <a:fillRect/>
                </a:stretch>
              </p:blipFill>
              <p:spPr>
                <a:xfrm>
                  <a:off x="5304760" y="2237420"/>
                  <a:ext cx="615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8" name="Ink 37">
                  <a:extLst>
                    <a:ext uri="{FF2B5EF4-FFF2-40B4-BE49-F238E27FC236}">
                      <a16:creationId xmlns:a16="http://schemas.microsoft.com/office/drawing/2014/main" id="{AC12390E-55C8-4A5B-EDA2-039E8C36537C}"/>
                    </a:ext>
                  </a:extLst>
                </p14:cNvPr>
                <p14:cNvContentPartPr/>
                <p14:nvPr/>
              </p14:nvContentPartPr>
              <p14:xfrm>
                <a:off x="5304760" y="2151380"/>
                <a:ext cx="823680" cy="371160"/>
              </p14:xfrm>
            </p:contentPart>
          </mc:Choice>
          <mc:Fallback xmlns="">
            <p:pic>
              <p:nvPicPr>
                <p:cNvPr id="38" name="Ink 37">
                  <a:extLst>
                    <a:ext uri="{FF2B5EF4-FFF2-40B4-BE49-F238E27FC236}">
                      <a16:creationId xmlns:a16="http://schemas.microsoft.com/office/drawing/2014/main" id="{AC12390E-55C8-4A5B-EDA2-039E8C36537C}"/>
                    </a:ext>
                  </a:extLst>
                </p:cNvPr>
                <p:cNvPicPr/>
                <p:nvPr/>
              </p:nvPicPr>
              <p:blipFill>
                <a:blip r:embed="rId101"/>
                <a:stretch>
                  <a:fillRect/>
                </a:stretch>
              </p:blipFill>
              <p:spPr>
                <a:xfrm>
                  <a:off x="5300440" y="2147060"/>
                  <a:ext cx="83232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7339172F-A24D-81B3-4E8E-617FC365D04B}"/>
                    </a:ext>
                  </a:extLst>
                </p14:cNvPr>
                <p14:cNvContentPartPr/>
                <p14:nvPr/>
              </p14:nvContentPartPr>
              <p14:xfrm>
                <a:off x="5476120" y="2561780"/>
                <a:ext cx="306360" cy="873360"/>
              </p14:xfrm>
            </p:contentPart>
          </mc:Choice>
          <mc:Fallback xmlns="">
            <p:pic>
              <p:nvPicPr>
                <p:cNvPr id="66" name="Ink 65">
                  <a:extLst>
                    <a:ext uri="{FF2B5EF4-FFF2-40B4-BE49-F238E27FC236}">
                      <a16:creationId xmlns:a16="http://schemas.microsoft.com/office/drawing/2014/main" id="{7339172F-A24D-81B3-4E8E-617FC365D04B}"/>
                    </a:ext>
                  </a:extLst>
                </p:cNvPr>
                <p:cNvPicPr/>
                <p:nvPr/>
              </p:nvPicPr>
              <p:blipFill>
                <a:blip r:embed="rId103"/>
                <a:stretch>
                  <a:fillRect/>
                </a:stretch>
              </p:blipFill>
              <p:spPr>
                <a:xfrm>
                  <a:off x="5471800" y="2557460"/>
                  <a:ext cx="315000" cy="882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2780F1FB-4ACE-EFA2-2A20-C59E8812675C}"/>
                    </a:ext>
                  </a:extLst>
                </p14:cNvPr>
                <p14:cNvContentPartPr/>
                <p14:nvPr/>
              </p14:nvContentPartPr>
              <p14:xfrm>
                <a:off x="5913880" y="2896220"/>
                <a:ext cx="87840" cy="117360"/>
              </p14:xfrm>
            </p:contentPart>
          </mc:Choice>
          <mc:Fallback xmlns="">
            <p:pic>
              <p:nvPicPr>
                <p:cNvPr id="67" name="Ink 66">
                  <a:extLst>
                    <a:ext uri="{FF2B5EF4-FFF2-40B4-BE49-F238E27FC236}">
                      <a16:creationId xmlns:a16="http://schemas.microsoft.com/office/drawing/2014/main" id="{2780F1FB-4ACE-EFA2-2A20-C59E8812675C}"/>
                    </a:ext>
                  </a:extLst>
                </p:cNvPr>
                <p:cNvPicPr/>
                <p:nvPr/>
              </p:nvPicPr>
              <p:blipFill>
                <a:blip r:embed="rId105"/>
                <a:stretch>
                  <a:fillRect/>
                </a:stretch>
              </p:blipFill>
              <p:spPr>
                <a:xfrm>
                  <a:off x="5909560" y="2891900"/>
                  <a:ext cx="96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6CAE5B46-6E95-F35C-C0D9-29391E93487C}"/>
                    </a:ext>
                  </a:extLst>
                </p14:cNvPr>
                <p14:cNvContentPartPr/>
                <p14:nvPr/>
              </p14:nvContentPartPr>
              <p14:xfrm>
                <a:off x="5853760" y="2812340"/>
                <a:ext cx="273600" cy="270360"/>
              </p14:xfrm>
            </p:contentPart>
          </mc:Choice>
          <mc:Fallback xmlns="">
            <p:pic>
              <p:nvPicPr>
                <p:cNvPr id="68" name="Ink 67">
                  <a:extLst>
                    <a:ext uri="{FF2B5EF4-FFF2-40B4-BE49-F238E27FC236}">
                      <a16:creationId xmlns:a16="http://schemas.microsoft.com/office/drawing/2014/main" id="{6CAE5B46-6E95-F35C-C0D9-29391E93487C}"/>
                    </a:ext>
                  </a:extLst>
                </p:cNvPr>
                <p:cNvPicPr/>
                <p:nvPr/>
              </p:nvPicPr>
              <p:blipFill>
                <a:blip r:embed="rId107"/>
                <a:stretch>
                  <a:fillRect/>
                </a:stretch>
              </p:blipFill>
              <p:spPr>
                <a:xfrm>
                  <a:off x="5849440" y="2808020"/>
                  <a:ext cx="282240" cy="279000"/>
                </a:xfrm>
                <a:prstGeom prst="rect">
                  <a:avLst/>
                </a:prstGeom>
              </p:spPr>
            </p:pic>
          </mc:Fallback>
        </mc:AlternateContent>
      </p:grpSp>
      <p:grpSp>
        <p:nvGrpSpPr>
          <p:cNvPr id="122" name="Group 121">
            <a:extLst>
              <a:ext uri="{FF2B5EF4-FFF2-40B4-BE49-F238E27FC236}">
                <a16:creationId xmlns:a16="http://schemas.microsoft.com/office/drawing/2014/main" id="{3F320705-A71F-890A-AD26-B576E96C6102}"/>
              </a:ext>
            </a:extLst>
          </p:cNvPr>
          <p:cNvGrpSpPr/>
          <p:nvPr/>
        </p:nvGrpSpPr>
        <p:grpSpPr>
          <a:xfrm>
            <a:off x="415960" y="3338300"/>
            <a:ext cx="2512080" cy="1222560"/>
            <a:chOff x="415960" y="3338300"/>
            <a:chExt cx="2512080" cy="1222560"/>
          </a:xfrm>
        </p:grpSpPr>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AC625A56-CE53-239B-A6CD-7588212D26E9}"/>
                    </a:ext>
                  </a:extLst>
                </p14:cNvPr>
                <p14:cNvContentPartPr/>
                <p14:nvPr/>
              </p14:nvContentPartPr>
              <p14:xfrm>
                <a:off x="450880" y="3338300"/>
                <a:ext cx="148320" cy="280440"/>
              </p14:xfrm>
            </p:contentPart>
          </mc:Choice>
          <mc:Fallback xmlns="">
            <p:pic>
              <p:nvPicPr>
                <p:cNvPr id="70" name="Ink 69">
                  <a:extLst>
                    <a:ext uri="{FF2B5EF4-FFF2-40B4-BE49-F238E27FC236}">
                      <a16:creationId xmlns:a16="http://schemas.microsoft.com/office/drawing/2014/main" id="{AC625A56-CE53-239B-A6CD-7588212D26E9}"/>
                    </a:ext>
                  </a:extLst>
                </p:cNvPr>
                <p:cNvPicPr/>
                <p:nvPr/>
              </p:nvPicPr>
              <p:blipFill>
                <a:blip r:embed="rId109"/>
                <a:stretch>
                  <a:fillRect/>
                </a:stretch>
              </p:blipFill>
              <p:spPr>
                <a:xfrm>
                  <a:off x="446560" y="3333980"/>
                  <a:ext cx="15696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AE49141F-61DC-AC05-B4B4-11D14C711F54}"/>
                    </a:ext>
                  </a:extLst>
                </p14:cNvPr>
                <p14:cNvContentPartPr/>
                <p14:nvPr/>
              </p14:nvContentPartPr>
              <p14:xfrm>
                <a:off x="415960" y="3451700"/>
                <a:ext cx="182520" cy="24120"/>
              </p14:xfrm>
            </p:contentPart>
          </mc:Choice>
          <mc:Fallback xmlns="">
            <p:pic>
              <p:nvPicPr>
                <p:cNvPr id="71" name="Ink 70">
                  <a:extLst>
                    <a:ext uri="{FF2B5EF4-FFF2-40B4-BE49-F238E27FC236}">
                      <a16:creationId xmlns:a16="http://schemas.microsoft.com/office/drawing/2014/main" id="{AE49141F-61DC-AC05-B4B4-11D14C711F54}"/>
                    </a:ext>
                  </a:extLst>
                </p:cNvPr>
                <p:cNvPicPr/>
                <p:nvPr/>
              </p:nvPicPr>
              <p:blipFill>
                <a:blip r:embed="rId111"/>
                <a:stretch>
                  <a:fillRect/>
                </a:stretch>
              </p:blipFill>
              <p:spPr>
                <a:xfrm>
                  <a:off x="411640" y="3447380"/>
                  <a:ext cx="1911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24DDCE38-D88E-D977-3EE3-2BA1DF7F3CB8}"/>
                    </a:ext>
                  </a:extLst>
                </p14:cNvPr>
                <p14:cNvContentPartPr/>
                <p14:nvPr/>
              </p14:nvContentPartPr>
              <p14:xfrm>
                <a:off x="578320" y="3500660"/>
                <a:ext cx="79920" cy="75240"/>
              </p14:xfrm>
            </p:contentPart>
          </mc:Choice>
          <mc:Fallback xmlns="">
            <p:pic>
              <p:nvPicPr>
                <p:cNvPr id="72" name="Ink 71">
                  <a:extLst>
                    <a:ext uri="{FF2B5EF4-FFF2-40B4-BE49-F238E27FC236}">
                      <a16:creationId xmlns:a16="http://schemas.microsoft.com/office/drawing/2014/main" id="{24DDCE38-D88E-D977-3EE3-2BA1DF7F3CB8}"/>
                    </a:ext>
                  </a:extLst>
                </p:cNvPr>
                <p:cNvPicPr/>
                <p:nvPr/>
              </p:nvPicPr>
              <p:blipFill>
                <a:blip r:embed="rId113"/>
                <a:stretch>
                  <a:fillRect/>
                </a:stretch>
              </p:blipFill>
              <p:spPr>
                <a:xfrm>
                  <a:off x="574000" y="3496340"/>
                  <a:ext cx="885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A1436A3C-5784-8D0B-C901-B056E17A8067}"/>
                    </a:ext>
                  </a:extLst>
                </p14:cNvPr>
                <p14:cNvContentPartPr/>
                <p14:nvPr/>
              </p14:nvContentPartPr>
              <p14:xfrm>
                <a:off x="695680" y="3518660"/>
                <a:ext cx="213840" cy="82800"/>
              </p14:xfrm>
            </p:contentPart>
          </mc:Choice>
          <mc:Fallback xmlns="">
            <p:pic>
              <p:nvPicPr>
                <p:cNvPr id="73" name="Ink 72">
                  <a:extLst>
                    <a:ext uri="{FF2B5EF4-FFF2-40B4-BE49-F238E27FC236}">
                      <a16:creationId xmlns:a16="http://schemas.microsoft.com/office/drawing/2014/main" id="{A1436A3C-5784-8D0B-C901-B056E17A8067}"/>
                    </a:ext>
                  </a:extLst>
                </p:cNvPr>
                <p:cNvPicPr/>
                <p:nvPr/>
              </p:nvPicPr>
              <p:blipFill>
                <a:blip r:embed="rId115"/>
                <a:stretch>
                  <a:fillRect/>
                </a:stretch>
              </p:blipFill>
              <p:spPr>
                <a:xfrm>
                  <a:off x="691360" y="3514340"/>
                  <a:ext cx="2224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647A9670-37B0-BB8E-D07A-6657FFF58017}"/>
                    </a:ext>
                  </a:extLst>
                </p14:cNvPr>
                <p14:cNvContentPartPr/>
                <p14:nvPr/>
              </p14:nvContentPartPr>
              <p14:xfrm>
                <a:off x="894760" y="3493820"/>
                <a:ext cx="36360" cy="236520"/>
              </p14:xfrm>
            </p:contentPart>
          </mc:Choice>
          <mc:Fallback xmlns="">
            <p:pic>
              <p:nvPicPr>
                <p:cNvPr id="74" name="Ink 73">
                  <a:extLst>
                    <a:ext uri="{FF2B5EF4-FFF2-40B4-BE49-F238E27FC236}">
                      <a16:creationId xmlns:a16="http://schemas.microsoft.com/office/drawing/2014/main" id="{647A9670-37B0-BB8E-D07A-6657FFF58017}"/>
                    </a:ext>
                  </a:extLst>
                </p:cNvPr>
                <p:cNvPicPr/>
                <p:nvPr/>
              </p:nvPicPr>
              <p:blipFill>
                <a:blip r:embed="rId117"/>
                <a:stretch>
                  <a:fillRect/>
                </a:stretch>
              </p:blipFill>
              <p:spPr>
                <a:xfrm>
                  <a:off x="890440" y="3489500"/>
                  <a:ext cx="45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EB530BED-8DC8-A356-469E-E00B4884AF59}"/>
                    </a:ext>
                  </a:extLst>
                </p14:cNvPr>
                <p14:cNvContentPartPr/>
                <p14:nvPr/>
              </p14:nvContentPartPr>
              <p14:xfrm>
                <a:off x="941920" y="3511820"/>
                <a:ext cx="97560" cy="42480"/>
              </p14:xfrm>
            </p:contentPart>
          </mc:Choice>
          <mc:Fallback xmlns="">
            <p:pic>
              <p:nvPicPr>
                <p:cNvPr id="75" name="Ink 74">
                  <a:extLst>
                    <a:ext uri="{FF2B5EF4-FFF2-40B4-BE49-F238E27FC236}">
                      <a16:creationId xmlns:a16="http://schemas.microsoft.com/office/drawing/2014/main" id="{EB530BED-8DC8-A356-469E-E00B4884AF59}"/>
                    </a:ext>
                  </a:extLst>
                </p:cNvPr>
                <p:cNvPicPr/>
                <p:nvPr/>
              </p:nvPicPr>
              <p:blipFill>
                <a:blip r:embed="rId119"/>
                <a:stretch>
                  <a:fillRect/>
                </a:stretch>
              </p:blipFill>
              <p:spPr>
                <a:xfrm>
                  <a:off x="937600" y="3507500"/>
                  <a:ext cx="1062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A5B87163-19D0-722C-CA74-6242A9E850B7}"/>
                    </a:ext>
                  </a:extLst>
                </p14:cNvPr>
                <p14:cNvContentPartPr/>
                <p14:nvPr/>
              </p14:nvContentPartPr>
              <p14:xfrm>
                <a:off x="1161880" y="3484820"/>
                <a:ext cx="92160" cy="18720"/>
              </p14:xfrm>
            </p:contentPart>
          </mc:Choice>
          <mc:Fallback xmlns="">
            <p:pic>
              <p:nvPicPr>
                <p:cNvPr id="76" name="Ink 75">
                  <a:extLst>
                    <a:ext uri="{FF2B5EF4-FFF2-40B4-BE49-F238E27FC236}">
                      <a16:creationId xmlns:a16="http://schemas.microsoft.com/office/drawing/2014/main" id="{A5B87163-19D0-722C-CA74-6242A9E850B7}"/>
                    </a:ext>
                  </a:extLst>
                </p:cNvPr>
                <p:cNvPicPr/>
                <p:nvPr/>
              </p:nvPicPr>
              <p:blipFill>
                <a:blip r:embed="rId121"/>
                <a:stretch>
                  <a:fillRect/>
                </a:stretch>
              </p:blipFill>
              <p:spPr>
                <a:xfrm>
                  <a:off x="1157560" y="3480500"/>
                  <a:ext cx="100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AF7514E7-F0DD-41CF-3FA0-A80C063CE891}"/>
                    </a:ext>
                  </a:extLst>
                </p14:cNvPr>
                <p14:cNvContentPartPr/>
                <p14:nvPr/>
              </p14:nvContentPartPr>
              <p14:xfrm>
                <a:off x="1148200" y="3573020"/>
                <a:ext cx="117360" cy="18000"/>
              </p14:xfrm>
            </p:contentPart>
          </mc:Choice>
          <mc:Fallback xmlns="">
            <p:pic>
              <p:nvPicPr>
                <p:cNvPr id="77" name="Ink 76">
                  <a:extLst>
                    <a:ext uri="{FF2B5EF4-FFF2-40B4-BE49-F238E27FC236}">
                      <a16:creationId xmlns:a16="http://schemas.microsoft.com/office/drawing/2014/main" id="{AF7514E7-F0DD-41CF-3FA0-A80C063CE891}"/>
                    </a:ext>
                  </a:extLst>
                </p:cNvPr>
                <p:cNvPicPr/>
                <p:nvPr/>
              </p:nvPicPr>
              <p:blipFill>
                <a:blip r:embed="rId123"/>
                <a:stretch>
                  <a:fillRect/>
                </a:stretch>
              </p:blipFill>
              <p:spPr>
                <a:xfrm>
                  <a:off x="1143880" y="3568700"/>
                  <a:ext cx="126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8" name="Ink 77">
                  <a:extLst>
                    <a:ext uri="{FF2B5EF4-FFF2-40B4-BE49-F238E27FC236}">
                      <a16:creationId xmlns:a16="http://schemas.microsoft.com/office/drawing/2014/main" id="{D80CE819-2A0B-2F76-C0EB-361B4F4DC41D}"/>
                    </a:ext>
                  </a:extLst>
                </p14:cNvPr>
                <p14:cNvContentPartPr/>
                <p14:nvPr/>
              </p14:nvContentPartPr>
              <p14:xfrm>
                <a:off x="1465720" y="3457100"/>
                <a:ext cx="147960" cy="84600"/>
              </p14:xfrm>
            </p:contentPart>
          </mc:Choice>
          <mc:Fallback xmlns="">
            <p:pic>
              <p:nvPicPr>
                <p:cNvPr id="78" name="Ink 77">
                  <a:extLst>
                    <a:ext uri="{FF2B5EF4-FFF2-40B4-BE49-F238E27FC236}">
                      <a16:creationId xmlns:a16="http://schemas.microsoft.com/office/drawing/2014/main" id="{D80CE819-2A0B-2F76-C0EB-361B4F4DC41D}"/>
                    </a:ext>
                  </a:extLst>
                </p:cNvPr>
                <p:cNvPicPr/>
                <p:nvPr/>
              </p:nvPicPr>
              <p:blipFill>
                <a:blip r:embed="rId125"/>
                <a:stretch>
                  <a:fillRect/>
                </a:stretch>
              </p:blipFill>
              <p:spPr>
                <a:xfrm>
                  <a:off x="1461400" y="3452780"/>
                  <a:ext cx="1566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9" name="Ink 78">
                  <a:extLst>
                    <a:ext uri="{FF2B5EF4-FFF2-40B4-BE49-F238E27FC236}">
                      <a16:creationId xmlns:a16="http://schemas.microsoft.com/office/drawing/2014/main" id="{EF2F7F8A-9289-CC69-E372-673D2E6B2AD2}"/>
                    </a:ext>
                  </a:extLst>
                </p14:cNvPr>
                <p14:cNvContentPartPr/>
                <p14:nvPr/>
              </p14:nvContentPartPr>
              <p14:xfrm>
                <a:off x="1649680" y="3345500"/>
                <a:ext cx="237600" cy="277560"/>
              </p14:xfrm>
            </p:contentPart>
          </mc:Choice>
          <mc:Fallback xmlns="">
            <p:pic>
              <p:nvPicPr>
                <p:cNvPr id="79" name="Ink 78">
                  <a:extLst>
                    <a:ext uri="{FF2B5EF4-FFF2-40B4-BE49-F238E27FC236}">
                      <a16:creationId xmlns:a16="http://schemas.microsoft.com/office/drawing/2014/main" id="{EF2F7F8A-9289-CC69-E372-673D2E6B2AD2}"/>
                    </a:ext>
                  </a:extLst>
                </p:cNvPr>
                <p:cNvPicPr/>
                <p:nvPr/>
              </p:nvPicPr>
              <p:blipFill>
                <a:blip r:embed="rId127"/>
                <a:stretch>
                  <a:fillRect/>
                </a:stretch>
              </p:blipFill>
              <p:spPr>
                <a:xfrm>
                  <a:off x="1645360" y="3341180"/>
                  <a:ext cx="2462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0" name="Ink 79">
                  <a:extLst>
                    <a:ext uri="{FF2B5EF4-FFF2-40B4-BE49-F238E27FC236}">
                      <a16:creationId xmlns:a16="http://schemas.microsoft.com/office/drawing/2014/main" id="{76759EFE-E581-A4B6-509F-A81992E5B407}"/>
                    </a:ext>
                  </a:extLst>
                </p14:cNvPr>
                <p14:cNvContentPartPr/>
                <p14:nvPr/>
              </p14:nvContentPartPr>
              <p14:xfrm>
                <a:off x="1882960" y="3489860"/>
                <a:ext cx="81360" cy="73800"/>
              </p14:xfrm>
            </p:contentPart>
          </mc:Choice>
          <mc:Fallback xmlns="">
            <p:pic>
              <p:nvPicPr>
                <p:cNvPr id="80" name="Ink 79">
                  <a:extLst>
                    <a:ext uri="{FF2B5EF4-FFF2-40B4-BE49-F238E27FC236}">
                      <a16:creationId xmlns:a16="http://schemas.microsoft.com/office/drawing/2014/main" id="{76759EFE-E581-A4B6-509F-A81992E5B407}"/>
                    </a:ext>
                  </a:extLst>
                </p:cNvPr>
                <p:cNvPicPr/>
                <p:nvPr/>
              </p:nvPicPr>
              <p:blipFill>
                <a:blip r:embed="rId129"/>
                <a:stretch>
                  <a:fillRect/>
                </a:stretch>
              </p:blipFill>
              <p:spPr>
                <a:xfrm>
                  <a:off x="1878640" y="3485540"/>
                  <a:ext cx="900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965EF672-2167-4461-562C-C2C77869B4B7}"/>
                    </a:ext>
                  </a:extLst>
                </p14:cNvPr>
                <p14:cNvContentPartPr/>
                <p14:nvPr/>
              </p14:nvContentPartPr>
              <p14:xfrm>
                <a:off x="1976560" y="3414260"/>
                <a:ext cx="1800" cy="10080"/>
              </p14:xfrm>
            </p:contentPart>
          </mc:Choice>
          <mc:Fallback xmlns="">
            <p:pic>
              <p:nvPicPr>
                <p:cNvPr id="81" name="Ink 80">
                  <a:extLst>
                    <a:ext uri="{FF2B5EF4-FFF2-40B4-BE49-F238E27FC236}">
                      <a16:creationId xmlns:a16="http://schemas.microsoft.com/office/drawing/2014/main" id="{965EF672-2167-4461-562C-C2C77869B4B7}"/>
                    </a:ext>
                  </a:extLst>
                </p:cNvPr>
                <p:cNvPicPr/>
                <p:nvPr/>
              </p:nvPicPr>
              <p:blipFill>
                <a:blip r:embed="rId131"/>
                <a:stretch>
                  <a:fillRect/>
                </a:stretch>
              </p:blipFill>
              <p:spPr>
                <a:xfrm>
                  <a:off x="1972240" y="3409940"/>
                  <a:ext cx="104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E3756ECF-9DE9-CA36-65B3-D7289943F663}"/>
                    </a:ext>
                  </a:extLst>
                </p14:cNvPr>
                <p14:cNvContentPartPr/>
                <p14:nvPr/>
              </p14:nvContentPartPr>
              <p14:xfrm>
                <a:off x="2051080" y="3352700"/>
                <a:ext cx="142200" cy="203040"/>
              </p14:xfrm>
            </p:contentPart>
          </mc:Choice>
          <mc:Fallback xmlns="">
            <p:pic>
              <p:nvPicPr>
                <p:cNvPr id="82" name="Ink 81">
                  <a:extLst>
                    <a:ext uri="{FF2B5EF4-FFF2-40B4-BE49-F238E27FC236}">
                      <a16:creationId xmlns:a16="http://schemas.microsoft.com/office/drawing/2014/main" id="{E3756ECF-9DE9-CA36-65B3-D7289943F663}"/>
                    </a:ext>
                  </a:extLst>
                </p:cNvPr>
                <p:cNvPicPr/>
                <p:nvPr/>
              </p:nvPicPr>
              <p:blipFill>
                <a:blip r:embed="rId133"/>
                <a:stretch>
                  <a:fillRect/>
                </a:stretch>
              </p:blipFill>
              <p:spPr>
                <a:xfrm>
                  <a:off x="2046760" y="3348380"/>
                  <a:ext cx="150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3" name="Ink 82">
                  <a:extLst>
                    <a:ext uri="{FF2B5EF4-FFF2-40B4-BE49-F238E27FC236}">
                      <a16:creationId xmlns:a16="http://schemas.microsoft.com/office/drawing/2014/main" id="{DCCF83F6-8AA6-68E4-DE1D-0BF65CC6A436}"/>
                    </a:ext>
                  </a:extLst>
                </p14:cNvPr>
                <p14:cNvContentPartPr/>
                <p14:nvPr/>
              </p14:nvContentPartPr>
              <p14:xfrm>
                <a:off x="2295160" y="3449540"/>
                <a:ext cx="16560" cy="36360"/>
              </p14:xfrm>
            </p:contentPart>
          </mc:Choice>
          <mc:Fallback xmlns="">
            <p:pic>
              <p:nvPicPr>
                <p:cNvPr id="83" name="Ink 82">
                  <a:extLst>
                    <a:ext uri="{FF2B5EF4-FFF2-40B4-BE49-F238E27FC236}">
                      <a16:creationId xmlns:a16="http://schemas.microsoft.com/office/drawing/2014/main" id="{DCCF83F6-8AA6-68E4-DE1D-0BF65CC6A436}"/>
                    </a:ext>
                  </a:extLst>
                </p:cNvPr>
                <p:cNvPicPr/>
                <p:nvPr/>
              </p:nvPicPr>
              <p:blipFill>
                <a:blip r:embed="rId135"/>
                <a:stretch>
                  <a:fillRect/>
                </a:stretch>
              </p:blipFill>
              <p:spPr>
                <a:xfrm>
                  <a:off x="2290840" y="3445220"/>
                  <a:ext cx="252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4" name="Ink 83">
                  <a:extLst>
                    <a:ext uri="{FF2B5EF4-FFF2-40B4-BE49-F238E27FC236}">
                      <a16:creationId xmlns:a16="http://schemas.microsoft.com/office/drawing/2014/main" id="{3DBD51D9-3B1F-3584-F4E5-FA332182DAD0}"/>
                    </a:ext>
                  </a:extLst>
                </p14:cNvPr>
                <p14:cNvContentPartPr/>
                <p14:nvPr/>
              </p14:nvContentPartPr>
              <p14:xfrm>
                <a:off x="2197960" y="3597860"/>
                <a:ext cx="70920" cy="125640"/>
              </p14:xfrm>
            </p:contentPart>
          </mc:Choice>
          <mc:Fallback xmlns="">
            <p:pic>
              <p:nvPicPr>
                <p:cNvPr id="84" name="Ink 83">
                  <a:extLst>
                    <a:ext uri="{FF2B5EF4-FFF2-40B4-BE49-F238E27FC236}">
                      <a16:creationId xmlns:a16="http://schemas.microsoft.com/office/drawing/2014/main" id="{3DBD51D9-3B1F-3584-F4E5-FA332182DAD0}"/>
                    </a:ext>
                  </a:extLst>
                </p:cNvPr>
                <p:cNvPicPr/>
                <p:nvPr/>
              </p:nvPicPr>
              <p:blipFill>
                <a:blip r:embed="rId137"/>
                <a:stretch>
                  <a:fillRect/>
                </a:stretch>
              </p:blipFill>
              <p:spPr>
                <a:xfrm>
                  <a:off x="2193640" y="3593540"/>
                  <a:ext cx="795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D6EDC833-598E-B87A-B0DF-0ECCD4A5B01D}"/>
                    </a:ext>
                  </a:extLst>
                </p14:cNvPr>
                <p14:cNvContentPartPr/>
                <p14:nvPr/>
              </p14:nvContentPartPr>
              <p14:xfrm>
                <a:off x="427120" y="3900260"/>
                <a:ext cx="147240" cy="96120"/>
              </p14:xfrm>
            </p:contentPart>
          </mc:Choice>
          <mc:Fallback xmlns="">
            <p:pic>
              <p:nvPicPr>
                <p:cNvPr id="86" name="Ink 85">
                  <a:extLst>
                    <a:ext uri="{FF2B5EF4-FFF2-40B4-BE49-F238E27FC236}">
                      <a16:creationId xmlns:a16="http://schemas.microsoft.com/office/drawing/2014/main" id="{D6EDC833-598E-B87A-B0DF-0ECCD4A5B01D}"/>
                    </a:ext>
                  </a:extLst>
                </p:cNvPr>
                <p:cNvPicPr/>
                <p:nvPr/>
              </p:nvPicPr>
              <p:blipFill>
                <a:blip r:embed="rId139"/>
                <a:stretch>
                  <a:fillRect/>
                </a:stretch>
              </p:blipFill>
              <p:spPr>
                <a:xfrm>
                  <a:off x="422800" y="3895940"/>
                  <a:ext cx="1558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96794608-7649-566C-2761-466F97675F59}"/>
                    </a:ext>
                  </a:extLst>
                </p14:cNvPr>
                <p14:cNvContentPartPr/>
                <p14:nvPr/>
              </p14:nvContentPartPr>
              <p14:xfrm>
                <a:off x="615040" y="3836900"/>
                <a:ext cx="161640" cy="263880"/>
              </p14:xfrm>
            </p:contentPart>
          </mc:Choice>
          <mc:Fallback xmlns="">
            <p:pic>
              <p:nvPicPr>
                <p:cNvPr id="87" name="Ink 86">
                  <a:extLst>
                    <a:ext uri="{FF2B5EF4-FFF2-40B4-BE49-F238E27FC236}">
                      <a16:creationId xmlns:a16="http://schemas.microsoft.com/office/drawing/2014/main" id="{96794608-7649-566C-2761-466F97675F59}"/>
                    </a:ext>
                  </a:extLst>
                </p:cNvPr>
                <p:cNvPicPr/>
                <p:nvPr/>
              </p:nvPicPr>
              <p:blipFill>
                <a:blip r:embed="rId141"/>
                <a:stretch>
                  <a:fillRect/>
                </a:stretch>
              </p:blipFill>
              <p:spPr>
                <a:xfrm>
                  <a:off x="610720" y="3832580"/>
                  <a:ext cx="1702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2E1C802C-6EBF-25D3-6E7A-2C53CE8C60E4}"/>
                    </a:ext>
                  </a:extLst>
                </p14:cNvPr>
                <p14:cNvContentPartPr/>
                <p14:nvPr/>
              </p14:nvContentPartPr>
              <p14:xfrm>
                <a:off x="833920" y="3933740"/>
                <a:ext cx="99000" cy="79200"/>
              </p14:xfrm>
            </p:contentPart>
          </mc:Choice>
          <mc:Fallback xmlns="">
            <p:pic>
              <p:nvPicPr>
                <p:cNvPr id="88" name="Ink 87">
                  <a:extLst>
                    <a:ext uri="{FF2B5EF4-FFF2-40B4-BE49-F238E27FC236}">
                      <a16:creationId xmlns:a16="http://schemas.microsoft.com/office/drawing/2014/main" id="{2E1C802C-6EBF-25D3-6E7A-2C53CE8C60E4}"/>
                    </a:ext>
                  </a:extLst>
                </p:cNvPr>
                <p:cNvPicPr/>
                <p:nvPr/>
              </p:nvPicPr>
              <p:blipFill>
                <a:blip r:embed="rId143"/>
                <a:stretch>
                  <a:fillRect/>
                </a:stretch>
              </p:blipFill>
              <p:spPr>
                <a:xfrm>
                  <a:off x="829600" y="3929420"/>
                  <a:ext cx="1076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A4436EF7-1EE9-5C90-31FD-6DBB5FF5140F}"/>
                    </a:ext>
                  </a:extLst>
                </p14:cNvPr>
                <p14:cNvContentPartPr/>
                <p14:nvPr/>
              </p14:nvContentPartPr>
              <p14:xfrm>
                <a:off x="908440" y="3833660"/>
                <a:ext cx="25200" cy="10080"/>
              </p14:xfrm>
            </p:contentPart>
          </mc:Choice>
          <mc:Fallback xmlns="">
            <p:pic>
              <p:nvPicPr>
                <p:cNvPr id="89" name="Ink 88">
                  <a:extLst>
                    <a:ext uri="{FF2B5EF4-FFF2-40B4-BE49-F238E27FC236}">
                      <a16:creationId xmlns:a16="http://schemas.microsoft.com/office/drawing/2014/main" id="{A4436EF7-1EE9-5C90-31FD-6DBB5FF5140F}"/>
                    </a:ext>
                  </a:extLst>
                </p:cNvPr>
                <p:cNvPicPr/>
                <p:nvPr/>
              </p:nvPicPr>
              <p:blipFill>
                <a:blip r:embed="rId145"/>
                <a:stretch>
                  <a:fillRect/>
                </a:stretch>
              </p:blipFill>
              <p:spPr>
                <a:xfrm>
                  <a:off x="904120" y="3829340"/>
                  <a:ext cx="338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A50F4112-2CB7-78D4-4CE6-7140B5F61E40}"/>
                    </a:ext>
                  </a:extLst>
                </p14:cNvPr>
                <p14:cNvContentPartPr/>
                <p14:nvPr/>
              </p14:nvContentPartPr>
              <p14:xfrm>
                <a:off x="1009960" y="3819260"/>
                <a:ext cx="99360" cy="194040"/>
              </p14:xfrm>
            </p:contentPart>
          </mc:Choice>
          <mc:Fallback xmlns="">
            <p:pic>
              <p:nvPicPr>
                <p:cNvPr id="90" name="Ink 89">
                  <a:extLst>
                    <a:ext uri="{FF2B5EF4-FFF2-40B4-BE49-F238E27FC236}">
                      <a16:creationId xmlns:a16="http://schemas.microsoft.com/office/drawing/2014/main" id="{A50F4112-2CB7-78D4-4CE6-7140B5F61E40}"/>
                    </a:ext>
                  </a:extLst>
                </p:cNvPr>
                <p:cNvPicPr/>
                <p:nvPr/>
              </p:nvPicPr>
              <p:blipFill>
                <a:blip r:embed="rId147"/>
                <a:stretch>
                  <a:fillRect/>
                </a:stretch>
              </p:blipFill>
              <p:spPr>
                <a:xfrm>
                  <a:off x="1005640" y="3814940"/>
                  <a:ext cx="1080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E266FD5A-0761-5A05-31E1-7D45B61C6B06}"/>
                    </a:ext>
                  </a:extLst>
                </p14:cNvPr>
                <p14:cNvContentPartPr/>
                <p14:nvPr/>
              </p14:nvContentPartPr>
              <p14:xfrm>
                <a:off x="1271680" y="3911420"/>
                <a:ext cx="88560" cy="34920"/>
              </p14:xfrm>
            </p:contentPart>
          </mc:Choice>
          <mc:Fallback xmlns="">
            <p:pic>
              <p:nvPicPr>
                <p:cNvPr id="91" name="Ink 90">
                  <a:extLst>
                    <a:ext uri="{FF2B5EF4-FFF2-40B4-BE49-F238E27FC236}">
                      <a16:creationId xmlns:a16="http://schemas.microsoft.com/office/drawing/2014/main" id="{E266FD5A-0761-5A05-31E1-7D45B61C6B06}"/>
                    </a:ext>
                  </a:extLst>
                </p:cNvPr>
                <p:cNvPicPr/>
                <p:nvPr/>
              </p:nvPicPr>
              <p:blipFill>
                <a:blip r:embed="rId149"/>
                <a:stretch>
                  <a:fillRect/>
                </a:stretch>
              </p:blipFill>
              <p:spPr>
                <a:xfrm>
                  <a:off x="1267360" y="3907100"/>
                  <a:ext cx="97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E776AB6B-FAFF-A004-2DC9-4C01C8476A63}"/>
                    </a:ext>
                  </a:extLst>
                </p14:cNvPr>
                <p14:cNvContentPartPr/>
                <p14:nvPr/>
              </p14:nvContentPartPr>
              <p14:xfrm>
                <a:off x="1267720" y="3961460"/>
                <a:ext cx="140760" cy="21960"/>
              </p14:xfrm>
            </p:contentPart>
          </mc:Choice>
          <mc:Fallback xmlns="">
            <p:pic>
              <p:nvPicPr>
                <p:cNvPr id="92" name="Ink 91">
                  <a:extLst>
                    <a:ext uri="{FF2B5EF4-FFF2-40B4-BE49-F238E27FC236}">
                      <a16:creationId xmlns:a16="http://schemas.microsoft.com/office/drawing/2014/main" id="{E776AB6B-FAFF-A004-2DC9-4C01C8476A63}"/>
                    </a:ext>
                  </a:extLst>
                </p:cNvPr>
                <p:cNvPicPr/>
                <p:nvPr/>
              </p:nvPicPr>
              <p:blipFill>
                <a:blip r:embed="rId151"/>
                <a:stretch>
                  <a:fillRect/>
                </a:stretch>
              </p:blipFill>
              <p:spPr>
                <a:xfrm>
                  <a:off x="1263400" y="3957140"/>
                  <a:ext cx="149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6A4EEDEE-95D2-29B6-3E55-A6A377870FBE}"/>
                    </a:ext>
                  </a:extLst>
                </p14:cNvPr>
                <p14:cNvContentPartPr/>
                <p14:nvPr/>
              </p14:nvContentPartPr>
              <p14:xfrm>
                <a:off x="1567600" y="3862460"/>
                <a:ext cx="198720" cy="88560"/>
              </p14:xfrm>
            </p:contentPart>
          </mc:Choice>
          <mc:Fallback xmlns="">
            <p:pic>
              <p:nvPicPr>
                <p:cNvPr id="93" name="Ink 92">
                  <a:extLst>
                    <a:ext uri="{FF2B5EF4-FFF2-40B4-BE49-F238E27FC236}">
                      <a16:creationId xmlns:a16="http://schemas.microsoft.com/office/drawing/2014/main" id="{6A4EEDEE-95D2-29B6-3E55-A6A377870FBE}"/>
                    </a:ext>
                  </a:extLst>
                </p:cNvPr>
                <p:cNvPicPr/>
                <p:nvPr/>
              </p:nvPicPr>
              <p:blipFill>
                <a:blip r:embed="rId153"/>
                <a:stretch>
                  <a:fillRect/>
                </a:stretch>
              </p:blipFill>
              <p:spPr>
                <a:xfrm>
                  <a:off x="1563280" y="3858140"/>
                  <a:ext cx="207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4" name="Ink 93">
                  <a:extLst>
                    <a:ext uri="{FF2B5EF4-FFF2-40B4-BE49-F238E27FC236}">
                      <a16:creationId xmlns:a16="http://schemas.microsoft.com/office/drawing/2014/main" id="{6E506AFF-B4C6-53F5-4CDB-7168B08C0CF9}"/>
                    </a:ext>
                  </a:extLst>
                </p14:cNvPr>
                <p14:cNvContentPartPr/>
                <p14:nvPr/>
              </p14:nvContentPartPr>
              <p14:xfrm>
                <a:off x="1826440" y="3781820"/>
                <a:ext cx="201240" cy="262440"/>
              </p14:xfrm>
            </p:contentPart>
          </mc:Choice>
          <mc:Fallback xmlns="">
            <p:pic>
              <p:nvPicPr>
                <p:cNvPr id="94" name="Ink 93">
                  <a:extLst>
                    <a:ext uri="{FF2B5EF4-FFF2-40B4-BE49-F238E27FC236}">
                      <a16:creationId xmlns:a16="http://schemas.microsoft.com/office/drawing/2014/main" id="{6E506AFF-B4C6-53F5-4CDB-7168B08C0CF9}"/>
                    </a:ext>
                  </a:extLst>
                </p:cNvPr>
                <p:cNvPicPr/>
                <p:nvPr/>
              </p:nvPicPr>
              <p:blipFill>
                <a:blip r:embed="rId155"/>
                <a:stretch>
                  <a:fillRect/>
                </a:stretch>
              </p:blipFill>
              <p:spPr>
                <a:xfrm>
                  <a:off x="1822120" y="3777500"/>
                  <a:ext cx="2098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5" name="Ink 94">
                  <a:extLst>
                    <a:ext uri="{FF2B5EF4-FFF2-40B4-BE49-F238E27FC236}">
                      <a16:creationId xmlns:a16="http://schemas.microsoft.com/office/drawing/2014/main" id="{37ECF967-E7B8-2330-4216-1B612CF77310}"/>
                    </a:ext>
                  </a:extLst>
                </p14:cNvPr>
                <p14:cNvContentPartPr/>
                <p14:nvPr/>
              </p14:nvContentPartPr>
              <p14:xfrm>
                <a:off x="2019400" y="3902780"/>
                <a:ext cx="110880" cy="83160"/>
              </p14:xfrm>
            </p:contentPart>
          </mc:Choice>
          <mc:Fallback xmlns="">
            <p:pic>
              <p:nvPicPr>
                <p:cNvPr id="95" name="Ink 94">
                  <a:extLst>
                    <a:ext uri="{FF2B5EF4-FFF2-40B4-BE49-F238E27FC236}">
                      <a16:creationId xmlns:a16="http://schemas.microsoft.com/office/drawing/2014/main" id="{37ECF967-E7B8-2330-4216-1B612CF77310}"/>
                    </a:ext>
                  </a:extLst>
                </p:cNvPr>
                <p:cNvPicPr/>
                <p:nvPr/>
              </p:nvPicPr>
              <p:blipFill>
                <a:blip r:embed="rId157"/>
                <a:stretch>
                  <a:fillRect/>
                </a:stretch>
              </p:blipFill>
              <p:spPr>
                <a:xfrm>
                  <a:off x="2015080" y="3898460"/>
                  <a:ext cx="1195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6" name="Ink 95">
                  <a:extLst>
                    <a:ext uri="{FF2B5EF4-FFF2-40B4-BE49-F238E27FC236}">
                      <a16:creationId xmlns:a16="http://schemas.microsoft.com/office/drawing/2014/main" id="{05B309C3-8536-6753-0E24-52863C107E36}"/>
                    </a:ext>
                  </a:extLst>
                </p14:cNvPr>
                <p14:cNvContentPartPr/>
                <p14:nvPr/>
              </p14:nvContentPartPr>
              <p14:xfrm>
                <a:off x="2143600" y="3832940"/>
                <a:ext cx="14760" cy="16560"/>
              </p14:xfrm>
            </p:contentPart>
          </mc:Choice>
          <mc:Fallback xmlns="">
            <p:pic>
              <p:nvPicPr>
                <p:cNvPr id="96" name="Ink 95">
                  <a:extLst>
                    <a:ext uri="{FF2B5EF4-FFF2-40B4-BE49-F238E27FC236}">
                      <a16:creationId xmlns:a16="http://schemas.microsoft.com/office/drawing/2014/main" id="{05B309C3-8536-6753-0E24-52863C107E36}"/>
                    </a:ext>
                  </a:extLst>
                </p:cNvPr>
                <p:cNvPicPr/>
                <p:nvPr/>
              </p:nvPicPr>
              <p:blipFill>
                <a:blip r:embed="rId159"/>
                <a:stretch>
                  <a:fillRect/>
                </a:stretch>
              </p:blipFill>
              <p:spPr>
                <a:xfrm>
                  <a:off x="2139280" y="3828620"/>
                  <a:ext cx="234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87C061B3-758F-4D11-5B03-DEDFEC9780CD}"/>
                    </a:ext>
                  </a:extLst>
                </p14:cNvPr>
                <p14:cNvContentPartPr/>
                <p14:nvPr/>
              </p14:nvContentPartPr>
              <p14:xfrm>
                <a:off x="2284360" y="3833660"/>
                <a:ext cx="19800" cy="114840"/>
              </p14:xfrm>
            </p:contentPart>
          </mc:Choice>
          <mc:Fallback xmlns="">
            <p:pic>
              <p:nvPicPr>
                <p:cNvPr id="97" name="Ink 96">
                  <a:extLst>
                    <a:ext uri="{FF2B5EF4-FFF2-40B4-BE49-F238E27FC236}">
                      <a16:creationId xmlns:a16="http://schemas.microsoft.com/office/drawing/2014/main" id="{87C061B3-758F-4D11-5B03-DEDFEC9780CD}"/>
                    </a:ext>
                  </a:extLst>
                </p:cNvPr>
                <p:cNvPicPr/>
                <p:nvPr/>
              </p:nvPicPr>
              <p:blipFill>
                <a:blip r:embed="rId161"/>
                <a:stretch>
                  <a:fillRect/>
                </a:stretch>
              </p:blipFill>
              <p:spPr>
                <a:xfrm>
                  <a:off x="2280040" y="3829340"/>
                  <a:ext cx="284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A35F9470-0763-30CC-879D-E67ED41A68AF}"/>
                    </a:ext>
                  </a:extLst>
                </p14:cNvPr>
                <p14:cNvContentPartPr/>
                <p14:nvPr/>
              </p14:nvContentPartPr>
              <p14:xfrm>
                <a:off x="2263120" y="3881900"/>
                <a:ext cx="97560" cy="8280"/>
              </p14:xfrm>
            </p:contentPart>
          </mc:Choice>
          <mc:Fallback xmlns="">
            <p:pic>
              <p:nvPicPr>
                <p:cNvPr id="98" name="Ink 97">
                  <a:extLst>
                    <a:ext uri="{FF2B5EF4-FFF2-40B4-BE49-F238E27FC236}">
                      <a16:creationId xmlns:a16="http://schemas.microsoft.com/office/drawing/2014/main" id="{A35F9470-0763-30CC-879D-E67ED41A68AF}"/>
                    </a:ext>
                  </a:extLst>
                </p:cNvPr>
                <p:cNvPicPr/>
                <p:nvPr/>
              </p:nvPicPr>
              <p:blipFill>
                <a:blip r:embed="rId163"/>
                <a:stretch>
                  <a:fillRect/>
                </a:stretch>
              </p:blipFill>
              <p:spPr>
                <a:xfrm>
                  <a:off x="2258800" y="3877580"/>
                  <a:ext cx="1062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3A1445F5-D7B5-D2DF-592D-A832793A393E}"/>
                    </a:ext>
                  </a:extLst>
                </p14:cNvPr>
                <p14:cNvContentPartPr/>
                <p14:nvPr/>
              </p14:nvContentPartPr>
              <p14:xfrm>
                <a:off x="2456440" y="3821060"/>
                <a:ext cx="14040" cy="99720"/>
              </p14:xfrm>
            </p:contentPart>
          </mc:Choice>
          <mc:Fallback xmlns="">
            <p:pic>
              <p:nvPicPr>
                <p:cNvPr id="99" name="Ink 98">
                  <a:extLst>
                    <a:ext uri="{FF2B5EF4-FFF2-40B4-BE49-F238E27FC236}">
                      <a16:creationId xmlns:a16="http://schemas.microsoft.com/office/drawing/2014/main" id="{3A1445F5-D7B5-D2DF-592D-A832793A393E}"/>
                    </a:ext>
                  </a:extLst>
                </p:cNvPr>
                <p:cNvPicPr/>
                <p:nvPr/>
              </p:nvPicPr>
              <p:blipFill>
                <a:blip r:embed="rId165"/>
                <a:stretch>
                  <a:fillRect/>
                </a:stretch>
              </p:blipFill>
              <p:spPr>
                <a:xfrm>
                  <a:off x="2452120" y="3816740"/>
                  <a:ext cx="226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715F6EEB-B4BC-DF74-A856-7163AB706578}"/>
                    </a:ext>
                  </a:extLst>
                </p14:cNvPr>
                <p14:cNvContentPartPr/>
                <p14:nvPr/>
              </p14:nvContentPartPr>
              <p14:xfrm>
                <a:off x="2599720" y="3752660"/>
                <a:ext cx="161640" cy="254520"/>
              </p14:xfrm>
            </p:contentPart>
          </mc:Choice>
          <mc:Fallback xmlns="">
            <p:pic>
              <p:nvPicPr>
                <p:cNvPr id="100" name="Ink 99">
                  <a:extLst>
                    <a:ext uri="{FF2B5EF4-FFF2-40B4-BE49-F238E27FC236}">
                      <a16:creationId xmlns:a16="http://schemas.microsoft.com/office/drawing/2014/main" id="{715F6EEB-B4BC-DF74-A856-7163AB706578}"/>
                    </a:ext>
                  </a:extLst>
                </p:cNvPr>
                <p:cNvPicPr/>
                <p:nvPr/>
              </p:nvPicPr>
              <p:blipFill>
                <a:blip r:embed="rId167"/>
                <a:stretch>
                  <a:fillRect/>
                </a:stretch>
              </p:blipFill>
              <p:spPr>
                <a:xfrm>
                  <a:off x="2595400" y="3748340"/>
                  <a:ext cx="1702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993A248F-9916-A643-B0A9-11B2B4E37CB8}"/>
                    </a:ext>
                  </a:extLst>
                </p14:cNvPr>
                <p14:cNvContentPartPr/>
                <p14:nvPr/>
              </p14:nvContentPartPr>
              <p14:xfrm>
                <a:off x="2903200" y="3896300"/>
                <a:ext cx="12240" cy="34920"/>
              </p14:xfrm>
            </p:contentPart>
          </mc:Choice>
          <mc:Fallback xmlns="">
            <p:pic>
              <p:nvPicPr>
                <p:cNvPr id="101" name="Ink 100">
                  <a:extLst>
                    <a:ext uri="{FF2B5EF4-FFF2-40B4-BE49-F238E27FC236}">
                      <a16:creationId xmlns:a16="http://schemas.microsoft.com/office/drawing/2014/main" id="{993A248F-9916-A643-B0A9-11B2B4E37CB8}"/>
                    </a:ext>
                  </a:extLst>
                </p:cNvPr>
                <p:cNvPicPr/>
                <p:nvPr/>
              </p:nvPicPr>
              <p:blipFill>
                <a:blip r:embed="rId169"/>
                <a:stretch>
                  <a:fillRect/>
                </a:stretch>
              </p:blipFill>
              <p:spPr>
                <a:xfrm>
                  <a:off x="2898880" y="3891980"/>
                  <a:ext cx="208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AFD8E066-FF7C-2100-B4C9-121EB3C667CB}"/>
                    </a:ext>
                  </a:extLst>
                </p14:cNvPr>
                <p14:cNvContentPartPr/>
                <p14:nvPr/>
              </p14:nvContentPartPr>
              <p14:xfrm>
                <a:off x="2799520" y="4013300"/>
                <a:ext cx="87120" cy="102960"/>
              </p14:xfrm>
            </p:contentPart>
          </mc:Choice>
          <mc:Fallback xmlns="">
            <p:pic>
              <p:nvPicPr>
                <p:cNvPr id="102" name="Ink 101">
                  <a:extLst>
                    <a:ext uri="{FF2B5EF4-FFF2-40B4-BE49-F238E27FC236}">
                      <a16:creationId xmlns:a16="http://schemas.microsoft.com/office/drawing/2014/main" id="{AFD8E066-FF7C-2100-B4C9-121EB3C667CB}"/>
                    </a:ext>
                  </a:extLst>
                </p:cNvPr>
                <p:cNvPicPr/>
                <p:nvPr/>
              </p:nvPicPr>
              <p:blipFill>
                <a:blip r:embed="rId171"/>
                <a:stretch>
                  <a:fillRect/>
                </a:stretch>
              </p:blipFill>
              <p:spPr>
                <a:xfrm>
                  <a:off x="2795200" y="4008980"/>
                  <a:ext cx="957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4F0735EA-61CF-E1BE-8C45-7595A7CDE1F0}"/>
                    </a:ext>
                  </a:extLst>
                </p14:cNvPr>
                <p14:cNvContentPartPr/>
                <p14:nvPr/>
              </p14:nvContentPartPr>
              <p14:xfrm>
                <a:off x="477520" y="4304540"/>
                <a:ext cx="144000" cy="106200"/>
              </p14:xfrm>
            </p:contentPart>
          </mc:Choice>
          <mc:Fallback xmlns="">
            <p:pic>
              <p:nvPicPr>
                <p:cNvPr id="104" name="Ink 103">
                  <a:extLst>
                    <a:ext uri="{FF2B5EF4-FFF2-40B4-BE49-F238E27FC236}">
                      <a16:creationId xmlns:a16="http://schemas.microsoft.com/office/drawing/2014/main" id="{4F0735EA-61CF-E1BE-8C45-7595A7CDE1F0}"/>
                    </a:ext>
                  </a:extLst>
                </p:cNvPr>
                <p:cNvPicPr/>
                <p:nvPr/>
              </p:nvPicPr>
              <p:blipFill>
                <a:blip r:embed="rId173"/>
                <a:stretch>
                  <a:fillRect/>
                </a:stretch>
              </p:blipFill>
              <p:spPr>
                <a:xfrm>
                  <a:off x="473200" y="4300220"/>
                  <a:ext cx="1526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E0960699-89C1-C64C-1613-49ECD6A11402}"/>
                    </a:ext>
                  </a:extLst>
                </p14:cNvPr>
                <p14:cNvContentPartPr/>
                <p14:nvPr/>
              </p14:nvContentPartPr>
              <p14:xfrm>
                <a:off x="664720" y="4235420"/>
                <a:ext cx="215640" cy="271440"/>
              </p14:xfrm>
            </p:contentPart>
          </mc:Choice>
          <mc:Fallback xmlns="">
            <p:pic>
              <p:nvPicPr>
                <p:cNvPr id="105" name="Ink 104">
                  <a:extLst>
                    <a:ext uri="{FF2B5EF4-FFF2-40B4-BE49-F238E27FC236}">
                      <a16:creationId xmlns:a16="http://schemas.microsoft.com/office/drawing/2014/main" id="{E0960699-89C1-C64C-1613-49ECD6A11402}"/>
                    </a:ext>
                  </a:extLst>
                </p:cNvPr>
                <p:cNvPicPr/>
                <p:nvPr/>
              </p:nvPicPr>
              <p:blipFill>
                <a:blip r:embed="rId175"/>
                <a:stretch>
                  <a:fillRect/>
                </a:stretch>
              </p:blipFill>
              <p:spPr>
                <a:xfrm>
                  <a:off x="660400" y="4231100"/>
                  <a:ext cx="2242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7FC33ABD-B503-C046-85CB-CC3CC8988CE6}"/>
                    </a:ext>
                  </a:extLst>
                </p14:cNvPr>
                <p14:cNvContentPartPr/>
                <p14:nvPr/>
              </p14:nvContentPartPr>
              <p14:xfrm>
                <a:off x="895480" y="4330460"/>
                <a:ext cx="56880" cy="95400"/>
              </p14:xfrm>
            </p:contentPart>
          </mc:Choice>
          <mc:Fallback xmlns="">
            <p:pic>
              <p:nvPicPr>
                <p:cNvPr id="106" name="Ink 105">
                  <a:extLst>
                    <a:ext uri="{FF2B5EF4-FFF2-40B4-BE49-F238E27FC236}">
                      <a16:creationId xmlns:a16="http://schemas.microsoft.com/office/drawing/2014/main" id="{7FC33ABD-B503-C046-85CB-CC3CC8988CE6}"/>
                    </a:ext>
                  </a:extLst>
                </p:cNvPr>
                <p:cNvPicPr/>
                <p:nvPr/>
              </p:nvPicPr>
              <p:blipFill>
                <a:blip r:embed="rId177"/>
                <a:stretch>
                  <a:fillRect/>
                </a:stretch>
              </p:blipFill>
              <p:spPr>
                <a:xfrm>
                  <a:off x="891160" y="4326140"/>
                  <a:ext cx="65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8F1F30AD-7E00-2007-D12C-3B27A1EC5C06}"/>
                    </a:ext>
                  </a:extLst>
                </p14:cNvPr>
                <p14:cNvContentPartPr/>
                <p14:nvPr/>
              </p14:nvContentPartPr>
              <p14:xfrm>
                <a:off x="927520" y="4290140"/>
                <a:ext cx="12240" cy="11520"/>
              </p14:xfrm>
            </p:contentPart>
          </mc:Choice>
          <mc:Fallback xmlns="">
            <p:pic>
              <p:nvPicPr>
                <p:cNvPr id="107" name="Ink 106">
                  <a:extLst>
                    <a:ext uri="{FF2B5EF4-FFF2-40B4-BE49-F238E27FC236}">
                      <a16:creationId xmlns:a16="http://schemas.microsoft.com/office/drawing/2014/main" id="{8F1F30AD-7E00-2007-D12C-3B27A1EC5C06}"/>
                    </a:ext>
                  </a:extLst>
                </p:cNvPr>
                <p:cNvPicPr/>
                <p:nvPr/>
              </p:nvPicPr>
              <p:blipFill>
                <a:blip r:embed="rId179"/>
                <a:stretch>
                  <a:fillRect/>
                </a:stretch>
              </p:blipFill>
              <p:spPr>
                <a:xfrm>
                  <a:off x="923200" y="4285820"/>
                  <a:ext cx="20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8" name="Ink 107">
                  <a:extLst>
                    <a:ext uri="{FF2B5EF4-FFF2-40B4-BE49-F238E27FC236}">
                      <a16:creationId xmlns:a16="http://schemas.microsoft.com/office/drawing/2014/main" id="{C354EE3D-9F85-6B37-B61A-DE216D6000F2}"/>
                    </a:ext>
                  </a:extLst>
                </p14:cNvPr>
                <p14:cNvContentPartPr/>
                <p14:nvPr/>
              </p14:nvContentPartPr>
              <p14:xfrm>
                <a:off x="1052800" y="4293380"/>
                <a:ext cx="23760" cy="110880"/>
              </p14:xfrm>
            </p:contentPart>
          </mc:Choice>
          <mc:Fallback xmlns="">
            <p:pic>
              <p:nvPicPr>
                <p:cNvPr id="108" name="Ink 107">
                  <a:extLst>
                    <a:ext uri="{FF2B5EF4-FFF2-40B4-BE49-F238E27FC236}">
                      <a16:creationId xmlns:a16="http://schemas.microsoft.com/office/drawing/2014/main" id="{C354EE3D-9F85-6B37-B61A-DE216D6000F2}"/>
                    </a:ext>
                  </a:extLst>
                </p:cNvPr>
                <p:cNvPicPr/>
                <p:nvPr/>
              </p:nvPicPr>
              <p:blipFill>
                <a:blip r:embed="rId181"/>
                <a:stretch>
                  <a:fillRect/>
                </a:stretch>
              </p:blipFill>
              <p:spPr>
                <a:xfrm>
                  <a:off x="1048480" y="4289060"/>
                  <a:ext cx="324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58E4028C-5411-4DAD-9EA8-DF9CDD1C15EE}"/>
                    </a:ext>
                  </a:extLst>
                </p14:cNvPr>
                <p14:cNvContentPartPr/>
                <p14:nvPr/>
              </p14:nvContentPartPr>
              <p14:xfrm>
                <a:off x="1024000" y="4341620"/>
                <a:ext cx="115200" cy="11520"/>
              </p14:xfrm>
            </p:contentPart>
          </mc:Choice>
          <mc:Fallback xmlns="">
            <p:pic>
              <p:nvPicPr>
                <p:cNvPr id="109" name="Ink 108">
                  <a:extLst>
                    <a:ext uri="{FF2B5EF4-FFF2-40B4-BE49-F238E27FC236}">
                      <a16:creationId xmlns:a16="http://schemas.microsoft.com/office/drawing/2014/main" id="{58E4028C-5411-4DAD-9EA8-DF9CDD1C15EE}"/>
                    </a:ext>
                  </a:extLst>
                </p:cNvPr>
                <p:cNvPicPr/>
                <p:nvPr/>
              </p:nvPicPr>
              <p:blipFill>
                <a:blip r:embed="rId183"/>
                <a:stretch>
                  <a:fillRect/>
                </a:stretch>
              </p:blipFill>
              <p:spPr>
                <a:xfrm>
                  <a:off x="1019680" y="4337300"/>
                  <a:ext cx="1238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0" name="Ink 109">
                  <a:extLst>
                    <a:ext uri="{FF2B5EF4-FFF2-40B4-BE49-F238E27FC236}">
                      <a16:creationId xmlns:a16="http://schemas.microsoft.com/office/drawing/2014/main" id="{63B626EA-D1E0-4A15-E356-7E78B909C2A9}"/>
                    </a:ext>
                  </a:extLst>
                </p14:cNvPr>
                <p14:cNvContentPartPr/>
                <p14:nvPr/>
              </p14:nvContentPartPr>
              <p14:xfrm>
                <a:off x="1185280" y="4261340"/>
                <a:ext cx="35640" cy="116640"/>
              </p14:xfrm>
            </p:contentPart>
          </mc:Choice>
          <mc:Fallback xmlns="">
            <p:pic>
              <p:nvPicPr>
                <p:cNvPr id="110" name="Ink 109">
                  <a:extLst>
                    <a:ext uri="{FF2B5EF4-FFF2-40B4-BE49-F238E27FC236}">
                      <a16:creationId xmlns:a16="http://schemas.microsoft.com/office/drawing/2014/main" id="{63B626EA-D1E0-4A15-E356-7E78B909C2A9}"/>
                    </a:ext>
                  </a:extLst>
                </p:cNvPr>
                <p:cNvPicPr/>
                <p:nvPr/>
              </p:nvPicPr>
              <p:blipFill>
                <a:blip r:embed="rId185"/>
                <a:stretch>
                  <a:fillRect/>
                </a:stretch>
              </p:blipFill>
              <p:spPr>
                <a:xfrm>
                  <a:off x="1180960" y="4257020"/>
                  <a:ext cx="442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1" name="Ink 110">
                  <a:extLst>
                    <a:ext uri="{FF2B5EF4-FFF2-40B4-BE49-F238E27FC236}">
                      <a16:creationId xmlns:a16="http://schemas.microsoft.com/office/drawing/2014/main" id="{A974A33B-74E4-65F6-27E0-B8ED7342CC2B}"/>
                    </a:ext>
                  </a:extLst>
                </p14:cNvPr>
                <p14:cNvContentPartPr/>
                <p14:nvPr/>
              </p14:nvContentPartPr>
              <p14:xfrm>
                <a:off x="1341520" y="4206260"/>
                <a:ext cx="145440" cy="252000"/>
              </p14:xfrm>
            </p:contentPart>
          </mc:Choice>
          <mc:Fallback xmlns="">
            <p:pic>
              <p:nvPicPr>
                <p:cNvPr id="111" name="Ink 110">
                  <a:extLst>
                    <a:ext uri="{FF2B5EF4-FFF2-40B4-BE49-F238E27FC236}">
                      <a16:creationId xmlns:a16="http://schemas.microsoft.com/office/drawing/2014/main" id="{A974A33B-74E4-65F6-27E0-B8ED7342CC2B}"/>
                    </a:ext>
                  </a:extLst>
                </p:cNvPr>
                <p:cNvPicPr/>
                <p:nvPr/>
              </p:nvPicPr>
              <p:blipFill>
                <a:blip r:embed="rId187"/>
                <a:stretch>
                  <a:fillRect/>
                </a:stretch>
              </p:blipFill>
              <p:spPr>
                <a:xfrm>
                  <a:off x="1337200" y="4201940"/>
                  <a:ext cx="154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2" name="Ink 111">
                  <a:extLst>
                    <a:ext uri="{FF2B5EF4-FFF2-40B4-BE49-F238E27FC236}">
                      <a16:creationId xmlns:a16="http://schemas.microsoft.com/office/drawing/2014/main" id="{4338D0C2-5B10-B893-F23D-E1F3A6C87A46}"/>
                    </a:ext>
                  </a:extLst>
                </p14:cNvPr>
                <p14:cNvContentPartPr/>
                <p14:nvPr/>
              </p14:nvContentPartPr>
              <p14:xfrm>
                <a:off x="1650400" y="4339100"/>
                <a:ext cx="126720" cy="7560"/>
              </p14:xfrm>
            </p:contentPart>
          </mc:Choice>
          <mc:Fallback xmlns="">
            <p:pic>
              <p:nvPicPr>
                <p:cNvPr id="112" name="Ink 111">
                  <a:extLst>
                    <a:ext uri="{FF2B5EF4-FFF2-40B4-BE49-F238E27FC236}">
                      <a16:creationId xmlns:a16="http://schemas.microsoft.com/office/drawing/2014/main" id="{4338D0C2-5B10-B893-F23D-E1F3A6C87A46}"/>
                    </a:ext>
                  </a:extLst>
                </p:cNvPr>
                <p:cNvPicPr/>
                <p:nvPr/>
              </p:nvPicPr>
              <p:blipFill>
                <a:blip r:embed="rId189"/>
                <a:stretch>
                  <a:fillRect/>
                </a:stretch>
              </p:blipFill>
              <p:spPr>
                <a:xfrm>
                  <a:off x="1646080" y="4334780"/>
                  <a:ext cx="135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3" name="Ink 112">
                  <a:extLst>
                    <a:ext uri="{FF2B5EF4-FFF2-40B4-BE49-F238E27FC236}">
                      <a16:creationId xmlns:a16="http://schemas.microsoft.com/office/drawing/2014/main" id="{A722D46F-3B2B-6844-4583-BB3A6394AF76}"/>
                    </a:ext>
                  </a:extLst>
                </p14:cNvPr>
                <p14:cNvContentPartPr/>
                <p14:nvPr/>
              </p14:nvContentPartPr>
              <p14:xfrm>
                <a:off x="1692880" y="4378340"/>
                <a:ext cx="134280" cy="21960"/>
              </p14:xfrm>
            </p:contentPart>
          </mc:Choice>
          <mc:Fallback xmlns="">
            <p:pic>
              <p:nvPicPr>
                <p:cNvPr id="113" name="Ink 112">
                  <a:extLst>
                    <a:ext uri="{FF2B5EF4-FFF2-40B4-BE49-F238E27FC236}">
                      <a16:creationId xmlns:a16="http://schemas.microsoft.com/office/drawing/2014/main" id="{A722D46F-3B2B-6844-4583-BB3A6394AF76}"/>
                    </a:ext>
                  </a:extLst>
                </p:cNvPr>
                <p:cNvPicPr/>
                <p:nvPr/>
              </p:nvPicPr>
              <p:blipFill>
                <a:blip r:embed="rId191"/>
                <a:stretch>
                  <a:fillRect/>
                </a:stretch>
              </p:blipFill>
              <p:spPr>
                <a:xfrm>
                  <a:off x="1688560" y="4374020"/>
                  <a:ext cx="142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4" name="Ink 113">
                  <a:extLst>
                    <a:ext uri="{FF2B5EF4-FFF2-40B4-BE49-F238E27FC236}">
                      <a16:creationId xmlns:a16="http://schemas.microsoft.com/office/drawing/2014/main" id="{B6BFEBE6-C4BF-AD34-451F-FF07E2DA14A3}"/>
                    </a:ext>
                  </a:extLst>
                </p14:cNvPr>
                <p14:cNvContentPartPr/>
                <p14:nvPr/>
              </p14:nvContentPartPr>
              <p14:xfrm>
                <a:off x="2037760" y="4182140"/>
                <a:ext cx="91080" cy="224280"/>
              </p14:xfrm>
            </p:contentPart>
          </mc:Choice>
          <mc:Fallback xmlns="">
            <p:pic>
              <p:nvPicPr>
                <p:cNvPr id="114" name="Ink 113">
                  <a:extLst>
                    <a:ext uri="{FF2B5EF4-FFF2-40B4-BE49-F238E27FC236}">
                      <a16:creationId xmlns:a16="http://schemas.microsoft.com/office/drawing/2014/main" id="{B6BFEBE6-C4BF-AD34-451F-FF07E2DA14A3}"/>
                    </a:ext>
                  </a:extLst>
                </p:cNvPr>
                <p:cNvPicPr/>
                <p:nvPr/>
              </p:nvPicPr>
              <p:blipFill>
                <a:blip r:embed="rId193"/>
                <a:stretch>
                  <a:fillRect/>
                </a:stretch>
              </p:blipFill>
              <p:spPr>
                <a:xfrm>
                  <a:off x="2033440" y="4177820"/>
                  <a:ext cx="997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5" name="Ink 114">
                  <a:extLst>
                    <a:ext uri="{FF2B5EF4-FFF2-40B4-BE49-F238E27FC236}">
                      <a16:creationId xmlns:a16="http://schemas.microsoft.com/office/drawing/2014/main" id="{9E17D378-7F04-7AC7-D12E-56FD24D612BA}"/>
                    </a:ext>
                  </a:extLst>
                </p14:cNvPr>
                <p14:cNvContentPartPr/>
                <p14:nvPr/>
              </p14:nvContentPartPr>
              <p14:xfrm>
                <a:off x="1969360" y="4282220"/>
                <a:ext cx="232920" cy="18720"/>
              </p14:xfrm>
            </p:contentPart>
          </mc:Choice>
          <mc:Fallback xmlns="">
            <p:pic>
              <p:nvPicPr>
                <p:cNvPr id="115" name="Ink 114">
                  <a:extLst>
                    <a:ext uri="{FF2B5EF4-FFF2-40B4-BE49-F238E27FC236}">
                      <a16:creationId xmlns:a16="http://schemas.microsoft.com/office/drawing/2014/main" id="{9E17D378-7F04-7AC7-D12E-56FD24D612BA}"/>
                    </a:ext>
                  </a:extLst>
                </p:cNvPr>
                <p:cNvPicPr/>
                <p:nvPr/>
              </p:nvPicPr>
              <p:blipFill>
                <a:blip r:embed="rId195"/>
                <a:stretch>
                  <a:fillRect/>
                </a:stretch>
              </p:blipFill>
              <p:spPr>
                <a:xfrm>
                  <a:off x="1965040" y="4277900"/>
                  <a:ext cx="241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6" name="Ink 115">
                  <a:extLst>
                    <a:ext uri="{FF2B5EF4-FFF2-40B4-BE49-F238E27FC236}">
                      <a16:creationId xmlns:a16="http://schemas.microsoft.com/office/drawing/2014/main" id="{8D598574-381C-5EB4-F564-ED7427ADD0ED}"/>
                    </a:ext>
                  </a:extLst>
                </p14:cNvPr>
                <p14:cNvContentPartPr/>
                <p14:nvPr/>
              </p14:nvContentPartPr>
              <p14:xfrm>
                <a:off x="2204440" y="4272500"/>
                <a:ext cx="120600" cy="98640"/>
              </p14:xfrm>
            </p:contentPart>
          </mc:Choice>
          <mc:Fallback xmlns="">
            <p:pic>
              <p:nvPicPr>
                <p:cNvPr id="116" name="Ink 115">
                  <a:extLst>
                    <a:ext uri="{FF2B5EF4-FFF2-40B4-BE49-F238E27FC236}">
                      <a16:creationId xmlns:a16="http://schemas.microsoft.com/office/drawing/2014/main" id="{8D598574-381C-5EB4-F564-ED7427ADD0ED}"/>
                    </a:ext>
                  </a:extLst>
                </p:cNvPr>
                <p:cNvPicPr/>
                <p:nvPr/>
              </p:nvPicPr>
              <p:blipFill>
                <a:blip r:embed="rId197"/>
                <a:stretch>
                  <a:fillRect/>
                </a:stretch>
              </p:blipFill>
              <p:spPr>
                <a:xfrm>
                  <a:off x="2200120" y="4268180"/>
                  <a:ext cx="1292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7" name="Ink 116">
                  <a:extLst>
                    <a:ext uri="{FF2B5EF4-FFF2-40B4-BE49-F238E27FC236}">
                      <a16:creationId xmlns:a16="http://schemas.microsoft.com/office/drawing/2014/main" id="{7C04A8B1-393C-E271-3F78-2CA684A03F5A}"/>
                    </a:ext>
                  </a:extLst>
                </p14:cNvPr>
                <p14:cNvContentPartPr/>
                <p14:nvPr/>
              </p14:nvContentPartPr>
              <p14:xfrm>
                <a:off x="2373640" y="4305260"/>
                <a:ext cx="249120" cy="62280"/>
              </p14:xfrm>
            </p:contentPart>
          </mc:Choice>
          <mc:Fallback xmlns="">
            <p:pic>
              <p:nvPicPr>
                <p:cNvPr id="117" name="Ink 116">
                  <a:extLst>
                    <a:ext uri="{FF2B5EF4-FFF2-40B4-BE49-F238E27FC236}">
                      <a16:creationId xmlns:a16="http://schemas.microsoft.com/office/drawing/2014/main" id="{7C04A8B1-393C-E271-3F78-2CA684A03F5A}"/>
                    </a:ext>
                  </a:extLst>
                </p:cNvPr>
                <p:cNvPicPr/>
                <p:nvPr/>
              </p:nvPicPr>
              <p:blipFill>
                <a:blip r:embed="rId199"/>
                <a:stretch>
                  <a:fillRect/>
                </a:stretch>
              </p:blipFill>
              <p:spPr>
                <a:xfrm>
                  <a:off x="2369320" y="4300940"/>
                  <a:ext cx="257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8" name="Ink 117">
                  <a:extLst>
                    <a:ext uri="{FF2B5EF4-FFF2-40B4-BE49-F238E27FC236}">
                      <a16:creationId xmlns:a16="http://schemas.microsoft.com/office/drawing/2014/main" id="{8E5C4F04-94F2-3309-B038-A731C6ABBDC1}"/>
                    </a:ext>
                  </a:extLst>
                </p14:cNvPr>
                <p14:cNvContentPartPr/>
                <p14:nvPr/>
              </p14:nvContentPartPr>
              <p14:xfrm>
                <a:off x="2647960" y="4297340"/>
                <a:ext cx="63000" cy="243360"/>
              </p14:xfrm>
            </p:contentPart>
          </mc:Choice>
          <mc:Fallback xmlns="">
            <p:pic>
              <p:nvPicPr>
                <p:cNvPr id="118" name="Ink 117">
                  <a:extLst>
                    <a:ext uri="{FF2B5EF4-FFF2-40B4-BE49-F238E27FC236}">
                      <a16:creationId xmlns:a16="http://schemas.microsoft.com/office/drawing/2014/main" id="{8E5C4F04-94F2-3309-B038-A731C6ABBDC1}"/>
                    </a:ext>
                  </a:extLst>
                </p:cNvPr>
                <p:cNvPicPr/>
                <p:nvPr/>
              </p:nvPicPr>
              <p:blipFill>
                <a:blip r:embed="rId201"/>
                <a:stretch>
                  <a:fillRect/>
                </a:stretch>
              </p:blipFill>
              <p:spPr>
                <a:xfrm>
                  <a:off x="2643640" y="4293020"/>
                  <a:ext cx="716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9" name="Ink 118">
                  <a:extLst>
                    <a:ext uri="{FF2B5EF4-FFF2-40B4-BE49-F238E27FC236}">
                      <a16:creationId xmlns:a16="http://schemas.microsoft.com/office/drawing/2014/main" id="{CC3D1D4F-2D4D-4F7A-6348-C5D0422C5496}"/>
                    </a:ext>
                  </a:extLst>
                </p14:cNvPr>
                <p14:cNvContentPartPr/>
                <p14:nvPr/>
              </p14:nvContentPartPr>
              <p14:xfrm>
                <a:off x="2681800" y="4302020"/>
                <a:ext cx="104760" cy="77040"/>
              </p14:xfrm>
            </p:contentPart>
          </mc:Choice>
          <mc:Fallback xmlns="">
            <p:pic>
              <p:nvPicPr>
                <p:cNvPr id="119" name="Ink 118">
                  <a:extLst>
                    <a:ext uri="{FF2B5EF4-FFF2-40B4-BE49-F238E27FC236}">
                      <a16:creationId xmlns:a16="http://schemas.microsoft.com/office/drawing/2014/main" id="{CC3D1D4F-2D4D-4F7A-6348-C5D0422C5496}"/>
                    </a:ext>
                  </a:extLst>
                </p:cNvPr>
                <p:cNvPicPr/>
                <p:nvPr/>
              </p:nvPicPr>
              <p:blipFill>
                <a:blip r:embed="rId203"/>
                <a:stretch>
                  <a:fillRect/>
                </a:stretch>
              </p:blipFill>
              <p:spPr>
                <a:xfrm>
                  <a:off x="2677480" y="4297700"/>
                  <a:ext cx="113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0" name="Ink 119">
                  <a:extLst>
                    <a:ext uri="{FF2B5EF4-FFF2-40B4-BE49-F238E27FC236}">
                      <a16:creationId xmlns:a16="http://schemas.microsoft.com/office/drawing/2014/main" id="{BD27ADA0-89CE-4C6B-E5B0-62B62D10172E}"/>
                    </a:ext>
                  </a:extLst>
                </p14:cNvPr>
                <p14:cNvContentPartPr/>
                <p14:nvPr/>
              </p14:nvContentPartPr>
              <p14:xfrm>
                <a:off x="2923000" y="4285460"/>
                <a:ext cx="5040" cy="42840"/>
              </p14:xfrm>
            </p:contentPart>
          </mc:Choice>
          <mc:Fallback xmlns="">
            <p:pic>
              <p:nvPicPr>
                <p:cNvPr id="120" name="Ink 119">
                  <a:extLst>
                    <a:ext uri="{FF2B5EF4-FFF2-40B4-BE49-F238E27FC236}">
                      <a16:creationId xmlns:a16="http://schemas.microsoft.com/office/drawing/2014/main" id="{BD27ADA0-89CE-4C6B-E5B0-62B62D10172E}"/>
                    </a:ext>
                  </a:extLst>
                </p:cNvPr>
                <p:cNvPicPr/>
                <p:nvPr/>
              </p:nvPicPr>
              <p:blipFill>
                <a:blip r:embed="rId205"/>
                <a:stretch>
                  <a:fillRect/>
                </a:stretch>
              </p:blipFill>
              <p:spPr>
                <a:xfrm>
                  <a:off x="2918680" y="4281140"/>
                  <a:ext cx="136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1" name="Ink 120">
                  <a:extLst>
                    <a:ext uri="{FF2B5EF4-FFF2-40B4-BE49-F238E27FC236}">
                      <a16:creationId xmlns:a16="http://schemas.microsoft.com/office/drawing/2014/main" id="{82551076-EF3F-1DAB-D207-ABC97214E3A2}"/>
                    </a:ext>
                  </a:extLst>
                </p14:cNvPr>
                <p14:cNvContentPartPr/>
                <p14:nvPr/>
              </p14:nvContentPartPr>
              <p14:xfrm>
                <a:off x="2820400" y="4415420"/>
                <a:ext cx="92520" cy="145440"/>
              </p14:xfrm>
            </p:contentPart>
          </mc:Choice>
          <mc:Fallback xmlns="">
            <p:pic>
              <p:nvPicPr>
                <p:cNvPr id="121" name="Ink 120">
                  <a:extLst>
                    <a:ext uri="{FF2B5EF4-FFF2-40B4-BE49-F238E27FC236}">
                      <a16:creationId xmlns:a16="http://schemas.microsoft.com/office/drawing/2014/main" id="{82551076-EF3F-1DAB-D207-ABC97214E3A2}"/>
                    </a:ext>
                  </a:extLst>
                </p:cNvPr>
                <p:cNvPicPr/>
                <p:nvPr/>
              </p:nvPicPr>
              <p:blipFill>
                <a:blip r:embed="rId207"/>
                <a:stretch>
                  <a:fillRect/>
                </a:stretch>
              </p:blipFill>
              <p:spPr>
                <a:xfrm>
                  <a:off x="2816080" y="4411100"/>
                  <a:ext cx="101160" cy="154080"/>
                </a:xfrm>
                <a:prstGeom prst="rect">
                  <a:avLst/>
                </a:prstGeom>
              </p:spPr>
            </p:pic>
          </mc:Fallback>
        </mc:AlternateContent>
      </p:grpSp>
    </p:spTree>
    <p:extLst>
      <p:ext uri="{BB962C8B-B14F-4D97-AF65-F5344CB8AC3E}">
        <p14:creationId xmlns:p14="http://schemas.microsoft.com/office/powerpoint/2010/main" val="103813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this lecture you will learn:</a:t>
            </a:r>
          </a:p>
        </p:txBody>
      </p:sp>
      <p:sp>
        <p:nvSpPr>
          <p:cNvPr id="3" name="Content Placeholder 2"/>
          <p:cNvSpPr>
            <a:spLocks noGrp="1"/>
          </p:cNvSpPr>
          <p:nvPr>
            <p:ph idx="1"/>
          </p:nvPr>
        </p:nvSpPr>
        <p:spPr/>
        <p:txBody>
          <a:bodyPr>
            <a:normAutofit fontScale="85000" lnSpcReduction="20000"/>
          </a:bodyPr>
          <a:lstStyle/>
          <a:p>
            <a:r>
              <a:rPr lang="en-US" dirty="0"/>
              <a:t>What is an algorithm?</a:t>
            </a:r>
          </a:p>
          <a:p>
            <a:r>
              <a:rPr lang="en-US" dirty="0"/>
              <a:t>How to compare performance of algorithms</a:t>
            </a:r>
          </a:p>
          <a:p>
            <a:r>
              <a:rPr lang="en-US" dirty="0"/>
              <a:t>What is a data structure?</a:t>
            </a:r>
          </a:p>
          <a:p>
            <a:r>
              <a:rPr lang="en-US" dirty="0"/>
              <a:t>Bubble Sort</a:t>
            </a:r>
          </a:p>
          <a:p>
            <a:r>
              <a:rPr lang="en-US" dirty="0"/>
              <a:t>Shaker Sort</a:t>
            </a:r>
          </a:p>
          <a:p>
            <a:r>
              <a:rPr lang="en-US" dirty="0"/>
              <a:t>Selection Sort</a:t>
            </a:r>
          </a:p>
          <a:p>
            <a:r>
              <a:rPr lang="en-US" dirty="0"/>
              <a:t>Insert Sort </a:t>
            </a:r>
          </a:p>
          <a:p>
            <a:r>
              <a:rPr lang="en-US" dirty="0"/>
              <a:t>Shell Sort</a:t>
            </a:r>
          </a:p>
          <a:p>
            <a:r>
              <a:rPr lang="en-US" dirty="0"/>
              <a:t>Heap Sort</a:t>
            </a:r>
          </a:p>
          <a:p>
            <a:r>
              <a:rPr lang="en-US" dirty="0"/>
              <a:t>Quick Sort</a:t>
            </a:r>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5752-63E2-A720-1DA6-A3D8A582F464}"/>
              </a:ext>
            </a:extLst>
          </p:cNvPr>
          <p:cNvSpPr>
            <a:spLocks noGrp="1"/>
          </p:cNvSpPr>
          <p:nvPr>
            <p:ph type="title"/>
          </p:nvPr>
        </p:nvSpPr>
        <p:spPr/>
        <p:txBody>
          <a:bodyPr/>
          <a:lstStyle/>
          <a:p>
            <a:r>
              <a:rPr lang="en-ZA" dirty="0"/>
              <a:t>Selection Sort</a:t>
            </a:r>
          </a:p>
        </p:txBody>
      </p:sp>
      <p:sp>
        <p:nvSpPr>
          <p:cNvPr id="3" name="Content Placeholder 2">
            <a:extLst>
              <a:ext uri="{FF2B5EF4-FFF2-40B4-BE49-F238E27FC236}">
                <a16:creationId xmlns:a16="http://schemas.microsoft.com/office/drawing/2014/main" id="{1919301C-DCB6-5DA5-70EC-7613CBCF35CC}"/>
              </a:ext>
            </a:extLst>
          </p:cNvPr>
          <p:cNvSpPr>
            <a:spLocks noGrp="1"/>
          </p:cNvSpPr>
          <p:nvPr>
            <p:ph idx="1"/>
          </p:nvPr>
        </p:nvSpPr>
        <p:spPr/>
        <p:txBody>
          <a:bodyPr/>
          <a:lstStyle/>
          <a:p>
            <a:r>
              <a:rPr lang="en-ZA" dirty="0"/>
              <a:t>Treat the array as if it is not sorted. Search for the smallest number and swap it into position 0.</a:t>
            </a:r>
          </a:p>
          <a:p>
            <a:r>
              <a:rPr lang="en-ZA" dirty="0"/>
              <a:t>Move to position 1 and search the unsorted part of the array for the next smallest number and swap it into position 1.</a:t>
            </a:r>
          </a:p>
          <a:p>
            <a:r>
              <a:rPr lang="en-ZA" dirty="0"/>
              <a:t>Keep going until done.</a:t>
            </a:r>
          </a:p>
        </p:txBody>
      </p:sp>
      <p:sp>
        <p:nvSpPr>
          <p:cNvPr id="4" name="Slide Number Placeholder 3">
            <a:extLst>
              <a:ext uri="{FF2B5EF4-FFF2-40B4-BE49-F238E27FC236}">
                <a16:creationId xmlns:a16="http://schemas.microsoft.com/office/drawing/2014/main" id="{A173B2B4-ED18-908D-2247-7C1723544410}"/>
              </a:ext>
            </a:extLst>
          </p:cNvPr>
          <p:cNvSpPr>
            <a:spLocks noGrp="1"/>
          </p:cNvSpPr>
          <p:nvPr>
            <p:ph type="sldNum" sz="quarter" idx="12"/>
          </p:nvPr>
        </p:nvSpPr>
        <p:spPr/>
        <p:txBody>
          <a:bodyPr/>
          <a:lstStyle/>
          <a:p>
            <a:fld id="{AD2B2EE5-B8BC-4D24-A25E-F2DF61737E68}" type="slidenum">
              <a:rPr lang="en-US" smtClean="0"/>
              <a:pPr/>
              <a:t>9</a:t>
            </a:fld>
            <a:endParaRPr lang="en-US"/>
          </a:p>
        </p:txBody>
      </p:sp>
    </p:spTree>
    <p:extLst>
      <p:ext uri="{BB962C8B-B14F-4D97-AF65-F5344CB8AC3E}">
        <p14:creationId xmlns:p14="http://schemas.microsoft.com/office/powerpoint/2010/main" val="3398692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A36B6-B6C3-09B6-1397-212454EF88CB}"/>
              </a:ext>
            </a:extLst>
          </p:cNvPr>
          <p:cNvSpPr>
            <a:spLocks noGrp="1"/>
          </p:cNvSpPr>
          <p:nvPr>
            <p:ph type="sldNum" sz="quarter" idx="12"/>
          </p:nvPr>
        </p:nvSpPr>
        <p:spPr/>
        <p:txBody>
          <a:bodyPr/>
          <a:lstStyle/>
          <a:p>
            <a:fld id="{AD2B2EE5-B8BC-4D24-A25E-F2DF61737E68}" type="slidenum">
              <a:rPr lang="en-US" smtClean="0"/>
              <a:pPr/>
              <a:t>10</a:t>
            </a:fld>
            <a:endParaRPr lang="en-US"/>
          </a:p>
        </p:txBody>
      </p:sp>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D9EC42D5-FFDD-14E4-8CBB-834767B3DCA4}"/>
                  </a:ext>
                </a:extLst>
              </p14:cNvPr>
              <p14:cNvContentPartPr/>
              <p14:nvPr/>
            </p14:nvContentPartPr>
            <p14:xfrm>
              <a:off x="6276480" y="608667"/>
              <a:ext cx="255240" cy="349200"/>
            </p14:xfrm>
          </p:contentPart>
        </mc:Choice>
        <mc:Fallback>
          <p:pic>
            <p:nvPicPr>
              <p:cNvPr id="17" name="Ink 16">
                <a:extLst>
                  <a:ext uri="{FF2B5EF4-FFF2-40B4-BE49-F238E27FC236}">
                    <a16:creationId xmlns:a16="http://schemas.microsoft.com/office/drawing/2014/main" id="{D9EC42D5-FFDD-14E4-8CBB-834767B3DCA4}"/>
                  </a:ext>
                </a:extLst>
              </p:cNvPr>
              <p:cNvPicPr/>
              <p:nvPr/>
            </p:nvPicPr>
            <p:blipFill>
              <a:blip r:embed="rId3"/>
              <a:stretch>
                <a:fillRect/>
              </a:stretch>
            </p:blipFill>
            <p:spPr>
              <a:xfrm>
                <a:off x="6272160" y="604347"/>
                <a:ext cx="263880" cy="357840"/>
              </a:xfrm>
              <a:prstGeom prst="rect">
                <a:avLst/>
              </a:prstGeom>
            </p:spPr>
          </p:pic>
        </mc:Fallback>
      </mc:AlternateContent>
      <p:grpSp>
        <p:nvGrpSpPr>
          <p:cNvPr id="43" name="Group 42">
            <a:extLst>
              <a:ext uri="{FF2B5EF4-FFF2-40B4-BE49-F238E27FC236}">
                <a16:creationId xmlns:a16="http://schemas.microsoft.com/office/drawing/2014/main" id="{6FB032EC-C173-2ACE-E8AE-D054CD236D9D}"/>
              </a:ext>
            </a:extLst>
          </p:cNvPr>
          <p:cNvGrpSpPr/>
          <p:nvPr/>
        </p:nvGrpSpPr>
        <p:grpSpPr>
          <a:xfrm>
            <a:off x="7457280" y="364587"/>
            <a:ext cx="461160" cy="164160"/>
            <a:chOff x="7457280" y="364587"/>
            <a:chExt cx="461160" cy="164160"/>
          </a:xfrm>
        </p:grpSpPr>
        <mc:AlternateContent xmlns:mc="http://schemas.openxmlformats.org/markup-compatibility/2006">
          <mc:Choice xmlns:p14="http://schemas.microsoft.com/office/powerpoint/2010/main" Requires="p14">
            <p:contentPart p14:bwMode="auto" r:id="rId4">
              <p14:nvContentPartPr>
                <p14:cNvPr id="39" name="Ink 38">
                  <a:extLst>
                    <a:ext uri="{FF2B5EF4-FFF2-40B4-BE49-F238E27FC236}">
                      <a16:creationId xmlns:a16="http://schemas.microsoft.com/office/drawing/2014/main" id="{6E7FBE8D-FC78-5825-0B78-7B8B1F86A35B}"/>
                    </a:ext>
                  </a:extLst>
                </p14:cNvPr>
                <p14:cNvContentPartPr/>
                <p14:nvPr/>
              </p14:nvContentPartPr>
              <p14:xfrm>
                <a:off x="7457280" y="364587"/>
                <a:ext cx="227160" cy="164160"/>
              </p14:xfrm>
            </p:contentPart>
          </mc:Choice>
          <mc:Fallback>
            <p:pic>
              <p:nvPicPr>
                <p:cNvPr id="39" name="Ink 38">
                  <a:extLst>
                    <a:ext uri="{FF2B5EF4-FFF2-40B4-BE49-F238E27FC236}">
                      <a16:creationId xmlns:a16="http://schemas.microsoft.com/office/drawing/2014/main" id="{6E7FBE8D-FC78-5825-0B78-7B8B1F86A35B}"/>
                    </a:ext>
                  </a:extLst>
                </p:cNvPr>
                <p:cNvPicPr/>
                <p:nvPr/>
              </p:nvPicPr>
              <p:blipFill>
                <a:blip r:embed="rId5"/>
                <a:stretch>
                  <a:fillRect/>
                </a:stretch>
              </p:blipFill>
              <p:spPr>
                <a:xfrm>
                  <a:off x="7452960" y="360267"/>
                  <a:ext cx="2358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0" name="Ink 39">
                  <a:extLst>
                    <a:ext uri="{FF2B5EF4-FFF2-40B4-BE49-F238E27FC236}">
                      <a16:creationId xmlns:a16="http://schemas.microsoft.com/office/drawing/2014/main" id="{7FEF572B-6AA1-6ED1-44EC-A01C81BB765A}"/>
                    </a:ext>
                  </a:extLst>
                </p14:cNvPr>
                <p14:cNvContentPartPr/>
                <p14:nvPr/>
              </p14:nvContentPartPr>
              <p14:xfrm>
                <a:off x="7800360" y="419307"/>
                <a:ext cx="117360" cy="12240"/>
              </p14:xfrm>
            </p:contentPart>
          </mc:Choice>
          <mc:Fallback>
            <p:pic>
              <p:nvPicPr>
                <p:cNvPr id="40" name="Ink 39">
                  <a:extLst>
                    <a:ext uri="{FF2B5EF4-FFF2-40B4-BE49-F238E27FC236}">
                      <a16:creationId xmlns:a16="http://schemas.microsoft.com/office/drawing/2014/main" id="{7FEF572B-6AA1-6ED1-44EC-A01C81BB765A}"/>
                    </a:ext>
                  </a:extLst>
                </p:cNvPr>
                <p:cNvPicPr/>
                <p:nvPr/>
              </p:nvPicPr>
              <p:blipFill>
                <a:blip r:embed="rId7"/>
                <a:stretch>
                  <a:fillRect/>
                </a:stretch>
              </p:blipFill>
              <p:spPr>
                <a:xfrm>
                  <a:off x="7796040" y="414987"/>
                  <a:ext cx="1260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1" name="Ink 40">
                  <a:extLst>
                    <a:ext uri="{FF2B5EF4-FFF2-40B4-BE49-F238E27FC236}">
                      <a16:creationId xmlns:a16="http://schemas.microsoft.com/office/drawing/2014/main" id="{17B94FFF-E4B7-C475-B535-C106AD5C5EC0}"/>
                    </a:ext>
                  </a:extLst>
                </p14:cNvPr>
                <p14:cNvContentPartPr/>
                <p14:nvPr/>
              </p14:nvContentPartPr>
              <p14:xfrm>
                <a:off x="7780200" y="504987"/>
                <a:ext cx="138240" cy="3600"/>
              </p14:xfrm>
            </p:contentPart>
          </mc:Choice>
          <mc:Fallback>
            <p:pic>
              <p:nvPicPr>
                <p:cNvPr id="41" name="Ink 40">
                  <a:extLst>
                    <a:ext uri="{FF2B5EF4-FFF2-40B4-BE49-F238E27FC236}">
                      <a16:creationId xmlns:a16="http://schemas.microsoft.com/office/drawing/2014/main" id="{17B94FFF-E4B7-C475-B535-C106AD5C5EC0}"/>
                    </a:ext>
                  </a:extLst>
                </p:cNvPr>
                <p:cNvPicPr/>
                <p:nvPr/>
              </p:nvPicPr>
              <p:blipFill>
                <a:blip r:embed="rId9"/>
                <a:stretch>
                  <a:fillRect/>
                </a:stretch>
              </p:blipFill>
              <p:spPr>
                <a:xfrm>
                  <a:off x="7775880" y="500667"/>
                  <a:ext cx="146880" cy="12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42" name="Ink 41">
                <a:extLst>
                  <a:ext uri="{FF2B5EF4-FFF2-40B4-BE49-F238E27FC236}">
                    <a16:creationId xmlns:a16="http://schemas.microsoft.com/office/drawing/2014/main" id="{81846929-785B-EE1E-5CB3-F6DA97142EF8}"/>
                  </a:ext>
                </a:extLst>
              </p14:cNvPr>
              <p14:cNvContentPartPr/>
              <p14:nvPr/>
            </p14:nvContentPartPr>
            <p14:xfrm>
              <a:off x="8243520" y="328587"/>
              <a:ext cx="156240" cy="235080"/>
            </p14:xfrm>
          </p:contentPart>
        </mc:Choice>
        <mc:Fallback>
          <p:pic>
            <p:nvPicPr>
              <p:cNvPr id="42" name="Ink 41">
                <a:extLst>
                  <a:ext uri="{FF2B5EF4-FFF2-40B4-BE49-F238E27FC236}">
                    <a16:creationId xmlns:a16="http://schemas.microsoft.com/office/drawing/2014/main" id="{81846929-785B-EE1E-5CB3-F6DA97142EF8}"/>
                  </a:ext>
                </a:extLst>
              </p:cNvPr>
              <p:cNvPicPr/>
              <p:nvPr/>
            </p:nvPicPr>
            <p:blipFill>
              <a:blip r:embed="rId11"/>
              <a:stretch>
                <a:fillRect/>
              </a:stretch>
            </p:blipFill>
            <p:spPr>
              <a:xfrm>
                <a:off x="8239200" y="324267"/>
                <a:ext cx="16488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BBB74B0C-02BD-21D4-42FA-71C2097001A0}"/>
                  </a:ext>
                </a:extLst>
              </p14:cNvPr>
              <p14:cNvContentPartPr/>
              <p14:nvPr/>
            </p14:nvContentPartPr>
            <p14:xfrm>
              <a:off x="1689720" y="611547"/>
              <a:ext cx="17640" cy="401760"/>
            </p14:xfrm>
          </p:contentPart>
        </mc:Choice>
        <mc:Fallback>
          <p:pic>
            <p:nvPicPr>
              <p:cNvPr id="3" name="Ink 2">
                <a:extLst>
                  <a:ext uri="{FF2B5EF4-FFF2-40B4-BE49-F238E27FC236}">
                    <a16:creationId xmlns:a16="http://schemas.microsoft.com/office/drawing/2014/main" id="{BBB74B0C-02BD-21D4-42FA-71C2097001A0}"/>
                  </a:ext>
                </a:extLst>
              </p:cNvPr>
              <p:cNvPicPr/>
              <p:nvPr/>
            </p:nvPicPr>
            <p:blipFill>
              <a:blip r:embed="rId13"/>
              <a:stretch>
                <a:fillRect/>
              </a:stretch>
            </p:blipFill>
            <p:spPr>
              <a:xfrm>
                <a:off x="1685400" y="607227"/>
                <a:ext cx="26280" cy="410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56E9A83F-A6D6-D919-27D3-B7CAD5DE1E9F}"/>
                  </a:ext>
                </a:extLst>
              </p14:cNvPr>
              <p14:cNvContentPartPr/>
              <p14:nvPr/>
            </p14:nvContentPartPr>
            <p14:xfrm>
              <a:off x="1925160" y="675267"/>
              <a:ext cx="146880" cy="167040"/>
            </p14:xfrm>
          </p:contentPart>
        </mc:Choice>
        <mc:Fallback>
          <p:pic>
            <p:nvPicPr>
              <p:cNvPr id="4" name="Ink 3">
                <a:extLst>
                  <a:ext uri="{FF2B5EF4-FFF2-40B4-BE49-F238E27FC236}">
                    <a16:creationId xmlns:a16="http://schemas.microsoft.com/office/drawing/2014/main" id="{56E9A83F-A6D6-D919-27D3-B7CAD5DE1E9F}"/>
                  </a:ext>
                </a:extLst>
              </p:cNvPr>
              <p:cNvPicPr/>
              <p:nvPr/>
            </p:nvPicPr>
            <p:blipFill>
              <a:blip r:embed="rId15"/>
              <a:stretch>
                <a:fillRect/>
              </a:stretch>
            </p:blipFill>
            <p:spPr>
              <a:xfrm>
                <a:off x="1920840" y="670947"/>
                <a:ext cx="15552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 name="Ink 4">
                <a:extLst>
                  <a:ext uri="{FF2B5EF4-FFF2-40B4-BE49-F238E27FC236}">
                    <a16:creationId xmlns:a16="http://schemas.microsoft.com/office/drawing/2014/main" id="{AE76ED36-0AFD-22BC-8695-790D90FDE72F}"/>
                  </a:ext>
                </a:extLst>
              </p14:cNvPr>
              <p14:cNvContentPartPr/>
              <p14:nvPr/>
            </p14:nvContentPartPr>
            <p14:xfrm>
              <a:off x="2039640" y="759507"/>
              <a:ext cx="2520" cy="226080"/>
            </p14:xfrm>
          </p:contentPart>
        </mc:Choice>
        <mc:Fallback>
          <p:pic>
            <p:nvPicPr>
              <p:cNvPr id="5" name="Ink 4">
                <a:extLst>
                  <a:ext uri="{FF2B5EF4-FFF2-40B4-BE49-F238E27FC236}">
                    <a16:creationId xmlns:a16="http://schemas.microsoft.com/office/drawing/2014/main" id="{AE76ED36-0AFD-22BC-8695-790D90FDE72F}"/>
                  </a:ext>
                </a:extLst>
              </p:cNvPr>
              <p:cNvPicPr/>
              <p:nvPr/>
            </p:nvPicPr>
            <p:blipFill>
              <a:blip r:embed="rId17"/>
              <a:stretch>
                <a:fillRect/>
              </a:stretch>
            </p:blipFill>
            <p:spPr>
              <a:xfrm>
                <a:off x="2035320" y="755187"/>
                <a:ext cx="1116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F795DB1C-09DD-D533-CB9C-51DDE0865AF0}"/>
                  </a:ext>
                </a:extLst>
              </p14:cNvPr>
              <p14:cNvContentPartPr/>
              <p14:nvPr/>
            </p14:nvContentPartPr>
            <p14:xfrm>
              <a:off x="2438520" y="665187"/>
              <a:ext cx="229320" cy="160200"/>
            </p14:xfrm>
          </p:contentPart>
        </mc:Choice>
        <mc:Fallback>
          <p:pic>
            <p:nvPicPr>
              <p:cNvPr id="7" name="Ink 6">
                <a:extLst>
                  <a:ext uri="{FF2B5EF4-FFF2-40B4-BE49-F238E27FC236}">
                    <a16:creationId xmlns:a16="http://schemas.microsoft.com/office/drawing/2014/main" id="{F795DB1C-09DD-D533-CB9C-51DDE0865AF0}"/>
                  </a:ext>
                </a:extLst>
              </p:cNvPr>
              <p:cNvPicPr/>
              <p:nvPr/>
            </p:nvPicPr>
            <p:blipFill>
              <a:blip r:embed="rId19"/>
              <a:stretch>
                <a:fillRect/>
              </a:stretch>
            </p:blipFill>
            <p:spPr>
              <a:xfrm>
                <a:off x="2434200" y="660867"/>
                <a:ext cx="23796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 name="Ink 7">
                <a:extLst>
                  <a:ext uri="{FF2B5EF4-FFF2-40B4-BE49-F238E27FC236}">
                    <a16:creationId xmlns:a16="http://schemas.microsoft.com/office/drawing/2014/main" id="{53ECDB40-1A72-356F-C6EE-73104F0A67D8}"/>
                  </a:ext>
                </a:extLst>
              </p14:cNvPr>
              <p14:cNvContentPartPr/>
              <p14:nvPr/>
            </p14:nvContentPartPr>
            <p14:xfrm>
              <a:off x="3080760" y="666627"/>
              <a:ext cx="117360" cy="208800"/>
            </p14:xfrm>
          </p:contentPart>
        </mc:Choice>
        <mc:Fallback>
          <p:pic>
            <p:nvPicPr>
              <p:cNvPr id="8" name="Ink 7">
                <a:extLst>
                  <a:ext uri="{FF2B5EF4-FFF2-40B4-BE49-F238E27FC236}">
                    <a16:creationId xmlns:a16="http://schemas.microsoft.com/office/drawing/2014/main" id="{53ECDB40-1A72-356F-C6EE-73104F0A67D8}"/>
                  </a:ext>
                </a:extLst>
              </p:cNvPr>
              <p:cNvPicPr/>
              <p:nvPr/>
            </p:nvPicPr>
            <p:blipFill>
              <a:blip r:embed="rId21"/>
              <a:stretch>
                <a:fillRect/>
              </a:stretch>
            </p:blipFill>
            <p:spPr>
              <a:xfrm>
                <a:off x="3076440" y="662307"/>
                <a:ext cx="12600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 name="Ink 8">
                <a:extLst>
                  <a:ext uri="{FF2B5EF4-FFF2-40B4-BE49-F238E27FC236}">
                    <a16:creationId xmlns:a16="http://schemas.microsoft.com/office/drawing/2014/main" id="{D5E3A522-A00E-BF0D-F9BA-3049042EFE03}"/>
                  </a:ext>
                </a:extLst>
              </p14:cNvPr>
              <p14:cNvContentPartPr/>
              <p14:nvPr/>
            </p14:nvContentPartPr>
            <p14:xfrm>
              <a:off x="3713280" y="647187"/>
              <a:ext cx="167040" cy="281880"/>
            </p14:xfrm>
          </p:contentPart>
        </mc:Choice>
        <mc:Fallback>
          <p:pic>
            <p:nvPicPr>
              <p:cNvPr id="9" name="Ink 8">
                <a:extLst>
                  <a:ext uri="{FF2B5EF4-FFF2-40B4-BE49-F238E27FC236}">
                    <a16:creationId xmlns:a16="http://schemas.microsoft.com/office/drawing/2014/main" id="{D5E3A522-A00E-BF0D-F9BA-3049042EFE03}"/>
                  </a:ext>
                </a:extLst>
              </p:cNvPr>
              <p:cNvPicPr/>
              <p:nvPr/>
            </p:nvPicPr>
            <p:blipFill>
              <a:blip r:embed="rId23"/>
              <a:stretch>
                <a:fillRect/>
              </a:stretch>
            </p:blipFill>
            <p:spPr>
              <a:xfrm>
                <a:off x="3708960" y="642867"/>
                <a:ext cx="17568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 name="Ink 9">
                <a:extLst>
                  <a:ext uri="{FF2B5EF4-FFF2-40B4-BE49-F238E27FC236}">
                    <a16:creationId xmlns:a16="http://schemas.microsoft.com/office/drawing/2014/main" id="{84CB766B-91EF-78A0-68AD-1484EB9F700F}"/>
                  </a:ext>
                </a:extLst>
              </p14:cNvPr>
              <p14:cNvContentPartPr/>
              <p14:nvPr/>
            </p14:nvContentPartPr>
            <p14:xfrm>
              <a:off x="3783840" y="648267"/>
              <a:ext cx="251640" cy="17640"/>
            </p14:xfrm>
          </p:contentPart>
        </mc:Choice>
        <mc:Fallback>
          <p:pic>
            <p:nvPicPr>
              <p:cNvPr id="10" name="Ink 9">
                <a:extLst>
                  <a:ext uri="{FF2B5EF4-FFF2-40B4-BE49-F238E27FC236}">
                    <a16:creationId xmlns:a16="http://schemas.microsoft.com/office/drawing/2014/main" id="{84CB766B-91EF-78A0-68AD-1484EB9F700F}"/>
                  </a:ext>
                </a:extLst>
              </p:cNvPr>
              <p:cNvPicPr/>
              <p:nvPr/>
            </p:nvPicPr>
            <p:blipFill>
              <a:blip r:embed="rId25"/>
              <a:stretch>
                <a:fillRect/>
              </a:stretch>
            </p:blipFill>
            <p:spPr>
              <a:xfrm>
                <a:off x="3779520" y="643947"/>
                <a:ext cx="2602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CF9E0D88-57AA-06C1-132F-B1C6D7C93958}"/>
                  </a:ext>
                </a:extLst>
              </p14:cNvPr>
              <p14:cNvContentPartPr/>
              <p14:nvPr/>
            </p14:nvContentPartPr>
            <p14:xfrm>
              <a:off x="1664160" y="418587"/>
              <a:ext cx="5159880" cy="814320"/>
            </p14:xfrm>
          </p:contentPart>
        </mc:Choice>
        <mc:Fallback>
          <p:pic>
            <p:nvPicPr>
              <p:cNvPr id="18" name="Ink 17">
                <a:extLst>
                  <a:ext uri="{FF2B5EF4-FFF2-40B4-BE49-F238E27FC236}">
                    <a16:creationId xmlns:a16="http://schemas.microsoft.com/office/drawing/2014/main" id="{CF9E0D88-57AA-06C1-132F-B1C6D7C93958}"/>
                  </a:ext>
                </a:extLst>
              </p:cNvPr>
              <p:cNvPicPr/>
              <p:nvPr/>
            </p:nvPicPr>
            <p:blipFill>
              <a:blip r:embed="rId27"/>
              <a:stretch>
                <a:fillRect/>
              </a:stretch>
            </p:blipFill>
            <p:spPr>
              <a:xfrm>
                <a:off x="1659840" y="414267"/>
                <a:ext cx="5168520" cy="822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50A970B6-0780-C187-666A-B3EA978A1280}"/>
                  </a:ext>
                </a:extLst>
              </p14:cNvPr>
              <p14:cNvContentPartPr/>
              <p14:nvPr/>
            </p14:nvContentPartPr>
            <p14:xfrm>
              <a:off x="2222880" y="569067"/>
              <a:ext cx="101520" cy="573840"/>
            </p14:xfrm>
          </p:contentPart>
        </mc:Choice>
        <mc:Fallback>
          <p:pic>
            <p:nvPicPr>
              <p:cNvPr id="19" name="Ink 18">
                <a:extLst>
                  <a:ext uri="{FF2B5EF4-FFF2-40B4-BE49-F238E27FC236}">
                    <a16:creationId xmlns:a16="http://schemas.microsoft.com/office/drawing/2014/main" id="{50A970B6-0780-C187-666A-B3EA978A1280}"/>
                  </a:ext>
                </a:extLst>
              </p:cNvPr>
              <p:cNvPicPr/>
              <p:nvPr/>
            </p:nvPicPr>
            <p:blipFill>
              <a:blip r:embed="rId29"/>
              <a:stretch>
                <a:fillRect/>
              </a:stretch>
            </p:blipFill>
            <p:spPr>
              <a:xfrm>
                <a:off x="2218560" y="564747"/>
                <a:ext cx="110160" cy="582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45265F1E-9054-34A9-DEE7-50C22112B6A1}"/>
                  </a:ext>
                </a:extLst>
              </p14:cNvPr>
              <p14:cNvContentPartPr/>
              <p14:nvPr/>
            </p14:nvContentPartPr>
            <p14:xfrm>
              <a:off x="2778360" y="569067"/>
              <a:ext cx="52920" cy="599400"/>
            </p14:xfrm>
          </p:contentPart>
        </mc:Choice>
        <mc:Fallback>
          <p:pic>
            <p:nvPicPr>
              <p:cNvPr id="20" name="Ink 19">
                <a:extLst>
                  <a:ext uri="{FF2B5EF4-FFF2-40B4-BE49-F238E27FC236}">
                    <a16:creationId xmlns:a16="http://schemas.microsoft.com/office/drawing/2014/main" id="{45265F1E-9054-34A9-DEE7-50C22112B6A1}"/>
                  </a:ext>
                </a:extLst>
              </p:cNvPr>
              <p:cNvPicPr/>
              <p:nvPr/>
            </p:nvPicPr>
            <p:blipFill>
              <a:blip r:embed="rId31"/>
              <a:stretch>
                <a:fillRect/>
              </a:stretch>
            </p:blipFill>
            <p:spPr>
              <a:xfrm>
                <a:off x="2774040" y="564747"/>
                <a:ext cx="61560" cy="608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E8637E4B-2DC5-D390-061C-0FA6D3C5EC9B}"/>
                  </a:ext>
                </a:extLst>
              </p14:cNvPr>
              <p14:cNvContentPartPr/>
              <p14:nvPr/>
            </p14:nvContentPartPr>
            <p14:xfrm>
              <a:off x="3380640" y="506067"/>
              <a:ext cx="46440" cy="699840"/>
            </p14:xfrm>
          </p:contentPart>
        </mc:Choice>
        <mc:Fallback>
          <p:pic>
            <p:nvPicPr>
              <p:cNvPr id="21" name="Ink 20">
                <a:extLst>
                  <a:ext uri="{FF2B5EF4-FFF2-40B4-BE49-F238E27FC236}">
                    <a16:creationId xmlns:a16="http://schemas.microsoft.com/office/drawing/2014/main" id="{E8637E4B-2DC5-D390-061C-0FA6D3C5EC9B}"/>
                  </a:ext>
                </a:extLst>
              </p:cNvPr>
              <p:cNvPicPr/>
              <p:nvPr/>
            </p:nvPicPr>
            <p:blipFill>
              <a:blip r:embed="rId33"/>
              <a:stretch>
                <a:fillRect/>
              </a:stretch>
            </p:blipFill>
            <p:spPr>
              <a:xfrm>
                <a:off x="3376320" y="501747"/>
                <a:ext cx="55080" cy="708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0D422F9E-1796-48B2-E023-98B3FC41C6D5}"/>
                  </a:ext>
                </a:extLst>
              </p14:cNvPr>
              <p14:cNvContentPartPr/>
              <p14:nvPr/>
            </p14:nvContentPartPr>
            <p14:xfrm>
              <a:off x="4140960" y="511467"/>
              <a:ext cx="44640" cy="750240"/>
            </p14:xfrm>
          </p:contentPart>
        </mc:Choice>
        <mc:Fallback>
          <p:pic>
            <p:nvPicPr>
              <p:cNvPr id="22" name="Ink 21">
                <a:extLst>
                  <a:ext uri="{FF2B5EF4-FFF2-40B4-BE49-F238E27FC236}">
                    <a16:creationId xmlns:a16="http://schemas.microsoft.com/office/drawing/2014/main" id="{0D422F9E-1796-48B2-E023-98B3FC41C6D5}"/>
                  </a:ext>
                </a:extLst>
              </p:cNvPr>
              <p:cNvPicPr/>
              <p:nvPr/>
            </p:nvPicPr>
            <p:blipFill>
              <a:blip r:embed="rId35"/>
              <a:stretch>
                <a:fillRect/>
              </a:stretch>
            </p:blipFill>
            <p:spPr>
              <a:xfrm>
                <a:off x="4136640" y="507147"/>
                <a:ext cx="53280" cy="758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2" name="Ink 11">
                <a:extLst>
                  <a:ext uri="{FF2B5EF4-FFF2-40B4-BE49-F238E27FC236}">
                    <a16:creationId xmlns:a16="http://schemas.microsoft.com/office/drawing/2014/main" id="{45516755-F1C3-78CC-F3AC-415F99ED0A93}"/>
                  </a:ext>
                </a:extLst>
              </p14:cNvPr>
              <p14:cNvContentPartPr/>
              <p14:nvPr/>
            </p14:nvContentPartPr>
            <p14:xfrm>
              <a:off x="4547040" y="669867"/>
              <a:ext cx="132840" cy="173880"/>
            </p14:xfrm>
          </p:contentPart>
        </mc:Choice>
        <mc:Fallback>
          <p:pic>
            <p:nvPicPr>
              <p:cNvPr id="12" name="Ink 11">
                <a:extLst>
                  <a:ext uri="{FF2B5EF4-FFF2-40B4-BE49-F238E27FC236}">
                    <a16:creationId xmlns:a16="http://schemas.microsoft.com/office/drawing/2014/main" id="{45516755-F1C3-78CC-F3AC-415F99ED0A93}"/>
                  </a:ext>
                </a:extLst>
              </p:cNvPr>
              <p:cNvPicPr/>
              <p:nvPr/>
            </p:nvPicPr>
            <p:blipFill>
              <a:blip r:embed="rId37"/>
              <a:stretch>
                <a:fillRect/>
              </a:stretch>
            </p:blipFill>
            <p:spPr>
              <a:xfrm>
                <a:off x="4542720" y="665547"/>
                <a:ext cx="1414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3" name="Ink 12">
                <a:extLst>
                  <a:ext uri="{FF2B5EF4-FFF2-40B4-BE49-F238E27FC236}">
                    <a16:creationId xmlns:a16="http://schemas.microsoft.com/office/drawing/2014/main" id="{8CC3C003-8129-C0CB-D288-3E2BC59DE4DB}"/>
                  </a:ext>
                </a:extLst>
              </p14:cNvPr>
              <p14:cNvContentPartPr/>
              <p14:nvPr/>
            </p14:nvContentPartPr>
            <p14:xfrm>
              <a:off x="5114040" y="675267"/>
              <a:ext cx="51840" cy="277200"/>
            </p14:xfrm>
          </p:contentPart>
        </mc:Choice>
        <mc:Fallback>
          <p:pic>
            <p:nvPicPr>
              <p:cNvPr id="13" name="Ink 12">
                <a:extLst>
                  <a:ext uri="{FF2B5EF4-FFF2-40B4-BE49-F238E27FC236}">
                    <a16:creationId xmlns:a16="http://schemas.microsoft.com/office/drawing/2014/main" id="{8CC3C003-8129-C0CB-D288-3E2BC59DE4DB}"/>
                  </a:ext>
                </a:extLst>
              </p:cNvPr>
              <p:cNvPicPr/>
              <p:nvPr/>
            </p:nvPicPr>
            <p:blipFill>
              <a:blip r:embed="rId39"/>
              <a:stretch>
                <a:fillRect/>
              </a:stretch>
            </p:blipFill>
            <p:spPr>
              <a:xfrm>
                <a:off x="5109720" y="670947"/>
                <a:ext cx="6048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4" name="Ink 13">
                <a:extLst>
                  <a:ext uri="{FF2B5EF4-FFF2-40B4-BE49-F238E27FC236}">
                    <a16:creationId xmlns:a16="http://schemas.microsoft.com/office/drawing/2014/main" id="{BB56CCA6-2CC9-EF99-CDF7-74B81442FABC}"/>
                  </a:ext>
                </a:extLst>
              </p14:cNvPr>
              <p14:cNvContentPartPr/>
              <p14:nvPr/>
            </p14:nvContentPartPr>
            <p14:xfrm>
              <a:off x="5732160" y="628107"/>
              <a:ext cx="63360" cy="329760"/>
            </p14:xfrm>
          </p:contentPart>
        </mc:Choice>
        <mc:Fallback>
          <p:pic>
            <p:nvPicPr>
              <p:cNvPr id="14" name="Ink 13">
                <a:extLst>
                  <a:ext uri="{FF2B5EF4-FFF2-40B4-BE49-F238E27FC236}">
                    <a16:creationId xmlns:a16="http://schemas.microsoft.com/office/drawing/2014/main" id="{BB56CCA6-2CC9-EF99-CDF7-74B81442FABC}"/>
                  </a:ext>
                </a:extLst>
              </p:cNvPr>
              <p:cNvPicPr/>
              <p:nvPr/>
            </p:nvPicPr>
            <p:blipFill>
              <a:blip r:embed="rId41"/>
              <a:stretch>
                <a:fillRect/>
              </a:stretch>
            </p:blipFill>
            <p:spPr>
              <a:xfrm>
                <a:off x="5727840" y="623787"/>
                <a:ext cx="72000" cy="338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5" name="Ink 14">
                <a:extLst>
                  <a:ext uri="{FF2B5EF4-FFF2-40B4-BE49-F238E27FC236}">
                    <a16:creationId xmlns:a16="http://schemas.microsoft.com/office/drawing/2014/main" id="{65EE5642-1375-20EF-7719-60B8C0F5373F}"/>
                  </a:ext>
                </a:extLst>
              </p14:cNvPr>
              <p14:cNvContentPartPr/>
              <p14:nvPr/>
            </p14:nvContentPartPr>
            <p14:xfrm>
              <a:off x="5694720" y="815307"/>
              <a:ext cx="159840" cy="2520"/>
            </p14:xfrm>
          </p:contentPart>
        </mc:Choice>
        <mc:Fallback>
          <p:pic>
            <p:nvPicPr>
              <p:cNvPr id="15" name="Ink 14">
                <a:extLst>
                  <a:ext uri="{FF2B5EF4-FFF2-40B4-BE49-F238E27FC236}">
                    <a16:creationId xmlns:a16="http://schemas.microsoft.com/office/drawing/2014/main" id="{65EE5642-1375-20EF-7719-60B8C0F5373F}"/>
                  </a:ext>
                </a:extLst>
              </p:cNvPr>
              <p:cNvPicPr/>
              <p:nvPr/>
            </p:nvPicPr>
            <p:blipFill>
              <a:blip r:embed="rId43"/>
              <a:stretch>
                <a:fillRect/>
              </a:stretch>
            </p:blipFill>
            <p:spPr>
              <a:xfrm>
                <a:off x="5690400" y="810987"/>
                <a:ext cx="16848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3" name="Ink 22">
                <a:extLst>
                  <a:ext uri="{FF2B5EF4-FFF2-40B4-BE49-F238E27FC236}">
                    <a16:creationId xmlns:a16="http://schemas.microsoft.com/office/drawing/2014/main" id="{452E46DD-FF6B-0BCB-3292-3CB24706D7F9}"/>
                  </a:ext>
                </a:extLst>
              </p14:cNvPr>
              <p14:cNvContentPartPr/>
              <p14:nvPr/>
            </p14:nvContentPartPr>
            <p14:xfrm>
              <a:off x="4761240" y="450627"/>
              <a:ext cx="140400" cy="781560"/>
            </p14:xfrm>
          </p:contentPart>
        </mc:Choice>
        <mc:Fallback>
          <p:pic>
            <p:nvPicPr>
              <p:cNvPr id="23" name="Ink 22">
                <a:extLst>
                  <a:ext uri="{FF2B5EF4-FFF2-40B4-BE49-F238E27FC236}">
                    <a16:creationId xmlns:a16="http://schemas.microsoft.com/office/drawing/2014/main" id="{452E46DD-FF6B-0BCB-3292-3CB24706D7F9}"/>
                  </a:ext>
                </a:extLst>
              </p:cNvPr>
              <p:cNvPicPr/>
              <p:nvPr/>
            </p:nvPicPr>
            <p:blipFill>
              <a:blip r:embed="rId45"/>
              <a:stretch>
                <a:fillRect/>
              </a:stretch>
            </p:blipFill>
            <p:spPr>
              <a:xfrm>
                <a:off x="4756920" y="446307"/>
                <a:ext cx="149040" cy="790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4" name="Ink 23">
                <a:extLst>
                  <a:ext uri="{FF2B5EF4-FFF2-40B4-BE49-F238E27FC236}">
                    <a16:creationId xmlns:a16="http://schemas.microsoft.com/office/drawing/2014/main" id="{AC90AF06-C921-E109-6F14-414A379BA8C0}"/>
                  </a:ext>
                </a:extLst>
              </p14:cNvPr>
              <p14:cNvContentPartPr/>
              <p14:nvPr/>
            </p14:nvContentPartPr>
            <p14:xfrm>
              <a:off x="5372880" y="413187"/>
              <a:ext cx="81000" cy="771480"/>
            </p14:xfrm>
          </p:contentPart>
        </mc:Choice>
        <mc:Fallback>
          <p:pic>
            <p:nvPicPr>
              <p:cNvPr id="24" name="Ink 23">
                <a:extLst>
                  <a:ext uri="{FF2B5EF4-FFF2-40B4-BE49-F238E27FC236}">
                    <a16:creationId xmlns:a16="http://schemas.microsoft.com/office/drawing/2014/main" id="{AC90AF06-C921-E109-6F14-414A379BA8C0}"/>
                  </a:ext>
                </a:extLst>
              </p:cNvPr>
              <p:cNvPicPr/>
              <p:nvPr/>
            </p:nvPicPr>
            <p:blipFill>
              <a:blip r:embed="rId47"/>
              <a:stretch>
                <a:fillRect/>
              </a:stretch>
            </p:blipFill>
            <p:spPr>
              <a:xfrm>
                <a:off x="5368560" y="408867"/>
                <a:ext cx="89640" cy="780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6" name="Ink 25">
                <a:extLst>
                  <a:ext uri="{FF2B5EF4-FFF2-40B4-BE49-F238E27FC236}">
                    <a16:creationId xmlns:a16="http://schemas.microsoft.com/office/drawing/2014/main" id="{8578C1B3-9F47-F419-AD45-07FBCC7D9F1D}"/>
                  </a:ext>
                </a:extLst>
              </p14:cNvPr>
              <p14:cNvContentPartPr/>
              <p14:nvPr/>
            </p14:nvContentPartPr>
            <p14:xfrm>
              <a:off x="6021960" y="421827"/>
              <a:ext cx="86040" cy="787320"/>
            </p14:xfrm>
          </p:contentPart>
        </mc:Choice>
        <mc:Fallback>
          <p:pic>
            <p:nvPicPr>
              <p:cNvPr id="26" name="Ink 25">
                <a:extLst>
                  <a:ext uri="{FF2B5EF4-FFF2-40B4-BE49-F238E27FC236}">
                    <a16:creationId xmlns:a16="http://schemas.microsoft.com/office/drawing/2014/main" id="{8578C1B3-9F47-F419-AD45-07FBCC7D9F1D}"/>
                  </a:ext>
                </a:extLst>
              </p:cNvPr>
              <p:cNvPicPr/>
              <p:nvPr/>
            </p:nvPicPr>
            <p:blipFill>
              <a:blip r:embed="rId49"/>
              <a:stretch>
                <a:fillRect/>
              </a:stretch>
            </p:blipFill>
            <p:spPr>
              <a:xfrm>
                <a:off x="6017640" y="417507"/>
                <a:ext cx="94680" cy="7959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D328DE2A-02DC-9F9A-1E68-AEEF8B15AE06}"/>
                  </a:ext>
                </a:extLst>
              </p14:cNvPr>
              <p14:cNvContentPartPr/>
              <p14:nvPr/>
            </p14:nvContentPartPr>
            <p14:xfrm>
              <a:off x="1827960" y="1179987"/>
              <a:ext cx="62280" cy="113400"/>
            </p14:xfrm>
          </p:contentPart>
        </mc:Choice>
        <mc:Fallback>
          <p:pic>
            <p:nvPicPr>
              <p:cNvPr id="30" name="Ink 29">
                <a:extLst>
                  <a:ext uri="{FF2B5EF4-FFF2-40B4-BE49-F238E27FC236}">
                    <a16:creationId xmlns:a16="http://schemas.microsoft.com/office/drawing/2014/main" id="{D328DE2A-02DC-9F9A-1E68-AEEF8B15AE06}"/>
                  </a:ext>
                </a:extLst>
              </p:cNvPr>
              <p:cNvPicPr/>
              <p:nvPr/>
            </p:nvPicPr>
            <p:blipFill>
              <a:blip r:embed="rId51"/>
              <a:stretch>
                <a:fillRect/>
              </a:stretch>
            </p:blipFill>
            <p:spPr>
              <a:xfrm>
                <a:off x="1823640" y="1175667"/>
                <a:ext cx="709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2085FC2F-60F4-E70F-FBA5-39D1FAE4F08E}"/>
                  </a:ext>
                </a:extLst>
              </p14:cNvPr>
              <p14:cNvContentPartPr/>
              <p14:nvPr/>
            </p14:nvContentPartPr>
            <p14:xfrm>
              <a:off x="427560" y="814227"/>
              <a:ext cx="161280" cy="112320"/>
            </p14:xfrm>
          </p:contentPart>
        </mc:Choice>
        <mc:Fallback>
          <p:pic>
            <p:nvPicPr>
              <p:cNvPr id="32" name="Ink 31">
                <a:extLst>
                  <a:ext uri="{FF2B5EF4-FFF2-40B4-BE49-F238E27FC236}">
                    <a16:creationId xmlns:a16="http://schemas.microsoft.com/office/drawing/2014/main" id="{2085FC2F-60F4-E70F-FBA5-39D1FAE4F08E}"/>
                  </a:ext>
                </a:extLst>
              </p:cNvPr>
              <p:cNvPicPr/>
              <p:nvPr/>
            </p:nvPicPr>
            <p:blipFill>
              <a:blip r:embed="rId53"/>
              <a:stretch>
                <a:fillRect/>
              </a:stretch>
            </p:blipFill>
            <p:spPr>
              <a:xfrm>
                <a:off x="423240" y="809907"/>
                <a:ext cx="16992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C74C09C4-3245-0548-40C4-EF41CF78D669}"/>
                  </a:ext>
                </a:extLst>
              </p14:cNvPr>
              <p14:cNvContentPartPr/>
              <p14:nvPr/>
            </p14:nvContentPartPr>
            <p14:xfrm>
              <a:off x="396960" y="1085667"/>
              <a:ext cx="16920" cy="250560"/>
            </p14:xfrm>
          </p:contentPart>
        </mc:Choice>
        <mc:Fallback>
          <p:pic>
            <p:nvPicPr>
              <p:cNvPr id="33" name="Ink 32">
                <a:extLst>
                  <a:ext uri="{FF2B5EF4-FFF2-40B4-BE49-F238E27FC236}">
                    <a16:creationId xmlns:a16="http://schemas.microsoft.com/office/drawing/2014/main" id="{C74C09C4-3245-0548-40C4-EF41CF78D669}"/>
                  </a:ext>
                </a:extLst>
              </p:cNvPr>
              <p:cNvPicPr/>
              <p:nvPr/>
            </p:nvPicPr>
            <p:blipFill>
              <a:blip r:embed="rId55"/>
              <a:stretch>
                <a:fillRect/>
              </a:stretch>
            </p:blipFill>
            <p:spPr>
              <a:xfrm>
                <a:off x="392640" y="1081347"/>
                <a:ext cx="255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95D00924-2B34-DA17-7FE8-E6572D1ED0C0}"/>
                  </a:ext>
                </a:extLst>
              </p14:cNvPr>
              <p14:cNvContentPartPr/>
              <p14:nvPr/>
            </p14:nvContentPartPr>
            <p14:xfrm>
              <a:off x="395880" y="1030227"/>
              <a:ext cx="509400" cy="342720"/>
            </p14:xfrm>
          </p:contentPart>
        </mc:Choice>
        <mc:Fallback>
          <p:pic>
            <p:nvPicPr>
              <p:cNvPr id="34" name="Ink 33">
                <a:extLst>
                  <a:ext uri="{FF2B5EF4-FFF2-40B4-BE49-F238E27FC236}">
                    <a16:creationId xmlns:a16="http://schemas.microsoft.com/office/drawing/2014/main" id="{95D00924-2B34-DA17-7FE8-E6572D1ED0C0}"/>
                  </a:ext>
                </a:extLst>
              </p:cNvPr>
              <p:cNvPicPr/>
              <p:nvPr/>
            </p:nvPicPr>
            <p:blipFill>
              <a:blip r:embed="rId57"/>
              <a:stretch>
                <a:fillRect/>
              </a:stretch>
            </p:blipFill>
            <p:spPr>
              <a:xfrm>
                <a:off x="391560" y="1025907"/>
                <a:ext cx="518040" cy="3513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C1A01599-643C-EAD1-5642-F8A7CB152216}"/>
                  </a:ext>
                </a:extLst>
              </p14:cNvPr>
              <p14:cNvContentPartPr/>
              <p14:nvPr/>
            </p14:nvContentPartPr>
            <p14:xfrm>
              <a:off x="793680" y="788307"/>
              <a:ext cx="717840" cy="405720"/>
            </p14:xfrm>
          </p:contentPart>
        </mc:Choice>
        <mc:Fallback>
          <p:pic>
            <p:nvPicPr>
              <p:cNvPr id="36" name="Ink 35">
                <a:extLst>
                  <a:ext uri="{FF2B5EF4-FFF2-40B4-BE49-F238E27FC236}">
                    <a16:creationId xmlns:a16="http://schemas.microsoft.com/office/drawing/2014/main" id="{C1A01599-643C-EAD1-5642-F8A7CB152216}"/>
                  </a:ext>
                </a:extLst>
              </p:cNvPr>
              <p:cNvPicPr/>
              <p:nvPr/>
            </p:nvPicPr>
            <p:blipFill>
              <a:blip r:embed="rId59"/>
              <a:stretch>
                <a:fillRect/>
              </a:stretch>
            </p:blipFill>
            <p:spPr>
              <a:xfrm>
                <a:off x="789360" y="783987"/>
                <a:ext cx="72648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07E233C9-EB5F-9E9E-4132-EFB7086D3884}"/>
                  </a:ext>
                </a:extLst>
              </p14:cNvPr>
              <p14:cNvContentPartPr/>
              <p14:nvPr/>
            </p14:nvContentPartPr>
            <p14:xfrm>
              <a:off x="1447080" y="739347"/>
              <a:ext cx="108720" cy="185400"/>
            </p14:xfrm>
          </p:contentPart>
        </mc:Choice>
        <mc:Fallback>
          <p:pic>
            <p:nvPicPr>
              <p:cNvPr id="37" name="Ink 36">
                <a:extLst>
                  <a:ext uri="{FF2B5EF4-FFF2-40B4-BE49-F238E27FC236}">
                    <a16:creationId xmlns:a16="http://schemas.microsoft.com/office/drawing/2014/main" id="{07E233C9-EB5F-9E9E-4132-EFB7086D3884}"/>
                  </a:ext>
                </a:extLst>
              </p:cNvPr>
              <p:cNvPicPr/>
              <p:nvPr/>
            </p:nvPicPr>
            <p:blipFill>
              <a:blip r:embed="rId61"/>
              <a:stretch>
                <a:fillRect/>
              </a:stretch>
            </p:blipFill>
            <p:spPr>
              <a:xfrm>
                <a:off x="1442760" y="735027"/>
                <a:ext cx="1173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5" name="Ink 74">
                <a:extLst>
                  <a:ext uri="{FF2B5EF4-FFF2-40B4-BE49-F238E27FC236}">
                    <a16:creationId xmlns:a16="http://schemas.microsoft.com/office/drawing/2014/main" id="{CD47ECAB-5EDE-3B39-9F8A-25A8C40C0226}"/>
                  </a:ext>
                </a:extLst>
              </p14:cNvPr>
              <p14:cNvContentPartPr/>
              <p14:nvPr/>
            </p14:nvContentPartPr>
            <p14:xfrm>
              <a:off x="6154053" y="1389507"/>
              <a:ext cx="99000" cy="101880"/>
            </p14:xfrm>
          </p:contentPart>
        </mc:Choice>
        <mc:Fallback>
          <p:pic>
            <p:nvPicPr>
              <p:cNvPr id="75" name="Ink 74">
                <a:extLst>
                  <a:ext uri="{FF2B5EF4-FFF2-40B4-BE49-F238E27FC236}">
                    <a16:creationId xmlns:a16="http://schemas.microsoft.com/office/drawing/2014/main" id="{CD47ECAB-5EDE-3B39-9F8A-25A8C40C0226}"/>
                  </a:ext>
                </a:extLst>
              </p:cNvPr>
              <p:cNvPicPr/>
              <p:nvPr/>
            </p:nvPicPr>
            <p:blipFill>
              <a:blip r:embed="rId63"/>
              <a:stretch>
                <a:fillRect/>
              </a:stretch>
            </p:blipFill>
            <p:spPr>
              <a:xfrm>
                <a:off x="6149733" y="1385187"/>
                <a:ext cx="1076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6" name="Ink 75">
                <a:extLst>
                  <a:ext uri="{FF2B5EF4-FFF2-40B4-BE49-F238E27FC236}">
                    <a16:creationId xmlns:a16="http://schemas.microsoft.com/office/drawing/2014/main" id="{3C43142E-9104-D905-81EF-DB4612D8F93F}"/>
                  </a:ext>
                </a:extLst>
              </p14:cNvPr>
              <p14:cNvContentPartPr/>
              <p14:nvPr/>
            </p14:nvContentPartPr>
            <p14:xfrm>
              <a:off x="6390213" y="1401747"/>
              <a:ext cx="136440" cy="15840"/>
            </p14:xfrm>
          </p:contentPart>
        </mc:Choice>
        <mc:Fallback>
          <p:pic>
            <p:nvPicPr>
              <p:cNvPr id="76" name="Ink 75">
                <a:extLst>
                  <a:ext uri="{FF2B5EF4-FFF2-40B4-BE49-F238E27FC236}">
                    <a16:creationId xmlns:a16="http://schemas.microsoft.com/office/drawing/2014/main" id="{3C43142E-9104-D905-81EF-DB4612D8F93F}"/>
                  </a:ext>
                </a:extLst>
              </p:cNvPr>
              <p:cNvPicPr/>
              <p:nvPr/>
            </p:nvPicPr>
            <p:blipFill>
              <a:blip r:embed="rId65"/>
              <a:stretch>
                <a:fillRect/>
              </a:stretch>
            </p:blipFill>
            <p:spPr>
              <a:xfrm>
                <a:off x="6385893" y="1397427"/>
                <a:ext cx="1450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77" name="Ink 76">
                <a:extLst>
                  <a:ext uri="{FF2B5EF4-FFF2-40B4-BE49-F238E27FC236}">
                    <a16:creationId xmlns:a16="http://schemas.microsoft.com/office/drawing/2014/main" id="{7F663AE6-CE5D-4208-1BE2-86FAE2DE77ED}"/>
                  </a:ext>
                </a:extLst>
              </p14:cNvPr>
              <p14:cNvContentPartPr/>
              <p14:nvPr/>
            </p14:nvContentPartPr>
            <p14:xfrm>
              <a:off x="6669573" y="1375467"/>
              <a:ext cx="25560" cy="160920"/>
            </p14:xfrm>
          </p:contentPart>
        </mc:Choice>
        <mc:Fallback>
          <p:pic>
            <p:nvPicPr>
              <p:cNvPr id="77" name="Ink 76">
                <a:extLst>
                  <a:ext uri="{FF2B5EF4-FFF2-40B4-BE49-F238E27FC236}">
                    <a16:creationId xmlns:a16="http://schemas.microsoft.com/office/drawing/2014/main" id="{7F663AE6-CE5D-4208-1BE2-86FAE2DE77ED}"/>
                  </a:ext>
                </a:extLst>
              </p:cNvPr>
              <p:cNvPicPr/>
              <p:nvPr/>
            </p:nvPicPr>
            <p:blipFill>
              <a:blip r:embed="rId67"/>
              <a:stretch>
                <a:fillRect/>
              </a:stretch>
            </p:blipFill>
            <p:spPr>
              <a:xfrm>
                <a:off x="6665253" y="1371147"/>
                <a:ext cx="3420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9" name="Ink 78">
                <a:extLst>
                  <a:ext uri="{FF2B5EF4-FFF2-40B4-BE49-F238E27FC236}">
                    <a16:creationId xmlns:a16="http://schemas.microsoft.com/office/drawing/2014/main" id="{847E7F8E-F8B5-4F44-81E2-A8147CC98D4A}"/>
                  </a:ext>
                </a:extLst>
              </p14:cNvPr>
              <p14:cNvContentPartPr/>
              <p14:nvPr/>
            </p14:nvContentPartPr>
            <p14:xfrm>
              <a:off x="2532813" y="1273587"/>
              <a:ext cx="35640" cy="155880"/>
            </p14:xfrm>
          </p:contentPart>
        </mc:Choice>
        <mc:Fallback>
          <p:pic>
            <p:nvPicPr>
              <p:cNvPr id="79" name="Ink 78">
                <a:extLst>
                  <a:ext uri="{FF2B5EF4-FFF2-40B4-BE49-F238E27FC236}">
                    <a16:creationId xmlns:a16="http://schemas.microsoft.com/office/drawing/2014/main" id="{847E7F8E-F8B5-4F44-81E2-A8147CC98D4A}"/>
                  </a:ext>
                </a:extLst>
              </p:cNvPr>
              <p:cNvPicPr/>
              <p:nvPr/>
            </p:nvPicPr>
            <p:blipFill>
              <a:blip r:embed="rId69"/>
              <a:stretch>
                <a:fillRect/>
              </a:stretch>
            </p:blipFill>
            <p:spPr>
              <a:xfrm>
                <a:off x="2528493" y="1269267"/>
                <a:ext cx="442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80" name="Ink 79">
                <a:extLst>
                  <a:ext uri="{FF2B5EF4-FFF2-40B4-BE49-F238E27FC236}">
                    <a16:creationId xmlns:a16="http://schemas.microsoft.com/office/drawing/2014/main" id="{141308F2-DA62-E90A-910C-150CD37115A7}"/>
                  </a:ext>
                </a:extLst>
              </p14:cNvPr>
              <p14:cNvContentPartPr/>
              <p14:nvPr/>
            </p14:nvContentPartPr>
            <p14:xfrm>
              <a:off x="3053733" y="1302747"/>
              <a:ext cx="108720" cy="111960"/>
            </p14:xfrm>
          </p:contentPart>
        </mc:Choice>
        <mc:Fallback>
          <p:pic>
            <p:nvPicPr>
              <p:cNvPr id="80" name="Ink 79">
                <a:extLst>
                  <a:ext uri="{FF2B5EF4-FFF2-40B4-BE49-F238E27FC236}">
                    <a16:creationId xmlns:a16="http://schemas.microsoft.com/office/drawing/2014/main" id="{141308F2-DA62-E90A-910C-150CD37115A7}"/>
                  </a:ext>
                </a:extLst>
              </p:cNvPr>
              <p:cNvPicPr/>
              <p:nvPr/>
            </p:nvPicPr>
            <p:blipFill>
              <a:blip r:embed="rId71"/>
              <a:stretch>
                <a:fillRect/>
              </a:stretch>
            </p:blipFill>
            <p:spPr>
              <a:xfrm>
                <a:off x="3049413" y="1298427"/>
                <a:ext cx="11736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81" name="Ink 80">
                <a:extLst>
                  <a:ext uri="{FF2B5EF4-FFF2-40B4-BE49-F238E27FC236}">
                    <a16:creationId xmlns:a16="http://schemas.microsoft.com/office/drawing/2014/main" id="{3A643AC7-4C94-5B1C-9DB1-0DC00DE707E0}"/>
                  </a:ext>
                </a:extLst>
              </p14:cNvPr>
              <p14:cNvContentPartPr/>
              <p14:nvPr/>
            </p14:nvContentPartPr>
            <p14:xfrm>
              <a:off x="3608853" y="1282587"/>
              <a:ext cx="101880" cy="131760"/>
            </p14:xfrm>
          </p:contentPart>
        </mc:Choice>
        <mc:Fallback>
          <p:pic>
            <p:nvPicPr>
              <p:cNvPr id="81" name="Ink 80">
                <a:extLst>
                  <a:ext uri="{FF2B5EF4-FFF2-40B4-BE49-F238E27FC236}">
                    <a16:creationId xmlns:a16="http://schemas.microsoft.com/office/drawing/2014/main" id="{3A643AC7-4C94-5B1C-9DB1-0DC00DE707E0}"/>
                  </a:ext>
                </a:extLst>
              </p:cNvPr>
              <p:cNvPicPr/>
              <p:nvPr/>
            </p:nvPicPr>
            <p:blipFill>
              <a:blip r:embed="rId73"/>
              <a:stretch>
                <a:fillRect/>
              </a:stretch>
            </p:blipFill>
            <p:spPr>
              <a:xfrm>
                <a:off x="3604533" y="1278267"/>
                <a:ext cx="1105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3" name="Ink 82">
                <a:extLst>
                  <a:ext uri="{FF2B5EF4-FFF2-40B4-BE49-F238E27FC236}">
                    <a16:creationId xmlns:a16="http://schemas.microsoft.com/office/drawing/2014/main" id="{4A0607F5-5C75-305F-5255-F93F57A689DE}"/>
                  </a:ext>
                </a:extLst>
              </p14:cNvPr>
              <p14:cNvContentPartPr/>
              <p14:nvPr/>
            </p14:nvContentPartPr>
            <p14:xfrm>
              <a:off x="1866813" y="704067"/>
              <a:ext cx="4680" cy="19440"/>
            </p14:xfrm>
          </p:contentPart>
        </mc:Choice>
        <mc:Fallback>
          <p:pic>
            <p:nvPicPr>
              <p:cNvPr id="83" name="Ink 82">
                <a:extLst>
                  <a:ext uri="{FF2B5EF4-FFF2-40B4-BE49-F238E27FC236}">
                    <a16:creationId xmlns:a16="http://schemas.microsoft.com/office/drawing/2014/main" id="{4A0607F5-5C75-305F-5255-F93F57A689DE}"/>
                  </a:ext>
                </a:extLst>
              </p:cNvPr>
              <p:cNvPicPr/>
              <p:nvPr/>
            </p:nvPicPr>
            <p:blipFill>
              <a:blip r:embed="rId75"/>
              <a:stretch>
                <a:fillRect/>
              </a:stretch>
            </p:blipFill>
            <p:spPr>
              <a:xfrm>
                <a:off x="1862493" y="699747"/>
                <a:ext cx="13320" cy="28080"/>
              </a:xfrm>
              <a:prstGeom prst="rect">
                <a:avLst/>
              </a:prstGeom>
            </p:spPr>
          </p:pic>
        </mc:Fallback>
      </mc:AlternateContent>
      <p:grpSp>
        <p:nvGrpSpPr>
          <p:cNvPr id="87" name="Group 86">
            <a:extLst>
              <a:ext uri="{FF2B5EF4-FFF2-40B4-BE49-F238E27FC236}">
                <a16:creationId xmlns:a16="http://schemas.microsoft.com/office/drawing/2014/main" id="{38CA2CD8-60C6-0B12-6CDF-9732C1D12450}"/>
              </a:ext>
            </a:extLst>
          </p:cNvPr>
          <p:cNvGrpSpPr/>
          <p:nvPr/>
        </p:nvGrpSpPr>
        <p:grpSpPr>
          <a:xfrm>
            <a:off x="571533" y="1835187"/>
            <a:ext cx="80640" cy="9000"/>
            <a:chOff x="571533" y="1835187"/>
            <a:chExt cx="80640" cy="9000"/>
          </a:xfrm>
        </p:grpSpPr>
        <mc:AlternateContent xmlns:mc="http://schemas.openxmlformats.org/markup-compatibility/2006">
          <mc:Choice xmlns:p14="http://schemas.microsoft.com/office/powerpoint/2010/main" Requires="p14">
            <p:contentPart p14:bwMode="auto" r:id="rId76">
              <p14:nvContentPartPr>
                <p14:cNvPr id="85" name="Ink 84">
                  <a:extLst>
                    <a:ext uri="{FF2B5EF4-FFF2-40B4-BE49-F238E27FC236}">
                      <a16:creationId xmlns:a16="http://schemas.microsoft.com/office/drawing/2014/main" id="{E9A76C4D-D7AB-B744-C5A6-D609CD7897A7}"/>
                    </a:ext>
                  </a:extLst>
                </p14:cNvPr>
                <p14:cNvContentPartPr/>
                <p14:nvPr/>
              </p14:nvContentPartPr>
              <p14:xfrm>
                <a:off x="571533" y="1835187"/>
                <a:ext cx="17640" cy="5760"/>
              </p14:xfrm>
            </p:contentPart>
          </mc:Choice>
          <mc:Fallback>
            <p:pic>
              <p:nvPicPr>
                <p:cNvPr id="85" name="Ink 84">
                  <a:extLst>
                    <a:ext uri="{FF2B5EF4-FFF2-40B4-BE49-F238E27FC236}">
                      <a16:creationId xmlns:a16="http://schemas.microsoft.com/office/drawing/2014/main" id="{E9A76C4D-D7AB-B744-C5A6-D609CD7897A7}"/>
                    </a:ext>
                  </a:extLst>
                </p:cNvPr>
                <p:cNvPicPr/>
                <p:nvPr/>
              </p:nvPicPr>
              <p:blipFill>
                <a:blip r:embed="rId77"/>
                <a:stretch>
                  <a:fillRect/>
                </a:stretch>
              </p:blipFill>
              <p:spPr>
                <a:xfrm>
                  <a:off x="567213" y="1830867"/>
                  <a:ext cx="2628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6" name="Ink 85">
                  <a:extLst>
                    <a:ext uri="{FF2B5EF4-FFF2-40B4-BE49-F238E27FC236}">
                      <a16:creationId xmlns:a16="http://schemas.microsoft.com/office/drawing/2014/main" id="{D70E5415-951B-6E0E-DC32-FFB9F3D4337F}"/>
                    </a:ext>
                  </a:extLst>
                </p14:cNvPr>
                <p14:cNvContentPartPr/>
                <p14:nvPr/>
              </p14:nvContentPartPr>
              <p14:xfrm>
                <a:off x="638853" y="1840587"/>
                <a:ext cx="13320" cy="3600"/>
              </p14:xfrm>
            </p:contentPart>
          </mc:Choice>
          <mc:Fallback>
            <p:pic>
              <p:nvPicPr>
                <p:cNvPr id="86" name="Ink 85">
                  <a:extLst>
                    <a:ext uri="{FF2B5EF4-FFF2-40B4-BE49-F238E27FC236}">
                      <a16:creationId xmlns:a16="http://schemas.microsoft.com/office/drawing/2014/main" id="{D70E5415-951B-6E0E-DC32-FFB9F3D4337F}"/>
                    </a:ext>
                  </a:extLst>
                </p:cNvPr>
                <p:cNvPicPr/>
                <p:nvPr/>
              </p:nvPicPr>
              <p:blipFill>
                <a:blip r:embed="rId79"/>
                <a:stretch>
                  <a:fillRect/>
                </a:stretch>
              </p:blipFill>
              <p:spPr>
                <a:xfrm>
                  <a:off x="634533" y="1836267"/>
                  <a:ext cx="21960" cy="12240"/>
                </a:xfrm>
                <a:prstGeom prst="rect">
                  <a:avLst/>
                </a:prstGeom>
              </p:spPr>
            </p:pic>
          </mc:Fallback>
        </mc:AlternateContent>
      </p:grpSp>
      <p:grpSp>
        <p:nvGrpSpPr>
          <p:cNvPr id="134" name="Group 133">
            <a:extLst>
              <a:ext uri="{FF2B5EF4-FFF2-40B4-BE49-F238E27FC236}">
                <a16:creationId xmlns:a16="http://schemas.microsoft.com/office/drawing/2014/main" id="{39BAF2C5-F2A0-F6B2-A3C9-508A49FE2D4B}"/>
              </a:ext>
            </a:extLst>
          </p:cNvPr>
          <p:cNvGrpSpPr/>
          <p:nvPr/>
        </p:nvGrpSpPr>
        <p:grpSpPr>
          <a:xfrm>
            <a:off x="1954293" y="68667"/>
            <a:ext cx="153360" cy="316080"/>
            <a:chOff x="1954293" y="68667"/>
            <a:chExt cx="153360" cy="316080"/>
          </a:xfrm>
        </p:grpSpPr>
        <mc:AlternateContent xmlns:mc="http://schemas.openxmlformats.org/markup-compatibility/2006">
          <mc:Choice xmlns:p14="http://schemas.microsoft.com/office/powerpoint/2010/main" Requires="p14">
            <p:contentPart p14:bwMode="auto" r:id="rId80">
              <p14:nvContentPartPr>
                <p14:cNvPr id="132" name="Ink 131">
                  <a:extLst>
                    <a:ext uri="{FF2B5EF4-FFF2-40B4-BE49-F238E27FC236}">
                      <a16:creationId xmlns:a16="http://schemas.microsoft.com/office/drawing/2014/main" id="{A87A5CAC-B8BC-4329-03AD-7CC29F2A8CBC}"/>
                    </a:ext>
                  </a:extLst>
                </p14:cNvPr>
                <p14:cNvContentPartPr/>
                <p14:nvPr/>
              </p14:nvContentPartPr>
              <p14:xfrm>
                <a:off x="1954293" y="114747"/>
                <a:ext cx="132480" cy="270000"/>
              </p14:xfrm>
            </p:contentPart>
          </mc:Choice>
          <mc:Fallback>
            <p:pic>
              <p:nvPicPr>
                <p:cNvPr id="132" name="Ink 131">
                  <a:extLst>
                    <a:ext uri="{FF2B5EF4-FFF2-40B4-BE49-F238E27FC236}">
                      <a16:creationId xmlns:a16="http://schemas.microsoft.com/office/drawing/2014/main" id="{A87A5CAC-B8BC-4329-03AD-7CC29F2A8CBC}"/>
                    </a:ext>
                  </a:extLst>
                </p:cNvPr>
                <p:cNvPicPr/>
                <p:nvPr/>
              </p:nvPicPr>
              <p:blipFill>
                <a:blip r:embed="rId81"/>
                <a:stretch>
                  <a:fillRect/>
                </a:stretch>
              </p:blipFill>
              <p:spPr>
                <a:xfrm>
                  <a:off x="1949973" y="110427"/>
                  <a:ext cx="14112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33" name="Ink 132">
                  <a:extLst>
                    <a:ext uri="{FF2B5EF4-FFF2-40B4-BE49-F238E27FC236}">
                      <a16:creationId xmlns:a16="http://schemas.microsoft.com/office/drawing/2014/main" id="{010A5D16-F274-F55E-558D-26EB12B42A6E}"/>
                    </a:ext>
                  </a:extLst>
                </p14:cNvPr>
                <p14:cNvContentPartPr/>
                <p14:nvPr/>
              </p14:nvContentPartPr>
              <p14:xfrm>
                <a:off x="2083893" y="68667"/>
                <a:ext cx="23760" cy="37800"/>
              </p14:xfrm>
            </p:contentPart>
          </mc:Choice>
          <mc:Fallback>
            <p:pic>
              <p:nvPicPr>
                <p:cNvPr id="133" name="Ink 132">
                  <a:extLst>
                    <a:ext uri="{FF2B5EF4-FFF2-40B4-BE49-F238E27FC236}">
                      <a16:creationId xmlns:a16="http://schemas.microsoft.com/office/drawing/2014/main" id="{010A5D16-F274-F55E-558D-26EB12B42A6E}"/>
                    </a:ext>
                  </a:extLst>
                </p:cNvPr>
                <p:cNvPicPr/>
                <p:nvPr/>
              </p:nvPicPr>
              <p:blipFill>
                <a:blip r:embed="rId83"/>
                <a:stretch>
                  <a:fillRect/>
                </a:stretch>
              </p:blipFill>
              <p:spPr>
                <a:xfrm>
                  <a:off x="2079573" y="64347"/>
                  <a:ext cx="32400" cy="46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4">
            <p14:nvContentPartPr>
              <p14:cNvPr id="135" name="Ink 134">
                <a:extLst>
                  <a:ext uri="{FF2B5EF4-FFF2-40B4-BE49-F238E27FC236}">
                    <a16:creationId xmlns:a16="http://schemas.microsoft.com/office/drawing/2014/main" id="{9B38C091-21F4-259B-176E-365F2FEAB762}"/>
                  </a:ext>
                </a:extLst>
              </p14:cNvPr>
              <p14:cNvContentPartPr/>
              <p14:nvPr/>
            </p14:nvContentPartPr>
            <p14:xfrm>
              <a:off x="2334093" y="111507"/>
              <a:ext cx="303840" cy="302040"/>
            </p14:xfrm>
          </p:contentPart>
        </mc:Choice>
        <mc:Fallback>
          <p:pic>
            <p:nvPicPr>
              <p:cNvPr id="135" name="Ink 134">
                <a:extLst>
                  <a:ext uri="{FF2B5EF4-FFF2-40B4-BE49-F238E27FC236}">
                    <a16:creationId xmlns:a16="http://schemas.microsoft.com/office/drawing/2014/main" id="{9B38C091-21F4-259B-176E-365F2FEAB762}"/>
                  </a:ext>
                </a:extLst>
              </p:cNvPr>
              <p:cNvPicPr/>
              <p:nvPr/>
            </p:nvPicPr>
            <p:blipFill>
              <a:blip r:embed="rId85"/>
              <a:stretch>
                <a:fillRect/>
              </a:stretch>
            </p:blipFill>
            <p:spPr>
              <a:xfrm>
                <a:off x="2329773" y="107187"/>
                <a:ext cx="31248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36" name="Ink 135">
                <a:extLst>
                  <a:ext uri="{FF2B5EF4-FFF2-40B4-BE49-F238E27FC236}">
                    <a16:creationId xmlns:a16="http://schemas.microsoft.com/office/drawing/2014/main" id="{F8F28B5F-91FD-BA39-639A-603DD9A96118}"/>
                  </a:ext>
                </a:extLst>
              </p14:cNvPr>
              <p14:cNvContentPartPr/>
              <p14:nvPr/>
            </p14:nvContentPartPr>
            <p14:xfrm>
              <a:off x="3374493" y="289347"/>
              <a:ext cx="39960" cy="9720"/>
            </p14:xfrm>
          </p:contentPart>
        </mc:Choice>
        <mc:Fallback>
          <p:pic>
            <p:nvPicPr>
              <p:cNvPr id="136" name="Ink 135">
                <a:extLst>
                  <a:ext uri="{FF2B5EF4-FFF2-40B4-BE49-F238E27FC236}">
                    <a16:creationId xmlns:a16="http://schemas.microsoft.com/office/drawing/2014/main" id="{F8F28B5F-91FD-BA39-639A-603DD9A96118}"/>
                  </a:ext>
                </a:extLst>
              </p:cNvPr>
              <p:cNvPicPr/>
              <p:nvPr/>
            </p:nvPicPr>
            <p:blipFill>
              <a:blip r:embed="rId87"/>
              <a:stretch>
                <a:fillRect/>
              </a:stretch>
            </p:blipFill>
            <p:spPr>
              <a:xfrm>
                <a:off x="3370173" y="285027"/>
                <a:ext cx="4860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37" name="Ink 136">
                <a:extLst>
                  <a:ext uri="{FF2B5EF4-FFF2-40B4-BE49-F238E27FC236}">
                    <a16:creationId xmlns:a16="http://schemas.microsoft.com/office/drawing/2014/main" id="{8AD46A77-4A39-097D-5AEF-7BF5E6D725D8}"/>
                  </a:ext>
                </a:extLst>
              </p14:cNvPr>
              <p14:cNvContentPartPr/>
              <p14:nvPr/>
            </p14:nvContentPartPr>
            <p14:xfrm>
              <a:off x="3682653" y="267747"/>
              <a:ext cx="68760" cy="10080"/>
            </p14:xfrm>
          </p:contentPart>
        </mc:Choice>
        <mc:Fallback>
          <p:pic>
            <p:nvPicPr>
              <p:cNvPr id="137" name="Ink 136">
                <a:extLst>
                  <a:ext uri="{FF2B5EF4-FFF2-40B4-BE49-F238E27FC236}">
                    <a16:creationId xmlns:a16="http://schemas.microsoft.com/office/drawing/2014/main" id="{8AD46A77-4A39-097D-5AEF-7BF5E6D725D8}"/>
                  </a:ext>
                </a:extLst>
              </p:cNvPr>
              <p:cNvPicPr/>
              <p:nvPr/>
            </p:nvPicPr>
            <p:blipFill>
              <a:blip r:embed="rId89"/>
              <a:stretch>
                <a:fillRect/>
              </a:stretch>
            </p:blipFill>
            <p:spPr>
              <a:xfrm>
                <a:off x="3678333" y="263427"/>
                <a:ext cx="77400" cy="18720"/>
              </a:xfrm>
              <a:prstGeom prst="rect">
                <a:avLst/>
              </a:prstGeom>
            </p:spPr>
          </p:pic>
        </mc:Fallback>
      </mc:AlternateContent>
      <p:grpSp>
        <p:nvGrpSpPr>
          <p:cNvPr id="140" name="Group 139">
            <a:extLst>
              <a:ext uri="{FF2B5EF4-FFF2-40B4-BE49-F238E27FC236}">
                <a16:creationId xmlns:a16="http://schemas.microsoft.com/office/drawing/2014/main" id="{6FCCE2CA-BC83-7B9F-0BD3-B928EF8E4F53}"/>
              </a:ext>
            </a:extLst>
          </p:cNvPr>
          <p:cNvGrpSpPr/>
          <p:nvPr/>
        </p:nvGrpSpPr>
        <p:grpSpPr>
          <a:xfrm>
            <a:off x="4062093" y="196107"/>
            <a:ext cx="172440" cy="84960"/>
            <a:chOff x="4062093" y="196107"/>
            <a:chExt cx="172440" cy="84960"/>
          </a:xfrm>
        </p:grpSpPr>
        <mc:AlternateContent xmlns:mc="http://schemas.openxmlformats.org/markup-compatibility/2006">
          <mc:Choice xmlns:p14="http://schemas.microsoft.com/office/powerpoint/2010/main" Requires="p14">
            <p:contentPart p14:bwMode="auto" r:id="rId90">
              <p14:nvContentPartPr>
                <p14:cNvPr id="138" name="Ink 137">
                  <a:extLst>
                    <a:ext uri="{FF2B5EF4-FFF2-40B4-BE49-F238E27FC236}">
                      <a16:creationId xmlns:a16="http://schemas.microsoft.com/office/drawing/2014/main" id="{ACB3A6ED-FFAA-FC40-D343-1E09BCDB4710}"/>
                    </a:ext>
                  </a:extLst>
                </p14:cNvPr>
                <p14:cNvContentPartPr/>
                <p14:nvPr/>
              </p14:nvContentPartPr>
              <p14:xfrm>
                <a:off x="4062093" y="263427"/>
                <a:ext cx="19440" cy="17640"/>
              </p14:xfrm>
            </p:contentPart>
          </mc:Choice>
          <mc:Fallback>
            <p:pic>
              <p:nvPicPr>
                <p:cNvPr id="138" name="Ink 137">
                  <a:extLst>
                    <a:ext uri="{FF2B5EF4-FFF2-40B4-BE49-F238E27FC236}">
                      <a16:creationId xmlns:a16="http://schemas.microsoft.com/office/drawing/2014/main" id="{ACB3A6ED-FFAA-FC40-D343-1E09BCDB4710}"/>
                    </a:ext>
                  </a:extLst>
                </p:cNvPr>
                <p:cNvPicPr/>
                <p:nvPr/>
              </p:nvPicPr>
              <p:blipFill>
                <a:blip r:embed="rId91"/>
                <a:stretch>
                  <a:fillRect/>
                </a:stretch>
              </p:blipFill>
              <p:spPr>
                <a:xfrm>
                  <a:off x="4057773" y="259107"/>
                  <a:ext cx="280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39" name="Ink 138">
                  <a:extLst>
                    <a:ext uri="{FF2B5EF4-FFF2-40B4-BE49-F238E27FC236}">
                      <a16:creationId xmlns:a16="http://schemas.microsoft.com/office/drawing/2014/main" id="{FE4BC894-5D86-0BFE-EA69-4F2AAD1582EC}"/>
                    </a:ext>
                  </a:extLst>
                </p14:cNvPr>
                <p14:cNvContentPartPr/>
                <p14:nvPr/>
              </p14:nvContentPartPr>
              <p14:xfrm>
                <a:off x="4176573" y="196107"/>
                <a:ext cx="57960" cy="21600"/>
              </p14:xfrm>
            </p:contentPart>
          </mc:Choice>
          <mc:Fallback>
            <p:pic>
              <p:nvPicPr>
                <p:cNvPr id="139" name="Ink 138">
                  <a:extLst>
                    <a:ext uri="{FF2B5EF4-FFF2-40B4-BE49-F238E27FC236}">
                      <a16:creationId xmlns:a16="http://schemas.microsoft.com/office/drawing/2014/main" id="{FE4BC894-5D86-0BFE-EA69-4F2AAD1582EC}"/>
                    </a:ext>
                  </a:extLst>
                </p:cNvPr>
                <p:cNvPicPr/>
                <p:nvPr/>
              </p:nvPicPr>
              <p:blipFill>
                <a:blip r:embed="rId93"/>
                <a:stretch>
                  <a:fillRect/>
                </a:stretch>
              </p:blipFill>
              <p:spPr>
                <a:xfrm>
                  <a:off x="4172253" y="191787"/>
                  <a:ext cx="66600" cy="30240"/>
                </a:xfrm>
                <a:prstGeom prst="rect">
                  <a:avLst/>
                </a:prstGeom>
              </p:spPr>
            </p:pic>
          </mc:Fallback>
        </mc:AlternateContent>
      </p:grpSp>
      <p:grpSp>
        <p:nvGrpSpPr>
          <p:cNvPr id="144" name="Group 143">
            <a:extLst>
              <a:ext uri="{FF2B5EF4-FFF2-40B4-BE49-F238E27FC236}">
                <a16:creationId xmlns:a16="http://schemas.microsoft.com/office/drawing/2014/main" id="{902B6CCD-DF4E-F519-754A-DDE5B505644A}"/>
              </a:ext>
            </a:extLst>
          </p:cNvPr>
          <p:cNvGrpSpPr/>
          <p:nvPr/>
        </p:nvGrpSpPr>
        <p:grpSpPr>
          <a:xfrm>
            <a:off x="6509013" y="85947"/>
            <a:ext cx="170280" cy="322200"/>
            <a:chOff x="6509013" y="85947"/>
            <a:chExt cx="170280" cy="322200"/>
          </a:xfrm>
        </p:grpSpPr>
        <mc:AlternateContent xmlns:mc="http://schemas.openxmlformats.org/markup-compatibility/2006">
          <mc:Choice xmlns:p14="http://schemas.microsoft.com/office/powerpoint/2010/main" Requires="p14">
            <p:contentPart p14:bwMode="auto" r:id="rId94">
              <p14:nvContentPartPr>
                <p14:cNvPr id="141" name="Ink 140">
                  <a:extLst>
                    <a:ext uri="{FF2B5EF4-FFF2-40B4-BE49-F238E27FC236}">
                      <a16:creationId xmlns:a16="http://schemas.microsoft.com/office/drawing/2014/main" id="{BC4FCEC5-FD77-88CC-D6E5-68995BC4FC72}"/>
                    </a:ext>
                  </a:extLst>
                </p14:cNvPr>
                <p14:cNvContentPartPr/>
                <p14:nvPr/>
              </p14:nvContentPartPr>
              <p14:xfrm>
                <a:off x="6559413" y="85947"/>
                <a:ext cx="20520" cy="258120"/>
              </p14:xfrm>
            </p:contentPart>
          </mc:Choice>
          <mc:Fallback>
            <p:pic>
              <p:nvPicPr>
                <p:cNvPr id="141" name="Ink 140">
                  <a:extLst>
                    <a:ext uri="{FF2B5EF4-FFF2-40B4-BE49-F238E27FC236}">
                      <a16:creationId xmlns:a16="http://schemas.microsoft.com/office/drawing/2014/main" id="{BC4FCEC5-FD77-88CC-D6E5-68995BC4FC72}"/>
                    </a:ext>
                  </a:extLst>
                </p:cNvPr>
                <p:cNvPicPr/>
                <p:nvPr/>
              </p:nvPicPr>
              <p:blipFill>
                <a:blip r:embed="rId95"/>
                <a:stretch>
                  <a:fillRect/>
                </a:stretch>
              </p:blipFill>
              <p:spPr>
                <a:xfrm>
                  <a:off x="6555093" y="81627"/>
                  <a:ext cx="2916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42" name="Ink 141">
                  <a:extLst>
                    <a:ext uri="{FF2B5EF4-FFF2-40B4-BE49-F238E27FC236}">
                      <a16:creationId xmlns:a16="http://schemas.microsoft.com/office/drawing/2014/main" id="{1C31B7AE-19F0-0E5C-96BD-FEE99DCE8212}"/>
                    </a:ext>
                  </a:extLst>
                </p14:cNvPr>
                <p14:cNvContentPartPr/>
                <p14:nvPr/>
              </p14:nvContentPartPr>
              <p14:xfrm>
                <a:off x="6509013" y="295467"/>
                <a:ext cx="117000" cy="100800"/>
              </p14:xfrm>
            </p:contentPart>
          </mc:Choice>
          <mc:Fallback>
            <p:pic>
              <p:nvPicPr>
                <p:cNvPr id="142" name="Ink 141">
                  <a:extLst>
                    <a:ext uri="{FF2B5EF4-FFF2-40B4-BE49-F238E27FC236}">
                      <a16:creationId xmlns:a16="http://schemas.microsoft.com/office/drawing/2014/main" id="{1C31B7AE-19F0-0E5C-96BD-FEE99DCE8212}"/>
                    </a:ext>
                  </a:extLst>
                </p:cNvPr>
                <p:cNvPicPr/>
                <p:nvPr/>
              </p:nvPicPr>
              <p:blipFill>
                <a:blip r:embed="rId97"/>
                <a:stretch>
                  <a:fillRect/>
                </a:stretch>
              </p:blipFill>
              <p:spPr>
                <a:xfrm>
                  <a:off x="6504693" y="291147"/>
                  <a:ext cx="12564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43" name="Ink 142">
                  <a:extLst>
                    <a:ext uri="{FF2B5EF4-FFF2-40B4-BE49-F238E27FC236}">
                      <a16:creationId xmlns:a16="http://schemas.microsoft.com/office/drawing/2014/main" id="{1DABEFCC-6402-B0BE-9D0B-CA2D2F3A36FC}"/>
                    </a:ext>
                  </a:extLst>
                </p14:cNvPr>
                <p14:cNvContentPartPr/>
                <p14:nvPr/>
              </p14:nvContentPartPr>
              <p14:xfrm>
                <a:off x="6598653" y="295107"/>
                <a:ext cx="80640" cy="113040"/>
              </p14:xfrm>
            </p:contentPart>
          </mc:Choice>
          <mc:Fallback>
            <p:pic>
              <p:nvPicPr>
                <p:cNvPr id="143" name="Ink 142">
                  <a:extLst>
                    <a:ext uri="{FF2B5EF4-FFF2-40B4-BE49-F238E27FC236}">
                      <a16:creationId xmlns:a16="http://schemas.microsoft.com/office/drawing/2014/main" id="{1DABEFCC-6402-B0BE-9D0B-CA2D2F3A36FC}"/>
                    </a:ext>
                  </a:extLst>
                </p:cNvPr>
                <p:cNvPicPr/>
                <p:nvPr/>
              </p:nvPicPr>
              <p:blipFill>
                <a:blip r:embed="rId99"/>
                <a:stretch>
                  <a:fillRect/>
                </a:stretch>
              </p:blipFill>
              <p:spPr>
                <a:xfrm>
                  <a:off x="6594333" y="290787"/>
                  <a:ext cx="89280" cy="121680"/>
                </a:xfrm>
                <a:prstGeom prst="rect">
                  <a:avLst/>
                </a:prstGeom>
              </p:spPr>
            </p:pic>
          </mc:Fallback>
        </mc:AlternateContent>
      </p:grpSp>
      <p:grpSp>
        <p:nvGrpSpPr>
          <p:cNvPr id="148" name="Group 147">
            <a:extLst>
              <a:ext uri="{FF2B5EF4-FFF2-40B4-BE49-F238E27FC236}">
                <a16:creationId xmlns:a16="http://schemas.microsoft.com/office/drawing/2014/main" id="{CD202826-EE6A-39D1-EC37-1F8741FAD7C8}"/>
              </a:ext>
            </a:extLst>
          </p:cNvPr>
          <p:cNvGrpSpPr/>
          <p:nvPr/>
        </p:nvGrpSpPr>
        <p:grpSpPr>
          <a:xfrm>
            <a:off x="3038613" y="3334587"/>
            <a:ext cx="57240" cy="9000"/>
            <a:chOff x="3038613" y="3334587"/>
            <a:chExt cx="57240" cy="9000"/>
          </a:xfrm>
        </p:grpSpPr>
        <mc:AlternateContent xmlns:mc="http://schemas.openxmlformats.org/markup-compatibility/2006">
          <mc:Choice xmlns:p14="http://schemas.microsoft.com/office/powerpoint/2010/main" Requires="p14">
            <p:contentPart p14:bwMode="auto" r:id="rId100">
              <p14:nvContentPartPr>
                <p14:cNvPr id="145" name="Ink 144">
                  <a:extLst>
                    <a:ext uri="{FF2B5EF4-FFF2-40B4-BE49-F238E27FC236}">
                      <a16:creationId xmlns:a16="http://schemas.microsoft.com/office/drawing/2014/main" id="{639A7C78-5A98-EF9C-3EB4-F77EA6029072}"/>
                    </a:ext>
                  </a:extLst>
                </p14:cNvPr>
                <p14:cNvContentPartPr/>
                <p14:nvPr/>
              </p14:nvContentPartPr>
              <p14:xfrm>
                <a:off x="3079293" y="3343227"/>
                <a:ext cx="16560" cy="360"/>
              </p14:xfrm>
            </p:contentPart>
          </mc:Choice>
          <mc:Fallback>
            <p:pic>
              <p:nvPicPr>
                <p:cNvPr id="145" name="Ink 144">
                  <a:extLst>
                    <a:ext uri="{FF2B5EF4-FFF2-40B4-BE49-F238E27FC236}">
                      <a16:creationId xmlns:a16="http://schemas.microsoft.com/office/drawing/2014/main" id="{639A7C78-5A98-EF9C-3EB4-F77EA6029072}"/>
                    </a:ext>
                  </a:extLst>
                </p:cNvPr>
                <p:cNvPicPr/>
                <p:nvPr/>
              </p:nvPicPr>
              <p:blipFill>
                <a:blip r:embed="rId101"/>
                <a:stretch>
                  <a:fillRect/>
                </a:stretch>
              </p:blipFill>
              <p:spPr>
                <a:xfrm>
                  <a:off x="3074973" y="3338907"/>
                  <a:ext cx="252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46" name="Ink 145">
                  <a:extLst>
                    <a:ext uri="{FF2B5EF4-FFF2-40B4-BE49-F238E27FC236}">
                      <a16:creationId xmlns:a16="http://schemas.microsoft.com/office/drawing/2014/main" id="{C2CE7919-8523-A240-378D-9AAB5673DFDF}"/>
                    </a:ext>
                  </a:extLst>
                </p14:cNvPr>
                <p14:cNvContentPartPr/>
                <p14:nvPr/>
              </p14:nvContentPartPr>
              <p14:xfrm>
                <a:off x="3046173" y="3334587"/>
                <a:ext cx="49680" cy="9000"/>
              </p14:xfrm>
            </p:contentPart>
          </mc:Choice>
          <mc:Fallback>
            <p:pic>
              <p:nvPicPr>
                <p:cNvPr id="146" name="Ink 145">
                  <a:extLst>
                    <a:ext uri="{FF2B5EF4-FFF2-40B4-BE49-F238E27FC236}">
                      <a16:creationId xmlns:a16="http://schemas.microsoft.com/office/drawing/2014/main" id="{C2CE7919-8523-A240-378D-9AAB5673DFDF}"/>
                    </a:ext>
                  </a:extLst>
                </p:cNvPr>
                <p:cNvPicPr/>
                <p:nvPr/>
              </p:nvPicPr>
              <p:blipFill>
                <a:blip r:embed="rId103"/>
                <a:stretch>
                  <a:fillRect/>
                </a:stretch>
              </p:blipFill>
              <p:spPr>
                <a:xfrm>
                  <a:off x="3041853" y="3330267"/>
                  <a:ext cx="5832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47" name="Ink 146">
                  <a:extLst>
                    <a:ext uri="{FF2B5EF4-FFF2-40B4-BE49-F238E27FC236}">
                      <a16:creationId xmlns:a16="http://schemas.microsoft.com/office/drawing/2014/main" id="{F7909DEB-F6A6-3E02-3EF8-C2A5B8FF3FC3}"/>
                    </a:ext>
                  </a:extLst>
                </p14:cNvPr>
                <p14:cNvContentPartPr/>
                <p14:nvPr/>
              </p14:nvContentPartPr>
              <p14:xfrm>
                <a:off x="3038613" y="3338907"/>
                <a:ext cx="2520" cy="360"/>
              </p14:xfrm>
            </p:contentPart>
          </mc:Choice>
          <mc:Fallback>
            <p:pic>
              <p:nvPicPr>
                <p:cNvPr id="147" name="Ink 146">
                  <a:extLst>
                    <a:ext uri="{FF2B5EF4-FFF2-40B4-BE49-F238E27FC236}">
                      <a16:creationId xmlns:a16="http://schemas.microsoft.com/office/drawing/2014/main" id="{F7909DEB-F6A6-3E02-3EF8-C2A5B8FF3FC3}"/>
                    </a:ext>
                  </a:extLst>
                </p:cNvPr>
                <p:cNvPicPr/>
                <p:nvPr/>
              </p:nvPicPr>
              <p:blipFill>
                <a:blip r:embed="rId105"/>
                <a:stretch>
                  <a:fillRect/>
                </a:stretch>
              </p:blipFill>
              <p:spPr>
                <a:xfrm>
                  <a:off x="3034293" y="3334587"/>
                  <a:ext cx="11160" cy="9000"/>
                </a:xfrm>
                <a:prstGeom prst="rect">
                  <a:avLst/>
                </a:prstGeom>
              </p:spPr>
            </p:pic>
          </mc:Fallback>
        </mc:AlternateContent>
      </p:grpSp>
      <p:grpSp>
        <p:nvGrpSpPr>
          <p:cNvPr id="220" name="Group 219">
            <a:extLst>
              <a:ext uri="{FF2B5EF4-FFF2-40B4-BE49-F238E27FC236}">
                <a16:creationId xmlns:a16="http://schemas.microsoft.com/office/drawing/2014/main" id="{C5CE53BC-9B29-1607-9C6B-74192BED24A7}"/>
              </a:ext>
            </a:extLst>
          </p:cNvPr>
          <p:cNvGrpSpPr/>
          <p:nvPr/>
        </p:nvGrpSpPr>
        <p:grpSpPr>
          <a:xfrm>
            <a:off x="2334093" y="1997907"/>
            <a:ext cx="5663160" cy="2262960"/>
            <a:chOff x="2334093" y="1997907"/>
            <a:chExt cx="5663160" cy="2262960"/>
          </a:xfrm>
        </p:grpSpPr>
        <mc:AlternateContent xmlns:mc="http://schemas.openxmlformats.org/markup-compatibility/2006">
          <mc:Choice xmlns:p14="http://schemas.microsoft.com/office/powerpoint/2010/main" Requires="p14">
            <p:contentPart p14:bwMode="auto" r:id="rId106">
              <p14:nvContentPartPr>
                <p14:cNvPr id="47" name="Ink 46">
                  <a:extLst>
                    <a:ext uri="{FF2B5EF4-FFF2-40B4-BE49-F238E27FC236}">
                      <a16:creationId xmlns:a16="http://schemas.microsoft.com/office/drawing/2014/main" id="{2078ED10-4244-35A6-9446-1C44E7872A73}"/>
                    </a:ext>
                  </a:extLst>
                </p14:cNvPr>
                <p14:cNvContentPartPr/>
                <p14:nvPr/>
              </p14:nvContentPartPr>
              <p14:xfrm>
                <a:off x="3229053" y="2143347"/>
                <a:ext cx="122400" cy="146880"/>
              </p14:xfrm>
            </p:contentPart>
          </mc:Choice>
          <mc:Fallback>
            <p:pic>
              <p:nvPicPr>
                <p:cNvPr id="47" name="Ink 46">
                  <a:extLst>
                    <a:ext uri="{FF2B5EF4-FFF2-40B4-BE49-F238E27FC236}">
                      <a16:creationId xmlns:a16="http://schemas.microsoft.com/office/drawing/2014/main" id="{2078ED10-4244-35A6-9446-1C44E7872A73}"/>
                    </a:ext>
                  </a:extLst>
                </p:cNvPr>
                <p:cNvPicPr/>
                <p:nvPr/>
              </p:nvPicPr>
              <p:blipFill>
                <a:blip r:embed="rId107"/>
                <a:stretch>
                  <a:fillRect/>
                </a:stretch>
              </p:blipFill>
              <p:spPr>
                <a:xfrm>
                  <a:off x="3224733" y="2139027"/>
                  <a:ext cx="13104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8" name="Ink 47">
                  <a:extLst>
                    <a:ext uri="{FF2B5EF4-FFF2-40B4-BE49-F238E27FC236}">
                      <a16:creationId xmlns:a16="http://schemas.microsoft.com/office/drawing/2014/main" id="{6F61D63A-51EA-E937-F493-37E14EC6B6C0}"/>
                    </a:ext>
                  </a:extLst>
                </p14:cNvPr>
                <p14:cNvContentPartPr/>
                <p14:nvPr/>
              </p14:nvContentPartPr>
              <p14:xfrm>
                <a:off x="3466653" y="2173227"/>
                <a:ext cx="285840" cy="95400"/>
              </p14:xfrm>
            </p:contentPart>
          </mc:Choice>
          <mc:Fallback>
            <p:pic>
              <p:nvPicPr>
                <p:cNvPr id="48" name="Ink 47">
                  <a:extLst>
                    <a:ext uri="{FF2B5EF4-FFF2-40B4-BE49-F238E27FC236}">
                      <a16:creationId xmlns:a16="http://schemas.microsoft.com/office/drawing/2014/main" id="{6F61D63A-51EA-E937-F493-37E14EC6B6C0}"/>
                    </a:ext>
                  </a:extLst>
                </p:cNvPr>
                <p:cNvPicPr/>
                <p:nvPr/>
              </p:nvPicPr>
              <p:blipFill>
                <a:blip r:embed="rId109"/>
                <a:stretch>
                  <a:fillRect/>
                </a:stretch>
              </p:blipFill>
              <p:spPr>
                <a:xfrm>
                  <a:off x="3462333" y="2168907"/>
                  <a:ext cx="2944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9" name="Ink 48">
                  <a:extLst>
                    <a:ext uri="{FF2B5EF4-FFF2-40B4-BE49-F238E27FC236}">
                      <a16:creationId xmlns:a16="http://schemas.microsoft.com/office/drawing/2014/main" id="{D303C1FE-1476-92A5-1D03-793D7E5EE211}"/>
                    </a:ext>
                  </a:extLst>
                </p14:cNvPr>
                <p14:cNvContentPartPr/>
                <p14:nvPr/>
              </p14:nvContentPartPr>
              <p14:xfrm>
                <a:off x="3835653" y="2135787"/>
                <a:ext cx="124560" cy="111600"/>
              </p14:xfrm>
            </p:contentPart>
          </mc:Choice>
          <mc:Fallback>
            <p:pic>
              <p:nvPicPr>
                <p:cNvPr id="49" name="Ink 48">
                  <a:extLst>
                    <a:ext uri="{FF2B5EF4-FFF2-40B4-BE49-F238E27FC236}">
                      <a16:creationId xmlns:a16="http://schemas.microsoft.com/office/drawing/2014/main" id="{D303C1FE-1476-92A5-1D03-793D7E5EE211}"/>
                    </a:ext>
                  </a:extLst>
                </p:cNvPr>
                <p:cNvPicPr/>
                <p:nvPr/>
              </p:nvPicPr>
              <p:blipFill>
                <a:blip r:embed="rId111"/>
                <a:stretch>
                  <a:fillRect/>
                </a:stretch>
              </p:blipFill>
              <p:spPr>
                <a:xfrm>
                  <a:off x="3831333" y="2131467"/>
                  <a:ext cx="13320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0" name="Ink 49">
                  <a:extLst>
                    <a:ext uri="{FF2B5EF4-FFF2-40B4-BE49-F238E27FC236}">
                      <a16:creationId xmlns:a16="http://schemas.microsoft.com/office/drawing/2014/main" id="{EDEC44AB-BDB7-EF70-72D9-456D0AF410FA}"/>
                    </a:ext>
                  </a:extLst>
                </p14:cNvPr>
                <p14:cNvContentPartPr/>
                <p14:nvPr/>
              </p14:nvContentPartPr>
              <p14:xfrm>
                <a:off x="4046253" y="2028867"/>
                <a:ext cx="106200" cy="187560"/>
              </p14:xfrm>
            </p:contentPart>
          </mc:Choice>
          <mc:Fallback>
            <p:pic>
              <p:nvPicPr>
                <p:cNvPr id="50" name="Ink 49">
                  <a:extLst>
                    <a:ext uri="{FF2B5EF4-FFF2-40B4-BE49-F238E27FC236}">
                      <a16:creationId xmlns:a16="http://schemas.microsoft.com/office/drawing/2014/main" id="{EDEC44AB-BDB7-EF70-72D9-456D0AF410FA}"/>
                    </a:ext>
                  </a:extLst>
                </p:cNvPr>
                <p:cNvPicPr/>
                <p:nvPr/>
              </p:nvPicPr>
              <p:blipFill>
                <a:blip r:embed="rId113"/>
                <a:stretch>
                  <a:fillRect/>
                </a:stretch>
              </p:blipFill>
              <p:spPr>
                <a:xfrm>
                  <a:off x="4041933" y="2024547"/>
                  <a:ext cx="11484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1" name="Ink 50">
                  <a:extLst>
                    <a:ext uri="{FF2B5EF4-FFF2-40B4-BE49-F238E27FC236}">
                      <a16:creationId xmlns:a16="http://schemas.microsoft.com/office/drawing/2014/main" id="{F9B5585D-5FF3-F448-87AD-BAC38D97ACAD}"/>
                    </a:ext>
                  </a:extLst>
                </p14:cNvPr>
                <p14:cNvContentPartPr/>
                <p14:nvPr/>
              </p14:nvContentPartPr>
              <p14:xfrm>
                <a:off x="4214013" y="2000067"/>
                <a:ext cx="96480" cy="212400"/>
              </p14:xfrm>
            </p:contentPart>
          </mc:Choice>
          <mc:Fallback>
            <p:pic>
              <p:nvPicPr>
                <p:cNvPr id="51" name="Ink 50">
                  <a:extLst>
                    <a:ext uri="{FF2B5EF4-FFF2-40B4-BE49-F238E27FC236}">
                      <a16:creationId xmlns:a16="http://schemas.microsoft.com/office/drawing/2014/main" id="{F9B5585D-5FF3-F448-87AD-BAC38D97ACAD}"/>
                    </a:ext>
                  </a:extLst>
                </p:cNvPr>
                <p:cNvPicPr/>
                <p:nvPr/>
              </p:nvPicPr>
              <p:blipFill>
                <a:blip r:embed="rId115"/>
                <a:stretch>
                  <a:fillRect/>
                </a:stretch>
              </p:blipFill>
              <p:spPr>
                <a:xfrm>
                  <a:off x="4209693" y="1995747"/>
                  <a:ext cx="10512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2" name="Ink 51">
                  <a:extLst>
                    <a:ext uri="{FF2B5EF4-FFF2-40B4-BE49-F238E27FC236}">
                      <a16:creationId xmlns:a16="http://schemas.microsoft.com/office/drawing/2014/main" id="{F95E2DCA-7739-A865-23A3-0FA9F0348BA1}"/>
                    </a:ext>
                  </a:extLst>
                </p14:cNvPr>
                <p14:cNvContentPartPr/>
                <p14:nvPr/>
              </p14:nvContentPartPr>
              <p14:xfrm>
                <a:off x="4303653" y="2116707"/>
                <a:ext cx="99000" cy="146880"/>
              </p14:xfrm>
            </p:contentPart>
          </mc:Choice>
          <mc:Fallback>
            <p:pic>
              <p:nvPicPr>
                <p:cNvPr id="52" name="Ink 51">
                  <a:extLst>
                    <a:ext uri="{FF2B5EF4-FFF2-40B4-BE49-F238E27FC236}">
                      <a16:creationId xmlns:a16="http://schemas.microsoft.com/office/drawing/2014/main" id="{F95E2DCA-7739-A865-23A3-0FA9F0348BA1}"/>
                    </a:ext>
                  </a:extLst>
                </p:cNvPr>
                <p:cNvPicPr/>
                <p:nvPr/>
              </p:nvPicPr>
              <p:blipFill>
                <a:blip r:embed="rId117"/>
                <a:stretch>
                  <a:fillRect/>
                </a:stretch>
              </p:blipFill>
              <p:spPr>
                <a:xfrm>
                  <a:off x="4299333" y="2112387"/>
                  <a:ext cx="10764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3" name="Ink 52">
                  <a:extLst>
                    <a:ext uri="{FF2B5EF4-FFF2-40B4-BE49-F238E27FC236}">
                      <a16:creationId xmlns:a16="http://schemas.microsoft.com/office/drawing/2014/main" id="{8ABFA99C-5506-E5AF-D80F-B23D03E15767}"/>
                    </a:ext>
                  </a:extLst>
                </p14:cNvPr>
                <p14:cNvContentPartPr/>
                <p14:nvPr/>
              </p14:nvContentPartPr>
              <p14:xfrm>
                <a:off x="4450893" y="2159187"/>
                <a:ext cx="101520" cy="109440"/>
              </p14:xfrm>
            </p:contentPart>
          </mc:Choice>
          <mc:Fallback>
            <p:pic>
              <p:nvPicPr>
                <p:cNvPr id="53" name="Ink 52">
                  <a:extLst>
                    <a:ext uri="{FF2B5EF4-FFF2-40B4-BE49-F238E27FC236}">
                      <a16:creationId xmlns:a16="http://schemas.microsoft.com/office/drawing/2014/main" id="{8ABFA99C-5506-E5AF-D80F-B23D03E15767}"/>
                    </a:ext>
                  </a:extLst>
                </p:cNvPr>
                <p:cNvPicPr/>
                <p:nvPr/>
              </p:nvPicPr>
              <p:blipFill>
                <a:blip r:embed="rId119"/>
                <a:stretch>
                  <a:fillRect/>
                </a:stretch>
              </p:blipFill>
              <p:spPr>
                <a:xfrm>
                  <a:off x="4446573" y="2154867"/>
                  <a:ext cx="11016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4" name="Ink 53">
                  <a:extLst>
                    <a:ext uri="{FF2B5EF4-FFF2-40B4-BE49-F238E27FC236}">
                      <a16:creationId xmlns:a16="http://schemas.microsoft.com/office/drawing/2014/main" id="{AEC8951E-0D62-0903-870C-8F9D1A786361}"/>
                    </a:ext>
                  </a:extLst>
                </p14:cNvPr>
                <p14:cNvContentPartPr/>
                <p14:nvPr/>
              </p14:nvContentPartPr>
              <p14:xfrm>
                <a:off x="4622253" y="2037507"/>
                <a:ext cx="134280" cy="212040"/>
              </p14:xfrm>
            </p:contentPart>
          </mc:Choice>
          <mc:Fallback>
            <p:pic>
              <p:nvPicPr>
                <p:cNvPr id="54" name="Ink 53">
                  <a:extLst>
                    <a:ext uri="{FF2B5EF4-FFF2-40B4-BE49-F238E27FC236}">
                      <a16:creationId xmlns:a16="http://schemas.microsoft.com/office/drawing/2014/main" id="{AEC8951E-0D62-0903-870C-8F9D1A786361}"/>
                    </a:ext>
                  </a:extLst>
                </p:cNvPr>
                <p:cNvPicPr/>
                <p:nvPr/>
              </p:nvPicPr>
              <p:blipFill>
                <a:blip r:embed="rId121"/>
                <a:stretch>
                  <a:fillRect/>
                </a:stretch>
              </p:blipFill>
              <p:spPr>
                <a:xfrm>
                  <a:off x="4617933" y="2033187"/>
                  <a:ext cx="14292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5" name="Ink 54">
                  <a:extLst>
                    <a:ext uri="{FF2B5EF4-FFF2-40B4-BE49-F238E27FC236}">
                      <a16:creationId xmlns:a16="http://schemas.microsoft.com/office/drawing/2014/main" id="{C895797A-8491-B620-2610-8F16FEAF6022}"/>
                    </a:ext>
                  </a:extLst>
                </p14:cNvPr>
                <p14:cNvContentPartPr/>
                <p14:nvPr/>
              </p14:nvContentPartPr>
              <p14:xfrm>
                <a:off x="4599933" y="2102667"/>
                <a:ext cx="237600" cy="10080"/>
              </p14:xfrm>
            </p:contentPart>
          </mc:Choice>
          <mc:Fallback>
            <p:pic>
              <p:nvPicPr>
                <p:cNvPr id="55" name="Ink 54">
                  <a:extLst>
                    <a:ext uri="{FF2B5EF4-FFF2-40B4-BE49-F238E27FC236}">
                      <a16:creationId xmlns:a16="http://schemas.microsoft.com/office/drawing/2014/main" id="{C895797A-8491-B620-2610-8F16FEAF6022}"/>
                    </a:ext>
                  </a:extLst>
                </p:cNvPr>
                <p:cNvPicPr/>
                <p:nvPr/>
              </p:nvPicPr>
              <p:blipFill>
                <a:blip r:embed="rId123"/>
                <a:stretch>
                  <a:fillRect/>
                </a:stretch>
              </p:blipFill>
              <p:spPr>
                <a:xfrm>
                  <a:off x="4595613" y="2098347"/>
                  <a:ext cx="24624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7" name="Ink 56">
                  <a:extLst>
                    <a:ext uri="{FF2B5EF4-FFF2-40B4-BE49-F238E27FC236}">
                      <a16:creationId xmlns:a16="http://schemas.microsoft.com/office/drawing/2014/main" id="{0D8414DA-8241-7619-1740-3629D4D39D0C}"/>
                    </a:ext>
                  </a:extLst>
                </p14:cNvPr>
                <p14:cNvContentPartPr/>
                <p14:nvPr/>
              </p14:nvContentPartPr>
              <p14:xfrm>
                <a:off x="2540733" y="2217867"/>
                <a:ext cx="15120" cy="101160"/>
              </p14:xfrm>
            </p:contentPart>
          </mc:Choice>
          <mc:Fallback>
            <p:pic>
              <p:nvPicPr>
                <p:cNvPr id="57" name="Ink 56">
                  <a:extLst>
                    <a:ext uri="{FF2B5EF4-FFF2-40B4-BE49-F238E27FC236}">
                      <a16:creationId xmlns:a16="http://schemas.microsoft.com/office/drawing/2014/main" id="{0D8414DA-8241-7619-1740-3629D4D39D0C}"/>
                    </a:ext>
                  </a:extLst>
                </p:cNvPr>
                <p:cNvPicPr/>
                <p:nvPr/>
              </p:nvPicPr>
              <p:blipFill>
                <a:blip r:embed="rId125"/>
                <a:stretch>
                  <a:fillRect/>
                </a:stretch>
              </p:blipFill>
              <p:spPr>
                <a:xfrm>
                  <a:off x="2536413" y="2213547"/>
                  <a:ext cx="2376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8" name="Ink 57">
                  <a:extLst>
                    <a:ext uri="{FF2B5EF4-FFF2-40B4-BE49-F238E27FC236}">
                      <a16:creationId xmlns:a16="http://schemas.microsoft.com/office/drawing/2014/main" id="{6CD48E81-17DB-9412-2E84-94A17B900515}"/>
                    </a:ext>
                  </a:extLst>
                </p14:cNvPr>
                <p14:cNvContentPartPr/>
                <p14:nvPr/>
              </p14:nvContentPartPr>
              <p14:xfrm>
                <a:off x="2598333" y="2008707"/>
                <a:ext cx="32400" cy="66600"/>
              </p14:xfrm>
            </p:contentPart>
          </mc:Choice>
          <mc:Fallback>
            <p:pic>
              <p:nvPicPr>
                <p:cNvPr id="58" name="Ink 57">
                  <a:extLst>
                    <a:ext uri="{FF2B5EF4-FFF2-40B4-BE49-F238E27FC236}">
                      <a16:creationId xmlns:a16="http://schemas.microsoft.com/office/drawing/2014/main" id="{6CD48E81-17DB-9412-2E84-94A17B900515}"/>
                    </a:ext>
                  </a:extLst>
                </p:cNvPr>
                <p:cNvPicPr/>
                <p:nvPr/>
              </p:nvPicPr>
              <p:blipFill>
                <a:blip r:embed="rId127"/>
                <a:stretch>
                  <a:fillRect/>
                </a:stretch>
              </p:blipFill>
              <p:spPr>
                <a:xfrm>
                  <a:off x="2594013" y="2004387"/>
                  <a:ext cx="4104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9" name="Ink 58">
                  <a:extLst>
                    <a:ext uri="{FF2B5EF4-FFF2-40B4-BE49-F238E27FC236}">
                      <a16:creationId xmlns:a16="http://schemas.microsoft.com/office/drawing/2014/main" id="{5BDB05E4-B9CE-BBEC-8DD9-D357334E32BC}"/>
                    </a:ext>
                  </a:extLst>
                </p14:cNvPr>
                <p14:cNvContentPartPr/>
                <p14:nvPr/>
              </p14:nvContentPartPr>
              <p14:xfrm>
                <a:off x="2667813" y="2198067"/>
                <a:ext cx="87120" cy="57960"/>
              </p14:xfrm>
            </p:contentPart>
          </mc:Choice>
          <mc:Fallback>
            <p:pic>
              <p:nvPicPr>
                <p:cNvPr id="59" name="Ink 58">
                  <a:extLst>
                    <a:ext uri="{FF2B5EF4-FFF2-40B4-BE49-F238E27FC236}">
                      <a16:creationId xmlns:a16="http://schemas.microsoft.com/office/drawing/2014/main" id="{5BDB05E4-B9CE-BBEC-8DD9-D357334E32BC}"/>
                    </a:ext>
                  </a:extLst>
                </p:cNvPr>
                <p:cNvPicPr/>
                <p:nvPr/>
              </p:nvPicPr>
              <p:blipFill>
                <a:blip r:embed="rId129"/>
                <a:stretch>
                  <a:fillRect/>
                </a:stretch>
              </p:blipFill>
              <p:spPr>
                <a:xfrm>
                  <a:off x="2663493" y="2193747"/>
                  <a:ext cx="9576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0" name="Ink 59">
                  <a:extLst>
                    <a:ext uri="{FF2B5EF4-FFF2-40B4-BE49-F238E27FC236}">
                      <a16:creationId xmlns:a16="http://schemas.microsoft.com/office/drawing/2014/main" id="{FA58E0B2-EB5B-2C58-B8EE-EAA038D61119}"/>
                    </a:ext>
                  </a:extLst>
                </p14:cNvPr>
                <p14:cNvContentPartPr/>
                <p14:nvPr/>
              </p14:nvContentPartPr>
              <p14:xfrm>
                <a:off x="2874093" y="2054427"/>
                <a:ext cx="42120" cy="187920"/>
              </p14:xfrm>
            </p:contentPart>
          </mc:Choice>
          <mc:Fallback>
            <p:pic>
              <p:nvPicPr>
                <p:cNvPr id="60" name="Ink 59">
                  <a:extLst>
                    <a:ext uri="{FF2B5EF4-FFF2-40B4-BE49-F238E27FC236}">
                      <a16:creationId xmlns:a16="http://schemas.microsoft.com/office/drawing/2014/main" id="{FA58E0B2-EB5B-2C58-B8EE-EAA038D61119}"/>
                    </a:ext>
                  </a:extLst>
                </p:cNvPr>
                <p:cNvPicPr/>
                <p:nvPr/>
              </p:nvPicPr>
              <p:blipFill>
                <a:blip r:embed="rId131"/>
                <a:stretch>
                  <a:fillRect/>
                </a:stretch>
              </p:blipFill>
              <p:spPr>
                <a:xfrm>
                  <a:off x="2869773" y="2050107"/>
                  <a:ext cx="507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1" name="Ink 60">
                  <a:extLst>
                    <a:ext uri="{FF2B5EF4-FFF2-40B4-BE49-F238E27FC236}">
                      <a16:creationId xmlns:a16="http://schemas.microsoft.com/office/drawing/2014/main" id="{587A1452-81DF-8B6F-F277-AFB732EEB429}"/>
                    </a:ext>
                  </a:extLst>
                </p14:cNvPr>
                <p14:cNvContentPartPr/>
                <p14:nvPr/>
              </p14:nvContentPartPr>
              <p14:xfrm>
                <a:off x="2857893" y="2158467"/>
                <a:ext cx="117000" cy="3600"/>
              </p14:xfrm>
            </p:contentPart>
          </mc:Choice>
          <mc:Fallback>
            <p:pic>
              <p:nvPicPr>
                <p:cNvPr id="61" name="Ink 60">
                  <a:extLst>
                    <a:ext uri="{FF2B5EF4-FFF2-40B4-BE49-F238E27FC236}">
                      <a16:creationId xmlns:a16="http://schemas.microsoft.com/office/drawing/2014/main" id="{587A1452-81DF-8B6F-F277-AFB732EEB429}"/>
                    </a:ext>
                  </a:extLst>
                </p:cNvPr>
                <p:cNvPicPr/>
                <p:nvPr/>
              </p:nvPicPr>
              <p:blipFill>
                <a:blip r:embed="rId133"/>
                <a:stretch>
                  <a:fillRect/>
                </a:stretch>
              </p:blipFill>
              <p:spPr>
                <a:xfrm>
                  <a:off x="2853573" y="2154147"/>
                  <a:ext cx="125640" cy="12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3" name="Ink 62">
                  <a:extLst>
                    <a:ext uri="{FF2B5EF4-FFF2-40B4-BE49-F238E27FC236}">
                      <a16:creationId xmlns:a16="http://schemas.microsoft.com/office/drawing/2014/main" id="{4983A438-D13C-A322-A0D3-F3EEA31C43BD}"/>
                    </a:ext>
                  </a:extLst>
                </p14:cNvPr>
                <p14:cNvContentPartPr/>
                <p14:nvPr/>
              </p14:nvContentPartPr>
              <p14:xfrm>
                <a:off x="5035173" y="2171067"/>
                <a:ext cx="162720" cy="16560"/>
              </p14:xfrm>
            </p:contentPart>
          </mc:Choice>
          <mc:Fallback>
            <p:pic>
              <p:nvPicPr>
                <p:cNvPr id="63" name="Ink 62">
                  <a:extLst>
                    <a:ext uri="{FF2B5EF4-FFF2-40B4-BE49-F238E27FC236}">
                      <a16:creationId xmlns:a16="http://schemas.microsoft.com/office/drawing/2014/main" id="{4983A438-D13C-A322-A0D3-F3EEA31C43BD}"/>
                    </a:ext>
                  </a:extLst>
                </p:cNvPr>
                <p:cNvPicPr/>
                <p:nvPr/>
              </p:nvPicPr>
              <p:blipFill>
                <a:blip r:embed="rId135"/>
                <a:stretch>
                  <a:fillRect/>
                </a:stretch>
              </p:blipFill>
              <p:spPr>
                <a:xfrm>
                  <a:off x="5030853" y="2166747"/>
                  <a:ext cx="1713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4" name="Ink 63">
                  <a:extLst>
                    <a:ext uri="{FF2B5EF4-FFF2-40B4-BE49-F238E27FC236}">
                      <a16:creationId xmlns:a16="http://schemas.microsoft.com/office/drawing/2014/main" id="{9F041832-FB3B-B43B-EAC7-AD24B3C399FC}"/>
                    </a:ext>
                  </a:extLst>
                </p14:cNvPr>
                <p14:cNvContentPartPr/>
                <p14:nvPr/>
              </p14:nvContentPartPr>
              <p14:xfrm>
                <a:off x="5057853" y="2248107"/>
                <a:ext cx="141840" cy="5400"/>
              </p14:xfrm>
            </p:contentPart>
          </mc:Choice>
          <mc:Fallback>
            <p:pic>
              <p:nvPicPr>
                <p:cNvPr id="64" name="Ink 63">
                  <a:extLst>
                    <a:ext uri="{FF2B5EF4-FFF2-40B4-BE49-F238E27FC236}">
                      <a16:creationId xmlns:a16="http://schemas.microsoft.com/office/drawing/2014/main" id="{9F041832-FB3B-B43B-EAC7-AD24B3C399FC}"/>
                    </a:ext>
                  </a:extLst>
                </p:cNvPr>
                <p:cNvPicPr/>
                <p:nvPr/>
              </p:nvPicPr>
              <p:blipFill>
                <a:blip r:embed="rId137"/>
                <a:stretch>
                  <a:fillRect/>
                </a:stretch>
              </p:blipFill>
              <p:spPr>
                <a:xfrm>
                  <a:off x="5053533" y="2243787"/>
                  <a:ext cx="150480" cy="140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6" name="Ink 65">
                  <a:extLst>
                    <a:ext uri="{FF2B5EF4-FFF2-40B4-BE49-F238E27FC236}">
                      <a16:creationId xmlns:a16="http://schemas.microsoft.com/office/drawing/2014/main" id="{9E18B1E4-293F-350A-6ED8-0323D5B1F32A}"/>
                    </a:ext>
                  </a:extLst>
                </p14:cNvPr>
                <p14:cNvContentPartPr/>
                <p14:nvPr/>
              </p14:nvContentPartPr>
              <p14:xfrm>
                <a:off x="5513253" y="2082507"/>
                <a:ext cx="232560" cy="135720"/>
              </p14:xfrm>
            </p:contentPart>
          </mc:Choice>
          <mc:Fallback>
            <p:pic>
              <p:nvPicPr>
                <p:cNvPr id="66" name="Ink 65">
                  <a:extLst>
                    <a:ext uri="{FF2B5EF4-FFF2-40B4-BE49-F238E27FC236}">
                      <a16:creationId xmlns:a16="http://schemas.microsoft.com/office/drawing/2014/main" id="{9E18B1E4-293F-350A-6ED8-0323D5B1F32A}"/>
                    </a:ext>
                  </a:extLst>
                </p:cNvPr>
                <p:cNvPicPr/>
                <p:nvPr/>
              </p:nvPicPr>
              <p:blipFill>
                <a:blip r:embed="rId139"/>
                <a:stretch>
                  <a:fillRect/>
                </a:stretch>
              </p:blipFill>
              <p:spPr>
                <a:xfrm>
                  <a:off x="5508933" y="2078187"/>
                  <a:ext cx="24120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7" name="Ink 66">
                  <a:extLst>
                    <a:ext uri="{FF2B5EF4-FFF2-40B4-BE49-F238E27FC236}">
                      <a16:creationId xmlns:a16="http://schemas.microsoft.com/office/drawing/2014/main" id="{369495FB-4180-17CB-E57B-C3145819EC21}"/>
                    </a:ext>
                  </a:extLst>
                </p14:cNvPr>
                <p14:cNvContentPartPr/>
                <p14:nvPr/>
              </p14:nvContentPartPr>
              <p14:xfrm>
                <a:off x="5877213" y="2027787"/>
                <a:ext cx="256680" cy="253080"/>
              </p14:xfrm>
            </p:contentPart>
          </mc:Choice>
          <mc:Fallback>
            <p:pic>
              <p:nvPicPr>
                <p:cNvPr id="67" name="Ink 66">
                  <a:extLst>
                    <a:ext uri="{FF2B5EF4-FFF2-40B4-BE49-F238E27FC236}">
                      <a16:creationId xmlns:a16="http://schemas.microsoft.com/office/drawing/2014/main" id="{369495FB-4180-17CB-E57B-C3145819EC21}"/>
                    </a:ext>
                  </a:extLst>
                </p:cNvPr>
                <p:cNvPicPr/>
                <p:nvPr/>
              </p:nvPicPr>
              <p:blipFill>
                <a:blip r:embed="rId141"/>
                <a:stretch>
                  <a:fillRect/>
                </a:stretch>
              </p:blipFill>
              <p:spPr>
                <a:xfrm>
                  <a:off x="5872893" y="2023467"/>
                  <a:ext cx="26532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9" name="Ink 68">
                  <a:extLst>
                    <a:ext uri="{FF2B5EF4-FFF2-40B4-BE49-F238E27FC236}">
                      <a16:creationId xmlns:a16="http://schemas.microsoft.com/office/drawing/2014/main" id="{1FC588C0-C451-F86E-716E-374DF2C97865}"/>
                    </a:ext>
                  </a:extLst>
                </p14:cNvPr>
                <p14:cNvContentPartPr/>
                <p14:nvPr/>
              </p14:nvContentPartPr>
              <p14:xfrm>
                <a:off x="6248013" y="2177547"/>
                <a:ext cx="75240" cy="55440"/>
              </p14:xfrm>
            </p:contentPart>
          </mc:Choice>
          <mc:Fallback>
            <p:pic>
              <p:nvPicPr>
                <p:cNvPr id="69" name="Ink 68">
                  <a:extLst>
                    <a:ext uri="{FF2B5EF4-FFF2-40B4-BE49-F238E27FC236}">
                      <a16:creationId xmlns:a16="http://schemas.microsoft.com/office/drawing/2014/main" id="{1FC588C0-C451-F86E-716E-374DF2C97865}"/>
                    </a:ext>
                  </a:extLst>
                </p:cNvPr>
                <p:cNvPicPr/>
                <p:nvPr/>
              </p:nvPicPr>
              <p:blipFill>
                <a:blip r:embed="rId143"/>
                <a:stretch>
                  <a:fillRect/>
                </a:stretch>
              </p:blipFill>
              <p:spPr>
                <a:xfrm>
                  <a:off x="6243693" y="2173227"/>
                  <a:ext cx="8388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70" name="Ink 69">
                  <a:extLst>
                    <a:ext uri="{FF2B5EF4-FFF2-40B4-BE49-F238E27FC236}">
                      <a16:creationId xmlns:a16="http://schemas.microsoft.com/office/drawing/2014/main" id="{F9170BDD-8AEC-C516-E707-637C0E44DF97}"/>
                    </a:ext>
                  </a:extLst>
                </p14:cNvPr>
                <p14:cNvContentPartPr/>
                <p14:nvPr/>
              </p14:nvContentPartPr>
              <p14:xfrm>
                <a:off x="6259893" y="2061987"/>
                <a:ext cx="23760" cy="9000"/>
              </p14:xfrm>
            </p:contentPart>
          </mc:Choice>
          <mc:Fallback>
            <p:pic>
              <p:nvPicPr>
                <p:cNvPr id="70" name="Ink 69">
                  <a:extLst>
                    <a:ext uri="{FF2B5EF4-FFF2-40B4-BE49-F238E27FC236}">
                      <a16:creationId xmlns:a16="http://schemas.microsoft.com/office/drawing/2014/main" id="{F9170BDD-8AEC-C516-E707-637C0E44DF97}"/>
                    </a:ext>
                  </a:extLst>
                </p:cNvPr>
                <p:cNvPicPr/>
                <p:nvPr/>
              </p:nvPicPr>
              <p:blipFill>
                <a:blip r:embed="rId145"/>
                <a:stretch>
                  <a:fillRect/>
                </a:stretch>
              </p:blipFill>
              <p:spPr>
                <a:xfrm>
                  <a:off x="6255573" y="2057667"/>
                  <a:ext cx="3240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71" name="Ink 70">
                  <a:extLst>
                    <a:ext uri="{FF2B5EF4-FFF2-40B4-BE49-F238E27FC236}">
                      <a16:creationId xmlns:a16="http://schemas.microsoft.com/office/drawing/2014/main" id="{8FB4DC50-DB27-525E-10F0-F949127D6F9B}"/>
                    </a:ext>
                  </a:extLst>
                </p14:cNvPr>
                <p14:cNvContentPartPr/>
                <p14:nvPr/>
              </p14:nvContentPartPr>
              <p14:xfrm>
                <a:off x="6433773" y="1997907"/>
                <a:ext cx="195120" cy="236520"/>
              </p14:xfrm>
            </p:contentPart>
          </mc:Choice>
          <mc:Fallback>
            <p:pic>
              <p:nvPicPr>
                <p:cNvPr id="71" name="Ink 70">
                  <a:extLst>
                    <a:ext uri="{FF2B5EF4-FFF2-40B4-BE49-F238E27FC236}">
                      <a16:creationId xmlns:a16="http://schemas.microsoft.com/office/drawing/2014/main" id="{8FB4DC50-DB27-525E-10F0-F949127D6F9B}"/>
                    </a:ext>
                  </a:extLst>
                </p:cNvPr>
                <p:cNvPicPr/>
                <p:nvPr/>
              </p:nvPicPr>
              <p:blipFill>
                <a:blip r:embed="rId147"/>
                <a:stretch>
                  <a:fillRect/>
                </a:stretch>
              </p:blipFill>
              <p:spPr>
                <a:xfrm>
                  <a:off x="6429453" y="1993587"/>
                  <a:ext cx="20376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72" name="Ink 71">
                  <a:extLst>
                    <a:ext uri="{FF2B5EF4-FFF2-40B4-BE49-F238E27FC236}">
                      <a16:creationId xmlns:a16="http://schemas.microsoft.com/office/drawing/2014/main" id="{13C413E3-4EBB-88D6-1887-F6B24F7623FE}"/>
                    </a:ext>
                  </a:extLst>
                </p14:cNvPr>
                <p14:cNvContentPartPr/>
                <p14:nvPr/>
              </p14:nvContentPartPr>
              <p14:xfrm>
                <a:off x="6828693" y="2169987"/>
                <a:ext cx="19440" cy="22680"/>
              </p14:xfrm>
            </p:contentPart>
          </mc:Choice>
          <mc:Fallback>
            <p:pic>
              <p:nvPicPr>
                <p:cNvPr id="72" name="Ink 71">
                  <a:extLst>
                    <a:ext uri="{FF2B5EF4-FFF2-40B4-BE49-F238E27FC236}">
                      <a16:creationId xmlns:a16="http://schemas.microsoft.com/office/drawing/2014/main" id="{13C413E3-4EBB-88D6-1887-F6B24F7623FE}"/>
                    </a:ext>
                  </a:extLst>
                </p:cNvPr>
                <p:cNvPicPr/>
                <p:nvPr/>
              </p:nvPicPr>
              <p:blipFill>
                <a:blip r:embed="rId149"/>
                <a:stretch>
                  <a:fillRect/>
                </a:stretch>
              </p:blipFill>
              <p:spPr>
                <a:xfrm>
                  <a:off x="6824373" y="2165667"/>
                  <a:ext cx="280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73" name="Ink 72">
                  <a:extLst>
                    <a:ext uri="{FF2B5EF4-FFF2-40B4-BE49-F238E27FC236}">
                      <a16:creationId xmlns:a16="http://schemas.microsoft.com/office/drawing/2014/main" id="{D8C82A1E-8311-ACA6-8806-59F1D54A811B}"/>
                    </a:ext>
                  </a:extLst>
                </p14:cNvPr>
                <p14:cNvContentPartPr/>
                <p14:nvPr/>
              </p14:nvContentPartPr>
              <p14:xfrm>
                <a:off x="6705933" y="2358267"/>
                <a:ext cx="114840" cy="164880"/>
              </p14:xfrm>
            </p:contentPart>
          </mc:Choice>
          <mc:Fallback>
            <p:pic>
              <p:nvPicPr>
                <p:cNvPr id="73" name="Ink 72">
                  <a:extLst>
                    <a:ext uri="{FF2B5EF4-FFF2-40B4-BE49-F238E27FC236}">
                      <a16:creationId xmlns:a16="http://schemas.microsoft.com/office/drawing/2014/main" id="{D8C82A1E-8311-ACA6-8806-59F1D54A811B}"/>
                    </a:ext>
                  </a:extLst>
                </p:cNvPr>
                <p:cNvPicPr/>
                <p:nvPr/>
              </p:nvPicPr>
              <p:blipFill>
                <a:blip r:embed="rId151"/>
                <a:stretch>
                  <a:fillRect/>
                </a:stretch>
              </p:blipFill>
              <p:spPr>
                <a:xfrm>
                  <a:off x="6701613" y="2353947"/>
                  <a:ext cx="12348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8" name="Ink 87">
                  <a:extLst>
                    <a:ext uri="{FF2B5EF4-FFF2-40B4-BE49-F238E27FC236}">
                      <a16:creationId xmlns:a16="http://schemas.microsoft.com/office/drawing/2014/main" id="{2B9AC274-787A-8EC8-77F3-963BAA7B27AF}"/>
                    </a:ext>
                  </a:extLst>
                </p14:cNvPr>
                <p14:cNvContentPartPr/>
                <p14:nvPr/>
              </p14:nvContentPartPr>
              <p14:xfrm>
                <a:off x="2402493" y="2610267"/>
                <a:ext cx="191520" cy="525600"/>
              </p14:xfrm>
            </p:contentPart>
          </mc:Choice>
          <mc:Fallback>
            <p:pic>
              <p:nvPicPr>
                <p:cNvPr id="88" name="Ink 87">
                  <a:extLst>
                    <a:ext uri="{FF2B5EF4-FFF2-40B4-BE49-F238E27FC236}">
                      <a16:creationId xmlns:a16="http://schemas.microsoft.com/office/drawing/2014/main" id="{2B9AC274-787A-8EC8-77F3-963BAA7B27AF}"/>
                    </a:ext>
                  </a:extLst>
                </p:cNvPr>
                <p:cNvPicPr/>
                <p:nvPr/>
              </p:nvPicPr>
              <p:blipFill>
                <a:blip r:embed="rId153"/>
                <a:stretch>
                  <a:fillRect/>
                </a:stretch>
              </p:blipFill>
              <p:spPr>
                <a:xfrm>
                  <a:off x="2398173" y="2605947"/>
                  <a:ext cx="200160" cy="534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89" name="Ink 88">
                  <a:extLst>
                    <a:ext uri="{FF2B5EF4-FFF2-40B4-BE49-F238E27FC236}">
                      <a16:creationId xmlns:a16="http://schemas.microsoft.com/office/drawing/2014/main" id="{4723D467-7BB7-158A-75E0-D20BB3685BF6}"/>
                    </a:ext>
                  </a:extLst>
                </p14:cNvPr>
                <p14:cNvContentPartPr/>
                <p14:nvPr/>
              </p14:nvContentPartPr>
              <p14:xfrm>
                <a:off x="2334093" y="2847867"/>
                <a:ext cx="200160" cy="42120"/>
              </p14:xfrm>
            </p:contentPart>
          </mc:Choice>
          <mc:Fallback>
            <p:pic>
              <p:nvPicPr>
                <p:cNvPr id="89" name="Ink 88">
                  <a:extLst>
                    <a:ext uri="{FF2B5EF4-FFF2-40B4-BE49-F238E27FC236}">
                      <a16:creationId xmlns:a16="http://schemas.microsoft.com/office/drawing/2014/main" id="{4723D467-7BB7-158A-75E0-D20BB3685BF6}"/>
                    </a:ext>
                  </a:extLst>
                </p:cNvPr>
                <p:cNvPicPr/>
                <p:nvPr/>
              </p:nvPicPr>
              <p:blipFill>
                <a:blip r:embed="rId155"/>
                <a:stretch>
                  <a:fillRect/>
                </a:stretch>
              </p:blipFill>
              <p:spPr>
                <a:xfrm>
                  <a:off x="2329773" y="2843547"/>
                  <a:ext cx="20880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0" name="Ink 89">
                  <a:extLst>
                    <a:ext uri="{FF2B5EF4-FFF2-40B4-BE49-F238E27FC236}">
                      <a16:creationId xmlns:a16="http://schemas.microsoft.com/office/drawing/2014/main" id="{9E6639CB-8C20-F970-A2B5-29A93DBCB4B6}"/>
                    </a:ext>
                  </a:extLst>
                </p14:cNvPr>
                <p14:cNvContentPartPr/>
                <p14:nvPr/>
              </p14:nvContentPartPr>
              <p14:xfrm>
                <a:off x="2566293" y="2802867"/>
                <a:ext cx="136440" cy="156960"/>
              </p14:xfrm>
            </p:contentPart>
          </mc:Choice>
          <mc:Fallback>
            <p:pic>
              <p:nvPicPr>
                <p:cNvPr id="90" name="Ink 89">
                  <a:extLst>
                    <a:ext uri="{FF2B5EF4-FFF2-40B4-BE49-F238E27FC236}">
                      <a16:creationId xmlns:a16="http://schemas.microsoft.com/office/drawing/2014/main" id="{9E6639CB-8C20-F970-A2B5-29A93DBCB4B6}"/>
                    </a:ext>
                  </a:extLst>
                </p:cNvPr>
                <p:cNvPicPr/>
                <p:nvPr/>
              </p:nvPicPr>
              <p:blipFill>
                <a:blip r:embed="rId157"/>
                <a:stretch>
                  <a:fillRect/>
                </a:stretch>
              </p:blipFill>
              <p:spPr>
                <a:xfrm>
                  <a:off x="2561973" y="2798547"/>
                  <a:ext cx="14508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1" name="Ink 90">
                  <a:extLst>
                    <a:ext uri="{FF2B5EF4-FFF2-40B4-BE49-F238E27FC236}">
                      <a16:creationId xmlns:a16="http://schemas.microsoft.com/office/drawing/2014/main" id="{0062A2E6-8F72-1508-95DB-74B1AEBF8ACA}"/>
                    </a:ext>
                  </a:extLst>
                </p14:cNvPr>
                <p14:cNvContentPartPr/>
                <p14:nvPr/>
              </p14:nvContentPartPr>
              <p14:xfrm>
                <a:off x="2753133" y="2804307"/>
                <a:ext cx="100800" cy="147600"/>
              </p14:xfrm>
            </p:contentPart>
          </mc:Choice>
          <mc:Fallback>
            <p:pic>
              <p:nvPicPr>
                <p:cNvPr id="91" name="Ink 90">
                  <a:extLst>
                    <a:ext uri="{FF2B5EF4-FFF2-40B4-BE49-F238E27FC236}">
                      <a16:creationId xmlns:a16="http://schemas.microsoft.com/office/drawing/2014/main" id="{0062A2E6-8F72-1508-95DB-74B1AEBF8ACA}"/>
                    </a:ext>
                  </a:extLst>
                </p:cNvPr>
                <p:cNvPicPr/>
                <p:nvPr/>
              </p:nvPicPr>
              <p:blipFill>
                <a:blip r:embed="rId159"/>
                <a:stretch>
                  <a:fillRect/>
                </a:stretch>
              </p:blipFill>
              <p:spPr>
                <a:xfrm>
                  <a:off x="2748813" y="2799987"/>
                  <a:ext cx="10944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2" name="Ink 91">
                  <a:extLst>
                    <a:ext uri="{FF2B5EF4-FFF2-40B4-BE49-F238E27FC236}">
                      <a16:creationId xmlns:a16="http://schemas.microsoft.com/office/drawing/2014/main" id="{C76FC4DE-621F-942C-0D02-EEDEAB205061}"/>
                    </a:ext>
                  </a:extLst>
                </p14:cNvPr>
                <p14:cNvContentPartPr/>
                <p14:nvPr/>
              </p14:nvContentPartPr>
              <p14:xfrm>
                <a:off x="2980653" y="2645907"/>
                <a:ext cx="218160" cy="373320"/>
              </p14:xfrm>
            </p:contentPart>
          </mc:Choice>
          <mc:Fallback>
            <p:pic>
              <p:nvPicPr>
                <p:cNvPr id="92" name="Ink 91">
                  <a:extLst>
                    <a:ext uri="{FF2B5EF4-FFF2-40B4-BE49-F238E27FC236}">
                      <a16:creationId xmlns:a16="http://schemas.microsoft.com/office/drawing/2014/main" id="{C76FC4DE-621F-942C-0D02-EEDEAB205061}"/>
                    </a:ext>
                  </a:extLst>
                </p:cNvPr>
                <p:cNvPicPr/>
                <p:nvPr/>
              </p:nvPicPr>
              <p:blipFill>
                <a:blip r:embed="rId161"/>
                <a:stretch>
                  <a:fillRect/>
                </a:stretch>
              </p:blipFill>
              <p:spPr>
                <a:xfrm>
                  <a:off x="2976333" y="2641587"/>
                  <a:ext cx="22680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4" name="Ink 93">
                  <a:extLst>
                    <a:ext uri="{FF2B5EF4-FFF2-40B4-BE49-F238E27FC236}">
                      <a16:creationId xmlns:a16="http://schemas.microsoft.com/office/drawing/2014/main" id="{ABBEA17C-FD08-48E1-C829-8435D4BD968A}"/>
                    </a:ext>
                  </a:extLst>
                </p14:cNvPr>
                <p14:cNvContentPartPr/>
                <p14:nvPr/>
              </p14:nvContentPartPr>
              <p14:xfrm>
                <a:off x="3218253" y="2882427"/>
                <a:ext cx="1440" cy="63000"/>
              </p14:xfrm>
            </p:contentPart>
          </mc:Choice>
          <mc:Fallback>
            <p:pic>
              <p:nvPicPr>
                <p:cNvPr id="94" name="Ink 93">
                  <a:extLst>
                    <a:ext uri="{FF2B5EF4-FFF2-40B4-BE49-F238E27FC236}">
                      <a16:creationId xmlns:a16="http://schemas.microsoft.com/office/drawing/2014/main" id="{ABBEA17C-FD08-48E1-C829-8435D4BD968A}"/>
                    </a:ext>
                  </a:extLst>
                </p:cNvPr>
                <p:cNvPicPr/>
                <p:nvPr/>
              </p:nvPicPr>
              <p:blipFill>
                <a:blip r:embed="rId163"/>
                <a:stretch>
                  <a:fillRect/>
                </a:stretch>
              </p:blipFill>
              <p:spPr>
                <a:xfrm>
                  <a:off x="3213933" y="2878107"/>
                  <a:ext cx="1008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5" name="Ink 94">
                  <a:extLst>
                    <a:ext uri="{FF2B5EF4-FFF2-40B4-BE49-F238E27FC236}">
                      <a16:creationId xmlns:a16="http://schemas.microsoft.com/office/drawing/2014/main" id="{F40571BE-B0E3-B057-220A-55A3A46E8D21}"/>
                    </a:ext>
                  </a:extLst>
                </p14:cNvPr>
                <p14:cNvContentPartPr/>
                <p14:nvPr/>
              </p14:nvContentPartPr>
              <p14:xfrm>
                <a:off x="3243093" y="2798907"/>
                <a:ext cx="17640" cy="24840"/>
              </p14:xfrm>
            </p:contentPart>
          </mc:Choice>
          <mc:Fallback>
            <p:pic>
              <p:nvPicPr>
                <p:cNvPr id="95" name="Ink 94">
                  <a:extLst>
                    <a:ext uri="{FF2B5EF4-FFF2-40B4-BE49-F238E27FC236}">
                      <a16:creationId xmlns:a16="http://schemas.microsoft.com/office/drawing/2014/main" id="{F40571BE-B0E3-B057-220A-55A3A46E8D21}"/>
                    </a:ext>
                  </a:extLst>
                </p:cNvPr>
                <p:cNvPicPr/>
                <p:nvPr/>
              </p:nvPicPr>
              <p:blipFill>
                <a:blip r:embed="rId165"/>
                <a:stretch>
                  <a:fillRect/>
                </a:stretch>
              </p:blipFill>
              <p:spPr>
                <a:xfrm>
                  <a:off x="3238773" y="2794587"/>
                  <a:ext cx="262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6" name="Ink 95">
                  <a:extLst>
                    <a:ext uri="{FF2B5EF4-FFF2-40B4-BE49-F238E27FC236}">
                      <a16:creationId xmlns:a16="http://schemas.microsoft.com/office/drawing/2014/main" id="{B0410651-EABC-9261-646F-B7790B517F4F}"/>
                    </a:ext>
                  </a:extLst>
                </p14:cNvPr>
                <p14:cNvContentPartPr/>
                <p14:nvPr/>
              </p14:nvContentPartPr>
              <p14:xfrm>
                <a:off x="3243093" y="2798907"/>
                <a:ext cx="159840" cy="118080"/>
              </p14:xfrm>
            </p:contentPart>
          </mc:Choice>
          <mc:Fallback>
            <p:pic>
              <p:nvPicPr>
                <p:cNvPr id="96" name="Ink 95">
                  <a:extLst>
                    <a:ext uri="{FF2B5EF4-FFF2-40B4-BE49-F238E27FC236}">
                      <a16:creationId xmlns:a16="http://schemas.microsoft.com/office/drawing/2014/main" id="{B0410651-EABC-9261-646F-B7790B517F4F}"/>
                    </a:ext>
                  </a:extLst>
                </p:cNvPr>
                <p:cNvPicPr/>
                <p:nvPr/>
              </p:nvPicPr>
              <p:blipFill>
                <a:blip r:embed="rId167"/>
                <a:stretch>
                  <a:fillRect/>
                </a:stretch>
              </p:blipFill>
              <p:spPr>
                <a:xfrm>
                  <a:off x="3238773" y="2794587"/>
                  <a:ext cx="16848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7" name="Ink 96">
                  <a:extLst>
                    <a:ext uri="{FF2B5EF4-FFF2-40B4-BE49-F238E27FC236}">
                      <a16:creationId xmlns:a16="http://schemas.microsoft.com/office/drawing/2014/main" id="{DAEA2905-292B-ED37-EB86-7430F3C19317}"/>
                    </a:ext>
                  </a:extLst>
                </p14:cNvPr>
                <p14:cNvContentPartPr/>
                <p14:nvPr/>
              </p14:nvContentPartPr>
              <p14:xfrm>
                <a:off x="3529293" y="2744187"/>
                <a:ext cx="31680" cy="143640"/>
              </p14:xfrm>
            </p:contentPart>
          </mc:Choice>
          <mc:Fallback>
            <p:pic>
              <p:nvPicPr>
                <p:cNvPr id="97" name="Ink 96">
                  <a:extLst>
                    <a:ext uri="{FF2B5EF4-FFF2-40B4-BE49-F238E27FC236}">
                      <a16:creationId xmlns:a16="http://schemas.microsoft.com/office/drawing/2014/main" id="{DAEA2905-292B-ED37-EB86-7430F3C19317}"/>
                    </a:ext>
                  </a:extLst>
                </p:cNvPr>
                <p:cNvPicPr/>
                <p:nvPr/>
              </p:nvPicPr>
              <p:blipFill>
                <a:blip r:embed="rId169"/>
                <a:stretch>
                  <a:fillRect/>
                </a:stretch>
              </p:blipFill>
              <p:spPr>
                <a:xfrm>
                  <a:off x="3524973" y="2739867"/>
                  <a:ext cx="4032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8" name="Ink 97">
                  <a:extLst>
                    <a:ext uri="{FF2B5EF4-FFF2-40B4-BE49-F238E27FC236}">
                      <a16:creationId xmlns:a16="http://schemas.microsoft.com/office/drawing/2014/main" id="{D92D9AD5-E923-215A-2649-D0850BCAB4C7}"/>
                    </a:ext>
                  </a:extLst>
                </p14:cNvPr>
                <p14:cNvContentPartPr/>
                <p14:nvPr/>
              </p14:nvContentPartPr>
              <p14:xfrm>
                <a:off x="3452613" y="2826627"/>
                <a:ext cx="163080" cy="1440"/>
              </p14:xfrm>
            </p:contentPart>
          </mc:Choice>
          <mc:Fallback>
            <p:pic>
              <p:nvPicPr>
                <p:cNvPr id="98" name="Ink 97">
                  <a:extLst>
                    <a:ext uri="{FF2B5EF4-FFF2-40B4-BE49-F238E27FC236}">
                      <a16:creationId xmlns:a16="http://schemas.microsoft.com/office/drawing/2014/main" id="{D92D9AD5-E923-215A-2649-D0850BCAB4C7}"/>
                    </a:ext>
                  </a:extLst>
                </p:cNvPr>
                <p:cNvPicPr/>
                <p:nvPr/>
              </p:nvPicPr>
              <p:blipFill>
                <a:blip r:embed="rId171"/>
                <a:stretch>
                  <a:fillRect/>
                </a:stretch>
              </p:blipFill>
              <p:spPr>
                <a:xfrm>
                  <a:off x="3448293" y="2822307"/>
                  <a:ext cx="17172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4" name="Ink 103">
                  <a:extLst>
                    <a:ext uri="{FF2B5EF4-FFF2-40B4-BE49-F238E27FC236}">
                      <a16:creationId xmlns:a16="http://schemas.microsoft.com/office/drawing/2014/main" id="{6E1AA624-F4EF-9A79-CEBF-E50B624AFB97}"/>
                    </a:ext>
                  </a:extLst>
                </p14:cNvPr>
                <p14:cNvContentPartPr/>
                <p14:nvPr/>
              </p14:nvContentPartPr>
              <p14:xfrm>
                <a:off x="3703893" y="2769027"/>
                <a:ext cx="117720" cy="401760"/>
              </p14:xfrm>
            </p:contentPart>
          </mc:Choice>
          <mc:Fallback>
            <p:pic>
              <p:nvPicPr>
                <p:cNvPr id="104" name="Ink 103">
                  <a:extLst>
                    <a:ext uri="{FF2B5EF4-FFF2-40B4-BE49-F238E27FC236}">
                      <a16:creationId xmlns:a16="http://schemas.microsoft.com/office/drawing/2014/main" id="{6E1AA624-F4EF-9A79-CEBF-E50B624AFB97}"/>
                    </a:ext>
                  </a:extLst>
                </p:cNvPr>
                <p:cNvPicPr/>
                <p:nvPr/>
              </p:nvPicPr>
              <p:blipFill>
                <a:blip r:embed="rId173"/>
                <a:stretch>
                  <a:fillRect/>
                </a:stretch>
              </p:blipFill>
              <p:spPr>
                <a:xfrm>
                  <a:off x="3699573" y="2764707"/>
                  <a:ext cx="126360" cy="4104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5" name="Ink 104">
                  <a:extLst>
                    <a:ext uri="{FF2B5EF4-FFF2-40B4-BE49-F238E27FC236}">
                      <a16:creationId xmlns:a16="http://schemas.microsoft.com/office/drawing/2014/main" id="{7EB40F91-3428-A4B5-4C71-06F3DEA829FC}"/>
                    </a:ext>
                  </a:extLst>
                </p14:cNvPr>
                <p14:cNvContentPartPr/>
                <p14:nvPr/>
              </p14:nvContentPartPr>
              <p14:xfrm>
                <a:off x="3803613" y="2628987"/>
                <a:ext cx="14040" cy="49680"/>
              </p14:xfrm>
            </p:contentPart>
          </mc:Choice>
          <mc:Fallback>
            <p:pic>
              <p:nvPicPr>
                <p:cNvPr id="105" name="Ink 104">
                  <a:extLst>
                    <a:ext uri="{FF2B5EF4-FFF2-40B4-BE49-F238E27FC236}">
                      <a16:creationId xmlns:a16="http://schemas.microsoft.com/office/drawing/2014/main" id="{7EB40F91-3428-A4B5-4C71-06F3DEA829FC}"/>
                    </a:ext>
                  </a:extLst>
                </p:cNvPr>
                <p:cNvPicPr/>
                <p:nvPr/>
              </p:nvPicPr>
              <p:blipFill>
                <a:blip r:embed="rId175"/>
                <a:stretch>
                  <a:fillRect/>
                </a:stretch>
              </p:blipFill>
              <p:spPr>
                <a:xfrm>
                  <a:off x="3799293" y="2624667"/>
                  <a:ext cx="226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1" name="Ink 100">
                  <a:extLst>
                    <a:ext uri="{FF2B5EF4-FFF2-40B4-BE49-F238E27FC236}">
                      <a16:creationId xmlns:a16="http://schemas.microsoft.com/office/drawing/2014/main" id="{14EE4F4D-DD91-0841-C468-EE0B6683EF0E}"/>
                    </a:ext>
                  </a:extLst>
                </p14:cNvPr>
                <p14:cNvContentPartPr/>
                <p14:nvPr/>
              </p14:nvContentPartPr>
              <p14:xfrm>
                <a:off x="4101693" y="2745267"/>
                <a:ext cx="124200" cy="9000"/>
              </p14:xfrm>
            </p:contentPart>
          </mc:Choice>
          <mc:Fallback>
            <p:pic>
              <p:nvPicPr>
                <p:cNvPr id="101" name="Ink 100">
                  <a:extLst>
                    <a:ext uri="{FF2B5EF4-FFF2-40B4-BE49-F238E27FC236}">
                      <a16:creationId xmlns:a16="http://schemas.microsoft.com/office/drawing/2014/main" id="{14EE4F4D-DD91-0841-C468-EE0B6683EF0E}"/>
                    </a:ext>
                  </a:extLst>
                </p:cNvPr>
                <p:cNvPicPr/>
                <p:nvPr/>
              </p:nvPicPr>
              <p:blipFill>
                <a:blip r:embed="rId177"/>
                <a:stretch>
                  <a:fillRect/>
                </a:stretch>
              </p:blipFill>
              <p:spPr>
                <a:xfrm>
                  <a:off x="4097373" y="2740947"/>
                  <a:ext cx="13284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2" name="Ink 101">
                  <a:extLst>
                    <a:ext uri="{FF2B5EF4-FFF2-40B4-BE49-F238E27FC236}">
                      <a16:creationId xmlns:a16="http://schemas.microsoft.com/office/drawing/2014/main" id="{B6C42FBC-EE80-1653-1876-929FF65711A8}"/>
                    </a:ext>
                  </a:extLst>
                </p14:cNvPr>
                <p14:cNvContentPartPr/>
                <p14:nvPr/>
              </p14:nvContentPartPr>
              <p14:xfrm>
                <a:off x="4100613" y="2822307"/>
                <a:ext cx="119160" cy="12240"/>
              </p14:xfrm>
            </p:contentPart>
          </mc:Choice>
          <mc:Fallback>
            <p:pic>
              <p:nvPicPr>
                <p:cNvPr id="102" name="Ink 101">
                  <a:extLst>
                    <a:ext uri="{FF2B5EF4-FFF2-40B4-BE49-F238E27FC236}">
                      <a16:creationId xmlns:a16="http://schemas.microsoft.com/office/drawing/2014/main" id="{B6C42FBC-EE80-1653-1876-929FF65711A8}"/>
                    </a:ext>
                  </a:extLst>
                </p:cNvPr>
                <p:cNvPicPr/>
                <p:nvPr/>
              </p:nvPicPr>
              <p:blipFill>
                <a:blip r:embed="rId179"/>
                <a:stretch>
                  <a:fillRect/>
                </a:stretch>
              </p:blipFill>
              <p:spPr>
                <a:xfrm>
                  <a:off x="4096293" y="2817987"/>
                  <a:ext cx="1278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7" name="Ink 106">
                  <a:extLst>
                    <a:ext uri="{FF2B5EF4-FFF2-40B4-BE49-F238E27FC236}">
                      <a16:creationId xmlns:a16="http://schemas.microsoft.com/office/drawing/2014/main" id="{BD1B76EA-6ED8-92DB-EF3B-8549520FD943}"/>
                    </a:ext>
                  </a:extLst>
                </p14:cNvPr>
                <p14:cNvContentPartPr/>
                <p14:nvPr/>
              </p14:nvContentPartPr>
              <p14:xfrm>
                <a:off x="4431093" y="2730507"/>
                <a:ext cx="134280" cy="119880"/>
              </p14:xfrm>
            </p:contentPart>
          </mc:Choice>
          <mc:Fallback>
            <p:pic>
              <p:nvPicPr>
                <p:cNvPr id="107" name="Ink 106">
                  <a:extLst>
                    <a:ext uri="{FF2B5EF4-FFF2-40B4-BE49-F238E27FC236}">
                      <a16:creationId xmlns:a16="http://schemas.microsoft.com/office/drawing/2014/main" id="{BD1B76EA-6ED8-92DB-EF3B-8549520FD943}"/>
                    </a:ext>
                  </a:extLst>
                </p:cNvPr>
                <p:cNvPicPr/>
                <p:nvPr/>
              </p:nvPicPr>
              <p:blipFill>
                <a:blip r:embed="rId181"/>
                <a:stretch>
                  <a:fillRect/>
                </a:stretch>
              </p:blipFill>
              <p:spPr>
                <a:xfrm>
                  <a:off x="4426773" y="2726187"/>
                  <a:ext cx="1429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8" name="Ink 107">
                  <a:extLst>
                    <a:ext uri="{FF2B5EF4-FFF2-40B4-BE49-F238E27FC236}">
                      <a16:creationId xmlns:a16="http://schemas.microsoft.com/office/drawing/2014/main" id="{76B9AB09-CD9C-8B16-FCAC-F74F255B071B}"/>
                    </a:ext>
                  </a:extLst>
                </p14:cNvPr>
                <p14:cNvContentPartPr/>
                <p14:nvPr/>
              </p14:nvContentPartPr>
              <p14:xfrm>
                <a:off x="4512453" y="2589027"/>
                <a:ext cx="22680" cy="34560"/>
              </p14:xfrm>
            </p:contentPart>
          </mc:Choice>
          <mc:Fallback>
            <p:pic>
              <p:nvPicPr>
                <p:cNvPr id="108" name="Ink 107">
                  <a:extLst>
                    <a:ext uri="{FF2B5EF4-FFF2-40B4-BE49-F238E27FC236}">
                      <a16:creationId xmlns:a16="http://schemas.microsoft.com/office/drawing/2014/main" id="{76B9AB09-CD9C-8B16-FCAC-F74F255B071B}"/>
                    </a:ext>
                  </a:extLst>
                </p:cNvPr>
                <p:cNvPicPr/>
                <p:nvPr/>
              </p:nvPicPr>
              <p:blipFill>
                <a:blip r:embed="rId183"/>
                <a:stretch>
                  <a:fillRect/>
                </a:stretch>
              </p:blipFill>
              <p:spPr>
                <a:xfrm>
                  <a:off x="4508133" y="2584707"/>
                  <a:ext cx="3132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9" name="Ink 108">
                  <a:extLst>
                    <a:ext uri="{FF2B5EF4-FFF2-40B4-BE49-F238E27FC236}">
                      <a16:creationId xmlns:a16="http://schemas.microsoft.com/office/drawing/2014/main" id="{F0175FC5-15B6-08A2-B662-862392347541}"/>
                    </a:ext>
                  </a:extLst>
                </p14:cNvPr>
                <p14:cNvContentPartPr/>
                <p14:nvPr/>
              </p14:nvContentPartPr>
              <p14:xfrm>
                <a:off x="4754013" y="2635107"/>
                <a:ext cx="13680" cy="164520"/>
              </p14:xfrm>
            </p:contentPart>
          </mc:Choice>
          <mc:Fallback>
            <p:pic>
              <p:nvPicPr>
                <p:cNvPr id="109" name="Ink 108">
                  <a:extLst>
                    <a:ext uri="{FF2B5EF4-FFF2-40B4-BE49-F238E27FC236}">
                      <a16:creationId xmlns:a16="http://schemas.microsoft.com/office/drawing/2014/main" id="{F0175FC5-15B6-08A2-B662-862392347541}"/>
                    </a:ext>
                  </a:extLst>
                </p:cNvPr>
                <p:cNvPicPr/>
                <p:nvPr/>
              </p:nvPicPr>
              <p:blipFill>
                <a:blip r:embed="rId185"/>
                <a:stretch>
                  <a:fillRect/>
                </a:stretch>
              </p:blipFill>
              <p:spPr>
                <a:xfrm>
                  <a:off x="4749693" y="2630787"/>
                  <a:ext cx="2232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0" name="Ink 109">
                  <a:extLst>
                    <a:ext uri="{FF2B5EF4-FFF2-40B4-BE49-F238E27FC236}">
                      <a16:creationId xmlns:a16="http://schemas.microsoft.com/office/drawing/2014/main" id="{184AF67E-FBCF-136B-1042-A0A40C831F8A}"/>
                    </a:ext>
                  </a:extLst>
                </p14:cNvPr>
                <p14:cNvContentPartPr/>
                <p14:nvPr/>
              </p14:nvContentPartPr>
              <p14:xfrm>
                <a:off x="4714413" y="2718627"/>
                <a:ext cx="120240" cy="12240"/>
              </p14:xfrm>
            </p:contentPart>
          </mc:Choice>
          <mc:Fallback>
            <p:pic>
              <p:nvPicPr>
                <p:cNvPr id="110" name="Ink 109">
                  <a:extLst>
                    <a:ext uri="{FF2B5EF4-FFF2-40B4-BE49-F238E27FC236}">
                      <a16:creationId xmlns:a16="http://schemas.microsoft.com/office/drawing/2014/main" id="{184AF67E-FBCF-136B-1042-A0A40C831F8A}"/>
                    </a:ext>
                  </a:extLst>
                </p:cNvPr>
                <p:cNvPicPr/>
                <p:nvPr/>
              </p:nvPicPr>
              <p:blipFill>
                <a:blip r:embed="rId187"/>
                <a:stretch>
                  <a:fillRect/>
                </a:stretch>
              </p:blipFill>
              <p:spPr>
                <a:xfrm>
                  <a:off x="4710093" y="2714307"/>
                  <a:ext cx="12888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1" name="Ink 110">
                  <a:extLst>
                    <a:ext uri="{FF2B5EF4-FFF2-40B4-BE49-F238E27FC236}">
                      <a16:creationId xmlns:a16="http://schemas.microsoft.com/office/drawing/2014/main" id="{FF0AE70D-0A68-880D-02EC-EFA36914C602}"/>
                    </a:ext>
                  </a:extLst>
                </p14:cNvPr>
                <p14:cNvContentPartPr/>
                <p14:nvPr/>
              </p14:nvContentPartPr>
              <p14:xfrm>
                <a:off x="5017173" y="2542227"/>
                <a:ext cx="4680" cy="286200"/>
              </p14:xfrm>
            </p:contentPart>
          </mc:Choice>
          <mc:Fallback>
            <p:pic>
              <p:nvPicPr>
                <p:cNvPr id="111" name="Ink 110">
                  <a:extLst>
                    <a:ext uri="{FF2B5EF4-FFF2-40B4-BE49-F238E27FC236}">
                      <a16:creationId xmlns:a16="http://schemas.microsoft.com/office/drawing/2014/main" id="{FF0AE70D-0A68-880D-02EC-EFA36914C602}"/>
                    </a:ext>
                  </a:extLst>
                </p:cNvPr>
                <p:cNvPicPr/>
                <p:nvPr/>
              </p:nvPicPr>
              <p:blipFill>
                <a:blip r:embed="rId189"/>
                <a:stretch>
                  <a:fillRect/>
                </a:stretch>
              </p:blipFill>
              <p:spPr>
                <a:xfrm>
                  <a:off x="5012853" y="2537907"/>
                  <a:ext cx="1332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3" name="Ink 112">
                  <a:extLst>
                    <a:ext uri="{FF2B5EF4-FFF2-40B4-BE49-F238E27FC236}">
                      <a16:creationId xmlns:a16="http://schemas.microsoft.com/office/drawing/2014/main" id="{5BF099D0-88A0-0629-9A1B-601B8D5EE986}"/>
                    </a:ext>
                  </a:extLst>
                </p14:cNvPr>
                <p14:cNvContentPartPr/>
                <p14:nvPr/>
              </p14:nvContentPartPr>
              <p14:xfrm>
                <a:off x="5271693" y="2675067"/>
                <a:ext cx="26280" cy="35280"/>
              </p14:xfrm>
            </p:contentPart>
          </mc:Choice>
          <mc:Fallback>
            <p:pic>
              <p:nvPicPr>
                <p:cNvPr id="113" name="Ink 112">
                  <a:extLst>
                    <a:ext uri="{FF2B5EF4-FFF2-40B4-BE49-F238E27FC236}">
                      <a16:creationId xmlns:a16="http://schemas.microsoft.com/office/drawing/2014/main" id="{5BF099D0-88A0-0629-9A1B-601B8D5EE986}"/>
                    </a:ext>
                  </a:extLst>
                </p:cNvPr>
                <p:cNvPicPr/>
                <p:nvPr/>
              </p:nvPicPr>
              <p:blipFill>
                <a:blip r:embed="rId191"/>
                <a:stretch>
                  <a:fillRect/>
                </a:stretch>
              </p:blipFill>
              <p:spPr>
                <a:xfrm>
                  <a:off x="5267373" y="2670747"/>
                  <a:ext cx="349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4" name="Ink 113">
                  <a:extLst>
                    <a:ext uri="{FF2B5EF4-FFF2-40B4-BE49-F238E27FC236}">
                      <a16:creationId xmlns:a16="http://schemas.microsoft.com/office/drawing/2014/main" id="{AC8CADD4-9245-EE85-0B52-FE49980CFE1E}"/>
                    </a:ext>
                  </a:extLst>
                </p14:cNvPr>
                <p14:cNvContentPartPr/>
                <p14:nvPr/>
              </p14:nvContentPartPr>
              <p14:xfrm>
                <a:off x="5192493" y="2851107"/>
                <a:ext cx="124920" cy="204120"/>
              </p14:xfrm>
            </p:contentPart>
          </mc:Choice>
          <mc:Fallback>
            <p:pic>
              <p:nvPicPr>
                <p:cNvPr id="114" name="Ink 113">
                  <a:extLst>
                    <a:ext uri="{FF2B5EF4-FFF2-40B4-BE49-F238E27FC236}">
                      <a16:creationId xmlns:a16="http://schemas.microsoft.com/office/drawing/2014/main" id="{AC8CADD4-9245-EE85-0B52-FE49980CFE1E}"/>
                    </a:ext>
                  </a:extLst>
                </p:cNvPr>
                <p:cNvPicPr/>
                <p:nvPr/>
              </p:nvPicPr>
              <p:blipFill>
                <a:blip r:embed="rId193"/>
                <a:stretch>
                  <a:fillRect/>
                </a:stretch>
              </p:blipFill>
              <p:spPr>
                <a:xfrm>
                  <a:off x="5188173" y="2846787"/>
                  <a:ext cx="13356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5" name="Ink 114">
                  <a:extLst>
                    <a:ext uri="{FF2B5EF4-FFF2-40B4-BE49-F238E27FC236}">
                      <a16:creationId xmlns:a16="http://schemas.microsoft.com/office/drawing/2014/main" id="{A642C533-84CE-2E4D-E5EB-599037A22BA6}"/>
                    </a:ext>
                  </a:extLst>
                </p14:cNvPr>
                <p14:cNvContentPartPr/>
                <p14:nvPr/>
              </p14:nvContentPartPr>
              <p14:xfrm>
                <a:off x="5689653" y="2770827"/>
                <a:ext cx="106920" cy="425160"/>
              </p14:xfrm>
            </p:contentPart>
          </mc:Choice>
          <mc:Fallback>
            <p:pic>
              <p:nvPicPr>
                <p:cNvPr id="115" name="Ink 114">
                  <a:extLst>
                    <a:ext uri="{FF2B5EF4-FFF2-40B4-BE49-F238E27FC236}">
                      <a16:creationId xmlns:a16="http://schemas.microsoft.com/office/drawing/2014/main" id="{A642C533-84CE-2E4D-E5EB-599037A22BA6}"/>
                    </a:ext>
                  </a:extLst>
                </p:cNvPr>
                <p:cNvPicPr/>
                <p:nvPr/>
              </p:nvPicPr>
              <p:blipFill>
                <a:blip r:embed="rId195"/>
                <a:stretch>
                  <a:fillRect/>
                </a:stretch>
              </p:blipFill>
              <p:spPr>
                <a:xfrm>
                  <a:off x="5685333" y="2766507"/>
                  <a:ext cx="115560" cy="4338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6" name="Ink 115">
                  <a:extLst>
                    <a:ext uri="{FF2B5EF4-FFF2-40B4-BE49-F238E27FC236}">
                      <a16:creationId xmlns:a16="http://schemas.microsoft.com/office/drawing/2014/main" id="{F1D4DAC8-9CA8-1A1B-5A77-422910FA9B03}"/>
                    </a:ext>
                  </a:extLst>
                </p14:cNvPr>
                <p14:cNvContentPartPr/>
                <p14:nvPr/>
              </p14:nvContentPartPr>
              <p14:xfrm>
                <a:off x="5764533" y="2677947"/>
                <a:ext cx="18000" cy="25920"/>
              </p14:xfrm>
            </p:contentPart>
          </mc:Choice>
          <mc:Fallback>
            <p:pic>
              <p:nvPicPr>
                <p:cNvPr id="116" name="Ink 115">
                  <a:extLst>
                    <a:ext uri="{FF2B5EF4-FFF2-40B4-BE49-F238E27FC236}">
                      <a16:creationId xmlns:a16="http://schemas.microsoft.com/office/drawing/2014/main" id="{F1D4DAC8-9CA8-1A1B-5A77-422910FA9B03}"/>
                    </a:ext>
                  </a:extLst>
                </p:cNvPr>
                <p:cNvPicPr/>
                <p:nvPr/>
              </p:nvPicPr>
              <p:blipFill>
                <a:blip r:embed="rId197"/>
                <a:stretch>
                  <a:fillRect/>
                </a:stretch>
              </p:blipFill>
              <p:spPr>
                <a:xfrm>
                  <a:off x="5760213" y="2673627"/>
                  <a:ext cx="2664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7" name="Ink 116">
                  <a:extLst>
                    <a:ext uri="{FF2B5EF4-FFF2-40B4-BE49-F238E27FC236}">
                      <a16:creationId xmlns:a16="http://schemas.microsoft.com/office/drawing/2014/main" id="{01AEEC6B-48DE-556A-4CE5-7A2D638802F9}"/>
                    </a:ext>
                  </a:extLst>
                </p14:cNvPr>
                <p14:cNvContentPartPr/>
                <p14:nvPr/>
              </p14:nvContentPartPr>
              <p14:xfrm>
                <a:off x="5944533" y="2668227"/>
                <a:ext cx="254160" cy="207720"/>
              </p14:xfrm>
            </p:contentPart>
          </mc:Choice>
          <mc:Fallback>
            <p:pic>
              <p:nvPicPr>
                <p:cNvPr id="117" name="Ink 116">
                  <a:extLst>
                    <a:ext uri="{FF2B5EF4-FFF2-40B4-BE49-F238E27FC236}">
                      <a16:creationId xmlns:a16="http://schemas.microsoft.com/office/drawing/2014/main" id="{01AEEC6B-48DE-556A-4CE5-7A2D638802F9}"/>
                    </a:ext>
                  </a:extLst>
                </p:cNvPr>
                <p:cNvPicPr/>
                <p:nvPr/>
              </p:nvPicPr>
              <p:blipFill>
                <a:blip r:embed="rId199"/>
                <a:stretch>
                  <a:fillRect/>
                </a:stretch>
              </p:blipFill>
              <p:spPr>
                <a:xfrm>
                  <a:off x="5940213" y="2663907"/>
                  <a:ext cx="26280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9" name="Ink 118">
                  <a:extLst>
                    <a:ext uri="{FF2B5EF4-FFF2-40B4-BE49-F238E27FC236}">
                      <a16:creationId xmlns:a16="http://schemas.microsoft.com/office/drawing/2014/main" id="{0BFE137F-4C56-3769-57B7-9B07780D67F4}"/>
                    </a:ext>
                  </a:extLst>
                </p14:cNvPr>
                <p14:cNvContentPartPr/>
                <p14:nvPr/>
              </p14:nvContentPartPr>
              <p14:xfrm>
                <a:off x="6415053" y="2684427"/>
                <a:ext cx="272160" cy="157680"/>
              </p14:xfrm>
            </p:contentPart>
          </mc:Choice>
          <mc:Fallback>
            <p:pic>
              <p:nvPicPr>
                <p:cNvPr id="119" name="Ink 118">
                  <a:extLst>
                    <a:ext uri="{FF2B5EF4-FFF2-40B4-BE49-F238E27FC236}">
                      <a16:creationId xmlns:a16="http://schemas.microsoft.com/office/drawing/2014/main" id="{0BFE137F-4C56-3769-57B7-9B07780D67F4}"/>
                    </a:ext>
                  </a:extLst>
                </p:cNvPr>
                <p:cNvPicPr/>
                <p:nvPr/>
              </p:nvPicPr>
              <p:blipFill>
                <a:blip r:embed="rId201"/>
                <a:stretch>
                  <a:fillRect/>
                </a:stretch>
              </p:blipFill>
              <p:spPr>
                <a:xfrm>
                  <a:off x="6410733" y="2680107"/>
                  <a:ext cx="2808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0" name="Ink 119">
                  <a:extLst>
                    <a:ext uri="{FF2B5EF4-FFF2-40B4-BE49-F238E27FC236}">
                      <a16:creationId xmlns:a16="http://schemas.microsoft.com/office/drawing/2014/main" id="{E3196654-BF0F-BE1B-A776-7174ED6A7DDD}"/>
                    </a:ext>
                  </a:extLst>
                </p14:cNvPr>
                <p14:cNvContentPartPr/>
                <p14:nvPr/>
              </p14:nvContentPartPr>
              <p14:xfrm>
                <a:off x="6827613" y="2689827"/>
                <a:ext cx="16560" cy="34560"/>
              </p14:xfrm>
            </p:contentPart>
          </mc:Choice>
          <mc:Fallback>
            <p:pic>
              <p:nvPicPr>
                <p:cNvPr id="120" name="Ink 119">
                  <a:extLst>
                    <a:ext uri="{FF2B5EF4-FFF2-40B4-BE49-F238E27FC236}">
                      <a16:creationId xmlns:a16="http://schemas.microsoft.com/office/drawing/2014/main" id="{E3196654-BF0F-BE1B-A776-7174ED6A7DDD}"/>
                    </a:ext>
                  </a:extLst>
                </p:cNvPr>
                <p:cNvPicPr/>
                <p:nvPr/>
              </p:nvPicPr>
              <p:blipFill>
                <a:blip r:embed="rId203"/>
                <a:stretch>
                  <a:fillRect/>
                </a:stretch>
              </p:blipFill>
              <p:spPr>
                <a:xfrm>
                  <a:off x="6823293" y="2685507"/>
                  <a:ext cx="2520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1" name="Ink 120">
                  <a:extLst>
                    <a:ext uri="{FF2B5EF4-FFF2-40B4-BE49-F238E27FC236}">
                      <a16:creationId xmlns:a16="http://schemas.microsoft.com/office/drawing/2014/main" id="{FAB7CFA1-3EC8-57F9-688A-78FA64145BE6}"/>
                    </a:ext>
                  </a:extLst>
                </p14:cNvPr>
                <p14:cNvContentPartPr/>
                <p14:nvPr/>
              </p14:nvContentPartPr>
              <p14:xfrm>
                <a:off x="6681093" y="2959107"/>
                <a:ext cx="175680" cy="212040"/>
              </p14:xfrm>
            </p:contentPart>
          </mc:Choice>
          <mc:Fallback>
            <p:pic>
              <p:nvPicPr>
                <p:cNvPr id="121" name="Ink 120">
                  <a:extLst>
                    <a:ext uri="{FF2B5EF4-FFF2-40B4-BE49-F238E27FC236}">
                      <a16:creationId xmlns:a16="http://schemas.microsoft.com/office/drawing/2014/main" id="{FAB7CFA1-3EC8-57F9-688A-78FA64145BE6}"/>
                    </a:ext>
                  </a:extLst>
                </p:cNvPr>
                <p:cNvPicPr/>
                <p:nvPr/>
              </p:nvPicPr>
              <p:blipFill>
                <a:blip r:embed="rId205"/>
                <a:stretch>
                  <a:fillRect/>
                </a:stretch>
              </p:blipFill>
              <p:spPr>
                <a:xfrm>
                  <a:off x="6676773" y="2954787"/>
                  <a:ext cx="18432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2" name="Ink 121">
                  <a:extLst>
                    <a:ext uri="{FF2B5EF4-FFF2-40B4-BE49-F238E27FC236}">
                      <a16:creationId xmlns:a16="http://schemas.microsoft.com/office/drawing/2014/main" id="{C7DEB3BA-B15F-7D92-DB70-80B01703FD88}"/>
                    </a:ext>
                  </a:extLst>
                </p14:cNvPr>
                <p14:cNvContentPartPr/>
                <p14:nvPr/>
              </p14:nvContentPartPr>
              <p14:xfrm>
                <a:off x="7126773" y="2730507"/>
                <a:ext cx="171720" cy="334440"/>
              </p14:xfrm>
            </p:contentPart>
          </mc:Choice>
          <mc:Fallback>
            <p:pic>
              <p:nvPicPr>
                <p:cNvPr id="122" name="Ink 121">
                  <a:extLst>
                    <a:ext uri="{FF2B5EF4-FFF2-40B4-BE49-F238E27FC236}">
                      <a16:creationId xmlns:a16="http://schemas.microsoft.com/office/drawing/2014/main" id="{C7DEB3BA-B15F-7D92-DB70-80B01703FD88}"/>
                    </a:ext>
                  </a:extLst>
                </p:cNvPr>
                <p:cNvPicPr/>
                <p:nvPr/>
              </p:nvPicPr>
              <p:blipFill>
                <a:blip r:embed="rId207"/>
                <a:stretch>
                  <a:fillRect/>
                </a:stretch>
              </p:blipFill>
              <p:spPr>
                <a:xfrm>
                  <a:off x="7122453" y="2726187"/>
                  <a:ext cx="18036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3" name="Ink 122">
                  <a:extLst>
                    <a:ext uri="{FF2B5EF4-FFF2-40B4-BE49-F238E27FC236}">
                      <a16:creationId xmlns:a16="http://schemas.microsoft.com/office/drawing/2014/main" id="{91B811C4-0F03-B797-42EE-00BBC81FA475}"/>
                    </a:ext>
                  </a:extLst>
                </p14:cNvPr>
                <p14:cNvContentPartPr/>
                <p14:nvPr/>
              </p14:nvContentPartPr>
              <p14:xfrm>
                <a:off x="7265013" y="2613867"/>
                <a:ext cx="10080" cy="16560"/>
              </p14:xfrm>
            </p:contentPart>
          </mc:Choice>
          <mc:Fallback>
            <p:pic>
              <p:nvPicPr>
                <p:cNvPr id="123" name="Ink 122">
                  <a:extLst>
                    <a:ext uri="{FF2B5EF4-FFF2-40B4-BE49-F238E27FC236}">
                      <a16:creationId xmlns:a16="http://schemas.microsoft.com/office/drawing/2014/main" id="{91B811C4-0F03-B797-42EE-00BBC81FA475}"/>
                    </a:ext>
                  </a:extLst>
                </p:cNvPr>
                <p:cNvPicPr/>
                <p:nvPr/>
              </p:nvPicPr>
              <p:blipFill>
                <a:blip r:embed="rId209"/>
                <a:stretch>
                  <a:fillRect/>
                </a:stretch>
              </p:blipFill>
              <p:spPr>
                <a:xfrm>
                  <a:off x="7260693" y="2609547"/>
                  <a:ext cx="187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4" name="Ink 123">
                  <a:extLst>
                    <a:ext uri="{FF2B5EF4-FFF2-40B4-BE49-F238E27FC236}">
                      <a16:creationId xmlns:a16="http://schemas.microsoft.com/office/drawing/2014/main" id="{E845CEA7-5CDF-821C-FA88-002B896176F1}"/>
                    </a:ext>
                  </a:extLst>
                </p14:cNvPr>
                <p14:cNvContentPartPr/>
                <p14:nvPr/>
              </p14:nvContentPartPr>
              <p14:xfrm>
                <a:off x="7441413" y="2673627"/>
                <a:ext cx="9000" cy="152640"/>
              </p14:xfrm>
            </p:contentPart>
          </mc:Choice>
          <mc:Fallback>
            <p:pic>
              <p:nvPicPr>
                <p:cNvPr id="124" name="Ink 123">
                  <a:extLst>
                    <a:ext uri="{FF2B5EF4-FFF2-40B4-BE49-F238E27FC236}">
                      <a16:creationId xmlns:a16="http://schemas.microsoft.com/office/drawing/2014/main" id="{E845CEA7-5CDF-821C-FA88-002B896176F1}"/>
                    </a:ext>
                  </a:extLst>
                </p:cNvPr>
                <p:cNvPicPr/>
                <p:nvPr/>
              </p:nvPicPr>
              <p:blipFill>
                <a:blip r:embed="rId211"/>
                <a:stretch>
                  <a:fillRect/>
                </a:stretch>
              </p:blipFill>
              <p:spPr>
                <a:xfrm>
                  <a:off x="7437093" y="2669307"/>
                  <a:ext cx="1764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5" name="Ink 124">
                  <a:extLst>
                    <a:ext uri="{FF2B5EF4-FFF2-40B4-BE49-F238E27FC236}">
                      <a16:creationId xmlns:a16="http://schemas.microsoft.com/office/drawing/2014/main" id="{07BCE0E9-5E15-6256-3520-02C80606A127}"/>
                    </a:ext>
                  </a:extLst>
                </p14:cNvPr>
                <p14:cNvContentPartPr/>
                <p14:nvPr/>
              </p14:nvContentPartPr>
              <p14:xfrm>
                <a:off x="7381653" y="2738787"/>
                <a:ext cx="100800" cy="29160"/>
              </p14:xfrm>
            </p:contentPart>
          </mc:Choice>
          <mc:Fallback>
            <p:pic>
              <p:nvPicPr>
                <p:cNvPr id="125" name="Ink 124">
                  <a:extLst>
                    <a:ext uri="{FF2B5EF4-FFF2-40B4-BE49-F238E27FC236}">
                      <a16:creationId xmlns:a16="http://schemas.microsoft.com/office/drawing/2014/main" id="{07BCE0E9-5E15-6256-3520-02C80606A127}"/>
                    </a:ext>
                  </a:extLst>
                </p:cNvPr>
                <p:cNvPicPr/>
                <p:nvPr/>
              </p:nvPicPr>
              <p:blipFill>
                <a:blip r:embed="rId213"/>
                <a:stretch>
                  <a:fillRect/>
                </a:stretch>
              </p:blipFill>
              <p:spPr>
                <a:xfrm>
                  <a:off x="7377333" y="2734467"/>
                  <a:ext cx="10944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6" name="Ink 125">
                  <a:extLst>
                    <a:ext uri="{FF2B5EF4-FFF2-40B4-BE49-F238E27FC236}">
                      <a16:creationId xmlns:a16="http://schemas.microsoft.com/office/drawing/2014/main" id="{EAF8A314-93AF-97B9-B011-3D19749334A4}"/>
                    </a:ext>
                  </a:extLst>
                </p14:cNvPr>
                <p14:cNvContentPartPr/>
                <p14:nvPr/>
              </p14:nvContentPartPr>
              <p14:xfrm>
                <a:off x="7592253" y="2688747"/>
                <a:ext cx="27000" cy="145440"/>
              </p14:xfrm>
            </p:contentPart>
          </mc:Choice>
          <mc:Fallback>
            <p:pic>
              <p:nvPicPr>
                <p:cNvPr id="126" name="Ink 125">
                  <a:extLst>
                    <a:ext uri="{FF2B5EF4-FFF2-40B4-BE49-F238E27FC236}">
                      <a16:creationId xmlns:a16="http://schemas.microsoft.com/office/drawing/2014/main" id="{EAF8A314-93AF-97B9-B011-3D19749334A4}"/>
                    </a:ext>
                  </a:extLst>
                </p:cNvPr>
                <p:cNvPicPr/>
                <p:nvPr/>
              </p:nvPicPr>
              <p:blipFill>
                <a:blip r:embed="rId215"/>
                <a:stretch>
                  <a:fillRect/>
                </a:stretch>
              </p:blipFill>
              <p:spPr>
                <a:xfrm>
                  <a:off x="7587933" y="2684427"/>
                  <a:ext cx="356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7" name="Ink 126">
                  <a:extLst>
                    <a:ext uri="{FF2B5EF4-FFF2-40B4-BE49-F238E27FC236}">
                      <a16:creationId xmlns:a16="http://schemas.microsoft.com/office/drawing/2014/main" id="{A9A114DF-E545-5C95-AE88-70BE574540FC}"/>
                    </a:ext>
                  </a:extLst>
                </p14:cNvPr>
                <p14:cNvContentPartPr/>
                <p14:nvPr/>
              </p14:nvContentPartPr>
              <p14:xfrm>
                <a:off x="7537893" y="2758227"/>
                <a:ext cx="160200" cy="23760"/>
              </p14:xfrm>
            </p:contentPart>
          </mc:Choice>
          <mc:Fallback>
            <p:pic>
              <p:nvPicPr>
                <p:cNvPr id="127" name="Ink 126">
                  <a:extLst>
                    <a:ext uri="{FF2B5EF4-FFF2-40B4-BE49-F238E27FC236}">
                      <a16:creationId xmlns:a16="http://schemas.microsoft.com/office/drawing/2014/main" id="{A9A114DF-E545-5C95-AE88-70BE574540FC}"/>
                    </a:ext>
                  </a:extLst>
                </p:cNvPr>
                <p:cNvPicPr/>
                <p:nvPr/>
              </p:nvPicPr>
              <p:blipFill>
                <a:blip r:embed="rId217"/>
                <a:stretch>
                  <a:fillRect/>
                </a:stretch>
              </p:blipFill>
              <p:spPr>
                <a:xfrm>
                  <a:off x="7533573" y="2753907"/>
                  <a:ext cx="16884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8" name="Ink 127">
                  <a:extLst>
                    <a:ext uri="{FF2B5EF4-FFF2-40B4-BE49-F238E27FC236}">
                      <a16:creationId xmlns:a16="http://schemas.microsoft.com/office/drawing/2014/main" id="{B51E7D1B-B850-49DD-E15D-6694A0AC4404}"/>
                    </a:ext>
                  </a:extLst>
                </p14:cNvPr>
                <p14:cNvContentPartPr/>
                <p14:nvPr/>
              </p14:nvContentPartPr>
              <p14:xfrm>
                <a:off x="7785933" y="2482467"/>
                <a:ext cx="211320" cy="524520"/>
              </p14:xfrm>
            </p:contentPart>
          </mc:Choice>
          <mc:Fallback>
            <p:pic>
              <p:nvPicPr>
                <p:cNvPr id="128" name="Ink 127">
                  <a:extLst>
                    <a:ext uri="{FF2B5EF4-FFF2-40B4-BE49-F238E27FC236}">
                      <a16:creationId xmlns:a16="http://schemas.microsoft.com/office/drawing/2014/main" id="{B51E7D1B-B850-49DD-E15D-6694A0AC4404}"/>
                    </a:ext>
                  </a:extLst>
                </p:cNvPr>
                <p:cNvPicPr/>
                <p:nvPr/>
              </p:nvPicPr>
              <p:blipFill>
                <a:blip r:embed="rId219"/>
                <a:stretch>
                  <a:fillRect/>
                </a:stretch>
              </p:blipFill>
              <p:spPr>
                <a:xfrm>
                  <a:off x="7781613" y="2478147"/>
                  <a:ext cx="219960" cy="5331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59" name="Ink 158">
                  <a:extLst>
                    <a:ext uri="{FF2B5EF4-FFF2-40B4-BE49-F238E27FC236}">
                      <a16:creationId xmlns:a16="http://schemas.microsoft.com/office/drawing/2014/main" id="{61260EB3-F499-5A3F-4EFD-D7D86F53784F}"/>
                    </a:ext>
                  </a:extLst>
                </p14:cNvPr>
                <p14:cNvContentPartPr/>
                <p14:nvPr/>
              </p14:nvContentPartPr>
              <p14:xfrm>
                <a:off x="4829613" y="3329187"/>
                <a:ext cx="282240" cy="182880"/>
              </p14:xfrm>
            </p:contentPart>
          </mc:Choice>
          <mc:Fallback>
            <p:pic>
              <p:nvPicPr>
                <p:cNvPr id="159" name="Ink 158">
                  <a:extLst>
                    <a:ext uri="{FF2B5EF4-FFF2-40B4-BE49-F238E27FC236}">
                      <a16:creationId xmlns:a16="http://schemas.microsoft.com/office/drawing/2014/main" id="{61260EB3-F499-5A3F-4EFD-D7D86F53784F}"/>
                    </a:ext>
                  </a:extLst>
                </p:cNvPr>
                <p:cNvPicPr/>
                <p:nvPr/>
              </p:nvPicPr>
              <p:blipFill>
                <a:blip r:embed="rId221"/>
                <a:stretch>
                  <a:fillRect/>
                </a:stretch>
              </p:blipFill>
              <p:spPr>
                <a:xfrm>
                  <a:off x="4825293" y="3324867"/>
                  <a:ext cx="2908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60" name="Ink 159">
                  <a:extLst>
                    <a:ext uri="{FF2B5EF4-FFF2-40B4-BE49-F238E27FC236}">
                      <a16:creationId xmlns:a16="http://schemas.microsoft.com/office/drawing/2014/main" id="{146AF85C-8B05-F10F-18D8-C4CD6AB02683}"/>
                    </a:ext>
                  </a:extLst>
                </p14:cNvPr>
                <p14:cNvContentPartPr/>
                <p14:nvPr/>
              </p14:nvContentPartPr>
              <p14:xfrm>
                <a:off x="5291853" y="3347547"/>
                <a:ext cx="167040" cy="162000"/>
              </p14:xfrm>
            </p:contentPart>
          </mc:Choice>
          <mc:Fallback>
            <p:pic>
              <p:nvPicPr>
                <p:cNvPr id="160" name="Ink 159">
                  <a:extLst>
                    <a:ext uri="{FF2B5EF4-FFF2-40B4-BE49-F238E27FC236}">
                      <a16:creationId xmlns:a16="http://schemas.microsoft.com/office/drawing/2014/main" id="{146AF85C-8B05-F10F-18D8-C4CD6AB02683}"/>
                    </a:ext>
                  </a:extLst>
                </p:cNvPr>
                <p:cNvPicPr/>
                <p:nvPr/>
              </p:nvPicPr>
              <p:blipFill>
                <a:blip r:embed="rId223"/>
                <a:stretch>
                  <a:fillRect/>
                </a:stretch>
              </p:blipFill>
              <p:spPr>
                <a:xfrm>
                  <a:off x="5287533" y="3343227"/>
                  <a:ext cx="17568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61" name="Ink 160">
                  <a:extLst>
                    <a:ext uri="{FF2B5EF4-FFF2-40B4-BE49-F238E27FC236}">
                      <a16:creationId xmlns:a16="http://schemas.microsoft.com/office/drawing/2014/main" id="{DCF90546-AC30-9CD8-C7BC-C8A76CC7A780}"/>
                    </a:ext>
                  </a:extLst>
                </p14:cNvPr>
                <p14:cNvContentPartPr/>
                <p14:nvPr/>
              </p14:nvContentPartPr>
              <p14:xfrm>
                <a:off x="5503893" y="3372027"/>
                <a:ext cx="315720" cy="85320"/>
              </p14:xfrm>
            </p:contentPart>
          </mc:Choice>
          <mc:Fallback>
            <p:pic>
              <p:nvPicPr>
                <p:cNvPr id="161" name="Ink 160">
                  <a:extLst>
                    <a:ext uri="{FF2B5EF4-FFF2-40B4-BE49-F238E27FC236}">
                      <a16:creationId xmlns:a16="http://schemas.microsoft.com/office/drawing/2014/main" id="{DCF90546-AC30-9CD8-C7BC-C8A76CC7A780}"/>
                    </a:ext>
                  </a:extLst>
                </p:cNvPr>
                <p:cNvPicPr/>
                <p:nvPr/>
              </p:nvPicPr>
              <p:blipFill>
                <a:blip r:embed="rId225"/>
                <a:stretch>
                  <a:fillRect/>
                </a:stretch>
              </p:blipFill>
              <p:spPr>
                <a:xfrm>
                  <a:off x="5499573" y="3367707"/>
                  <a:ext cx="3243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62" name="Ink 161">
                  <a:extLst>
                    <a:ext uri="{FF2B5EF4-FFF2-40B4-BE49-F238E27FC236}">
                      <a16:creationId xmlns:a16="http://schemas.microsoft.com/office/drawing/2014/main" id="{1CD45B1A-DB5B-7C46-A833-B1DC760F8638}"/>
                    </a:ext>
                  </a:extLst>
                </p14:cNvPr>
                <p14:cNvContentPartPr/>
                <p14:nvPr/>
              </p14:nvContentPartPr>
              <p14:xfrm>
                <a:off x="5848053" y="3336747"/>
                <a:ext cx="164160" cy="118440"/>
              </p14:xfrm>
            </p:contentPart>
          </mc:Choice>
          <mc:Fallback>
            <p:pic>
              <p:nvPicPr>
                <p:cNvPr id="162" name="Ink 161">
                  <a:extLst>
                    <a:ext uri="{FF2B5EF4-FFF2-40B4-BE49-F238E27FC236}">
                      <a16:creationId xmlns:a16="http://schemas.microsoft.com/office/drawing/2014/main" id="{1CD45B1A-DB5B-7C46-A833-B1DC760F8638}"/>
                    </a:ext>
                  </a:extLst>
                </p:cNvPr>
                <p:cNvPicPr/>
                <p:nvPr/>
              </p:nvPicPr>
              <p:blipFill>
                <a:blip r:embed="rId227"/>
                <a:stretch>
                  <a:fillRect/>
                </a:stretch>
              </p:blipFill>
              <p:spPr>
                <a:xfrm>
                  <a:off x="5843733" y="3332427"/>
                  <a:ext cx="1728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63" name="Ink 162">
                  <a:extLst>
                    <a:ext uri="{FF2B5EF4-FFF2-40B4-BE49-F238E27FC236}">
                      <a16:creationId xmlns:a16="http://schemas.microsoft.com/office/drawing/2014/main" id="{EEC3E2C8-578C-A74B-53C7-EE44409340A9}"/>
                    </a:ext>
                  </a:extLst>
                </p14:cNvPr>
                <p14:cNvContentPartPr/>
                <p14:nvPr/>
              </p14:nvContentPartPr>
              <p14:xfrm>
                <a:off x="6053613" y="3255387"/>
                <a:ext cx="103680" cy="221040"/>
              </p14:xfrm>
            </p:contentPart>
          </mc:Choice>
          <mc:Fallback>
            <p:pic>
              <p:nvPicPr>
                <p:cNvPr id="163" name="Ink 162">
                  <a:extLst>
                    <a:ext uri="{FF2B5EF4-FFF2-40B4-BE49-F238E27FC236}">
                      <a16:creationId xmlns:a16="http://schemas.microsoft.com/office/drawing/2014/main" id="{EEC3E2C8-578C-A74B-53C7-EE44409340A9}"/>
                    </a:ext>
                  </a:extLst>
                </p:cNvPr>
                <p:cNvPicPr/>
                <p:nvPr/>
              </p:nvPicPr>
              <p:blipFill>
                <a:blip r:embed="rId229"/>
                <a:stretch>
                  <a:fillRect/>
                </a:stretch>
              </p:blipFill>
              <p:spPr>
                <a:xfrm>
                  <a:off x="6049293" y="3251067"/>
                  <a:ext cx="11232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64" name="Ink 163">
                  <a:extLst>
                    <a:ext uri="{FF2B5EF4-FFF2-40B4-BE49-F238E27FC236}">
                      <a16:creationId xmlns:a16="http://schemas.microsoft.com/office/drawing/2014/main" id="{E3D68949-854C-C7E3-20E8-E5D380E45480}"/>
                    </a:ext>
                  </a:extLst>
                </p14:cNvPr>
                <p14:cNvContentPartPr/>
                <p14:nvPr/>
              </p14:nvContentPartPr>
              <p14:xfrm>
                <a:off x="6168813" y="3233067"/>
                <a:ext cx="64800" cy="257760"/>
              </p14:xfrm>
            </p:contentPart>
          </mc:Choice>
          <mc:Fallback>
            <p:pic>
              <p:nvPicPr>
                <p:cNvPr id="164" name="Ink 163">
                  <a:extLst>
                    <a:ext uri="{FF2B5EF4-FFF2-40B4-BE49-F238E27FC236}">
                      <a16:creationId xmlns:a16="http://schemas.microsoft.com/office/drawing/2014/main" id="{E3D68949-854C-C7E3-20E8-E5D380E45480}"/>
                    </a:ext>
                  </a:extLst>
                </p:cNvPr>
                <p:cNvPicPr/>
                <p:nvPr/>
              </p:nvPicPr>
              <p:blipFill>
                <a:blip r:embed="rId231"/>
                <a:stretch>
                  <a:fillRect/>
                </a:stretch>
              </p:blipFill>
              <p:spPr>
                <a:xfrm>
                  <a:off x="6164493" y="3228747"/>
                  <a:ext cx="7344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65" name="Ink 164">
                  <a:extLst>
                    <a:ext uri="{FF2B5EF4-FFF2-40B4-BE49-F238E27FC236}">
                      <a16:creationId xmlns:a16="http://schemas.microsoft.com/office/drawing/2014/main" id="{DC5166CB-8933-9A9C-DA8F-6353AF0B27FC}"/>
                    </a:ext>
                  </a:extLst>
                </p14:cNvPr>
                <p14:cNvContentPartPr/>
                <p14:nvPr/>
              </p14:nvContentPartPr>
              <p14:xfrm>
                <a:off x="6268173" y="3364467"/>
                <a:ext cx="81360" cy="91440"/>
              </p14:xfrm>
            </p:contentPart>
          </mc:Choice>
          <mc:Fallback>
            <p:pic>
              <p:nvPicPr>
                <p:cNvPr id="165" name="Ink 164">
                  <a:extLst>
                    <a:ext uri="{FF2B5EF4-FFF2-40B4-BE49-F238E27FC236}">
                      <a16:creationId xmlns:a16="http://schemas.microsoft.com/office/drawing/2014/main" id="{DC5166CB-8933-9A9C-DA8F-6353AF0B27FC}"/>
                    </a:ext>
                  </a:extLst>
                </p:cNvPr>
                <p:cNvPicPr/>
                <p:nvPr/>
              </p:nvPicPr>
              <p:blipFill>
                <a:blip r:embed="rId233"/>
                <a:stretch>
                  <a:fillRect/>
                </a:stretch>
              </p:blipFill>
              <p:spPr>
                <a:xfrm>
                  <a:off x="6263853" y="3360147"/>
                  <a:ext cx="9000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66" name="Ink 165">
                  <a:extLst>
                    <a:ext uri="{FF2B5EF4-FFF2-40B4-BE49-F238E27FC236}">
                      <a16:creationId xmlns:a16="http://schemas.microsoft.com/office/drawing/2014/main" id="{7B99F5A7-7408-52DF-6E57-A05ECFA17E5D}"/>
                    </a:ext>
                  </a:extLst>
                </p14:cNvPr>
                <p14:cNvContentPartPr/>
                <p14:nvPr/>
              </p14:nvContentPartPr>
              <p14:xfrm>
                <a:off x="6370053" y="3377427"/>
                <a:ext cx="128880" cy="109080"/>
              </p14:xfrm>
            </p:contentPart>
          </mc:Choice>
          <mc:Fallback>
            <p:pic>
              <p:nvPicPr>
                <p:cNvPr id="166" name="Ink 165">
                  <a:extLst>
                    <a:ext uri="{FF2B5EF4-FFF2-40B4-BE49-F238E27FC236}">
                      <a16:creationId xmlns:a16="http://schemas.microsoft.com/office/drawing/2014/main" id="{7B99F5A7-7408-52DF-6E57-A05ECFA17E5D}"/>
                    </a:ext>
                  </a:extLst>
                </p:cNvPr>
                <p:cNvPicPr/>
                <p:nvPr/>
              </p:nvPicPr>
              <p:blipFill>
                <a:blip r:embed="rId235"/>
                <a:stretch>
                  <a:fillRect/>
                </a:stretch>
              </p:blipFill>
              <p:spPr>
                <a:xfrm>
                  <a:off x="6365733" y="3373107"/>
                  <a:ext cx="1375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67" name="Ink 166">
                  <a:extLst>
                    <a:ext uri="{FF2B5EF4-FFF2-40B4-BE49-F238E27FC236}">
                      <a16:creationId xmlns:a16="http://schemas.microsoft.com/office/drawing/2014/main" id="{799BE303-82F0-5FAD-1186-302D0B3C77CA}"/>
                    </a:ext>
                  </a:extLst>
                </p14:cNvPr>
                <p14:cNvContentPartPr/>
                <p14:nvPr/>
              </p14:nvContentPartPr>
              <p14:xfrm>
                <a:off x="6591453" y="3269427"/>
                <a:ext cx="75240" cy="178560"/>
              </p14:xfrm>
            </p:contentPart>
          </mc:Choice>
          <mc:Fallback>
            <p:pic>
              <p:nvPicPr>
                <p:cNvPr id="167" name="Ink 166">
                  <a:extLst>
                    <a:ext uri="{FF2B5EF4-FFF2-40B4-BE49-F238E27FC236}">
                      <a16:creationId xmlns:a16="http://schemas.microsoft.com/office/drawing/2014/main" id="{799BE303-82F0-5FAD-1186-302D0B3C77CA}"/>
                    </a:ext>
                  </a:extLst>
                </p:cNvPr>
                <p:cNvPicPr/>
                <p:nvPr/>
              </p:nvPicPr>
              <p:blipFill>
                <a:blip r:embed="rId237"/>
                <a:stretch>
                  <a:fillRect/>
                </a:stretch>
              </p:blipFill>
              <p:spPr>
                <a:xfrm>
                  <a:off x="6587133" y="3265107"/>
                  <a:ext cx="8388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68" name="Ink 167">
                  <a:extLst>
                    <a:ext uri="{FF2B5EF4-FFF2-40B4-BE49-F238E27FC236}">
                      <a16:creationId xmlns:a16="http://schemas.microsoft.com/office/drawing/2014/main" id="{D3C14E6E-9895-5D3C-575F-0811A0E8E95A}"/>
                    </a:ext>
                  </a:extLst>
                </p14:cNvPr>
                <p14:cNvContentPartPr/>
                <p14:nvPr/>
              </p14:nvContentPartPr>
              <p14:xfrm>
                <a:off x="6589293" y="3342147"/>
                <a:ext cx="144720" cy="17640"/>
              </p14:xfrm>
            </p:contentPart>
          </mc:Choice>
          <mc:Fallback>
            <p:pic>
              <p:nvPicPr>
                <p:cNvPr id="168" name="Ink 167">
                  <a:extLst>
                    <a:ext uri="{FF2B5EF4-FFF2-40B4-BE49-F238E27FC236}">
                      <a16:creationId xmlns:a16="http://schemas.microsoft.com/office/drawing/2014/main" id="{D3C14E6E-9895-5D3C-575F-0811A0E8E95A}"/>
                    </a:ext>
                  </a:extLst>
                </p:cNvPr>
                <p:cNvPicPr/>
                <p:nvPr/>
              </p:nvPicPr>
              <p:blipFill>
                <a:blip r:embed="rId239"/>
                <a:stretch>
                  <a:fillRect/>
                </a:stretch>
              </p:blipFill>
              <p:spPr>
                <a:xfrm>
                  <a:off x="6584973" y="3337827"/>
                  <a:ext cx="1533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69" name="Ink 168">
                  <a:extLst>
                    <a:ext uri="{FF2B5EF4-FFF2-40B4-BE49-F238E27FC236}">
                      <a16:creationId xmlns:a16="http://schemas.microsoft.com/office/drawing/2014/main" id="{BE3903F5-CC2C-E8CE-5976-CB1A9A6E813D}"/>
                    </a:ext>
                  </a:extLst>
                </p14:cNvPr>
                <p14:cNvContentPartPr/>
                <p14:nvPr/>
              </p14:nvContentPartPr>
              <p14:xfrm>
                <a:off x="6795573" y="3183747"/>
                <a:ext cx="219960" cy="450720"/>
              </p14:xfrm>
            </p:contentPart>
          </mc:Choice>
          <mc:Fallback>
            <p:pic>
              <p:nvPicPr>
                <p:cNvPr id="169" name="Ink 168">
                  <a:extLst>
                    <a:ext uri="{FF2B5EF4-FFF2-40B4-BE49-F238E27FC236}">
                      <a16:creationId xmlns:a16="http://schemas.microsoft.com/office/drawing/2014/main" id="{BE3903F5-CC2C-E8CE-5976-CB1A9A6E813D}"/>
                    </a:ext>
                  </a:extLst>
                </p:cNvPr>
                <p:cNvPicPr/>
                <p:nvPr/>
              </p:nvPicPr>
              <p:blipFill>
                <a:blip r:embed="rId241"/>
                <a:stretch>
                  <a:fillRect/>
                </a:stretch>
              </p:blipFill>
              <p:spPr>
                <a:xfrm>
                  <a:off x="6791253" y="3179427"/>
                  <a:ext cx="228600" cy="4593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9" name="Ink 148">
                  <a:extLst>
                    <a:ext uri="{FF2B5EF4-FFF2-40B4-BE49-F238E27FC236}">
                      <a16:creationId xmlns:a16="http://schemas.microsoft.com/office/drawing/2014/main" id="{290853C3-4EDD-6857-758A-8FB42D2C8523}"/>
                    </a:ext>
                  </a:extLst>
                </p14:cNvPr>
                <p14:cNvContentPartPr/>
                <p14:nvPr/>
              </p14:nvContentPartPr>
              <p14:xfrm>
                <a:off x="3094413" y="3438627"/>
                <a:ext cx="22680" cy="126360"/>
              </p14:xfrm>
            </p:contentPart>
          </mc:Choice>
          <mc:Fallback>
            <p:pic>
              <p:nvPicPr>
                <p:cNvPr id="149" name="Ink 148">
                  <a:extLst>
                    <a:ext uri="{FF2B5EF4-FFF2-40B4-BE49-F238E27FC236}">
                      <a16:creationId xmlns:a16="http://schemas.microsoft.com/office/drawing/2014/main" id="{290853C3-4EDD-6857-758A-8FB42D2C8523}"/>
                    </a:ext>
                  </a:extLst>
                </p:cNvPr>
                <p:cNvPicPr/>
                <p:nvPr/>
              </p:nvPicPr>
              <p:blipFill>
                <a:blip r:embed="rId243"/>
                <a:stretch>
                  <a:fillRect/>
                </a:stretch>
              </p:blipFill>
              <p:spPr>
                <a:xfrm>
                  <a:off x="3090093" y="3434307"/>
                  <a:ext cx="313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50" name="Ink 149">
                  <a:extLst>
                    <a:ext uri="{FF2B5EF4-FFF2-40B4-BE49-F238E27FC236}">
                      <a16:creationId xmlns:a16="http://schemas.microsoft.com/office/drawing/2014/main" id="{022C4730-7DAD-2454-D072-86E2E8A21BA5}"/>
                    </a:ext>
                  </a:extLst>
                </p14:cNvPr>
                <p14:cNvContentPartPr/>
                <p14:nvPr/>
              </p14:nvContentPartPr>
              <p14:xfrm>
                <a:off x="3095853" y="3247827"/>
                <a:ext cx="38520" cy="60120"/>
              </p14:xfrm>
            </p:contentPart>
          </mc:Choice>
          <mc:Fallback>
            <p:pic>
              <p:nvPicPr>
                <p:cNvPr id="150" name="Ink 149">
                  <a:extLst>
                    <a:ext uri="{FF2B5EF4-FFF2-40B4-BE49-F238E27FC236}">
                      <a16:creationId xmlns:a16="http://schemas.microsoft.com/office/drawing/2014/main" id="{022C4730-7DAD-2454-D072-86E2E8A21BA5}"/>
                    </a:ext>
                  </a:extLst>
                </p:cNvPr>
                <p:cNvPicPr/>
                <p:nvPr/>
              </p:nvPicPr>
              <p:blipFill>
                <a:blip r:embed="rId245"/>
                <a:stretch>
                  <a:fillRect/>
                </a:stretch>
              </p:blipFill>
              <p:spPr>
                <a:xfrm>
                  <a:off x="3091533" y="3243507"/>
                  <a:ext cx="4716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1" name="Ink 150">
                  <a:extLst>
                    <a:ext uri="{FF2B5EF4-FFF2-40B4-BE49-F238E27FC236}">
                      <a16:creationId xmlns:a16="http://schemas.microsoft.com/office/drawing/2014/main" id="{6AB9BD02-6C2F-E13C-4CAA-8BAF53F2FD94}"/>
                    </a:ext>
                  </a:extLst>
                </p14:cNvPr>
                <p14:cNvContentPartPr/>
                <p14:nvPr/>
              </p14:nvContentPartPr>
              <p14:xfrm>
                <a:off x="3233373" y="3251427"/>
                <a:ext cx="121320" cy="488880"/>
              </p14:xfrm>
            </p:contentPart>
          </mc:Choice>
          <mc:Fallback>
            <p:pic>
              <p:nvPicPr>
                <p:cNvPr id="151" name="Ink 150">
                  <a:extLst>
                    <a:ext uri="{FF2B5EF4-FFF2-40B4-BE49-F238E27FC236}">
                      <a16:creationId xmlns:a16="http://schemas.microsoft.com/office/drawing/2014/main" id="{6AB9BD02-6C2F-E13C-4CAA-8BAF53F2FD94}"/>
                    </a:ext>
                  </a:extLst>
                </p:cNvPr>
                <p:cNvPicPr/>
                <p:nvPr/>
              </p:nvPicPr>
              <p:blipFill>
                <a:blip r:embed="rId247"/>
                <a:stretch>
                  <a:fillRect/>
                </a:stretch>
              </p:blipFill>
              <p:spPr>
                <a:xfrm>
                  <a:off x="3229053" y="3247107"/>
                  <a:ext cx="12996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2" name="Ink 151">
                  <a:extLst>
                    <a:ext uri="{FF2B5EF4-FFF2-40B4-BE49-F238E27FC236}">
                      <a16:creationId xmlns:a16="http://schemas.microsoft.com/office/drawing/2014/main" id="{66A6046D-F2A5-FE4A-5DE0-3F1BFDE15CB1}"/>
                    </a:ext>
                  </a:extLst>
                </p14:cNvPr>
                <p14:cNvContentPartPr/>
                <p14:nvPr/>
              </p14:nvContentPartPr>
              <p14:xfrm>
                <a:off x="3175773" y="3575067"/>
                <a:ext cx="99720" cy="22680"/>
              </p14:xfrm>
            </p:contentPart>
          </mc:Choice>
          <mc:Fallback>
            <p:pic>
              <p:nvPicPr>
                <p:cNvPr id="152" name="Ink 151">
                  <a:extLst>
                    <a:ext uri="{FF2B5EF4-FFF2-40B4-BE49-F238E27FC236}">
                      <a16:creationId xmlns:a16="http://schemas.microsoft.com/office/drawing/2014/main" id="{66A6046D-F2A5-FE4A-5DE0-3F1BFDE15CB1}"/>
                    </a:ext>
                  </a:extLst>
                </p:cNvPr>
                <p:cNvPicPr/>
                <p:nvPr/>
              </p:nvPicPr>
              <p:blipFill>
                <a:blip r:embed="rId249"/>
                <a:stretch>
                  <a:fillRect/>
                </a:stretch>
              </p:blipFill>
              <p:spPr>
                <a:xfrm>
                  <a:off x="3171453" y="3570747"/>
                  <a:ext cx="1083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4" name="Ink 153">
                  <a:extLst>
                    <a:ext uri="{FF2B5EF4-FFF2-40B4-BE49-F238E27FC236}">
                      <a16:creationId xmlns:a16="http://schemas.microsoft.com/office/drawing/2014/main" id="{3B418E55-427B-8DD3-660F-342C6AF52905}"/>
                    </a:ext>
                  </a:extLst>
                </p14:cNvPr>
                <p14:cNvContentPartPr/>
                <p14:nvPr/>
              </p14:nvContentPartPr>
              <p14:xfrm>
                <a:off x="3669333" y="3467427"/>
                <a:ext cx="190080" cy="84960"/>
              </p14:xfrm>
            </p:contentPart>
          </mc:Choice>
          <mc:Fallback>
            <p:pic>
              <p:nvPicPr>
                <p:cNvPr id="154" name="Ink 153">
                  <a:extLst>
                    <a:ext uri="{FF2B5EF4-FFF2-40B4-BE49-F238E27FC236}">
                      <a16:creationId xmlns:a16="http://schemas.microsoft.com/office/drawing/2014/main" id="{3B418E55-427B-8DD3-660F-342C6AF52905}"/>
                    </a:ext>
                  </a:extLst>
                </p:cNvPr>
                <p:cNvPicPr/>
                <p:nvPr/>
              </p:nvPicPr>
              <p:blipFill>
                <a:blip r:embed="rId251"/>
                <a:stretch>
                  <a:fillRect/>
                </a:stretch>
              </p:blipFill>
              <p:spPr>
                <a:xfrm>
                  <a:off x="3665013" y="3463107"/>
                  <a:ext cx="19872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5" name="Ink 154">
                  <a:extLst>
                    <a:ext uri="{FF2B5EF4-FFF2-40B4-BE49-F238E27FC236}">
                      <a16:creationId xmlns:a16="http://schemas.microsoft.com/office/drawing/2014/main" id="{EE0C4B97-D8E1-8661-5F80-4E0320E4A529}"/>
                    </a:ext>
                  </a:extLst>
                </p14:cNvPr>
                <p14:cNvContentPartPr/>
                <p14:nvPr/>
              </p14:nvContentPartPr>
              <p14:xfrm>
                <a:off x="4005933" y="3245667"/>
                <a:ext cx="188280" cy="365400"/>
              </p14:xfrm>
            </p:contentPart>
          </mc:Choice>
          <mc:Fallback>
            <p:pic>
              <p:nvPicPr>
                <p:cNvPr id="155" name="Ink 154">
                  <a:extLst>
                    <a:ext uri="{FF2B5EF4-FFF2-40B4-BE49-F238E27FC236}">
                      <a16:creationId xmlns:a16="http://schemas.microsoft.com/office/drawing/2014/main" id="{EE0C4B97-D8E1-8661-5F80-4E0320E4A529}"/>
                    </a:ext>
                  </a:extLst>
                </p:cNvPr>
                <p:cNvPicPr/>
                <p:nvPr/>
              </p:nvPicPr>
              <p:blipFill>
                <a:blip r:embed="rId253"/>
                <a:stretch>
                  <a:fillRect/>
                </a:stretch>
              </p:blipFill>
              <p:spPr>
                <a:xfrm>
                  <a:off x="4001613" y="3241347"/>
                  <a:ext cx="196920" cy="3740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6" name="Ink 155">
                  <a:extLst>
                    <a:ext uri="{FF2B5EF4-FFF2-40B4-BE49-F238E27FC236}">
                      <a16:creationId xmlns:a16="http://schemas.microsoft.com/office/drawing/2014/main" id="{0E546B01-97D5-0C06-5C40-68428686DE9C}"/>
                    </a:ext>
                  </a:extLst>
                </p14:cNvPr>
                <p14:cNvContentPartPr/>
                <p14:nvPr/>
              </p14:nvContentPartPr>
              <p14:xfrm>
                <a:off x="4201053" y="3443667"/>
                <a:ext cx="140040" cy="354960"/>
              </p14:xfrm>
            </p:contentPart>
          </mc:Choice>
          <mc:Fallback>
            <p:pic>
              <p:nvPicPr>
                <p:cNvPr id="156" name="Ink 155">
                  <a:extLst>
                    <a:ext uri="{FF2B5EF4-FFF2-40B4-BE49-F238E27FC236}">
                      <a16:creationId xmlns:a16="http://schemas.microsoft.com/office/drawing/2014/main" id="{0E546B01-97D5-0C06-5C40-68428686DE9C}"/>
                    </a:ext>
                  </a:extLst>
                </p:cNvPr>
                <p:cNvPicPr/>
                <p:nvPr/>
              </p:nvPicPr>
              <p:blipFill>
                <a:blip r:embed="rId255"/>
                <a:stretch>
                  <a:fillRect/>
                </a:stretch>
              </p:blipFill>
              <p:spPr>
                <a:xfrm>
                  <a:off x="4196733" y="3439347"/>
                  <a:ext cx="148680" cy="36360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7" name="Ink 156">
                  <a:extLst>
                    <a:ext uri="{FF2B5EF4-FFF2-40B4-BE49-F238E27FC236}">
                      <a16:creationId xmlns:a16="http://schemas.microsoft.com/office/drawing/2014/main" id="{ECC3903F-D51F-78C7-B10F-4F238B2F4836}"/>
                    </a:ext>
                  </a:extLst>
                </p14:cNvPr>
                <p14:cNvContentPartPr/>
                <p14:nvPr/>
              </p14:nvContentPartPr>
              <p14:xfrm>
                <a:off x="4330653" y="3328107"/>
                <a:ext cx="4680" cy="17640"/>
              </p14:xfrm>
            </p:contentPart>
          </mc:Choice>
          <mc:Fallback>
            <p:pic>
              <p:nvPicPr>
                <p:cNvPr id="157" name="Ink 156">
                  <a:extLst>
                    <a:ext uri="{FF2B5EF4-FFF2-40B4-BE49-F238E27FC236}">
                      <a16:creationId xmlns:a16="http://schemas.microsoft.com/office/drawing/2014/main" id="{ECC3903F-D51F-78C7-B10F-4F238B2F4836}"/>
                    </a:ext>
                  </a:extLst>
                </p:cNvPr>
                <p:cNvPicPr/>
                <p:nvPr/>
              </p:nvPicPr>
              <p:blipFill>
                <a:blip r:embed="rId257"/>
                <a:stretch>
                  <a:fillRect/>
                </a:stretch>
              </p:blipFill>
              <p:spPr>
                <a:xfrm>
                  <a:off x="4326333" y="3323787"/>
                  <a:ext cx="1332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8" name="Ink 157">
                  <a:extLst>
                    <a:ext uri="{FF2B5EF4-FFF2-40B4-BE49-F238E27FC236}">
                      <a16:creationId xmlns:a16="http://schemas.microsoft.com/office/drawing/2014/main" id="{D7C21929-0FCD-4841-BE2D-7AF173893BDD}"/>
                    </a:ext>
                  </a:extLst>
                </p14:cNvPr>
                <p14:cNvContentPartPr/>
                <p14:nvPr/>
              </p14:nvContentPartPr>
              <p14:xfrm>
                <a:off x="4462053" y="3275907"/>
                <a:ext cx="157680" cy="318960"/>
              </p14:xfrm>
            </p:contentPart>
          </mc:Choice>
          <mc:Fallback>
            <p:pic>
              <p:nvPicPr>
                <p:cNvPr id="158" name="Ink 157">
                  <a:extLst>
                    <a:ext uri="{FF2B5EF4-FFF2-40B4-BE49-F238E27FC236}">
                      <a16:creationId xmlns:a16="http://schemas.microsoft.com/office/drawing/2014/main" id="{D7C21929-0FCD-4841-BE2D-7AF173893BDD}"/>
                    </a:ext>
                  </a:extLst>
                </p:cNvPr>
                <p:cNvPicPr/>
                <p:nvPr/>
              </p:nvPicPr>
              <p:blipFill>
                <a:blip r:embed="rId259"/>
                <a:stretch>
                  <a:fillRect/>
                </a:stretch>
              </p:blipFill>
              <p:spPr>
                <a:xfrm>
                  <a:off x="4457733" y="3271587"/>
                  <a:ext cx="16632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73" name="Ink 172">
                  <a:extLst>
                    <a:ext uri="{FF2B5EF4-FFF2-40B4-BE49-F238E27FC236}">
                      <a16:creationId xmlns:a16="http://schemas.microsoft.com/office/drawing/2014/main" id="{E215C567-DA1A-CD5F-9EAF-F519C240A27B}"/>
                    </a:ext>
                  </a:extLst>
                </p14:cNvPr>
                <p14:cNvContentPartPr/>
                <p14:nvPr/>
              </p14:nvContentPartPr>
              <p14:xfrm>
                <a:off x="3423453" y="3251067"/>
                <a:ext cx="182520" cy="533160"/>
              </p14:xfrm>
            </p:contentPart>
          </mc:Choice>
          <mc:Fallback>
            <p:pic>
              <p:nvPicPr>
                <p:cNvPr id="173" name="Ink 172">
                  <a:extLst>
                    <a:ext uri="{FF2B5EF4-FFF2-40B4-BE49-F238E27FC236}">
                      <a16:creationId xmlns:a16="http://schemas.microsoft.com/office/drawing/2014/main" id="{E215C567-DA1A-CD5F-9EAF-F519C240A27B}"/>
                    </a:ext>
                  </a:extLst>
                </p:cNvPr>
                <p:cNvPicPr/>
                <p:nvPr/>
              </p:nvPicPr>
              <p:blipFill>
                <a:blip r:embed="rId261"/>
                <a:stretch>
                  <a:fillRect/>
                </a:stretch>
              </p:blipFill>
              <p:spPr>
                <a:xfrm>
                  <a:off x="3419133" y="3246747"/>
                  <a:ext cx="191160" cy="5418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75" name="Ink 174">
                  <a:extLst>
                    <a:ext uri="{FF2B5EF4-FFF2-40B4-BE49-F238E27FC236}">
                      <a16:creationId xmlns:a16="http://schemas.microsoft.com/office/drawing/2014/main" id="{93954D93-1190-0DF0-2A53-DF6275338CFC}"/>
                    </a:ext>
                  </a:extLst>
                </p14:cNvPr>
                <p14:cNvContentPartPr/>
                <p14:nvPr/>
              </p14:nvContentPartPr>
              <p14:xfrm>
                <a:off x="7265013" y="3180147"/>
                <a:ext cx="186480" cy="466200"/>
              </p14:xfrm>
            </p:contentPart>
          </mc:Choice>
          <mc:Fallback>
            <p:pic>
              <p:nvPicPr>
                <p:cNvPr id="175" name="Ink 174">
                  <a:extLst>
                    <a:ext uri="{FF2B5EF4-FFF2-40B4-BE49-F238E27FC236}">
                      <a16:creationId xmlns:a16="http://schemas.microsoft.com/office/drawing/2014/main" id="{93954D93-1190-0DF0-2A53-DF6275338CFC}"/>
                    </a:ext>
                  </a:extLst>
                </p:cNvPr>
                <p:cNvPicPr/>
                <p:nvPr/>
              </p:nvPicPr>
              <p:blipFill>
                <a:blip r:embed="rId263"/>
                <a:stretch>
                  <a:fillRect/>
                </a:stretch>
              </p:blipFill>
              <p:spPr>
                <a:xfrm>
                  <a:off x="7260693" y="3175827"/>
                  <a:ext cx="195120" cy="47484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76" name="Ink 175">
                  <a:extLst>
                    <a:ext uri="{FF2B5EF4-FFF2-40B4-BE49-F238E27FC236}">
                      <a16:creationId xmlns:a16="http://schemas.microsoft.com/office/drawing/2014/main" id="{DE0E6C53-8A1F-EE69-A3E2-54FF182BCBCE}"/>
                    </a:ext>
                  </a:extLst>
                </p14:cNvPr>
                <p14:cNvContentPartPr/>
                <p14:nvPr/>
              </p14:nvContentPartPr>
              <p14:xfrm>
                <a:off x="3971373" y="3947307"/>
                <a:ext cx="174600" cy="183600"/>
              </p14:xfrm>
            </p:contentPart>
          </mc:Choice>
          <mc:Fallback>
            <p:pic>
              <p:nvPicPr>
                <p:cNvPr id="176" name="Ink 175">
                  <a:extLst>
                    <a:ext uri="{FF2B5EF4-FFF2-40B4-BE49-F238E27FC236}">
                      <a16:creationId xmlns:a16="http://schemas.microsoft.com/office/drawing/2014/main" id="{DE0E6C53-8A1F-EE69-A3E2-54FF182BCBCE}"/>
                    </a:ext>
                  </a:extLst>
                </p:cNvPr>
                <p:cNvPicPr/>
                <p:nvPr/>
              </p:nvPicPr>
              <p:blipFill>
                <a:blip r:embed="rId265"/>
                <a:stretch>
                  <a:fillRect/>
                </a:stretch>
              </p:blipFill>
              <p:spPr>
                <a:xfrm>
                  <a:off x="3967053" y="3942987"/>
                  <a:ext cx="1832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77" name="Ink 176">
                  <a:extLst>
                    <a:ext uri="{FF2B5EF4-FFF2-40B4-BE49-F238E27FC236}">
                      <a16:creationId xmlns:a16="http://schemas.microsoft.com/office/drawing/2014/main" id="{00D7956C-03B4-0CD1-08C2-241FEEF3CC4F}"/>
                    </a:ext>
                  </a:extLst>
                </p14:cNvPr>
                <p14:cNvContentPartPr/>
                <p14:nvPr/>
              </p14:nvContentPartPr>
              <p14:xfrm>
                <a:off x="4186293" y="3967467"/>
                <a:ext cx="249480" cy="68760"/>
              </p14:xfrm>
            </p:contentPart>
          </mc:Choice>
          <mc:Fallback>
            <p:pic>
              <p:nvPicPr>
                <p:cNvPr id="177" name="Ink 176">
                  <a:extLst>
                    <a:ext uri="{FF2B5EF4-FFF2-40B4-BE49-F238E27FC236}">
                      <a16:creationId xmlns:a16="http://schemas.microsoft.com/office/drawing/2014/main" id="{00D7956C-03B4-0CD1-08C2-241FEEF3CC4F}"/>
                    </a:ext>
                  </a:extLst>
                </p:cNvPr>
                <p:cNvPicPr/>
                <p:nvPr/>
              </p:nvPicPr>
              <p:blipFill>
                <a:blip r:embed="rId267"/>
                <a:stretch>
                  <a:fillRect/>
                </a:stretch>
              </p:blipFill>
              <p:spPr>
                <a:xfrm>
                  <a:off x="4181973" y="3963147"/>
                  <a:ext cx="25812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78" name="Ink 177">
                  <a:extLst>
                    <a:ext uri="{FF2B5EF4-FFF2-40B4-BE49-F238E27FC236}">
                      <a16:creationId xmlns:a16="http://schemas.microsoft.com/office/drawing/2014/main" id="{DA846451-18C6-7D90-A73D-B477A6D78DFC}"/>
                    </a:ext>
                  </a:extLst>
                </p14:cNvPr>
                <p14:cNvContentPartPr/>
                <p14:nvPr/>
              </p14:nvContentPartPr>
              <p14:xfrm>
                <a:off x="4477893" y="3932187"/>
                <a:ext cx="131040" cy="104400"/>
              </p14:xfrm>
            </p:contentPart>
          </mc:Choice>
          <mc:Fallback>
            <p:pic>
              <p:nvPicPr>
                <p:cNvPr id="178" name="Ink 177">
                  <a:extLst>
                    <a:ext uri="{FF2B5EF4-FFF2-40B4-BE49-F238E27FC236}">
                      <a16:creationId xmlns:a16="http://schemas.microsoft.com/office/drawing/2014/main" id="{DA846451-18C6-7D90-A73D-B477A6D78DFC}"/>
                    </a:ext>
                  </a:extLst>
                </p:cNvPr>
                <p:cNvPicPr/>
                <p:nvPr/>
              </p:nvPicPr>
              <p:blipFill>
                <a:blip r:embed="rId269"/>
                <a:stretch>
                  <a:fillRect/>
                </a:stretch>
              </p:blipFill>
              <p:spPr>
                <a:xfrm>
                  <a:off x="4473573" y="3927867"/>
                  <a:ext cx="13968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79" name="Ink 178">
                  <a:extLst>
                    <a:ext uri="{FF2B5EF4-FFF2-40B4-BE49-F238E27FC236}">
                      <a16:creationId xmlns:a16="http://schemas.microsoft.com/office/drawing/2014/main" id="{DA37D92E-95C3-DD23-98EE-2610E91D40DF}"/>
                    </a:ext>
                  </a:extLst>
                </p14:cNvPr>
                <p14:cNvContentPartPr/>
                <p14:nvPr/>
              </p14:nvContentPartPr>
              <p14:xfrm>
                <a:off x="4716573" y="3781707"/>
                <a:ext cx="55800" cy="233280"/>
              </p14:xfrm>
            </p:contentPart>
          </mc:Choice>
          <mc:Fallback>
            <p:pic>
              <p:nvPicPr>
                <p:cNvPr id="179" name="Ink 178">
                  <a:extLst>
                    <a:ext uri="{FF2B5EF4-FFF2-40B4-BE49-F238E27FC236}">
                      <a16:creationId xmlns:a16="http://schemas.microsoft.com/office/drawing/2014/main" id="{DA37D92E-95C3-DD23-98EE-2610E91D40DF}"/>
                    </a:ext>
                  </a:extLst>
                </p:cNvPr>
                <p:cNvPicPr/>
                <p:nvPr/>
              </p:nvPicPr>
              <p:blipFill>
                <a:blip r:embed="rId271"/>
                <a:stretch>
                  <a:fillRect/>
                </a:stretch>
              </p:blipFill>
              <p:spPr>
                <a:xfrm>
                  <a:off x="4712253" y="3777387"/>
                  <a:ext cx="644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80" name="Ink 179">
                  <a:extLst>
                    <a:ext uri="{FF2B5EF4-FFF2-40B4-BE49-F238E27FC236}">
                      <a16:creationId xmlns:a16="http://schemas.microsoft.com/office/drawing/2014/main" id="{A84CF604-7F21-B621-6630-ED9C57CD3287}"/>
                    </a:ext>
                  </a:extLst>
                </p14:cNvPr>
                <p14:cNvContentPartPr/>
                <p14:nvPr/>
              </p14:nvContentPartPr>
              <p14:xfrm>
                <a:off x="4822413" y="3802947"/>
                <a:ext cx="76320" cy="231480"/>
              </p14:xfrm>
            </p:contentPart>
          </mc:Choice>
          <mc:Fallback>
            <p:pic>
              <p:nvPicPr>
                <p:cNvPr id="180" name="Ink 179">
                  <a:extLst>
                    <a:ext uri="{FF2B5EF4-FFF2-40B4-BE49-F238E27FC236}">
                      <a16:creationId xmlns:a16="http://schemas.microsoft.com/office/drawing/2014/main" id="{A84CF604-7F21-B621-6630-ED9C57CD3287}"/>
                    </a:ext>
                  </a:extLst>
                </p:cNvPr>
                <p:cNvPicPr/>
                <p:nvPr/>
              </p:nvPicPr>
              <p:blipFill>
                <a:blip r:embed="rId273"/>
                <a:stretch>
                  <a:fillRect/>
                </a:stretch>
              </p:blipFill>
              <p:spPr>
                <a:xfrm>
                  <a:off x="4818093" y="3798627"/>
                  <a:ext cx="8496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81" name="Ink 180">
                  <a:extLst>
                    <a:ext uri="{FF2B5EF4-FFF2-40B4-BE49-F238E27FC236}">
                      <a16:creationId xmlns:a16="http://schemas.microsoft.com/office/drawing/2014/main" id="{E3F1D25C-4E40-3F13-F0D6-F69F32485056}"/>
                    </a:ext>
                  </a:extLst>
                </p14:cNvPr>
                <p14:cNvContentPartPr/>
                <p14:nvPr/>
              </p14:nvContentPartPr>
              <p14:xfrm>
                <a:off x="4868493" y="3921387"/>
                <a:ext cx="110160" cy="94320"/>
              </p14:xfrm>
            </p:contentPart>
          </mc:Choice>
          <mc:Fallback>
            <p:pic>
              <p:nvPicPr>
                <p:cNvPr id="181" name="Ink 180">
                  <a:extLst>
                    <a:ext uri="{FF2B5EF4-FFF2-40B4-BE49-F238E27FC236}">
                      <a16:creationId xmlns:a16="http://schemas.microsoft.com/office/drawing/2014/main" id="{E3F1D25C-4E40-3F13-F0D6-F69F32485056}"/>
                    </a:ext>
                  </a:extLst>
                </p:cNvPr>
                <p:cNvPicPr/>
                <p:nvPr/>
              </p:nvPicPr>
              <p:blipFill>
                <a:blip r:embed="rId275"/>
                <a:stretch>
                  <a:fillRect/>
                </a:stretch>
              </p:blipFill>
              <p:spPr>
                <a:xfrm>
                  <a:off x="4864173" y="3917067"/>
                  <a:ext cx="11880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82" name="Ink 181">
                  <a:extLst>
                    <a:ext uri="{FF2B5EF4-FFF2-40B4-BE49-F238E27FC236}">
                      <a16:creationId xmlns:a16="http://schemas.microsoft.com/office/drawing/2014/main" id="{8800921C-ADC3-C9C6-FB1B-197A7A920492}"/>
                    </a:ext>
                  </a:extLst>
                </p14:cNvPr>
                <p14:cNvContentPartPr/>
                <p14:nvPr/>
              </p14:nvContentPartPr>
              <p14:xfrm>
                <a:off x="5019693" y="3876747"/>
                <a:ext cx="103680" cy="145800"/>
              </p14:xfrm>
            </p:contentPart>
          </mc:Choice>
          <mc:Fallback>
            <p:pic>
              <p:nvPicPr>
                <p:cNvPr id="182" name="Ink 181">
                  <a:extLst>
                    <a:ext uri="{FF2B5EF4-FFF2-40B4-BE49-F238E27FC236}">
                      <a16:creationId xmlns:a16="http://schemas.microsoft.com/office/drawing/2014/main" id="{8800921C-ADC3-C9C6-FB1B-197A7A920492}"/>
                    </a:ext>
                  </a:extLst>
                </p:cNvPr>
                <p:cNvPicPr/>
                <p:nvPr/>
              </p:nvPicPr>
              <p:blipFill>
                <a:blip r:embed="rId277"/>
                <a:stretch>
                  <a:fillRect/>
                </a:stretch>
              </p:blipFill>
              <p:spPr>
                <a:xfrm>
                  <a:off x="5015373" y="3872427"/>
                  <a:ext cx="1123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83" name="Ink 182">
                  <a:extLst>
                    <a:ext uri="{FF2B5EF4-FFF2-40B4-BE49-F238E27FC236}">
                      <a16:creationId xmlns:a16="http://schemas.microsoft.com/office/drawing/2014/main" id="{1E8720C1-A1E5-FA9D-DC96-09F17AC852DE}"/>
                    </a:ext>
                  </a:extLst>
                </p14:cNvPr>
                <p14:cNvContentPartPr/>
                <p14:nvPr/>
              </p14:nvContentPartPr>
              <p14:xfrm>
                <a:off x="5193933" y="3804027"/>
                <a:ext cx="54360" cy="217080"/>
              </p14:xfrm>
            </p:contentPart>
          </mc:Choice>
          <mc:Fallback>
            <p:pic>
              <p:nvPicPr>
                <p:cNvPr id="183" name="Ink 182">
                  <a:extLst>
                    <a:ext uri="{FF2B5EF4-FFF2-40B4-BE49-F238E27FC236}">
                      <a16:creationId xmlns:a16="http://schemas.microsoft.com/office/drawing/2014/main" id="{1E8720C1-A1E5-FA9D-DC96-09F17AC852DE}"/>
                    </a:ext>
                  </a:extLst>
                </p:cNvPr>
                <p:cNvPicPr/>
                <p:nvPr/>
              </p:nvPicPr>
              <p:blipFill>
                <a:blip r:embed="rId279"/>
                <a:stretch>
                  <a:fillRect/>
                </a:stretch>
              </p:blipFill>
              <p:spPr>
                <a:xfrm>
                  <a:off x="5189613" y="3799707"/>
                  <a:ext cx="6300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84" name="Ink 183">
                  <a:extLst>
                    <a:ext uri="{FF2B5EF4-FFF2-40B4-BE49-F238E27FC236}">
                      <a16:creationId xmlns:a16="http://schemas.microsoft.com/office/drawing/2014/main" id="{B8A3853E-BEA6-85B3-07A5-49BD12EF3074}"/>
                    </a:ext>
                  </a:extLst>
                </p14:cNvPr>
                <p14:cNvContentPartPr/>
                <p14:nvPr/>
              </p14:nvContentPartPr>
              <p14:xfrm>
                <a:off x="5177733" y="3899067"/>
                <a:ext cx="131760" cy="2520"/>
              </p14:xfrm>
            </p:contentPart>
          </mc:Choice>
          <mc:Fallback>
            <p:pic>
              <p:nvPicPr>
                <p:cNvPr id="184" name="Ink 183">
                  <a:extLst>
                    <a:ext uri="{FF2B5EF4-FFF2-40B4-BE49-F238E27FC236}">
                      <a16:creationId xmlns:a16="http://schemas.microsoft.com/office/drawing/2014/main" id="{B8A3853E-BEA6-85B3-07A5-49BD12EF3074}"/>
                    </a:ext>
                  </a:extLst>
                </p:cNvPr>
                <p:cNvPicPr/>
                <p:nvPr/>
              </p:nvPicPr>
              <p:blipFill>
                <a:blip r:embed="rId281"/>
                <a:stretch>
                  <a:fillRect/>
                </a:stretch>
              </p:blipFill>
              <p:spPr>
                <a:xfrm>
                  <a:off x="5173413" y="3894747"/>
                  <a:ext cx="14040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85" name="Ink 184">
                  <a:extLst>
                    <a:ext uri="{FF2B5EF4-FFF2-40B4-BE49-F238E27FC236}">
                      <a16:creationId xmlns:a16="http://schemas.microsoft.com/office/drawing/2014/main" id="{A2E59546-A5F2-FCCF-D21F-2B2E823E1466}"/>
                    </a:ext>
                  </a:extLst>
                </p14:cNvPr>
                <p14:cNvContentPartPr/>
                <p14:nvPr/>
              </p14:nvContentPartPr>
              <p14:xfrm>
                <a:off x="5425773" y="3888627"/>
                <a:ext cx="168480" cy="12240"/>
              </p14:xfrm>
            </p:contentPart>
          </mc:Choice>
          <mc:Fallback>
            <p:pic>
              <p:nvPicPr>
                <p:cNvPr id="185" name="Ink 184">
                  <a:extLst>
                    <a:ext uri="{FF2B5EF4-FFF2-40B4-BE49-F238E27FC236}">
                      <a16:creationId xmlns:a16="http://schemas.microsoft.com/office/drawing/2014/main" id="{A2E59546-A5F2-FCCF-D21F-2B2E823E1466}"/>
                    </a:ext>
                  </a:extLst>
                </p:cNvPr>
                <p:cNvPicPr/>
                <p:nvPr/>
              </p:nvPicPr>
              <p:blipFill>
                <a:blip r:embed="rId283"/>
                <a:stretch>
                  <a:fillRect/>
                </a:stretch>
              </p:blipFill>
              <p:spPr>
                <a:xfrm>
                  <a:off x="5421453" y="3884307"/>
                  <a:ext cx="1771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86" name="Ink 185">
                  <a:extLst>
                    <a:ext uri="{FF2B5EF4-FFF2-40B4-BE49-F238E27FC236}">
                      <a16:creationId xmlns:a16="http://schemas.microsoft.com/office/drawing/2014/main" id="{EFD27085-C088-9DD2-110C-FB9BA00671CE}"/>
                    </a:ext>
                  </a:extLst>
                </p14:cNvPr>
                <p14:cNvContentPartPr/>
                <p14:nvPr/>
              </p14:nvContentPartPr>
              <p14:xfrm>
                <a:off x="5448093" y="3967827"/>
                <a:ext cx="183240" cy="10080"/>
              </p14:xfrm>
            </p:contentPart>
          </mc:Choice>
          <mc:Fallback>
            <p:pic>
              <p:nvPicPr>
                <p:cNvPr id="186" name="Ink 185">
                  <a:extLst>
                    <a:ext uri="{FF2B5EF4-FFF2-40B4-BE49-F238E27FC236}">
                      <a16:creationId xmlns:a16="http://schemas.microsoft.com/office/drawing/2014/main" id="{EFD27085-C088-9DD2-110C-FB9BA00671CE}"/>
                    </a:ext>
                  </a:extLst>
                </p:cNvPr>
                <p:cNvPicPr/>
                <p:nvPr/>
              </p:nvPicPr>
              <p:blipFill>
                <a:blip r:embed="rId285"/>
                <a:stretch>
                  <a:fillRect/>
                </a:stretch>
              </p:blipFill>
              <p:spPr>
                <a:xfrm>
                  <a:off x="5443773" y="3963507"/>
                  <a:ext cx="19188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87" name="Ink 186">
                  <a:extLst>
                    <a:ext uri="{FF2B5EF4-FFF2-40B4-BE49-F238E27FC236}">
                      <a16:creationId xmlns:a16="http://schemas.microsoft.com/office/drawing/2014/main" id="{49D5D2C3-2D3C-626F-7702-D78011244D0D}"/>
                    </a:ext>
                  </a:extLst>
                </p14:cNvPr>
                <p14:cNvContentPartPr/>
                <p14:nvPr/>
              </p14:nvContentPartPr>
              <p14:xfrm>
                <a:off x="5912133" y="3843627"/>
                <a:ext cx="207000" cy="171360"/>
              </p14:xfrm>
            </p:contentPart>
          </mc:Choice>
          <mc:Fallback>
            <p:pic>
              <p:nvPicPr>
                <p:cNvPr id="187" name="Ink 186">
                  <a:extLst>
                    <a:ext uri="{FF2B5EF4-FFF2-40B4-BE49-F238E27FC236}">
                      <a16:creationId xmlns:a16="http://schemas.microsoft.com/office/drawing/2014/main" id="{49D5D2C3-2D3C-626F-7702-D78011244D0D}"/>
                    </a:ext>
                  </a:extLst>
                </p:cNvPr>
                <p:cNvPicPr/>
                <p:nvPr/>
              </p:nvPicPr>
              <p:blipFill>
                <a:blip r:embed="rId287"/>
                <a:stretch>
                  <a:fillRect/>
                </a:stretch>
              </p:blipFill>
              <p:spPr>
                <a:xfrm>
                  <a:off x="5907813" y="3839307"/>
                  <a:ext cx="2156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88" name="Ink 187">
                  <a:extLst>
                    <a:ext uri="{FF2B5EF4-FFF2-40B4-BE49-F238E27FC236}">
                      <a16:creationId xmlns:a16="http://schemas.microsoft.com/office/drawing/2014/main" id="{5D53CB80-1674-741D-2DC5-39FDA0CB15C9}"/>
                    </a:ext>
                  </a:extLst>
                </p14:cNvPr>
                <p14:cNvContentPartPr/>
                <p14:nvPr/>
              </p14:nvContentPartPr>
              <p14:xfrm>
                <a:off x="6244413" y="3724827"/>
                <a:ext cx="205200" cy="355680"/>
              </p14:xfrm>
            </p:contentPart>
          </mc:Choice>
          <mc:Fallback>
            <p:pic>
              <p:nvPicPr>
                <p:cNvPr id="188" name="Ink 187">
                  <a:extLst>
                    <a:ext uri="{FF2B5EF4-FFF2-40B4-BE49-F238E27FC236}">
                      <a16:creationId xmlns:a16="http://schemas.microsoft.com/office/drawing/2014/main" id="{5D53CB80-1674-741D-2DC5-39FDA0CB15C9}"/>
                    </a:ext>
                  </a:extLst>
                </p:cNvPr>
                <p:cNvPicPr/>
                <p:nvPr/>
              </p:nvPicPr>
              <p:blipFill>
                <a:blip r:embed="rId289"/>
                <a:stretch>
                  <a:fillRect/>
                </a:stretch>
              </p:blipFill>
              <p:spPr>
                <a:xfrm>
                  <a:off x="6240093" y="3720507"/>
                  <a:ext cx="21384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89" name="Ink 188">
                  <a:extLst>
                    <a:ext uri="{FF2B5EF4-FFF2-40B4-BE49-F238E27FC236}">
                      <a16:creationId xmlns:a16="http://schemas.microsoft.com/office/drawing/2014/main" id="{0A5C2FEC-181C-FF97-D166-BF1BAECA33A5}"/>
                    </a:ext>
                  </a:extLst>
                </p14:cNvPr>
                <p14:cNvContentPartPr/>
                <p14:nvPr/>
              </p14:nvContentPartPr>
              <p14:xfrm>
                <a:off x="6396333" y="3980427"/>
                <a:ext cx="143280" cy="280440"/>
              </p14:xfrm>
            </p:contentPart>
          </mc:Choice>
          <mc:Fallback>
            <p:pic>
              <p:nvPicPr>
                <p:cNvPr id="189" name="Ink 188">
                  <a:extLst>
                    <a:ext uri="{FF2B5EF4-FFF2-40B4-BE49-F238E27FC236}">
                      <a16:creationId xmlns:a16="http://schemas.microsoft.com/office/drawing/2014/main" id="{0A5C2FEC-181C-FF97-D166-BF1BAECA33A5}"/>
                    </a:ext>
                  </a:extLst>
                </p:cNvPr>
                <p:cNvPicPr/>
                <p:nvPr/>
              </p:nvPicPr>
              <p:blipFill>
                <a:blip r:embed="rId291"/>
                <a:stretch>
                  <a:fillRect/>
                </a:stretch>
              </p:blipFill>
              <p:spPr>
                <a:xfrm>
                  <a:off x="6392013" y="3976107"/>
                  <a:ext cx="15192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90" name="Ink 189">
                  <a:extLst>
                    <a:ext uri="{FF2B5EF4-FFF2-40B4-BE49-F238E27FC236}">
                      <a16:creationId xmlns:a16="http://schemas.microsoft.com/office/drawing/2014/main" id="{543246D5-5C97-B5F9-FEFB-EE4435ECA2A5}"/>
                    </a:ext>
                  </a:extLst>
                </p14:cNvPr>
                <p14:cNvContentPartPr/>
                <p14:nvPr/>
              </p14:nvContentPartPr>
              <p14:xfrm>
                <a:off x="6537813" y="3852267"/>
                <a:ext cx="37800" cy="12240"/>
              </p14:xfrm>
            </p:contentPart>
          </mc:Choice>
          <mc:Fallback>
            <p:pic>
              <p:nvPicPr>
                <p:cNvPr id="190" name="Ink 189">
                  <a:extLst>
                    <a:ext uri="{FF2B5EF4-FFF2-40B4-BE49-F238E27FC236}">
                      <a16:creationId xmlns:a16="http://schemas.microsoft.com/office/drawing/2014/main" id="{543246D5-5C97-B5F9-FEFB-EE4435ECA2A5}"/>
                    </a:ext>
                  </a:extLst>
                </p:cNvPr>
                <p:cNvPicPr/>
                <p:nvPr/>
              </p:nvPicPr>
              <p:blipFill>
                <a:blip r:embed="rId293"/>
                <a:stretch>
                  <a:fillRect/>
                </a:stretch>
              </p:blipFill>
              <p:spPr>
                <a:xfrm>
                  <a:off x="6533493" y="3847947"/>
                  <a:ext cx="464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91" name="Ink 190">
                  <a:extLst>
                    <a:ext uri="{FF2B5EF4-FFF2-40B4-BE49-F238E27FC236}">
                      <a16:creationId xmlns:a16="http://schemas.microsoft.com/office/drawing/2014/main" id="{EF125D21-BB35-E50C-549A-2923478EB856}"/>
                    </a:ext>
                  </a:extLst>
                </p14:cNvPr>
                <p14:cNvContentPartPr/>
                <p14:nvPr/>
              </p14:nvContentPartPr>
              <p14:xfrm>
                <a:off x="6679293" y="3730227"/>
                <a:ext cx="178920" cy="318600"/>
              </p14:xfrm>
            </p:contentPart>
          </mc:Choice>
          <mc:Fallback>
            <p:pic>
              <p:nvPicPr>
                <p:cNvPr id="191" name="Ink 190">
                  <a:extLst>
                    <a:ext uri="{FF2B5EF4-FFF2-40B4-BE49-F238E27FC236}">
                      <a16:creationId xmlns:a16="http://schemas.microsoft.com/office/drawing/2014/main" id="{EF125D21-BB35-E50C-549A-2923478EB856}"/>
                    </a:ext>
                  </a:extLst>
                </p:cNvPr>
                <p:cNvPicPr/>
                <p:nvPr/>
              </p:nvPicPr>
              <p:blipFill>
                <a:blip r:embed="rId295"/>
                <a:stretch>
                  <a:fillRect/>
                </a:stretch>
              </p:blipFill>
              <p:spPr>
                <a:xfrm>
                  <a:off x="6674973" y="3725907"/>
                  <a:ext cx="18756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92" name="Ink 191">
                  <a:extLst>
                    <a:ext uri="{FF2B5EF4-FFF2-40B4-BE49-F238E27FC236}">
                      <a16:creationId xmlns:a16="http://schemas.microsoft.com/office/drawing/2014/main" id="{0D3B38F8-7AA5-C219-40B7-DFBDA3B75EA1}"/>
                    </a:ext>
                  </a:extLst>
                </p14:cNvPr>
                <p14:cNvContentPartPr/>
                <p14:nvPr/>
              </p14:nvContentPartPr>
              <p14:xfrm>
                <a:off x="6982413" y="3905547"/>
                <a:ext cx="3600" cy="17640"/>
              </p14:xfrm>
            </p:contentPart>
          </mc:Choice>
          <mc:Fallback>
            <p:pic>
              <p:nvPicPr>
                <p:cNvPr id="192" name="Ink 191">
                  <a:extLst>
                    <a:ext uri="{FF2B5EF4-FFF2-40B4-BE49-F238E27FC236}">
                      <a16:creationId xmlns:a16="http://schemas.microsoft.com/office/drawing/2014/main" id="{0D3B38F8-7AA5-C219-40B7-DFBDA3B75EA1}"/>
                    </a:ext>
                  </a:extLst>
                </p:cNvPr>
                <p:cNvPicPr/>
                <p:nvPr/>
              </p:nvPicPr>
              <p:blipFill>
                <a:blip r:embed="rId297"/>
                <a:stretch>
                  <a:fillRect/>
                </a:stretch>
              </p:blipFill>
              <p:spPr>
                <a:xfrm>
                  <a:off x="6978093" y="3901227"/>
                  <a:ext cx="1224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93" name="Ink 192">
                  <a:extLst>
                    <a:ext uri="{FF2B5EF4-FFF2-40B4-BE49-F238E27FC236}">
                      <a16:creationId xmlns:a16="http://schemas.microsoft.com/office/drawing/2014/main" id="{7CAB0F00-773D-A826-27BF-D14BEFB358F9}"/>
                    </a:ext>
                  </a:extLst>
                </p14:cNvPr>
                <p14:cNvContentPartPr/>
                <p14:nvPr/>
              </p14:nvContentPartPr>
              <p14:xfrm>
                <a:off x="6845973" y="4050987"/>
                <a:ext cx="164880" cy="197280"/>
              </p14:xfrm>
            </p:contentPart>
          </mc:Choice>
          <mc:Fallback>
            <p:pic>
              <p:nvPicPr>
                <p:cNvPr id="193" name="Ink 192">
                  <a:extLst>
                    <a:ext uri="{FF2B5EF4-FFF2-40B4-BE49-F238E27FC236}">
                      <a16:creationId xmlns:a16="http://schemas.microsoft.com/office/drawing/2014/main" id="{7CAB0F00-773D-A826-27BF-D14BEFB358F9}"/>
                    </a:ext>
                  </a:extLst>
                </p:cNvPr>
                <p:cNvPicPr/>
                <p:nvPr/>
              </p:nvPicPr>
              <p:blipFill>
                <a:blip r:embed="rId299"/>
                <a:stretch>
                  <a:fillRect/>
                </a:stretch>
              </p:blipFill>
              <p:spPr>
                <a:xfrm>
                  <a:off x="6841653" y="4046667"/>
                  <a:ext cx="17352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96" name="Ink 195">
                  <a:extLst>
                    <a:ext uri="{FF2B5EF4-FFF2-40B4-BE49-F238E27FC236}">
                      <a16:creationId xmlns:a16="http://schemas.microsoft.com/office/drawing/2014/main" id="{3BB95F3F-EC9D-3782-4170-2772EE4B5D35}"/>
                    </a:ext>
                  </a:extLst>
                </p14:cNvPr>
                <p14:cNvContentPartPr/>
                <p14:nvPr/>
              </p14:nvContentPartPr>
              <p14:xfrm>
                <a:off x="2543613" y="2454387"/>
                <a:ext cx="14400" cy="106200"/>
              </p14:xfrm>
            </p:contentPart>
          </mc:Choice>
          <mc:Fallback>
            <p:pic>
              <p:nvPicPr>
                <p:cNvPr id="196" name="Ink 195">
                  <a:extLst>
                    <a:ext uri="{FF2B5EF4-FFF2-40B4-BE49-F238E27FC236}">
                      <a16:creationId xmlns:a16="http://schemas.microsoft.com/office/drawing/2014/main" id="{3BB95F3F-EC9D-3782-4170-2772EE4B5D35}"/>
                    </a:ext>
                  </a:extLst>
                </p:cNvPr>
                <p:cNvPicPr/>
                <p:nvPr/>
              </p:nvPicPr>
              <p:blipFill>
                <a:blip r:embed="rId301"/>
                <a:stretch>
                  <a:fillRect/>
                </a:stretch>
              </p:blipFill>
              <p:spPr>
                <a:xfrm>
                  <a:off x="2539293" y="2450067"/>
                  <a:ext cx="230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97" name="Ink 196">
                  <a:extLst>
                    <a:ext uri="{FF2B5EF4-FFF2-40B4-BE49-F238E27FC236}">
                      <a16:creationId xmlns:a16="http://schemas.microsoft.com/office/drawing/2014/main" id="{211127C6-B334-08D1-9B73-6DC5DC9CBB1F}"/>
                    </a:ext>
                  </a:extLst>
                </p14:cNvPr>
                <p14:cNvContentPartPr/>
                <p14:nvPr/>
              </p14:nvContentPartPr>
              <p14:xfrm>
                <a:off x="2557653" y="2362587"/>
                <a:ext cx="7920" cy="25920"/>
              </p14:xfrm>
            </p:contentPart>
          </mc:Choice>
          <mc:Fallback>
            <p:pic>
              <p:nvPicPr>
                <p:cNvPr id="197" name="Ink 196">
                  <a:extLst>
                    <a:ext uri="{FF2B5EF4-FFF2-40B4-BE49-F238E27FC236}">
                      <a16:creationId xmlns:a16="http://schemas.microsoft.com/office/drawing/2014/main" id="{211127C6-B334-08D1-9B73-6DC5DC9CBB1F}"/>
                    </a:ext>
                  </a:extLst>
                </p:cNvPr>
                <p:cNvPicPr/>
                <p:nvPr/>
              </p:nvPicPr>
              <p:blipFill>
                <a:blip r:embed="rId303"/>
                <a:stretch>
                  <a:fillRect/>
                </a:stretch>
              </p:blipFill>
              <p:spPr>
                <a:xfrm>
                  <a:off x="2553333" y="2358267"/>
                  <a:ext cx="1656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99" name="Ink 198">
                  <a:extLst>
                    <a:ext uri="{FF2B5EF4-FFF2-40B4-BE49-F238E27FC236}">
                      <a16:creationId xmlns:a16="http://schemas.microsoft.com/office/drawing/2014/main" id="{0360421C-E292-AB24-C8F8-C7A4C9ED513A}"/>
                    </a:ext>
                  </a:extLst>
                </p14:cNvPr>
                <p14:cNvContentPartPr/>
                <p14:nvPr/>
              </p14:nvContentPartPr>
              <p14:xfrm>
                <a:off x="2669973" y="2414787"/>
                <a:ext cx="74520" cy="68760"/>
              </p14:xfrm>
            </p:contentPart>
          </mc:Choice>
          <mc:Fallback>
            <p:pic>
              <p:nvPicPr>
                <p:cNvPr id="199" name="Ink 198">
                  <a:extLst>
                    <a:ext uri="{FF2B5EF4-FFF2-40B4-BE49-F238E27FC236}">
                      <a16:creationId xmlns:a16="http://schemas.microsoft.com/office/drawing/2014/main" id="{0360421C-E292-AB24-C8F8-C7A4C9ED513A}"/>
                    </a:ext>
                  </a:extLst>
                </p:cNvPr>
                <p:cNvPicPr/>
                <p:nvPr/>
              </p:nvPicPr>
              <p:blipFill>
                <a:blip r:embed="rId305"/>
                <a:stretch>
                  <a:fillRect/>
                </a:stretch>
              </p:blipFill>
              <p:spPr>
                <a:xfrm>
                  <a:off x="2665653" y="2410467"/>
                  <a:ext cx="8316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200" name="Ink 199">
                  <a:extLst>
                    <a:ext uri="{FF2B5EF4-FFF2-40B4-BE49-F238E27FC236}">
                      <a16:creationId xmlns:a16="http://schemas.microsoft.com/office/drawing/2014/main" id="{E6F9ABEB-C6F6-3383-9245-46FCE498CD5A}"/>
                    </a:ext>
                  </a:extLst>
                </p14:cNvPr>
                <p14:cNvContentPartPr/>
                <p14:nvPr/>
              </p14:nvContentPartPr>
              <p14:xfrm>
                <a:off x="2865453" y="2335947"/>
                <a:ext cx="34560" cy="173880"/>
              </p14:xfrm>
            </p:contentPart>
          </mc:Choice>
          <mc:Fallback>
            <p:pic>
              <p:nvPicPr>
                <p:cNvPr id="200" name="Ink 199">
                  <a:extLst>
                    <a:ext uri="{FF2B5EF4-FFF2-40B4-BE49-F238E27FC236}">
                      <a16:creationId xmlns:a16="http://schemas.microsoft.com/office/drawing/2014/main" id="{E6F9ABEB-C6F6-3383-9245-46FCE498CD5A}"/>
                    </a:ext>
                  </a:extLst>
                </p:cNvPr>
                <p:cNvPicPr/>
                <p:nvPr/>
              </p:nvPicPr>
              <p:blipFill>
                <a:blip r:embed="rId307"/>
                <a:stretch>
                  <a:fillRect/>
                </a:stretch>
              </p:blipFill>
              <p:spPr>
                <a:xfrm>
                  <a:off x="2861133" y="2331627"/>
                  <a:ext cx="4320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201" name="Ink 200">
                  <a:extLst>
                    <a:ext uri="{FF2B5EF4-FFF2-40B4-BE49-F238E27FC236}">
                      <a16:creationId xmlns:a16="http://schemas.microsoft.com/office/drawing/2014/main" id="{4392FC7D-C586-965C-7FF1-E7962BD0BF91}"/>
                    </a:ext>
                  </a:extLst>
                </p14:cNvPr>
                <p14:cNvContentPartPr/>
                <p14:nvPr/>
              </p14:nvContentPartPr>
              <p14:xfrm>
                <a:off x="2845293" y="2419107"/>
                <a:ext cx="107280" cy="7920"/>
              </p14:xfrm>
            </p:contentPart>
          </mc:Choice>
          <mc:Fallback>
            <p:pic>
              <p:nvPicPr>
                <p:cNvPr id="201" name="Ink 200">
                  <a:extLst>
                    <a:ext uri="{FF2B5EF4-FFF2-40B4-BE49-F238E27FC236}">
                      <a16:creationId xmlns:a16="http://schemas.microsoft.com/office/drawing/2014/main" id="{4392FC7D-C586-965C-7FF1-E7962BD0BF91}"/>
                    </a:ext>
                  </a:extLst>
                </p:cNvPr>
                <p:cNvPicPr/>
                <p:nvPr/>
              </p:nvPicPr>
              <p:blipFill>
                <a:blip r:embed="rId309"/>
                <a:stretch>
                  <a:fillRect/>
                </a:stretch>
              </p:blipFill>
              <p:spPr>
                <a:xfrm>
                  <a:off x="2840973" y="2414787"/>
                  <a:ext cx="11592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202" name="Ink 201">
                  <a:extLst>
                    <a:ext uri="{FF2B5EF4-FFF2-40B4-BE49-F238E27FC236}">
                      <a16:creationId xmlns:a16="http://schemas.microsoft.com/office/drawing/2014/main" id="{26EE0A5D-D45F-F0D9-4AA5-498D561E9882}"/>
                    </a:ext>
                  </a:extLst>
                </p14:cNvPr>
                <p14:cNvContentPartPr/>
                <p14:nvPr/>
              </p14:nvContentPartPr>
              <p14:xfrm>
                <a:off x="3309333" y="2424507"/>
                <a:ext cx="47520" cy="190800"/>
              </p14:xfrm>
            </p:contentPart>
          </mc:Choice>
          <mc:Fallback>
            <p:pic>
              <p:nvPicPr>
                <p:cNvPr id="202" name="Ink 201">
                  <a:extLst>
                    <a:ext uri="{FF2B5EF4-FFF2-40B4-BE49-F238E27FC236}">
                      <a16:creationId xmlns:a16="http://schemas.microsoft.com/office/drawing/2014/main" id="{26EE0A5D-D45F-F0D9-4AA5-498D561E9882}"/>
                    </a:ext>
                  </a:extLst>
                </p:cNvPr>
                <p:cNvPicPr/>
                <p:nvPr/>
              </p:nvPicPr>
              <p:blipFill>
                <a:blip r:embed="rId311"/>
                <a:stretch>
                  <a:fillRect/>
                </a:stretch>
              </p:blipFill>
              <p:spPr>
                <a:xfrm>
                  <a:off x="3305013" y="2420187"/>
                  <a:ext cx="561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03" name="Ink 202">
                  <a:extLst>
                    <a:ext uri="{FF2B5EF4-FFF2-40B4-BE49-F238E27FC236}">
                      <a16:creationId xmlns:a16="http://schemas.microsoft.com/office/drawing/2014/main" id="{B55BE5A8-37D1-01BD-E674-431FB10C49CF}"/>
                    </a:ext>
                  </a:extLst>
                </p14:cNvPr>
                <p14:cNvContentPartPr/>
                <p14:nvPr/>
              </p14:nvContentPartPr>
              <p14:xfrm>
                <a:off x="3377733" y="2377707"/>
                <a:ext cx="79200" cy="59040"/>
              </p14:xfrm>
            </p:contentPart>
          </mc:Choice>
          <mc:Fallback>
            <p:pic>
              <p:nvPicPr>
                <p:cNvPr id="203" name="Ink 202">
                  <a:extLst>
                    <a:ext uri="{FF2B5EF4-FFF2-40B4-BE49-F238E27FC236}">
                      <a16:creationId xmlns:a16="http://schemas.microsoft.com/office/drawing/2014/main" id="{B55BE5A8-37D1-01BD-E674-431FB10C49CF}"/>
                    </a:ext>
                  </a:extLst>
                </p:cNvPr>
                <p:cNvPicPr/>
                <p:nvPr/>
              </p:nvPicPr>
              <p:blipFill>
                <a:blip r:embed="rId313"/>
                <a:stretch>
                  <a:fillRect/>
                </a:stretch>
              </p:blipFill>
              <p:spPr>
                <a:xfrm>
                  <a:off x="3373413" y="2373387"/>
                  <a:ext cx="8784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04" name="Ink 203">
                  <a:extLst>
                    <a:ext uri="{FF2B5EF4-FFF2-40B4-BE49-F238E27FC236}">
                      <a16:creationId xmlns:a16="http://schemas.microsoft.com/office/drawing/2014/main" id="{3180032D-ED1F-3C4C-16E9-6DA91FC5C7BE}"/>
                    </a:ext>
                  </a:extLst>
                </p14:cNvPr>
                <p14:cNvContentPartPr/>
                <p14:nvPr/>
              </p14:nvContentPartPr>
              <p14:xfrm>
                <a:off x="3478893" y="2378427"/>
                <a:ext cx="64800" cy="81360"/>
              </p14:xfrm>
            </p:contentPart>
          </mc:Choice>
          <mc:Fallback>
            <p:pic>
              <p:nvPicPr>
                <p:cNvPr id="204" name="Ink 203">
                  <a:extLst>
                    <a:ext uri="{FF2B5EF4-FFF2-40B4-BE49-F238E27FC236}">
                      <a16:creationId xmlns:a16="http://schemas.microsoft.com/office/drawing/2014/main" id="{3180032D-ED1F-3C4C-16E9-6DA91FC5C7BE}"/>
                    </a:ext>
                  </a:extLst>
                </p:cNvPr>
                <p:cNvPicPr/>
                <p:nvPr/>
              </p:nvPicPr>
              <p:blipFill>
                <a:blip r:embed="rId315"/>
                <a:stretch>
                  <a:fillRect/>
                </a:stretch>
              </p:blipFill>
              <p:spPr>
                <a:xfrm>
                  <a:off x="3474573" y="2374107"/>
                  <a:ext cx="734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05" name="Ink 204">
                  <a:extLst>
                    <a:ext uri="{FF2B5EF4-FFF2-40B4-BE49-F238E27FC236}">
                      <a16:creationId xmlns:a16="http://schemas.microsoft.com/office/drawing/2014/main" id="{9297A2A2-898E-44DD-AE88-9504876E3958}"/>
                    </a:ext>
                  </a:extLst>
                </p14:cNvPr>
                <p14:cNvContentPartPr/>
                <p14:nvPr/>
              </p14:nvContentPartPr>
              <p14:xfrm>
                <a:off x="3595893" y="2384907"/>
                <a:ext cx="69840" cy="96480"/>
              </p14:xfrm>
            </p:contentPart>
          </mc:Choice>
          <mc:Fallback>
            <p:pic>
              <p:nvPicPr>
                <p:cNvPr id="205" name="Ink 204">
                  <a:extLst>
                    <a:ext uri="{FF2B5EF4-FFF2-40B4-BE49-F238E27FC236}">
                      <a16:creationId xmlns:a16="http://schemas.microsoft.com/office/drawing/2014/main" id="{9297A2A2-898E-44DD-AE88-9504876E3958}"/>
                    </a:ext>
                  </a:extLst>
                </p:cNvPr>
                <p:cNvPicPr/>
                <p:nvPr/>
              </p:nvPicPr>
              <p:blipFill>
                <a:blip r:embed="rId317"/>
                <a:stretch>
                  <a:fillRect/>
                </a:stretch>
              </p:blipFill>
              <p:spPr>
                <a:xfrm>
                  <a:off x="3591573" y="2380587"/>
                  <a:ext cx="7848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06" name="Ink 205">
                  <a:extLst>
                    <a:ext uri="{FF2B5EF4-FFF2-40B4-BE49-F238E27FC236}">
                      <a16:creationId xmlns:a16="http://schemas.microsoft.com/office/drawing/2014/main" id="{EC9F74E8-198D-4D3B-7D9E-3901593755DD}"/>
                    </a:ext>
                  </a:extLst>
                </p14:cNvPr>
                <p14:cNvContentPartPr/>
                <p14:nvPr/>
              </p14:nvContentPartPr>
              <p14:xfrm>
                <a:off x="3744573" y="2397867"/>
                <a:ext cx="5760" cy="66600"/>
              </p14:xfrm>
            </p:contentPart>
          </mc:Choice>
          <mc:Fallback>
            <p:pic>
              <p:nvPicPr>
                <p:cNvPr id="206" name="Ink 205">
                  <a:extLst>
                    <a:ext uri="{FF2B5EF4-FFF2-40B4-BE49-F238E27FC236}">
                      <a16:creationId xmlns:a16="http://schemas.microsoft.com/office/drawing/2014/main" id="{EC9F74E8-198D-4D3B-7D9E-3901593755DD}"/>
                    </a:ext>
                  </a:extLst>
                </p:cNvPr>
                <p:cNvPicPr/>
                <p:nvPr/>
              </p:nvPicPr>
              <p:blipFill>
                <a:blip r:embed="rId319"/>
                <a:stretch>
                  <a:fillRect/>
                </a:stretch>
              </p:blipFill>
              <p:spPr>
                <a:xfrm>
                  <a:off x="3740253" y="2393547"/>
                  <a:ext cx="1440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07" name="Ink 206">
                  <a:extLst>
                    <a:ext uri="{FF2B5EF4-FFF2-40B4-BE49-F238E27FC236}">
                      <a16:creationId xmlns:a16="http://schemas.microsoft.com/office/drawing/2014/main" id="{DC3B5312-6CD5-9601-2F9A-C28DCF340A4A}"/>
                    </a:ext>
                  </a:extLst>
                </p14:cNvPr>
                <p14:cNvContentPartPr/>
                <p14:nvPr/>
              </p14:nvContentPartPr>
              <p14:xfrm>
                <a:off x="3783093" y="2310027"/>
                <a:ext cx="15480" cy="27000"/>
              </p14:xfrm>
            </p:contentPart>
          </mc:Choice>
          <mc:Fallback>
            <p:pic>
              <p:nvPicPr>
                <p:cNvPr id="207" name="Ink 206">
                  <a:extLst>
                    <a:ext uri="{FF2B5EF4-FFF2-40B4-BE49-F238E27FC236}">
                      <a16:creationId xmlns:a16="http://schemas.microsoft.com/office/drawing/2014/main" id="{DC3B5312-6CD5-9601-2F9A-C28DCF340A4A}"/>
                    </a:ext>
                  </a:extLst>
                </p:cNvPr>
                <p:cNvPicPr/>
                <p:nvPr/>
              </p:nvPicPr>
              <p:blipFill>
                <a:blip r:embed="rId321"/>
                <a:stretch>
                  <a:fillRect/>
                </a:stretch>
              </p:blipFill>
              <p:spPr>
                <a:xfrm>
                  <a:off x="3778773" y="2305707"/>
                  <a:ext cx="2412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08" name="Ink 207">
                  <a:extLst>
                    <a:ext uri="{FF2B5EF4-FFF2-40B4-BE49-F238E27FC236}">
                      <a16:creationId xmlns:a16="http://schemas.microsoft.com/office/drawing/2014/main" id="{69FF324E-3EE8-92F4-376D-9F152C36CE8C}"/>
                    </a:ext>
                  </a:extLst>
                </p14:cNvPr>
                <p14:cNvContentPartPr/>
                <p14:nvPr/>
              </p14:nvContentPartPr>
              <p14:xfrm>
                <a:off x="3957333" y="2345307"/>
                <a:ext cx="49680" cy="160920"/>
              </p14:xfrm>
            </p:contentPart>
          </mc:Choice>
          <mc:Fallback>
            <p:pic>
              <p:nvPicPr>
                <p:cNvPr id="208" name="Ink 207">
                  <a:extLst>
                    <a:ext uri="{FF2B5EF4-FFF2-40B4-BE49-F238E27FC236}">
                      <a16:creationId xmlns:a16="http://schemas.microsoft.com/office/drawing/2014/main" id="{69FF324E-3EE8-92F4-376D-9F152C36CE8C}"/>
                    </a:ext>
                  </a:extLst>
                </p:cNvPr>
                <p:cNvPicPr/>
                <p:nvPr/>
              </p:nvPicPr>
              <p:blipFill>
                <a:blip r:embed="rId323"/>
                <a:stretch>
                  <a:fillRect/>
                </a:stretch>
              </p:blipFill>
              <p:spPr>
                <a:xfrm>
                  <a:off x="3953013" y="2340987"/>
                  <a:ext cx="583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09" name="Ink 208">
                  <a:extLst>
                    <a:ext uri="{FF2B5EF4-FFF2-40B4-BE49-F238E27FC236}">
                      <a16:creationId xmlns:a16="http://schemas.microsoft.com/office/drawing/2014/main" id="{B90F4A85-9DBC-2FCA-EB76-C846CB1D1346}"/>
                    </a:ext>
                  </a:extLst>
                </p14:cNvPr>
                <p14:cNvContentPartPr/>
                <p14:nvPr/>
              </p14:nvContentPartPr>
              <p14:xfrm>
                <a:off x="3960573" y="2397867"/>
                <a:ext cx="174960" cy="83880"/>
              </p14:xfrm>
            </p:contentPart>
          </mc:Choice>
          <mc:Fallback>
            <p:pic>
              <p:nvPicPr>
                <p:cNvPr id="209" name="Ink 208">
                  <a:extLst>
                    <a:ext uri="{FF2B5EF4-FFF2-40B4-BE49-F238E27FC236}">
                      <a16:creationId xmlns:a16="http://schemas.microsoft.com/office/drawing/2014/main" id="{B90F4A85-9DBC-2FCA-EB76-C846CB1D1346}"/>
                    </a:ext>
                  </a:extLst>
                </p:cNvPr>
                <p:cNvPicPr/>
                <p:nvPr/>
              </p:nvPicPr>
              <p:blipFill>
                <a:blip r:embed="rId325"/>
                <a:stretch>
                  <a:fillRect/>
                </a:stretch>
              </p:blipFill>
              <p:spPr>
                <a:xfrm>
                  <a:off x="3956253" y="2393547"/>
                  <a:ext cx="18360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10" name="Ink 209">
                  <a:extLst>
                    <a:ext uri="{FF2B5EF4-FFF2-40B4-BE49-F238E27FC236}">
                      <a16:creationId xmlns:a16="http://schemas.microsoft.com/office/drawing/2014/main" id="{6057B501-890B-0AF4-A5CA-2F4F64406D98}"/>
                    </a:ext>
                  </a:extLst>
                </p14:cNvPr>
                <p14:cNvContentPartPr/>
                <p14:nvPr/>
              </p14:nvContentPartPr>
              <p14:xfrm>
                <a:off x="4165773" y="2315427"/>
                <a:ext cx="7920" cy="63360"/>
              </p14:xfrm>
            </p:contentPart>
          </mc:Choice>
          <mc:Fallback>
            <p:pic>
              <p:nvPicPr>
                <p:cNvPr id="210" name="Ink 209">
                  <a:extLst>
                    <a:ext uri="{FF2B5EF4-FFF2-40B4-BE49-F238E27FC236}">
                      <a16:creationId xmlns:a16="http://schemas.microsoft.com/office/drawing/2014/main" id="{6057B501-890B-0AF4-A5CA-2F4F64406D98}"/>
                    </a:ext>
                  </a:extLst>
                </p:cNvPr>
                <p:cNvPicPr/>
                <p:nvPr/>
              </p:nvPicPr>
              <p:blipFill>
                <a:blip r:embed="rId327"/>
                <a:stretch>
                  <a:fillRect/>
                </a:stretch>
              </p:blipFill>
              <p:spPr>
                <a:xfrm>
                  <a:off x="4161453" y="2311107"/>
                  <a:ext cx="165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11" name="Ink 210">
                  <a:extLst>
                    <a:ext uri="{FF2B5EF4-FFF2-40B4-BE49-F238E27FC236}">
                      <a16:creationId xmlns:a16="http://schemas.microsoft.com/office/drawing/2014/main" id="{B66DC856-DB7D-EBE6-4800-4FF18EA76A7F}"/>
                    </a:ext>
                  </a:extLst>
                </p14:cNvPr>
                <p14:cNvContentPartPr/>
                <p14:nvPr/>
              </p14:nvContentPartPr>
              <p14:xfrm>
                <a:off x="4239213" y="2387787"/>
                <a:ext cx="255240" cy="101160"/>
              </p14:xfrm>
            </p:contentPart>
          </mc:Choice>
          <mc:Fallback>
            <p:pic>
              <p:nvPicPr>
                <p:cNvPr id="211" name="Ink 210">
                  <a:extLst>
                    <a:ext uri="{FF2B5EF4-FFF2-40B4-BE49-F238E27FC236}">
                      <a16:creationId xmlns:a16="http://schemas.microsoft.com/office/drawing/2014/main" id="{B66DC856-DB7D-EBE6-4800-4FF18EA76A7F}"/>
                    </a:ext>
                  </a:extLst>
                </p:cNvPr>
                <p:cNvPicPr/>
                <p:nvPr/>
              </p:nvPicPr>
              <p:blipFill>
                <a:blip r:embed="rId329"/>
                <a:stretch>
                  <a:fillRect/>
                </a:stretch>
              </p:blipFill>
              <p:spPr>
                <a:xfrm>
                  <a:off x="4234893" y="2383467"/>
                  <a:ext cx="26388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12" name="Ink 211">
                  <a:extLst>
                    <a:ext uri="{FF2B5EF4-FFF2-40B4-BE49-F238E27FC236}">
                      <a16:creationId xmlns:a16="http://schemas.microsoft.com/office/drawing/2014/main" id="{035D7A4C-2778-4B6B-382B-22A95FB54D14}"/>
                    </a:ext>
                  </a:extLst>
                </p14:cNvPr>
                <p14:cNvContentPartPr/>
                <p14:nvPr/>
              </p14:nvContentPartPr>
              <p14:xfrm>
                <a:off x="4851573" y="2389947"/>
                <a:ext cx="162360" cy="21240"/>
              </p14:xfrm>
            </p:contentPart>
          </mc:Choice>
          <mc:Fallback>
            <p:pic>
              <p:nvPicPr>
                <p:cNvPr id="212" name="Ink 211">
                  <a:extLst>
                    <a:ext uri="{FF2B5EF4-FFF2-40B4-BE49-F238E27FC236}">
                      <a16:creationId xmlns:a16="http://schemas.microsoft.com/office/drawing/2014/main" id="{035D7A4C-2778-4B6B-382B-22A95FB54D14}"/>
                    </a:ext>
                  </a:extLst>
                </p:cNvPr>
                <p:cNvPicPr/>
                <p:nvPr/>
              </p:nvPicPr>
              <p:blipFill>
                <a:blip r:embed="rId331"/>
                <a:stretch>
                  <a:fillRect/>
                </a:stretch>
              </p:blipFill>
              <p:spPr>
                <a:xfrm>
                  <a:off x="4847253" y="2385627"/>
                  <a:ext cx="17100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13" name="Ink 212">
                  <a:extLst>
                    <a:ext uri="{FF2B5EF4-FFF2-40B4-BE49-F238E27FC236}">
                      <a16:creationId xmlns:a16="http://schemas.microsoft.com/office/drawing/2014/main" id="{A0DCA610-7A4E-22CB-F509-777D47DD337E}"/>
                    </a:ext>
                  </a:extLst>
                </p14:cNvPr>
                <p14:cNvContentPartPr/>
                <p14:nvPr/>
              </p14:nvContentPartPr>
              <p14:xfrm>
                <a:off x="4869573" y="2458707"/>
                <a:ext cx="135000" cy="2520"/>
              </p14:xfrm>
            </p:contentPart>
          </mc:Choice>
          <mc:Fallback>
            <p:pic>
              <p:nvPicPr>
                <p:cNvPr id="213" name="Ink 212">
                  <a:extLst>
                    <a:ext uri="{FF2B5EF4-FFF2-40B4-BE49-F238E27FC236}">
                      <a16:creationId xmlns:a16="http://schemas.microsoft.com/office/drawing/2014/main" id="{A0DCA610-7A4E-22CB-F509-777D47DD337E}"/>
                    </a:ext>
                  </a:extLst>
                </p:cNvPr>
                <p:cNvPicPr/>
                <p:nvPr/>
              </p:nvPicPr>
              <p:blipFill>
                <a:blip r:embed="rId333"/>
                <a:stretch>
                  <a:fillRect/>
                </a:stretch>
              </p:blipFill>
              <p:spPr>
                <a:xfrm>
                  <a:off x="4865253" y="2454387"/>
                  <a:ext cx="14364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14" name="Ink 213">
                  <a:extLst>
                    <a:ext uri="{FF2B5EF4-FFF2-40B4-BE49-F238E27FC236}">
                      <a16:creationId xmlns:a16="http://schemas.microsoft.com/office/drawing/2014/main" id="{300443BB-B3B6-9179-53BC-68044F2A2B78}"/>
                    </a:ext>
                  </a:extLst>
                </p14:cNvPr>
                <p14:cNvContentPartPr/>
                <p14:nvPr/>
              </p14:nvContentPartPr>
              <p14:xfrm>
                <a:off x="5413893" y="2442867"/>
                <a:ext cx="172440" cy="85680"/>
              </p14:xfrm>
            </p:contentPart>
          </mc:Choice>
          <mc:Fallback>
            <p:pic>
              <p:nvPicPr>
                <p:cNvPr id="214" name="Ink 213">
                  <a:extLst>
                    <a:ext uri="{FF2B5EF4-FFF2-40B4-BE49-F238E27FC236}">
                      <a16:creationId xmlns:a16="http://schemas.microsoft.com/office/drawing/2014/main" id="{300443BB-B3B6-9179-53BC-68044F2A2B78}"/>
                    </a:ext>
                  </a:extLst>
                </p:cNvPr>
                <p:cNvPicPr/>
                <p:nvPr/>
              </p:nvPicPr>
              <p:blipFill>
                <a:blip r:embed="rId335"/>
                <a:stretch>
                  <a:fillRect/>
                </a:stretch>
              </p:blipFill>
              <p:spPr>
                <a:xfrm>
                  <a:off x="5409573" y="2438547"/>
                  <a:ext cx="18108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15" name="Ink 214">
                  <a:extLst>
                    <a:ext uri="{FF2B5EF4-FFF2-40B4-BE49-F238E27FC236}">
                      <a16:creationId xmlns:a16="http://schemas.microsoft.com/office/drawing/2014/main" id="{04C161DE-F55A-2F32-3653-5A704D4DDC8B}"/>
                    </a:ext>
                  </a:extLst>
                </p14:cNvPr>
                <p14:cNvContentPartPr/>
                <p14:nvPr/>
              </p14:nvContentPartPr>
              <p14:xfrm>
                <a:off x="5550693" y="2357187"/>
                <a:ext cx="26280" cy="33480"/>
              </p14:xfrm>
            </p:contentPart>
          </mc:Choice>
          <mc:Fallback>
            <p:pic>
              <p:nvPicPr>
                <p:cNvPr id="215" name="Ink 214">
                  <a:extLst>
                    <a:ext uri="{FF2B5EF4-FFF2-40B4-BE49-F238E27FC236}">
                      <a16:creationId xmlns:a16="http://schemas.microsoft.com/office/drawing/2014/main" id="{04C161DE-F55A-2F32-3653-5A704D4DDC8B}"/>
                    </a:ext>
                  </a:extLst>
                </p:cNvPr>
                <p:cNvPicPr/>
                <p:nvPr/>
              </p:nvPicPr>
              <p:blipFill>
                <a:blip r:embed="rId337"/>
                <a:stretch>
                  <a:fillRect/>
                </a:stretch>
              </p:blipFill>
              <p:spPr>
                <a:xfrm>
                  <a:off x="5546373" y="2352867"/>
                  <a:ext cx="349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16" name="Ink 215">
                  <a:extLst>
                    <a:ext uri="{FF2B5EF4-FFF2-40B4-BE49-F238E27FC236}">
                      <a16:creationId xmlns:a16="http://schemas.microsoft.com/office/drawing/2014/main" id="{5A99BC0C-60EF-DFC4-499B-C52035DAA61C}"/>
                    </a:ext>
                  </a:extLst>
                </p14:cNvPr>
                <p14:cNvContentPartPr/>
                <p14:nvPr/>
              </p14:nvContentPartPr>
              <p14:xfrm>
                <a:off x="5713413" y="2442867"/>
                <a:ext cx="3600" cy="10080"/>
              </p14:xfrm>
            </p:contentPart>
          </mc:Choice>
          <mc:Fallback>
            <p:pic>
              <p:nvPicPr>
                <p:cNvPr id="216" name="Ink 215">
                  <a:extLst>
                    <a:ext uri="{FF2B5EF4-FFF2-40B4-BE49-F238E27FC236}">
                      <a16:creationId xmlns:a16="http://schemas.microsoft.com/office/drawing/2014/main" id="{5A99BC0C-60EF-DFC4-499B-C52035DAA61C}"/>
                    </a:ext>
                  </a:extLst>
                </p:cNvPr>
                <p:cNvPicPr/>
                <p:nvPr/>
              </p:nvPicPr>
              <p:blipFill>
                <a:blip r:embed="rId339"/>
                <a:stretch>
                  <a:fillRect/>
                </a:stretch>
              </p:blipFill>
              <p:spPr>
                <a:xfrm>
                  <a:off x="5709093" y="2438547"/>
                  <a:ext cx="1224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17" name="Ink 216">
                  <a:extLst>
                    <a:ext uri="{FF2B5EF4-FFF2-40B4-BE49-F238E27FC236}">
                      <a16:creationId xmlns:a16="http://schemas.microsoft.com/office/drawing/2014/main" id="{B1152EA9-DAF8-BF41-6D23-89B8CB59A036}"/>
                    </a:ext>
                  </a:extLst>
                </p14:cNvPr>
                <p14:cNvContentPartPr/>
                <p14:nvPr/>
              </p14:nvContentPartPr>
              <p14:xfrm>
                <a:off x="5606493" y="2520987"/>
                <a:ext cx="115920" cy="96480"/>
              </p14:xfrm>
            </p:contentPart>
          </mc:Choice>
          <mc:Fallback>
            <p:pic>
              <p:nvPicPr>
                <p:cNvPr id="217" name="Ink 216">
                  <a:extLst>
                    <a:ext uri="{FF2B5EF4-FFF2-40B4-BE49-F238E27FC236}">
                      <a16:creationId xmlns:a16="http://schemas.microsoft.com/office/drawing/2014/main" id="{B1152EA9-DAF8-BF41-6D23-89B8CB59A036}"/>
                    </a:ext>
                  </a:extLst>
                </p:cNvPr>
                <p:cNvPicPr/>
                <p:nvPr/>
              </p:nvPicPr>
              <p:blipFill>
                <a:blip r:embed="rId341"/>
                <a:stretch>
                  <a:fillRect/>
                </a:stretch>
              </p:blipFill>
              <p:spPr>
                <a:xfrm>
                  <a:off x="5602173" y="2516307"/>
                  <a:ext cx="124560" cy="105120"/>
                </a:xfrm>
                <a:prstGeom prst="rect">
                  <a:avLst/>
                </a:prstGeom>
              </p:spPr>
            </p:pic>
          </mc:Fallback>
        </mc:AlternateContent>
      </p:grpSp>
      <p:grpSp>
        <p:nvGrpSpPr>
          <p:cNvPr id="236" name="Group 235">
            <a:extLst>
              <a:ext uri="{FF2B5EF4-FFF2-40B4-BE49-F238E27FC236}">
                <a16:creationId xmlns:a16="http://schemas.microsoft.com/office/drawing/2014/main" id="{D9241AB0-A00D-17D7-187B-6ACEAB734C39}"/>
              </a:ext>
            </a:extLst>
          </p:cNvPr>
          <p:cNvGrpSpPr/>
          <p:nvPr/>
        </p:nvGrpSpPr>
        <p:grpSpPr>
          <a:xfrm>
            <a:off x="4006653" y="4263747"/>
            <a:ext cx="1393920" cy="519840"/>
            <a:chOff x="4006653" y="4263747"/>
            <a:chExt cx="1393920" cy="519840"/>
          </a:xfrm>
        </p:grpSpPr>
        <mc:AlternateContent xmlns:mc="http://schemas.openxmlformats.org/markup-compatibility/2006">
          <mc:Choice xmlns:p14="http://schemas.microsoft.com/office/powerpoint/2010/main" Requires="p14">
            <p:contentPart p14:bwMode="auto" r:id="rId342">
              <p14:nvContentPartPr>
                <p14:cNvPr id="221" name="Ink 220">
                  <a:extLst>
                    <a:ext uri="{FF2B5EF4-FFF2-40B4-BE49-F238E27FC236}">
                      <a16:creationId xmlns:a16="http://schemas.microsoft.com/office/drawing/2014/main" id="{0AE540CA-A7B8-79CD-AB08-1C0C6CE05B05}"/>
                    </a:ext>
                  </a:extLst>
                </p14:cNvPr>
                <p14:cNvContentPartPr/>
                <p14:nvPr/>
              </p14:nvContentPartPr>
              <p14:xfrm>
                <a:off x="4006653" y="4487307"/>
                <a:ext cx="67680" cy="296280"/>
              </p14:xfrm>
            </p:contentPart>
          </mc:Choice>
          <mc:Fallback>
            <p:pic>
              <p:nvPicPr>
                <p:cNvPr id="221" name="Ink 220">
                  <a:extLst>
                    <a:ext uri="{FF2B5EF4-FFF2-40B4-BE49-F238E27FC236}">
                      <a16:creationId xmlns:a16="http://schemas.microsoft.com/office/drawing/2014/main" id="{0AE540CA-A7B8-79CD-AB08-1C0C6CE05B05}"/>
                    </a:ext>
                  </a:extLst>
                </p:cNvPr>
                <p:cNvPicPr/>
                <p:nvPr/>
              </p:nvPicPr>
              <p:blipFill>
                <a:blip r:embed="rId343"/>
                <a:stretch>
                  <a:fillRect/>
                </a:stretch>
              </p:blipFill>
              <p:spPr>
                <a:xfrm>
                  <a:off x="4002333" y="4482987"/>
                  <a:ext cx="7632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22" name="Ink 221">
                  <a:extLst>
                    <a:ext uri="{FF2B5EF4-FFF2-40B4-BE49-F238E27FC236}">
                      <a16:creationId xmlns:a16="http://schemas.microsoft.com/office/drawing/2014/main" id="{A07AC49A-821D-82F3-31D4-301C6D346C67}"/>
                    </a:ext>
                  </a:extLst>
                </p14:cNvPr>
                <p14:cNvContentPartPr/>
                <p14:nvPr/>
              </p14:nvContentPartPr>
              <p14:xfrm>
                <a:off x="4114653" y="4432227"/>
                <a:ext cx="96480" cy="67320"/>
              </p14:xfrm>
            </p:contentPart>
          </mc:Choice>
          <mc:Fallback>
            <p:pic>
              <p:nvPicPr>
                <p:cNvPr id="222" name="Ink 221">
                  <a:extLst>
                    <a:ext uri="{FF2B5EF4-FFF2-40B4-BE49-F238E27FC236}">
                      <a16:creationId xmlns:a16="http://schemas.microsoft.com/office/drawing/2014/main" id="{A07AC49A-821D-82F3-31D4-301C6D346C67}"/>
                    </a:ext>
                  </a:extLst>
                </p:cNvPr>
                <p:cNvPicPr/>
                <p:nvPr/>
              </p:nvPicPr>
              <p:blipFill>
                <a:blip r:embed="rId345"/>
                <a:stretch>
                  <a:fillRect/>
                </a:stretch>
              </p:blipFill>
              <p:spPr>
                <a:xfrm>
                  <a:off x="4110333" y="4427907"/>
                  <a:ext cx="10512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23" name="Ink 222">
                  <a:extLst>
                    <a:ext uri="{FF2B5EF4-FFF2-40B4-BE49-F238E27FC236}">
                      <a16:creationId xmlns:a16="http://schemas.microsoft.com/office/drawing/2014/main" id="{FFA97258-5E95-3112-B8BE-9EFB2E935D87}"/>
                    </a:ext>
                  </a:extLst>
                </p14:cNvPr>
                <p14:cNvContentPartPr/>
                <p14:nvPr/>
              </p14:nvContentPartPr>
              <p14:xfrm>
                <a:off x="4287813" y="4394427"/>
                <a:ext cx="69840" cy="95760"/>
              </p14:xfrm>
            </p:contentPart>
          </mc:Choice>
          <mc:Fallback>
            <p:pic>
              <p:nvPicPr>
                <p:cNvPr id="223" name="Ink 222">
                  <a:extLst>
                    <a:ext uri="{FF2B5EF4-FFF2-40B4-BE49-F238E27FC236}">
                      <a16:creationId xmlns:a16="http://schemas.microsoft.com/office/drawing/2014/main" id="{FFA97258-5E95-3112-B8BE-9EFB2E935D87}"/>
                    </a:ext>
                  </a:extLst>
                </p:cNvPr>
                <p:cNvPicPr/>
                <p:nvPr/>
              </p:nvPicPr>
              <p:blipFill>
                <a:blip r:embed="rId347"/>
                <a:stretch>
                  <a:fillRect/>
                </a:stretch>
              </p:blipFill>
              <p:spPr>
                <a:xfrm>
                  <a:off x="4283493" y="4390107"/>
                  <a:ext cx="784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24" name="Ink 223">
                  <a:extLst>
                    <a:ext uri="{FF2B5EF4-FFF2-40B4-BE49-F238E27FC236}">
                      <a16:creationId xmlns:a16="http://schemas.microsoft.com/office/drawing/2014/main" id="{44F5C5B8-9D26-3401-59F9-E66233CC1EB7}"/>
                    </a:ext>
                  </a:extLst>
                </p14:cNvPr>
                <p14:cNvContentPartPr/>
                <p14:nvPr/>
              </p14:nvContentPartPr>
              <p14:xfrm>
                <a:off x="4493013" y="4392267"/>
                <a:ext cx="99720" cy="113040"/>
              </p14:xfrm>
            </p:contentPart>
          </mc:Choice>
          <mc:Fallback>
            <p:pic>
              <p:nvPicPr>
                <p:cNvPr id="224" name="Ink 223">
                  <a:extLst>
                    <a:ext uri="{FF2B5EF4-FFF2-40B4-BE49-F238E27FC236}">
                      <a16:creationId xmlns:a16="http://schemas.microsoft.com/office/drawing/2014/main" id="{44F5C5B8-9D26-3401-59F9-E66233CC1EB7}"/>
                    </a:ext>
                  </a:extLst>
                </p:cNvPr>
                <p:cNvPicPr/>
                <p:nvPr/>
              </p:nvPicPr>
              <p:blipFill>
                <a:blip r:embed="rId349"/>
                <a:stretch>
                  <a:fillRect/>
                </a:stretch>
              </p:blipFill>
              <p:spPr>
                <a:xfrm>
                  <a:off x="4488693" y="4387947"/>
                  <a:ext cx="1083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25" name="Ink 224">
                  <a:extLst>
                    <a:ext uri="{FF2B5EF4-FFF2-40B4-BE49-F238E27FC236}">
                      <a16:creationId xmlns:a16="http://schemas.microsoft.com/office/drawing/2014/main" id="{6CF1FC87-ED31-DC23-9EA3-A10B1DB95EC1}"/>
                    </a:ext>
                  </a:extLst>
                </p14:cNvPr>
                <p14:cNvContentPartPr/>
                <p14:nvPr/>
              </p14:nvContentPartPr>
              <p14:xfrm>
                <a:off x="4678053" y="4411347"/>
                <a:ext cx="4680" cy="63360"/>
              </p14:xfrm>
            </p:contentPart>
          </mc:Choice>
          <mc:Fallback>
            <p:pic>
              <p:nvPicPr>
                <p:cNvPr id="225" name="Ink 224">
                  <a:extLst>
                    <a:ext uri="{FF2B5EF4-FFF2-40B4-BE49-F238E27FC236}">
                      <a16:creationId xmlns:a16="http://schemas.microsoft.com/office/drawing/2014/main" id="{6CF1FC87-ED31-DC23-9EA3-A10B1DB95EC1}"/>
                    </a:ext>
                  </a:extLst>
                </p:cNvPr>
                <p:cNvPicPr/>
                <p:nvPr/>
              </p:nvPicPr>
              <p:blipFill>
                <a:blip r:embed="rId351"/>
                <a:stretch>
                  <a:fillRect/>
                </a:stretch>
              </p:blipFill>
              <p:spPr>
                <a:xfrm>
                  <a:off x="4673733" y="4407027"/>
                  <a:ext cx="133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26" name="Ink 225">
                  <a:extLst>
                    <a:ext uri="{FF2B5EF4-FFF2-40B4-BE49-F238E27FC236}">
                      <a16:creationId xmlns:a16="http://schemas.microsoft.com/office/drawing/2014/main" id="{D6AF861C-7822-352D-B3BB-5442046D8C6F}"/>
                    </a:ext>
                  </a:extLst>
                </p14:cNvPr>
                <p14:cNvContentPartPr/>
                <p14:nvPr/>
              </p14:nvContentPartPr>
              <p14:xfrm>
                <a:off x="4732773" y="4263747"/>
                <a:ext cx="32400" cy="31320"/>
              </p14:xfrm>
            </p:contentPart>
          </mc:Choice>
          <mc:Fallback>
            <p:pic>
              <p:nvPicPr>
                <p:cNvPr id="226" name="Ink 225">
                  <a:extLst>
                    <a:ext uri="{FF2B5EF4-FFF2-40B4-BE49-F238E27FC236}">
                      <a16:creationId xmlns:a16="http://schemas.microsoft.com/office/drawing/2014/main" id="{D6AF861C-7822-352D-B3BB-5442046D8C6F}"/>
                    </a:ext>
                  </a:extLst>
                </p:cNvPr>
                <p:cNvPicPr/>
                <p:nvPr/>
              </p:nvPicPr>
              <p:blipFill>
                <a:blip r:embed="rId353"/>
                <a:stretch>
                  <a:fillRect/>
                </a:stretch>
              </p:blipFill>
              <p:spPr>
                <a:xfrm>
                  <a:off x="4728453" y="4259427"/>
                  <a:ext cx="410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27" name="Ink 226">
                  <a:extLst>
                    <a:ext uri="{FF2B5EF4-FFF2-40B4-BE49-F238E27FC236}">
                      <a16:creationId xmlns:a16="http://schemas.microsoft.com/office/drawing/2014/main" id="{336A375A-38EC-11EC-E3E6-8182141B13B5}"/>
                    </a:ext>
                  </a:extLst>
                </p14:cNvPr>
                <p14:cNvContentPartPr/>
                <p14:nvPr/>
              </p14:nvContentPartPr>
              <p14:xfrm>
                <a:off x="4853373" y="4283187"/>
                <a:ext cx="76320" cy="217440"/>
              </p14:xfrm>
            </p:contentPart>
          </mc:Choice>
          <mc:Fallback>
            <p:pic>
              <p:nvPicPr>
                <p:cNvPr id="227" name="Ink 226">
                  <a:extLst>
                    <a:ext uri="{FF2B5EF4-FFF2-40B4-BE49-F238E27FC236}">
                      <a16:creationId xmlns:a16="http://schemas.microsoft.com/office/drawing/2014/main" id="{336A375A-38EC-11EC-E3E6-8182141B13B5}"/>
                    </a:ext>
                  </a:extLst>
                </p:cNvPr>
                <p:cNvPicPr/>
                <p:nvPr/>
              </p:nvPicPr>
              <p:blipFill>
                <a:blip r:embed="rId355"/>
                <a:stretch>
                  <a:fillRect/>
                </a:stretch>
              </p:blipFill>
              <p:spPr>
                <a:xfrm>
                  <a:off x="4849053" y="4278867"/>
                  <a:ext cx="849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28" name="Ink 227">
                  <a:extLst>
                    <a:ext uri="{FF2B5EF4-FFF2-40B4-BE49-F238E27FC236}">
                      <a16:creationId xmlns:a16="http://schemas.microsoft.com/office/drawing/2014/main" id="{048EB2D1-F454-1F96-506B-0291351A72A5}"/>
                    </a:ext>
                  </a:extLst>
                </p14:cNvPr>
                <p14:cNvContentPartPr/>
                <p14:nvPr/>
              </p14:nvContentPartPr>
              <p14:xfrm>
                <a:off x="4929333" y="4395507"/>
                <a:ext cx="80640" cy="90000"/>
              </p14:xfrm>
            </p:contentPart>
          </mc:Choice>
          <mc:Fallback>
            <p:pic>
              <p:nvPicPr>
                <p:cNvPr id="228" name="Ink 227">
                  <a:extLst>
                    <a:ext uri="{FF2B5EF4-FFF2-40B4-BE49-F238E27FC236}">
                      <a16:creationId xmlns:a16="http://schemas.microsoft.com/office/drawing/2014/main" id="{048EB2D1-F454-1F96-506B-0291351A72A5}"/>
                    </a:ext>
                  </a:extLst>
                </p:cNvPr>
                <p:cNvPicPr/>
                <p:nvPr/>
              </p:nvPicPr>
              <p:blipFill>
                <a:blip r:embed="rId357"/>
                <a:stretch>
                  <a:fillRect/>
                </a:stretch>
              </p:blipFill>
              <p:spPr>
                <a:xfrm>
                  <a:off x="4925013" y="4391187"/>
                  <a:ext cx="892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29" name="Ink 228">
                  <a:extLst>
                    <a:ext uri="{FF2B5EF4-FFF2-40B4-BE49-F238E27FC236}">
                      <a16:creationId xmlns:a16="http://schemas.microsoft.com/office/drawing/2014/main" id="{E16D189E-B267-B0E4-B34A-0F9AD3DD7A18}"/>
                    </a:ext>
                  </a:extLst>
                </p14:cNvPr>
                <p14:cNvContentPartPr/>
                <p14:nvPr/>
              </p14:nvContentPartPr>
              <p14:xfrm>
                <a:off x="5111133" y="4300107"/>
                <a:ext cx="2520" cy="32400"/>
              </p14:xfrm>
            </p:contentPart>
          </mc:Choice>
          <mc:Fallback>
            <p:pic>
              <p:nvPicPr>
                <p:cNvPr id="229" name="Ink 228">
                  <a:extLst>
                    <a:ext uri="{FF2B5EF4-FFF2-40B4-BE49-F238E27FC236}">
                      <a16:creationId xmlns:a16="http://schemas.microsoft.com/office/drawing/2014/main" id="{E16D189E-B267-B0E4-B34A-0F9AD3DD7A18}"/>
                    </a:ext>
                  </a:extLst>
                </p:cNvPr>
                <p:cNvPicPr/>
                <p:nvPr/>
              </p:nvPicPr>
              <p:blipFill>
                <a:blip r:embed="rId359"/>
                <a:stretch>
                  <a:fillRect/>
                </a:stretch>
              </p:blipFill>
              <p:spPr>
                <a:xfrm>
                  <a:off x="5106813" y="4295787"/>
                  <a:ext cx="1116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30" name="Ink 229">
                  <a:extLst>
                    <a:ext uri="{FF2B5EF4-FFF2-40B4-BE49-F238E27FC236}">
                      <a16:creationId xmlns:a16="http://schemas.microsoft.com/office/drawing/2014/main" id="{8042D8A6-58D4-9E29-4AD6-D23E4A5EA54B}"/>
                    </a:ext>
                  </a:extLst>
                </p14:cNvPr>
                <p14:cNvContentPartPr/>
                <p14:nvPr/>
              </p14:nvContentPartPr>
              <p14:xfrm>
                <a:off x="5153973" y="4366707"/>
                <a:ext cx="246600" cy="119160"/>
              </p14:xfrm>
            </p:contentPart>
          </mc:Choice>
          <mc:Fallback>
            <p:pic>
              <p:nvPicPr>
                <p:cNvPr id="230" name="Ink 229">
                  <a:extLst>
                    <a:ext uri="{FF2B5EF4-FFF2-40B4-BE49-F238E27FC236}">
                      <a16:creationId xmlns:a16="http://schemas.microsoft.com/office/drawing/2014/main" id="{8042D8A6-58D4-9E29-4AD6-D23E4A5EA54B}"/>
                    </a:ext>
                  </a:extLst>
                </p:cNvPr>
                <p:cNvPicPr/>
                <p:nvPr/>
              </p:nvPicPr>
              <p:blipFill>
                <a:blip r:embed="rId361"/>
                <a:stretch>
                  <a:fillRect/>
                </a:stretch>
              </p:blipFill>
              <p:spPr>
                <a:xfrm>
                  <a:off x="5149653" y="4362387"/>
                  <a:ext cx="255240" cy="127800"/>
                </a:xfrm>
                <a:prstGeom prst="rect">
                  <a:avLst/>
                </a:prstGeom>
              </p:spPr>
            </p:pic>
          </mc:Fallback>
        </mc:AlternateContent>
      </p:grpSp>
      <p:grpSp>
        <p:nvGrpSpPr>
          <p:cNvPr id="235" name="Group 234">
            <a:extLst>
              <a:ext uri="{FF2B5EF4-FFF2-40B4-BE49-F238E27FC236}">
                <a16:creationId xmlns:a16="http://schemas.microsoft.com/office/drawing/2014/main" id="{BA6D7D66-257A-10E0-0B87-C9E33FDBFE05}"/>
              </a:ext>
            </a:extLst>
          </p:cNvPr>
          <p:cNvGrpSpPr/>
          <p:nvPr/>
        </p:nvGrpSpPr>
        <p:grpSpPr>
          <a:xfrm>
            <a:off x="5686773" y="4356987"/>
            <a:ext cx="164880" cy="79200"/>
            <a:chOff x="5686773" y="4356987"/>
            <a:chExt cx="164880" cy="79200"/>
          </a:xfrm>
        </p:grpSpPr>
        <mc:AlternateContent xmlns:mc="http://schemas.openxmlformats.org/markup-compatibility/2006">
          <mc:Choice xmlns:p14="http://schemas.microsoft.com/office/powerpoint/2010/main" Requires="p14">
            <p:contentPart p14:bwMode="auto" r:id="rId362">
              <p14:nvContentPartPr>
                <p14:cNvPr id="231" name="Ink 230">
                  <a:extLst>
                    <a:ext uri="{FF2B5EF4-FFF2-40B4-BE49-F238E27FC236}">
                      <a16:creationId xmlns:a16="http://schemas.microsoft.com/office/drawing/2014/main" id="{113643DE-3F1B-205A-65E0-EB1491BE2E44}"/>
                    </a:ext>
                  </a:extLst>
                </p14:cNvPr>
                <p14:cNvContentPartPr/>
                <p14:nvPr/>
              </p14:nvContentPartPr>
              <p14:xfrm>
                <a:off x="5686773" y="4356987"/>
                <a:ext cx="138960" cy="6840"/>
              </p14:xfrm>
            </p:contentPart>
          </mc:Choice>
          <mc:Fallback>
            <p:pic>
              <p:nvPicPr>
                <p:cNvPr id="231" name="Ink 230">
                  <a:extLst>
                    <a:ext uri="{FF2B5EF4-FFF2-40B4-BE49-F238E27FC236}">
                      <a16:creationId xmlns:a16="http://schemas.microsoft.com/office/drawing/2014/main" id="{113643DE-3F1B-205A-65E0-EB1491BE2E44}"/>
                    </a:ext>
                  </a:extLst>
                </p:cNvPr>
                <p:cNvPicPr/>
                <p:nvPr/>
              </p:nvPicPr>
              <p:blipFill>
                <a:blip r:embed="rId363"/>
                <a:stretch>
                  <a:fillRect/>
                </a:stretch>
              </p:blipFill>
              <p:spPr>
                <a:xfrm>
                  <a:off x="5682453" y="4352667"/>
                  <a:ext cx="14760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32" name="Ink 231">
                  <a:extLst>
                    <a:ext uri="{FF2B5EF4-FFF2-40B4-BE49-F238E27FC236}">
                      <a16:creationId xmlns:a16="http://schemas.microsoft.com/office/drawing/2014/main" id="{13F6F15D-9C78-8EF5-5319-73B47873E1D4}"/>
                    </a:ext>
                  </a:extLst>
                </p14:cNvPr>
                <p14:cNvContentPartPr/>
                <p14:nvPr/>
              </p14:nvContentPartPr>
              <p14:xfrm>
                <a:off x="5705853" y="4414587"/>
                <a:ext cx="145800" cy="21600"/>
              </p14:xfrm>
            </p:contentPart>
          </mc:Choice>
          <mc:Fallback>
            <p:pic>
              <p:nvPicPr>
                <p:cNvPr id="232" name="Ink 231">
                  <a:extLst>
                    <a:ext uri="{FF2B5EF4-FFF2-40B4-BE49-F238E27FC236}">
                      <a16:creationId xmlns:a16="http://schemas.microsoft.com/office/drawing/2014/main" id="{13F6F15D-9C78-8EF5-5319-73B47873E1D4}"/>
                    </a:ext>
                  </a:extLst>
                </p:cNvPr>
                <p:cNvPicPr/>
                <p:nvPr/>
              </p:nvPicPr>
              <p:blipFill>
                <a:blip r:embed="rId365"/>
                <a:stretch>
                  <a:fillRect/>
                </a:stretch>
              </p:blipFill>
              <p:spPr>
                <a:xfrm>
                  <a:off x="5701533" y="4410267"/>
                  <a:ext cx="154440" cy="30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6">
            <p14:nvContentPartPr>
              <p14:cNvPr id="233" name="Ink 232">
                <a:extLst>
                  <a:ext uri="{FF2B5EF4-FFF2-40B4-BE49-F238E27FC236}">
                    <a16:creationId xmlns:a16="http://schemas.microsoft.com/office/drawing/2014/main" id="{8C608ED8-6F8C-42B6-3D19-BFEEAD12FFAD}"/>
                  </a:ext>
                </a:extLst>
              </p14:cNvPr>
              <p14:cNvContentPartPr/>
              <p14:nvPr/>
            </p14:nvContentPartPr>
            <p14:xfrm>
              <a:off x="6150813" y="4409187"/>
              <a:ext cx="160560" cy="266760"/>
            </p14:xfrm>
          </p:contentPart>
        </mc:Choice>
        <mc:Fallback>
          <p:pic>
            <p:nvPicPr>
              <p:cNvPr id="233" name="Ink 232">
                <a:extLst>
                  <a:ext uri="{FF2B5EF4-FFF2-40B4-BE49-F238E27FC236}">
                    <a16:creationId xmlns:a16="http://schemas.microsoft.com/office/drawing/2014/main" id="{8C608ED8-6F8C-42B6-3D19-BFEEAD12FFAD}"/>
                  </a:ext>
                </a:extLst>
              </p:cNvPr>
              <p:cNvPicPr/>
              <p:nvPr/>
            </p:nvPicPr>
            <p:blipFill>
              <a:blip r:embed="rId367"/>
              <a:stretch>
                <a:fillRect/>
              </a:stretch>
            </p:blipFill>
            <p:spPr>
              <a:xfrm>
                <a:off x="6146493" y="4404867"/>
                <a:ext cx="16920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34" name="Ink 233">
                <a:extLst>
                  <a:ext uri="{FF2B5EF4-FFF2-40B4-BE49-F238E27FC236}">
                    <a16:creationId xmlns:a16="http://schemas.microsoft.com/office/drawing/2014/main" id="{CE0072CE-133C-6E22-6859-A04E21B61063}"/>
                  </a:ext>
                </a:extLst>
              </p14:cNvPr>
              <p14:cNvContentPartPr/>
              <p14:nvPr/>
            </p14:nvContentPartPr>
            <p14:xfrm>
              <a:off x="6248013" y="4287507"/>
              <a:ext cx="12240" cy="21600"/>
            </p14:xfrm>
          </p:contentPart>
        </mc:Choice>
        <mc:Fallback>
          <p:pic>
            <p:nvPicPr>
              <p:cNvPr id="234" name="Ink 233">
                <a:extLst>
                  <a:ext uri="{FF2B5EF4-FFF2-40B4-BE49-F238E27FC236}">
                    <a16:creationId xmlns:a16="http://schemas.microsoft.com/office/drawing/2014/main" id="{CE0072CE-133C-6E22-6859-A04E21B61063}"/>
                  </a:ext>
                </a:extLst>
              </p:cNvPr>
              <p:cNvPicPr/>
              <p:nvPr/>
            </p:nvPicPr>
            <p:blipFill>
              <a:blip r:embed="rId369"/>
              <a:stretch>
                <a:fillRect/>
              </a:stretch>
            </p:blipFill>
            <p:spPr>
              <a:xfrm>
                <a:off x="6243693" y="4283187"/>
                <a:ext cx="208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37" name="Ink 236">
                <a:extLst>
                  <a:ext uri="{FF2B5EF4-FFF2-40B4-BE49-F238E27FC236}">
                    <a16:creationId xmlns:a16="http://schemas.microsoft.com/office/drawing/2014/main" id="{8E01DAD6-1DC9-CFAC-365E-F185BC9A4257}"/>
                  </a:ext>
                </a:extLst>
              </p14:cNvPr>
              <p14:cNvContentPartPr/>
              <p14:nvPr/>
            </p14:nvContentPartPr>
            <p14:xfrm>
              <a:off x="3032493" y="4644267"/>
              <a:ext cx="197280" cy="430560"/>
            </p14:xfrm>
          </p:contentPart>
        </mc:Choice>
        <mc:Fallback>
          <p:pic>
            <p:nvPicPr>
              <p:cNvPr id="237" name="Ink 236">
                <a:extLst>
                  <a:ext uri="{FF2B5EF4-FFF2-40B4-BE49-F238E27FC236}">
                    <a16:creationId xmlns:a16="http://schemas.microsoft.com/office/drawing/2014/main" id="{8E01DAD6-1DC9-CFAC-365E-F185BC9A4257}"/>
                  </a:ext>
                </a:extLst>
              </p:cNvPr>
              <p:cNvPicPr/>
              <p:nvPr/>
            </p:nvPicPr>
            <p:blipFill>
              <a:blip r:embed="rId371"/>
              <a:stretch>
                <a:fillRect/>
              </a:stretch>
            </p:blipFill>
            <p:spPr>
              <a:xfrm>
                <a:off x="3028173" y="4639947"/>
                <a:ext cx="205920" cy="439200"/>
              </a:xfrm>
              <a:prstGeom prst="rect">
                <a:avLst/>
              </a:prstGeom>
            </p:spPr>
          </p:pic>
        </mc:Fallback>
      </mc:AlternateContent>
      <p:grpSp>
        <p:nvGrpSpPr>
          <p:cNvPr id="257" name="Group 256">
            <a:extLst>
              <a:ext uri="{FF2B5EF4-FFF2-40B4-BE49-F238E27FC236}">
                <a16:creationId xmlns:a16="http://schemas.microsoft.com/office/drawing/2014/main" id="{E7F23AFF-6B6C-4A81-3254-291A016A1251}"/>
              </a:ext>
            </a:extLst>
          </p:cNvPr>
          <p:cNvGrpSpPr/>
          <p:nvPr/>
        </p:nvGrpSpPr>
        <p:grpSpPr>
          <a:xfrm>
            <a:off x="2567733" y="5028387"/>
            <a:ext cx="1963440" cy="609840"/>
            <a:chOff x="2567733" y="5028387"/>
            <a:chExt cx="1963440" cy="609840"/>
          </a:xfrm>
        </p:grpSpPr>
        <mc:AlternateContent xmlns:mc="http://schemas.openxmlformats.org/markup-compatibility/2006">
          <mc:Choice xmlns:p14="http://schemas.microsoft.com/office/powerpoint/2010/main" Requires="p14">
            <p:contentPart p14:bwMode="auto" r:id="rId372">
              <p14:nvContentPartPr>
                <p14:cNvPr id="238" name="Ink 237">
                  <a:extLst>
                    <a:ext uri="{FF2B5EF4-FFF2-40B4-BE49-F238E27FC236}">
                      <a16:creationId xmlns:a16="http://schemas.microsoft.com/office/drawing/2014/main" id="{54E7B434-E187-0587-5590-03DCB126F4E1}"/>
                    </a:ext>
                  </a:extLst>
                </p14:cNvPr>
                <p14:cNvContentPartPr/>
                <p14:nvPr/>
              </p14:nvContentPartPr>
              <p14:xfrm>
                <a:off x="2567733" y="5232507"/>
                <a:ext cx="228960" cy="122760"/>
              </p14:xfrm>
            </p:contentPart>
          </mc:Choice>
          <mc:Fallback>
            <p:pic>
              <p:nvPicPr>
                <p:cNvPr id="238" name="Ink 237">
                  <a:extLst>
                    <a:ext uri="{FF2B5EF4-FFF2-40B4-BE49-F238E27FC236}">
                      <a16:creationId xmlns:a16="http://schemas.microsoft.com/office/drawing/2014/main" id="{54E7B434-E187-0587-5590-03DCB126F4E1}"/>
                    </a:ext>
                  </a:extLst>
                </p:cNvPr>
                <p:cNvPicPr/>
                <p:nvPr/>
              </p:nvPicPr>
              <p:blipFill>
                <a:blip r:embed="rId373"/>
                <a:stretch>
                  <a:fillRect/>
                </a:stretch>
              </p:blipFill>
              <p:spPr>
                <a:xfrm>
                  <a:off x="2563413" y="5228187"/>
                  <a:ext cx="23760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39" name="Ink 238">
                  <a:extLst>
                    <a:ext uri="{FF2B5EF4-FFF2-40B4-BE49-F238E27FC236}">
                      <a16:creationId xmlns:a16="http://schemas.microsoft.com/office/drawing/2014/main" id="{D8A28899-E056-46B7-A667-527931292156}"/>
                    </a:ext>
                  </a:extLst>
                </p14:cNvPr>
                <p14:cNvContentPartPr/>
                <p14:nvPr/>
              </p14:nvContentPartPr>
              <p14:xfrm>
                <a:off x="2902533" y="5148987"/>
                <a:ext cx="177120" cy="343440"/>
              </p14:xfrm>
            </p:contentPart>
          </mc:Choice>
          <mc:Fallback>
            <p:pic>
              <p:nvPicPr>
                <p:cNvPr id="239" name="Ink 238">
                  <a:extLst>
                    <a:ext uri="{FF2B5EF4-FFF2-40B4-BE49-F238E27FC236}">
                      <a16:creationId xmlns:a16="http://schemas.microsoft.com/office/drawing/2014/main" id="{D8A28899-E056-46B7-A667-527931292156}"/>
                    </a:ext>
                  </a:extLst>
                </p:cNvPr>
                <p:cNvPicPr/>
                <p:nvPr/>
              </p:nvPicPr>
              <p:blipFill>
                <a:blip r:embed="rId375"/>
                <a:stretch>
                  <a:fillRect/>
                </a:stretch>
              </p:blipFill>
              <p:spPr>
                <a:xfrm>
                  <a:off x="2898213" y="5144667"/>
                  <a:ext cx="18576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40" name="Ink 239">
                  <a:extLst>
                    <a:ext uri="{FF2B5EF4-FFF2-40B4-BE49-F238E27FC236}">
                      <a16:creationId xmlns:a16="http://schemas.microsoft.com/office/drawing/2014/main" id="{3F4949F0-C378-E6E4-C702-70F23E5C0141}"/>
                    </a:ext>
                  </a:extLst>
                </p14:cNvPr>
                <p14:cNvContentPartPr/>
                <p14:nvPr/>
              </p14:nvContentPartPr>
              <p14:xfrm>
                <a:off x="3162813" y="5298747"/>
                <a:ext cx="37800" cy="339480"/>
              </p14:xfrm>
            </p:contentPart>
          </mc:Choice>
          <mc:Fallback>
            <p:pic>
              <p:nvPicPr>
                <p:cNvPr id="240" name="Ink 239">
                  <a:extLst>
                    <a:ext uri="{FF2B5EF4-FFF2-40B4-BE49-F238E27FC236}">
                      <a16:creationId xmlns:a16="http://schemas.microsoft.com/office/drawing/2014/main" id="{3F4949F0-C378-E6E4-C702-70F23E5C0141}"/>
                    </a:ext>
                  </a:extLst>
                </p:cNvPr>
                <p:cNvPicPr/>
                <p:nvPr/>
              </p:nvPicPr>
              <p:blipFill>
                <a:blip r:embed="rId377"/>
                <a:stretch>
                  <a:fillRect/>
                </a:stretch>
              </p:blipFill>
              <p:spPr>
                <a:xfrm>
                  <a:off x="3158493" y="5294427"/>
                  <a:ext cx="4644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41" name="Ink 240">
                  <a:extLst>
                    <a:ext uri="{FF2B5EF4-FFF2-40B4-BE49-F238E27FC236}">
                      <a16:creationId xmlns:a16="http://schemas.microsoft.com/office/drawing/2014/main" id="{49D4CFA0-5085-2C54-1B35-673D985BB0AB}"/>
                    </a:ext>
                  </a:extLst>
                </p14:cNvPr>
                <p14:cNvContentPartPr/>
                <p14:nvPr/>
              </p14:nvContentPartPr>
              <p14:xfrm>
                <a:off x="3226893" y="5227827"/>
                <a:ext cx="66960" cy="71280"/>
              </p14:xfrm>
            </p:contentPart>
          </mc:Choice>
          <mc:Fallback>
            <p:pic>
              <p:nvPicPr>
                <p:cNvPr id="241" name="Ink 240">
                  <a:extLst>
                    <a:ext uri="{FF2B5EF4-FFF2-40B4-BE49-F238E27FC236}">
                      <a16:creationId xmlns:a16="http://schemas.microsoft.com/office/drawing/2014/main" id="{49D4CFA0-5085-2C54-1B35-673D985BB0AB}"/>
                    </a:ext>
                  </a:extLst>
                </p:cNvPr>
                <p:cNvPicPr/>
                <p:nvPr/>
              </p:nvPicPr>
              <p:blipFill>
                <a:blip r:embed="rId379"/>
                <a:stretch>
                  <a:fillRect/>
                </a:stretch>
              </p:blipFill>
              <p:spPr>
                <a:xfrm>
                  <a:off x="3222573" y="5223507"/>
                  <a:ext cx="7560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42" name="Ink 241">
                  <a:extLst>
                    <a:ext uri="{FF2B5EF4-FFF2-40B4-BE49-F238E27FC236}">
                      <a16:creationId xmlns:a16="http://schemas.microsoft.com/office/drawing/2014/main" id="{6030786A-EB94-DC2B-CE15-FA7D9D85BBB9}"/>
                    </a:ext>
                  </a:extLst>
                </p14:cNvPr>
                <p14:cNvContentPartPr/>
                <p14:nvPr/>
              </p14:nvContentPartPr>
              <p14:xfrm>
                <a:off x="3383133" y="5220987"/>
                <a:ext cx="62640" cy="82440"/>
              </p14:xfrm>
            </p:contentPart>
          </mc:Choice>
          <mc:Fallback>
            <p:pic>
              <p:nvPicPr>
                <p:cNvPr id="242" name="Ink 241">
                  <a:extLst>
                    <a:ext uri="{FF2B5EF4-FFF2-40B4-BE49-F238E27FC236}">
                      <a16:creationId xmlns:a16="http://schemas.microsoft.com/office/drawing/2014/main" id="{6030786A-EB94-DC2B-CE15-FA7D9D85BBB9}"/>
                    </a:ext>
                  </a:extLst>
                </p:cNvPr>
                <p:cNvPicPr/>
                <p:nvPr/>
              </p:nvPicPr>
              <p:blipFill>
                <a:blip r:embed="rId381"/>
                <a:stretch>
                  <a:fillRect/>
                </a:stretch>
              </p:blipFill>
              <p:spPr>
                <a:xfrm>
                  <a:off x="3378813" y="5216667"/>
                  <a:ext cx="7128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43" name="Ink 242">
                  <a:extLst>
                    <a:ext uri="{FF2B5EF4-FFF2-40B4-BE49-F238E27FC236}">
                      <a16:creationId xmlns:a16="http://schemas.microsoft.com/office/drawing/2014/main" id="{DAF69D51-1D93-A87B-5FAD-E1C190141DEB}"/>
                    </a:ext>
                  </a:extLst>
                </p14:cNvPr>
                <p14:cNvContentPartPr/>
                <p14:nvPr/>
              </p14:nvContentPartPr>
              <p14:xfrm>
                <a:off x="3515973" y="5235747"/>
                <a:ext cx="99360" cy="94320"/>
              </p14:xfrm>
            </p:contentPart>
          </mc:Choice>
          <mc:Fallback>
            <p:pic>
              <p:nvPicPr>
                <p:cNvPr id="243" name="Ink 242">
                  <a:extLst>
                    <a:ext uri="{FF2B5EF4-FFF2-40B4-BE49-F238E27FC236}">
                      <a16:creationId xmlns:a16="http://schemas.microsoft.com/office/drawing/2014/main" id="{DAF69D51-1D93-A87B-5FAD-E1C190141DEB}"/>
                    </a:ext>
                  </a:extLst>
                </p:cNvPr>
                <p:cNvPicPr/>
                <p:nvPr/>
              </p:nvPicPr>
              <p:blipFill>
                <a:blip r:embed="rId383"/>
                <a:stretch>
                  <a:fillRect/>
                </a:stretch>
              </p:blipFill>
              <p:spPr>
                <a:xfrm>
                  <a:off x="3511653" y="5231427"/>
                  <a:ext cx="10800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44" name="Ink 243">
                  <a:extLst>
                    <a:ext uri="{FF2B5EF4-FFF2-40B4-BE49-F238E27FC236}">
                      <a16:creationId xmlns:a16="http://schemas.microsoft.com/office/drawing/2014/main" id="{D43A91EB-5E8D-5EF7-D874-E583450DAE43}"/>
                    </a:ext>
                  </a:extLst>
                </p14:cNvPr>
                <p14:cNvContentPartPr/>
                <p14:nvPr/>
              </p14:nvContentPartPr>
              <p14:xfrm>
                <a:off x="3671853" y="5249787"/>
                <a:ext cx="32400" cy="33480"/>
              </p14:xfrm>
            </p:contentPart>
          </mc:Choice>
          <mc:Fallback>
            <p:pic>
              <p:nvPicPr>
                <p:cNvPr id="244" name="Ink 243">
                  <a:extLst>
                    <a:ext uri="{FF2B5EF4-FFF2-40B4-BE49-F238E27FC236}">
                      <a16:creationId xmlns:a16="http://schemas.microsoft.com/office/drawing/2014/main" id="{D43A91EB-5E8D-5EF7-D874-E583450DAE43}"/>
                    </a:ext>
                  </a:extLst>
                </p:cNvPr>
                <p:cNvPicPr/>
                <p:nvPr/>
              </p:nvPicPr>
              <p:blipFill>
                <a:blip r:embed="rId385"/>
                <a:stretch>
                  <a:fillRect/>
                </a:stretch>
              </p:blipFill>
              <p:spPr>
                <a:xfrm>
                  <a:off x="3667533" y="5245467"/>
                  <a:ext cx="4104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45" name="Ink 244">
                  <a:extLst>
                    <a:ext uri="{FF2B5EF4-FFF2-40B4-BE49-F238E27FC236}">
                      <a16:creationId xmlns:a16="http://schemas.microsoft.com/office/drawing/2014/main" id="{CE26CC46-E223-F657-3000-21EE57456FED}"/>
                    </a:ext>
                  </a:extLst>
                </p14:cNvPr>
                <p14:cNvContentPartPr/>
                <p14:nvPr/>
              </p14:nvContentPartPr>
              <p14:xfrm>
                <a:off x="3751053" y="5028387"/>
                <a:ext cx="42120" cy="30240"/>
              </p14:xfrm>
            </p:contentPart>
          </mc:Choice>
          <mc:Fallback>
            <p:pic>
              <p:nvPicPr>
                <p:cNvPr id="245" name="Ink 244">
                  <a:extLst>
                    <a:ext uri="{FF2B5EF4-FFF2-40B4-BE49-F238E27FC236}">
                      <a16:creationId xmlns:a16="http://schemas.microsoft.com/office/drawing/2014/main" id="{CE26CC46-E223-F657-3000-21EE57456FED}"/>
                    </a:ext>
                  </a:extLst>
                </p:cNvPr>
                <p:cNvPicPr/>
                <p:nvPr/>
              </p:nvPicPr>
              <p:blipFill>
                <a:blip r:embed="rId387"/>
                <a:stretch>
                  <a:fillRect/>
                </a:stretch>
              </p:blipFill>
              <p:spPr>
                <a:xfrm>
                  <a:off x="3746733" y="5024067"/>
                  <a:ext cx="5076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46" name="Ink 245">
                  <a:extLst>
                    <a:ext uri="{FF2B5EF4-FFF2-40B4-BE49-F238E27FC236}">
                      <a16:creationId xmlns:a16="http://schemas.microsoft.com/office/drawing/2014/main" id="{FCAFBEA9-C79F-7A0D-E7D8-1B789111097C}"/>
                    </a:ext>
                  </a:extLst>
                </p14:cNvPr>
                <p14:cNvContentPartPr/>
                <p14:nvPr/>
              </p14:nvContentPartPr>
              <p14:xfrm>
                <a:off x="3765813" y="5082027"/>
                <a:ext cx="117000" cy="228240"/>
              </p14:xfrm>
            </p:contentPart>
          </mc:Choice>
          <mc:Fallback>
            <p:pic>
              <p:nvPicPr>
                <p:cNvPr id="246" name="Ink 245">
                  <a:extLst>
                    <a:ext uri="{FF2B5EF4-FFF2-40B4-BE49-F238E27FC236}">
                      <a16:creationId xmlns:a16="http://schemas.microsoft.com/office/drawing/2014/main" id="{FCAFBEA9-C79F-7A0D-E7D8-1B789111097C}"/>
                    </a:ext>
                  </a:extLst>
                </p:cNvPr>
                <p:cNvPicPr/>
                <p:nvPr/>
              </p:nvPicPr>
              <p:blipFill>
                <a:blip r:embed="rId389"/>
                <a:stretch>
                  <a:fillRect/>
                </a:stretch>
              </p:blipFill>
              <p:spPr>
                <a:xfrm>
                  <a:off x="3761493" y="5077707"/>
                  <a:ext cx="12564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47" name="Ink 246">
                  <a:extLst>
                    <a:ext uri="{FF2B5EF4-FFF2-40B4-BE49-F238E27FC236}">
                      <a16:creationId xmlns:a16="http://schemas.microsoft.com/office/drawing/2014/main" id="{AF0AEDAE-C7AF-2305-F298-F9009955B612}"/>
                    </a:ext>
                  </a:extLst>
                </p14:cNvPr>
                <p14:cNvContentPartPr/>
                <p14:nvPr/>
              </p14:nvContentPartPr>
              <p14:xfrm>
                <a:off x="3766893" y="5216667"/>
                <a:ext cx="118080" cy="69840"/>
              </p14:xfrm>
            </p:contentPart>
          </mc:Choice>
          <mc:Fallback>
            <p:pic>
              <p:nvPicPr>
                <p:cNvPr id="247" name="Ink 246">
                  <a:extLst>
                    <a:ext uri="{FF2B5EF4-FFF2-40B4-BE49-F238E27FC236}">
                      <a16:creationId xmlns:a16="http://schemas.microsoft.com/office/drawing/2014/main" id="{AF0AEDAE-C7AF-2305-F298-F9009955B612}"/>
                    </a:ext>
                  </a:extLst>
                </p:cNvPr>
                <p:cNvPicPr/>
                <p:nvPr/>
              </p:nvPicPr>
              <p:blipFill>
                <a:blip r:embed="rId391"/>
                <a:stretch>
                  <a:fillRect/>
                </a:stretch>
              </p:blipFill>
              <p:spPr>
                <a:xfrm>
                  <a:off x="3762573" y="5212347"/>
                  <a:ext cx="12672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48" name="Ink 247">
                  <a:extLst>
                    <a:ext uri="{FF2B5EF4-FFF2-40B4-BE49-F238E27FC236}">
                      <a16:creationId xmlns:a16="http://schemas.microsoft.com/office/drawing/2014/main" id="{6F6060C4-593C-70D3-B07B-2E61AFD3AB86}"/>
                    </a:ext>
                  </a:extLst>
                </p14:cNvPr>
                <p14:cNvContentPartPr/>
                <p14:nvPr/>
              </p14:nvContentPartPr>
              <p14:xfrm>
                <a:off x="3956253" y="5134227"/>
                <a:ext cx="23760" cy="37800"/>
              </p14:xfrm>
            </p:contentPart>
          </mc:Choice>
          <mc:Fallback>
            <p:pic>
              <p:nvPicPr>
                <p:cNvPr id="248" name="Ink 247">
                  <a:extLst>
                    <a:ext uri="{FF2B5EF4-FFF2-40B4-BE49-F238E27FC236}">
                      <a16:creationId xmlns:a16="http://schemas.microsoft.com/office/drawing/2014/main" id="{6F6060C4-593C-70D3-B07B-2E61AFD3AB86}"/>
                    </a:ext>
                  </a:extLst>
                </p:cNvPr>
                <p:cNvPicPr/>
                <p:nvPr/>
              </p:nvPicPr>
              <p:blipFill>
                <a:blip r:embed="rId393"/>
                <a:stretch>
                  <a:fillRect/>
                </a:stretch>
              </p:blipFill>
              <p:spPr>
                <a:xfrm>
                  <a:off x="3951933" y="5129907"/>
                  <a:ext cx="3240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49" name="Ink 248">
                  <a:extLst>
                    <a:ext uri="{FF2B5EF4-FFF2-40B4-BE49-F238E27FC236}">
                      <a16:creationId xmlns:a16="http://schemas.microsoft.com/office/drawing/2014/main" id="{68F4BDBE-9E25-BC9F-1ADB-78C636D543C1}"/>
                    </a:ext>
                  </a:extLst>
                </p14:cNvPr>
                <p14:cNvContentPartPr/>
                <p14:nvPr/>
              </p14:nvContentPartPr>
              <p14:xfrm>
                <a:off x="3974253" y="5232507"/>
                <a:ext cx="223920" cy="91080"/>
              </p14:xfrm>
            </p:contentPart>
          </mc:Choice>
          <mc:Fallback>
            <p:pic>
              <p:nvPicPr>
                <p:cNvPr id="249" name="Ink 248">
                  <a:extLst>
                    <a:ext uri="{FF2B5EF4-FFF2-40B4-BE49-F238E27FC236}">
                      <a16:creationId xmlns:a16="http://schemas.microsoft.com/office/drawing/2014/main" id="{68F4BDBE-9E25-BC9F-1ADB-78C636D543C1}"/>
                    </a:ext>
                  </a:extLst>
                </p:cNvPr>
                <p:cNvPicPr/>
                <p:nvPr/>
              </p:nvPicPr>
              <p:blipFill>
                <a:blip r:embed="rId395"/>
                <a:stretch>
                  <a:fillRect/>
                </a:stretch>
              </p:blipFill>
              <p:spPr>
                <a:xfrm>
                  <a:off x="3969933" y="5228187"/>
                  <a:ext cx="23256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50" name="Ink 249">
                  <a:extLst>
                    <a:ext uri="{FF2B5EF4-FFF2-40B4-BE49-F238E27FC236}">
                      <a16:creationId xmlns:a16="http://schemas.microsoft.com/office/drawing/2014/main" id="{85076043-1740-FD1C-6F00-C73B1F17009D}"/>
                    </a:ext>
                  </a:extLst>
                </p14:cNvPr>
                <p14:cNvContentPartPr/>
                <p14:nvPr/>
              </p14:nvContentPartPr>
              <p14:xfrm>
                <a:off x="4308333" y="5071227"/>
                <a:ext cx="222840" cy="325440"/>
              </p14:xfrm>
            </p:contentPart>
          </mc:Choice>
          <mc:Fallback>
            <p:pic>
              <p:nvPicPr>
                <p:cNvPr id="250" name="Ink 249">
                  <a:extLst>
                    <a:ext uri="{FF2B5EF4-FFF2-40B4-BE49-F238E27FC236}">
                      <a16:creationId xmlns:a16="http://schemas.microsoft.com/office/drawing/2014/main" id="{85076043-1740-FD1C-6F00-C73B1F17009D}"/>
                    </a:ext>
                  </a:extLst>
                </p:cNvPr>
                <p:cNvPicPr/>
                <p:nvPr/>
              </p:nvPicPr>
              <p:blipFill>
                <a:blip r:embed="rId397"/>
                <a:stretch>
                  <a:fillRect/>
                </a:stretch>
              </p:blipFill>
              <p:spPr>
                <a:xfrm>
                  <a:off x="4303653" y="5066907"/>
                  <a:ext cx="231480" cy="334080"/>
                </a:xfrm>
                <a:prstGeom prst="rect">
                  <a:avLst/>
                </a:prstGeom>
              </p:spPr>
            </p:pic>
          </mc:Fallback>
        </mc:AlternateContent>
      </p:grpSp>
      <p:grpSp>
        <p:nvGrpSpPr>
          <p:cNvPr id="256" name="Group 255">
            <a:extLst>
              <a:ext uri="{FF2B5EF4-FFF2-40B4-BE49-F238E27FC236}">
                <a16:creationId xmlns:a16="http://schemas.microsoft.com/office/drawing/2014/main" id="{A5869580-96DE-048B-113E-0E3F3CD7A673}"/>
              </a:ext>
            </a:extLst>
          </p:cNvPr>
          <p:cNvGrpSpPr/>
          <p:nvPr/>
        </p:nvGrpSpPr>
        <p:grpSpPr>
          <a:xfrm>
            <a:off x="4756173" y="5210187"/>
            <a:ext cx="153360" cy="57960"/>
            <a:chOff x="4756173" y="5210187"/>
            <a:chExt cx="153360" cy="57960"/>
          </a:xfrm>
        </p:grpSpPr>
        <mc:AlternateContent xmlns:mc="http://schemas.openxmlformats.org/markup-compatibility/2006">
          <mc:Choice xmlns:p14="http://schemas.microsoft.com/office/powerpoint/2010/main" Requires="p14">
            <p:contentPart p14:bwMode="auto" r:id="rId398">
              <p14:nvContentPartPr>
                <p14:cNvPr id="251" name="Ink 250">
                  <a:extLst>
                    <a:ext uri="{FF2B5EF4-FFF2-40B4-BE49-F238E27FC236}">
                      <a16:creationId xmlns:a16="http://schemas.microsoft.com/office/drawing/2014/main" id="{BF9ECD2B-0608-218F-A05F-B3FAE046D7BD}"/>
                    </a:ext>
                  </a:extLst>
                </p14:cNvPr>
                <p14:cNvContentPartPr/>
                <p14:nvPr/>
              </p14:nvContentPartPr>
              <p14:xfrm>
                <a:off x="4756173" y="5210187"/>
                <a:ext cx="153360" cy="11160"/>
              </p14:xfrm>
            </p:contentPart>
          </mc:Choice>
          <mc:Fallback>
            <p:pic>
              <p:nvPicPr>
                <p:cNvPr id="251" name="Ink 250">
                  <a:extLst>
                    <a:ext uri="{FF2B5EF4-FFF2-40B4-BE49-F238E27FC236}">
                      <a16:creationId xmlns:a16="http://schemas.microsoft.com/office/drawing/2014/main" id="{BF9ECD2B-0608-218F-A05F-B3FAE046D7BD}"/>
                    </a:ext>
                  </a:extLst>
                </p:cNvPr>
                <p:cNvPicPr/>
                <p:nvPr/>
              </p:nvPicPr>
              <p:blipFill>
                <a:blip r:embed="rId399"/>
                <a:stretch>
                  <a:fillRect/>
                </a:stretch>
              </p:blipFill>
              <p:spPr>
                <a:xfrm>
                  <a:off x="4751853" y="5205867"/>
                  <a:ext cx="1620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52" name="Ink 251">
                  <a:extLst>
                    <a:ext uri="{FF2B5EF4-FFF2-40B4-BE49-F238E27FC236}">
                      <a16:creationId xmlns:a16="http://schemas.microsoft.com/office/drawing/2014/main" id="{EF7F701D-FA82-0D42-D6F8-CF6058060D27}"/>
                    </a:ext>
                  </a:extLst>
                </p14:cNvPr>
                <p14:cNvContentPartPr/>
                <p14:nvPr/>
              </p14:nvContentPartPr>
              <p14:xfrm>
                <a:off x="4781733" y="5266707"/>
                <a:ext cx="127800" cy="1440"/>
              </p14:xfrm>
            </p:contentPart>
          </mc:Choice>
          <mc:Fallback>
            <p:pic>
              <p:nvPicPr>
                <p:cNvPr id="252" name="Ink 251">
                  <a:extLst>
                    <a:ext uri="{FF2B5EF4-FFF2-40B4-BE49-F238E27FC236}">
                      <a16:creationId xmlns:a16="http://schemas.microsoft.com/office/drawing/2014/main" id="{EF7F701D-FA82-0D42-D6F8-CF6058060D27}"/>
                    </a:ext>
                  </a:extLst>
                </p:cNvPr>
                <p:cNvPicPr/>
                <p:nvPr/>
              </p:nvPicPr>
              <p:blipFill>
                <a:blip r:embed="rId401"/>
                <a:stretch>
                  <a:fillRect/>
                </a:stretch>
              </p:blipFill>
              <p:spPr>
                <a:xfrm>
                  <a:off x="4777413" y="5262387"/>
                  <a:ext cx="136440" cy="10080"/>
                </a:xfrm>
                <a:prstGeom prst="rect">
                  <a:avLst/>
                </a:prstGeom>
              </p:spPr>
            </p:pic>
          </mc:Fallback>
        </mc:AlternateContent>
      </p:grpSp>
      <p:grpSp>
        <p:nvGrpSpPr>
          <p:cNvPr id="263" name="Group 262">
            <a:extLst>
              <a:ext uri="{FF2B5EF4-FFF2-40B4-BE49-F238E27FC236}">
                <a16:creationId xmlns:a16="http://schemas.microsoft.com/office/drawing/2014/main" id="{5F3F1072-B110-8F54-2623-288762EADE70}"/>
              </a:ext>
            </a:extLst>
          </p:cNvPr>
          <p:cNvGrpSpPr/>
          <p:nvPr/>
        </p:nvGrpSpPr>
        <p:grpSpPr>
          <a:xfrm>
            <a:off x="5146053" y="5023347"/>
            <a:ext cx="979200" cy="482400"/>
            <a:chOff x="5146053" y="5023347"/>
            <a:chExt cx="979200" cy="482400"/>
          </a:xfrm>
        </p:grpSpPr>
        <mc:AlternateContent xmlns:mc="http://schemas.openxmlformats.org/markup-compatibility/2006">
          <mc:Choice xmlns:p14="http://schemas.microsoft.com/office/powerpoint/2010/main" Requires="p14">
            <p:contentPart p14:bwMode="auto" r:id="rId402">
              <p14:nvContentPartPr>
                <p14:cNvPr id="253" name="Ink 252">
                  <a:extLst>
                    <a:ext uri="{FF2B5EF4-FFF2-40B4-BE49-F238E27FC236}">
                      <a16:creationId xmlns:a16="http://schemas.microsoft.com/office/drawing/2014/main" id="{9A401001-EE9A-DCCF-EAE9-980D6221F3D0}"/>
                    </a:ext>
                  </a:extLst>
                </p14:cNvPr>
                <p14:cNvContentPartPr/>
                <p14:nvPr/>
              </p14:nvContentPartPr>
              <p14:xfrm>
                <a:off x="5146053" y="5147187"/>
                <a:ext cx="191520" cy="131040"/>
              </p14:xfrm>
            </p:contentPart>
          </mc:Choice>
          <mc:Fallback>
            <p:pic>
              <p:nvPicPr>
                <p:cNvPr id="253" name="Ink 252">
                  <a:extLst>
                    <a:ext uri="{FF2B5EF4-FFF2-40B4-BE49-F238E27FC236}">
                      <a16:creationId xmlns:a16="http://schemas.microsoft.com/office/drawing/2014/main" id="{9A401001-EE9A-DCCF-EAE9-980D6221F3D0}"/>
                    </a:ext>
                  </a:extLst>
                </p:cNvPr>
                <p:cNvPicPr/>
                <p:nvPr/>
              </p:nvPicPr>
              <p:blipFill>
                <a:blip r:embed="rId403"/>
                <a:stretch>
                  <a:fillRect/>
                </a:stretch>
              </p:blipFill>
              <p:spPr>
                <a:xfrm>
                  <a:off x="5141733" y="5142867"/>
                  <a:ext cx="2001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54" name="Ink 253">
                  <a:extLst>
                    <a:ext uri="{FF2B5EF4-FFF2-40B4-BE49-F238E27FC236}">
                      <a16:creationId xmlns:a16="http://schemas.microsoft.com/office/drawing/2014/main" id="{E460FFA2-6675-69C9-2099-2BFA4B5C8AA8}"/>
                    </a:ext>
                  </a:extLst>
                </p14:cNvPr>
                <p14:cNvContentPartPr/>
                <p14:nvPr/>
              </p14:nvContentPartPr>
              <p14:xfrm>
                <a:off x="5414613" y="5023347"/>
                <a:ext cx="278640" cy="310320"/>
              </p14:xfrm>
            </p:contentPart>
          </mc:Choice>
          <mc:Fallback>
            <p:pic>
              <p:nvPicPr>
                <p:cNvPr id="254" name="Ink 253">
                  <a:extLst>
                    <a:ext uri="{FF2B5EF4-FFF2-40B4-BE49-F238E27FC236}">
                      <a16:creationId xmlns:a16="http://schemas.microsoft.com/office/drawing/2014/main" id="{E460FFA2-6675-69C9-2099-2BFA4B5C8AA8}"/>
                    </a:ext>
                  </a:extLst>
                </p:cNvPr>
                <p:cNvPicPr/>
                <p:nvPr/>
              </p:nvPicPr>
              <p:blipFill>
                <a:blip r:embed="rId405"/>
                <a:stretch>
                  <a:fillRect/>
                </a:stretch>
              </p:blipFill>
              <p:spPr>
                <a:xfrm>
                  <a:off x="5410293" y="5019027"/>
                  <a:ext cx="28728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58" name="Ink 257">
                  <a:extLst>
                    <a:ext uri="{FF2B5EF4-FFF2-40B4-BE49-F238E27FC236}">
                      <a16:creationId xmlns:a16="http://schemas.microsoft.com/office/drawing/2014/main" id="{45907737-D9D2-8B96-5791-907F39626402}"/>
                    </a:ext>
                  </a:extLst>
                </p14:cNvPr>
                <p14:cNvContentPartPr/>
                <p14:nvPr/>
              </p14:nvContentPartPr>
              <p14:xfrm>
                <a:off x="5724933" y="5145027"/>
                <a:ext cx="105120" cy="78480"/>
              </p14:xfrm>
            </p:contentPart>
          </mc:Choice>
          <mc:Fallback>
            <p:pic>
              <p:nvPicPr>
                <p:cNvPr id="258" name="Ink 257">
                  <a:extLst>
                    <a:ext uri="{FF2B5EF4-FFF2-40B4-BE49-F238E27FC236}">
                      <a16:creationId xmlns:a16="http://schemas.microsoft.com/office/drawing/2014/main" id="{45907737-D9D2-8B96-5791-907F39626402}"/>
                    </a:ext>
                  </a:extLst>
                </p:cNvPr>
                <p:cNvPicPr/>
                <p:nvPr/>
              </p:nvPicPr>
              <p:blipFill>
                <a:blip r:embed="rId407"/>
                <a:stretch>
                  <a:fillRect/>
                </a:stretch>
              </p:blipFill>
              <p:spPr>
                <a:xfrm>
                  <a:off x="5720613" y="5140707"/>
                  <a:ext cx="11376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59" name="Ink 258">
                  <a:extLst>
                    <a:ext uri="{FF2B5EF4-FFF2-40B4-BE49-F238E27FC236}">
                      <a16:creationId xmlns:a16="http://schemas.microsoft.com/office/drawing/2014/main" id="{318ECF2F-5E99-D67D-A9B6-3373440BE110}"/>
                    </a:ext>
                  </a:extLst>
                </p14:cNvPr>
                <p14:cNvContentPartPr/>
                <p14:nvPr/>
              </p14:nvContentPartPr>
              <p14:xfrm>
                <a:off x="5809533" y="5056107"/>
                <a:ext cx="12960" cy="21600"/>
              </p14:xfrm>
            </p:contentPart>
          </mc:Choice>
          <mc:Fallback>
            <p:pic>
              <p:nvPicPr>
                <p:cNvPr id="259" name="Ink 258">
                  <a:extLst>
                    <a:ext uri="{FF2B5EF4-FFF2-40B4-BE49-F238E27FC236}">
                      <a16:creationId xmlns:a16="http://schemas.microsoft.com/office/drawing/2014/main" id="{318ECF2F-5E99-D67D-A9B6-3373440BE110}"/>
                    </a:ext>
                  </a:extLst>
                </p:cNvPr>
                <p:cNvPicPr/>
                <p:nvPr/>
              </p:nvPicPr>
              <p:blipFill>
                <a:blip r:embed="rId409"/>
                <a:stretch>
                  <a:fillRect/>
                </a:stretch>
              </p:blipFill>
              <p:spPr>
                <a:xfrm>
                  <a:off x="5805213" y="5051787"/>
                  <a:ext cx="216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60" name="Ink 259">
                  <a:extLst>
                    <a:ext uri="{FF2B5EF4-FFF2-40B4-BE49-F238E27FC236}">
                      <a16:creationId xmlns:a16="http://schemas.microsoft.com/office/drawing/2014/main" id="{78CE541C-72F1-D1F2-4B2F-DCDDC2B96165}"/>
                    </a:ext>
                  </a:extLst>
                </p14:cNvPr>
                <p14:cNvContentPartPr/>
                <p14:nvPr/>
              </p14:nvContentPartPr>
              <p14:xfrm>
                <a:off x="5864973" y="5045667"/>
                <a:ext cx="128160" cy="199440"/>
              </p14:xfrm>
            </p:contentPart>
          </mc:Choice>
          <mc:Fallback>
            <p:pic>
              <p:nvPicPr>
                <p:cNvPr id="260" name="Ink 259">
                  <a:extLst>
                    <a:ext uri="{FF2B5EF4-FFF2-40B4-BE49-F238E27FC236}">
                      <a16:creationId xmlns:a16="http://schemas.microsoft.com/office/drawing/2014/main" id="{78CE541C-72F1-D1F2-4B2F-DCDDC2B96165}"/>
                    </a:ext>
                  </a:extLst>
                </p:cNvPr>
                <p:cNvPicPr/>
                <p:nvPr/>
              </p:nvPicPr>
              <p:blipFill>
                <a:blip r:embed="rId411"/>
                <a:stretch>
                  <a:fillRect/>
                </a:stretch>
              </p:blipFill>
              <p:spPr>
                <a:xfrm>
                  <a:off x="5860653" y="5041347"/>
                  <a:ext cx="13680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61" name="Ink 260">
                  <a:extLst>
                    <a:ext uri="{FF2B5EF4-FFF2-40B4-BE49-F238E27FC236}">
                      <a16:creationId xmlns:a16="http://schemas.microsoft.com/office/drawing/2014/main" id="{5DB1C327-A583-B105-9904-E2B852C91CEA}"/>
                    </a:ext>
                  </a:extLst>
                </p14:cNvPr>
                <p14:cNvContentPartPr/>
                <p14:nvPr/>
              </p14:nvContentPartPr>
              <p14:xfrm>
                <a:off x="6120933" y="5242587"/>
                <a:ext cx="4320" cy="19440"/>
              </p14:xfrm>
            </p:contentPart>
          </mc:Choice>
          <mc:Fallback>
            <p:pic>
              <p:nvPicPr>
                <p:cNvPr id="261" name="Ink 260">
                  <a:extLst>
                    <a:ext uri="{FF2B5EF4-FFF2-40B4-BE49-F238E27FC236}">
                      <a16:creationId xmlns:a16="http://schemas.microsoft.com/office/drawing/2014/main" id="{5DB1C327-A583-B105-9904-E2B852C91CEA}"/>
                    </a:ext>
                  </a:extLst>
                </p:cNvPr>
                <p:cNvPicPr/>
                <p:nvPr/>
              </p:nvPicPr>
              <p:blipFill>
                <a:blip r:embed="rId413"/>
                <a:stretch>
                  <a:fillRect/>
                </a:stretch>
              </p:blipFill>
              <p:spPr>
                <a:xfrm>
                  <a:off x="6116613" y="5238267"/>
                  <a:ext cx="129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62" name="Ink 261">
                  <a:extLst>
                    <a:ext uri="{FF2B5EF4-FFF2-40B4-BE49-F238E27FC236}">
                      <a16:creationId xmlns:a16="http://schemas.microsoft.com/office/drawing/2014/main" id="{C1344FAF-B05C-8B81-82D4-0CA159F8409E}"/>
                    </a:ext>
                  </a:extLst>
                </p14:cNvPr>
                <p14:cNvContentPartPr/>
                <p14:nvPr/>
              </p14:nvContentPartPr>
              <p14:xfrm>
                <a:off x="5934813" y="5351307"/>
                <a:ext cx="152280" cy="154440"/>
              </p14:xfrm>
            </p:contentPart>
          </mc:Choice>
          <mc:Fallback>
            <p:pic>
              <p:nvPicPr>
                <p:cNvPr id="262" name="Ink 261">
                  <a:extLst>
                    <a:ext uri="{FF2B5EF4-FFF2-40B4-BE49-F238E27FC236}">
                      <a16:creationId xmlns:a16="http://schemas.microsoft.com/office/drawing/2014/main" id="{C1344FAF-B05C-8B81-82D4-0CA159F8409E}"/>
                    </a:ext>
                  </a:extLst>
                </p:cNvPr>
                <p:cNvPicPr/>
                <p:nvPr/>
              </p:nvPicPr>
              <p:blipFill>
                <a:blip r:embed="rId415"/>
                <a:stretch>
                  <a:fillRect/>
                </a:stretch>
              </p:blipFill>
              <p:spPr>
                <a:xfrm>
                  <a:off x="5930493" y="5346987"/>
                  <a:ext cx="160920" cy="163080"/>
                </a:xfrm>
                <a:prstGeom prst="rect">
                  <a:avLst/>
                </a:prstGeom>
              </p:spPr>
            </p:pic>
          </mc:Fallback>
        </mc:AlternateContent>
      </p:grpSp>
      <p:grpSp>
        <p:nvGrpSpPr>
          <p:cNvPr id="282" name="Group 281">
            <a:extLst>
              <a:ext uri="{FF2B5EF4-FFF2-40B4-BE49-F238E27FC236}">
                <a16:creationId xmlns:a16="http://schemas.microsoft.com/office/drawing/2014/main" id="{E8647D50-5B6D-B1AD-44D5-B55C40A57C60}"/>
              </a:ext>
            </a:extLst>
          </p:cNvPr>
          <p:cNvGrpSpPr/>
          <p:nvPr/>
        </p:nvGrpSpPr>
        <p:grpSpPr>
          <a:xfrm>
            <a:off x="2581773" y="5728947"/>
            <a:ext cx="1035720" cy="317160"/>
            <a:chOff x="2581773" y="5728947"/>
            <a:chExt cx="1035720" cy="317160"/>
          </a:xfrm>
        </p:grpSpPr>
        <mc:AlternateContent xmlns:mc="http://schemas.openxmlformats.org/markup-compatibility/2006">
          <mc:Choice xmlns:p14="http://schemas.microsoft.com/office/powerpoint/2010/main" Requires="p14">
            <p:contentPart p14:bwMode="auto" r:id="rId416">
              <p14:nvContentPartPr>
                <p14:cNvPr id="264" name="Ink 263">
                  <a:extLst>
                    <a:ext uri="{FF2B5EF4-FFF2-40B4-BE49-F238E27FC236}">
                      <a16:creationId xmlns:a16="http://schemas.microsoft.com/office/drawing/2014/main" id="{04EBA7F0-7FC9-0C11-8D50-49E6909E6BDE}"/>
                    </a:ext>
                  </a:extLst>
                </p14:cNvPr>
                <p14:cNvContentPartPr/>
                <p14:nvPr/>
              </p14:nvContentPartPr>
              <p14:xfrm>
                <a:off x="2581773" y="5807787"/>
                <a:ext cx="247680" cy="117000"/>
              </p14:xfrm>
            </p:contentPart>
          </mc:Choice>
          <mc:Fallback>
            <p:pic>
              <p:nvPicPr>
                <p:cNvPr id="264" name="Ink 263">
                  <a:extLst>
                    <a:ext uri="{FF2B5EF4-FFF2-40B4-BE49-F238E27FC236}">
                      <a16:creationId xmlns:a16="http://schemas.microsoft.com/office/drawing/2014/main" id="{04EBA7F0-7FC9-0C11-8D50-49E6909E6BDE}"/>
                    </a:ext>
                  </a:extLst>
                </p:cNvPr>
                <p:cNvPicPr/>
                <p:nvPr/>
              </p:nvPicPr>
              <p:blipFill>
                <a:blip r:embed="rId417"/>
                <a:stretch>
                  <a:fillRect/>
                </a:stretch>
              </p:blipFill>
              <p:spPr>
                <a:xfrm>
                  <a:off x="2577453" y="5803467"/>
                  <a:ext cx="2563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65" name="Ink 264">
                  <a:extLst>
                    <a:ext uri="{FF2B5EF4-FFF2-40B4-BE49-F238E27FC236}">
                      <a16:creationId xmlns:a16="http://schemas.microsoft.com/office/drawing/2014/main" id="{24A77A2E-AD14-7551-827F-7D6F25FCD96F}"/>
                    </a:ext>
                  </a:extLst>
                </p14:cNvPr>
                <p14:cNvContentPartPr/>
                <p14:nvPr/>
              </p14:nvContentPartPr>
              <p14:xfrm>
                <a:off x="2886333" y="5739387"/>
                <a:ext cx="243720" cy="306720"/>
              </p14:xfrm>
            </p:contentPart>
          </mc:Choice>
          <mc:Fallback>
            <p:pic>
              <p:nvPicPr>
                <p:cNvPr id="265" name="Ink 264">
                  <a:extLst>
                    <a:ext uri="{FF2B5EF4-FFF2-40B4-BE49-F238E27FC236}">
                      <a16:creationId xmlns:a16="http://schemas.microsoft.com/office/drawing/2014/main" id="{24A77A2E-AD14-7551-827F-7D6F25FCD96F}"/>
                    </a:ext>
                  </a:extLst>
                </p:cNvPr>
                <p:cNvPicPr/>
                <p:nvPr/>
              </p:nvPicPr>
              <p:blipFill>
                <a:blip r:embed="rId419"/>
                <a:stretch>
                  <a:fillRect/>
                </a:stretch>
              </p:blipFill>
              <p:spPr>
                <a:xfrm>
                  <a:off x="2882013" y="5735067"/>
                  <a:ext cx="25236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66" name="Ink 265">
                  <a:extLst>
                    <a:ext uri="{FF2B5EF4-FFF2-40B4-BE49-F238E27FC236}">
                      <a16:creationId xmlns:a16="http://schemas.microsoft.com/office/drawing/2014/main" id="{82DE8D57-16BF-5DDE-3C71-66B4FD67E93E}"/>
                    </a:ext>
                  </a:extLst>
                </p14:cNvPr>
                <p14:cNvContentPartPr/>
                <p14:nvPr/>
              </p14:nvContentPartPr>
              <p14:xfrm>
                <a:off x="3213213" y="5827227"/>
                <a:ext cx="46440" cy="118800"/>
              </p14:xfrm>
            </p:contentPart>
          </mc:Choice>
          <mc:Fallback>
            <p:pic>
              <p:nvPicPr>
                <p:cNvPr id="266" name="Ink 265">
                  <a:extLst>
                    <a:ext uri="{FF2B5EF4-FFF2-40B4-BE49-F238E27FC236}">
                      <a16:creationId xmlns:a16="http://schemas.microsoft.com/office/drawing/2014/main" id="{82DE8D57-16BF-5DDE-3C71-66B4FD67E93E}"/>
                    </a:ext>
                  </a:extLst>
                </p:cNvPr>
                <p:cNvPicPr/>
                <p:nvPr/>
              </p:nvPicPr>
              <p:blipFill>
                <a:blip r:embed="rId421"/>
                <a:stretch>
                  <a:fillRect/>
                </a:stretch>
              </p:blipFill>
              <p:spPr>
                <a:xfrm>
                  <a:off x="3208893" y="5822907"/>
                  <a:ext cx="5508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67" name="Ink 266">
                  <a:extLst>
                    <a:ext uri="{FF2B5EF4-FFF2-40B4-BE49-F238E27FC236}">
                      <a16:creationId xmlns:a16="http://schemas.microsoft.com/office/drawing/2014/main" id="{601CA9A4-0E6F-D372-BE47-AC7B59978B0F}"/>
                    </a:ext>
                  </a:extLst>
                </p14:cNvPr>
                <p14:cNvContentPartPr/>
                <p14:nvPr/>
              </p14:nvContentPartPr>
              <p14:xfrm>
                <a:off x="3294213" y="5728947"/>
                <a:ext cx="20520" cy="19440"/>
              </p14:xfrm>
            </p:contentPart>
          </mc:Choice>
          <mc:Fallback>
            <p:pic>
              <p:nvPicPr>
                <p:cNvPr id="267" name="Ink 266">
                  <a:extLst>
                    <a:ext uri="{FF2B5EF4-FFF2-40B4-BE49-F238E27FC236}">
                      <a16:creationId xmlns:a16="http://schemas.microsoft.com/office/drawing/2014/main" id="{601CA9A4-0E6F-D372-BE47-AC7B59978B0F}"/>
                    </a:ext>
                  </a:extLst>
                </p:cNvPr>
                <p:cNvPicPr/>
                <p:nvPr/>
              </p:nvPicPr>
              <p:blipFill>
                <a:blip r:embed="rId423"/>
                <a:stretch>
                  <a:fillRect/>
                </a:stretch>
              </p:blipFill>
              <p:spPr>
                <a:xfrm>
                  <a:off x="3289893" y="5724627"/>
                  <a:ext cx="291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68" name="Ink 267">
                  <a:extLst>
                    <a:ext uri="{FF2B5EF4-FFF2-40B4-BE49-F238E27FC236}">
                      <a16:creationId xmlns:a16="http://schemas.microsoft.com/office/drawing/2014/main" id="{3C437D59-DFC8-F33C-8B6F-F2A0FE59B4DE}"/>
                    </a:ext>
                  </a:extLst>
                </p14:cNvPr>
                <p14:cNvContentPartPr/>
                <p14:nvPr/>
              </p14:nvContentPartPr>
              <p14:xfrm>
                <a:off x="3436413" y="5732187"/>
                <a:ext cx="181080" cy="244080"/>
              </p14:xfrm>
            </p:contentPart>
          </mc:Choice>
          <mc:Fallback>
            <p:pic>
              <p:nvPicPr>
                <p:cNvPr id="268" name="Ink 267">
                  <a:extLst>
                    <a:ext uri="{FF2B5EF4-FFF2-40B4-BE49-F238E27FC236}">
                      <a16:creationId xmlns:a16="http://schemas.microsoft.com/office/drawing/2014/main" id="{3C437D59-DFC8-F33C-8B6F-F2A0FE59B4DE}"/>
                    </a:ext>
                  </a:extLst>
                </p:cNvPr>
                <p:cNvPicPr/>
                <p:nvPr/>
              </p:nvPicPr>
              <p:blipFill>
                <a:blip r:embed="rId425"/>
                <a:stretch>
                  <a:fillRect/>
                </a:stretch>
              </p:blipFill>
              <p:spPr>
                <a:xfrm>
                  <a:off x="3432093" y="5727867"/>
                  <a:ext cx="189720" cy="252720"/>
                </a:xfrm>
                <a:prstGeom prst="rect">
                  <a:avLst/>
                </a:prstGeom>
              </p:spPr>
            </p:pic>
          </mc:Fallback>
        </mc:AlternateContent>
      </p:grpSp>
      <p:grpSp>
        <p:nvGrpSpPr>
          <p:cNvPr id="281" name="Group 280">
            <a:extLst>
              <a:ext uri="{FF2B5EF4-FFF2-40B4-BE49-F238E27FC236}">
                <a16:creationId xmlns:a16="http://schemas.microsoft.com/office/drawing/2014/main" id="{7A719B86-0C68-0313-1A2A-843EA7B3F7B6}"/>
              </a:ext>
            </a:extLst>
          </p:cNvPr>
          <p:cNvGrpSpPr/>
          <p:nvPr/>
        </p:nvGrpSpPr>
        <p:grpSpPr>
          <a:xfrm>
            <a:off x="3878133" y="5807067"/>
            <a:ext cx="172800" cy="81720"/>
            <a:chOff x="3878133" y="5807067"/>
            <a:chExt cx="172800" cy="81720"/>
          </a:xfrm>
        </p:grpSpPr>
        <mc:AlternateContent xmlns:mc="http://schemas.openxmlformats.org/markup-compatibility/2006">
          <mc:Choice xmlns:p14="http://schemas.microsoft.com/office/powerpoint/2010/main" Requires="p14">
            <p:contentPart p14:bwMode="auto" r:id="rId426">
              <p14:nvContentPartPr>
                <p14:cNvPr id="269" name="Ink 268">
                  <a:extLst>
                    <a:ext uri="{FF2B5EF4-FFF2-40B4-BE49-F238E27FC236}">
                      <a16:creationId xmlns:a16="http://schemas.microsoft.com/office/drawing/2014/main" id="{24A30BED-2E4D-8172-4C65-414B408D2609}"/>
                    </a:ext>
                  </a:extLst>
                </p14:cNvPr>
                <p14:cNvContentPartPr/>
                <p14:nvPr/>
              </p14:nvContentPartPr>
              <p14:xfrm>
                <a:off x="3882453" y="5807067"/>
                <a:ext cx="168480" cy="33480"/>
              </p14:xfrm>
            </p:contentPart>
          </mc:Choice>
          <mc:Fallback>
            <p:pic>
              <p:nvPicPr>
                <p:cNvPr id="269" name="Ink 268">
                  <a:extLst>
                    <a:ext uri="{FF2B5EF4-FFF2-40B4-BE49-F238E27FC236}">
                      <a16:creationId xmlns:a16="http://schemas.microsoft.com/office/drawing/2014/main" id="{24A30BED-2E4D-8172-4C65-414B408D2609}"/>
                    </a:ext>
                  </a:extLst>
                </p:cNvPr>
                <p:cNvPicPr/>
                <p:nvPr/>
              </p:nvPicPr>
              <p:blipFill>
                <a:blip r:embed="rId427"/>
                <a:stretch>
                  <a:fillRect/>
                </a:stretch>
              </p:blipFill>
              <p:spPr>
                <a:xfrm>
                  <a:off x="3878133" y="5802747"/>
                  <a:ext cx="1771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70" name="Ink 269">
                  <a:extLst>
                    <a:ext uri="{FF2B5EF4-FFF2-40B4-BE49-F238E27FC236}">
                      <a16:creationId xmlns:a16="http://schemas.microsoft.com/office/drawing/2014/main" id="{723AC67B-A8C6-FE6E-27D9-1AF8F58747BF}"/>
                    </a:ext>
                  </a:extLst>
                </p14:cNvPr>
                <p14:cNvContentPartPr/>
                <p14:nvPr/>
              </p14:nvContentPartPr>
              <p14:xfrm>
                <a:off x="3878133" y="5883027"/>
                <a:ext cx="168120" cy="5760"/>
              </p14:xfrm>
            </p:contentPart>
          </mc:Choice>
          <mc:Fallback>
            <p:pic>
              <p:nvPicPr>
                <p:cNvPr id="270" name="Ink 269">
                  <a:extLst>
                    <a:ext uri="{FF2B5EF4-FFF2-40B4-BE49-F238E27FC236}">
                      <a16:creationId xmlns:a16="http://schemas.microsoft.com/office/drawing/2014/main" id="{723AC67B-A8C6-FE6E-27D9-1AF8F58747BF}"/>
                    </a:ext>
                  </a:extLst>
                </p:cNvPr>
                <p:cNvPicPr/>
                <p:nvPr/>
              </p:nvPicPr>
              <p:blipFill>
                <a:blip r:embed="rId429"/>
                <a:stretch>
                  <a:fillRect/>
                </a:stretch>
              </p:blipFill>
              <p:spPr>
                <a:xfrm>
                  <a:off x="3873813" y="5878707"/>
                  <a:ext cx="176760" cy="14400"/>
                </a:xfrm>
                <a:prstGeom prst="rect">
                  <a:avLst/>
                </a:prstGeom>
              </p:spPr>
            </p:pic>
          </mc:Fallback>
        </mc:AlternateContent>
      </p:grpSp>
      <p:grpSp>
        <p:nvGrpSpPr>
          <p:cNvPr id="280" name="Group 279">
            <a:extLst>
              <a:ext uri="{FF2B5EF4-FFF2-40B4-BE49-F238E27FC236}">
                <a16:creationId xmlns:a16="http://schemas.microsoft.com/office/drawing/2014/main" id="{F82A9CEF-91AC-838F-389C-475965727D2D}"/>
              </a:ext>
            </a:extLst>
          </p:cNvPr>
          <p:cNvGrpSpPr/>
          <p:nvPr/>
        </p:nvGrpSpPr>
        <p:grpSpPr>
          <a:xfrm>
            <a:off x="4400853" y="5595387"/>
            <a:ext cx="1427760" cy="275040"/>
            <a:chOff x="4400853" y="5595387"/>
            <a:chExt cx="1427760" cy="275040"/>
          </a:xfrm>
        </p:grpSpPr>
        <mc:AlternateContent xmlns:mc="http://schemas.openxmlformats.org/markup-compatibility/2006">
          <mc:Choice xmlns:p14="http://schemas.microsoft.com/office/powerpoint/2010/main" Requires="p14">
            <p:contentPart p14:bwMode="auto" r:id="rId430">
              <p14:nvContentPartPr>
                <p14:cNvPr id="271" name="Ink 270">
                  <a:extLst>
                    <a:ext uri="{FF2B5EF4-FFF2-40B4-BE49-F238E27FC236}">
                      <a16:creationId xmlns:a16="http://schemas.microsoft.com/office/drawing/2014/main" id="{7B55D2A9-B965-11D5-D17F-76BED91B97DF}"/>
                    </a:ext>
                  </a:extLst>
                </p14:cNvPr>
                <p14:cNvContentPartPr/>
                <p14:nvPr/>
              </p14:nvContentPartPr>
              <p14:xfrm>
                <a:off x="4400853" y="5714547"/>
                <a:ext cx="210240" cy="155880"/>
              </p14:xfrm>
            </p:contentPart>
          </mc:Choice>
          <mc:Fallback>
            <p:pic>
              <p:nvPicPr>
                <p:cNvPr id="271" name="Ink 270">
                  <a:extLst>
                    <a:ext uri="{FF2B5EF4-FFF2-40B4-BE49-F238E27FC236}">
                      <a16:creationId xmlns:a16="http://schemas.microsoft.com/office/drawing/2014/main" id="{7B55D2A9-B965-11D5-D17F-76BED91B97DF}"/>
                    </a:ext>
                  </a:extLst>
                </p:cNvPr>
                <p:cNvPicPr/>
                <p:nvPr/>
              </p:nvPicPr>
              <p:blipFill>
                <a:blip r:embed="rId431"/>
                <a:stretch>
                  <a:fillRect/>
                </a:stretch>
              </p:blipFill>
              <p:spPr>
                <a:xfrm>
                  <a:off x="4396533" y="5710227"/>
                  <a:ext cx="2188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72" name="Ink 271">
                  <a:extLst>
                    <a:ext uri="{FF2B5EF4-FFF2-40B4-BE49-F238E27FC236}">
                      <a16:creationId xmlns:a16="http://schemas.microsoft.com/office/drawing/2014/main" id="{FB544037-0F60-A51D-B6BE-26C5C6620329}"/>
                    </a:ext>
                  </a:extLst>
                </p14:cNvPr>
                <p14:cNvContentPartPr/>
                <p14:nvPr/>
              </p14:nvContentPartPr>
              <p14:xfrm>
                <a:off x="4637373" y="5762067"/>
                <a:ext cx="293400" cy="98640"/>
              </p14:xfrm>
            </p:contentPart>
          </mc:Choice>
          <mc:Fallback>
            <p:pic>
              <p:nvPicPr>
                <p:cNvPr id="272" name="Ink 271">
                  <a:extLst>
                    <a:ext uri="{FF2B5EF4-FFF2-40B4-BE49-F238E27FC236}">
                      <a16:creationId xmlns:a16="http://schemas.microsoft.com/office/drawing/2014/main" id="{FB544037-0F60-A51D-B6BE-26C5C6620329}"/>
                    </a:ext>
                  </a:extLst>
                </p:cNvPr>
                <p:cNvPicPr/>
                <p:nvPr/>
              </p:nvPicPr>
              <p:blipFill>
                <a:blip r:embed="rId433"/>
                <a:stretch>
                  <a:fillRect/>
                </a:stretch>
              </p:blipFill>
              <p:spPr>
                <a:xfrm>
                  <a:off x="4633053" y="5757747"/>
                  <a:ext cx="30204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73" name="Ink 272">
                  <a:extLst>
                    <a:ext uri="{FF2B5EF4-FFF2-40B4-BE49-F238E27FC236}">
                      <a16:creationId xmlns:a16="http://schemas.microsoft.com/office/drawing/2014/main" id="{DC761C0D-A778-CDC6-B9CE-E238550901AE}"/>
                    </a:ext>
                  </a:extLst>
                </p14:cNvPr>
                <p14:cNvContentPartPr/>
                <p14:nvPr/>
              </p14:nvContentPartPr>
              <p14:xfrm>
                <a:off x="4948773" y="5756667"/>
                <a:ext cx="163080" cy="80640"/>
              </p14:xfrm>
            </p:contentPart>
          </mc:Choice>
          <mc:Fallback>
            <p:pic>
              <p:nvPicPr>
                <p:cNvPr id="273" name="Ink 272">
                  <a:extLst>
                    <a:ext uri="{FF2B5EF4-FFF2-40B4-BE49-F238E27FC236}">
                      <a16:creationId xmlns:a16="http://schemas.microsoft.com/office/drawing/2014/main" id="{DC761C0D-A778-CDC6-B9CE-E238550901AE}"/>
                    </a:ext>
                  </a:extLst>
                </p:cNvPr>
                <p:cNvPicPr/>
                <p:nvPr/>
              </p:nvPicPr>
              <p:blipFill>
                <a:blip r:embed="rId435"/>
                <a:stretch>
                  <a:fillRect/>
                </a:stretch>
              </p:blipFill>
              <p:spPr>
                <a:xfrm>
                  <a:off x="4944453" y="5752347"/>
                  <a:ext cx="17172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74" name="Ink 273">
                  <a:extLst>
                    <a:ext uri="{FF2B5EF4-FFF2-40B4-BE49-F238E27FC236}">
                      <a16:creationId xmlns:a16="http://schemas.microsoft.com/office/drawing/2014/main" id="{57FA3438-4B13-C918-2D1D-96E1599A6A11}"/>
                    </a:ext>
                  </a:extLst>
                </p14:cNvPr>
                <p14:cNvContentPartPr/>
                <p14:nvPr/>
              </p14:nvContentPartPr>
              <p14:xfrm>
                <a:off x="5208693" y="5595387"/>
                <a:ext cx="90360" cy="236520"/>
              </p14:xfrm>
            </p:contentPart>
          </mc:Choice>
          <mc:Fallback>
            <p:pic>
              <p:nvPicPr>
                <p:cNvPr id="274" name="Ink 273">
                  <a:extLst>
                    <a:ext uri="{FF2B5EF4-FFF2-40B4-BE49-F238E27FC236}">
                      <a16:creationId xmlns:a16="http://schemas.microsoft.com/office/drawing/2014/main" id="{57FA3438-4B13-C918-2D1D-96E1599A6A11}"/>
                    </a:ext>
                  </a:extLst>
                </p:cNvPr>
                <p:cNvPicPr/>
                <p:nvPr/>
              </p:nvPicPr>
              <p:blipFill>
                <a:blip r:embed="rId437"/>
                <a:stretch>
                  <a:fillRect/>
                </a:stretch>
              </p:blipFill>
              <p:spPr>
                <a:xfrm>
                  <a:off x="5204373" y="5591067"/>
                  <a:ext cx="9900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75" name="Ink 274">
                  <a:extLst>
                    <a:ext uri="{FF2B5EF4-FFF2-40B4-BE49-F238E27FC236}">
                      <a16:creationId xmlns:a16="http://schemas.microsoft.com/office/drawing/2014/main" id="{81884C2A-C03F-4CDE-847E-166258E42532}"/>
                    </a:ext>
                  </a:extLst>
                </p14:cNvPr>
                <p14:cNvContentPartPr/>
                <p14:nvPr/>
              </p14:nvContentPartPr>
              <p14:xfrm>
                <a:off x="5321733" y="5642187"/>
                <a:ext cx="68040" cy="207360"/>
              </p14:xfrm>
            </p:contentPart>
          </mc:Choice>
          <mc:Fallback>
            <p:pic>
              <p:nvPicPr>
                <p:cNvPr id="275" name="Ink 274">
                  <a:extLst>
                    <a:ext uri="{FF2B5EF4-FFF2-40B4-BE49-F238E27FC236}">
                      <a16:creationId xmlns:a16="http://schemas.microsoft.com/office/drawing/2014/main" id="{81884C2A-C03F-4CDE-847E-166258E42532}"/>
                    </a:ext>
                  </a:extLst>
                </p:cNvPr>
                <p:cNvPicPr/>
                <p:nvPr/>
              </p:nvPicPr>
              <p:blipFill>
                <a:blip r:embed="rId439"/>
                <a:stretch>
                  <a:fillRect/>
                </a:stretch>
              </p:blipFill>
              <p:spPr>
                <a:xfrm>
                  <a:off x="5317413" y="5637867"/>
                  <a:ext cx="766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76" name="Ink 275">
                  <a:extLst>
                    <a:ext uri="{FF2B5EF4-FFF2-40B4-BE49-F238E27FC236}">
                      <a16:creationId xmlns:a16="http://schemas.microsoft.com/office/drawing/2014/main" id="{CE3D9EDA-BD47-6C03-3F17-AA1F13BB0FD6}"/>
                    </a:ext>
                  </a:extLst>
                </p14:cNvPr>
                <p14:cNvContentPartPr/>
                <p14:nvPr/>
              </p14:nvContentPartPr>
              <p14:xfrm>
                <a:off x="5411733" y="5730747"/>
                <a:ext cx="90720" cy="94320"/>
              </p14:xfrm>
            </p:contentPart>
          </mc:Choice>
          <mc:Fallback>
            <p:pic>
              <p:nvPicPr>
                <p:cNvPr id="276" name="Ink 275">
                  <a:extLst>
                    <a:ext uri="{FF2B5EF4-FFF2-40B4-BE49-F238E27FC236}">
                      <a16:creationId xmlns:a16="http://schemas.microsoft.com/office/drawing/2014/main" id="{CE3D9EDA-BD47-6C03-3F17-AA1F13BB0FD6}"/>
                    </a:ext>
                  </a:extLst>
                </p:cNvPr>
                <p:cNvPicPr/>
                <p:nvPr/>
              </p:nvPicPr>
              <p:blipFill>
                <a:blip r:embed="rId441"/>
                <a:stretch>
                  <a:fillRect/>
                </a:stretch>
              </p:blipFill>
              <p:spPr>
                <a:xfrm>
                  <a:off x="5407413" y="5726427"/>
                  <a:ext cx="9936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277" name="Ink 276">
                  <a:extLst>
                    <a:ext uri="{FF2B5EF4-FFF2-40B4-BE49-F238E27FC236}">
                      <a16:creationId xmlns:a16="http://schemas.microsoft.com/office/drawing/2014/main" id="{BC31814F-2855-F744-7313-B58C4C793DCB}"/>
                    </a:ext>
                  </a:extLst>
                </p14:cNvPr>
                <p14:cNvContentPartPr/>
                <p14:nvPr/>
              </p14:nvContentPartPr>
              <p14:xfrm>
                <a:off x="5555373" y="5710587"/>
                <a:ext cx="104760" cy="105120"/>
              </p14:xfrm>
            </p:contentPart>
          </mc:Choice>
          <mc:Fallback>
            <p:pic>
              <p:nvPicPr>
                <p:cNvPr id="277" name="Ink 276">
                  <a:extLst>
                    <a:ext uri="{FF2B5EF4-FFF2-40B4-BE49-F238E27FC236}">
                      <a16:creationId xmlns:a16="http://schemas.microsoft.com/office/drawing/2014/main" id="{BC31814F-2855-F744-7313-B58C4C793DCB}"/>
                    </a:ext>
                  </a:extLst>
                </p:cNvPr>
                <p:cNvPicPr/>
                <p:nvPr/>
              </p:nvPicPr>
              <p:blipFill>
                <a:blip r:embed="rId443"/>
                <a:stretch>
                  <a:fillRect/>
                </a:stretch>
              </p:blipFill>
              <p:spPr>
                <a:xfrm>
                  <a:off x="5551053" y="5706267"/>
                  <a:ext cx="1134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78" name="Ink 277">
                  <a:extLst>
                    <a:ext uri="{FF2B5EF4-FFF2-40B4-BE49-F238E27FC236}">
                      <a16:creationId xmlns:a16="http://schemas.microsoft.com/office/drawing/2014/main" id="{95C43FB6-4757-6EAC-20CF-411F21B95631}"/>
                    </a:ext>
                  </a:extLst>
                </p14:cNvPr>
                <p14:cNvContentPartPr/>
                <p14:nvPr/>
              </p14:nvContentPartPr>
              <p14:xfrm>
                <a:off x="5718093" y="5596467"/>
                <a:ext cx="99360" cy="205920"/>
              </p14:xfrm>
            </p:contentPart>
          </mc:Choice>
          <mc:Fallback>
            <p:pic>
              <p:nvPicPr>
                <p:cNvPr id="278" name="Ink 277">
                  <a:extLst>
                    <a:ext uri="{FF2B5EF4-FFF2-40B4-BE49-F238E27FC236}">
                      <a16:creationId xmlns:a16="http://schemas.microsoft.com/office/drawing/2014/main" id="{95C43FB6-4757-6EAC-20CF-411F21B95631}"/>
                    </a:ext>
                  </a:extLst>
                </p:cNvPr>
                <p:cNvPicPr/>
                <p:nvPr/>
              </p:nvPicPr>
              <p:blipFill>
                <a:blip r:embed="rId445"/>
                <a:stretch>
                  <a:fillRect/>
                </a:stretch>
              </p:blipFill>
              <p:spPr>
                <a:xfrm>
                  <a:off x="5713773" y="5592147"/>
                  <a:ext cx="10800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79" name="Ink 278">
                  <a:extLst>
                    <a:ext uri="{FF2B5EF4-FFF2-40B4-BE49-F238E27FC236}">
                      <a16:creationId xmlns:a16="http://schemas.microsoft.com/office/drawing/2014/main" id="{42200911-6F42-2BC3-F2B3-337CB20A0E52}"/>
                    </a:ext>
                  </a:extLst>
                </p14:cNvPr>
                <p14:cNvContentPartPr/>
                <p14:nvPr/>
              </p14:nvContentPartPr>
              <p14:xfrm>
                <a:off x="5706933" y="5696907"/>
                <a:ext cx="121680" cy="13320"/>
              </p14:xfrm>
            </p:contentPart>
          </mc:Choice>
          <mc:Fallback>
            <p:pic>
              <p:nvPicPr>
                <p:cNvPr id="279" name="Ink 278">
                  <a:extLst>
                    <a:ext uri="{FF2B5EF4-FFF2-40B4-BE49-F238E27FC236}">
                      <a16:creationId xmlns:a16="http://schemas.microsoft.com/office/drawing/2014/main" id="{42200911-6F42-2BC3-F2B3-337CB20A0E52}"/>
                    </a:ext>
                  </a:extLst>
                </p:cNvPr>
                <p:cNvPicPr/>
                <p:nvPr/>
              </p:nvPicPr>
              <p:blipFill>
                <a:blip r:embed="rId447"/>
                <a:stretch>
                  <a:fillRect/>
                </a:stretch>
              </p:blipFill>
              <p:spPr>
                <a:xfrm>
                  <a:off x="5702613" y="5692587"/>
                  <a:ext cx="130320" cy="21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8">
            <p14:nvContentPartPr>
              <p14:cNvPr id="284" name="Ink 283">
                <a:extLst>
                  <a:ext uri="{FF2B5EF4-FFF2-40B4-BE49-F238E27FC236}">
                    <a16:creationId xmlns:a16="http://schemas.microsoft.com/office/drawing/2014/main" id="{0CD2D90B-7C34-2413-E3A6-667F297452BE}"/>
                  </a:ext>
                </a:extLst>
              </p14:cNvPr>
              <p14:cNvContentPartPr/>
              <p14:nvPr/>
            </p14:nvContentPartPr>
            <p14:xfrm>
              <a:off x="1064733" y="1849227"/>
              <a:ext cx="15120" cy="22680"/>
            </p14:xfrm>
          </p:contentPart>
        </mc:Choice>
        <mc:Fallback>
          <p:pic>
            <p:nvPicPr>
              <p:cNvPr id="284" name="Ink 283">
                <a:extLst>
                  <a:ext uri="{FF2B5EF4-FFF2-40B4-BE49-F238E27FC236}">
                    <a16:creationId xmlns:a16="http://schemas.microsoft.com/office/drawing/2014/main" id="{0CD2D90B-7C34-2413-E3A6-667F297452BE}"/>
                  </a:ext>
                </a:extLst>
              </p:cNvPr>
              <p:cNvPicPr/>
              <p:nvPr/>
            </p:nvPicPr>
            <p:blipFill>
              <a:blip r:embed="rId449"/>
              <a:stretch>
                <a:fillRect/>
              </a:stretch>
            </p:blipFill>
            <p:spPr>
              <a:xfrm>
                <a:off x="1060413" y="1844907"/>
                <a:ext cx="23760" cy="31320"/>
              </a:xfrm>
              <a:prstGeom prst="rect">
                <a:avLst/>
              </a:prstGeom>
            </p:spPr>
          </p:pic>
        </mc:Fallback>
      </mc:AlternateContent>
      <p:grpSp>
        <p:nvGrpSpPr>
          <p:cNvPr id="297" name="Group 296">
            <a:extLst>
              <a:ext uri="{FF2B5EF4-FFF2-40B4-BE49-F238E27FC236}">
                <a16:creationId xmlns:a16="http://schemas.microsoft.com/office/drawing/2014/main" id="{33036367-BB80-0A70-DEC9-0BF3FFCF3FBE}"/>
              </a:ext>
            </a:extLst>
          </p:cNvPr>
          <p:cNvGrpSpPr/>
          <p:nvPr/>
        </p:nvGrpSpPr>
        <p:grpSpPr>
          <a:xfrm>
            <a:off x="697893" y="1698387"/>
            <a:ext cx="1390680" cy="659520"/>
            <a:chOff x="697893" y="1698387"/>
            <a:chExt cx="1390680" cy="659520"/>
          </a:xfrm>
        </p:grpSpPr>
        <mc:AlternateContent xmlns:mc="http://schemas.openxmlformats.org/markup-compatibility/2006">
          <mc:Choice xmlns:p14="http://schemas.microsoft.com/office/powerpoint/2010/main" Requires="p14">
            <p:contentPart p14:bwMode="auto" r:id="rId450">
              <p14:nvContentPartPr>
                <p14:cNvPr id="285" name="Ink 284">
                  <a:extLst>
                    <a:ext uri="{FF2B5EF4-FFF2-40B4-BE49-F238E27FC236}">
                      <a16:creationId xmlns:a16="http://schemas.microsoft.com/office/drawing/2014/main" id="{EE17BD8D-9FA5-6432-E365-058D4C5B3ACB}"/>
                    </a:ext>
                  </a:extLst>
                </p14:cNvPr>
                <p14:cNvContentPartPr/>
                <p14:nvPr/>
              </p14:nvContentPartPr>
              <p14:xfrm>
                <a:off x="777093" y="1757067"/>
                <a:ext cx="297720" cy="600840"/>
              </p14:xfrm>
            </p:contentPart>
          </mc:Choice>
          <mc:Fallback>
            <p:pic>
              <p:nvPicPr>
                <p:cNvPr id="285" name="Ink 284">
                  <a:extLst>
                    <a:ext uri="{FF2B5EF4-FFF2-40B4-BE49-F238E27FC236}">
                      <a16:creationId xmlns:a16="http://schemas.microsoft.com/office/drawing/2014/main" id="{EE17BD8D-9FA5-6432-E365-058D4C5B3ACB}"/>
                    </a:ext>
                  </a:extLst>
                </p:cNvPr>
                <p:cNvPicPr/>
                <p:nvPr/>
              </p:nvPicPr>
              <p:blipFill>
                <a:blip r:embed="rId451"/>
                <a:stretch>
                  <a:fillRect/>
                </a:stretch>
              </p:blipFill>
              <p:spPr>
                <a:xfrm>
                  <a:off x="772773" y="1752747"/>
                  <a:ext cx="306360" cy="60948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86" name="Ink 285">
                  <a:extLst>
                    <a:ext uri="{FF2B5EF4-FFF2-40B4-BE49-F238E27FC236}">
                      <a16:creationId xmlns:a16="http://schemas.microsoft.com/office/drawing/2014/main" id="{B46B079D-0A5E-C998-5313-7AE5743CC6E5}"/>
                    </a:ext>
                  </a:extLst>
                </p14:cNvPr>
                <p14:cNvContentPartPr/>
                <p14:nvPr/>
              </p14:nvContentPartPr>
              <p14:xfrm>
                <a:off x="697893" y="1950747"/>
                <a:ext cx="449640" cy="122400"/>
              </p14:xfrm>
            </p:contentPart>
          </mc:Choice>
          <mc:Fallback>
            <p:pic>
              <p:nvPicPr>
                <p:cNvPr id="286" name="Ink 285">
                  <a:extLst>
                    <a:ext uri="{FF2B5EF4-FFF2-40B4-BE49-F238E27FC236}">
                      <a16:creationId xmlns:a16="http://schemas.microsoft.com/office/drawing/2014/main" id="{B46B079D-0A5E-C998-5313-7AE5743CC6E5}"/>
                    </a:ext>
                  </a:extLst>
                </p:cNvPr>
                <p:cNvPicPr/>
                <p:nvPr/>
              </p:nvPicPr>
              <p:blipFill>
                <a:blip r:embed="rId453"/>
                <a:stretch>
                  <a:fillRect/>
                </a:stretch>
              </p:blipFill>
              <p:spPr>
                <a:xfrm>
                  <a:off x="693573" y="1946427"/>
                  <a:ext cx="45828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87" name="Ink 286">
                  <a:extLst>
                    <a:ext uri="{FF2B5EF4-FFF2-40B4-BE49-F238E27FC236}">
                      <a16:creationId xmlns:a16="http://schemas.microsoft.com/office/drawing/2014/main" id="{C3A56D9C-2745-FB70-E121-20A5EC40F58C}"/>
                    </a:ext>
                  </a:extLst>
                </p14:cNvPr>
                <p14:cNvContentPartPr/>
                <p14:nvPr/>
              </p14:nvContentPartPr>
              <p14:xfrm>
                <a:off x="1209453" y="1867227"/>
                <a:ext cx="61920" cy="188280"/>
              </p14:xfrm>
            </p:contentPart>
          </mc:Choice>
          <mc:Fallback>
            <p:pic>
              <p:nvPicPr>
                <p:cNvPr id="287" name="Ink 286">
                  <a:extLst>
                    <a:ext uri="{FF2B5EF4-FFF2-40B4-BE49-F238E27FC236}">
                      <a16:creationId xmlns:a16="http://schemas.microsoft.com/office/drawing/2014/main" id="{C3A56D9C-2745-FB70-E121-20A5EC40F58C}"/>
                    </a:ext>
                  </a:extLst>
                </p:cNvPr>
                <p:cNvPicPr/>
                <p:nvPr/>
              </p:nvPicPr>
              <p:blipFill>
                <a:blip r:embed="rId455"/>
                <a:stretch>
                  <a:fillRect/>
                </a:stretch>
              </p:blipFill>
              <p:spPr>
                <a:xfrm>
                  <a:off x="1205133" y="1862907"/>
                  <a:ext cx="7056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88" name="Ink 287">
                  <a:extLst>
                    <a:ext uri="{FF2B5EF4-FFF2-40B4-BE49-F238E27FC236}">
                      <a16:creationId xmlns:a16="http://schemas.microsoft.com/office/drawing/2014/main" id="{1D689E67-3A59-60FC-597C-9611B8B64599}"/>
                    </a:ext>
                  </a:extLst>
                </p14:cNvPr>
                <p14:cNvContentPartPr/>
                <p14:nvPr/>
              </p14:nvContentPartPr>
              <p14:xfrm>
                <a:off x="1375413" y="1735827"/>
                <a:ext cx="163440" cy="308520"/>
              </p14:xfrm>
            </p:contentPart>
          </mc:Choice>
          <mc:Fallback>
            <p:pic>
              <p:nvPicPr>
                <p:cNvPr id="288" name="Ink 287">
                  <a:extLst>
                    <a:ext uri="{FF2B5EF4-FFF2-40B4-BE49-F238E27FC236}">
                      <a16:creationId xmlns:a16="http://schemas.microsoft.com/office/drawing/2014/main" id="{1D689E67-3A59-60FC-597C-9611B8B64599}"/>
                    </a:ext>
                  </a:extLst>
                </p:cNvPr>
                <p:cNvPicPr/>
                <p:nvPr/>
              </p:nvPicPr>
              <p:blipFill>
                <a:blip r:embed="rId457"/>
                <a:stretch>
                  <a:fillRect/>
                </a:stretch>
              </p:blipFill>
              <p:spPr>
                <a:xfrm>
                  <a:off x="1371093" y="1731507"/>
                  <a:ext cx="17208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289" name="Ink 288">
                  <a:extLst>
                    <a:ext uri="{FF2B5EF4-FFF2-40B4-BE49-F238E27FC236}">
                      <a16:creationId xmlns:a16="http://schemas.microsoft.com/office/drawing/2014/main" id="{DB0885E5-B4DE-0BDB-A60F-71BD5A3E6648}"/>
                    </a:ext>
                  </a:extLst>
                </p14:cNvPr>
                <p14:cNvContentPartPr/>
                <p14:nvPr/>
              </p14:nvContentPartPr>
              <p14:xfrm>
                <a:off x="1609053" y="1913307"/>
                <a:ext cx="24840" cy="73080"/>
              </p14:xfrm>
            </p:contentPart>
          </mc:Choice>
          <mc:Fallback>
            <p:pic>
              <p:nvPicPr>
                <p:cNvPr id="289" name="Ink 288">
                  <a:extLst>
                    <a:ext uri="{FF2B5EF4-FFF2-40B4-BE49-F238E27FC236}">
                      <a16:creationId xmlns:a16="http://schemas.microsoft.com/office/drawing/2014/main" id="{DB0885E5-B4DE-0BDB-A60F-71BD5A3E6648}"/>
                    </a:ext>
                  </a:extLst>
                </p:cNvPr>
                <p:cNvPicPr/>
                <p:nvPr/>
              </p:nvPicPr>
              <p:blipFill>
                <a:blip r:embed="rId459"/>
                <a:stretch>
                  <a:fillRect/>
                </a:stretch>
              </p:blipFill>
              <p:spPr>
                <a:xfrm>
                  <a:off x="1604733" y="1908987"/>
                  <a:ext cx="334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290" name="Ink 289">
                  <a:extLst>
                    <a:ext uri="{FF2B5EF4-FFF2-40B4-BE49-F238E27FC236}">
                      <a16:creationId xmlns:a16="http://schemas.microsoft.com/office/drawing/2014/main" id="{9DB7DF1C-533E-B478-A3D2-0B895FA93343}"/>
                    </a:ext>
                  </a:extLst>
                </p14:cNvPr>
                <p14:cNvContentPartPr/>
                <p14:nvPr/>
              </p14:nvContentPartPr>
              <p14:xfrm>
                <a:off x="1645413" y="1734747"/>
                <a:ext cx="31320" cy="98640"/>
              </p14:xfrm>
            </p:contentPart>
          </mc:Choice>
          <mc:Fallback>
            <p:pic>
              <p:nvPicPr>
                <p:cNvPr id="290" name="Ink 289">
                  <a:extLst>
                    <a:ext uri="{FF2B5EF4-FFF2-40B4-BE49-F238E27FC236}">
                      <a16:creationId xmlns:a16="http://schemas.microsoft.com/office/drawing/2014/main" id="{9DB7DF1C-533E-B478-A3D2-0B895FA93343}"/>
                    </a:ext>
                  </a:extLst>
                </p:cNvPr>
                <p:cNvPicPr/>
                <p:nvPr/>
              </p:nvPicPr>
              <p:blipFill>
                <a:blip r:embed="rId461"/>
                <a:stretch>
                  <a:fillRect/>
                </a:stretch>
              </p:blipFill>
              <p:spPr>
                <a:xfrm>
                  <a:off x="1641093" y="1730427"/>
                  <a:ext cx="3996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291" name="Ink 290">
                  <a:extLst>
                    <a:ext uri="{FF2B5EF4-FFF2-40B4-BE49-F238E27FC236}">
                      <a16:creationId xmlns:a16="http://schemas.microsoft.com/office/drawing/2014/main" id="{F0498F12-2B58-0E0F-3B97-B0160DE1EA5E}"/>
                    </a:ext>
                  </a:extLst>
                </p14:cNvPr>
                <p14:cNvContentPartPr/>
                <p14:nvPr/>
              </p14:nvContentPartPr>
              <p14:xfrm>
                <a:off x="1711653" y="1888827"/>
                <a:ext cx="88200" cy="62280"/>
              </p14:xfrm>
            </p:contentPart>
          </mc:Choice>
          <mc:Fallback>
            <p:pic>
              <p:nvPicPr>
                <p:cNvPr id="291" name="Ink 290">
                  <a:extLst>
                    <a:ext uri="{FF2B5EF4-FFF2-40B4-BE49-F238E27FC236}">
                      <a16:creationId xmlns:a16="http://schemas.microsoft.com/office/drawing/2014/main" id="{F0498F12-2B58-0E0F-3B97-B0160DE1EA5E}"/>
                    </a:ext>
                  </a:extLst>
                </p:cNvPr>
                <p:cNvPicPr/>
                <p:nvPr/>
              </p:nvPicPr>
              <p:blipFill>
                <a:blip r:embed="rId463"/>
                <a:stretch>
                  <a:fillRect/>
                </a:stretch>
              </p:blipFill>
              <p:spPr>
                <a:xfrm>
                  <a:off x="1707333" y="1884507"/>
                  <a:ext cx="9684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292" name="Ink 291">
                  <a:extLst>
                    <a:ext uri="{FF2B5EF4-FFF2-40B4-BE49-F238E27FC236}">
                      <a16:creationId xmlns:a16="http://schemas.microsoft.com/office/drawing/2014/main" id="{E869EDDD-36FF-A3A4-6018-FF9B92A7E9FA}"/>
                    </a:ext>
                  </a:extLst>
                </p14:cNvPr>
                <p14:cNvContentPartPr/>
                <p14:nvPr/>
              </p14:nvContentPartPr>
              <p14:xfrm>
                <a:off x="1940613" y="1698387"/>
                <a:ext cx="61200" cy="281520"/>
              </p14:xfrm>
            </p:contentPart>
          </mc:Choice>
          <mc:Fallback>
            <p:pic>
              <p:nvPicPr>
                <p:cNvPr id="292" name="Ink 291">
                  <a:extLst>
                    <a:ext uri="{FF2B5EF4-FFF2-40B4-BE49-F238E27FC236}">
                      <a16:creationId xmlns:a16="http://schemas.microsoft.com/office/drawing/2014/main" id="{E869EDDD-36FF-A3A4-6018-FF9B92A7E9FA}"/>
                    </a:ext>
                  </a:extLst>
                </p:cNvPr>
                <p:cNvPicPr/>
                <p:nvPr/>
              </p:nvPicPr>
              <p:blipFill>
                <a:blip r:embed="rId465"/>
                <a:stretch>
                  <a:fillRect/>
                </a:stretch>
              </p:blipFill>
              <p:spPr>
                <a:xfrm>
                  <a:off x="1936293" y="1694067"/>
                  <a:ext cx="6984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293" name="Ink 292">
                  <a:extLst>
                    <a:ext uri="{FF2B5EF4-FFF2-40B4-BE49-F238E27FC236}">
                      <a16:creationId xmlns:a16="http://schemas.microsoft.com/office/drawing/2014/main" id="{EEE938F0-E4B8-9EC9-6D16-0839BB4B882C}"/>
                    </a:ext>
                  </a:extLst>
                </p14:cNvPr>
                <p14:cNvContentPartPr/>
                <p14:nvPr/>
              </p14:nvContentPartPr>
              <p14:xfrm>
                <a:off x="1938453" y="1827987"/>
                <a:ext cx="150120" cy="360"/>
              </p14:xfrm>
            </p:contentPart>
          </mc:Choice>
          <mc:Fallback>
            <p:pic>
              <p:nvPicPr>
                <p:cNvPr id="293" name="Ink 292">
                  <a:extLst>
                    <a:ext uri="{FF2B5EF4-FFF2-40B4-BE49-F238E27FC236}">
                      <a16:creationId xmlns:a16="http://schemas.microsoft.com/office/drawing/2014/main" id="{EEE938F0-E4B8-9EC9-6D16-0839BB4B882C}"/>
                    </a:ext>
                  </a:extLst>
                </p:cNvPr>
                <p:cNvPicPr/>
                <p:nvPr/>
              </p:nvPicPr>
              <p:blipFill>
                <a:blip r:embed="rId467"/>
                <a:stretch>
                  <a:fillRect/>
                </a:stretch>
              </p:blipFill>
              <p:spPr>
                <a:xfrm>
                  <a:off x="1934133" y="1823667"/>
                  <a:ext cx="158760" cy="9000"/>
                </a:xfrm>
                <a:prstGeom prst="rect">
                  <a:avLst/>
                </a:prstGeom>
              </p:spPr>
            </p:pic>
          </mc:Fallback>
        </mc:AlternateContent>
      </p:grpSp>
      <p:grpSp>
        <p:nvGrpSpPr>
          <p:cNvPr id="309" name="Group 308">
            <a:extLst>
              <a:ext uri="{FF2B5EF4-FFF2-40B4-BE49-F238E27FC236}">
                <a16:creationId xmlns:a16="http://schemas.microsoft.com/office/drawing/2014/main" id="{E2F9DD9D-A11A-54F5-FBF6-B62FFFF86C46}"/>
              </a:ext>
            </a:extLst>
          </p:cNvPr>
          <p:cNvGrpSpPr/>
          <p:nvPr/>
        </p:nvGrpSpPr>
        <p:grpSpPr>
          <a:xfrm>
            <a:off x="2367573" y="1656267"/>
            <a:ext cx="911160" cy="346320"/>
            <a:chOff x="2367573" y="1656267"/>
            <a:chExt cx="911160" cy="346320"/>
          </a:xfrm>
        </p:grpSpPr>
        <mc:AlternateContent xmlns:mc="http://schemas.openxmlformats.org/markup-compatibility/2006">
          <mc:Choice xmlns:p14="http://schemas.microsoft.com/office/powerpoint/2010/main" Requires="p14">
            <p:contentPart p14:bwMode="auto" r:id="rId468">
              <p14:nvContentPartPr>
                <p14:cNvPr id="298" name="Ink 297">
                  <a:extLst>
                    <a:ext uri="{FF2B5EF4-FFF2-40B4-BE49-F238E27FC236}">
                      <a16:creationId xmlns:a16="http://schemas.microsoft.com/office/drawing/2014/main" id="{98793ABA-A70E-CD98-0DE8-BD4B010B0673}"/>
                    </a:ext>
                  </a:extLst>
                </p14:cNvPr>
                <p14:cNvContentPartPr/>
                <p14:nvPr/>
              </p14:nvContentPartPr>
              <p14:xfrm>
                <a:off x="2367573" y="1743387"/>
                <a:ext cx="111240" cy="160200"/>
              </p14:xfrm>
            </p:contentPart>
          </mc:Choice>
          <mc:Fallback>
            <p:pic>
              <p:nvPicPr>
                <p:cNvPr id="298" name="Ink 297">
                  <a:extLst>
                    <a:ext uri="{FF2B5EF4-FFF2-40B4-BE49-F238E27FC236}">
                      <a16:creationId xmlns:a16="http://schemas.microsoft.com/office/drawing/2014/main" id="{98793ABA-A70E-CD98-0DE8-BD4B010B0673}"/>
                    </a:ext>
                  </a:extLst>
                </p:cNvPr>
                <p:cNvPicPr/>
                <p:nvPr/>
              </p:nvPicPr>
              <p:blipFill>
                <a:blip r:embed="rId469"/>
                <a:stretch>
                  <a:fillRect/>
                </a:stretch>
              </p:blipFill>
              <p:spPr>
                <a:xfrm>
                  <a:off x="2363253" y="1739067"/>
                  <a:ext cx="1198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299" name="Ink 298">
                  <a:extLst>
                    <a:ext uri="{FF2B5EF4-FFF2-40B4-BE49-F238E27FC236}">
                      <a16:creationId xmlns:a16="http://schemas.microsoft.com/office/drawing/2014/main" id="{B600EC4B-A34A-FC21-5348-CE824D881E19}"/>
                    </a:ext>
                  </a:extLst>
                </p14:cNvPr>
                <p14:cNvContentPartPr/>
                <p14:nvPr/>
              </p14:nvContentPartPr>
              <p14:xfrm>
                <a:off x="2466573" y="1656267"/>
                <a:ext cx="11160" cy="40320"/>
              </p14:xfrm>
            </p:contentPart>
          </mc:Choice>
          <mc:Fallback>
            <p:pic>
              <p:nvPicPr>
                <p:cNvPr id="299" name="Ink 298">
                  <a:extLst>
                    <a:ext uri="{FF2B5EF4-FFF2-40B4-BE49-F238E27FC236}">
                      <a16:creationId xmlns:a16="http://schemas.microsoft.com/office/drawing/2014/main" id="{B600EC4B-A34A-FC21-5348-CE824D881E19}"/>
                    </a:ext>
                  </a:extLst>
                </p:cNvPr>
                <p:cNvPicPr/>
                <p:nvPr/>
              </p:nvPicPr>
              <p:blipFill>
                <a:blip r:embed="rId471"/>
                <a:stretch>
                  <a:fillRect/>
                </a:stretch>
              </p:blipFill>
              <p:spPr>
                <a:xfrm>
                  <a:off x="2462253" y="1651947"/>
                  <a:ext cx="198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300" name="Ink 299">
                  <a:extLst>
                    <a:ext uri="{FF2B5EF4-FFF2-40B4-BE49-F238E27FC236}">
                      <a16:creationId xmlns:a16="http://schemas.microsoft.com/office/drawing/2014/main" id="{8697371D-B471-B032-AA3B-15EF34937A9D}"/>
                    </a:ext>
                  </a:extLst>
                </p14:cNvPr>
                <p14:cNvContentPartPr/>
                <p14:nvPr/>
              </p14:nvContentPartPr>
              <p14:xfrm>
                <a:off x="2629293" y="1736907"/>
                <a:ext cx="132840" cy="31320"/>
              </p14:xfrm>
            </p:contentPart>
          </mc:Choice>
          <mc:Fallback>
            <p:pic>
              <p:nvPicPr>
                <p:cNvPr id="300" name="Ink 299">
                  <a:extLst>
                    <a:ext uri="{FF2B5EF4-FFF2-40B4-BE49-F238E27FC236}">
                      <a16:creationId xmlns:a16="http://schemas.microsoft.com/office/drawing/2014/main" id="{8697371D-B471-B032-AA3B-15EF34937A9D}"/>
                    </a:ext>
                  </a:extLst>
                </p:cNvPr>
                <p:cNvPicPr/>
                <p:nvPr/>
              </p:nvPicPr>
              <p:blipFill>
                <a:blip r:embed="rId473"/>
                <a:stretch>
                  <a:fillRect/>
                </a:stretch>
              </p:blipFill>
              <p:spPr>
                <a:xfrm>
                  <a:off x="2624973" y="1732587"/>
                  <a:ext cx="1414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301" name="Ink 300">
                  <a:extLst>
                    <a:ext uri="{FF2B5EF4-FFF2-40B4-BE49-F238E27FC236}">
                      <a16:creationId xmlns:a16="http://schemas.microsoft.com/office/drawing/2014/main" id="{AB603BB5-1D3C-1128-66E8-5867A5A7F573}"/>
                    </a:ext>
                  </a:extLst>
                </p14:cNvPr>
                <p14:cNvContentPartPr/>
                <p14:nvPr/>
              </p14:nvContentPartPr>
              <p14:xfrm>
                <a:off x="2657013" y="1803147"/>
                <a:ext cx="138240" cy="3600"/>
              </p14:xfrm>
            </p:contentPart>
          </mc:Choice>
          <mc:Fallback>
            <p:pic>
              <p:nvPicPr>
                <p:cNvPr id="301" name="Ink 300">
                  <a:extLst>
                    <a:ext uri="{FF2B5EF4-FFF2-40B4-BE49-F238E27FC236}">
                      <a16:creationId xmlns:a16="http://schemas.microsoft.com/office/drawing/2014/main" id="{AB603BB5-1D3C-1128-66E8-5867A5A7F573}"/>
                    </a:ext>
                  </a:extLst>
                </p:cNvPr>
                <p:cNvPicPr/>
                <p:nvPr/>
              </p:nvPicPr>
              <p:blipFill>
                <a:blip r:embed="rId475"/>
                <a:stretch>
                  <a:fillRect/>
                </a:stretch>
              </p:blipFill>
              <p:spPr>
                <a:xfrm>
                  <a:off x="2652693" y="1798827"/>
                  <a:ext cx="146880" cy="1224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302" name="Ink 301">
                  <a:extLst>
                    <a:ext uri="{FF2B5EF4-FFF2-40B4-BE49-F238E27FC236}">
                      <a16:creationId xmlns:a16="http://schemas.microsoft.com/office/drawing/2014/main" id="{01E4810D-1596-30B8-AF01-236C0241CB0D}"/>
                    </a:ext>
                  </a:extLst>
                </p14:cNvPr>
                <p14:cNvContentPartPr/>
                <p14:nvPr/>
              </p14:nvContentPartPr>
              <p14:xfrm>
                <a:off x="2970573" y="1680027"/>
                <a:ext cx="101160" cy="149400"/>
              </p14:xfrm>
            </p:contentPart>
          </mc:Choice>
          <mc:Fallback>
            <p:pic>
              <p:nvPicPr>
                <p:cNvPr id="302" name="Ink 301">
                  <a:extLst>
                    <a:ext uri="{FF2B5EF4-FFF2-40B4-BE49-F238E27FC236}">
                      <a16:creationId xmlns:a16="http://schemas.microsoft.com/office/drawing/2014/main" id="{01E4810D-1596-30B8-AF01-236C0241CB0D}"/>
                    </a:ext>
                  </a:extLst>
                </p:cNvPr>
                <p:cNvPicPr/>
                <p:nvPr/>
              </p:nvPicPr>
              <p:blipFill>
                <a:blip r:embed="rId477"/>
                <a:stretch>
                  <a:fillRect/>
                </a:stretch>
              </p:blipFill>
              <p:spPr>
                <a:xfrm>
                  <a:off x="2966253" y="1675707"/>
                  <a:ext cx="1098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303" name="Ink 302">
                  <a:extLst>
                    <a:ext uri="{FF2B5EF4-FFF2-40B4-BE49-F238E27FC236}">
                      <a16:creationId xmlns:a16="http://schemas.microsoft.com/office/drawing/2014/main" id="{7F74F405-4A89-EF41-3642-7BE159F96679}"/>
                    </a:ext>
                  </a:extLst>
                </p14:cNvPr>
                <p14:cNvContentPartPr/>
                <p14:nvPr/>
              </p14:nvContentPartPr>
              <p14:xfrm>
                <a:off x="3275133" y="1777947"/>
                <a:ext cx="3600" cy="41760"/>
              </p14:xfrm>
            </p:contentPart>
          </mc:Choice>
          <mc:Fallback>
            <p:pic>
              <p:nvPicPr>
                <p:cNvPr id="303" name="Ink 302">
                  <a:extLst>
                    <a:ext uri="{FF2B5EF4-FFF2-40B4-BE49-F238E27FC236}">
                      <a16:creationId xmlns:a16="http://schemas.microsoft.com/office/drawing/2014/main" id="{7F74F405-4A89-EF41-3642-7BE159F96679}"/>
                    </a:ext>
                  </a:extLst>
                </p:cNvPr>
                <p:cNvPicPr/>
                <p:nvPr/>
              </p:nvPicPr>
              <p:blipFill>
                <a:blip r:embed="rId479"/>
                <a:stretch>
                  <a:fillRect/>
                </a:stretch>
              </p:blipFill>
              <p:spPr>
                <a:xfrm>
                  <a:off x="3270813" y="1773627"/>
                  <a:ext cx="122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304" name="Ink 303">
                  <a:extLst>
                    <a:ext uri="{FF2B5EF4-FFF2-40B4-BE49-F238E27FC236}">
                      <a16:creationId xmlns:a16="http://schemas.microsoft.com/office/drawing/2014/main" id="{856746DB-BD12-F8CD-2CAF-984FC5D6B467}"/>
                    </a:ext>
                  </a:extLst>
                </p14:cNvPr>
                <p14:cNvContentPartPr/>
                <p14:nvPr/>
              </p14:nvContentPartPr>
              <p14:xfrm>
                <a:off x="3167133" y="1888827"/>
                <a:ext cx="107280" cy="113760"/>
              </p14:xfrm>
            </p:contentPart>
          </mc:Choice>
          <mc:Fallback>
            <p:pic>
              <p:nvPicPr>
                <p:cNvPr id="304" name="Ink 303">
                  <a:extLst>
                    <a:ext uri="{FF2B5EF4-FFF2-40B4-BE49-F238E27FC236}">
                      <a16:creationId xmlns:a16="http://schemas.microsoft.com/office/drawing/2014/main" id="{856746DB-BD12-F8CD-2CAF-984FC5D6B467}"/>
                    </a:ext>
                  </a:extLst>
                </p:cNvPr>
                <p:cNvPicPr/>
                <p:nvPr/>
              </p:nvPicPr>
              <p:blipFill>
                <a:blip r:embed="rId481"/>
                <a:stretch>
                  <a:fillRect/>
                </a:stretch>
              </p:blipFill>
              <p:spPr>
                <a:xfrm>
                  <a:off x="3162813" y="1884507"/>
                  <a:ext cx="115920" cy="122400"/>
                </a:xfrm>
                <a:prstGeom prst="rect">
                  <a:avLst/>
                </a:prstGeom>
              </p:spPr>
            </p:pic>
          </mc:Fallback>
        </mc:AlternateContent>
      </p:grpSp>
      <p:grpSp>
        <p:nvGrpSpPr>
          <p:cNvPr id="324" name="Group 323">
            <a:extLst>
              <a:ext uri="{FF2B5EF4-FFF2-40B4-BE49-F238E27FC236}">
                <a16:creationId xmlns:a16="http://schemas.microsoft.com/office/drawing/2014/main" id="{50DAC97A-C913-80C8-FD70-29B39152698D}"/>
              </a:ext>
            </a:extLst>
          </p:cNvPr>
          <p:cNvGrpSpPr/>
          <p:nvPr/>
        </p:nvGrpSpPr>
        <p:grpSpPr>
          <a:xfrm>
            <a:off x="3758613" y="1573467"/>
            <a:ext cx="1589400" cy="420480"/>
            <a:chOff x="3758613" y="1573467"/>
            <a:chExt cx="1589400" cy="420480"/>
          </a:xfrm>
        </p:grpSpPr>
        <mc:AlternateContent xmlns:mc="http://schemas.openxmlformats.org/markup-compatibility/2006">
          <mc:Choice xmlns:p14="http://schemas.microsoft.com/office/powerpoint/2010/main" Requires="p14">
            <p:contentPart p14:bwMode="auto" r:id="rId482">
              <p14:nvContentPartPr>
                <p14:cNvPr id="305" name="Ink 304">
                  <a:extLst>
                    <a:ext uri="{FF2B5EF4-FFF2-40B4-BE49-F238E27FC236}">
                      <a16:creationId xmlns:a16="http://schemas.microsoft.com/office/drawing/2014/main" id="{8FE57D88-65D1-4FC6-50D5-242885962E10}"/>
                    </a:ext>
                  </a:extLst>
                </p14:cNvPr>
                <p14:cNvContentPartPr/>
                <p14:nvPr/>
              </p14:nvContentPartPr>
              <p14:xfrm>
                <a:off x="3758613" y="1674267"/>
                <a:ext cx="191880" cy="135360"/>
              </p14:xfrm>
            </p:contentPart>
          </mc:Choice>
          <mc:Fallback>
            <p:pic>
              <p:nvPicPr>
                <p:cNvPr id="305" name="Ink 304">
                  <a:extLst>
                    <a:ext uri="{FF2B5EF4-FFF2-40B4-BE49-F238E27FC236}">
                      <a16:creationId xmlns:a16="http://schemas.microsoft.com/office/drawing/2014/main" id="{8FE57D88-65D1-4FC6-50D5-242885962E10}"/>
                    </a:ext>
                  </a:extLst>
                </p:cNvPr>
                <p:cNvPicPr/>
                <p:nvPr/>
              </p:nvPicPr>
              <p:blipFill>
                <a:blip r:embed="rId483"/>
                <a:stretch>
                  <a:fillRect/>
                </a:stretch>
              </p:blipFill>
              <p:spPr>
                <a:xfrm>
                  <a:off x="3754293" y="1669947"/>
                  <a:ext cx="2005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306" name="Ink 305">
                  <a:extLst>
                    <a:ext uri="{FF2B5EF4-FFF2-40B4-BE49-F238E27FC236}">
                      <a16:creationId xmlns:a16="http://schemas.microsoft.com/office/drawing/2014/main" id="{540E6ED5-56DA-0D67-1F01-F45A40FBB752}"/>
                    </a:ext>
                  </a:extLst>
                </p14:cNvPr>
                <p14:cNvContentPartPr/>
                <p14:nvPr/>
              </p14:nvContentPartPr>
              <p14:xfrm>
                <a:off x="3961653" y="1573467"/>
                <a:ext cx="3600" cy="37800"/>
              </p14:xfrm>
            </p:contentPart>
          </mc:Choice>
          <mc:Fallback>
            <p:pic>
              <p:nvPicPr>
                <p:cNvPr id="306" name="Ink 305">
                  <a:extLst>
                    <a:ext uri="{FF2B5EF4-FFF2-40B4-BE49-F238E27FC236}">
                      <a16:creationId xmlns:a16="http://schemas.microsoft.com/office/drawing/2014/main" id="{540E6ED5-56DA-0D67-1F01-F45A40FBB752}"/>
                    </a:ext>
                  </a:extLst>
                </p:cNvPr>
                <p:cNvPicPr/>
                <p:nvPr/>
              </p:nvPicPr>
              <p:blipFill>
                <a:blip r:embed="rId485"/>
                <a:stretch>
                  <a:fillRect/>
                </a:stretch>
              </p:blipFill>
              <p:spPr>
                <a:xfrm>
                  <a:off x="3957333" y="1569147"/>
                  <a:ext cx="1224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307" name="Ink 306">
                  <a:extLst>
                    <a:ext uri="{FF2B5EF4-FFF2-40B4-BE49-F238E27FC236}">
                      <a16:creationId xmlns:a16="http://schemas.microsoft.com/office/drawing/2014/main" id="{C2FB64A2-FB54-305B-E2D0-34B16CD1863F}"/>
                    </a:ext>
                  </a:extLst>
                </p14:cNvPr>
                <p14:cNvContentPartPr/>
                <p14:nvPr/>
              </p14:nvContentPartPr>
              <p14:xfrm>
                <a:off x="4011693" y="1671747"/>
                <a:ext cx="242280" cy="130680"/>
              </p14:xfrm>
            </p:contentPart>
          </mc:Choice>
          <mc:Fallback>
            <p:pic>
              <p:nvPicPr>
                <p:cNvPr id="307" name="Ink 306">
                  <a:extLst>
                    <a:ext uri="{FF2B5EF4-FFF2-40B4-BE49-F238E27FC236}">
                      <a16:creationId xmlns:a16="http://schemas.microsoft.com/office/drawing/2014/main" id="{C2FB64A2-FB54-305B-E2D0-34B16CD1863F}"/>
                    </a:ext>
                  </a:extLst>
                </p:cNvPr>
                <p:cNvPicPr/>
                <p:nvPr/>
              </p:nvPicPr>
              <p:blipFill>
                <a:blip r:embed="rId487"/>
                <a:stretch>
                  <a:fillRect/>
                </a:stretch>
              </p:blipFill>
              <p:spPr>
                <a:xfrm>
                  <a:off x="4007373" y="1667427"/>
                  <a:ext cx="2509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310" name="Ink 309">
                  <a:extLst>
                    <a:ext uri="{FF2B5EF4-FFF2-40B4-BE49-F238E27FC236}">
                      <a16:creationId xmlns:a16="http://schemas.microsoft.com/office/drawing/2014/main" id="{2A08780E-543A-6A1B-5E5C-ABE5693D4982}"/>
                    </a:ext>
                  </a:extLst>
                </p14:cNvPr>
                <p14:cNvContentPartPr/>
                <p14:nvPr/>
              </p14:nvContentPartPr>
              <p14:xfrm>
                <a:off x="4414173" y="1669227"/>
                <a:ext cx="209880" cy="115200"/>
              </p14:xfrm>
            </p:contentPart>
          </mc:Choice>
          <mc:Fallback>
            <p:pic>
              <p:nvPicPr>
                <p:cNvPr id="310" name="Ink 309">
                  <a:extLst>
                    <a:ext uri="{FF2B5EF4-FFF2-40B4-BE49-F238E27FC236}">
                      <a16:creationId xmlns:a16="http://schemas.microsoft.com/office/drawing/2014/main" id="{2A08780E-543A-6A1B-5E5C-ABE5693D4982}"/>
                    </a:ext>
                  </a:extLst>
                </p:cNvPr>
                <p:cNvPicPr/>
                <p:nvPr/>
              </p:nvPicPr>
              <p:blipFill>
                <a:blip r:embed="rId489"/>
                <a:stretch>
                  <a:fillRect/>
                </a:stretch>
              </p:blipFill>
              <p:spPr>
                <a:xfrm>
                  <a:off x="4409853" y="1664907"/>
                  <a:ext cx="21852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311" name="Ink 310">
                  <a:extLst>
                    <a:ext uri="{FF2B5EF4-FFF2-40B4-BE49-F238E27FC236}">
                      <a16:creationId xmlns:a16="http://schemas.microsoft.com/office/drawing/2014/main" id="{E1499D8F-5B17-9B6A-EBBD-71F641E3F42F}"/>
                    </a:ext>
                  </a:extLst>
                </p14:cNvPr>
                <p14:cNvContentPartPr/>
                <p14:nvPr/>
              </p14:nvContentPartPr>
              <p14:xfrm>
                <a:off x="4745373" y="1723587"/>
                <a:ext cx="177480" cy="10440"/>
              </p14:xfrm>
            </p:contentPart>
          </mc:Choice>
          <mc:Fallback>
            <p:pic>
              <p:nvPicPr>
                <p:cNvPr id="311" name="Ink 310">
                  <a:extLst>
                    <a:ext uri="{FF2B5EF4-FFF2-40B4-BE49-F238E27FC236}">
                      <a16:creationId xmlns:a16="http://schemas.microsoft.com/office/drawing/2014/main" id="{E1499D8F-5B17-9B6A-EBBD-71F641E3F42F}"/>
                    </a:ext>
                  </a:extLst>
                </p:cNvPr>
                <p:cNvPicPr/>
                <p:nvPr/>
              </p:nvPicPr>
              <p:blipFill>
                <a:blip r:embed="rId491"/>
                <a:stretch>
                  <a:fillRect/>
                </a:stretch>
              </p:blipFill>
              <p:spPr>
                <a:xfrm>
                  <a:off x="4741053" y="1719267"/>
                  <a:ext cx="1861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312" name="Ink 311">
                  <a:extLst>
                    <a:ext uri="{FF2B5EF4-FFF2-40B4-BE49-F238E27FC236}">
                      <a16:creationId xmlns:a16="http://schemas.microsoft.com/office/drawing/2014/main" id="{DA79932E-FDFD-63F1-6151-8F68AFE2A834}"/>
                    </a:ext>
                  </a:extLst>
                </p14:cNvPr>
                <p14:cNvContentPartPr/>
                <p14:nvPr/>
              </p14:nvContentPartPr>
              <p14:xfrm>
                <a:off x="5067573" y="1592907"/>
                <a:ext cx="13320" cy="200880"/>
              </p14:xfrm>
            </p:contentPart>
          </mc:Choice>
          <mc:Fallback>
            <p:pic>
              <p:nvPicPr>
                <p:cNvPr id="312" name="Ink 311">
                  <a:extLst>
                    <a:ext uri="{FF2B5EF4-FFF2-40B4-BE49-F238E27FC236}">
                      <a16:creationId xmlns:a16="http://schemas.microsoft.com/office/drawing/2014/main" id="{DA79932E-FDFD-63F1-6151-8F68AFE2A834}"/>
                    </a:ext>
                  </a:extLst>
                </p:cNvPr>
                <p:cNvPicPr/>
                <p:nvPr/>
              </p:nvPicPr>
              <p:blipFill>
                <a:blip r:embed="rId493"/>
                <a:stretch>
                  <a:fillRect/>
                </a:stretch>
              </p:blipFill>
              <p:spPr>
                <a:xfrm>
                  <a:off x="5063253" y="1588587"/>
                  <a:ext cx="219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313" name="Ink 312">
                  <a:extLst>
                    <a:ext uri="{FF2B5EF4-FFF2-40B4-BE49-F238E27FC236}">
                      <a16:creationId xmlns:a16="http://schemas.microsoft.com/office/drawing/2014/main" id="{7FCCFA0C-91AD-DA67-25E7-6EA73726A6E3}"/>
                    </a:ext>
                  </a:extLst>
                </p14:cNvPr>
                <p14:cNvContentPartPr/>
                <p14:nvPr/>
              </p14:nvContentPartPr>
              <p14:xfrm>
                <a:off x="5305893" y="1703787"/>
                <a:ext cx="360" cy="24840"/>
              </p14:xfrm>
            </p:contentPart>
          </mc:Choice>
          <mc:Fallback>
            <p:pic>
              <p:nvPicPr>
                <p:cNvPr id="313" name="Ink 312">
                  <a:extLst>
                    <a:ext uri="{FF2B5EF4-FFF2-40B4-BE49-F238E27FC236}">
                      <a16:creationId xmlns:a16="http://schemas.microsoft.com/office/drawing/2014/main" id="{7FCCFA0C-91AD-DA67-25E7-6EA73726A6E3}"/>
                    </a:ext>
                  </a:extLst>
                </p:cNvPr>
                <p:cNvPicPr/>
                <p:nvPr/>
              </p:nvPicPr>
              <p:blipFill>
                <a:blip r:embed="rId495"/>
                <a:stretch>
                  <a:fillRect/>
                </a:stretch>
              </p:blipFill>
              <p:spPr>
                <a:xfrm>
                  <a:off x="5301573" y="1699467"/>
                  <a:ext cx="90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314" name="Ink 313">
                  <a:extLst>
                    <a:ext uri="{FF2B5EF4-FFF2-40B4-BE49-F238E27FC236}">
                      <a16:creationId xmlns:a16="http://schemas.microsoft.com/office/drawing/2014/main" id="{C86ACDFB-736B-04EC-763F-D29ACF62520E}"/>
                    </a:ext>
                  </a:extLst>
                </p14:cNvPr>
                <p14:cNvContentPartPr/>
                <p14:nvPr/>
              </p14:nvContentPartPr>
              <p14:xfrm>
                <a:off x="5189253" y="1829067"/>
                <a:ext cx="158760" cy="164880"/>
              </p14:xfrm>
            </p:contentPart>
          </mc:Choice>
          <mc:Fallback>
            <p:pic>
              <p:nvPicPr>
                <p:cNvPr id="314" name="Ink 313">
                  <a:extLst>
                    <a:ext uri="{FF2B5EF4-FFF2-40B4-BE49-F238E27FC236}">
                      <a16:creationId xmlns:a16="http://schemas.microsoft.com/office/drawing/2014/main" id="{C86ACDFB-736B-04EC-763F-D29ACF62520E}"/>
                    </a:ext>
                  </a:extLst>
                </p:cNvPr>
                <p:cNvPicPr/>
                <p:nvPr/>
              </p:nvPicPr>
              <p:blipFill>
                <a:blip r:embed="rId497"/>
                <a:stretch>
                  <a:fillRect/>
                </a:stretch>
              </p:blipFill>
              <p:spPr>
                <a:xfrm>
                  <a:off x="5184933" y="1824747"/>
                  <a:ext cx="167400" cy="173520"/>
                </a:xfrm>
                <a:prstGeom prst="rect">
                  <a:avLst/>
                </a:prstGeom>
              </p:spPr>
            </p:pic>
          </mc:Fallback>
        </mc:AlternateContent>
      </p:grpSp>
      <p:grpSp>
        <p:nvGrpSpPr>
          <p:cNvPr id="323" name="Group 322">
            <a:extLst>
              <a:ext uri="{FF2B5EF4-FFF2-40B4-BE49-F238E27FC236}">
                <a16:creationId xmlns:a16="http://schemas.microsoft.com/office/drawing/2014/main" id="{ED72109D-2575-9921-9B57-0A0AC7B7FAFD}"/>
              </a:ext>
            </a:extLst>
          </p:cNvPr>
          <p:cNvGrpSpPr/>
          <p:nvPr/>
        </p:nvGrpSpPr>
        <p:grpSpPr>
          <a:xfrm>
            <a:off x="5742933" y="1587147"/>
            <a:ext cx="823320" cy="237960"/>
            <a:chOff x="5742933" y="1587147"/>
            <a:chExt cx="823320" cy="237960"/>
          </a:xfrm>
        </p:grpSpPr>
        <mc:AlternateContent xmlns:mc="http://schemas.openxmlformats.org/markup-compatibility/2006">
          <mc:Choice xmlns:p14="http://schemas.microsoft.com/office/powerpoint/2010/main" Requires="p14">
            <p:contentPart p14:bwMode="auto" r:id="rId498">
              <p14:nvContentPartPr>
                <p14:cNvPr id="315" name="Ink 314">
                  <a:extLst>
                    <a:ext uri="{FF2B5EF4-FFF2-40B4-BE49-F238E27FC236}">
                      <a16:creationId xmlns:a16="http://schemas.microsoft.com/office/drawing/2014/main" id="{E9A375D0-28E1-E220-B621-93ACC43EAE9C}"/>
                    </a:ext>
                  </a:extLst>
                </p14:cNvPr>
                <p14:cNvContentPartPr/>
                <p14:nvPr/>
              </p14:nvContentPartPr>
              <p14:xfrm>
                <a:off x="5742933" y="1645107"/>
                <a:ext cx="192240" cy="131760"/>
              </p14:xfrm>
            </p:contentPart>
          </mc:Choice>
          <mc:Fallback>
            <p:pic>
              <p:nvPicPr>
                <p:cNvPr id="315" name="Ink 314">
                  <a:extLst>
                    <a:ext uri="{FF2B5EF4-FFF2-40B4-BE49-F238E27FC236}">
                      <a16:creationId xmlns:a16="http://schemas.microsoft.com/office/drawing/2014/main" id="{E9A375D0-28E1-E220-B621-93ACC43EAE9C}"/>
                    </a:ext>
                  </a:extLst>
                </p:cNvPr>
                <p:cNvPicPr/>
                <p:nvPr/>
              </p:nvPicPr>
              <p:blipFill>
                <a:blip r:embed="rId499"/>
                <a:stretch>
                  <a:fillRect/>
                </a:stretch>
              </p:blipFill>
              <p:spPr>
                <a:xfrm>
                  <a:off x="5738613" y="1640787"/>
                  <a:ext cx="2008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316" name="Ink 315">
                  <a:extLst>
                    <a:ext uri="{FF2B5EF4-FFF2-40B4-BE49-F238E27FC236}">
                      <a16:creationId xmlns:a16="http://schemas.microsoft.com/office/drawing/2014/main" id="{18B164E4-00F5-8FC4-2DAA-759EA752E7F9}"/>
                    </a:ext>
                  </a:extLst>
                </p14:cNvPr>
                <p14:cNvContentPartPr/>
                <p14:nvPr/>
              </p14:nvContentPartPr>
              <p14:xfrm>
                <a:off x="5875773" y="1587147"/>
                <a:ext cx="54720" cy="34560"/>
              </p14:xfrm>
            </p:contentPart>
          </mc:Choice>
          <mc:Fallback>
            <p:pic>
              <p:nvPicPr>
                <p:cNvPr id="316" name="Ink 315">
                  <a:extLst>
                    <a:ext uri="{FF2B5EF4-FFF2-40B4-BE49-F238E27FC236}">
                      <a16:creationId xmlns:a16="http://schemas.microsoft.com/office/drawing/2014/main" id="{18B164E4-00F5-8FC4-2DAA-759EA752E7F9}"/>
                    </a:ext>
                  </a:extLst>
                </p:cNvPr>
                <p:cNvPicPr/>
                <p:nvPr/>
              </p:nvPicPr>
              <p:blipFill>
                <a:blip r:embed="rId501"/>
                <a:stretch>
                  <a:fillRect/>
                </a:stretch>
              </p:blipFill>
              <p:spPr>
                <a:xfrm>
                  <a:off x="5871453" y="1582827"/>
                  <a:ext cx="6336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317" name="Ink 316">
                  <a:extLst>
                    <a:ext uri="{FF2B5EF4-FFF2-40B4-BE49-F238E27FC236}">
                      <a16:creationId xmlns:a16="http://schemas.microsoft.com/office/drawing/2014/main" id="{92C2ED0D-A670-CBCF-E4E7-998227569559}"/>
                    </a:ext>
                  </a:extLst>
                </p14:cNvPr>
                <p14:cNvContentPartPr/>
                <p14:nvPr/>
              </p14:nvContentPartPr>
              <p14:xfrm>
                <a:off x="6118773" y="1624587"/>
                <a:ext cx="360" cy="127440"/>
              </p14:xfrm>
            </p:contentPart>
          </mc:Choice>
          <mc:Fallback>
            <p:pic>
              <p:nvPicPr>
                <p:cNvPr id="317" name="Ink 316">
                  <a:extLst>
                    <a:ext uri="{FF2B5EF4-FFF2-40B4-BE49-F238E27FC236}">
                      <a16:creationId xmlns:a16="http://schemas.microsoft.com/office/drawing/2014/main" id="{92C2ED0D-A670-CBCF-E4E7-998227569559}"/>
                    </a:ext>
                  </a:extLst>
                </p:cNvPr>
                <p:cNvPicPr/>
                <p:nvPr/>
              </p:nvPicPr>
              <p:blipFill>
                <a:blip r:embed="rId503"/>
                <a:stretch>
                  <a:fillRect/>
                </a:stretch>
              </p:blipFill>
              <p:spPr>
                <a:xfrm>
                  <a:off x="6114453" y="1620267"/>
                  <a:ext cx="900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318" name="Ink 317">
                  <a:extLst>
                    <a:ext uri="{FF2B5EF4-FFF2-40B4-BE49-F238E27FC236}">
                      <a16:creationId xmlns:a16="http://schemas.microsoft.com/office/drawing/2014/main" id="{DBA2AE69-DD1C-4D97-B169-B432FC4858BC}"/>
                    </a:ext>
                  </a:extLst>
                </p14:cNvPr>
                <p14:cNvContentPartPr/>
                <p14:nvPr/>
              </p14:nvContentPartPr>
              <p14:xfrm>
                <a:off x="6046053" y="1691907"/>
                <a:ext cx="136080" cy="20520"/>
              </p14:xfrm>
            </p:contentPart>
          </mc:Choice>
          <mc:Fallback>
            <p:pic>
              <p:nvPicPr>
                <p:cNvPr id="318" name="Ink 317">
                  <a:extLst>
                    <a:ext uri="{FF2B5EF4-FFF2-40B4-BE49-F238E27FC236}">
                      <a16:creationId xmlns:a16="http://schemas.microsoft.com/office/drawing/2014/main" id="{DBA2AE69-DD1C-4D97-B169-B432FC4858BC}"/>
                    </a:ext>
                  </a:extLst>
                </p:cNvPr>
                <p:cNvPicPr/>
                <p:nvPr/>
              </p:nvPicPr>
              <p:blipFill>
                <a:blip r:embed="rId505"/>
                <a:stretch>
                  <a:fillRect/>
                </a:stretch>
              </p:blipFill>
              <p:spPr>
                <a:xfrm>
                  <a:off x="6041733" y="1687587"/>
                  <a:ext cx="1447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319" name="Ink 318">
                  <a:extLst>
                    <a:ext uri="{FF2B5EF4-FFF2-40B4-BE49-F238E27FC236}">
                      <a16:creationId xmlns:a16="http://schemas.microsoft.com/office/drawing/2014/main" id="{0C904C60-D142-93D1-3874-F1242D9B5AE2}"/>
                    </a:ext>
                  </a:extLst>
                </p14:cNvPr>
                <p14:cNvContentPartPr/>
                <p14:nvPr/>
              </p14:nvContentPartPr>
              <p14:xfrm>
                <a:off x="6275373" y="1631067"/>
                <a:ext cx="20160" cy="129600"/>
              </p14:xfrm>
            </p:contentPart>
          </mc:Choice>
          <mc:Fallback>
            <p:pic>
              <p:nvPicPr>
                <p:cNvPr id="319" name="Ink 318">
                  <a:extLst>
                    <a:ext uri="{FF2B5EF4-FFF2-40B4-BE49-F238E27FC236}">
                      <a16:creationId xmlns:a16="http://schemas.microsoft.com/office/drawing/2014/main" id="{0C904C60-D142-93D1-3874-F1242D9B5AE2}"/>
                    </a:ext>
                  </a:extLst>
                </p:cNvPr>
                <p:cNvPicPr/>
                <p:nvPr/>
              </p:nvPicPr>
              <p:blipFill>
                <a:blip r:embed="rId507"/>
                <a:stretch>
                  <a:fillRect/>
                </a:stretch>
              </p:blipFill>
              <p:spPr>
                <a:xfrm>
                  <a:off x="6271053" y="1626747"/>
                  <a:ext cx="288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320" name="Ink 319">
                  <a:extLst>
                    <a:ext uri="{FF2B5EF4-FFF2-40B4-BE49-F238E27FC236}">
                      <a16:creationId xmlns:a16="http://schemas.microsoft.com/office/drawing/2014/main" id="{4BB218CE-B443-0ADB-A9DB-4B0C64910C39}"/>
                    </a:ext>
                  </a:extLst>
                </p14:cNvPr>
                <p14:cNvContentPartPr/>
                <p14:nvPr/>
              </p14:nvContentPartPr>
              <p14:xfrm>
                <a:off x="6231093" y="1690827"/>
                <a:ext cx="137160" cy="1440"/>
              </p14:xfrm>
            </p:contentPart>
          </mc:Choice>
          <mc:Fallback>
            <p:pic>
              <p:nvPicPr>
                <p:cNvPr id="320" name="Ink 319">
                  <a:extLst>
                    <a:ext uri="{FF2B5EF4-FFF2-40B4-BE49-F238E27FC236}">
                      <a16:creationId xmlns:a16="http://schemas.microsoft.com/office/drawing/2014/main" id="{4BB218CE-B443-0ADB-A9DB-4B0C64910C39}"/>
                    </a:ext>
                  </a:extLst>
                </p:cNvPr>
                <p:cNvPicPr/>
                <p:nvPr/>
              </p:nvPicPr>
              <p:blipFill>
                <a:blip r:embed="rId509"/>
                <a:stretch>
                  <a:fillRect/>
                </a:stretch>
              </p:blipFill>
              <p:spPr>
                <a:xfrm>
                  <a:off x="6226773" y="1686507"/>
                  <a:ext cx="14580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321" name="Ink 320">
                  <a:extLst>
                    <a:ext uri="{FF2B5EF4-FFF2-40B4-BE49-F238E27FC236}">
                      <a16:creationId xmlns:a16="http://schemas.microsoft.com/office/drawing/2014/main" id="{0980C5D8-5929-0CA8-9C3C-98D026749C82}"/>
                    </a:ext>
                  </a:extLst>
                </p14:cNvPr>
                <p14:cNvContentPartPr/>
                <p14:nvPr/>
              </p14:nvContentPartPr>
              <p14:xfrm>
                <a:off x="6464373" y="1609107"/>
                <a:ext cx="101880" cy="216000"/>
              </p14:xfrm>
            </p:contentPart>
          </mc:Choice>
          <mc:Fallback>
            <p:pic>
              <p:nvPicPr>
                <p:cNvPr id="321" name="Ink 320">
                  <a:extLst>
                    <a:ext uri="{FF2B5EF4-FFF2-40B4-BE49-F238E27FC236}">
                      <a16:creationId xmlns:a16="http://schemas.microsoft.com/office/drawing/2014/main" id="{0980C5D8-5929-0CA8-9C3C-98D026749C82}"/>
                    </a:ext>
                  </a:extLst>
                </p:cNvPr>
                <p:cNvPicPr/>
                <p:nvPr/>
              </p:nvPicPr>
              <p:blipFill>
                <a:blip r:embed="rId511"/>
                <a:stretch>
                  <a:fillRect/>
                </a:stretch>
              </p:blipFill>
              <p:spPr>
                <a:xfrm>
                  <a:off x="6460053" y="1604787"/>
                  <a:ext cx="110520" cy="224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12">
            <p14:nvContentPartPr>
              <p14:cNvPr id="322" name="Ink 321">
                <a:extLst>
                  <a:ext uri="{FF2B5EF4-FFF2-40B4-BE49-F238E27FC236}">
                    <a16:creationId xmlns:a16="http://schemas.microsoft.com/office/drawing/2014/main" id="{1A979325-4171-0642-AF2A-DF4CCD904192}"/>
                  </a:ext>
                </a:extLst>
              </p14:cNvPr>
              <p14:cNvContentPartPr/>
              <p14:nvPr/>
            </p14:nvContentPartPr>
            <p14:xfrm>
              <a:off x="6861093" y="1525587"/>
              <a:ext cx="265320" cy="419040"/>
            </p14:xfrm>
          </p:contentPart>
        </mc:Choice>
        <mc:Fallback>
          <p:pic>
            <p:nvPicPr>
              <p:cNvPr id="322" name="Ink 321">
                <a:extLst>
                  <a:ext uri="{FF2B5EF4-FFF2-40B4-BE49-F238E27FC236}">
                    <a16:creationId xmlns:a16="http://schemas.microsoft.com/office/drawing/2014/main" id="{1A979325-4171-0642-AF2A-DF4CCD904192}"/>
                  </a:ext>
                </a:extLst>
              </p:cNvPr>
              <p:cNvPicPr/>
              <p:nvPr/>
            </p:nvPicPr>
            <p:blipFill>
              <a:blip r:embed="rId513"/>
              <a:stretch>
                <a:fillRect/>
              </a:stretch>
            </p:blipFill>
            <p:spPr>
              <a:xfrm>
                <a:off x="6856773" y="1521267"/>
                <a:ext cx="273960" cy="42768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325" name="Ink 324">
                <a:extLst>
                  <a:ext uri="{FF2B5EF4-FFF2-40B4-BE49-F238E27FC236}">
                    <a16:creationId xmlns:a16="http://schemas.microsoft.com/office/drawing/2014/main" id="{4CB37003-40A3-32BA-F9F1-12F308283D6A}"/>
                  </a:ext>
                </a:extLst>
              </p14:cNvPr>
              <p14:cNvContentPartPr/>
              <p14:nvPr/>
            </p14:nvContentPartPr>
            <p14:xfrm>
              <a:off x="938373" y="6233667"/>
              <a:ext cx="253800" cy="420120"/>
            </p14:xfrm>
          </p:contentPart>
        </mc:Choice>
        <mc:Fallback>
          <p:pic>
            <p:nvPicPr>
              <p:cNvPr id="325" name="Ink 324">
                <a:extLst>
                  <a:ext uri="{FF2B5EF4-FFF2-40B4-BE49-F238E27FC236}">
                    <a16:creationId xmlns:a16="http://schemas.microsoft.com/office/drawing/2014/main" id="{4CB37003-40A3-32BA-F9F1-12F308283D6A}"/>
                  </a:ext>
                </a:extLst>
              </p:cNvPr>
              <p:cNvPicPr/>
              <p:nvPr/>
            </p:nvPicPr>
            <p:blipFill>
              <a:blip r:embed="rId515"/>
              <a:stretch>
                <a:fillRect/>
              </a:stretch>
            </p:blipFill>
            <p:spPr>
              <a:xfrm>
                <a:off x="934053" y="6229347"/>
                <a:ext cx="262440" cy="428760"/>
              </a:xfrm>
              <a:prstGeom prst="rect">
                <a:avLst/>
              </a:prstGeom>
            </p:spPr>
          </p:pic>
        </mc:Fallback>
      </mc:AlternateContent>
    </p:spTree>
    <p:extLst>
      <p:ext uri="{BB962C8B-B14F-4D97-AF65-F5344CB8AC3E}">
        <p14:creationId xmlns:p14="http://schemas.microsoft.com/office/powerpoint/2010/main" val="2825060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p>
        </p:txBody>
      </p:sp>
      <p:sp>
        <p:nvSpPr>
          <p:cNvPr id="3" name="Content Placeholder 2"/>
          <p:cNvSpPr>
            <a:spLocks noGrp="1"/>
          </p:cNvSpPr>
          <p:nvPr>
            <p:ph idx="1"/>
          </p:nvPr>
        </p:nvSpPr>
        <p:spPr/>
        <p:txBody>
          <a:bodyPr>
            <a:normAutofit/>
          </a:bodyPr>
          <a:lstStyle/>
          <a:p>
            <a:r>
              <a:rPr lang="en-US" dirty="0"/>
              <a:t>A finite, and definite procedure for solving a problem.</a:t>
            </a:r>
          </a:p>
          <a:p>
            <a:r>
              <a:rPr lang="en-US" dirty="0"/>
              <a:t>The finiteness is important; an algorithm must terminate in a finite number of steps. </a:t>
            </a:r>
          </a:p>
          <a:p>
            <a:r>
              <a:rPr lang="en-US" dirty="0"/>
              <a:t>Definiteness is also important. At each step, an algorithm must make progress toward arriving at a solution to a problem. No guesses are made.</a:t>
            </a:r>
          </a:p>
        </p:txBody>
      </p:sp>
      <p:sp>
        <p:nvSpPr>
          <p:cNvPr id="4" name="Slide Number Placeholder 3"/>
          <p:cNvSpPr>
            <a:spLocks noGrp="1"/>
          </p:cNvSpPr>
          <p:nvPr>
            <p:ph type="sldNum" sz="quarter" idx="12"/>
          </p:nvPr>
        </p:nvSpPr>
        <p:spPr/>
        <p:txBody>
          <a:bodyPr/>
          <a:lstStyle/>
          <a:p>
            <a:fld id="{AD2B2EE5-B8BC-4D24-A25E-F2DF61737E68}"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Euclid’s algorithm</a:t>
            </a:r>
          </a:p>
        </p:txBody>
      </p:sp>
      <p:sp>
        <p:nvSpPr>
          <p:cNvPr id="3" name="Content Placeholder 2"/>
          <p:cNvSpPr>
            <a:spLocks noGrp="1"/>
          </p:cNvSpPr>
          <p:nvPr>
            <p:ph idx="1"/>
          </p:nvPr>
        </p:nvSpPr>
        <p:spPr/>
        <p:txBody>
          <a:bodyPr>
            <a:normAutofit fontScale="62500" lnSpcReduction="20000"/>
          </a:bodyPr>
          <a:lstStyle/>
          <a:p>
            <a:pPr>
              <a:buNone/>
            </a:pPr>
            <a:r>
              <a:rPr lang="en-US" sz="2200" dirty="0">
                <a:latin typeface="Courier New" pitchFamily="49" charset="0"/>
                <a:ea typeface="Times New Roman" pitchFamily="18" charset="0"/>
                <a:cs typeface="Courier New" pitchFamily="49" charset="0"/>
              </a:rPr>
              <a:t>algorithm </a:t>
            </a:r>
            <a:r>
              <a:rPr lang="en-US" sz="2200" dirty="0" err="1">
                <a:latin typeface="Courier New" pitchFamily="49" charset="0"/>
                <a:ea typeface="Times New Roman" pitchFamily="18" charset="0"/>
                <a:cs typeface="Courier New" pitchFamily="49" charset="0"/>
              </a:rPr>
              <a:t>hcf</a:t>
            </a:r>
            <a:r>
              <a:rPr lang="en-US" sz="2200" dirty="0">
                <a:latin typeface="Courier New" pitchFamily="49" charset="0"/>
                <a:ea typeface="Times New Roman" pitchFamily="18" charset="0"/>
                <a:cs typeface="Courier New" pitchFamily="49" charset="0"/>
              </a:rPr>
              <a:t>(</a:t>
            </a:r>
            <a:r>
              <a:rPr lang="en-US" sz="2200" dirty="0" err="1">
                <a:latin typeface="Courier New" pitchFamily="49" charset="0"/>
                <a:ea typeface="Times New Roman" pitchFamily="18" charset="0"/>
                <a:cs typeface="Courier New" pitchFamily="49" charset="0"/>
              </a:rPr>
              <a:t>n,m</a:t>
            </a:r>
            <a:r>
              <a:rPr lang="en-US" sz="2200" dirty="0">
                <a:latin typeface="Courier New" pitchFamily="49" charset="0"/>
                <a:ea typeface="Times New Roman" pitchFamily="18" charset="0"/>
                <a:cs typeface="Courier New" pitchFamily="49" charset="0"/>
              </a:rPr>
              <a:t>) // calculate </a:t>
            </a:r>
            <a:r>
              <a:rPr lang="en-US" sz="2200" dirty="0" err="1">
                <a:latin typeface="Courier New" pitchFamily="49" charset="0"/>
                <a:ea typeface="Times New Roman" pitchFamily="18" charset="0"/>
                <a:cs typeface="Courier New" pitchFamily="49" charset="0"/>
              </a:rPr>
              <a:t>hcf</a:t>
            </a:r>
            <a:r>
              <a:rPr lang="en-US" sz="2200" dirty="0">
                <a:latin typeface="Courier New" pitchFamily="49" charset="0"/>
                <a:ea typeface="Times New Roman" pitchFamily="18" charset="0"/>
                <a:cs typeface="Courier New" pitchFamily="49" charset="0"/>
              </a:rPr>
              <a:t> of positive integers n, m</a:t>
            </a:r>
          </a:p>
          <a:p>
            <a:pPr>
              <a:buNone/>
            </a:pPr>
            <a:r>
              <a:rPr lang="en-US" sz="2200" dirty="0">
                <a:latin typeface="Courier New" pitchFamily="49" charset="0"/>
                <a:ea typeface="Times New Roman" pitchFamily="18" charset="0"/>
                <a:cs typeface="Courier New" pitchFamily="49" charset="0"/>
              </a:rPr>
              <a:t>begin</a:t>
            </a:r>
          </a:p>
          <a:p>
            <a:pPr lvl="1">
              <a:buNone/>
            </a:pPr>
            <a:r>
              <a:rPr lang="en-US" sz="2200" dirty="0">
                <a:latin typeface="Courier New" pitchFamily="49" charset="0"/>
                <a:ea typeface="Times New Roman" pitchFamily="18" charset="0"/>
                <a:cs typeface="Courier New" pitchFamily="49" charset="0"/>
              </a:rPr>
              <a:t>repeat begin</a:t>
            </a:r>
          </a:p>
          <a:p>
            <a:pPr lvl="2">
              <a:buNone/>
            </a:pPr>
            <a:r>
              <a:rPr lang="en-US" sz="2200" dirty="0">
                <a:latin typeface="Courier New" pitchFamily="49" charset="0"/>
                <a:ea typeface="Times New Roman" pitchFamily="18" charset="0"/>
                <a:cs typeface="Courier New" pitchFamily="49" charset="0"/>
              </a:rPr>
              <a:t>l = remainder on dividing n by m.</a:t>
            </a:r>
          </a:p>
          <a:p>
            <a:pPr lvl="2">
              <a:buNone/>
            </a:pPr>
            <a:r>
              <a:rPr lang="en-US" sz="2200" dirty="0">
                <a:latin typeface="Courier New" pitchFamily="49" charset="0"/>
                <a:ea typeface="Times New Roman" pitchFamily="18" charset="0"/>
                <a:cs typeface="Courier New" pitchFamily="49" charset="0"/>
              </a:rPr>
              <a:t>n = m</a:t>
            </a:r>
          </a:p>
          <a:p>
            <a:pPr lvl="2">
              <a:buNone/>
            </a:pPr>
            <a:r>
              <a:rPr lang="en-US" sz="2200" dirty="0">
                <a:latin typeface="Courier New" pitchFamily="49" charset="0"/>
                <a:ea typeface="Times New Roman" pitchFamily="18" charset="0"/>
                <a:cs typeface="Courier New" pitchFamily="49" charset="0"/>
              </a:rPr>
              <a:t>m = l</a:t>
            </a:r>
          </a:p>
          <a:p>
            <a:pPr lvl="1">
              <a:buNone/>
            </a:pPr>
            <a:r>
              <a:rPr lang="en-US" sz="2200" dirty="0">
                <a:latin typeface="Courier New" pitchFamily="49" charset="0"/>
                <a:ea typeface="Times New Roman" pitchFamily="18" charset="0"/>
                <a:cs typeface="Courier New" pitchFamily="49" charset="0"/>
              </a:rPr>
              <a:t>until m = 0 // required </a:t>
            </a:r>
            <a:r>
              <a:rPr lang="en-US" sz="2200" dirty="0" err="1">
                <a:latin typeface="Courier New" pitchFamily="49" charset="0"/>
                <a:ea typeface="Times New Roman" pitchFamily="18" charset="0"/>
                <a:cs typeface="Courier New" pitchFamily="49" charset="0"/>
              </a:rPr>
              <a:t>hcf</a:t>
            </a:r>
            <a:r>
              <a:rPr lang="en-US" sz="2200" dirty="0">
                <a:latin typeface="Courier New" pitchFamily="49" charset="0"/>
                <a:ea typeface="Times New Roman" pitchFamily="18" charset="0"/>
                <a:cs typeface="Courier New" pitchFamily="49" charset="0"/>
              </a:rPr>
              <a:t> is n.</a:t>
            </a:r>
          </a:p>
          <a:p>
            <a:pPr>
              <a:buNone/>
            </a:pPr>
            <a:r>
              <a:rPr lang="en-US" sz="2200" dirty="0">
                <a:latin typeface="Courier New" pitchFamily="49" charset="0"/>
                <a:ea typeface="Times New Roman" pitchFamily="18" charset="0"/>
                <a:cs typeface="Courier New" pitchFamily="49" charset="0"/>
              </a:rPr>
              <a:t>end</a:t>
            </a:r>
          </a:p>
          <a:p>
            <a:r>
              <a:rPr lang="en-US" sz="3500" dirty="0"/>
              <a:t>The algorithm above can be shown to be finite and definite. On the other hand the problem of finding the decimal representation of √2 cannot be solved by an </a:t>
            </a:r>
            <a:r>
              <a:rPr lang="en-US" sz="3500" dirty="0" err="1"/>
              <a:t>algortihm</a:t>
            </a:r>
            <a:r>
              <a:rPr lang="en-US" sz="3500" dirty="0"/>
              <a:t>, so far as we know, because there are infinitely many decimal digits to be found and they cannot be described finitely because they not </a:t>
            </a:r>
            <a:r>
              <a:rPr lang="en-US" sz="3500" dirty="0" err="1"/>
              <a:t>not</a:t>
            </a:r>
            <a:r>
              <a:rPr lang="en-US" sz="3500" dirty="0"/>
              <a:t> repeat and do not follow a clear pattern. </a:t>
            </a:r>
          </a:p>
          <a:p>
            <a:r>
              <a:rPr lang="en-US" sz="3500" dirty="0"/>
              <a:t>The problem of finding a specified finite number of decimal digits for √2 is an algorithmic problem, however.</a:t>
            </a:r>
          </a:p>
        </p:txBody>
      </p:sp>
      <p:sp>
        <p:nvSpPr>
          <p:cNvPr id="4" name="Slide Number Placeholder 3"/>
          <p:cNvSpPr>
            <a:spLocks noGrp="1"/>
          </p:cNvSpPr>
          <p:nvPr>
            <p:ph type="sldNum" sz="quarter" idx="12"/>
          </p:nvPr>
        </p:nvSpPr>
        <p:spPr/>
        <p:txBody>
          <a:bodyPr/>
          <a:lstStyle/>
          <a:p>
            <a:fld id="{AD2B2EE5-B8BC-4D24-A25E-F2DF61737E6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Interesting aspects</a:t>
            </a:r>
          </a:p>
        </p:txBody>
      </p:sp>
      <p:sp>
        <p:nvSpPr>
          <p:cNvPr id="3" name="Content Placeholder 2"/>
          <p:cNvSpPr>
            <a:spLocks noGrp="1"/>
          </p:cNvSpPr>
          <p:nvPr>
            <p:ph idx="1"/>
          </p:nvPr>
        </p:nvSpPr>
        <p:spPr/>
        <p:txBody>
          <a:bodyPr>
            <a:normAutofit lnSpcReduction="10000"/>
          </a:bodyPr>
          <a:lstStyle/>
          <a:p>
            <a:r>
              <a:rPr lang="en-US" dirty="0"/>
              <a:t>What is involved in the study of algorithms:</a:t>
            </a:r>
          </a:p>
          <a:p>
            <a:pPr lvl="1"/>
            <a:r>
              <a:rPr lang="en-US" sz="3200" dirty="0"/>
              <a:t>Finding algorithms to solve important problems</a:t>
            </a:r>
          </a:p>
          <a:p>
            <a:pPr lvl="1"/>
            <a:r>
              <a:rPr lang="en-US" sz="3200" dirty="0"/>
              <a:t>Evaluating these algorithms. Are they good or bad? Could we expect to do better by studying the problem further? </a:t>
            </a:r>
          </a:p>
          <a:p>
            <a:pPr lvl="2"/>
            <a:r>
              <a:rPr lang="en-US" dirty="0"/>
              <a:t>The usual measure of quality of an algorithm is its </a:t>
            </a:r>
            <a:r>
              <a:rPr lang="en-US" i="1" dirty="0"/>
              <a:t>speed</a:t>
            </a:r>
            <a:r>
              <a:rPr lang="en-US" dirty="0"/>
              <a:t> – does it do its job efficiently?</a:t>
            </a:r>
          </a:p>
          <a:p>
            <a:pPr lvl="2"/>
            <a:r>
              <a:rPr lang="en-US" dirty="0"/>
              <a:t>Space is another quality - does it require additional space?</a:t>
            </a:r>
          </a:p>
          <a:p>
            <a:pPr lvl="1"/>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Euclid’s algorithm (cont)</a:t>
            </a:r>
          </a:p>
        </p:txBody>
      </p:sp>
      <p:sp>
        <p:nvSpPr>
          <p:cNvPr id="3" name="Content Placeholder 2"/>
          <p:cNvSpPr>
            <a:spLocks noGrp="1"/>
          </p:cNvSpPr>
          <p:nvPr>
            <p:ph idx="1"/>
          </p:nvPr>
        </p:nvSpPr>
        <p:spPr/>
        <p:txBody>
          <a:bodyPr>
            <a:normAutofit fontScale="92500" lnSpcReduction="20000"/>
          </a:bodyPr>
          <a:lstStyle/>
          <a:p>
            <a:r>
              <a:rPr lang="en-US" dirty="0"/>
              <a:t>Considered to be a very good algorithm.</a:t>
            </a:r>
          </a:p>
          <a:p>
            <a:r>
              <a:rPr lang="en-US" dirty="0"/>
              <a:t>It is simple and is the quickest known way to solve the problem.</a:t>
            </a:r>
          </a:p>
          <a:p>
            <a:r>
              <a:rPr lang="en-US" dirty="0"/>
              <a:t>Compare it, for example, with the equally correct method which starts with the lesser or n and m and successively reduces it by 1 until it divides both n and m.</a:t>
            </a:r>
          </a:p>
          <a:p>
            <a:r>
              <a:rPr lang="en-US" dirty="0"/>
              <a:t>It would be a useful exercise for you to program these two methods and then compare their running times when required to find the </a:t>
            </a:r>
            <a:r>
              <a:rPr lang="en-US" dirty="0" err="1"/>
              <a:t>hcf</a:t>
            </a:r>
            <a:r>
              <a:rPr lang="en-US" dirty="0"/>
              <a:t> of two </a:t>
            </a:r>
            <a:r>
              <a:rPr lang="en-US" b="1" dirty="0"/>
              <a:t>six</a:t>
            </a:r>
            <a:r>
              <a:rPr lang="en-US" dirty="0"/>
              <a:t> digit numbers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Equivalent Algorithms: which is preferable and why?</a:t>
            </a:r>
          </a:p>
        </p:txBody>
      </p:sp>
      <p:sp>
        <p:nvSpPr>
          <p:cNvPr id="4" name="Slide Number Placeholder 3"/>
          <p:cNvSpPr>
            <a:spLocks noGrp="1"/>
          </p:cNvSpPr>
          <p:nvPr>
            <p:ph type="sldNum" sz="quarter" idx="12"/>
          </p:nvPr>
        </p:nvSpPr>
        <p:spPr/>
        <p:txBody>
          <a:bodyPr/>
          <a:lstStyle/>
          <a:p>
            <a:fld id="{AD2B2EE5-B8BC-4D24-A25E-F2DF61737E68}" type="slidenum">
              <a:rPr lang="en-US" smtClean="0"/>
              <a:pPr/>
              <a:t>15</a:t>
            </a:fld>
            <a:endParaRPr lang="en-US"/>
          </a:p>
        </p:txBody>
      </p:sp>
      <p:sp>
        <p:nvSpPr>
          <p:cNvPr id="5" name="Rectangle 4"/>
          <p:cNvSpPr/>
          <p:nvPr/>
        </p:nvSpPr>
        <p:spPr>
          <a:xfrm>
            <a:off x="539552" y="2060848"/>
            <a:ext cx="7848872" cy="3231654"/>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hcf</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m) {</a:t>
            </a:r>
          </a:p>
          <a:p>
            <a:r>
              <a:rPr lang="en-US" sz="1200" dirty="0">
                <a:latin typeface="Courier New" pitchFamily="49" charset="0"/>
                <a:ea typeface="Times New Roman" pitchFamily="18" charset="0"/>
                <a:cs typeface="Courier New" pitchFamily="49" charset="0"/>
              </a:rPr>
              <a:t>        do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l = n % m;</a:t>
            </a:r>
          </a:p>
          <a:p>
            <a:r>
              <a:rPr lang="en-US" sz="1200" dirty="0">
                <a:latin typeface="Courier New" pitchFamily="49" charset="0"/>
                <a:ea typeface="Times New Roman" pitchFamily="18" charset="0"/>
                <a:cs typeface="Courier New" pitchFamily="49" charset="0"/>
              </a:rPr>
              <a:t>            n = m;</a:t>
            </a:r>
          </a:p>
          <a:p>
            <a:r>
              <a:rPr lang="en-US" sz="1200" dirty="0">
                <a:latin typeface="Courier New" pitchFamily="49" charset="0"/>
                <a:ea typeface="Times New Roman" pitchFamily="18" charset="0"/>
                <a:cs typeface="Courier New" pitchFamily="49" charset="0"/>
              </a:rPr>
              <a:t>            m = l;</a:t>
            </a:r>
          </a:p>
          <a:p>
            <a:r>
              <a:rPr lang="en-US" sz="1200" dirty="0">
                <a:latin typeface="Courier New" pitchFamily="49" charset="0"/>
                <a:ea typeface="Times New Roman" pitchFamily="18" charset="0"/>
                <a:cs typeface="Courier New" pitchFamily="49" charset="0"/>
              </a:rPr>
              <a:t>        } while (m != 0);</a:t>
            </a:r>
          </a:p>
          <a:p>
            <a:r>
              <a:rPr lang="en-US" sz="1200" dirty="0">
                <a:latin typeface="Courier New" pitchFamily="49" charset="0"/>
                <a:ea typeface="Times New Roman" pitchFamily="18" charset="0"/>
                <a:cs typeface="Courier New" pitchFamily="49" charset="0"/>
              </a:rPr>
              <a:t>        return n;</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hcfAlt</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m)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startingPoint</a:t>
            </a:r>
            <a:r>
              <a:rPr lang="en-US" sz="1200" dirty="0">
                <a:latin typeface="Courier New" pitchFamily="49" charset="0"/>
                <a:ea typeface="Times New Roman" pitchFamily="18" charset="0"/>
                <a:cs typeface="Courier New" pitchFamily="49" charset="0"/>
              </a:rPr>
              <a:t> = n &lt; m ? n : m;</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divisor;</a:t>
            </a:r>
          </a:p>
          <a:p>
            <a:r>
              <a:rPr lang="en-US" sz="1200" dirty="0">
                <a:latin typeface="Courier New" pitchFamily="49" charset="0"/>
                <a:ea typeface="Times New Roman" pitchFamily="18" charset="0"/>
                <a:cs typeface="Courier New" pitchFamily="49" charset="0"/>
              </a:rPr>
              <a:t>       for (divisor = </a:t>
            </a:r>
            <a:r>
              <a:rPr lang="en-US" sz="1200" dirty="0" err="1">
                <a:latin typeface="Courier New" pitchFamily="49" charset="0"/>
                <a:ea typeface="Times New Roman" pitchFamily="18" charset="0"/>
                <a:cs typeface="Courier New" pitchFamily="49" charset="0"/>
              </a:rPr>
              <a:t>startingPoint</a:t>
            </a:r>
            <a:r>
              <a:rPr lang="en-US" sz="1200" dirty="0">
                <a:latin typeface="Courier New" pitchFamily="49" charset="0"/>
                <a:ea typeface="Times New Roman" pitchFamily="18" charset="0"/>
                <a:cs typeface="Courier New" pitchFamily="49" charset="0"/>
              </a:rPr>
              <a:t>; divisor &gt; 0; divisor--)</a:t>
            </a:r>
          </a:p>
          <a:p>
            <a:r>
              <a:rPr lang="en-US" sz="1200" dirty="0">
                <a:latin typeface="Courier New" pitchFamily="49" charset="0"/>
                <a:ea typeface="Times New Roman" pitchFamily="18" charset="0"/>
                <a:cs typeface="Courier New" pitchFamily="49" charset="0"/>
              </a:rPr>
              <a:t>           if (n % divisor == 0 &amp;&amp; m % divisor == 0)</a:t>
            </a:r>
          </a:p>
          <a:p>
            <a:r>
              <a:rPr lang="en-US" sz="1200" dirty="0">
                <a:latin typeface="Courier New" pitchFamily="49" charset="0"/>
                <a:ea typeface="Times New Roman" pitchFamily="18" charset="0"/>
                <a:cs typeface="Courier New" pitchFamily="49" charset="0"/>
              </a:rPr>
              <a:t>               break;</a:t>
            </a:r>
          </a:p>
          <a:p>
            <a:r>
              <a:rPr lang="en-US" sz="1200" dirty="0">
                <a:latin typeface="Courier New" pitchFamily="49" charset="0"/>
                <a:ea typeface="Times New Roman" pitchFamily="18" charset="0"/>
                <a:cs typeface="Courier New" pitchFamily="49" charset="0"/>
              </a:rPr>
              <a:t>       return divisor;</a:t>
            </a:r>
          </a:p>
          <a:p>
            <a:r>
              <a:rPr lang="en-US" sz="1200" dirty="0">
                <a:latin typeface="Courier New" pitchFamily="49" charset="0"/>
                <a:ea typeface="Times New Roman" pitchFamily="18" charset="0"/>
                <a:cs typeface="Courier New" pitchFamily="49"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algorithms</a:t>
            </a:r>
          </a:p>
        </p:txBody>
      </p:sp>
      <p:sp>
        <p:nvSpPr>
          <p:cNvPr id="3" name="Content Placeholder 2"/>
          <p:cNvSpPr>
            <a:spLocks noGrp="1"/>
          </p:cNvSpPr>
          <p:nvPr>
            <p:ph idx="1"/>
          </p:nvPr>
        </p:nvSpPr>
        <p:spPr>
          <a:xfrm>
            <a:off x="467544" y="1196752"/>
            <a:ext cx="8229600" cy="1684784"/>
          </a:xfrm>
        </p:spPr>
        <p:txBody>
          <a:bodyPr>
            <a:normAutofit fontScale="47500" lnSpcReduction="20000"/>
          </a:bodyPr>
          <a:lstStyle/>
          <a:p>
            <a:r>
              <a:rPr lang="en-US" dirty="0"/>
              <a:t>These are usually divided into one or more base cases and a recursive case. These are usually when writing code for intrinsically recursive data structures. Here are a couple of examples:</a:t>
            </a:r>
          </a:p>
          <a:p>
            <a:endParaRPr lang="en-US" dirty="0"/>
          </a:p>
          <a:p>
            <a:endParaRPr lang="en-US" dirty="0"/>
          </a:p>
          <a:p>
            <a:r>
              <a:rPr lang="en-US" dirty="0"/>
              <a:t>This can be coded using either of the following methods:</a:t>
            </a:r>
          </a:p>
          <a:p>
            <a:pPr>
              <a:buNone/>
            </a:pPr>
            <a:br>
              <a:rPr lang="en-US" dirty="0"/>
            </a:br>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16</a:t>
            </a:fld>
            <a:endParaRPr lang="en-US"/>
          </a:p>
        </p:txBody>
      </p:sp>
      <p:graphicFrame>
        <p:nvGraphicFramePr>
          <p:cNvPr id="5" name="Object 4"/>
          <p:cNvGraphicFramePr>
            <a:graphicFrameLocks noChangeAspect="1"/>
          </p:cNvGraphicFramePr>
          <p:nvPr/>
        </p:nvGraphicFramePr>
        <p:xfrm>
          <a:off x="899592" y="1628800"/>
          <a:ext cx="3096344" cy="442335"/>
        </p:xfrm>
        <a:graphic>
          <a:graphicData uri="http://schemas.openxmlformats.org/presentationml/2006/ole">
            <mc:AlternateContent xmlns:mc="http://schemas.openxmlformats.org/markup-compatibility/2006">
              <mc:Choice xmlns:v="urn:schemas-microsoft-com:vml" Requires="v">
                <p:oleObj name="Equation" r:id="rId2" imgW="3200400" imgH="457200" progId="Equation.3">
                  <p:embed/>
                </p:oleObj>
              </mc:Choice>
              <mc:Fallback>
                <p:oleObj name="Equation" r:id="rId2" imgW="3200400" imgH="4572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628800"/>
                        <a:ext cx="3096344" cy="442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539552" y="2348880"/>
            <a:ext cx="8064896" cy="2585323"/>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factorialByIteration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prod = 1;</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n;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&gt;= 1;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prod = prod *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return prod;</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factorialByRecursion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if (n == 0 || n == 1)</a:t>
            </a:r>
          </a:p>
          <a:p>
            <a:r>
              <a:rPr lang="en-US" sz="1200" dirty="0">
                <a:latin typeface="Courier New" pitchFamily="49" charset="0"/>
                <a:ea typeface="Times New Roman" pitchFamily="18" charset="0"/>
                <a:cs typeface="Courier New" pitchFamily="49" charset="0"/>
              </a:rPr>
              <a:t>           return 1;</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n * </a:t>
            </a:r>
            <a:r>
              <a:rPr lang="en-US" sz="1200" dirty="0" err="1">
                <a:latin typeface="Courier New" pitchFamily="49" charset="0"/>
                <a:ea typeface="Times New Roman" pitchFamily="18" charset="0"/>
                <a:cs typeface="Courier New" pitchFamily="49" charset="0"/>
              </a:rPr>
              <a:t>factorialByRecursion</a:t>
            </a:r>
            <a:r>
              <a:rPr lang="en-US" sz="1200" dirty="0">
                <a:latin typeface="Courier New" pitchFamily="49" charset="0"/>
                <a:ea typeface="Times New Roman" pitchFamily="18" charset="0"/>
                <a:cs typeface="Courier New" pitchFamily="49" charset="0"/>
              </a:rPr>
              <a:t>(n - 1);</a:t>
            </a:r>
          </a:p>
          <a:p>
            <a:r>
              <a:rPr lang="en-US" sz="1200" dirty="0">
                <a:latin typeface="Courier New" pitchFamily="49" charset="0"/>
                <a:ea typeface="Times New Roman" pitchFamily="18" charset="0"/>
                <a:cs typeface="Courier New" pitchFamily="49" charset="0"/>
              </a:rPr>
              <a:t> }</a:t>
            </a:r>
          </a:p>
        </p:txBody>
      </p:sp>
      <p:grpSp>
        <p:nvGrpSpPr>
          <p:cNvPr id="11" name="Group 10">
            <a:extLst>
              <a:ext uri="{FF2B5EF4-FFF2-40B4-BE49-F238E27FC236}">
                <a16:creationId xmlns:a16="http://schemas.microsoft.com/office/drawing/2014/main" id="{6E3ABDA9-4786-2CAD-5459-8D69CEFB1B31}"/>
              </a:ext>
            </a:extLst>
          </p:cNvPr>
          <p:cNvGrpSpPr/>
          <p:nvPr/>
        </p:nvGrpSpPr>
        <p:grpSpPr>
          <a:xfrm>
            <a:off x="3819580" y="3054460"/>
            <a:ext cx="380880" cy="181440"/>
            <a:chOff x="3819580" y="3054460"/>
            <a:chExt cx="380880" cy="18144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C4D9D28-0063-17B6-1C4A-3EC404A77ADD}"/>
                    </a:ext>
                  </a:extLst>
                </p14:cNvPr>
                <p14:cNvContentPartPr/>
                <p14:nvPr/>
              </p14:nvContentPartPr>
              <p14:xfrm>
                <a:off x="3819580" y="3054460"/>
                <a:ext cx="138960" cy="125640"/>
              </p14:xfrm>
            </p:contentPart>
          </mc:Choice>
          <mc:Fallback xmlns="">
            <p:pic>
              <p:nvPicPr>
                <p:cNvPr id="6" name="Ink 5">
                  <a:extLst>
                    <a:ext uri="{FF2B5EF4-FFF2-40B4-BE49-F238E27FC236}">
                      <a16:creationId xmlns:a16="http://schemas.microsoft.com/office/drawing/2014/main" id="{5C4D9D28-0063-17B6-1C4A-3EC404A77ADD}"/>
                    </a:ext>
                  </a:extLst>
                </p:cNvPr>
                <p:cNvPicPr/>
                <p:nvPr/>
              </p:nvPicPr>
              <p:blipFill>
                <a:blip r:embed="rId5"/>
                <a:stretch>
                  <a:fillRect/>
                </a:stretch>
              </p:blipFill>
              <p:spPr>
                <a:xfrm>
                  <a:off x="3815260" y="3050140"/>
                  <a:ext cx="1476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CE761916-329C-6AC6-80FD-321B9C70320B}"/>
                    </a:ext>
                  </a:extLst>
                </p14:cNvPr>
                <p14:cNvContentPartPr/>
                <p14:nvPr/>
              </p14:nvContentPartPr>
              <p14:xfrm>
                <a:off x="3963220" y="3069220"/>
                <a:ext cx="90360" cy="134280"/>
              </p14:xfrm>
            </p:contentPart>
          </mc:Choice>
          <mc:Fallback xmlns="">
            <p:pic>
              <p:nvPicPr>
                <p:cNvPr id="8" name="Ink 7">
                  <a:extLst>
                    <a:ext uri="{FF2B5EF4-FFF2-40B4-BE49-F238E27FC236}">
                      <a16:creationId xmlns:a16="http://schemas.microsoft.com/office/drawing/2014/main" id="{CE761916-329C-6AC6-80FD-321B9C70320B}"/>
                    </a:ext>
                  </a:extLst>
                </p:cNvPr>
                <p:cNvPicPr/>
                <p:nvPr/>
              </p:nvPicPr>
              <p:blipFill>
                <a:blip r:embed="rId7"/>
                <a:stretch>
                  <a:fillRect/>
                </a:stretch>
              </p:blipFill>
              <p:spPr>
                <a:xfrm>
                  <a:off x="3958900" y="3064900"/>
                  <a:ext cx="990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BE75365E-50F2-75DC-19DD-BACC26353645}"/>
                    </a:ext>
                  </a:extLst>
                </p14:cNvPr>
                <p14:cNvContentPartPr/>
                <p14:nvPr/>
              </p14:nvContentPartPr>
              <p14:xfrm>
                <a:off x="4054300" y="3117460"/>
                <a:ext cx="78120" cy="55440"/>
              </p14:xfrm>
            </p:contentPart>
          </mc:Choice>
          <mc:Fallback xmlns="">
            <p:pic>
              <p:nvPicPr>
                <p:cNvPr id="9" name="Ink 8">
                  <a:extLst>
                    <a:ext uri="{FF2B5EF4-FFF2-40B4-BE49-F238E27FC236}">
                      <a16:creationId xmlns:a16="http://schemas.microsoft.com/office/drawing/2014/main" id="{BE75365E-50F2-75DC-19DD-BACC26353645}"/>
                    </a:ext>
                  </a:extLst>
                </p:cNvPr>
                <p:cNvPicPr/>
                <p:nvPr/>
              </p:nvPicPr>
              <p:blipFill>
                <a:blip r:embed="rId9"/>
                <a:stretch>
                  <a:fillRect/>
                </a:stretch>
              </p:blipFill>
              <p:spPr>
                <a:xfrm>
                  <a:off x="4049980" y="3113140"/>
                  <a:ext cx="86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1675D91B-F749-F577-514F-5D14A0D7D74D}"/>
                    </a:ext>
                  </a:extLst>
                </p14:cNvPr>
                <p14:cNvContentPartPr/>
                <p14:nvPr/>
              </p14:nvContentPartPr>
              <p14:xfrm>
                <a:off x="4137100" y="3062380"/>
                <a:ext cx="63360" cy="173520"/>
              </p14:xfrm>
            </p:contentPart>
          </mc:Choice>
          <mc:Fallback xmlns="">
            <p:pic>
              <p:nvPicPr>
                <p:cNvPr id="10" name="Ink 9">
                  <a:extLst>
                    <a:ext uri="{FF2B5EF4-FFF2-40B4-BE49-F238E27FC236}">
                      <a16:creationId xmlns:a16="http://schemas.microsoft.com/office/drawing/2014/main" id="{1675D91B-F749-F577-514F-5D14A0D7D74D}"/>
                    </a:ext>
                  </a:extLst>
                </p:cNvPr>
                <p:cNvPicPr/>
                <p:nvPr/>
              </p:nvPicPr>
              <p:blipFill>
                <a:blip r:embed="rId11"/>
                <a:stretch>
                  <a:fillRect/>
                </a:stretch>
              </p:blipFill>
              <p:spPr>
                <a:xfrm>
                  <a:off x="4132780" y="3058060"/>
                  <a:ext cx="72000" cy="182160"/>
                </a:xfrm>
                <a:prstGeom prst="rect">
                  <a:avLst/>
                </a:prstGeom>
              </p:spPr>
            </p:pic>
          </mc:Fallback>
        </mc:AlternateContent>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a:t>
            </a:r>
          </a:p>
        </p:txBody>
      </p:sp>
      <p:sp>
        <p:nvSpPr>
          <p:cNvPr id="3" name="Content Placeholder 2"/>
          <p:cNvSpPr>
            <a:spLocks noGrp="1"/>
          </p:cNvSpPr>
          <p:nvPr>
            <p:ph idx="1"/>
          </p:nvPr>
        </p:nvSpPr>
        <p:spPr>
          <a:xfrm>
            <a:off x="467544" y="1268760"/>
            <a:ext cx="8229600" cy="1656183"/>
          </a:xfrm>
        </p:spPr>
        <p:txBody>
          <a:bodyPr>
            <a:normAutofit fontScale="85000" lnSpcReduction="20000"/>
          </a:bodyPr>
          <a:lstStyle/>
          <a:p>
            <a:r>
              <a:rPr lang="en-US" dirty="0"/>
              <a:t>The </a:t>
            </a:r>
            <a:r>
              <a:rPr lang="en-US" dirty="0" err="1"/>
              <a:t>fibonacci</a:t>
            </a:r>
            <a:r>
              <a:rPr lang="en-US" dirty="0"/>
              <a:t> sequence is a famous example:</a:t>
            </a:r>
          </a:p>
          <a:p>
            <a:endParaRPr lang="en-US" dirty="0"/>
          </a:p>
          <a:p>
            <a:endParaRPr lang="en-US" dirty="0"/>
          </a:p>
          <a:p>
            <a:r>
              <a:rPr lang="en-US" dirty="0"/>
              <a:t>This could be implemented in the following two ways:</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17</a:t>
            </a:fld>
            <a:endParaRPr lang="en-US"/>
          </a:p>
        </p:txBody>
      </p:sp>
      <p:graphicFrame>
        <p:nvGraphicFramePr>
          <p:cNvPr id="5" name="Object 4"/>
          <p:cNvGraphicFramePr>
            <a:graphicFrameLocks noChangeAspect="1"/>
          </p:cNvGraphicFramePr>
          <p:nvPr/>
        </p:nvGraphicFramePr>
        <p:xfrm>
          <a:off x="611561" y="1700809"/>
          <a:ext cx="2736303" cy="777832"/>
        </p:xfrm>
        <a:graphic>
          <a:graphicData uri="http://schemas.openxmlformats.org/presentationml/2006/ole">
            <mc:AlternateContent xmlns:mc="http://schemas.openxmlformats.org/markup-compatibility/2006">
              <mc:Choice xmlns:v="urn:schemas-microsoft-com:vml" Requires="v">
                <p:oleObj name="Equation" r:id="rId2" imgW="2501640" imgH="711000" progId="Equation.3">
                  <p:embed/>
                </p:oleObj>
              </mc:Choice>
              <mc:Fallback>
                <p:oleObj name="Equation" r:id="rId2" imgW="2501640" imgH="7110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1" y="1700809"/>
                        <a:ext cx="2736303" cy="7778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539552" y="2996952"/>
            <a:ext cx="6264696"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fibByRecursion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if (n &lt; 2)</a:t>
            </a:r>
          </a:p>
          <a:p>
            <a:r>
              <a:rPr lang="en-US" sz="1200" dirty="0">
                <a:latin typeface="Courier New" pitchFamily="49" charset="0"/>
                <a:ea typeface="Times New Roman" pitchFamily="18" charset="0"/>
                <a:cs typeface="Courier New" pitchFamily="49" charset="0"/>
              </a:rPr>
              <a:t>           return n;</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t>
            </a:r>
            <a:r>
              <a:rPr lang="en-US" sz="1200" dirty="0" err="1">
                <a:latin typeface="Courier New" pitchFamily="49" charset="0"/>
                <a:ea typeface="Times New Roman" pitchFamily="18" charset="0"/>
                <a:cs typeface="Courier New" pitchFamily="49" charset="0"/>
              </a:rPr>
              <a:t>fibByRecursion</a:t>
            </a:r>
            <a:r>
              <a:rPr lang="en-US" sz="1200" dirty="0">
                <a:latin typeface="Courier New" pitchFamily="49" charset="0"/>
                <a:ea typeface="Times New Roman" pitchFamily="18" charset="0"/>
                <a:cs typeface="Courier New" pitchFamily="49" charset="0"/>
              </a:rPr>
              <a:t>(n - 1) + </a:t>
            </a:r>
            <a:r>
              <a:rPr lang="en-US" sz="1200" dirty="0" err="1">
                <a:latin typeface="Courier New" pitchFamily="49" charset="0"/>
                <a:ea typeface="Times New Roman" pitchFamily="18" charset="0"/>
                <a:cs typeface="Courier New" pitchFamily="49" charset="0"/>
              </a:rPr>
              <a:t>fibByRecursion</a:t>
            </a:r>
            <a:r>
              <a:rPr lang="en-US" sz="1200" dirty="0">
                <a:latin typeface="Courier New" pitchFamily="49" charset="0"/>
                <a:ea typeface="Times New Roman" pitchFamily="18" charset="0"/>
                <a:cs typeface="Courier New" pitchFamily="49" charset="0"/>
              </a:rPr>
              <a:t>(n - 2);</a:t>
            </a:r>
          </a:p>
          <a:p>
            <a:r>
              <a:rPr lang="en-US" sz="1200" dirty="0">
                <a:latin typeface="Courier New" pitchFamily="49" charset="0"/>
                <a:ea typeface="Times New Roman" pitchFamily="18" charset="0"/>
                <a:cs typeface="Courier New" pitchFamily="49" charset="0"/>
              </a:rPr>
              <a:t> }</a:t>
            </a:r>
          </a:p>
        </p:txBody>
      </p:sp>
      <p:sp>
        <p:nvSpPr>
          <p:cNvPr id="7" name="Rectangle 6"/>
          <p:cNvSpPr/>
          <p:nvPr/>
        </p:nvSpPr>
        <p:spPr>
          <a:xfrm>
            <a:off x="683568" y="6165304"/>
            <a:ext cx="5544616" cy="461665"/>
          </a:xfrm>
          <a:prstGeom prst="rect">
            <a:avLst/>
          </a:prstGeom>
        </p:spPr>
        <p:txBody>
          <a:bodyPr wrap="square">
            <a:spAutoFit/>
          </a:bodyPr>
          <a:lstStyle/>
          <a:p>
            <a:r>
              <a:rPr lang="nn-NO" sz="1200" dirty="0">
                <a:latin typeface="Courier New" pitchFamily="49" charset="0"/>
                <a:ea typeface="Times New Roman" pitchFamily="18" charset="0"/>
                <a:cs typeface="Courier New" pitchFamily="49" charset="0"/>
              </a:rPr>
              <a:t> for (int i = 1; i &lt; 10; i++)</a:t>
            </a:r>
          </a:p>
          <a:p>
            <a:r>
              <a:rPr lang="nn-NO" sz="1200" dirty="0">
                <a:latin typeface="Courier New" pitchFamily="49" charset="0"/>
                <a:ea typeface="Times New Roman" pitchFamily="18" charset="0"/>
                <a:cs typeface="Courier New" pitchFamily="49" charset="0"/>
              </a:rPr>
              <a:t>           System.out.print(fibByRecursion(i)+ "\t");</a:t>
            </a:r>
            <a:endParaRPr lang="en-US" sz="1200" dirty="0">
              <a:latin typeface="Courier New" pitchFamily="49" charset="0"/>
              <a:ea typeface="Times New Roman" pitchFamily="18" charset="0"/>
              <a:cs typeface="Courier New" pitchFamily="49" charset="0"/>
            </a:endParaRPr>
          </a:p>
        </p:txBody>
      </p:sp>
      <p:sp>
        <p:nvSpPr>
          <p:cNvPr id="8" name="TextBox 7"/>
          <p:cNvSpPr txBox="1"/>
          <p:nvPr/>
        </p:nvSpPr>
        <p:spPr>
          <a:xfrm>
            <a:off x="6876256" y="4005064"/>
            <a:ext cx="1512168" cy="2492990"/>
          </a:xfrm>
          <a:prstGeom prst="rect">
            <a:avLst/>
          </a:prstGeom>
          <a:noFill/>
        </p:spPr>
        <p:txBody>
          <a:bodyPr wrap="square" rtlCol="0">
            <a:spAutoFit/>
          </a:bodyPr>
          <a:lstStyle/>
          <a:p>
            <a:r>
              <a:rPr lang="en-US" sz="1200" b="1" dirty="0"/>
              <a:t>Invoking using this loop will produce the following output: </a:t>
            </a:r>
          </a:p>
          <a:p>
            <a:r>
              <a:rPr lang="en-US" sz="1200" b="1" dirty="0"/>
              <a:t>	1	1	2	3	5	8	13	21	34</a:t>
            </a:r>
          </a:p>
        </p:txBody>
      </p:sp>
      <p:cxnSp>
        <p:nvCxnSpPr>
          <p:cNvPr id="10" name="Straight Arrow Connector 9"/>
          <p:cNvCxnSpPr/>
          <p:nvPr/>
        </p:nvCxnSpPr>
        <p:spPr>
          <a:xfrm flipH="1">
            <a:off x="3563888" y="4509120"/>
            <a:ext cx="3312368" cy="17281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1560" y="4221088"/>
            <a:ext cx="5040560" cy="1846659"/>
          </a:xfrm>
          <a:prstGeom prst="rect">
            <a:avLst/>
          </a:prstGeom>
        </p:spPr>
        <p:txBody>
          <a:bodyPr wrap="square">
            <a:spAutoFit/>
          </a:bodyPr>
          <a:lstStyle/>
          <a:p>
            <a:r>
              <a:rPr lang="en-US" dirty="0"/>
              <a:t> </a:t>
            </a:r>
            <a:r>
              <a:rPr lang="en-US" sz="1200" dirty="0">
                <a:latin typeface="Courier New" pitchFamily="49" charset="0"/>
                <a:ea typeface="Times New Roman" pitchFamily="18" charset="0"/>
                <a:cs typeface="Courier New" pitchFamily="49" charset="0"/>
              </a:rPr>
              <a:t>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fibByIteration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 1, b = 1;</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3;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&lt;= n;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c = a + b;</a:t>
            </a:r>
          </a:p>
          <a:p>
            <a:r>
              <a:rPr lang="en-US" sz="1200" dirty="0">
                <a:latin typeface="Courier New" pitchFamily="49" charset="0"/>
                <a:ea typeface="Times New Roman" pitchFamily="18" charset="0"/>
                <a:cs typeface="Courier New" pitchFamily="49" charset="0"/>
              </a:rPr>
              <a:t>            a = b;</a:t>
            </a:r>
          </a:p>
          <a:p>
            <a:r>
              <a:rPr lang="en-US" sz="1200" dirty="0">
                <a:latin typeface="Courier New" pitchFamily="49" charset="0"/>
                <a:ea typeface="Times New Roman" pitchFamily="18" charset="0"/>
                <a:cs typeface="Courier New" pitchFamily="49" charset="0"/>
              </a:rPr>
              <a:t>            b = c;</a:t>
            </a:r>
          </a:p>
          <a:p>
            <a:r>
              <a:rPr lang="en-US" sz="1200" dirty="0">
                <a:latin typeface="Courier New" pitchFamily="49" charset="0"/>
                <a:ea typeface="Times New Roman" pitchFamily="18" charset="0"/>
                <a:cs typeface="Courier New" pitchFamily="49" charset="0"/>
              </a:rPr>
              <a:t>        }           </a:t>
            </a:r>
          </a:p>
          <a:p>
            <a:r>
              <a:rPr lang="en-US" sz="1200" dirty="0">
                <a:latin typeface="Courier New" pitchFamily="49" charset="0"/>
                <a:ea typeface="Times New Roman" pitchFamily="18" charset="0"/>
                <a:cs typeface="Courier New" pitchFamily="49" charset="0"/>
              </a:rPr>
              <a:t>        return b;</a:t>
            </a:r>
          </a:p>
          <a:p>
            <a:r>
              <a:rPr lang="en-US" sz="1200" dirty="0">
                <a:latin typeface="Courier New" pitchFamily="49" charset="0"/>
                <a:ea typeface="Times New Roman" pitchFamily="18" charset="0"/>
                <a:cs typeface="Courier New" pitchFamily="49" charset="0"/>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Iterative Equivalent</a:t>
            </a:r>
          </a:p>
        </p:txBody>
      </p:sp>
      <p:sp>
        <p:nvSpPr>
          <p:cNvPr id="3" name="Content Placeholder 2"/>
          <p:cNvSpPr>
            <a:spLocks noGrp="1"/>
          </p:cNvSpPr>
          <p:nvPr>
            <p:ph idx="1"/>
          </p:nvPr>
        </p:nvSpPr>
        <p:spPr/>
        <p:txBody>
          <a:bodyPr/>
          <a:lstStyle/>
          <a:p>
            <a:r>
              <a:rPr lang="en-US" dirty="0"/>
              <a:t>Every recursive algorithm can also be written in an iterative form, but this is not necessarily an easy exercise. For the factorial function, an iterative equivalent might be:</a:t>
            </a:r>
          </a:p>
        </p:txBody>
      </p:sp>
      <p:sp>
        <p:nvSpPr>
          <p:cNvPr id="4" name="Slide Number Placeholder 3"/>
          <p:cNvSpPr>
            <a:spLocks noGrp="1"/>
          </p:cNvSpPr>
          <p:nvPr>
            <p:ph type="sldNum" sz="quarter" idx="12"/>
          </p:nvPr>
        </p:nvSpPr>
        <p:spPr/>
        <p:txBody>
          <a:bodyPr/>
          <a:lstStyle/>
          <a:p>
            <a:fld id="{AD2B2EE5-B8BC-4D24-A25E-F2DF61737E68}" type="slidenum">
              <a:rPr lang="en-US" smtClean="0"/>
              <a:pPr/>
              <a:t>18</a:t>
            </a:fld>
            <a:endParaRPr lang="en-US" dirty="0"/>
          </a:p>
        </p:txBody>
      </p:sp>
      <p:sp>
        <p:nvSpPr>
          <p:cNvPr id="5" name="Rectangle 4"/>
          <p:cNvSpPr/>
          <p:nvPr/>
        </p:nvSpPr>
        <p:spPr>
          <a:xfrm>
            <a:off x="899592" y="3789040"/>
            <a:ext cx="5256584"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int </a:t>
            </a:r>
            <a:r>
              <a:rPr lang="en-US" sz="1200" dirty="0" err="1">
                <a:latin typeface="Courier New" pitchFamily="49" charset="0"/>
                <a:ea typeface="Times New Roman" pitchFamily="18" charset="0"/>
                <a:cs typeface="Courier New" pitchFamily="49" charset="0"/>
              </a:rPr>
              <a:t>factorialByIteration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prod = 1;</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n;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&gt;= 1;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prod = prod *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return prod;</a:t>
            </a:r>
          </a:p>
          <a:p>
            <a:r>
              <a:rPr lang="en-US" sz="1200" dirty="0">
                <a:latin typeface="Courier New" pitchFamily="49" charset="0"/>
                <a:ea typeface="Times New Roman" pitchFamily="18" charset="0"/>
                <a:cs typeface="Courier New" pitchFamily="49" charset="0"/>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ways of adding up Array elements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19</a:t>
            </a:fld>
            <a:endParaRPr lang="en-US"/>
          </a:p>
        </p:txBody>
      </p:sp>
      <p:sp>
        <p:nvSpPr>
          <p:cNvPr id="5" name="Rectangle 4"/>
          <p:cNvSpPr/>
          <p:nvPr/>
        </p:nvSpPr>
        <p:spPr>
          <a:xfrm>
            <a:off x="1259632" y="1196752"/>
            <a:ext cx="6336704" cy="2677656"/>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sum = 0;</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start;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&lt;= end;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sum = sum + a[</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return sum;</a:t>
            </a:r>
          </a:p>
          <a:p>
            <a:r>
              <a:rPr lang="en-US" sz="1200" dirty="0">
                <a:latin typeface="Courier New" pitchFamily="49" charset="0"/>
                <a:ea typeface="Times New Roman" pitchFamily="18" charset="0"/>
                <a:cs typeface="Courier New" pitchFamily="49" charset="0"/>
              </a:rPr>
              <a:t> } </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if (end &gt; start) </a:t>
            </a:r>
          </a:p>
          <a:p>
            <a:r>
              <a:rPr lang="en-US" sz="1200" dirty="0">
                <a:latin typeface="Courier New" pitchFamily="49" charset="0"/>
                <a:ea typeface="Times New Roman" pitchFamily="18" charset="0"/>
                <a:cs typeface="Courier New" pitchFamily="49" charset="0"/>
              </a:rPr>
              <a:t>           return a[end] +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 start, end - 1);</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a[start];</a:t>
            </a:r>
          </a:p>
          <a:p>
            <a:r>
              <a:rPr lang="en-US" sz="1200" dirty="0">
                <a:latin typeface="Courier New" pitchFamily="49" charset="0"/>
                <a:ea typeface="Times New Roman" pitchFamily="18" charset="0"/>
                <a:cs typeface="Courier New" pitchFamily="49" charset="0"/>
              </a:rPr>
              <a:t> }</a:t>
            </a:r>
          </a:p>
        </p:txBody>
      </p:sp>
      <p:sp>
        <p:nvSpPr>
          <p:cNvPr id="6" name="TextBox 5"/>
          <p:cNvSpPr txBox="1"/>
          <p:nvPr/>
        </p:nvSpPr>
        <p:spPr>
          <a:xfrm>
            <a:off x="6732240" y="4149081"/>
            <a:ext cx="2411760" cy="646331"/>
          </a:xfrm>
          <a:prstGeom prst="rect">
            <a:avLst/>
          </a:prstGeom>
          <a:noFill/>
        </p:spPr>
        <p:txBody>
          <a:bodyPr wrap="square" rtlCol="0">
            <a:spAutoFit/>
          </a:bodyPr>
          <a:lstStyle/>
          <a:p>
            <a:r>
              <a:rPr lang="en-US" b="1" dirty="0"/>
              <a:t>These methods can be invoked as follows</a:t>
            </a:r>
          </a:p>
        </p:txBody>
      </p:sp>
      <p:sp>
        <p:nvSpPr>
          <p:cNvPr id="7" name="Rectangle 6"/>
          <p:cNvSpPr/>
          <p:nvPr/>
        </p:nvSpPr>
        <p:spPr>
          <a:xfrm>
            <a:off x="1331640" y="5229200"/>
            <a:ext cx="6408712" cy="1015663"/>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void main(String[] </a:t>
            </a:r>
            <a:r>
              <a:rPr lang="en-US" sz="1200" dirty="0" err="1">
                <a:latin typeface="Courier New" pitchFamily="49" charset="0"/>
                <a:ea typeface="Times New Roman" pitchFamily="18" charset="0"/>
                <a:cs typeface="Courier New" pitchFamily="49" charset="0"/>
              </a:rPr>
              <a:t>args</a:t>
            </a:r>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 {5, 3, 2, 4, 1};</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System.out.println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addByIteration</a:t>
            </a:r>
            <a:r>
              <a:rPr lang="en-US" sz="1200" dirty="0">
                <a:latin typeface="Courier New" pitchFamily="49" charset="0"/>
                <a:ea typeface="Times New Roman" pitchFamily="18" charset="0"/>
                <a:cs typeface="Courier New" pitchFamily="49" charset="0"/>
              </a:rPr>
              <a:t>(a, 0, </a:t>
            </a:r>
            <a:r>
              <a:rPr lang="en-US" sz="1200" dirty="0" err="1">
                <a:latin typeface="Courier New" pitchFamily="49" charset="0"/>
                <a:ea typeface="Times New Roman" pitchFamily="18" charset="0"/>
                <a:cs typeface="Courier New" pitchFamily="49" charset="0"/>
              </a:rPr>
              <a:t>a.length</a:t>
            </a:r>
            <a:r>
              <a:rPr lang="en-US" sz="1200" dirty="0">
                <a:latin typeface="Courier New" pitchFamily="49" charset="0"/>
                <a:ea typeface="Times New Roman" pitchFamily="18" charset="0"/>
                <a:cs typeface="Courier New" pitchFamily="49" charset="0"/>
              </a:rPr>
              <a:t> - 1));</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System.out.println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 0, </a:t>
            </a:r>
            <a:r>
              <a:rPr lang="en-US" sz="1200" dirty="0" err="1">
                <a:latin typeface="Courier New" pitchFamily="49" charset="0"/>
                <a:ea typeface="Times New Roman" pitchFamily="18" charset="0"/>
                <a:cs typeface="Courier New" pitchFamily="49" charset="0"/>
              </a:rPr>
              <a:t>a.length</a:t>
            </a:r>
            <a:r>
              <a:rPr lang="en-US" sz="1200" dirty="0">
                <a:latin typeface="Courier New" pitchFamily="49" charset="0"/>
                <a:ea typeface="Times New Roman" pitchFamily="18" charset="0"/>
                <a:cs typeface="Courier New" pitchFamily="49" charset="0"/>
              </a:rPr>
              <a:t> - 1));</a:t>
            </a:r>
          </a:p>
          <a:p>
            <a:r>
              <a:rPr lang="en-US" sz="1200" dirty="0">
                <a:latin typeface="Courier New" pitchFamily="49" charset="0"/>
                <a:ea typeface="Times New Roman" pitchFamily="18" charset="0"/>
                <a:cs typeface="Courier New" pitchFamily="49" charset="0"/>
              </a:rPr>
              <a:t> }</a:t>
            </a:r>
          </a:p>
        </p:txBody>
      </p:sp>
      <p:cxnSp>
        <p:nvCxnSpPr>
          <p:cNvPr id="9" name="Straight Arrow Connector 8"/>
          <p:cNvCxnSpPr/>
          <p:nvPr/>
        </p:nvCxnSpPr>
        <p:spPr>
          <a:xfrm flipH="1">
            <a:off x="5364088" y="4725144"/>
            <a:ext cx="1512168" cy="86409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recursive approaches</a:t>
            </a:r>
          </a:p>
        </p:txBody>
      </p:sp>
      <p:graphicFrame>
        <p:nvGraphicFramePr>
          <p:cNvPr id="6" name="Content Placeholder 5"/>
          <p:cNvGraphicFramePr>
            <a:graphicFrameLocks noGrp="1"/>
          </p:cNvGraphicFramePr>
          <p:nvPr>
            <p:ph idx="1"/>
          </p:nvPr>
        </p:nvGraphicFramePr>
        <p:xfrm>
          <a:off x="457200" y="1600200"/>
          <a:ext cx="8229599" cy="370840"/>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p:txBody>
          <a:bodyPr/>
          <a:lstStyle/>
          <a:p>
            <a:fld id="{AD2B2EE5-B8BC-4D24-A25E-F2DF61737E68}" type="slidenum">
              <a:rPr lang="en-US" smtClean="0"/>
              <a:pPr/>
              <a:t>20</a:t>
            </a:fld>
            <a:endParaRPr lang="en-US"/>
          </a:p>
        </p:txBody>
      </p:sp>
      <p:sp>
        <p:nvSpPr>
          <p:cNvPr id="7" name="Left Brace 6"/>
          <p:cNvSpPr/>
          <p:nvPr/>
        </p:nvSpPr>
        <p:spPr>
          <a:xfrm>
            <a:off x="8028384" y="1700808"/>
            <a:ext cx="155448" cy="914400"/>
          </a:xfrm>
          <a:prstGeom prst="leftBrace">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8" name="Left Brace 7"/>
          <p:cNvSpPr/>
          <p:nvPr/>
        </p:nvSpPr>
        <p:spPr>
          <a:xfrm>
            <a:off x="3923928" y="-1035496"/>
            <a:ext cx="216024" cy="6336704"/>
          </a:xfrm>
          <a:prstGeom prst="leftBrace">
            <a:avLst>
              <a:gd name="adj1" fmla="val 8333"/>
              <a:gd name="adj2" fmla="val 50365"/>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9" name="TextBox 8"/>
          <p:cNvSpPr txBox="1"/>
          <p:nvPr/>
        </p:nvSpPr>
        <p:spPr>
          <a:xfrm>
            <a:off x="7812360" y="2276872"/>
            <a:ext cx="543739" cy="369332"/>
          </a:xfrm>
          <a:prstGeom prst="rect">
            <a:avLst/>
          </a:prstGeom>
          <a:noFill/>
        </p:spPr>
        <p:txBody>
          <a:bodyPr wrap="none" rtlCol="0">
            <a:spAutoFit/>
          </a:bodyPr>
          <a:lstStyle/>
          <a:p>
            <a:r>
              <a:rPr lang="en-US" dirty="0"/>
              <a:t>end</a:t>
            </a:r>
          </a:p>
        </p:txBody>
      </p:sp>
      <p:sp>
        <p:nvSpPr>
          <p:cNvPr id="10" name="TextBox 9"/>
          <p:cNvSpPr txBox="1"/>
          <p:nvPr/>
        </p:nvSpPr>
        <p:spPr>
          <a:xfrm>
            <a:off x="3779912" y="2276872"/>
            <a:ext cx="541367" cy="369332"/>
          </a:xfrm>
          <a:prstGeom prst="rect">
            <a:avLst/>
          </a:prstGeom>
          <a:noFill/>
        </p:spPr>
        <p:txBody>
          <a:bodyPr wrap="none" rtlCol="0">
            <a:spAutoFit/>
          </a:bodyPr>
          <a:lstStyle/>
          <a:p>
            <a:r>
              <a:rPr lang="en-US" dirty="0"/>
              <a:t>rest</a:t>
            </a:r>
          </a:p>
        </p:txBody>
      </p:sp>
      <p:sp>
        <p:nvSpPr>
          <p:cNvPr id="11" name="Rectangle 10"/>
          <p:cNvSpPr/>
          <p:nvPr/>
        </p:nvSpPr>
        <p:spPr>
          <a:xfrm>
            <a:off x="467544" y="2636912"/>
            <a:ext cx="8064896"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if (end &gt; start) </a:t>
            </a:r>
          </a:p>
          <a:p>
            <a:r>
              <a:rPr lang="en-US" sz="1200" dirty="0">
                <a:latin typeface="Courier New" pitchFamily="49" charset="0"/>
                <a:ea typeface="Times New Roman" pitchFamily="18" charset="0"/>
                <a:cs typeface="Courier New" pitchFamily="49" charset="0"/>
              </a:rPr>
              <a:t>           return a[end] +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 start, end - 1);</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a[start];</a:t>
            </a:r>
          </a:p>
          <a:p>
            <a:r>
              <a:rPr lang="en-US" sz="1200" dirty="0">
                <a:latin typeface="Courier New" pitchFamily="49" charset="0"/>
                <a:ea typeface="Times New Roman" pitchFamily="18" charset="0"/>
                <a:cs typeface="Courier New" pitchFamily="49" charset="0"/>
              </a:rPr>
              <a:t> }</a:t>
            </a:r>
          </a:p>
        </p:txBody>
      </p:sp>
      <p:sp>
        <p:nvSpPr>
          <p:cNvPr id="12" name="Rectangle 11"/>
          <p:cNvSpPr/>
          <p:nvPr/>
        </p:nvSpPr>
        <p:spPr>
          <a:xfrm>
            <a:off x="467544" y="5085184"/>
            <a:ext cx="8136904"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addByRecursionOtherVersion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if (start &lt; end) </a:t>
            </a:r>
          </a:p>
          <a:p>
            <a:r>
              <a:rPr lang="en-US" sz="1200" dirty="0">
                <a:latin typeface="Courier New" pitchFamily="49" charset="0"/>
                <a:ea typeface="Times New Roman" pitchFamily="18" charset="0"/>
                <a:cs typeface="Courier New" pitchFamily="49" charset="0"/>
              </a:rPr>
              <a:t>           return a[start] + </a:t>
            </a:r>
            <a:r>
              <a:rPr lang="en-US" sz="1200" dirty="0" err="1">
                <a:latin typeface="Courier New" pitchFamily="49" charset="0"/>
                <a:ea typeface="Times New Roman" pitchFamily="18" charset="0"/>
                <a:cs typeface="Courier New" pitchFamily="49" charset="0"/>
              </a:rPr>
              <a:t>addByRecursionOtherVersion</a:t>
            </a:r>
            <a:r>
              <a:rPr lang="en-US" sz="1200" dirty="0">
                <a:latin typeface="Courier New" pitchFamily="49" charset="0"/>
                <a:ea typeface="Times New Roman" pitchFamily="18" charset="0"/>
                <a:cs typeface="Courier New" pitchFamily="49" charset="0"/>
              </a:rPr>
              <a:t>(a, start + 1, end);</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a[end];</a:t>
            </a:r>
          </a:p>
          <a:p>
            <a:r>
              <a:rPr lang="en-US" sz="1200" dirty="0">
                <a:latin typeface="Courier New" pitchFamily="49" charset="0"/>
                <a:ea typeface="Times New Roman" pitchFamily="18" charset="0"/>
                <a:cs typeface="Courier New" pitchFamily="49" charset="0"/>
              </a:rPr>
              <a:t> }</a:t>
            </a:r>
          </a:p>
        </p:txBody>
      </p:sp>
      <p:graphicFrame>
        <p:nvGraphicFramePr>
          <p:cNvPr id="13" name="Content Placeholder 5"/>
          <p:cNvGraphicFramePr>
            <a:graphicFrameLocks/>
          </p:cNvGraphicFramePr>
          <p:nvPr/>
        </p:nvGraphicFramePr>
        <p:xfrm>
          <a:off x="467544" y="4077072"/>
          <a:ext cx="8229599" cy="370840"/>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14" name="Left Brace 13"/>
          <p:cNvSpPr/>
          <p:nvPr/>
        </p:nvSpPr>
        <p:spPr>
          <a:xfrm>
            <a:off x="971600" y="4149080"/>
            <a:ext cx="155448" cy="914400"/>
          </a:xfrm>
          <a:prstGeom prst="leftBrace">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15" name="Left Brace 14"/>
          <p:cNvSpPr/>
          <p:nvPr/>
        </p:nvSpPr>
        <p:spPr>
          <a:xfrm>
            <a:off x="5004048" y="1412776"/>
            <a:ext cx="216024" cy="6336704"/>
          </a:xfrm>
          <a:prstGeom prst="leftBrace">
            <a:avLst>
              <a:gd name="adj1" fmla="val 8333"/>
              <a:gd name="adj2" fmla="val 50365"/>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16" name="TextBox 15"/>
          <p:cNvSpPr txBox="1"/>
          <p:nvPr/>
        </p:nvSpPr>
        <p:spPr>
          <a:xfrm>
            <a:off x="827584" y="4725144"/>
            <a:ext cx="613694" cy="369332"/>
          </a:xfrm>
          <a:prstGeom prst="rect">
            <a:avLst/>
          </a:prstGeom>
          <a:noFill/>
        </p:spPr>
        <p:txBody>
          <a:bodyPr wrap="none" rtlCol="0">
            <a:spAutoFit/>
          </a:bodyPr>
          <a:lstStyle/>
          <a:p>
            <a:r>
              <a:rPr lang="en-US" dirty="0"/>
              <a:t>start</a:t>
            </a:r>
          </a:p>
        </p:txBody>
      </p:sp>
      <p:sp>
        <p:nvSpPr>
          <p:cNvPr id="17" name="TextBox 16"/>
          <p:cNvSpPr txBox="1"/>
          <p:nvPr/>
        </p:nvSpPr>
        <p:spPr>
          <a:xfrm>
            <a:off x="4932040" y="4725144"/>
            <a:ext cx="541367" cy="369332"/>
          </a:xfrm>
          <a:prstGeom prst="rect">
            <a:avLst/>
          </a:prstGeom>
          <a:noFill/>
        </p:spPr>
        <p:txBody>
          <a:bodyPr wrap="none" rtlCol="0">
            <a:spAutoFit/>
          </a:bodyPr>
          <a:lstStyle/>
          <a:p>
            <a:r>
              <a:rPr lang="en-US" dirty="0"/>
              <a:t>rest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DA5E12-CF57-7683-5CCD-193CEFBBC741}"/>
              </a:ext>
            </a:extLst>
          </p:cNvPr>
          <p:cNvSpPr>
            <a:spLocks noGrp="1"/>
          </p:cNvSpPr>
          <p:nvPr>
            <p:ph type="sldNum" sz="quarter" idx="12"/>
          </p:nvPr>
        </p:nvSpPr>
        <p:spPr/>
        <p:txBody>
          <a:bodyPr/>
          <a:lstStyle/>
          <a:p>
            <a:fld id="{AD2B2EE5-B8BC-4D24-A25E-F2DF61737E68}" type="slidenum">
              <a:rPr lang="en-US" smtClean="0"/>
              <a:pPr/>
              <a:t>21</a:t>
            </a:fld>
            <a:endParaRPr lang="en-US"/>
          </a:p>
        </p:txBody>
      </p:sp>
      <p:grpSp>
        <p:nvGrpSpPr>
          <p:cNvPr id="19" name="Group 18">
            <a:extLst>
              <a:ext uri="{FF2B5EF4-FFF2-40B4-BE49-F238E27FC236}">
                <a16:creationId xmlns:a16="http://schemas.microsoft.com/office/drawing/2014/main" id="{72E176F4-0327-7224-DE71-3181F461601B}"/>
              </a:ext>
            </a:extLst>
          </p:cNvPr>
          <p:cNvGrpSpPr/>
          <p:nvPr/>
        </p:nvGrpSpPr>
        <p:grpSpPr>
          <a:xfrm>
            <a:off x="624240" y="1687480"/>
            <a:ext cx="1884240" cy="398880"/>
            <a:chOff x="624240" y="1687480"/>
            <a:chExt cx="1884240" cy="39888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0A74A30-6F81-3B74-D130-AFBEF3E90554}"/>
                    </a:ext>
                  </a:extLst>
                </p14:cNvPr>
                <p14:cNvContentPartPr/>
                <p14:nvPr/>
              </p14:nvContentPartPr>
              <p14:xfrm>
                <a:off x="839880" y="1727080"/>
                <a:ext cx="41400" cy="226080"/>
              </p14:xfrm>
            </p:contentPart>
          </mc:Choice>
          <mc:Fallback xmlns="">
            <p:pic>
              <p:nvPicPr>
                <p:cNvPr id="3" name="Ink 2">
                  <a:extLst>
                    <a:ext uri="{FF2B5EF4-FFF2-40B4-BE49-F238E27FC236}">
                      <a16:creationId xmlns:a16="http://schemas.microsoft.com/office/drawing/2014/main" id="{E0A74A30-6F81-3B74-D130-AFBEF3E90554}"/>
                    </a:ext>
                  </a:extLst>
                </p:cNvPr>
                <p:cNvPicPr/>
                <p:nvPr/>
              </p:nvPicPr>
              <p:blipFill>
                <a:blip r:embed="rId3"/>
                <a:stretch>
                  <a:fillRect/>
                </a:stretch>
              </p:blipFill>
              <p:spPr>
                <a:xfrm>
                  <a:off x="835560" y="1722760"/>
                  <a:ext cx="500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A6E118D-85B0-A24F-8D3F-66AEDE7A7F0F}"/>
                    </a:ext>
                  </a:extLst>
                </p14:cNvPr>
                <p14:cNvContentPartPr/>
                <p14:nvPr/>
              </p14:nvContentPartPr>
              <p14:xfrm>
                <a:off x="624240" y="1700440"/>
                <a:ext cx="398880" cy="51120"/>
              </p14:xfrm>
            </p:contentPart>
          </mc:Choice>
          <mc:Fallback xmlns="">
            <p:pic>
              <p:nvPicPr>
                <p:cNvPr id="4" name="Ink 3">
                  <a:extLst>
                    <a:ext uri="{FF2B5EF4-FFF2-40B4-BE49-F238E27FC236}">
                      <a16:creationId xmlns:a16="http://schemas.microsoft.com/office/drawing/2014/main" id="{0A6E118D-85B0-A24F-8D3F-66AEDE7A7F0F}"/>
                    </a:ext>
                  </a:extLst>
                </p:cNvPr>
                <p:cNvPicPr/>
                <p:nvPr/>
              </p:nvPicPr>
              <p:blipFill>
                <a:blip r:embed="rId5"/>
                <a:stretch>
                  <a:fillRect/>
                </a:stretch>
              </p:blipFill>
              <p:spPr>
                <a:xfrm>
                  <a:off x="619920" y="1696120"/>
                  <a:ext cx="4075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0F5C20E-AD6F-C154-CB2E-0333D84BFCD8}"/>
                    </a:ext>
                  </a:extLst>
                </p14:cNvPr>
                <p14:cNvContentPartPr/>
                <p14:nvPr/>
              </p14:nvContentPartPr>
              <p14:xfrm>
                <a:off x="643320" y="1954240"/>
                <a:ext cx="387360" cy="17640"/>
              </p14:xfrm>
            </p:contentPart>
          </mc:Choice>
          <mc:Fallback xmlns="">
            <p:pic>
              <p:nvPicPr>
                <p:cNvPr id="5" name="Ink 4">
                  <a:extLst>
                    <a:ext uri="{FF2B5EF4-FFF2-40B4-BE49-F238E27FC236}">
                      <a16:creationId xmlns:a16="http://schemas.microsoft.com/office/drawing/2014/main" id="{70F5C20E-AD6F-C154-CB2E-0333D84BFCD8}"/>
                    </a:ext>
                  </a:extLst>
                </p:cNvPr>
                <p:cNvPicPr/>
                <p:nvPr/>
              </p:nvPicPr>
              <p:blipFill>
                <a:blip r:embed="rId7"/>
                <a:stretch>
                  <a:fillRect/>
                </a:stretch>
              </p:blipFill>
              <p:spPr>
                <a:xfrm>
                  <a:off x="639000" y="1949920"/>
                  <a:ext cx="3960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EE9AAE3-0CFB-267C-D840-8D0D34F5A95B}"/>
                    </a:ext>
                  </a:extLst>
                </p14:cNvPr>
                <p14:cNvContentPartPr/>
                <p14:nvPr/>
              </p14:nvContentPartPr>
              <p14:xfrm>
                <a:off x="1052640" y="1867120"/>
                <a:ext cx="124920" cy="52920"/>
              </p14:xfrm>
            </p:contentPart>
          </mc:Choice>
          <mc:Fallback xmlns="">
            <p:pic>
              <p:nvPicPr>
                <p:cNvPr id="6" name="Ink 5">
                  <a:extLst>
                    <a:ext uri="{FF2B5EF4-FFF2-40B4-BE49-F238E27FC236}">
                      <a16:creationId xmlns:a16="http://schemas.microsoft.com/office/drawing/2014/main" id="{EEE9AAE3-0CFB-267C-D840-8D0D34F5A95B}"/>
                    </a:ext>
                  </a:extLst>
                </p:cNvPr>
                <p:cNvPicPr/>
                <p:nvPr/>
              </p:nvPicPr>
              <p:blipFill>
                <a:blip r:embed="rId9"/>
                <a:stretch>
                  <a:fillRect/>
                </a:stretch>
              </p:blipFill>
              <p:spPr>
                <a:xfrm>
                  <a:off x="1048320" y="1862800"/>
                  <a:ext cx="1335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9FC5FB1-B483-EF6F-C189-4A8A08DF7D6C}"/>
                    </a:ext>
                  </a:extLst>
                </p14:cNvPr>
                <p14:cNvContentPartPr/>
                <p14:nvPr/>
              </p14:nvContentPartPr>
              <p14:xfrm>
                <a:off x="1223640" y="1873240"/>
                <a:ext cx="34560" cy="213120"/>
              </p14:xfrm>
            </p:contentPart>
          </mc:Choice>
          <mc:Fallback xmlns="">
            <p:pic>
              <p:nvPicPr>
                <p:cNvPr id="7" name="Ink 6">
                  <a:extLst>
                    <a:ext uri="{FF2B5EF4-FFF2-40B4-BE49-F238E27FC236}">
                      <a16:creationId xmlns:a16="http://schemas.microsoft.com/office/drawing/2014/main" id="{39FC5FB1-B483-EF6F-C189-4A8A08DF7D6C}"/>
                    </a:ext>
                  </a:extLst>
                </p:cNvPr>
                <p:cNvPicPr/>
                <p:nvPr/>
              </p:nvPicPr>
              <p:blipFill>
                <a:blip r:embed="rId11"/>
                <a:stretch>
                  <a:fillRect/>
                </a:stretch>
              </p:blipFill>
              <p:spPr>
                <a:xfrm>
                  <a:off x="1219320" y="1868920"/>
                  <a:ext cx="4320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C3067145-CF17-114F-2384-BA0E4F3DC022}"/>
                    </a:ext>
                  </a:extLst>
                </p14:cNvPr>
                <p14:cNvContentPartPr/>
                <p14:nvPr/>
              </p14:nvContentPartPr>
              <p14:xfrm>
                <a:off x="1273680" y="1836520"/>
                <a:ext cx="73800" cy="99360"/>
              </p14:xfrm>
            </p:contentPart>
          </mc:Choice>
          <mc:Fallback xmlns="">
            <p:pic>
              <p:nvPicPr>
                <p:cNvPr id="8" name="Ink 7">
                  <a:extLst>
                    <a:ext uri="{FF2B5EF4-FFF2-40B4-BE49-F238E27FC236}">
                      <a16:creationId xmlns:a16="http://schemas.microsoft.com/office/drawing/2014/main" id="{C3067145-CF17-114F-2384-BA0E4F3DC022}"/>
                    </a:ext>
                  </a:extLst>
                </p:cNvPr>
                <p:cNvPicPr/>
                <p:nvPr/>
              </p:nvPicPr>
              <p:blipFill>
                <a:blip r:embed="rId13"/>
                <a:stretch>
                  <a:fillRect/>
                </a:stretch>
              </p:blipFill>
              <p:spPr>
                <a:xfrm>
                  <a:off x="1269360" y="1832200"/>
                  <a:ext cx="824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A4C6C894-4EBC-3B5A-0902-1EEF93853E93}"/>
                    </a:ext>
                  </a:extLst>
                </p14:cNvPr>
                <p14:cNvContentPartPr/>
                <p14:nvPr/>
              </p14:nvContentPartPr>
              <p14:xfrm>
                <a:off x="1405800" y="1864600"/>
                <a:ext cx="150480" cy="54720"/>
              </p14:xfrm>
            </p:contentPart>
          </mc:Choice>
          <mc:Fallback xmlns="">
            <p:pic>
              <p:nvPicPr>
                <p:cNvPr id="9" name="Ink 8">
                  <a:extLst>
                    <a:ext uri="{FF2B5EF4-FFF2-40B4-BE49-F238E27FC236}">
                      <a16:creationId xmlns:a16="http://schemas.microsoft.com/office/drawing/2014/main" id="{A4C6C894-4EBC-3B5A-0902-1EEF93853E93}"/>
                    </a:ext>
                  </a:extLst>
                </p:cNvPr>
                <p:cNvPicPr/>
                <p:nvPr/>
              </p:nvPicPr>
              <p:blipFill>
                <a:blip r:embed="rId15"/>
                <a:stretch>
                  <a:fillRect/>
                </a:stretch>
              </p:blipFill>
              <p:spPr>
                <a:xfrm>
                  <a:off x="1401480" y="1860280"/>
                  <a:ext cx="1591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854E9CE-A9A2-C35C-F2F6-194453591BB1}"/>
                    </a:ext>
                  </a:extLst>
                </p14:cNvPr>
                <p14:cNvContentPartPr/>
                <p14:nvPr/>
              </p14:nvContentPartPr>
              <p14:xfrm>
                <a:off x="1602000" y="1722040"/>
                <a:ext cx="77400" cy="227160"/>
              </p14:xfrm>
            </p:contentPart>
          </mc:Choice>
          <mc:Fallback xmlns="">
            <p:pic>
              <p:nvPicPr>
                <p:cNvPr id="10" name="Ink 9">
                  <a:extLst>
                    <a:ext uri="{FF2B5EF4-FFF2-40B4-BE49-F238E27FC236}">
                      <a16:creationId xmlns:a16="http://schemas.microsoft.com/office/drawing/2014/main" id="{1854E9CE-A9A2-C35C-F2F6-194453591BB1}"/>
                    </a:ext>
                  </a:extLst>
                </p:cNvPr>
                <p:cNvPicPr/>
                <p:nvPr/>
              </p:nvPicPr>
              <p:blipFill>
                <a:blip r:embed="rId17"/>
                <a:stretch>
                  <a:fillRect/>
                </a:stretch>
              </p:blipFill>
              <p:spPr>
                <a:xfrm>
                  <a:off x="1597680" y="1717720"/>
                  <a:ext cx="860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18FFC342-ADC9-B98D-6280-1A2842E362A6}"/>
                    </a:ext>
                  </a:extLst>
                </p14:cNvPr>
                <p14:cNvContentPartPr/>
                <p14:nvPr/>
              </p14:nvContentPartPr>
              <p14:xfrm>
                <a:off x="1533960" y="1839760"/>
                <a:ext cx="223560" cy="4320"/>
              </p14:xfrm>
            </p:contentPart>
          </mc:Choice>
          <mc:Fallback xmlns="">
            <p:pic>
              <p:nvPicPr>
                <p:cNvPr id="11" name="Ink 10">
                  <a:extLst>
                    <a:ext uri="{FF2B5EF4-FFF2-40B4-BE49-F238E27FC236}">
                      <a16:creationId xmlns:a16="http://schemas.microsoft.com/office/drawing/2014/main" id="{18FFC342-ADC9-B98D-6280-1A2842E362A6}"/>
                    </a:ext>
                  </a:extLst>
                </p:cNvPr>
                <p:cNvPicPr/>
                <p:nvPr/>
              </p:nvPicPr>
              <p:blipFill>
                <a:blip r:embed="rId19"/>
                <a:stretch>
                  <a:fillRect/>
                </a:stretch>
              </p:blipFill>
              <p:spPr>
                <a:xfrm>
                  <a:off x="1529640" y="1835440"/>
                  <a:ext cx="2322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D024479A-9D1F-0F85-6C93-D4945B284351}"/>
                    </a:ext>
                  </a:extLst>
                </p14:cNvPr>
                <p14:cNvContentPartPr/>
                <p14:nvPr/>
              </p14:nvContentPartPr>
              <p14:xfrm>
                <a:off x="1910880" y="1790080"/>
                <a:ext cx="133920" cy="154440"/>
              </p14:xfrm>
            </p:contentPart>
          </mc:Choice>
          <mc:Fallback xmlns="">
            <p:pic>
              <p:nvPicPr>
                <p:cNvPr id="12" name="Ink 11">
                  <a:extLst>
                    <a:ext uri="{FF2B5EF4-FFF2-40B4-BE49-F238E27FC236}">
                      <a16:creationId xmlns:a16="http://schemas.microsoft.com/office/drawing/2014/main" id="{D024479A-9D1F-0F85-6C93-D4945B284351}"/>
                    </a:ext>
                  </a:extLst>
                </p:cNvPr>
                <p:cNvPicPr/>
                <p:nvPr/>
              </p:nvPicPr>
              <p:blipFill>
                <a:blip r:embed="rId21"/>
                <a:stretch>
                  <a:fillRect/>
                </a:stretch>
              </p:blipFill>
              <p:spPr>
                <a:xfrm>
                  <a:off x="1906560" y="1785760"/>
                  <a:ext cx="1425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1CE18BB7-74E7-365D-A44D-4EF850E8FF7A}"/>
                    </a:ext>
                  </a:extLst>
                </p14:cNvPr>
                <p14:cNvContentPartPr/>
                <p14:nvPr/>
              </p14:nvContentPartPr>
              <p14:xfrm>
                <a:off x="2138400" y="1805200"/>
                <a:ext cx="4320" cy="90360"/>
              </p14:xfrm>
            </p:contentPart>
          </mc:Choice>
          <mc:Fallback xmlns="">
            <p:pic>
              <p:nvPicPr>
                <p:cNvPr id="13" name="Ink 12">
                  <a:extLst>
                    <a:ext uri="{FF2B5EF4-FFF2-40B4-BE49-F238E27FC236}">
                      <a16:creationId xmlns:a16="http://schemas.microsoft.com/office/drawing/2014/main" id="{1CE18BB7-74E7-365D-A44D-4EF850E8FF7A}"/>
                    </a:ext>
                  </a:extLst>
                </p:cNvPr>
                <p:cNvPicPr/>
                <p:nvPr/>
              </p:nvPicPr>
              <p:blipFill>
                <a:blip r:embed="rId23"/>
                <a:stretch>
                  <a:fillRect/>
                </a:stretch>
              </p:blipFill>
              <p:spPr>
                <a:xfrm>
                  <a:off x="2134080" y="1800880"/>
                  <a:ext cx="129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761869A0-5148-90B6-EB4D-F85640BD47FA}"/>
                    </a:ext>
                  </a:extLst>
                </p14:cNvPr>
                <p14:cNvContentPartPr/>
                <p14:nvPr/>
              </p14:nvContentPartPr>
              <p14:xfrm>
                <a:off x="2197440" y="1687480"/>
                <a:ext cx="10800" cy="29880"/>
              </p14:xfrm>
            </p:contentPart>
          </mc:Choice>
          <mc:Fallback xmlns="">
            <p:pic>
              <p:nvPicPr>
                <p:cNvPr id="14" name="Ink 13">
                  <a:extLst>
                    <a:ext uri="{FF2B5EF4-FFF2-40B4-BE49-F238E27FC236}">
                      <a16:creationId xmlns:a16="http://schemas.microsoft.com/office/drawing/2014/main" id="{761869A0-5148-90B6-EB4D-F85640BD47FA}"/>
                    </a:ext>
                  </a:extLst>
                </p:cNvPr>
                <p:cNvPicPr/>
                <p:nvPr/>
              </p:nvPicPr>
              <p:blipFill>
                <a:blip r:embed="rId25"/>
                <a:stretch>
                  <a:fillRect/>
                </a:stretch>
              </p:blipFill>
              <p:spPr>
                <a:xfrm>
                  <a:off x="2193120" y="1683160"/>
                  <a:ext cx="19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B5313AE3-F7C9-832D-75F3-768889A94E9A}"/>
                    </a:ext>
                  </a:extLst>
                </p14:cNvPr>
                <p14:cNvContentPartPr/>
                <p14:nvPr/>
              </p14:nvContentPartPr>
              <p14:xfrm>
                <a:off x="2243520" y="1797640"/>
                <a:ext cx="90360" cy="131760"/>
              </p14:xfrm>
            </p:contentPart>
          </mc:Choice>
          <mc:Fallback xmlns="">
            <p:pic>
              <p:nvPicPr>
                <p:cNvPr id="15" name="Ink 14">
                  <a:extLst>
                    <a:ext uri="{FF2B5EF4-FFF2-40B4-BE49-F238E27FC236}">
                      <a16:creationId xmlns:a16="http://schemas.microsoft.com/office/drawing/2014/main" id="{B5313AE3-F7C9-832D-75F3-768889A94E9A}"/>
                    </a:ext>
                  </a:extLst>
                </p:cNvPr>
                <p:cNvPicPr/>
                <p:nvPr/>
              </p:nvPicPr>
              <p:blipFill>
                <a:blip r:embed="rId27"/>
                <a:stretch>
                  <a:fillRect/>
                </a:stretch>
              </p:blipFill>
              <p:spPr>
                <a:xfrm>
                  <a:off x="2239200" y="1793320"/>
                  <a:ext cx="990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1C919697-5CDB-DDC0-7C54-A3F24AD0293C}"/>
                    </a:ext>
                  </a:extLst>
                </p14:cNvPr>
                <p14:cNvContentPartPr/>
                <p14:nvPr/>
              </p14:nvContentPartPr>
              <p14:xfrm>
                <a:off x="2212920" y="1864600"/>
                <a:ext cx="113400" cy="2520"/>
              </p14:xfrm>
            </p:contentPart>
          </mc:Choice>
          <mc:Fallback xmlns="">
            <p:pic>
              <p:nvPicPr>
                <p:cNvPr id="16" name="Ink 15">
                  <a:extLst>
                    <a:ext uri="{FF2B5EF4-FFF2-40B4-BE49-F238E27FC236}">
                      <a16:creationId xmlns:a16="http://schemas.microsoft.com/office/drawing/2014/main" id="{1C919697-5CDB-DDC0-7C54-A3F24AD0293C}"/>
                    </a:ext>
                  </a:extLst>
                </p:cNvPr>
                <p:cNvPicPr/>
                <p:nvPr/>
              </p:nvPicPr>
              <p:blipFill>
                <a:blip r:embed="rId29"/>
                <a:stretch>
                  <a:fillRect/>
                </a:stretch>
              </p:blipFill>
              <p:spPr>
                <a:xfrm>
                  <a:off x="2208600" y="1860280"/>
                  <a:ext cx="122040" cy="11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2B5F5CC3-381D-22DC-C8DC-F1BCC9D32B2A}"/>
                    </a:ext>
                  </a:extLst>
                </p14:cNvPr>
                <p14:cNvContentPartPr/>
                <p14:nvPr/>
              </p14:nvContentPartPr>
              <p14:xfrm>
                <a:off x="2385000" y="1829680"/>
                <a:ext cx="123480" cy="111600"/>
              </p14:xfrm>
            </p:contentPart>
          </mc:Choice>
          <mc:Fallback xmlns="">
            <p:pic>
              <p:nvPicPr>
                <p:cNvPr id="17" name="Ink 16">
                  <a:extLst>
                    <a:ext uri="{FF2B5EF4-FFF2-40B4-BE49-F238E27FC236}">
                      <a16:creationId xmlns:a16="http://schemas.microsoft.com/office/drawing/2014/main" id="{2B5F5CC3-381D-22DC-C8DC-F1BCC9D32B2A}"/>
                    </a:ext>
                  </a:extLst>
                </p:cNvPr>
                <p:cNvPicPr/>
                <p:nvPr/>
              </p:nvPicPr>
              <p:blipFill>
                <a:blip r:embed="rId31"/>
                <a:stretch>
                  <a:fillRect/>
                </a:stretch>
              </p:blipFill>
              <p:spPr>
                <a:xfrm>
                  <a:off x="2380680" y="1825360"/>
                  <a:ext cx="132120" cy="12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1A04092-A95F-BEB1-1FCF-7755FB0A2846}"/>
                  </a:ext>
                </a:extLst>
              </p14:cNvPr>
              <p14:cNvContentPartPr/>
              <p14:nvPr/>
            </p14:nvContentPartPr>
            <p14:xfrm>
              <a:off x="3224160" y="1767040"/>
              <a:ext cx="240840" cy="138960"/>
            </p14:xfrm>
          </p:contentPart>
        </mc:Choice>
        <mc:Fallback xmlns="">
          <p:pic>
            <p:nvPicPr>
              <p:cNvPr id="18" name="Ink 17">
                <a:extLst>
                  <a:ext uri="{FF2B5EF4-FFF2-40B4-BE49-F238E27FC236}">
                    <a16:creationId xmlns:a16="http://schemas.microsoft.com/office/drawing/2014/main" id="{A1A04092-A95F-BEB1-1FCF-7755FB0A2846}"/>
                  </a:ext>
                </a:extLst>
              </p:cNvPr>
              <p:cNvPicPr/>
              <p:nvPr/>
            </p:nvPicPr>
            <p:blipFill>
              <a:blip r:embed="rId33"/>
              <a:stretch>
                <a:fillRect/>
              </a:stretch>
            </p:blipFill>
            <p:spPr>
              <a:xfrm>
                <a:off x="3219840" y="1762720"/>
                <a:ext cx="249480" cy="147600"/>
              </a:xfrm>
              <a:prstGeom prst="rect">
                <a:avLst/>
              </a:prstGeom>
            </p:spPr>
          </p:pic>
        </mc:Fallback>
      </mc:AlternateContent>
      <p:grpSp>
        <p:nvGrpSpPr>
          <p:cNvPr id="37" name="Group 36">
            <a:extLst>
              <a:ext uri="{FF2B5EF4-FFF2-40B4-BE49-F238E27FC236}">
                <a16:creationId xmlns:a16="http://schemas.microsoft.com/office/drawing/2014/main" id="{881EF73A-044A-532B-9336-35F5218EF5A0}"/>
              </a:ext>
            </a:extLst>
          </p:cNvPr>
          <p:cNvGrpSpPr/>
          <p:nvPr/>
        </p:nvGrpSpPr>
        <p:grpSpPr>
          <a:xfrm>
            <a:off x="4008240" y="1449880"/>
            <a:ext cx="899640" cy="440280"/>
            <a:chOff x="4008240" y="1449880"/>
            <a:chExt cx="899640" cy="440280"/>
          </a:xfrm>
        </p:grpSpPr>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7E4692E8-7F3C-2D5A-64D3-8D8CB3B2CF11}"/>
                    </a:ext>
                  </a:extLst>
                </p14:cNvPr>
                <p14:cNvContentPartPr/>
                <p14:nvPr/>
              </p14:nvContentPartPr>
              <p14:xfrm>
                <a:off x="4008240" y="1449880"/>
                <a:ext cx="595080" cy="428400"/>
              </p14:xfrm>
            </p:contentPart>
          </mc:Choice>
          <mc:Fallback xmlns="">
            <p:pic>
              <p:nvPicPr>
                <p:cNvPr id="20" name="Ink 19">
                  <a:extLst>
                    <a:ext uri="{FF2B5EF4-FFF2-40B4-BE49-F238E27FC236}">
                      <a16:creationId xmlns:a16="http://schemas.microsoft.com/office/drawing/2014/main" id="{7E4692E8-7F3C-2D5A-64D3-8D8CB3B2CF11}"/>
                    </a:ext>
                  </a:extLst>
                </p:cNvPr>
                <p:cNvPicPr/>
                <p:nvPr/>
              </p:nvPicPr>
              <p:blipFill>
                <a:blip r:embed="rId35"/>
                <a:stretch>
                  <a:fillRect/>
                </a:stretch>
              </p:blipFill>
              <p:spPr>
                <a:xfrm>
                  <a:off x="4003920" y="1445560"/>
                  <a:ext cx="60372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6EF9AE58-DEB6-A67B-DD7D-0F5710BF727C}"/>
                    </a:ext>
                  </a:extLst>
                </p14:cNvPr>
                <p14:cNvContentPartPr/>
                <p14:nvPr/>
              </p14:nvContentPartPr>
              <p14:xfrm>
                <a:off x="4545360" y="1765600"/>
                <a:ext cx="362520" cy="124560"/>
              </p14:xfrm>
            </p:contentPart>
          </mc:Choice>
          <mc:Fallback xmlns="">
            <p:pic>
              <p:nvPicPr>
                <p:cNvPr id="21" name="Ink 20">
                  <a:extLst>
                    <a:ext uri="{FF2B5EF4-FFF2-40B4-BE49-F238E27FC236}">
                      <a16:creationId xmlns:a16="http://schemas.microsoft.com/office/drawing/2014/main" id="{6EF9AE58-DEB6-A67B-DD7D-0F5710BF727C}"/>
                    </a:ext>
                  </a:extLst>
                </p:cNvPr>
                <p:cNvPicPr/>
                <p:nvPr/>
              </p:nvPicPr>
              <p:blipFill>
                <a:blip r:embed="rId37"/>
                <a:stretch>
                  <a:fillRect/>
                </a:stretch>
              </p:blipFill>
              <p:spPr>
                <a:xfrm>
                  <a:off x="4541040" y="1761280"/>
                  <a:ext cx="371160" cy="133200"/>
                </a:xfrm>
                <a:prstGeom prst="rect">
                  <a:avLst/>
                </a:prstGeom>
              </p:spPr>
            </p:pic>
          </mc:Fallback>
        </mc:AlternateContent>
      </p:grpSp>
      <p:grpSp>
        <p:nvGrpSpPr>
          <p:cNvPr id="36" name="Group 35">
            <a:extLst>
              <a:ext uri="{FF2B5EF4-FFF2-40B4-BE49-F238E27FC236}">
                <a16:creationId xmlns:a16="http://schemas.microsoft.com/office/drawing/2014/main" id="{277E7E88-2FB9-7463-2F8C-F88123B75034}"/>
              </a:ext>
            </a:extLst>
          </p:cNvPr>
          <p:cNvGrpSpPr/>
          <p:nvPr/>
        </p:nvGrpSpPr>
        <p:grpSpPr>
          <a:xfrm>
            <a:off x="5317200" y="1639960"/>
            <a:ext cx="486360" cy="241920"/>
            <a:chOff x="5317200" y="1639960"/>
            <a:chExt cx="486360" cy="241920"/>
          </a:xfrm>
        </p:grpSpPr>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0DBD4A3E-1D93-E935-4939-0B911FDD1926}"/>
                    </a:ext>
                  </a:extLst>
                </p14:cNvPr>
                <p14:cNvContentPartPr/>
                <p14:nvPr/>
              </p14:nvContentPartPr>
              <p14:xfrm>
                <a:off x="5317200" y="1762000"/>
                <a:ext cx="167040" cy="99000"/>
              </p14:xfrm>
            </p:contentPart>
          </mc:Choice>
          <mc:Fallback xmlns="">
            <p:pic>
              <p:nvPicPr>
                <p:cNvPr id="22" name="Ink 21">
                  <a:extLst>
                    <a:ext uri="{FF2B5EF4-FFF2-40B4-BE49-F238E27FC236}">
                      <a16:creationId xmlns:a16="http://schemas.microsoft.com/office/drawing/2014/main" id="{0DBD4A3E-1D93-E935-4939-0B911FDD1926}"/>
                    </a:ext>
                  </a:extLst>
                </p:cNvPr>
                <p:cNvPicPr/>
                <p:nvPr/>
              </p:nvPicPr>
              <p:blipFill>
                <a:blip r:embed="rId39"/>
                <a:stretch>
                  <a:fillRect/>
                </a:stretch>
              </p:blipFill>
              <p:spPr>
                <a:xfrm>
                  <a:off x="5312880" y="1757680"/>
                  <a:ext cx="1756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CD7414D6-C24B-2176-BCC7-58608710DF07}"/>
                    </a:ext>
                  </a:extLst>
                </p14:cNvPr>
                <p14:cNvContentPartPr/>
                <p14:nvPr/>
              </p14:nvContentPartPr>
              <p14:xfrm>
                <a:off x="5671440" y="1797640"/>
                <a:ext cx="40320" cy="72360"/>
              </p14:xfrm>
            </p:contentPart>
          </mc:Choice>
          <mc:Fallback xmlns="">
            <p:pic>
              <p:nvPicPr>
                <p:cNvPr id="23" name="Ink 22">
                  <a:extLst>
                    <a:ext uri="{FF2B5EF4-FFF2-40B4-BE49-F238E27FC236}">
                      <a16:creationId xmlns:a16="http://schemas.microsoft.com/office/drawing/2014/main" id="{CD7414D6-C24B-2176-BCC7-58608710DF07}"/>
                    </a:ext>
                  </a:extLst>
                </p:cNvPr>
                <p:cNvPicPr/>
                <p:nvPr/>
              </p:nvPicPr>
              <p:blipFill>
                <a:blip r:embed="rId41"/>
                <a:stretch>
                  <a:fillRect/>
                </a:stretch>
              </p:blipFill>
              <p:spPr>
                <a:xfrm>
                  <a:off x="5667120" y="1793320"/>
                  <a:ext cx="489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7FB474FD-C7FE-9D5A-545E-69E9FF983547}"/>
                    </a:ext>
                  </a:extLst>
                </p14:cNvPr>
                <p14:cNvContentPartPr/>
                <p14:nvPr/>
              </p14:nvContentPartPr>
              <p14:xfrm>
                <a:off x="5738040" y="1639960"/>
                <a:ext cx="1800" cy="52920"/>
              </p14:xfrm>
            </p:contentPart>
          </mc:Choice>
          <mc:Fallback xmlns="">
            <p:pic>
              <p:nvPicPr>
                <p:cNvPr id="24" name="Ink 23">
                  <a:extLst>
                    <a:ext uri="{FF2B5EF4-FFF2-40B4-BE49-F238E27FC236}">
                      <a16:creationId xmlns:a16="http://schemas.microsoft.com/office/drawing/2014/main" id="{7FB474FD-C7FE-9D5A-545E-69E9FF983547}"/>
                    </a:ext>
                  </a:extLst>
                </p:cNvPr>
                <p:cNvPicPr/>
                <p:nvPr/>
              </p:nvPicPr>
              <p:blipFill>
                <a:blip r:embed="rId43"/>
                <a:stretch>
                  <a:fillRect/>
                </a:stretch>
              </p:blipFill>
              <p:spPr>
                <a:xfrm>
                  <a:off x="5733720" y="1635640"/>
                  <a:ext cx="104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53BF5A23-AB29-ED3C-8F2D-B23F86E25775}"/>
                    </a:ext>
                  </a:extLst>
                </p14:cNvPr>
                <p14:cNvContentPartPr/>
                <p14:nvPr/>
              </p14:nvContentPartPr>
              <p14:xfrm>
                <a:off x="5733000" y="1752640"/>
                <a:ext cx="70560" cy="129240"/>
              </p14:xfrm>
            </p:contentPart>
          </mc:Choice>
          <mc:Fallback xmlns="">
            <p:pic>
              <p:nvPicPr>
                <p:cNvPr id="25" name="Ink 24">
                  <a:extLst>
                    <a:ext uri="{FF2B5EF4-FFF2-40B4-BE49-F238E27FC236}">
                      <a16:creationId xmlns:a16="http://schemas.microsoft.com/office/drawing/2014/main" id="{53BF5A23-AB29-ED3C-8F2D-B23F86E25775}"/>
                    </a:ext>
                  </a:extLst>
                </p:cNvPr>
                <p:cNvPicPr/>
                <p:nvPr/>
              </p:nvPicPr>
              <p:blipFill>
                <a:blip r:embed="rId45"/>
                <a:stretch>
                  <a:fillRect/>
                </a:stretch>
              </p:blipFill>
              <p:spPr>
                <a:xfrm>
                  <a:off x="5728680" y="1748320"/>
                  <a:ext cx="7920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E375F35B-DAB7-A177-2247-7ADE3FFD2749}"/>
                  </a:ext>
                </a:extLst>
              </p14:cNvPr>
              <p14:cNvContentPartPr/>
              <p14:nvPr/>
            </p14:nvContentPartPr>
            <p14:xfrm>
              <a:off x="6034320" y="1744000"/>
              <a:ext cx="192960" cy="107280"/>
            </p14:xfrm>
          </p:contentPart>
        </mc:Choice>
        <mc:Fallback xmlns="">
          <p:pic>
            <p:nvPicPr>
              <p:cNvPr id="26" name="Ink 25">
                <a:extLst>
                  <a:ext uri="{FF2B5EF4-FFF2-40B4-BE49-F238E27FC236}">
                    <a16:creationId xmlns:a16="http://schemas.microsoft.com/office/drawing/2014/main" id="{E375F35B-DAB7-A177-2247-7ADE3FFD2749}"/>
                  </a:ext>
                </a:extLst>
              </p:cNvPr>
              <p:cNvPicPr/>
              <p:nvPr/>
            </p:nvPicPr>
            <p:blipFill>
              <a:blip r:embed="rId47"/>
              <a:stretch>
                <a:fillRect/>
              </a:stretch>
            </p:blipFill>
            <p:spPr>
              <a:xfrm>
                <a:off x="6030000" y="1739680"/>
                <a:ext cx="2016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38D28ED9-5731-FF0E-9B6A-E25B37E570EA}"/>
                  </a:ext>
                </a:extLst>
              </p14:cNvPr>
              <p14:cNvContentPartPr/>
              <p14:nvPr/>
            </p14:nvContentPartPr>
            <p14:xfrm>
              <a:off x="6494040" y="1495600"/>
              <a:ext cx="467640" cy="386640"/>
            </p14:xfrm>
          </p:contentPart>
        </mc:Choice>
        <mc:Fallback xmlns="">
          <p:pic>
            <p:nvPicPr>
              <p:cNvPr id="27" name="Ink 26">
                <a:extLst>
                  <a:ext uri="{FF2B5EF4-FFF2-40B4-BE49-F238E27FC236}">
                    <a16:creationId xmlns:a16="http://schemas.microsoft.com/office/drawing/2014/main" id="{38D28ED9-5731-FF0E-9B6A-E25B37E570EA}"/>
                  </a:ext>
                </a:extLst>
              </p:cNvPr>
              <p:cNvPicPr/>
              <p:nvPr/>
            </p:nvPicPr>
            <p:blipFill>
              <a:blip r:embed="rId49"/>
              <a:stretch>
                <a:fillRect/>
              </a:stretch>
            </p:blipFill>
            <p:spPr>
              <a:xfrm>
                <a:off x="6489720" y="1491280"/>
                <a:ext cx="4762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73B7A9D3-DED5-A4AD-A578-88BA634DE6DA}"/>
                  </a:ext>
                </a:extLst>
              </p14:cNvPr>
              <p14:cNvContentPartPr/>
              <p14:nvPr/>
            </p14:nvContentPartPr>
            <p14:xfrm>
              <a:off x="6845400" y="1787200"/>
              <a:ext cx="50760" cy="64800"/>
            </p14:xfrm>
          </p:contentPart>
        </mc:Choice>
        <mc:Fallback xmlns="">
          <p:pic>
            <p:nvPicPr>
              <p:cNvPr id="28" name="Ink 27">
                <a:extLst>
                  <a:ext uri="{FF2B5EF4-FFF2-40B4-BE49-F238E27FC236}">
                    <a16:creationId xmlns:a16="http://schemas.microsoft.com/office/drawing/2014/main" id="{73B7A9D3-DED5-A4AD-A578-88BA634DE6DA}"/>
                  </a:ext>
                </a:extLst>
              </p:cNvPr>
              <p:cNvPicPr/>
              <p:nvPr/>
            </p:nvPicPr>
            <p:blipFill>
              <a:blip r:embed="rId51"/>
              <a:stretch>
                <a:fillRect/>
              </a:stretch>
            </p:blipFill>
            <p:spPr>
              <a:xfrm>
                <a:off x="6841080" y="1782880"/>
                <a:ext cx="59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7AE12A44-D0F4-43D9-1766-9F6815F675A4}"/>
                  </a:ext>
                </a:extLst>
              </p14:cNvPr>
              <p14:cNvContentPartPr/>
              <p14:nvPr/>
            </p14:nvContentPartPr>
            <p14:xfrm>
              <a:off x="6958440" y="1597120"/>
              <a:ext cx="95400" cy="285120"/>
            </p14:xfrm>
          </p:contentPart>
        </mc:Choice>
        <mc:Fallback xmlns="">
          <p:pic>
            <p:nvPicPr>
              <p:cNvPr id="29" name="Ink 28">
                <a:extLst>
                  <a:ext uri="{FF2B5EF4-FFF2-40B4-BE49-F238E27FC236}">
                    <a16:creationId xmlns:a16="http://schemas.microsoft.com/office/drawing/2014/main" id="{7AE12A44-D0F4-43D9-1766-9F6815F675A4}"/>
                  </a:ext>
                </a:extLst>
              </p:cNvPr>
              <p:cNvPicPr/>
              <p:nvPr/>
            </p:nvPicPr>
            <p:blipFill>
              <a:blip r:embed="rId53"/>
              <a:stretch>
                <a:fillRect/>
              </a:stretch>
            </p:blipFill>
            <p:spPr>
              <a:xfrm>
                <a:off x="6954120" y="1592800"/>
                <a:ext cx="10404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89321C57-4AE4-44CC-050F-E340CAAE2CD0}"/>
                  </a:ext>
                </a:extLst>
              </p14:cNvPr>
              <p14:cNvContentPartPr/>
              <p14:nvPr/>
            </p14:nvContentPartPr>
            <p14:xfrm>
              <a:off x="7027920" y="1773520"/>
              <a:ext cx="114480" cy="82440"/>
            </p14:xfrm>
          </p:contentPart>
        </mc:Choice>
        <mc:Fallback xmlns="">
          <p:pic>
            <p:nvPicPr>
              <p:cNvPr id="30" name="Ink 29">
                <a:extLst>
                  <a:ext uri="{FF2B5EF4-FFF2-40B4-BE49-F238E27FC236}">
                    <a16:creationId xmlns:a16="http://schemas.microsoft.com/office/drawing/2014/main" id="{89321C57-4AE4-44CC-050F-E340CAAE2CD0}"/>
                  </a:ext>
                </a:extLst>
              </p:cNvPr>
              <p:cNvPicPr/>
              <p:nvPr/>
            </p:nvPicPr>
            <p:blipFill>
              <a:blip r:embed="rId55"/>
              <a:stretch>
                <a:fillRect/>
              </a:stretch>
            </p:blipFill>
            <p:spPr>
              <a:xfrm>
                <a:off x="7023600" y="1769200"/>
                <a:ext cx="123120" cy="91080"/>
              </a:xfrm>
              <a:prstGeom prst="rect">
                <a:avLst/>
              </a:prstGeom>
            </p:spPr>
          </p:pic>
        </mc:Fallback>
      </mc:AlternateContent>
      <p:grpSp>
        <p:nvGrpSpPr>
          <p:cNvPr id="41" name="Group 40">
            <a:extLst>
              <a:ext uri="{FF2B5EF4-FFF2-40B4-BE49-F238E27FC236}">
                <a16:creationId xmlns:a16="http://schemas.microsoft.com/office/drawing/2014/main" id="{910D64E0-05DC-8209-EAD3-C9C78EB77F29}"/>
              </a:ext>
            </a:extLst>
          </p:cNvPr>
          <p:cNvGrpSpPr/>
          <p:nvPr/>
        </p:nvGrpSpPr>
        <p:grpSpPr>
          <a:xfrm>
            <a:off x="7349760" y="1655080"/>
            <a:ext cx="858960" cy="226440"/>
            <a:chOff x="7349760" y="1655080"/>
            <a:chExt cx="858960" cy="226440"/>
          </a:xfrm>
        </p:grpSpPr>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B54D2027-1924-6C37-C585-347AF50EFE39}"/>
                    </a:ext>
                  </a:extLst>
                </p14:cNvPr>
                <p14:cNvContentPartPr/>
                <p14:nvPr/>
              </p14:nvContentPartPr>
              <p14:xfrm>
                <a:off x="7349760" y="1763080"/>
                <a:ext cx="96840" cy="101880"/>
              </p14:xfrm>
            </p:contentPart>
          </mc:Choice>
          <mc:Fallback xmlns="">
            <p:pic>
              <p:nvPicPr>
                <p:cNvPr id="31" name="Ink 30">
                  <a:extLst>
                    <a:ext uri="{FF2B5EF4-FFF2-40B4-BE49-F238E27FC236}">
                      <a16:creationId xmlns:a16="http://schemas.microsoft.com/office/drawing/2014/main" id="{B54D2027-1924-6C37-C585-347AF50EFE39}"/>
                    </a:ext>
                  </a:extLst>
                </p:cNvPr>
                <p:cNvPicPr/>
                <p:nvPr/>
              </p:nvPicPr>
              <p:blipFill>
                <a:blip r:embed="rId57"/>
                <a:stretch>
                  <a:fillRect/>
                </a:stretch>
              </p:blipFill>
              <p:spPr>
                <a:xfrm>
                  <a:off x="7345440" y="1758760"/>
                  <a:ext cx="1054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572B9F4E-A845-50A9-E154-8710CE847430}"/>
                    </a:ext>
                  </a:extLst>
                </p14:cNvPr>
                <p14:cNvContentPartPr/>
                <p14:nvPr/>
              </p14:nvContentPartPr>
              <p14:xfrm>
                <a:off x="7488360" y="1797640"/>
                <a:ext cx="119880" cy="58320"/>
              </p14:xfrm>
            </p:contentPart>
          </mc:Choice>
          <mc:Fallback xmlns="">
            <p:pic>
              <p:nvPicPr>
                <p:cNvPr id="32" name="Ink 31">
                  <a:extLst>
                    <a:ext uri="{FF2B5EF4-FFF2-40B4-BE49-F238E27FC236}">
                      <a16:creationId xmlns:a16="http://schemas.microsoft.com/office/drawing/2014/main" id="{572B9F4E-A845-50A9-E154-8710CE847430}"/>
                    </a:ext>
                  </a:extLst>
                </p:cNvPr>
                <p:cNvPicPr/>
                <p:nvPr/>
              </p:nvPicPr>
              <p:blipFill>
                <a:blip r:embed="rId59"/>
                <a:stretch>
                  <a:fillRect/>
                </a:stretch>
              </p:blipFill>
              <p:spPr>
                <a:xfrm>
                  <a:off x="7484040" y="1793320"/>
                  <a:ext cx="1285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FA992953-1155-A894-CB05-0ACAB60393CB}"/>
                    </a:ext>
                  </a:extLst>
                </p14:cNvPr>
                <p14:cNvContentPartPr/>
                <p14:nvPr/>
              </p14:nvContentPartPr>
              <p14:xfrm>
                <a:off x="7641000" y="1795480"/>
                <a:ext cx="190440" cy="52560"/>
              </p14:xfrm>
            </p:contentPart>
          </mc:Choice>
          <mc:Fallback xmlns="">
            <p:pic>
              <p:nvPicPr>
                <p:cNvPr id="33" name="Ink 32">
                  <a:extLst>
                    <a:ext uri="{FF2B5EF4-FFF2-40B4-BE49-F238E27FC236}">
                      <a16:creationId xmlns:a16="http://schemas.microsoft.com/office/drawing/2014/main" id="{FA992953-1155-A894-CB05-0ACAB60393CB}"/>
                    </a:ext>
                  </a:extLst>
                </p:cNvPr>
                <p:cNvPicPr/>
                <p:nvPr/>
              </p:nvPicPr>
              <p:blipFill>
                <a:blip r:embed="rId61"/>
                <a:stretch>
                  <a:fillRect/>
                </a:stretch>
              </p:blipFill>
              <p:spPr>
                <a:xfrm>
                  <a:off x="7636680" y="1791160"/>
                  <a:ext cx="19908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791E91E0-A00C-9FA6-3C13-5A9122A206DA}"/>
                    </a:ext>
                  </a:extLst>
                </p14:cNvPr>
                <p14:cNvContentPartPr/>
                <p14:nvPr/>
              </p14:nvContentPartPr>
              <p14:xfrm>
                <a:off x="7869960" y="1655080"/>
                <a:ext cx="88560" cy="207360"/>
              </p14:xfrm>
            </p:contentPart>
          </mc:Choice>
          <mc:Fallback xmlns="">
            <p:pic>
              <p:nvPicPr>
                <p:cNvPr id="38" name="Ink 37">
                  <a:extLst>
                    <a:ext uri="{FF2B5EF4-FFF2-40B4-BE49-F238E27FC236}">
                      <a16:creationId xmlns:a16="http://schemas.microsoft.com/office/drawing/2014/main" id="{791E91E0-A00C-9FA6-3C13-5A9122A206DA}"/>
                    </a:ext>
                  </a:extLst>
                </p:cNvPr>
                <p:cNvPicPr/>
                <p:nvPr/>
              </p:nvPicPr>
              <p:blipFill>
                <a:blip r:embed="rId63"/>
                <a:stretch>
                  <a:fillRect/>
                </a:stretch>
              </p:blipFill>
              <p:spPr>
                <a:xfrm>
                  <a:off x="7865640" y="1650760"/>
                  <a:ext cx="97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7F9E8AB9-8902-A277-A6ED-C7818F62886A}"/>
                    </a:ext>
                  </a:extLst>
                </p14:cNvPr>
                <p14:cNvContentPartPr/>
                <p14:nvPr/>
              </p14:nvContentPartPr>
              <p14:xfrm>
                <a:off x="7981200" y="1804120"/>
                <a:ext cx="57960" cy="70920"/>
              </p14:xfrm>
            </p:contentPart>
          </mc:Choice>
          <mc:Fallback xmlns="">
            <p:pic>
              <p:nvPicPr>
                <p:cNvPr id="39" name="Ink 38">
                  <a:extLst>
                    <a:ext uri="{FF2B5EF4-FFF2-40B4-BE49-F238E27FC236}">
                      <a16:creationId xmlns:a16="http://schemas.microsoft.com/office/drawing/2014/main" id="{7F9E8AB9-8902-A277-A6ED-C7818F62886A}"/>
                    </a:ext>
                  </a:extLst>
                </p:cNvPr>
                <p:cNvPicPr/>
                <p:nvPr/>
              </p:nvPicPr>
              <p:blipFill>
                <a:blip r:embed="rId65"/>
                <a:stretch>
                  <a:fillRect/>
                </a:stretch>
              </p:blipFill>
              <p:spPr>
                <a:xfrm>
                  <a:off x="7976880" y="1799800"/>
                  <a:ext cx="66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C5E2527A-B809-BBB6-25CC-0F6772484CE2}"/>
                    </a:ext>
                  </a:extLst>
                </p14:cNvPr>
                <p14:cNvContentPartPr/>
                <p14:nvPr/>
              </p14:nvContentPartPr>
              <p14:xfrm>
                <a:off x="8117640" y="1787200"/>
                <a:ext cx="91080" cy="94320"/>
              </p14:xfrm>
            </p:contentPart>
          </mc:Choice>
          <mc:Fallback xmlns="">
            <p:pic>
              <p:nvPicPr>
                <p:cNvPr id="40" name="Ink 39">
                  <a:extLst>
                    <a:ext uri="{FF2B5EF4-FFF2-40B4-BE49-F238E27FC236}">
                      <a16:creationId xmlns:a16="http://schemas.microsoft.com/office/drawing/2014/main" id="{C5E2527A-B809-BBB6-25CC-0F6772484CE2}"/>
                    </a:ext>
                  </a:extLst>
                </p:cNvPr>
                <p:cNvPicPr/>
                <p:nvPr/>
              </p:nvPicPr>
              <p:blipFill>
                <a:blip r:embed="rId67"/>
                <a:stretch>
                  <a:fillRect/>
                </a:stretch>
              </p:blipFill>
              <p:spPr>
                <a:xfrm>
                  <a:off x="8113320" y="1782880"/>
                  <a:ext cx="99720" cy="102960"/>
                </a:xfrm>
                <a:prstGeom prst="rect">
                  <a:avLst/>
                </a:prstGeom>
              </p:spPr>
            </p:pic>
          </mc:Fallback>
        </mc:AlternateContent>
      </p:grpSp>
      <p:grpSp>
        <p:nvGrpSpPr>
          <p:cNvPr id="62" name="Group 61">
            <a:extLst>
              <a:ext uri="{FF2B5EF4-FFF2-40B4-BE49-F238E27FC236}">
                <a16:creationId xmlns:a16="http://schemas.microsoft.com/office/drawing/2014/main" id="{987EF9C0-B30D-5420-8545-4D312004136D}"/>
              </a:ext>
            </a:extLst>
          </p:cNvPr>
          <p:cNvGrpSpPr/>
          <p:nvPr/>
        </p:nvGrpSpPr>
        <p:grpSpPr>
          <a:xfrm>
            <a:off x="384120" y="2422600"/>
            <a:ext cx="1339200" cy="382320"/>
            <a:chOff x="384120" y="2422600"/>
            <a:chExt cx="1339200" cy="382320"/>
          </a:xfrm>
        </p:grpSpPr>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8F7AC4C4-DA49-9AEB-0B26-10E2DA8449C3}"/>
                    </a:ext>
                  </a:extLst>
                </p14:cNvPr>
                <p14:cNvContentPartPr/>
                <p14:nvPr/>
              </p14:nvContentPartPr>
              <p14:xfrm>
                <a:off x="617760" y="2514760"/>
                <a:ext cx="120960" cy="246240"/>
              </p14:xfrm>
            </p:contentPart>
          </mc:Choice>
          <mc:Fallback xmlns="">
            <p:pic>
              <p:nvPicPr>
                <p:cNvPr id="42" name="Ink 41">
                  <a:extLst>
                    <a:ext uri="{FF2B5EF4-FFF2-40B4-BE49-F238E27FC236}">
                      <a16:creationId xmlns:a16="http://schemas.microsoft.com/office/drawing/2014/main" id="{8F7AC4C4-DA49-9AEB-0B26-10E2DA8449C3}"/>
                    </a:ext>
                  </a:extLst>
                </p:cNvPr>
                <p:cNvPicPr/>
                <p:nvPr/>
              </p:nvPicPr>
              <p:blipFill>
                <a:blip r:embed="rId69"/>
                <a:stretch>
                  <a:fillRect/>
                </a:stretch>
              </p:blipFill>
              <p:spPr>
                <a:xfrm>
                  <a:off x="613440" y="2510440"/>
                  <a:ext cx="12960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5B406C79-2E3C-2EF3-2F18-BE5333542F32}"/>
                    </a:ext>
                  </a:extLst>
                </p14:cNvPr>
                <p14:cNvContentPartPr/>
                <p14:nvPr/>
              </p14:nvContentPartPr>
              <p14:xfrm>
                <a:off x="384120" y="2422600"/>
                <a:ext cx="572760" cy="69480"/>
              </p14:xfrm>
            </p:contentPart>
          </mc:Choice>
          <mc:Fallback xmlns="">
            <p:pic>
              <p:nvPicPr>
                <p:cNvPr id="43" name="Ink 42">
                  <a:extLst>
                    <a:ext uri="{FF2B5EF4-FFF2-40B4-BE49-F238E27FC236}">
                      <a16:creationId xmlns:a16="http://schemas.microsoft.com/office/drawing/2014/main" id="{5B406C79-2E3C-2EF3-2F18-BE5333542F32}"/>
                    </a:ext>
                  </a:extLst>
                </p:cNvPr>
                <p:cNvPicPr/>
                <p:nvPr/>
              </p:nvPicPr>
              <p:blipFill>
                <a:blip r:embed="rId71"/>
                <a:stretch>
                  <a:fillRect/>
                </a:stretch>
              </p:blipFill>
              <p:spPr>
                <a:xfrm>
                  <a:off x="379800" y="2418280"/>
                  <a:ext cx="5814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32B5A57D-A58F-D16D-8DCF-003EB5FE57E6}"/>
                    </a:ext>
                  </a:extLst>
                </p14:cNvPr>
                <p14:cNvContentPartPr/>
                <p14:nvPr/>
              </p14:nvContentPartPr>
              <p14:xfrm>
                <a:off x="752040" y="2740480"/>
                <a:ext cx="26280" cy="63720"/>
              </p14:xfrm>
            </p:contentPart>
          </mc:Choice>
          <mc:Fallback xmlns="">
            <p:pic>
              <p:nvPicPr>
                <p:cNvPr id="44" name="Ink 43">
                  <a:extLst>
                    <a:ext uri="{FF2B5EF4-FFF2-40B4-BE49-F238E27FC236}">
                      <a16:creationId xmlns:a16="http://schemas.microsoft.com/office/drawing/2014/main" id="{32B5A57D-A58F-D16D-8DCF-003EB5FE57E6}"/>
                    </a:ext>
                  </a:extLst>
                </p:cNvPr>
                <p:cNvPicPr/>
                <p:nvPr/>
              </p:nvPicPr>
              <p:blipFill>
                <a:blip r:embed="rId73"/>
                <a:stretch>
                  <a:fillRect/>
                </a:stretch>
              </p:blipFill>
              <p:spPr>
                <a:xfrm>
                  <a:off x="747720" y="2736160"/>
                  <a:ext cx="349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0D6DA0E9-383C-687B-F458-36B2AFED2AE1}"/>
                    </a:ext>
                  </a:extLst>
                </p14:cNvPr>
                <p14:cNvContentPartPr/>
                <p14:nvPr/>
              </p14:nvContentPartPr>
              <p14:xfrm>
                <a:off x="801360" y="2609080"/>
                <a:ext cx="11880" cy="37440"/>
              </p14:xfrm>
            </p:contentPart>
          </mc:Choice>
          <mc:Fallback xmlns="">
            <p:pic>
              <p:nvPicPr>
                <p:cNvPr id="45" name="Ink 44">
                  <a:extLst>
                    <a:ext uri="{FF2B5EF4-FFF2-40B4-BE49-F238E27FC236}">
                      <a16:creationId xmlns:a16="http://schemas.microsoft.com/office/drawing/2014/main" id="{0D6DA0E9-383C-687B-F458-36B2AFED2AE1}"/>
                    </a:ext>
                  </a:extLst>
                </p:cNvPr>
                <p:cNvPicPr/>
                <p:nvPr/>
              </p:nvPicPr>
              <p:blipFill>
                <a:blip r:embed="rId75"/>
                <a:stretch>
                  <a:fillRect/>
                </a:stretch>
              </p:blipFill>
              <p:spPr>
                <a:xfrm>
                  <a:off x="797040" y="2604760"/>
                  <a:ext cx="205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C9E1D825-B062-DBCE-A26E-C5D0DC6643DC}"/>
                    </a:ext>
                  </a:extLst>
                </p14:cNvPr>
                <p14:cNvContentPartPr/>
                <p14:nvPr/>
              </p14:nvContentPartPr>
              <p14:xfrm>
                <a:off x="821880" y="2693680"/>
                <a:ext cx="239760" cy="78480"/>
              </p14:xfrm>
            </p:contentPart>
          </mc:Choice>
          <mc:Fallback xmlns="">
            <p:pic>
              <p:nvPicPr>
                <p:cNvPr id="46" name="Ink 45">
                  <a:extLst>
                    <a:ext uri="{FF2B5EF4-FFF2-40B4-BE49-F238E27FC236}">
                      <a16:creationId xmlns:a16="http://schemas.microsoft.com/office/drawing/2014/main" id="{C9E1D825-B062-DBCE-A26E-C5D0DC6643DC}"/>
                    </a:ext>
                  </a:extLst>
                </p:cNvPr>
                <p:cNvPicPr/>
                <p:nvPr/>
              </p:nvPicPr>
              <p:blipFill>
                <a:blip r:embed="rId77"/>
                <a:stretch>
                  <a:fillRect/>
                </a:stretch>
              </p:blipFill>
              <p:spPr>
                <a:xfrm>
                  <a:off x="817560" y="2689360"/>
                  <a:ext cx="2484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A1DBD61B-71F1-B5F7-860D-F28A2AF04F91}"/>
                    </a:ext>
                  </a:extLst>
                </p14:cNvPr>
                <p14:cNvContentPartPr/>
                <p14:nvPr/>
              </p14:nvContentPartPr>
              <p14:xfrm>
                <a:off x="1043640" y="2695840"/>
                <a:ext cx="130320" cy="89640"/>
              </p14:xfrm>
            </p:contentPart>
          </mc:Choice>
          <mc:Fallback xmlns="">
            <p:pic>
              <p:nvPicPr>
                <p:cNvPr id="48" name="Ink 47">
                  <a:extLst>
                    <a:ext uri="{FF2B5EF4-FFF2-40B4-BE49-F238E27FC236}">
                      <a16:creationId xmlns:a16="http://schemas.microsoft.com/office/drawing/2014/main" id="{A1DBD61B-71F1-B5F7-860D-F28A2AF04F91}"/>
                    </a:ext>
                  </a:extLst>
                </p:cNvPr>
                <p:cNvPicPr/>
                <p:nvPr/>
              </p:nvPicPr>
              <p:blipFill>
                <a:blip r:embed="rId79"/>
                <a:stretch>
                  <a:fillRect/>
                </a:stretch>
              </p:blipFill>
              <p:spPr>
                <a:xfrm>
                  <a:off x="1039320" y="2691520"/>
                  <a:ext cx="1389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C5286EB9-84C5-9A17-2CFB-620D725909F1}"/>
                    </a:ext>
                  </a:extLst>
                </p14:cNvPr>
                <p14:cNvContentPartPr/>
                <p14:nvPr/>
              </p14:nvContentPartPr>
              <p14:xfrm>
                <a:off x="1353240" y="2450680"/>
                <a:ext cx="200520" cy="354240"/>
              </p14:xfrm>
            </p:contentPart>
          </mc:Choice>
          <mc:Fallback xmlns="">
            <p:pic>
              <p:nvPicPr>
                <p:cNvPr id="50" name="Ink 49">
                  <a:extLst>
                    <a:ext uri="{FF2B5EF4-FFF2-40B4-BE49-F238E27FC236}">
                      <a16:creationId xmlns:a16="http://schemas.microsoft.com/office/drawing/2014/main" id="{C5286EB9-84C5-9A17-2CFB-620D725909F1}"/>
                    </a:ext>
                  </a:extLst>
                </p:cNvPr>
                <p:cNvPicPr/>
                <p:nvPr/>
              </p:nvPicPr>
              <p:blipFill>
                <a:blip r:embed="rId81"/>
                <a:stretch>
                  <a:fillRect/>
                </a:stretch>
              </p:blipFill>
              <p:spPr>
                <a:xfrm>
                  <a:off x="1348920" y="2446360"/>
                  <a:ext cx="20916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93F474A6-E8CF-8271-A95B-C0731C8B3515}"/>
                    </a:ext>
                  </a:extLst>
                </p14:cNvPr>
                <p14:cNvContentPartPr/>
                <p14:nvPr/>
              </p14:nvContentPartPr>
              <p14:xfrm>
                <a:off x="1292760" y="2579200"/>
                <a:ext cx="430560" cy="187200"/>
              </p14:xfrm>
            </p:contentPart>
          </mc:Choice>
          <mc:Fallback xmlns="">
            <p:pic>
              <p:nvPicPr>
                <p:cNvPr id="51" name="Ink 50">
                  <a:extLst>
                    <a:ext uri="{FF2B5EF4-FFF2-40B4-BE49-F238E27FC236}">
                      <a16:creationId xmlns:a16="http://schemas.microsoft.com/office/drawing/2014/main" id="{93F474A6-E8CF-8271-A95B-C0731C8B3515}"/>
                    </a:ext>
                  </a:extLst>
                </p:cNvPr>
                <p:cNvPicPr/>
                <p:nvPr/>
              </p:nvPicPr>
              <p:blipFill>
                <a:blip r:embed="rId83"/>
                <a:stretch>
                  <a:fillRect/>
                </a:stretch>
              </p:blipFill>
              <p:spPr>
                <a:xfrm>
                  <a:off x="1288440" y="2574880"/>
                  <a:ext cx="439200" cy="19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9A88886E-8184-58B7-C5B4-6103C56CB678}"/>
                  </a:ext>
                </a:extLst>
              </p14:cNvPr>
              <p14:cNvContentPartPr/>
              <p14:nvPr/>
            </p14:nvContentPartPr>
            <p14:xfrm>
              <a:off x="2183400" y="2442040"/>
              <a:ext cx="60840" cy="269280"/>
            </p14:xfrm>
          </p:contentPart>
        </mc:Choice>
        <mc:Fallback xmlns="">
          <p:pic>
            <p:nvPicPr>
              <p:cNvPr id="52" name="Ink 51">
                <a:extLst>
                  <a:ext uri="{FF2B5EF4-FFF2-40B4-BE49-F238E27FC236}">
                    <a16:creationId xmlns:a16="http://schemas.microsoft.com/office/drawing/2014/main" id="{9A88886E-8184-58B7-C5B4-6103C56CB678}"/>
                  </a:ext>
                </a:extLst>
              </p:cNvPr>
              <p:cNvPicPr/>
              <p:nvPr/>
            </p:nvPicPr>
            <p:blipFill>
              <a:blip r:embed="rId85"/>
              <a:stretch>
                <a:fillRect/>
              </a:stretch>
            </p:blipFill>
            <p:spPr>
              <a:xfrm>
                <a:off x="2179080" y="2437720"/>
                <a:ext cx="69480" cy="277920"/>
              </a:xfrm>
              <a:prstGeom prst="rect">
                <a:avLst/>
              </a:prstGeom>
            </p:spPr>
          </p:pic>
        </mc:Fallback>
      </mc:AlternateContent>
      <p:grpSp>
        <p:nvGrpSpPr>
          <p:cNvPr id="61" name="Group 60">
            <a:extLst>
              <a:ext uri="{FF2B5EF4-FFF2-40B4-BE49-F238E27FC236}">
                <a16:creationId xmlns:a16="http://schemas.microsoft.com/office/drawing/2014/main" id="{2683DEAE-B4BE-3CFD-59E1-3683777F7AF9}"/>
              </a:ext>
            </a:extLst>
          </p:cNvPr>
          <p:cNvGrpSpPr/>
          <p:nvPr/>
        </p:nvGrpSpPr>
        <p:grpSpPr>
          <a:xfrm>
            <a:off x="2504880" y="2374000"/>
            <a:ext cx="945360" cy="452880"/>
            <a:chOff x="2504880" y="2374000"/>
            <a:chExt cx="945360" cy="452880"/>
          </a:xfrm>
        </p:grpSpPr>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EBE74E9E-B234-5942-3F6E-037DC6877DBC}"/>
                    </a:ext>
                  </a:extLst>
                </p14:cNvPr>
                <p14:cNvContentPartPr/>
                <p14:nvPr/>
              </p14:nvContentPartPr>
              <p14:xfrm>
                <a:off x="2504880" y="2508640"/>
                <a:ext cx="105840" cy="141840"/>
              </p14:xfrm>
            </p:contentPart>
          </mc:Choice>
          <mc:Fallback xmlns="">
            <p:pic>
              <p:nvPicPr>
                <p:cNvPr id="53" name="Ink 52">
                  <a:extLst>
                    <a:ext uri="{FF2B5EF4-FFF2-40B4-BE49-F238E27FC236}">
                      <a16:creationId xmlns:a16="http://schemas.microsoft.com/office/drawing/2014/main" id="{EBE74E9E-B234-5942-3F6E-037DC6877DBC}"/>
                    </a:ext>
                  </a:extLst>
                </p:cNvPr>
                <p:cNvPicPr/>
                <p:nvPr/>
              </p:nvPicPr>
              <p:blipFill>
                <a:blip r:embed="rId87"/>
                <a:stretch>
                  <a:fillRect/>
                </a:stretch>
              </p:blipFill>
              <p:spPr>
                <a:xfrm>
                  <a:off x="2500560" y="2504320"/>
                  <a:ext cx="1144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72AE82B1-E356-C53F-557F-3DC6DBD47737}"/>
                    </a:ext>
                  </a:extLst>
                </p14:cNvPr>
                <p14:cNvContentPartPr/>
                <p14:nvPr/>
              </p14:nvContentPartPr>
              <p14:xfrm>
                <a:off x="2678400" y="2559400"/>
                <a:ext cx="86760" cy="89280"/>
              </p14:xfrm>
            </p:contentPart>
          </mc:Choice>
          <mc:Fallback xmlns="">
            <p:pic>
              <p:nvPicPr>
                <p:cNvPr id="54" name="Ink 53">
                  <a:extLst>
                    <a:ext uri="{FF2B5EF4-FFF2-40B4-BE49-F238E27FC236}">
                      <a16:creationId xmlns:a16="http://schemas.microsoft.com/office/drawing/2014/main" id="{72AE82B1-E356-C53F-557F-3DC6DBD47737}"/>
                    </a:ext>
                  </a:extLst>
                </p:cNvPr>
                <p:cNvPicPr/>
                <p:nvPr/>
              </p:nvPicPr>
              <p:blipFill>
                <a:blip r:embed="rId89"/>
                <a:stretch>
                  <a:fillRect/>
                </a:stretch>
              </p:blipFill>
              <p:spPr>
                <a:xfrm>
                  <a:off x="2674080" y="2555080"/>
                  <a:ext cx="954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A4A0CF17-5421-716C-0B78-E4EA826188FD}"/>
                    </a:ext>
                  </a:extLst>
                </p14:cNvPr>
                <p14:cNvContentPartPr/>
                <p14:nvPr/>
              </p14:nvContentPartPr>
              <p14:xfrm>
                <a:off x="2759400" y="2548240"/>
                <a:ext cx="93960" cy="91080"/>
              </p14:xfrm>
            </p:contentPart>
          </mc:Choice>
          <mc:Fallback xmlns="">
            <p:pic>
              <p:nvPicPr>
                <p:cNvPr id="55" name="Ink 54">
                  <a:extLst>
                    <a:ext uri="{FF2B5EF4-FFF2-40B4-BE49-F238E27FC236}">
                      <a16:creationId xmlns:a16="http://schemas.microsoft.com/office/drawing/2014/main" id="{A4A0CF17-5421-716C-0B78-E4EA826188FD}"/>
                    </a:ext>
                  </a:extLst>
                </p:cNvPr>
                <p:cNvPicPr/>
                <p:nvPr/>
              </p:nvPicPr>
              <p:blipFill>
                <a:blip r:embed="rId91"/>
                <a:stretch>
                  <a:fillRect/>
                </a:stretch>
              </p:blipFill>
              <p:spPr>
                <a:xfrm>
                  <a:off x="2755080" y="2543920"/>
                  <a:ext cx="1026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EF9EA999-5FA8-336F-97E7-B874E2F870C4}"/>
                    </a:ext>
                  </a:extLst>
                </p14:cNvPr>
                <p14:cNvContentPartPr/>
                <p14:nvPr/>
              </p14:nvContentPartPr>
              <p14:xfrm>
                <a:off x="2952000" y="2621680"/>
                <a:ext cx="20880" cy="63360"/>
              </p14:xfrm>
            </p:contentPart>
          </mc:Choice>
          <mc:Fallback xmlns="">
            <p:pic>
              <p:nvPicPr>
                <p:cNvPr id="56" name="Ink 55">
                  <a:extLst>
                    <a:ext uri="{FF2B5EF4-FFF2-40B4-BE49-F238E27FC236}">
                      <a16:creationId xmlns:a16="http://schemas.microsoft.com/office/drawing/2014/main" id="{EF9EA999-5FA8-336F-97E7-B874E2F870C4}"/>
                    </a:ext>
                  </a:extLst>
                </p:cNvPr>
                <p:cNvPicPr/>
                <p:nvPr/>
              </p:nvPicPr>
              <p:blipFill>
                <a:blip r:embed="rId93"/>
                <a:stretch>
                  <a:fillRect/>
                </a:stretch>
              </p:blipFill>
              <p:spPr>
                <a:xfrm>
                  <a:off x="2947680" y="2617360"/>
                  <a:ext cx="295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CFD73507-DF0E-E810-54DD-F96B63F3E581}"/>
                    </a:ext>
                  </a:extLst>
                </p14:cNvPr>
                <p14:cNvContentPartPr/>
                <p14:nvPr/>
              </p14:nvContentPartPr>
              <p14:xfrm>
                <a:off x="3022560" y="2505040"/>
                <a:ext cx="72360" cy="321840"/>
              </p14:xfrm>
            </p:contentPart>
          </mc:Choice>
          <mc:Fallback xmlns="">
            <p:pic>
              <p:nvPicPr>
                <p:cNvPr id="57" name="Ink 56">
                  <a:extLst>
                    <a:ext uri="{FF2B5EF4-FFF2-40B4-BE49-F238E27FC236}">
                      <a16:creationId xmlns:a16="http://schemas.microsoft.com/office/drawing/2014/main" id="{CFD73507-DF0E-E810-54DD-F96B63F3E581}"/>
                    </a:ext>
                  </a:extLst>
                </p:cNvPr>
                <p:cNvPicPr/>
                <p:nvPr/>
              </p:nvPicPr>
              <p:blipFill>
                <a:blip r:embed="rId95"/>
                <a:stretch>
                  <a:fillRect/>
                </a:stretch>
              </p:blipFill>
              <p:spPr>
                <a:xfrm>
                  <a:off x="3018240" y="2500720"/>
                  <a:ext cx="810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FAC1E1E9-5E0D-7B55-1B7F-5790664B4F2F}"/>
                    </a:ext>
                  </a:extLst>
                </p14:cNvPr>
                <p14:cNvContentPartPr/>
                <p14:nvPr/>
              </p14:nvContentPartPr>
              <p14:xfrm>
                <a:off x="3106080" y="2562280"/>
                <a:ext cx="70920" cy="54720"/>
              </p14:xfrm>
            </p:contentPart>
          </mc:Choice>
          <mc:Fallback xmlns="">
            <p:pic>
              <p:nvPicPr>
                <p:cNvPr id="58" name="Ink 57">
                  <a:extLst>
                    <a:ext uri="{FF2B5EF4-FFF2-40B4-BE49-F238E27FC236}">
                      <a16:creationId xmlns:a16="http://schemas.microsoft.com/office/drawing/2014/main" id="{FAC1E1E9-5E0D-7B55-1B7F-5790664B4F2F}"/>
                    </a:ext>
                  </a:extLst>
                </p:cNvPr>
                <p:cNvPicPr/>
                <p:nvPr/>
              </p:nvPicPr>
              <p:blipFill>
                <a:blip r:embed="rId97"/>
                <a:stretch>
                  <a:fillRect/>
                </a:stretch>
              </p:blipFill>
              <p:spPr>
                <a:xfrm>
                  <a:off x="3101760" y="2557960"/>
                  <a:ext cx="795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FEAF0211-760B-A7C9-309F-61A3FAD9FCF9}"/>
                    </a:ext>
                  </a:extLst>
                </p14:cNvPr>
                <p14:cNvContentPartPr/>
                <p14:nvPr/>
              </p14:nvContentPartPr>
              <p14:xfrm>
                <a:off x="3344760" y="2374000"/>
                <a:ext cx="70920" cy="261360"/>
              </p14:xfrm>
            </p:contentPart>
          </mc:Choice>
          <mc:Fallback xmlns="">
            <p:pic>
              <p:nvPicPr>
                <p:cNvPr id="59" name="Ink 58">
                  <a:extLst>
                    <a:ext uri="{FF2B5EF4-FFF2-40B4-BE49-F238E27FC236}">
                      <a16:creationId xmlns:a16="http://schemas.microsoft.com/office/drawing/2014/main" id="{FEAF0211-760B-A7C9-309F-61A3FAD9FCF9}"/>
                    </a:ext>
                  </a:extLst>
                </p:cNvPr>
                <p:cNvPicPr/>
                <p:nvPr/>
              </p:nvPicPr>
              <p:blipFill>
                <a:blip r:embed="rId99"/>
                <a:stretch>
                  <a:fillRect/>
                </a:stretch>
              </p:blipFill>
              <p:spPr>
                <a:xfrm>
                  <a:off x="3340440" y="2369680"/>
                  <a:ext cx="7956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96CF1597-400D-9205-B04F-04053555AA08}"/>
                    </a:ext>
                  </a:extLst>
                </p14:cNvPr>
                <p14:cNvContentPartPr/>
                <p14:nvPr/>
              </p14:nvContentPartPr>
              <p14:xfrm>
                <a:off x="3288240" y="2498200"/>
                <a:ext cx="162000" cy="20160"/>
              </p14:xfrm>
            </p:contentPart>
          </mc:Choice>
          <mc:Fallback xmlns="">
            <p:pic>
              <p:nvPicPr>
                <p:cNvPr id="60" name="Ink 59">
                  <a:extLst>
                    <a:ext uri="{FF2B5EF4-FFF2-40B4-BE49-F238E27FC236}">
                      <a16:creationId xmlns:a16="http://schemas.microsoft.com/office/drawing/2014/main" id="{96CF1597-400D-9205-B04F-04053555AA08}"/>
                    </a:ext>
                  </a:extLst>
                </p:cNvPr>
                <p:cNvPicPr/>
                <p:nvPr/>
              </p:nvPicPr>
              <p:blipFill>
                <a:blip r:embed="rId101"/>
                <a:stretch>
                  <a:fillRect/>
                </a:stretch>
              </p:blipFill>
              <p:spPr>
                <a:xfrm>
                  <a:off x="3283920" y="2493880"/>
                  <a:ext cx="17064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D3E9BF9F-3221-92FC-E3CE-57FE07799A1E}"/>
                  </a:ext>
                </a:extLst>
              </p14:cNvPr>
              <p14:cNvContentPartPr/>
              <p14:nvPr/>
            </p14:nvContentPartPr>
            <p14:xfrm>
              <a:off x="4035240" y="2447440"/>
              <a:ext cx="255600" cy="194760"/>
            </p14:xfrm>
          </p:contentPart>
        </mc:Choice>
        <mc:Fallback xmlns="">
          <p:pic>
            <p:nvPicPr>
              <p:cNvPr id="63" name="Ink 62">
                <a:extLst>
                  <a:ext uri="{FF2B5EF4-FFF2-40B4-BE49-F238E27FC236}">
                    <a16:creationId xmlns:a16="http://schemas.microsoft.com/office/drawing/2014/main" id="{D3E9BF9F-3221-92FC-E3CE-57FE07799A1E}"/>
                  </a:ext>
                </a:extLst>
              </p:cNvPr>
              <p:cNvPicPr/>
              <p:nvPr/>
            </p:nvPicPr>
            <p:blipFill>
              <a:blip r:embed="rId103"/>
              <a:stretch>
                <a:fillRect/>
              </a:stretch>
            </p:blipFill>
            <p:spPr>
              <a:xfrm>
                <a:off x="4030920" y="2443120"/>
                <a:ext cx="264240" cy="203400"/>
              </a:xfrm>
              <a:prstGeom prst="rect">
                <a:avLst/>
              </a:prstGeom>
            </p:spPr>
          </p:pic>
        </mc:Fallback>
      </mc:AlternateContent>
      <p:grpSp>
        <p:nvGrpSpPr>
          <p:cNvPr id="73" name="Group 72">
            <a:extLst>
              <a:ext uri="{FF2B5EF4-FFF2-40B4-BE49-F238E27FC236}">
                <a16:creationId xmlns:a16="http://schemas.microsoft.com/office/drawing/2014/main" id="{DED0D46C-469A-9170-14D3-327E8ABFBD91}"/>
              </a:ext>
            </a:extLst>
          </p:cNvPr>
          <p:cNvGrpSpPr/>
          <p:nvPr/>
        </p:nvGrpSpPr>
        <p:grpSpPr>
          <a:xfrm>
            <a:off x="4651200" y="2316400"/>
            <a:ext cx="1343880" cy="275760"/>
            <a:chOff x="4651200" y="2316400"/>
            <a:chExt cx="1343880" cy="275760"/>
          </a:xfrm>
        </p:grpSpPr>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B2B6F73C-9EC2-7D01-CB8B-3AD66975288A}"/>
                    </a:ext>
                  </a:extLst>
                </p14:cNvPr>
                <p14:cNvContentPartPr/>
                <p14:nvPr/>
              </p14:nvContentPartPr>
              <p14:xfrm>
                <a:off x="4651200" y="2505040"/>
                <a:ext cx="287640" cy="77040"/>
              </p14:xfrm>
            </p:contentPart>
          </mc:Choice>
          <mc:Fallback xmlns="">
            <p:pic>
              <p:nvPicPr>
                <p:cNvPr id="64" name="Ink 63">
                  <a:extLst>
                    <a:ext uri="{FF2B5EF4-FFF2-40B4-BE49-F238E27FC236}">
                      <a16:creationId xmlns:a16="http://schemas.microsoft.com/office/drawing/2014/main" id="{B2B6F73C-9EC2-7D01-CB8B-3AD66975288A}"/>
                    </a:ext>
                  </a:extLst>
                </p:cNvPr>
                <p:cNvPicPr/>
                <p:nvPr/>
              </p:nvPicPr>
              <p:blipFill>
                <a:blip r:embed="rId105"/>
                <a:stretch>
                  <a:fillRect/>
                </a:stretch>
              </p:blipFill>
              <p:spPr>
                <a:xfrm>
                  <a:off x="4646880" y="2500720"/>
                  <a:ext cx="296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ED77FE80-7EDE-56EA-85B1-5A0DA9FF1C4D}"/>
                    </a:ext>
                  </a:extLst>
                </p14:cNvPr>
                <p14:cNvContentPartPr/>
                <p14:nvPr/>
              </p14:nvContentPartPr>
              <p14:xfrm>
                <a:off x="5042520" y="2523040"/>
                <a:ext cx="14400" cy="46440"/>
              </p14:xfrm>
            </p:contentPart>
          </mc:Choice>
          <mc:Fallback xmlns="">
            <p:pic>
              <p:nvPicPr>
                <p:cNvPr id="65" name="Ink 64">
                  <a:extLst>
                    <a:ext uri="{FF2B5EF4-FFF2-40B4-BE49-F238E27FC236}">
                      <a16:creationId xmlns:a16="http://schemas.microsoft.com/office/drawing/2014/main" id="{ED77FE80-7EDE-56EA-85B1-5A0DA9FF1C4D}"/>
                    </a:ext>
                  </a:extLst>
                </p:cNvPr>
                <p:cNvPicPr/>
                <p:nvPr/>
              </p:nvPicPr>
              <p:blipFill>
                <a:blip r:embed="rId107"/>
                <a:stretch>
                  <a:fillRect/>
                </a:stretch>
              </p:blipFill>
              <p:spPr>
                <a:xfrm>
                  <a:off x="5038200" y="2518720"/>
                  <a:ext cx="230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13A6BDD6-3FF0-B3D4-D57E-930D8971828F}"/>
                    </a:ext>
                  </a:extLst>
                </p14:cNvPr>
                <p14:cNvContentPartPr/>
                <p14:nvPr/>
              </p14:nvContentPartPr>
              <p14:xfrm>
                <a:off x="5169600" y="2339440"/>
                <a:ext cx="32400" cy="70920"/>
              </p14:xfrm>
            </p:contentPart>
          </mc:Choice>
          <mc:Fallback xmlns="">
            <p:pic>
              <p:nvPicPr>
                <p:cNvPr id="66" name="Ink 65">
                  <a:extLst>
                    <a:ext uri="{FF2B5EF4-FFF2-40B4-BE49-F238E27FC236}">
                      <a16:creationId xmlns:a16="http://schemas.microsoft.com/office/drawing/2014/main" id="{13A6BDD6-3FF0-B3D4-D57E-930D8971828F}"/>
                    </a:ext>
                  </a:extLst>
                </p:cNvPr>
                <p:cNvPicPr/>
                <p:nvPr/>
              </p:nvPicPr>
              <p:blipFill>
                <a:blip r:embed="rId109"/>
                <a:stretch>
                  <a:fillRect/>
                </a:stretch>
              </p:blipFill>
              <p:spPr>
                <a:xfrm>
                  <a:off x="5165280" y="2335120"/>
                  <a:ext cx="410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9E32D43A-E9F4-AF0C-62B8-E1F1CD4E8065}"/>
                    </a:ext>
                  </a:extLst>
                </p14:cNvPr>
                <p14:cNvContentPartPr/>
                <p14:nvPr/>
              </p14:nvContentPartPr>
              <p14:xfrm>
                <a:off x="5180040" y="2505040"/>
                <a:ext cx="109440" cy="87120"/>
              </p14:xfrm>
            </p:contentPart>
          </mc:Choice>
          <mc:Fallback xmlns="">
            <p:pic>
              <p:nvPicPr>
                <p:cNvPr id="67" name="Ink 66">
                  <a:extLst>
                    <a:ext uri="{FF2B5EF4-FFF2-40B4-BE49-F238E27FC236}">
                      <a16:creationId xmlns:a16="http://schemas.microsoft.com/office/drawing/2014/main" id="{9E32D43A-E9F4-AF0C-62B8-E1F1CD4E8065}"/>
                    </a:ext>
                  </a:extLst>
                </p:cNvPr>
                <p:cNvPicPr/>
                <p:nvPr/>
              </p:nvPicPr>
              <p:blipFill>
                <a:blip r:embed="rId111"/>
                <a:stretch>
                  <a:fillRect/>
                </a:stretch>
              </p:blipFill>
              <p:spPr>
                <a:xfrm>
                  <a:off x="5175720" y="2500720"/>
                  <a:ext cx="1180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3793A9D7-2864-7223-B524-8A86D720DF0B}"/>
                    </a:ext>
                  </a:extLst>
                </p14:cNvPr>
                <p14:cNvContentPartPr/>
                <p14:nvPr/>
              </p14:nvContentPartPr>
              <p14:xfrm>
                <a:off x="5373000" y="2507200"/>
                <a:ext cx="100080" cy="70920"/>
              </p14:xfrm>
            </p:contentPart>
          </mc:Choice>
          <mc:Fallback xmlns="">
            <p:pic>
              <p:nvPicPr>
                <p:cNvPr id="68" name="Ink 67">
                  <a:extLst>
                    <a:ext uri="{FF2B5EF4-FFF2-40B4-BE49-F238E27FC236}">
                      <a16:creationId xmlns:a16="http://schemas.microsoft.com/office/drawing/2014/main" id="{3793A9D7-2864-7223-B524-8A86D720DF0B}"/>
                    </a:ext>
                  </a:extLst>
                </p:cNvPr>
                <p:cNvPicPr/>
                <p:nvPr/>
              </p:nvPicPr>
              <p:blipFill>
                <a:blip r:embed="rId113"/>
                <a:stretch>
                  <a:fillRect/>
                </a:stretch>
              </p:blipFill>
              <p:spPr>
                <a:xfrm>
                  <a:off x="5368680" y="2502880"/>
                  <a:ext cx="1087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B84C6301-DB30-A46B-41A0-C8E51B90D4D7}"/>
                    </a:ext>
                  </a:extLst>
                </p14:cNvPr>
                <p14:cNvContentPartPr/>
                <p14:nvPr/>
              </p14:nvContentPartPr>
              <p14:xfrm>
                <a:off x="5590440" y="2316400"/>
                <a:ext cx="55800" cy="228600"/>
              </p14:xfrm>
            </p:contentPart>
          </mc:Choice>
          <mc:Fallback xmlns="">
            <p:pic>
              <p:nvPicPr>
                <p:cNvPr id="69" name="Ink 68">
                  <a:extLst>
                    <a:ext uri="{FF2B5EF4-FFF2-40B4-BE49-F238E27FC236}">
                      <a16:creationId xmlns:a16="http://schemas.microsoft.com/office/drawing/2014/main" id="{B84C6301-DB30-A46B-41A0-C8E51B90D4D7}"/>
                    </a:ext>
                  </a:extLst>
                </p:cNvPr>
                <p:cNvPicPr/>
                <p:nvPr/>
              </p:nvPicPr>
              <p:blipFill>
                <a:blip r:embed="rId115"/>
                <a:stretch>
                  <a:fillRect/>
                </a:stretch>
              </p:blipFill>
              <p:spPr>
                <a:xfrm>
                  <a:off x="5586120" y="2312080"/>
                  <a:ext cx="644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0" name="Ink 69">
                  <a:extLst>
                    <a:ext uri="{FF2B5EF4-FFF2-40B4-BE49-F238E27FC236}">
                      <a16:creationId xmlns:a16="http://schemas.microsoft.com/office/drawing/2014/main" id="{83517AF1-0EDD-E0D3-9963-79CDC4236D04}"/>
                    </a:ext>
                  </a:extLst>
                </p14:cNvPr>
                <p14:cNvContentPartPr/>
                <p14:nvPr/>
              </p14:nvContentPartPr>
              <p14:xfrm>
                <a:off x="5518440" y="2433040"/>
                <a:ext cx="168480" cy="22320"/>
              </p14:xfrm>
            </p:contentPart>
          </mc:Choice>
          <mc:Fallback xmlns="">
            <p:pic>
              <p:nvPicPr>
                <p:cNvPr id="70" name="Ink 69">
                  <a:extLst>
                    <a:ext uri="{FF2B5EF4-FFF2-40B4-BE49-F238E27FC236}">
                      <a16:creationId xmlns:a16="http://schemas.microsoft.com/office/drawing/2014/main" id="{83517AF1-0EDD-E0D3-9963-79CDC4236D04}"/>
                    </a:ext>
                  </a:extLst>
                </p:cNvPr>
                <p:cNvPicPr/>
                <p:nvPr/>
              </p:nvPicPr>
              <p:blipFill>
                <a:blip r:embed="rId117"/>
                <a:stretch>
                  <a:fillRect/>
                </a:stretch>
              </p:blipFill>
              <p:spPr>
                <a:xfrm>
                  <a:off x="5514120" y="2428720"/>
                  <a:ext cx="177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1" name="Ink 70">
                  <a:extLst>
                    <a:ext uri="{FF2B5EF4-FFF2-40B4-BE49-F238E27FC236}">
                      <a16:creationId xmlns:a16="http://schemas.microsoft.com/office/drawing/2014/main" id="{3E8CE5B2-7318-EDBF-A308-7978E47CDDA9}"/>
                    </a:ext>
                  </a:extLst>
                </p14:cNvPr>
                <p14:cNvContentPartPr/>
                <p14:nvPr/>
              </p14:nvContentPartPr>
              <p14:xfrm>
                <a:off x="5690520" y="2470480"/>
                <a:ext cx="90720" cy="88560"/>
              </p14:xfrm>
            </p:contentPart>
          </mc:Choice>
          <mc:Fallback xmlns="">
            <p:pic>
              <p:nvPicPr>
                <p:cNvPr id="71" name="Ink 70">
                  <a:extLst>
                    <a:ext uri="{FF2B5EF4-FFF2-40B4-BE49-F238E27FC236}">
                      <a16:creationId xmlns:a16="http://schemas.microsoft.com/office/drawing/2014/main" id="{3E8CE5B2-7318-EDBF-A308-7978E47CDDA9}"/>
                    </a:ext>
                  </a:extLst>
                </p:cNvPr>
                <p:cNvPicPr/>
                <p:nvPr/>
              </p:nvPicPr>
              <p:blipFill>
                <a:blip r:embed="rId119"/>
                <a:stretch>
                  <a:fillRect/>
                </a:stretch>
              </p:blipFill>
              <p:spPr>
                <a:xfrm>
                  <a:off x="5686200" y="2466160"/>
                  <a:ext cx="99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2" name="Ink 71">
                  <a:extLst>
                    <a:ext uri="{FF2B5EF4-FFF2-40B4-BE49-F238E27FC236}">
                      <a16:creationId xmlns:a16="http://schemas.microsoft.com/office/drawing/2014/main" id="{7639F360-E8DE-B03C-69CC-C4382345C647}"/>
                    </a:ext>
                  </a:extLst>
                </p14:cNvPr>
                <p14:cNvContentPartPr/>
                <p14:nvPr/>
              </p14:nvContentPartPr>
              <p14:xfrm>
                <a:off x="5860080" y="2470480"/>
                <a:ext cx="135000" cy="113040"/>
              </p14:xfrm>
            </p:contentPart>
          </mc:Choice>
          <mc:Fallback xmlns="">
            <p:pic>
              <p:nvPicPr>
                <p:cNvPr id="72" name="Ink 71">
                  <a:extLst>
                    <a:ext uri="{FF2B5EF4-FFF2-40B4-BE49-F238E27FC236}">
                      <a16:creationId xmlns:a16="http://schemas.microsoft.com/office/drawing/2014/main" id="{7639F360-E8DE-B03C-69CC-C4382345C647}"/>
                    </a:ext>
                  </a:extLst>
                </p:cNvPr>
                <p:cNvPicPr/>
                <p:nvPr/>
              </p:nvPicPr>
              <p:blipFill>
                <a:blip r:embed="rId121"/>
                <a:stretch>
                  <a:fillRect/>
                </a:stretch>
              </p:blipFill>
              <p:spPr>
                <a:xfrm>
                  <a:off x="5855760" y="2466160"/>
                  <a:ext cx="143640" cy="121680"/>
                </a:xfrm>
                <a:prstGeom prst="rect">
                  <a:avLst/>
                </a:prstGeom>
              </p:spPr>
            </p:pic>
          </mc:Fallback>
        </mc:AlternateContent>
      </p:grpSp>
      <p:grpSp>
        <p:nvGrpSpPr>
          <p:cNvPr id="84" name="Group 83">
            <a:extLst>
              <a:ext uri="{FF2B5EF4-FFF2-40B4-BE49-F238E27FC236}">
                <a16:creationId xmlns:a16="http://schemas.microsoft.com/office/drawing/2014/main" id="{394DC7B9-ECE3-3CC1-1647-AA5497B48C01}"/>
              </a:ext>
            </a:extLst>
          </p:cNvPr>
          <p:cNvGrpSpPr/>
          <p:nvPr/>
        </p:nvGrpSpPr>
        <p:grpSpPr>
          <a:xfrm>
            <a:off x="712800" y="3078520"/>
            <a:ext cx="142920" cy="47520"/>
            <a:chOff x="712800" y="3078520"/>
            <a:chExt cx="142920" cy="47520"/>
          </a:xfrm>
        </p:grpSpPr>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9CBDD20D-28D6-62EA-0642-B05991E88488}"/>
                    </a:ext>
                  </a:extLst>
                </p14:cNvPr>
                <p14:cNvContentPartPr/>
                <p14:nvPr/>
              </p14:nvContentPartPr>
              <p14:xfrm>
                <a:off x="712800" y="3110200"/>
                <a:ext cx="32400" cy="15840"/>
              </p14:xfrm>
            </p:contentPart>
          </mc:Choice>
          <mc:Fallback xmlns="">
            <p:pic>
              <p:nvPicPr>
                <p:cNvPr id="74" name="Ink 73">
                  <a:extLst>
                    <a:ext uri="{FF2B5EF4-FFF2-40B4-BE49-F238E27FC236}">
                      <a16:creationId xmlns:a16="http://schemas.microsoft.com/office/drawing/2014/main" id="{9CBDD20D-28D6-62EA-0642-B05991E88488}"/>
                    </a:ext>
                  </a:extLst>
                </p:cNvPr>
                <p:cNvPicPr/>
                <p:nvPr/>
              </p:nvPicPr>
              <p:blipFill>
                <a:blip r:embed="rId123"/>
                <a:stretch>
                  <a:fillRect/>
                </a:stretch>
              </p:blipFill>
              <p:spPr>
                <a:xfrm>
                  <a:off x="708480" y="3105880"/>
                  <a:ext cx="410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6C716D3E-C55D-2DAE-2D89-AB24A056CB3D}"/>
                    </a:ext>
                  </a:extLst>
                </p14:cNvPr>
                <p14:cNvContentPartPr/>
                <p14:nvPr/>
              </p14:nvContentPartPr>
              <p14:xfrm>
                <a:off x="712800" y="3113080"/>
                <a:ext cx="54360" cy="12960"/>
              </p14:xfrm>
            </p:contentPart>
          </mc:Choice>
          <mc:Fallback xmlns="">
            <p:pic>
              <p:nvPicPr>
                <p:cNvPr id="75" name="Ink 74">
                  <a:extLst>
                    <a:ext uri="{FF2B5EF4-FFF2-40B4-BE49-F238E27FC236}">
                      <a16:creationId xmlns:a16="http://schemas.microsoft.com/office/drawing/2014/main" id="{6C716D3E-C55D-2DAE-2D89-AB24A056CB3D}"/>
                    </a:ext>
                  </a:extLst>
                </p:cNvPr>
                <p:cNvPicPr/>
                <p:nvPr/>
              </p:nvPicPr>
              <p:blipFill>
                <a:blip r:embed="rId125"/>
                <a:stretch>
                  <a:fillRect/>
                </a:stretch>
              </p:blipFill>
              <p:spPr>
                <a:xfrm>
                  <a:off x="708480" y="3108760"/>
                  <a:ext cx="63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6" name="Ink 75">
                  <a:extLst>
                    <a:ext uri="{FF2B5EF4-FFF2-40B4-BE49-F238E27FC236}">
                      <a16:creationId xmlns:a16="http://schemas.microsoft.com/office/drawing/2014/main" id="{993F4349-1DAF-C8FB-B06D-2AB22CB5A8FA}"/>
                    </a:ext>
                  </a:extLst>
                </p14:cNvPr>
                <p14:cNvContentPartPr/>
                <p14:nvPr/>
              </p14:nvContentPartPr>
              <p14:xfrm>
                <a:off x="828360" y="3078520"/>
                <a:ext cx="27360" cy="37440"/>
              </p14:xfrm>
            </p:contentPart>
          </mc:Choice>
          <mc:Fallback xmlns="">
            <p:pic>
              <p:nvPicPr>
                <p:cNvPr id="76" name="Ink 75">
                  <a:extLst>
                    <a:ext uri="{FF2B5EF4-FFF2-40B4-BE49-F238E27FC236}">
                      <a16:creationId xmlns:a16="http://schemas.microsoft.com/office/drawing/2014/main" id="{993F4349-1DAF-C8FB-B06D-2AB22CB5A8FA}"/>
                    </a:ext>
                  </a:extLst>
                </p:cNvPr>
                <p:cNvPicPr/>
                <p:nvPr/>
              </p:nvPicPr>
              <p:blipFill>
                <a:blip r:embed="rId127"/>
                <a:stretch>
                  <a:fillRect/>
                </a:stretch>
              </p:blipFill>
              <p:spPr>
                <a:xfrm>
                  <a:off x="824040" y="3074200"/>
                  <a:ext cx="36000" cy="4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77" name="Ink 76">
                <a:extLst>
                  <a:ext uri="{FF2B5EF4-FFF2-40B4-BE49-F238E27FC236}">
                    <a16:creationId xmlns:a16="http://schemas.microsoft.com/office/drawing/2014/main" id="{0E792975-DDAD-69E3-B0F1-808E7ACEC4D2}"/>
                  </a:ext>
                </a:extLst>
              </p14:cNvPr>
              <p14:cNvContentPartPr/>
              <p14:nvPr/>
            </p14:nvContentPartPr>
            <p14:xfrm>
              <a:off x="1527480" y="3144760"/>
              <a:ext cx="82440" cy="51840"/>
            </p14:xfrm>
          </p:contentPart>
        </mc:Choice>
        <mc:Fallback xmlns="">
          <p:pic>
            <p:nvPicPr>
              <p:cNvPr id="77" name="Ink 76">
                <a:extLst>
                  <a:ext uri="{FF2B5EF4-FFF2-40B4-BE49-F238E27FC236}">
                    <a16:creationId xmlns:a16="http://schemas.microsoft.com/office/drawing/2014/main" id="{0E792975-DDAD-69E3-B0F1-808E7ACEC4D2}"/>
                  </a:ext>
                </a:extLst>
              </p:cNvPr>
              <p:cNvPicPr/>
              <p:nvPr/>
            </p:nvPicPr>
            <p:blipFill>
              <a:blip r:embed="rId129"/>
              <a:stretch>
                <a:fillRect/>
              </a:stretch>
            </p:blipFill>
            <p:spPr>
              <a:xfrm>
                <a:off x="1523160" y="3140440"/>
                <a:ext cx="91080" cy="60480"/>
              </a:xfrm>
              <a:prstGeom prst="rect">
                <a:avLst/>
              </a:prstGeom>
            </p:spPr>
          </p:pic>
        </mc:Fallback>
      </mc:AlternateContent>
      <p:grpSp>
        <p:nvGrpSpPr>
          <p:cNvPr id="83" name="Group 82">
            <a:extLst>
              <a:ext uri="{FF2B5EF4-FFF2-40B4-BE49-F238E27FC236}">
                <a16:creationId xmlns:a16="http://schemas.microsoft.com/office/drawing/2014/main" id="{88E32529-E9D0-63A5-AFDD-A5EE27268289}"/>
              </a:ext>
            </a:extLst>
          </p:cNvPr>
          <p:cNvGrpSpPr/>
          <p:nvPr/>
        </p:nvGrpSpPr>
        <p:grpSpPr>
          <a:xfrm>
            <a:off x="2088360" y="3043240"/>
            <a:ext cx="366480" cy="226800"/>
            <a:chOff x="2088360" y="3043240"/>
            <a:chExt cx="366480" cy="226800"/>
          </a:xfrm>
        </p:grpSpPr>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91F8DA78-8DAA-6C59-1871-AD2A27C62022}"/>
                    </a:ext>
                  </a:extLst>
                </p14:cNvPr>
                <p14:cNvContentPartPr/>
                <p14:nvPr/>
              </p14:nvContentPartPr>
              <p14:xfrm>
                <a:off x="2088360" y="3045760"/>
                <a:ext cx="160920" cy="224280"/>
              </p14:xfrm>
            </p:contentPart>
          </mc:Choice>
          <mc:Fallback xmlns="">
            <p:pic>
              <p:nvPicPr>
                <p:cNvPr id="78" name="Ink 77">
                  <a:extLst>
                    <a:ext uri="{FF2B5EF4-FFF2-40B4-BE49-F238E27FC236}">
                      <a16:creationId xmlns:a16="http://schemas.microsoft.com/office/drawing/2014/main" id="{91F8DA78-8DAA-6C59-1871-AD2A27C62022}"/>
                    </a:ext>
                  </a:extLst>
                </p:cNvPr>
                <p:cNvPicPr/>
                <p:nvPr/>
              </p:nvPicPr>
              <p:blipFill>
                <a:blip r:embed="rId131"/>
                <a:stretch>
                  <a:fillRect/>
                </a:stretch>
              </p:blipFill>
              <p:spPr>
                <a:xfrm>
                  <a:off x="2084040" y="3041440"/>
                  <a:ext cx="1695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9" name="Ink 78">
                  <a:extLst>
                    <a:ext uri="{FF2B5EF4-FFF2-40B4-BE49-F238E27FC236}">
                      <a16:creationId xmlns:a16="http://schemas.microsoft.com/office/drawing/2014/main" id="{62794987-0986-C44D-EE33-6974EA231D71}"/>
                    </a:ext>
                  </a:extLst>
                </p14:cNvPr>
                <p14:cNvContentPartPr/>
                <p14:nvPr/>
              </p14:nvContentPartPr>
              <p14:xfrm>
                <a:off x="2351520" y="3043240"/>
                <a:ext cx="103320" cy="153000"/>
              </p14:xfrm>
            </p:contentPart>
          </mc:Choice>
          <mc:Fallback xmlns="">
            <p:pic>
              <p:nvPicPr>
                <p:cNvPr id="79" name="Ink 78">
                  <a:extLst>
                    <a:ext uri="{FF2B5EF4-FFF2-40B4-BE49-F238E27FC236}">
                      <a16:creationId xmlns:a16="http://schemas.microsoft.com/office/drawing/2014/main" id="{62794987-0986-C44D-EE33-6974EA231D71}"/>
                    </a:ext>
                  </a:extLst>
                </p:cNvPr>
                <p:cNvPicPr/>
                <p:nvPr/>
              </p:nvPicPr>
              <p:blipFill>
                <a:blip r:embed="rId133"/>
                <a:stretch>
                  <a:fillRect/>
                </a:stretch>
              </p:blipFill>
              <p:spPr>
                <a:xfrm>
                  <a:off x="2347200" y="3038920"/>
                  <a:ext cx="111960" cy="161640"/>
                </a:xfrm>
                <a:prstGeom prst="rect">
                  <a:avLst/>
                </a:prstGeom>
              </p:spPr>
            </p:pic>
          </mc:Fallback>
        </mc:AlternateContent>
      </p:grpSp>
      <p:grpSp>
        <p:nvGrpSpPr>
          <p:cNvPr id="82" name="Group 81">
            <a:extLst>
              <a:ext uri="{FF2B5EF4-FFF2-40B4-BE49-F238E27FC236}">
                <a16:creationId xmlns:a16="http://schemas.microsoft.com/office/drawing/2014/main" id="{D53C517B-92D0-176C-EA51-1E044AB1FF08}"/>
              </a:ext>
            </a:extLst>
          </p:cNvPr>
          <p:cNvGrpSpPr/>
          <p:nvPr/>
        </p:nvGrpSpPr>
        <p:grpSpPr>
          <a:xfrm>
            <a:off x="3012480" y="3029560"/>
            <a:ext cx="64440" cy="53640"/>
            <a:chOff x="3012480" y="3029560"/>
            <a:chExt cx="64440" cy="53640"/>
          </a:xfrm>
        </p:grpSpPr>
        <mc:AlternateContent xmlns:mc="http://schemas.openxmlformats.org/markup-compatibility/2006" xmlns:p14="http://schemas.microsoft.com/office/powerpoint/2010/main">
          <mc:Choice Requires="p14">
            <p:contentPart p14:bwMode="auto" r:id="rId134">
              <p14:nvContentPartPr>
                <p14:cNvPr id="80" name="Ink 79">
                  <a:extLst>
                    <a:ext uri="{FF2B5EF4-FFF2-40B4-BE49-F238E27FC236}">
                      <a16:creationId xmlns:a16="http://schemas.microsoft.com/office/drawing/2014/main" id="{819787DA-351C-B2E2-43D3-181C7DD25B14}"/>
                    </a:ext>
                  </a:extLst>
                </p14:cNvPr>
                <p14:cNvContentPartPr/>
                <p14:nvPr/>
              </p14:nvContentPartPr>
              <p14:xfrm>
                <a:off x="3012480" y="3029560"/>
                <a:ext cx="6840" cy="53640"/>
              </p14:xfrm>
            </p:contentPart>
          </mc:Choice>
          <mc:Fallback xmlns="">
            <p:pic>
              <p:nvPicPr>
                <p:cNvPr id="80" name="Ink 79">
                  <a:extLst>
                    <a:ext uri="{FF2B5EF4-FFF2-40B4-BE49-F238E27FC236}">
                      <a16:creationId xmlns:a16="http://schemas.microsoft.com/office/drawing/2014/main" id="{819787DA-351C-B2E2-43D3-181C7DD25B14}"/>
                    </a:ext>
                  </a:extLst>
                </p:cNvPr>
                <p:cNvPicPr/>
                <p:nvPr/>
              </p:nvPicPr>
              <p:blipFill>
                <a:blip r:embed="rId135"/>
                <a:stretch>
                  <a:fillRect/>
                </a:stretch>
              </p:blipFill>
              <p:spPr>
                <a:xfrm>
                  <a:off x="3008160" y="3025240"/>
                  <a:ext cx="154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1" name="Ink 80">
                  <a:extLst>
                    <a:ext uri="{FF2B5EF4-FFF2-40B4-BE49-F238E27FC236}">
                      <a16:creationId xmlns:a16="http://schemas.microsoft.com/office/drawing/2014/main" id="{9EC33DE4-4ED7-43D0-B5FA-19348DB15607}"/>
                    </a:ext>
                  </a:extLst>
                </p14:cNvPr>
                <p14:cNvContentPartPr/>
                <p14:nvPr/>
              </p14:nvContentPartPr>
              <p14:xfrm>
                <a:off x="3015000" y="3029560"/>
                <a:ext cx="61920" cy="41760"/>
              </p14:xfrm>
            </p:contentPart>
          </mc:Choice>
          <mc:Fallback xmlns="">
            <p:pic>
              <p:nvPicPr>
                <p:cNvPr id="81" name="Ink 80">
                  <a:extLst>
                    <a:ext uri="{FF2B5EF4-FFF2-40B4-BE49-F238E27FC236}">
                      <a16:creationId xmlns:a16="http://schemas.microsoft.com/office/drawing/2014/main" id="{9EC33DE4-4ED7-43D0-B5FA-19348DB15607}"/>
                    </a:ext>
                  </a:extLst>
                </p:cNvPr>
                <p:cNvPicPr/>
                <p:nvPr/>
              </p:nvPicPr>
              <p:blipFill>
                <a:blip r:embed="rId137"/>
                <a:stretch>
                  <a:fillRect/>
                </a:stretch>
              </p:blipFill>
              <p:spPr>
                <a:xfrm>
                  <a:off x="3010680" y="3025240"/>
                  <a:ext cx="70560" cy="50400"/>
                </a:xfrm>
                <a:prstGeom prst="rect">
                  <a:avLst/>
                </a:prstGeom>
              </p:spPr>
            </p:pic>
          </mc:Fallback>
        </mc:AlternateContent>
      </p:grpSp>
      <p:grpSp>
        <p:nvGrpSpPr>
          <p:cNvPr id="96" name="Group 95">
            <a:extLst>
              <a:ext uri="{FF2B5EF4-FFF2-40B4-BE49-F238E27FC236}">
                <a16:creationId xmlns:a16="http://schemas.microsoft.com/office/drawing/2014/main" id="{40A38CFB-DC99-215F-960C-0D780B445B57}"/>
              </a:ext>
            </a:extLst>
          </p:cNvPr>
          <p:cNvGrpSpPr/>
          <p:nvPr/>
        </p:nvGrpSpPr>
        <p:grpSpPr>
          <a:xfrm>
            <a:off x="4858920" y="2848480"/>
            <a:ext cx="1373400" cy="285120"/>
            <a:chOff x="4858920" y="2848480"/>
            <a:chExt cx="1373400" cy="285120"/>
          </a:xfrm>
        </p:grpSpPr>
        <mc:AlternateContent xmlns:mc="http://schemas.openxmlformats.org/markup-compatibility/2006" xmlns:p14="http://schemas.microsoft.com/office/powerpoint/2010/main">
          <mc:Choice Requires="p14">
            <p:contentPart p14:bwMode="auto" r:id="rId138">
              <p14:nvContentPartPr>
                <p14:cNvPr id="87" name="Ink 86">
                  <a:extLst>
                    <a:ext uri="{FF2B5EF4-FFF2-40B4-BE49-F238E27FC236}">
                      <a16:creationId xmlns:a16="http://schemas.microsoft.com/office/drawing/2014/main" id="{FF3C19F1-B97F-4B39-7708-8B68CE367149}"/>
                    </a:ext>
                  </a:extLst>
                </p14:cNvPr>
                <p14:cNvContentPartPr/>
                <p14:nvPr/>
              </p14:nvContentPartPr>
              <p14:xfrm>
                <a:off x="4858920" y="3051160"/>
                <a:ext cx="258840" cy="82440"/>
              </p14:xfrm>
            </p:contentPart>
          </mc:Choice>
          <mc:Fallback xmlns="">
            <p:pic>
              <p:nvPicPr>
                <p:cNvPr id="87" name="Ink 86">
                  <a:extLst>
                    <a:ext uri="{FF2B5EF4-FFF2-40B4-BE49-F238E27FC236}">
                      <a16:creationId xmlns:a16="http://schemas.microsoft.com/office/drawing/2014/main" id="{FF3C19F1-B97F-4B39-7708-8B68CE367149}"/>
                    </a:ext>
                  </a:extLst>
                </p:cNvPr>
                <p:cNvPicPr/>
                <p:nvPr/>
              </p:nvPicPr>
              <p:blipFill>
                <a:blip r:embed="rId139"/>
                <a:stretch>
                  <a:fillRect/>
                </a:stretch>
              </p:blipFill>
              <p:spPr>
                <a:xfrm>
                  <a:off x="4854600" y="3046840"/>
                  <a:ext cx="26748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8" name="Ink 87">
                  <a:extLst>
                    <a:ext uri="{FF2B5EF4-FFF2-40B4-BE49-F238E27FC236}">
                      <a16:creationId xmlns:a16="http://schemas.microsoft.com/office/drawing/2014/main" id="{BC76F490-70D8-0E07-F0C2-775D8C6C3628}"/>
                    </a:ext>
                  </a:extLst>
                </p14:cNvPr>
                <p14:cNvContentPartPr/>
                <p14:nvPr/>
              </p14:nvContentPartPr>
              <p14:xfrm>
                <a:off x="5233680" y="3068080"/>
                <a:ext cx="24840" cy="54000"/>
              </p14:xfrm>
            </p:contentPart>
          </mc:Choice>
          <mc:Fallback xmlns="">
            <p:pic>
              <p:nvPicPr>
                <p:cNvPr id="88" name="Ink 87">
                  <a:extLst>
                    <a:ext uri="{FF2B5EF4-FFF2-40B4-BE49-F238E27FC236}">
                      <a16:creationId xmlns:a16="http://schemas.microsoft.com/office/drawing/2014/main" id="{BC76F490-70D8-0E07-F0C2-775D8C6C3628}"/>
                    </a:ext>
                  </a:extLst>
                </p:cNvPr>
                <p:cNvPicPr/>
                <p:nvPr/>
              </p:nvPicPr>
              <p:blipFill>
                <a:blip r:embed="rId141"/>
                <a:stretch>
                  <a:fillRect/>
                </a:stretch>
              </p:blipFill>
              <p:spPr>
                <a:xfrm>
                  <a:off x="5229360" y="3063760"/>
                  <a:ext cx="3348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16BF08AE-DA55-DDBE-1804-B49DCC11F14D}"/>
                    </a:ext>
                  </a:extLst>
                </p14:cNvPr>
                <p14:cNvContentPartPr/>
                <p14:nvPr/>
              </p14:nvContentPartPr>
              <p14:xfrm>
                <a:off x="5356800" y="2901040"/>
                <a:ext cx="1800" cy="62280"/>
              </p14:xfrm>
            </p:contentPart>
          </mc:Choice>
          <mc:Fallback xmlns="">
            <p:pic>
              <p:nvPicPr>
                <p:cNvPr id="89" name="Ink 88">
                  <a:extLst>
                    <a:ext uri="{FF2B5EF4-FFF2-40B4-BE49-F238E27FC236}">
                      <a16:creationId xmlns:a16="http://schemas.microsoft.com/office/drawing/2014/main" id="{16BF08AE-DA55-DDBE-1804-B49DCC11F14D}"/>
                    </a:ext>
                  </a:extLst>
                </p:cNvPr>
                <p:cNvPicPr/>
                <p:nvPr/>
              </p:nvPicPr>
              <p:blipFill>
                <a:blip r:embed="rId143"/>
                <a:stretch>
                  <a:fillRect/>
                </a:stretch>
              </p:blipFill>
              <p:spPr>
                <a:xfrm>
                  <a:off x="5352480" y="2896720"/>
                  <a:ext cx="104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5EF32B11-DB5B-BEB7-CADE-551C4FB30D81}"/>
                    </a:ext>
                  </a:extLst>
                </p14:cNvPr>
                <p14:cNvContentPartPr/>
                <p14:nvPr/>
              </p14:nvContentPartPr>
              <p14:xfrm>
                <a:off x="5324760" y="3042520"/>
                <a:ext cx="172440" cy="77040"/>
              </p14:xfrm>
            </p:contentPart>
          </mc:Choice>
          <mc:Fallback xmlns="">
            <p:pic>
              <p:nvPicPr>
                <p:cNvPr id="90" name="Ink 89">
                  <a:extLst>
                    <a:ext uri="{FF2B5EF4-FFF2-40B4-BE49-F238E27FC236}">
                      <a16:creationId xmlns:a16="http://schemas.microsoft.com/office/drawing/2014/main" id="{5EF32B11-DB5B-BEB7-CADE-551C4FB30D81}"/>
                    </a:ext>
                  </a:extLst>
                </p:cNvPr>
                <p:cNvPicPr/>
                <p:nvPr/>
              </p:nvPicPr>
              <p:blipFill>
                <a:blip r:embed="rId145"/>
                <a:stretch>
                  <a:fillRect/>
                </a:stretch>
              </p:blipFill>
              <p:spPr>
                <a:xfrm>
                  <a:off x="5320440" y="3038200"/>
                  <a:ext cx="1810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E99000FC-C442-75F3-B82D-3E48075E521B}"/>
                    </a:ext>
                  </a:extLst>
                </p14:cNvPr>
                <p14:cNvContentPartPr/>
                <p14:nvPr/>
              </p14:nvContentPartPr>
              <p14:xfrm>
                <a:off x="5568480" y="3052600"/>
                <a:ext cx="113400" cy="56880"/>
              </p14:xfrm>
            </p:contentPart>
          </mc:Choice>
          <mc:Fallback xmlns="">
            <p:pic>
              <p:nvPicPr>
                <p:cNvPr id="91" name="Ink 90">
                  <a:extLst>
                    <a:ext uri="{FF2B5EF4-FFF2-40B4-BE49-F238E27FC236}">
                      <a16:creationId xmlns:a16="http://schemas.microsoft.com/office/drawing/2014/main" id="{E99000FC-C442-75F3-B82D-3E48075E521B}"/>
                    </a:ext>
                  </a:extLst>
                </p:cNvPr>
                <p:cNvPicPr/>
                <p:nvPr/>
              </p:nvPicPr>
              <p:blipFill>
                <a:blip r:embed="rId147"/>
                <a:stretch>
                  <a:fillRect/>
                </a:stretch>
              </p:blipFill>
              <p:spPr>
                <a:xfrm>
                  <a:off x="5564160" y="3048280"/>
                  <a:ext cx="1220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A1BB2404-11F9-4DE1-2EFE-AA7D52A339EB}"/>
                    </a:ext>
                  </a:extLst>
                </p14:cNvPr>
                <p14:cNvContentPartPr/>
                <p14:nvPr/>
              </p14:nvContentPartPr>
              <p14:xfrm>
                <a:off x="5804640" y="2848480"/>
                <a:ext cx="100440" cy="261000"/>
              </p14:xfrm>
            </p:contentPart>
          </mc:Choice>
          <mc:Fallback xmlns="">
            <p:pic>
              <p:nvPicPr>
                <p:cNvPr id="92" name="Ink 91">
                  <a:extLst>
                    <a:ext uri="{FF2B5EF4-FFF2-40B4-BE49-F238E27FC236}">
                      <a16:creationId xmlns:a16="http://schemas.microsoft.com/office/drawing/2014/main" id="{A1BB2404-11F9-4DE1-2EFE-AA7D52A339EB}"/>
                    </a:ext>
                  </a:extLst>
                </p:cNvPr>
                <p:cNvPicPr/>
                <p:nvPr/>
              </p:nvPicPr>
              <p:blipFill>
                <a:blip r:embed="rId149"/>
                <a:stretch>
                  <a:fillRect/>
                </a:stretch>
              </p:blipFill>
              <p:spPr>
                <a:xfrm>
                  <a:off x="5800320" y="2844160"/>
                  <a:ext cx="1090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2F05B50C-3C9D-67C2-E02A-B614C3BBDD85}"/>
                    </a:ext>
                  </a:extLst>
                </p14:cNvPr>
                <p14:cNvContentPartPr/>
                <p14:nvPr/>
              </p14:nvContentPartPr>
              <p14:xfrm>
                <a:off x="5742000" y="2974480"/>
                <a:ext cx="151920" cy="14040"/>
              </p14:xfrm>
            </p:contentPart>
          </mc:Choice>
          <mc:Fallback xmlns="">
            <p:pic>
              <p:nvPicPr>
                <p:cNvPr id="93" name="Ink 92">
                  <a:extLst>
                    <a:ext uri="{FF2B5EF4-FFF2-40B4-BE49-F238E27FC236}">
                      <a16:creationId xmlns:a16="http://schemas.microsoft.com/office/drawing/2014/main" id="{2F05B50C-3C9D-67C2-E02A-B614C3BBDD85}"/>
                    </a:ext>
                  </a:extLst>
                </p:cNvPr>
                <p:cNvPicPr/>
                <p:nvPr/>
              </p:nvPicPr>
              <p:blipFill>
                <a:blip r:embed="rId151"/>
                <a:stretch>
                  <a:fillRect/>
                </a:stretch>
              </p:blipFill>
              <p:spPr>
                <a:xfrm>
                  <a:off x="5737680" y="2970160"/>
                  <a:ext cx="1605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DB4D4D64-69AC-28F3-FCCC-7876DDA2F884}"/>
                    </a:ext>
                  </a:extLst>
                </p14:cNvPr>
                <p14:cNvContentPartPr/>
                <p14:nvPr/>
              </p14:nvContentPartPr>
              <p14:xfrm>
                <a:off x="5912640" y="3019120"/>
                <a:ext cx="117000" cy="107280"/>
              </p14:xfrm>
            </p:contentPart>
          </mc:Choice>
          <mc:Fallback xmlns="">
            <p:pic>
              <p:nvPicPr>
                <p:cNvPr id="94" name="Ink 93">
                  <a:extLst>
                    <a:ext uri="{FF2B5EF4-FFF2-40B4-BE49-F238E27FC236}">
                      <a16:creationId xmlns:a16="http://schemas.microsoft.com/office/drawing/2014/main" id="{DB4D4D64-69AC-28F3-FCCC-7876DDA2F884}"/>
                    </a:ext>
                  </a:extLst>
                </p:cNvPr>
                <p:cNvPicPr/>
                <p:nvPr/>
              </p:nvPicPr>
              <p:blipFill>
                <a:blip r:embed="rId153"/>
                <a:stretch>
                  <a:fillRect/>
                </a:stretch>
              </p:blipFill>
              <p:spPr>
                <a:xfrm>
                  <a:off x="5908320" y="3014800"/>
                  <a:ext cx="1256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81E8D17D-80C5-EF9A-0526-44C138C4B47E}"/>
                    </a:ext>
                  </a:extLst>
                </p14:cNvPr>
                <p14:cNvContentPartPr/>
                <p14:nvPr/>
              </p14:nvContentPartPr>
              <p14:xfrm>
                <a:off x="6140880" y="3009040"/>
                <a:ext cx="91440" cy="119520"/>
              </p14:xfrm>
            </p:contentPart>
          </mc:Choice>
          <mc:Fallback xmlns="">
            <p:pic>
              <p:nvPicPr>
                <p:cNvPr id="95" name="Ink 94">
                  <a:extLst>
                    <a:ext uri="{FF2B5EF4-FFF2-40B4-BE49-F238E27FC236}">
                      <a16:creationId xmlns:a16="http://schemas.microsoft.com/office/drawing/2014/main" id="{81E8D17D-80C5-EF9A-0526-44C138C4B47E}"/>
                    </a:ext>
                  </a:extLst>
                </p:cNvPr>
                <p:cNvPicPr/>
                <p:nvPr/>
              </p:nvPicPr>
              <p:blipFill>
                <a:blip r:embed="rId155"/>
                <a:stretch>
                  <a:fillRect/>
                </a:stretch>
              </p:blipFill>
              <p:spPr>
                <a:xfrm>
                  <a:off x="6136560" y="3004720"/>
                  <a:ext cx="100080" cy="12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61790356-842C-5B5D-0A0A-421B61CAB46E}"/>
                  </a:ext>
                </a:extLst>
              </p14:cNvPr>
              <p14:cNvContentPartPr/>
              <p14:nvPr/>
            </p14:nvContentPartPr>
            <p14:xfrm>
              <a:off x="3744720" y="3027040"/>
              <a:ext cx="173520" cy="214560"/>
            </p14:xfrm>
          </p:contentPart>
        </mc:Choice>
        <mc:Fallback xmlns="">
          <p:pic>
            <p:nvPicPr>
              <p:cNvPr id="98" name="Ink 97">
                <a:extLst>
                  <a:ext uri="{FF2B5EF4-FFF2-40B4-BE49-F238E27FC236}">
                    <a16:creationId xmlns:a16="http://schemas.microsoft.com/office/drawing/2014/main" id="{61790356-842C-5B5D-0A0A-421B61CAB46E}"/>
                  </a:ext>
                </a:extLst>
              </p:cNvPr>
              <p:cNvPicPr/>
              <p:nvPr/>
            </p:nvPicPr>
            <p:blipFill>
              <a:blip r:embed="rId157"/>
              <a:stretch>
                <a:fillRect/>
              </a:stretch>
            </p:blipFill>
            <p:spPr>
              <a:xfrm>
                <a:off x="3740400" y="3022720"/>
                <a:ext cx="182160" cy="223200"/>
              </a:xfrm>
              <a:prstGeom prst="rect">
                <a:avLst/>
              </a:prstGeom>
            </p:spPr>
          </p:pic>
        </mc:Fallback>
      </mc:AlternateContent>
      <p:grpSp>
        <p:nvGrpSpPr>
          <p:cNvPr id="103" name="Group 102">
            <a:extLst>
              <a:ext uri="{FF2B5EF4-FFF2-40B4-BE49-F238E27FC236}">
                <a16:creationId xmlns:a16="http://schemas.microsoft.com/office/drawing/2014/main" id="{E83B62D1-C227-6CFD-7BCA-ADD0A827B6FC}"/>
              </a:ext>
            </a:extLst>
          </p:cNvPr>
          <p:cNvGrpSpPr/>
          <p:nvPr/>
        </p:nvGrpSpPr>
        <p:grpSpPr>
          <a:xfrm>
            <a:off x="4178880" y="2943160"/>
            <a:ext cx="502560" cy="285120"/>
            <a:chOff x="4178880" y="2943160"/>
            <a:chExt cx="502560" cy="285120"/>
          </a:xfrm>
        </p:grpSpPr>
        <mc:AlternateContent xmlns:mc="http://schemas.openxmlformats.org/markup-compatibility/2006" xmlns:p14="http://schemas.microsoft.com/office/powerpoint/2010/main">
          <mc:Choice Requires="p14">
            <p:contentPart p14:bwMode="auto" r:id="rId158">
              <p14:nvContentPartPr>
                <p14:cNvPr id="99" name="Ink 98">
                  <a:extLst>
                    <a:ext uri="{FF2B5EF4-FFF2-40B4-BE49-F238E27FC236}">
                      <a16:creationId xmlns:a16="http://schemas.microsoft.com/office/drawing/2014/main" id="{95023D85-9C2D-BBAB-163E-46901754E59B}"/>
                    </a:ext>
                  </a:extLst>
                </p14:cNvPr>
                <p14:cNvContentPartPr/>
                <p14:nvPr/>
              </p14:nvContentPartPr>
              <p14:xfrm>
                <a:off x="4183560" y="3005080"/>
                <a:ext cx="141840" cy="160920"/>
              </p14:xfrm>
            </p:contentPart>
          </mc:Choice>
          <mc:Fallback xmlns="">
            <p:pic>
              <p:nvPicPr>
                <p:cNvPr id="99" name="Ink 98">
                  <a:extLst>
                    <a:ext uri="{FF2B5EF4-FFF2-40B4-BE49-F238E27FC236}">
                      <a16:creationId xmlns:a16="http://schemas.microsoft.com/office/drawing/2014/main" id="{95023D85-9C2D-BBAB-163E-46901754E59B}"/>
                    </a:ext>
                  </a:extLst>
                </p:cNvPr>
                <p:cNvPicPr/>
                <p:nvPr/>
              </p:nvPicPr>
              <p:blipFill>
                <a:blip r:embed="rId159"/>
                <a:stretch>
                  <a:fillRect/>
                </a:stretch>
              </p:blipFill>
              <p:spPr>
                <a:xfrm>
                  <a:off x="4179240" y="3000760"/>
                  <a:ext cx="1504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0" name="Ink 99">
                  <a:extLst>
                    <a:ext uri="{FF2B5EF4-FFF2-40B4-BE49-F238E27FC236}">
                      <a16:creationId xmlns:a16="http://schemas.microsoft.com/office/drawing/2014/main" id="{110BAB2D-BCAC-5663-8053-893D1F943C90}"/>
                    </a:ext>
                  </a:extLst>
                </p14:cNvPr>
                <p14:cNvContentPartPr/>
                <p14:nvPr/>
              </p14:nvContentPartPr>
              <p14:xfrm>
                <a:off x="4178880" y="3042520"/>
                <a:ext cx="137520" cy="78480"/>
              </p14:xfrm>
            </p:contentPart>
          </mc:Choice>
          <mc:Fallback xmlns="">
            <p:pic>
              <p:nvPicPr>
                <p:cNvPr id="100" name="Ink 99">
                  <a:extLst>
                    <a:ext uri="{FF2B5EF4-FFF2-40B4-BE49-F238E27FC236}">
                      <a16:creationId xmlns:a16="http://schemas.microsoft.com/office/drawing/2014/main" id="{110BAB2D-BCAC-5663-8053-893D1F943C90}"/>
                    </a:ext>
                  </a:extLst>
                </p:cNvPr>
                <p:cNvPicPr/>
                <p:nvPr/>
              </p:nvPicPr>
              <p:blipFill>
                <a:blip r:embed="rId161"/>
                <a:stretch>
                  <a:fillRect/>
                </a:stretch>
              </p:blipFill>
              <p:spPr>
                <a:xfrm>
                  <a:off x="4174560" y="3038200"/>
                  <a:ext cx="1461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F53D59AA-6683-00DF-941E-0517EE99AA51}"/>
                    </a:ext>
                  </a:extLst>
                </p14:cNvPr>
                <p14:cNvContentPartPr/>
                <p14:nvPr/>
              </p14:nvContentPartPr>
              <p14:xfrm>
                <a:off x="4405320" y="2943160"/>
                <a:ext cx="119160" cy="228960"/>
              </p14:xfrm>
            </p:contentPart>
          </mc:Choice>
          <mc:Fallback xmlns="">
            <p:pic>
              <p:nvPicPr>
                <p:cNvPr id="101" name="Ink 100">
                  <a:extLst>
                    <a:ext uri="{FF2B5EF4-FFF2-40B4-BE49-F238E27FC236}">
                      <a16:creationId xmlns:a16="http://schemas.microsoft.com/office/drawing/2014/main" id="{F53D59AA-6683-00DF-941E-0517EE99AA51}"/>
                    </a:ext>
                  </a:extLst>
                </p:cNvPr>
                <p:cNvPicPr/>
                <p:nvPr/>
              </p:nvPicPr>
              <p:blipFill>
                <a:blip r:embed="rId163"/>
                <a:stretch>
                  <a:fillRect/>
                </a:stretch>
              </p:blipFill>
              <p:spPr>
                <a:xfrm>
                  <a:off x="4401000" y="2938840"/>
                  <a:ext cx="1278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DAF0B00F-CE56-7712-1BA6-C9EEA51AC5EB}"/>
                    </a:ext>
                  </a:extLst>
                </p14:cNvPr>
                <p14:cNvContentPartPr/>
                <p14:nvPr/>
              </p14:nvContentPartPr>
              <p14:xfrm>
                <a:off x="4539240" y="2996800"/>
                <a:ext cx="142200" cy="231480"/>
              </p14:xfrm>
            </p:contentPart>
          </mc:Choice>
          <mc:Fallback xmlns="">
            <p:pic>
              <p:nvPicPr>
                <p:cNvPr id="102" name="Ink 101">
                  <a:extLst>
                    <a:ext uri="{FF2B5EF4-FFF2-40B4-BE49-F238E27FC236}">
                      <a16:creationId xmlns:a16="http://schemas.microsoft.com/office/drawing/2014/main" id="{DAF0B00F-CE56-7712-1BA6-C9EEA51AC5EB}"/>
                    </a:ext>
                  </a:extLst>
                </p:cNvPr>
                <p:cNvPicPr/>
                <p:nvPr/>
              </p:nvPicPr>
              <p:blipFill>
                <a:blip r:embed="rId165"/>
                <a:stretch>
                  <a:fillRect/>
                </a:stretch>
              </p:blipFill>
              <p:spPr>
                <a:xfrm>
                  <a:off x="4534920" y="2992480"/>
                  <a:ext cx="150840" cy="240120"/>
                </a:xfrm>
                <a:prstGeom prst="rect">
                  <a:avLst/>
                </a:prstGeom>
              </p:spPr>
            </p:pic>
          </mc:Fallback>
        </mc:AlternateContent>
      </p:grpSp>
      <p:grpSp>
        <p:nvGrpSpPr>
          <p:cNvPr id="121" name="Group 120">
            <a:extLst>
              <a:ext uri="{FF2B5EF4-FFF2-40B4-BE49-F238E27FC236}">
                <a16:creationId xmlns:a16="http://schemas.microsoft.com/office/drawing/2014/main" id="{377880A2-E387-6CED-90E4-72AB76332959}"/>
              </a:ext>
            </a:extLst>
          </p:cNvPr>
          <p:cNvGrpSpPr/>
          <p:nvPr/>
        </p:nvGrpSpPr>
        <p:grpSpPr>
          <a:xfrm>
            <a:off x="815400" y="3564520"/>
            <a:ext cx="309600" cy="324720"/>
            <a:chOff x="815400" y="3564520"/>
            <a:chExt cx="309600" cy="324720"/>
          </a:xfrm>
        </p:grpSpPr>
        <mc:AlternateContent xmlns:mc="http://schemas.openxmlformats.org/markup-compatibility/2006" xmlns:p14="http://schemas.microsoft.com/office/powerpoint/2010/main">
          <mc:Choice Requires="p14">
            <p:contentPart p14:bwMode="auto" r:id="rId166">
              <p14:nvContentPartPr>
                <p14:cNvPr id="104" name="Ink 103">
                  <a:extLst>
                    <a:ext uri="{FF2B5EF4-FFF2-40B4-BE49-F238E27FC236}">
                      <a16:creationId xmlns:a16="http://schemas.microsoft.com/office/drawing/2014/main" id="{43EDB13B-69EB-B504-85FA-5656E213841F}"/>
                    </a:ext>
                  </a:extLst>
                </p14:cNvPr>
                <p14:cNvContentPartPr/>
                <p14:nvPr/>
              </p14:nvContentPartPr>
              <p14:xfrm>
                <a:off x="815400" y="3748120"/>
                <a:ext cx="82440" cy="65880"/>
              </p14:xfrm>
            </p:contentPart>
          </mc:Choice>
          <mc:Fallback xmlns="">
            <p:pic>
              <p:nvPicPr>
                <p:cNvPr id="104" name="Ink 103">
                  <a:extLst>
                    <a:ext uri="{FF2B5EF4-FFF2-40B4-BE49-F238E27FC236}">
                      <a16:creationId xmlns:a16="http://schemas.microsoft.com/office/drawing/2014/main" id="{43EDB13B-69EB-B504-85FA-5656E213841F}"/>
                    </a:ext>
                  </a:extLst>
                </p:cNvPr>
                <p:cNvPicPr/>
                <p:nvPr/>
              </p:nvPicPr>
              <p:blipFill>
                <a:blip r:embed="rId167"/>
                <a:stretch>
                  <a:fillRect/>
                </a:stretch>
              </p:blipFill>
              <p:spPr>
                <a:xfrm>
                  <a:off x="811080" y="3743800"/>
                  <a:ext cx="910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5" name="Ink 104">
                  <a:extLst>
                    <a:ext uri="{FF2B5EF4-FFF2-40B4-BE49-F238E27FC236}">
                      <a16:creationId xmlns:a16="http://schemas.microsoft.com/office/drawing/2014/main" id="{02995DB5-DFF1-FD9C-8D45-EDE4A3C129F8}"/>
                    </a:ext>
                  </a:extLst>
                </p14:cNvPr>
                <p14:cNvContentPartPr/>
                <p14:nvPr/>
              </p14:nvContentPartPr>
              <p14:xfrm>
                <a:off x="842400" y="3568480"/>
                <a:ext cx="14400" cy="12960"/>
              </p14:xfrm>
            </p:contentPart>
          </mc:Choice>
          <mc:Fallback xmlns="">
            <p:pic>
              <p:nvPicPr>
                <p:cNvPr id="105" name="Ink 104">
                  <a:extLst>
                    <a:ext uri="{FF2B5EF4-FFF2-40B4-BE49-F238E27FC236}">
                      <a16:creationId xmlns:a16="http://schemas.microsoft.com/office/drawing/2014/main" id="{02995DB5-DFF1-FD9C-8D45-EDE4A3C129F8}"/>
                    </a:ext>
                  </a:extLst>
                </p:cNvPr>
                <p:cNvPicPr/>
                <p:nvPr/>
              </p:nvPicPr>
              <p:blipFill>
                <a:blip r:embed="rId169"/>
                <a:stretch>
                  <a:fillRect/>
                </a:stretch>
              </p:blipFill>
              <p:spPr>
                <a:xfrm>
                  <a:off x="838080" y="3564160"/>
                  <a:ext cx="230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6" name="Ink 105">
                  <a:extLst>
                    <a:ext uri="{FF2B5EF4-FFF2-40B4-BE49-F238E27FC236}">
                      <a16:creationId xmlns:a16="http://schemas.microsoft.com/office/drawing/2014/main" id="{8A213A09-F385-24E9-23A4-B1C23B7DF558}"/>
                    </a:ext>
                  </a:extLst>
                </p14:cNvPr>
                <p14:cNvContentPartPr/>
                <p14:nvPr/>
              </p14:nvContentPartPr>
              <p14:xfrm>
                <a:off x="946440" y="3564520"/>
                <a:ext cx="151920" cy="324720"/>
              </p14:xfrm>
            </p:contentPart>
          </mc:Choice>
          <mc:Fallback xmlns="">
            <p:pic>
              <p:nvPicPr>
                <p:cNvPr id="106" name="Ink 105">
                  <a:extLst>
                    <a:ext uri="{FF2B5EF4-FFF2-40B4-BE49-F238E27FC236}">
                      <a16:creationId xmlns:a16="http://schemas.microsoft.com/office/drawing/2014/main" id="{8A213A09-F385-24E9-23A4-B1C23B7DF558}"/>
                    </a:ext>
                  </a:extLst>
                </p:cNvPr>
                <p:cNvPicPr/>
                <p:nvPr/>
              </p:nvPicPr>
              <p:blipFill>
                <a:blip r:embed="rId171"/>
                <a:stretch>
                  <a:fillRect/>
                </a:stretch>
              </p:blipFill>
              <p:spPr>
                <a:xfrm>
                  <a:off x="942120" y="3560200"/>
                  <a:ext cx="1605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7" name="Ink 106">
                  <a:extLst>
                    <a:ext uri="{FF2B5EF4-FFF2-40B4-BE49-F238E27FC236}">
                      <a16:creationId xmlns:a16="http://schemas.microsoft.com/office/drawing/2014/main" id="{4C327695-8C32-1133-5EC2-8E7890B44E3E}"/>
                    </a:ext>
                  </a:extLst>
                </p14:cNvPr>
                <p14:cNvContentPartPr/>
                <p14:nvPr/>
              </p14:nvContentPartPr>
              <p14:xfrm>
                <a:off x="938520" y="3718600"/>
                <a:ext cx="186480" cy="2520"/>
              </p14:xfrm>
            </p:contentPart>
          </mc:Choice>
          <mc:Fallback xmlns="">
            <p:pic>
              <p:nvPicPr>
                <p:cNvPr id="107" name="Ink 106">
                  <a:extLst>
                    <a:ext uri="{FF2B5EF4-FFF2-40B4-BE49-F238E27FC236}">
                      <a16:creationId xmlns:a16="http://schemas.microsoft.com/office/drawing/2014/main" id="{4C327695-8C32-1133-5EC2-8E7890B44E3E}"/>
                    </a:ext>
                  </a:extLst>
                </p:cNvPr>
                <p:cNvPicPr/>
                <p:nvPr/>
              </p:nvPicPr>
              <p:blipFill>
                <a:blip r:embed="rId173"/>
                <a:stretch>
                  <a:fillRect/>
                </a:stretch>
              </p:blipFill>
              <p:spPr>
                <a:xfrm>
                  <a:off x="934200" y="3714280"/>
                  <a:ext cx="195120" cy="11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4">
            <p14:nvContentPartPr>
              <p14:cNvPr id="108" name="Ink 107">
                <a:extLst>
                  <a:ext uri="{FF2B5EF4-FFF2-40B4-BE49-F238E27FC236}">
                    <a16:creationId xmlns:a16="http://schemas.microsoft.com/office/drawing/2014/main" id="{B608B0F3-8047-0F38-9A92-DC8A9D8F0E6A}"/>
                  </a:ext>
                </a:extLst>
              </p14:cNvPr>
              <p14:cNvContentPartPr/>
              <p14:nvPr/>
            </p14:nvContentPartPr>
            <p14:xfrm>
              <a:off x="1659600" y="3706000"/>
              <a:ext cx="183960" cy="98640"/>
            </p14:xfrm>
          </p:contentPart>
        </mc:Choice>
        <mc:Fallback xmlns="">
          <p:pic>
            <p:nvPicPr>
              <p:cNvPr id="108" name="Ink 107">
                <a:extLst>
                  <a:ext uri="{FF2B5EF4-FFF2-40B4-BE49-F238E27FC236}">
                    <a16:creationId xmlns:a16="http://schemas.microsoft.com/office/drawing/2014/main" id="{B608B0F3-8047-0F38-9A92-DC8A9D8F0E6A}"/>
                  </a:ext>
                </a:extLst>
              </p:cNvPr>
              <p:cNvPicPr/>
              <p:nvPr/>
            </p:nvPicPr>
            <p:blipFill>
              <a:blip r:embed="rId175"/>
              <a:stretch>
                <a:fillRect/>
              </a:stretch>
            </p:blipFill>
            <p:spPr>
              <a:xfrm>
                <a:off x="1655280" y="3701680"/>
                <a:ext cx="192600" cy="107280"/>
              </a:xfrm>
              <a:prstGeom prst="rect">
                <a:avLst/>
              </a:prstGeom>
            </p:spPr>
          </p:pic>
        </mc:Fallback>
      </mc:AlternateContent>
      <p:grpSp>
        <p:nvGrpSpPr>
          <p:cNvPr id="120" name="Group 119">
            <a:extLst>
              <a:ext uri="{FF2B5EF4-FFF2-40B4-BE49-F238E27FC236}">
                <a16:creationId xmlns:a16="http://schemas.microsoft.com/office/drawing/2014/main" id="{0DC47189-A8FB-A6D3-1317-A1F85DB9C4D8}"/>
              </a:ext>
            </a:extLst>
          </p:cNvPr>
          <p:cNvGrpSpPr/>
          <p:nvPr/>
        </p:nvGrpSpPr>
        <p:grpSpPr>
          <a:xfrm>
            <a:off x="2089800" y="3650560"/>
            <a:ext cx="145440" cy="68400"/>
            <a:chOff x="2089800" y="3650560"/>
            <a:chExt cx="145440" cy="68400"/>
          </a:xfrm>
        </p:grpSpPr>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8522D841-E050-4E0B-FF07-B3C285703A18}"/>
                    </a:ext>
                  </a:extLst>
                </p14:cNvPr>
                <p14:cNvContentPartPr/>
                <p14:nvPr/>
              </p14:nvContentPartPr>
              <p14:xfrm>
                <a:off x="2122920" y="3650560"/>
                <a:ext cx="95400" cy="10800"/>
              </p14:xfrm>
            </p:contentPart>
          </mc:Choice>
          <mc:Fallback xmlns="">
            <p:pic>
              <p:nvPicPr>
                <p:cNvPr id="109" name="Ink 108">
                  <a:extLst>
                    <a:ext uri="{FF2B5EF4-FFF2-40B4-BE49-F238E27FC236}">
                      <a16:creationId xmlns:a16="http://schemas.microsoft.com/office/drawing/2014/main" id="{8522D841-E050-4E0B-FF07-B3C285703A18}"/>
                    </a:ext>
                  </a:extLst>
                </p:cNvPr>
                <p:cNvPicPr/>
                <p:nvPr/>
              </p:nvPicPr>
              <p:blipFill>
                <a:blip r:embed="rId177"/>
                <a:stretch>
                  <a:fillRect/>
                </a:stretch>
              </p:blipFill>
              <p:spPr>
                <a:xfrm>
                  <a:off x="2118600" y="3646240"/>
                  <a:ext cx="1040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31008504-5A6A-C578-4A28-B641D85EF69C}"/>
                    </a:ext>
                  </a:extLst>
                </p14:cNvPr>
                <p14:cNvContentPartPr/>
                <p14:nvPr/>
              </p14:nvContentPartPr>
              <p14:xfrm>
                <a:off x="2089800" y="3650560"/>
                <a:ext cx="145440" cy="68400"/>
              </p14:xfrm>
            </p:contentPart>
          </mc:Choice>
          <mc:Fallback xmlns="">
            <p:pic>
              <p:nvPicPr>
                <p:cNvPr id="110" name="Ink 109">
                  <a:extLst>
                    <a:ext uri="{FF2B5EF4-FFF2-40B4-BE49-F238E27FC236}">
                      <a16:creationId xmlns:a16="http://schemas.microsoft.com/office/drawing/2014/main" id="{31008504-5A6A-C578-4A28-B641D85EF69C}"/>
                    </a:ext>
                  </a:extLst>
                </p:cNvPr>
                <p:cNvPicPr/>
                <p:nvPr/>
              </p:nvPicPr>
              <p:blipFill>
                <a:blip r:embed="rId179"/>
                <a:stretch>
                  <a:fillRect/>
                </a:stretch>
              </p:blipFill>
              <p:spPr>
                <a:xfrm>
                  <a:off x="2085480" y="3646240"/>
                  <a:ext cx="154080" cy="77040"/>
                </a:xfrm>
                <a:prstGeom prst="rect">
                  <a:avLst/>
                </a:prstGeom>
              </p:spPr>
            </p:pic>
          </mc:Fallback>
        </mc:AlternateContent>
      </p:grpSp>
      <p:grpSp>
        <p:nvGrpSpPr>
          <p:cNvPr id="119" name="Group 118">
            <a:extLst>
              <a:ext uri="{FF2B5EF4-FFF2-40B4-BE49-F238E27FC236}">
                <a16:creationId xmlns:a16="http://schemas.microsoft.com/office/drawing/2014/main" id="{0F091C3F-7AAE-0D7B-E4E2-03991ECAA391}"/>
              </a:ext>
            </a:extLst>
          </p:cNvPr>
          <p:cNvGrpSpPr/>
          <p:nvPr/>
        </p:nvGrpSpPr>
        <p:grpSpPr>
          <a:xfrm>
            <a:off x="2446200" y="3527440"/>
            <a:ext cx="394920" cy="242640"/>
            <a:chOff x="2446200" y="3527440"/>
            <a:chExt cx="394920" cy="242640"/>
          </a:xfrm>
        </p:grpSpPr>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57EEE148-924A-3A7E-2865-EBA4F079A5F7}"/>
                    </a:ext>
                  </a:extLst>
                </p14:cNvPr>
                <p14:cNvContentPartPr/>
                <p14:nvPr/>
              </p14:nvContentPartPr>
              <p14:xfrm>
                <a:off x="2446200" y="3553000"/>
                <a:ext cx="202320" cy="214920"/>
              </p14:xfrm>
            </p:contentPart>
          </mc:Choice>
          <mc:Fallback xmlns="">
            <p:pic>
              <p:nvPicPr>
                <p:cNvPr id="111" name="Ink 110">
                  <a:extLst>
                    <a:ext uri="{FF2B5EF4-FFF2-40B4-BE49-F238E27FC236}">
                      <a16:creationId xmlns:a16="http://schemas.microsoft.com/office/drawing/2014/main" id="{57EEE148-924A-3A7E-2865-EBA4F079A5F7}"/>
                    </a:ext>
                  </a:extLst>
                </p:cNvPr>
                <p:cNvPicPr/>
                <p:nvPr/>
              </p:nvPicPr>
              <p:blipFill>
                <a:blip r:embed="rId181"/>
                <a:stretch>
                  <a:fillRect/>
                </a:stretch>
              </p:blipFill>
              <p:spPr>
                <a:xfrm>
                  <a:off x="2441880" y="3548680"/>
                  <a:ext cx="2109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D93754FC-205C-4416-E7F0-72ABEA1D6DC5}"/>
                    </a:ext>
                  </a:extLst>
                </p14:cNvPr>
                <p14:cNvContentPartPr/>
                <p14:nvPr/>
              </p14:nvContentPartPr>
              <p14:xfrm>
                <a:off x="2729880" y="3527440"/>
                <a:ext cx="111240" cy="242640"/>
              </p14:xfrm>
            </p:contentPart>
          </mc:Choice>
          <mc:Fallback xmlns="">
            <p:pic>
              <p:nvPicPr>
                <p:cNvPr id="112" name="Ink 111">
                  <a:extLst>
                    <a:ext uri="{FF2B5EF4-FFF2-40B4-BE49-F238E27FC236}">
                      <a16:creationId xmlns:a16="http://schemas.microsoft.com/office/drawing/2014/main" id="{D93754FC-205C-4416-E7F0-72ABEA1D6DC5}"/>
                    </a:ext>
                  </a:extLst>
                </p:cNvPr>
                <p:cNvPicPr/>
                <p:nvPr/>
              </p:nvPicPr>
              <p:blipFill>
                <a:blip r:embed="rId183"/>
                <a:stretch>
                  <a:fillRect/>
                </a:stretch>
              </p:blipFill>
              <p:spPr>
                <a:xfrm>
                  <a:off x="2725560" y="3523120"/>
                  <a:ext cx="119880" cy="251280"/>
                </a:xfrm>
                <a:prstGeom prst="rect">
                  <a:avLst/>
                </a:prstGeom>
              </p:spPr>
            </p:pic>
          </mc:Fallback>
        </mc:AlternateContent>
      </p:grpSp>
      <p:grpSp>
        <p:nvGrpSpPr>
          <p:cNvPr id="118" name="Group 117">
            <a:extLst>
              <a:ext uri="{FF2B5EF4-FFF2-40B4-BE49-F238E27FC236}">
                <a16:creationId xmlns:a16="http://schemas.microsoft.com/office/drawing/2014/main" id="{766C18AC-3380-55F8-994C-9D80B1E88282}"/>
              </a:ext>
            </a:extLst>
          </p:cNvPr>
          <p:cNvGrpSpPr/>
          <p:nvPr/>
        </p:nvGrpSpPr>
        <p:grpSpPr>
          <a:xfrm>
            <a:off x="3688560" y="3475960"/>
            <a:ext cx="1010880" cy="353520"/>
            <a:chOff x="3688560" y="3475960"/>
            <a:chExt cx="1010880" cy="353520"/>
          </a:xfrm>
        </p:grpSpPr>
        <mc:AlternateContent xmlns:mc="http://schemas.openxmlformats.org/markup-compatibility/2006" xmlns:p14="http://schemas.microsoft.com/office/powerpoint/2010/main">
          <mc:Choice Requires="p14">
            <p:contentPart p14:bwMode="auto" r:id="rId184">
              <p14:nvContentPartPr>
                <p14:cNvPr id="113" name="Ink 112">
                  <a:extLst>
                    <a:ext uri="{FF2B5EF4-FFF2-40B4-BE49-F238E27FC236}">
                      <a16:creationId xmlns:a16="http://schemas.microsoft.com/office/drawing/2014/main" id="{358CBD5C-5798-1951-6BD5-2FD57AD75B4D}"/>
                    </a:ext>
                  </a:extLst>
                </p14:cNvPr>
                <p14:cNvContentPartPr/>
                <p14:nvPr/>
              </p14:nvContentPartPr>
              <p14:xfrm>
                <a:off x="3836160" y="3511960"/>
                <a:ext cx="68400" cy="260640"/>
              </p14:xfrm>
            </p:contentPart>
          </mc:Choice>
          <mc:Fallback xmlns="">
            <p:pic>
              <p:nvPicPr>
                <p:cNvPr id="113" name="Ink 112">
                  <a:extLst>
                    <a:ext uri="{FF2B5EF4-FFF2-40B4-BE49-F238E27FC236}">
                      <a16:creationId xmlns:a16="http://schemas.microsoft.com/office/drawing/2014/main" id="{358CBD5C-5798-1951-6BD5-2FD57AD75B4D}"/>
                    </a:ext>
                  </a:extLst>
                </p:cNvPr>
                <p:cNvPicPr/>
                <p:nvPr/>
              </p:nvPicPr>
              <p:blipFill>
                <a:blip r:embed="rId185"/>
                <a:stretch>
                  <a:fillRect/>
                </a:stretch>
              </p:blipFill>
              <p:spPr>
                <a:xfrm>
                  <a:off x="3831840" y="3507640"/>
                  <a:ext cx="7704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Ink 113">
                  <a:extLst>
                    <a:ext uri="{FF2B5EF4-FFF2-40B4-BE49-F238E27FC236}">
                      <a16:creationId xmlns:a16="http://schemas.microsoft.com/office/drawing/2014/main" id="{A34F1CF6-29D3-060D-BD8B-94B4BAE74428}"/>
                    </a:ext>
                  </a:extLst>
                </p14:cNvPr>
                <p14:cNvContentPartPr/>
                <p14:nvPr/>
              </p14:nvContentPartPr>
              <p14:xfrm>
                <a:off x="3688560" y="3475960"/>
                <a:ext cx="450720" cy="34200"/>
              </p14:xfrm>
            </p:contentPart>
          </mc:Choice>
          <mc:Fallback xmlns="">
            <p:pic>
              <p:nvPicPr>
                <p:cNvPr id="114" name="Ink 113">
                  <a:extLst>
                    <a:ext uri="{FF2B5EF4-FFF2-40B4-BE49-F238E27FC236}">
                      <a16:creationId xmlns:a16="http://schemas.microsoft.com/office/drawing/2014/main" id="{A34F1CF6-29D3-060D-BD8B-94B4BAE74428}"/>
                    </a:ext>
                  </a:extLst>
                </p:cNvPr>
                <p:cNvPicPr/>
                <p:nvPr/>
              </p:nvPicPr>
              <p:blipFill>
                <a:blip r:embed="rId187"/>
                <a:stretch>
                  <a:fillRect/>
                </a:stretch>
              </p:blipFill>
              <p:spPr>
                <a:xfrm>
                  <a:off x="3684240" y="3471640"/>
                  <a:ext cx="4593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Ink 114">
                  <a:extLst>
                    <a:ext uri="{FF2B5EF4-FFF2-40B4-BE49-F238E27FC236}">
                      <a16:creationId xmlns:a16="http://schemas.microsoft.com/office/drawing/2014/main" id="{4023EF35-8B61-A3E5-6CC5-3D672D84F301}"/>
                    </a:ext>
                  </a:extLst>
                </p14:cNvPr>
                <p14:cNvContentPartPr/>
                <p14:nvPr/>
              </p14:nvContentPartPr>
              <p14:xfrm>
                <a:off x="4125240" y="3554080"/>
                <a:ext cx="150120" cy="222840"/>
              </p14:xfrm>
            </p:contentPart>
          </mc:Choice>
          <mc:Fallback xmlns="">
            <p:pic>
              <p:nvPicPr>
                <p:cNvPr id="115" name="Ink 114">
                  <a:extLst>
                    <a:ext uri="{FF2B5EF4-FFF2-40B4-BE49-F238E27FC236}">
                      <a16:creationId xmlns:a16="http://schemas.microsoft.com/office/drawing/2014/main" id="{4023EF35-8B61-A3E5-6CC5-3D672D84F301}"/>
                    </a:ext>
                  </a:extLst>
                </p:cNvPr>
                <p:cNvPicPr/>
                <p:nvPr/>
              </p:nvPicPr>
              <p:blipFill>
                <a:blip r:embed="rId189"/>
                <a:stretch>
                  <a:fillRect/>
                </a:stretch>
              </p:blipFill>
              <p:spPr>
                <a:xfrm>
                  <a:off x="4120920" y="3549760"/>
                  <a:ext cx="1587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A9F3F608-5EE0-3D0B-DEBD-C54E7E54191A}"/>
                    </a:ext>
                  </a:extLst>
                </p14:cNvPr>
                <p14:cNvContentPartPr/>
                <p14:nvPr/>
              </p14:nvContentPartPr>
              <p14:xfrm>
                <a:off x="4325040" y="3632560"/>
                <a:ext cx="177480" cy="70560"/>
              </p14:xfrm>
            </p:contentPart>
          </mc:Choice>
          <mc:Fallback xmlns="">
            <p:pic>
              <p:nvPicPr>
                <p:cNvPr id="116" name="Ink 115">
                  <a:extLst>
                    <a:ext uri="{FF2B5EF4-FFF2-40B4-BE49-F238E27FC236}">
                      <a16:creationId xmlns:a16="http://schemas.microsoft.com/office/drawing/2014/main" id="{A9F3F608-5EE0-3D0B-DEBD-C54E7E54191A}"/>
                    </a:ext>
                  </a:extLst>
                </p:cNvPr>
                <p:cNvPicPr/>
                <p:nvPr/>
              </p:nvPicPr>
              <p:blipFill>
                <a:blip r:embed="rId191"/>
                <a:stretch>
                  <a:fillRect/>
                </a:stretch>
              </p:blipFill>
              <p:spPr>
                <a:xfrm>
                  <a:off x="4320720" y="3628240"/>
                  <a:ext cx="1861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7CCB75D4-9731-B0FA-6E7B-D3D1F6A50F9D}"/>
                    </a:ext>
                  </a:extLst>
                </p14:cNvPr>
                <p14:cNvContentPartPr/>
                <p14:nvPr/>
              </p14:nvContentPartPr>
              <p14:xfrm>
                <a:off x="4565160" y="3477400"/>
                <a:ext cx="134280" cy="352080"/>
              </p14:xfrm>
            </p:contentPart>
          </mc:Choice>
          <mc:Fallback xmlns="">
            <p:pic>
              <p:nvPicPr>
                <p:cNvPr id="117" name="Ink 116">
                  <a:extLst>
                    <a:ext uri="{FF2B5EF4-FFF2-40B4-BE49-F238E27FC236}">
                      <a16:creationId xmlns:a16="http://schemas.microsoft.com/office/drawing/2014/main" id="{7CCB75D4-9731-B0FA-6E7B-D3D1F6A50F9D}"/>
                    </a:ext>
                  </a:extLst>
                </p:cNvPr>
                <p:cNvPicPr/>
                <p:nvPr/>
              </p:nvPicPr>
              <p:blipFill>
                <a:blip r:embed="rId193"/>
                <a:stretch>
                  <a:fillRect/>
                </a:stretch>
              </p:blipFill>
              <p:spPr>
                <a:xfrm>
                  <a:off x="4560840" y="3473080"/>
                  <a:ext cx="142920" cy="360720"/>
                </a:xfrm>
                <a:prstGeom prst="rect">
                  <a:avLst/>
                </a:prstGeom>
              </p:spPr>
            </p:pic>
          </mc:Fallback>
        </mc:AlternateContent>
      </p:grpSp>
      <p:grpSp>
        <p:nvGrpSpPr>
          <p:cNvPr id="124" name="Group 123">
            <a:extLst>
              <a:ext uri="{FF2B5EF4-FFF2-40B4-BE49-F238E27FC236}">
                <a16:creationId xmlns:a16="http://schemas.microsoft.com/office/drawing/2014/main" id="{100D8713-D8A2-65FA-16FF-7511F3F079CE}"/>
              </a:ext>
            </a:extLst>
          </p:cNvPr>
          <p:cNvGrpSpPr/>
          <p:nvPr/>
        </p:nvGrpSpPr>
        <p:grpSpPr>
          <a:xfrm>
            <a:off x="4914000" y="3607000"/>
            <a:ext cx="185400" cy="106920"/>
            <a:chOff x="4914000" y="3607000"/>
            <a:chExt cx="185400" cy="106920"/>
          </a:xfrm>
        </p:grpSpPr>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99FE3094-2F8E-DF03-DC1C-B28FF2E81051}"/>
                    </a:ext>
                  </a:extLst>
                </p14:cNvPr>
                <p14:cNvContentPartPr/>
                <p14:nvPr/>
              </p14:nvContentPartPr>
              <p14:xfrm>
                <a:off x="4914000" y="3607000"/>
                <a:ext cx="177120" cy="30600"/>
              </p14:xfrm>
            </p:contentPart>
          </mc:Choice>
          <mc:Fallback xmlns="">
            <p:pic>
              <p:nvPicPr>
                <p:cNvPr id="122" name="Ink 121">
                  <a:extLst>
                    <a:ext uri="{FF2B5EF4-FFF2-40B4-BE49-F238E27FC236}">
                      <a16:creationId xmlns:a16="http://schemas.microsoft.com/office/drawing/2014/main" id="{99FE3094-2F8E-DF03-DC1C-B28FF2E81051}"/>
                    </a:ext>
                  </a:extLst>
                </p:cNvPr>
                <p:cNvPicPr/>
                <p:nvPr/>
              </p:nvPicPr>
              <p:blipFill>
                <a:blip r:embed="rId195"/>
                <a:stretch>
                  <a:fillRect/>
                </a:stretch>
              </p:blipFill>
              <p:spPr>
                <a:xfrm>
                  <a:off x="4909680" y="3602680"/>
                  <a:ext cx="1857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2800E884-4E7C-8195-87D7-756153ADF725}"/>
                    </a:ext>
                  </a:extLst>
                </p14:cNvPr>
                <p14:cNvContentPartPr/>
                <p14:nvPr/>
              </p14:nvContentPartPr>
              <p14:xfrm>
                <a:off x="4928400" y="3704200"/>
                <a:ext cx="171000" cy="9720"/>
              </p14:xfrm>
            </p:contentPart>
          </mc:Choice>
          <mc:Fallback xmlns="">
            <p:pic>
              <p:nvPicPr>
                <p:cNvPr id="123" name="Ink 122">
                  <a:extLst>
                    <a:ext uri="{FF2B5EF4-FFF2-40B4-BE49-F238E27FC236}">
                      <a16:creationId xmlns:a16="http://schemas.microsoft.com/office/drawing/2014/main" id="{2800E884-4E7C-8195-87D7-756153ADF725}"/>
                    </a:ext>
                  </a:extLst>
                </p:cNvPr>
                <p:cNvPicPr/>
                <p:nvPr/>
              </p:nvPicPr>
              <p:blipFill>
                <a:blip r:embed="rId197"/>
                <a:stretch>
                  <a:fillRect/>
                </a:stretch>
              </p:blipFill>
              <p:spPr>
                <a:xfrm>
                  <a:off x="4924080" y="3699880"/>
                  <a:ext cx="179640" cy="18360"/>
                </a:xfrm>
                <a:prstGeom prst="rect">
                  <a:avLst/>
                </a:prstGeom>
              </p:spPr>
            </p:pic>
          </mc:Fallback>
        </mc:AlternateContent>
      </p:grpSp>
      <p:grpSp>
        <p:nvGrpSpPr>
          <p:cNvPr id="129" name="Group 128">
            <a:extLst>
              <a:ext uri="{FF2B5EF4-FFF2-40B4-BE49-F238E27FC236}">
                <a16:creationId xmlns:a16="http://schemas.microsoft.com/office/drawing/2014/main" id="{2FF6BC01-2497-3317-89A9-E4114D2BDE4E}"/>
              </a:ext>
            </a:extLst>
          </p:cNvPr>
          <p:cNvGrpSpPr/>
          <p:nvPr/>
        </p:nvGrpSpPr>
        <p:grpSpPr>
          <a:xfrm>
            <a:off x="5391720" y="3522400"/>
            <a:ext cx="462240" cy="217080"/>
            <a:chOff x="5391720" y="3522400"/>
            <a:chExt cx="462240" cy="217080"/>
          </a:xfrm>
        </p:grpSpPr>
        <mc:AlternateContent xmlns:mc="http://schemas.openxmlformats.org/markup-compatibility/2006" xmlns:p14="http://schemas.microsoft.com/office/powerpoint/2010/main">
          <mc:Choice Requires="p14">
            <p:contentPart p14:bwMode="auto" r:id="rId198">
              <p14:nvContentPartPr>
                <p14:cNvPr id="125" name="Ink 124">
                  <a:extLst>
                    <a:ext uri="{FF2B5EF4-FFF2-40B4-BE49-F238E27FC236}">
                      <a16:creationId xmlns:a16="http://schemas.microsoft.com/office/drawing/2014/main" id="{8B299FCB-5A23-8DCF-AED5-B88BFA22CA8E}"/>
                    </a:ext>
                  </a:extLst>
                </p14:cNvPr>
                <p14:cNvContentPartPr/>
                <p14:nvPr/>
              </p14:nvContentPartPr>
              <p14:xfrm>
                <a:off x="5391720" y="3522400"/>
                <a:ext cx="175680" cy="217080"/>
              </p14:xfrm>
            </p:contentPart>
          </mc:Choice>
          <mc:Fallback xmlns="">
            <p:pic>
              <p:nvPicPr>
                <p:cNvPr id="125" name="Ink 124">
                  <a:extLst>
                    <a:ext uri="{FF2B5EF4-FFF2-40B4-BE49-F238E27FC236}">
                      <a16:creationId xmlns:a16="http://schemas.microsoft.com/office/drawing/2014/main" id="{8B299FCB-5A23-8DCF-AED5-B88BFA22CA8E}"/>
                    </a:ext>
                  </a:extLst>
                </p:cNvPr>
                <p:cNvPicPr/>
                <p:nvPr/>
              </p:nvPicPr>
              <p:blipFill>
                <a:blip r:embed="rId199"/>
                <a:stretch>
                  <a:fillRect/>
                </a:stretch>
              </p:blipFill>
              <p:spPr>
                <a:xfrm>
                  <a:off x="5387400" y="3518080"/>
                  <a:ext cx="184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6" name="Ink 125">
                  <a:extLst>
                    <a:ext uri="{FF2B5EF4-FFF2-40B4-BE49-F238E27FC236}">
                      <a16:creationId xmlns:a16="http://schemas.microsoft.com/office/drawing/2014/main" id="{9A24F947-BE23-89C2-60CC-373A33F5517A}"/>
                    </a:ext>
                  </a:extLst>
                </p14:cNvPr>
                <p14:cNvContentPartPr/>
                <p14:nvPr/>
              </p14:nvContentPartPr>
              <p14:xfrm>
                <a:off x="5708520" y="3562360"/>
                <a:ext cx="145440" cy="155160"/>
              </p14:xfrm>
            </p:contentPart>
          </mc:Choice>
          <mc:Fallback xmlns="">
            <p:pic>
              <p:nvPicPr>
                <p:cNvPr id="126" name="Ink 125">
                  <a:extLst>
                    <a:ext uri="{FF2B5EF4-FFF2-40B4-BE49-F238E27FC236}">
                      <a16:creationId xmlns:a16="http://schemas.microsoft.com/office/drawing/2014/main" id="{9A24F947-BE23-89C2-60CC-373A33F5517A}"/>
                    </a:ext>
                  </a:extLst>
                </p:cNvPr>
                <p:cNvPicPr/>
                <p:nvPr/>
              </p:nvPicPr>
              <p:blipFill>
                <a:blip r:embed="rId201"/>
                <a:stretch>
                  <a:fillRect/>
                </a:stretch>
              </p:blipFill>
              <p:spPr>
                <a:xfrm>
                  <a:off x="5704200" y="3558040"/>
                  <a:ext cx="1540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7" name="Ink 126">
                  <a:extLst>
                    <a:ext uri="{FF2B5EF4-FFF2-40B4-BE49-F238E27FC236}">
                      <a16:creationId xmlns:a16="http://schemas.microsoft.com/office/drawing/2014/main" id="{E73829B2-5165-5FD3-0E51-EE6A12D100C9}"/>
                    </a:ext>
                  </a:extLst>
                </p14:cNvPr>
                <p14:cNvContentPartPr/>
                <p14:nvPr/>
              </p14:nvContentPartPr>
              <p14:xfrm>
                <a:off x="5717520" y="3576760"/>
                <a:ext cx="114480" cy="119160"/>
              </p14:xfrm>
            </p:contentPart>
          </mc:Choice>
          <mc:Fallback xmlns="">
            <p:pic>
              <p:nvPicPr>
                <p:cNvPr id="127" name="Ink 126">
                  <a:extLst>
                    <a:ext uri="{FF2B5EF4-FFF2-40B4-BE49-F238E27FC236}">
                      <a16:creationId xmlns:a16="http://schemas.microsoft.com/office/drawing/2014/main" id="{E73829B2-5165-5FD3-0E51-EE6A12D100C9}"/>
                    </a:ext>
                  </a:extLst>
                </p:cNvPr>
                <p:cNvPicPr/>
                <p:nvPr/>
              </p:nvPicPr>
              <p:blipFill>
                <a:blip r:embed="rId203"/>
                <a:stretch>
                  <a:fillRect/>
                </a:stretch>
              </p:blipFill>
              <p:spPr>
                <a:xfrm>
                  <a:off x="5713200" y="3572440"/>
                  <a:ext cx="123120" cy="12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4">
            <p14:nvContentPartPr>
              <p14:cNvPr id="128" name="Ink 127">
                <a:extLst>
                  <a:ext uri="{FF2B5EF4-FFF2-40B4-BE49-F238E27FC236}">
                    <a16:creationId xmlns:a16="http://schemas.microsoft.com/office/drawing/2014/main" id="{7A0B4A29-DD4E-C75A-5D6E-340AAF60BF97}"/>
                  </a:ext>
                </a:extLst>
              </p14:cNvPr>
              <p14:cNvContentPartPr/>
              <p14:nvPr/>
            </p14:nvContentPartPr>
            <p14:xfrm>
              <a:off x="6070320" y="3531040"/>
              <a:ext cx="154440" cy="158760"/>
            </p14:xfrm>
          </p:contentPart>
        </mc:Choice>
        <mc:Fallback xmlns="">
          <p:pic>
            <p:nvPicPr>
              <p:cNvPr id="128" name="Ink 127">
                <a:extLst>
                  <a:ext uri="{FF2B5EF4-FFF2-40B4-BE49-F238E27FC236}">
                    <a16:creationId xmlns:a16="http://schemas.microsoft.com/office/drawing/2014/main" id="{7A0B4A29-DD4E-C75A-5D6E-340AAF60BF97}"/>
                  </a:ext>
                </a:extLst>
              </p:cNvPr>
              <p:cNvPicPr/>
              <p:nvPr/>
            </p:nvPicPr>
            <p:blipFill>
              <a:blip r:embed="rId205"/>
              <a:stretch>
                <a:fillRect/>
              </a:stretch>
            </p:blipFill>
            <p:spPr>
              <a:xfrm>
                <a:off x="6066000" y="3526720"/>
                <a:ext cx="163080" cy="167400"/>
              </a:xfrm>
              <a:prstGeom prst="rect">
                <a:avLst/>
              </a:prstGeom>
            </p:spPr>
          </p:pic>
        </mc:Fallback>
      </mc:AlternateContent>
      <p:grpSp>
        <p:nvGrpSpPr>
          <p:cNvPr id="136" name="Group 135">
            <a:extLst>
              <a:ext uri="{FF2B5EF4-FFF2-40B4-BE49-F238E27FC236}">
                <a16:creationId xmlns:a16="http://schemas.microsoft.com/office/drawing/2014/main" id="{E6EA682F-8D0B-A42D-ABB6-3C2C7E790219}"/>
              </a:ext>
            </a:extLst>
          </p:cNvPr>
          <p:cNvGrpSpPr/>
          <p:nvPr/>
        </p:nvGrpSpPr>
        <p:grpSpPr>
          <a:xfrm>
            <a:off x="4177440" y="4057360"/>
            <a:ext cx="180360" cy="329040"/>
            <a:chOff x="4177440" y="4057360"/>
            <a:chExt cx="180360" cy="329040"/>
          </a:xfrm>
        </p:grpSpPr>
        <mc:AlternateContent xmlns:mc="http://schemas.openxmlformats.org/markup-compatibility/2006" xmlns:p14="http://schemas.microsoft.com/office/powerpoint/2010/main">
          <mc:Choice Requires="p14">
            <p:contentPart p14:bwMode="auto" r:id="rId206">
              <p14:nvContentPartPr>
                <p14:cNvPr id="130" name="Ink 129">
                  <a:extLst>
                    <a:ext uri="{FF2B5EF4-FFF2-40B4-BE49-F238E27FC236}">
                      <a16:creationId xmlns:a16="http://schemas.microsoft.com/office/drawing/2014/main" id="{A5E14D60-C8DD-579C-4662-A66C8A639B93}"/>
                    </a:ext>
                  </a:extLst>
                </p14:cNvPr>
                <p14:cNvContentPartPr/>
                <p14:nvPr/>
              </p14:nvContentPartPr>
              <p14:xfrm>
                <a:off x="4177440" y="4113880"/>
                <a:ext cx="79560" cy="58320"/>
              </p14:xfrm>
            </p:contentPart>
          </mc:Choice>
          <mc:Fallback xmlns="">
            <p:pic>
              <p:nvPicPr>
                <p:cNvPr id="130" name="Ink 129">
                  <a:extLst>
                    <a:ext uri="{FF2B5EF4-FFF2-40B4-BE49-F238E27FC236}">
                      <a16:creationId xmlns:a16="http://schemas.microsoft.com/office/drawing/2014/main" id="{A5E14D60-C8DD-579C-4662-A66C8A639B93}"/>
                    </a:ext>
                  </a:extLst>
                </p:cNvPr>
                <p:cNvPicPr/>
                <p:nvPr/>
              </p:nvPicPr>
              <p:blipFill>
                <a:blip r:embed="rId207"/>
                <a:stretch>
                  <a:fillRect/>
                </a:stretch>
              </p:blipFill>
              <p:spPr>
                <a:xfrm>
                  <a:off x="4173120" y="4109560"/>
                  <a:ext cx="88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C9AC63F7-9B24-EFB5-697B-4E6F85A7667C}"/>
                    </a:ext>
                  </a:extLst>
                </p14:cNvPr>
                <p14:cNvContentPartPr/>
                <p14:nvPr/>
              </p14:nvContentPartPr>
              <p14:xfrm>
                <a:off x="4191840" y="4057360"/>
                <a:ext cx="165960" cy="329040"/>
              </p14:xfrm>
            </p:contentPart>
          </mc:Choice>
          <mc:Fallback xmlns="">
            <p:pic>
              <p:nvPicPr>
                <p:cNvPr id="131" name="Ink 130">
                  <a:extLst>
                    <a:ext uri="{FF2B5EF4-FFF2-40B4-BE49-F238E27FC236}">
                      <a16:creationId xmlns:a16="http://schemas.microsoft.com/office/drawing/2014/main" id="{C9AC63F7-9B24-EFB5-697B-4E6F85A7667C}"/>
                    </a:ext>
                  </a:extLst>
                </p:cNvPr>
                <p:cNvPicPr/>
                <p:nvPr/>
              </p:nvPicPr>
              <p:blipFill>
                <a:blip r:embed="rId209"/>
                <a:stretch>
                  <a:fillRect/>
                </a:stretch>
              </p:blipFill>
              <p:spPr>
                <a:xfrm>
                  <a:off x="4187520" y="4053040"/>
                  <a:ext cx="174600" cy="337680"/>
                </a:xfrm>
                <a:prstGeom prst="rect">
                  <a:avLst/>
                </a:prstGeom>
              </p:spPr>
            </p:pic>
          </mc:Fallback>
        </mc:AlternateContent>
      </p:grpSp>
      <p:grpSp>
        <p:nvGrpSpPr>
          <p:cNvPr id="135" name="Group 134">
            <a:extLst>
              <a:ext uri="{FF2B5EF4-FFF2-40B4-BE49-F238E27FC236}">
                <a16:creationId xmlns:a16="http://schemas.microsoft.com/office/drawing/2014/main" id="{33F15AE9-8434-89B4-9EBE-32213E53EC69}"/>
              </a:ext>
            </a:extLst>
          </p:cNvPr>
          <p:cNvGrpSpPr/>
          <p:nvPr/>
        </p:nvGrpSpPr>
        <p:grpSpPr>
          <a:xfrm>
            <a:off x="4983480" y="4120360"/>
            <a:ext cx="209520" cy="73080"/>
            <a:chOff x="4983480" y="4120360"/>
            <a:chExt cx="209520" cy="73080"/>
          </a:xfrm>
        </p:grpSpPr>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B4F14E22-F51A-9C6D-C476-25A55DF3DBC9}"/>
                    </a:ext>
                  </a:extLst>
                </p14:cNvPr>
                <p14:cNvContentPartPr/>
                <p14:nvPr/>
              </p14:nvContentPartPr>
              <p14:xfrm>
                <a:off x="4986000" y="4120360"/>
                <a:ext cx="104040" cy="11880"/>
              </p14:xfrm>
            </p:contentPart>
          </mc:Choice>
          <mc:Fallback xmlns="">
            <p:pic>
              <p:nvPicPr>
                <p:cNvPr id="132" name="Ink 131">
                  <a:extLst>
                    <a:ext uri="{FF2B5EF4-FFF2-40B4-BE49-F238E27FC236}">
                      <a16:creationId xmlns:a16="http://schemas.microsoft.com/office/drawing/2014/main" id="{B4F14E22-F51A-9C6D-C476-25A55DF3DBC9}"/>
                    </a:ext>
                  </a:extLst>
                </p:cNvPr>
                <p:cNvPicPr/>
                <p:nvPr/>
              </p:nvPicPr>
              <p:blipFill>
                <a:blip r:embed="rId211"/>
                <a:stretch>
                  <a:fillRect/>
                </a:stretch>
              </p:blipFill>
              <p:spPr>
                <a:xfrm>
                  <a:off x="4981680" y="4116040"/>
                  <a:ext cx="1126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 name="Ink 132">
                  <a:extLst>
                    <a:ext uri="{FF2B5EF4-FFF2-40B4-BE49-F238E27FC236}">
                      <a16:creationId xmlns:a16="http://schemas.microsoft.com/office/drawing/2014/main" id="{0FBE6B37-9483-D500-990F-A2C2CEBC6CD5}"/>
                    </a:ext>
                  </a:extLst>
                </p14:cNvPr>
                <p14:cNvContentPartPr/>
                <p14:nvPr/>
              </p14:nvContentPartPr>
              <p14:xfrm>
                <a:off x="4983480" y="4169680"/>
                <a:ext cx="209520" cy="23760"/>
              </p14:xfrm>
            </p:contentPart>
          </mc:Choice>
          <mc:Fallback xmlns="">
            <p:pic>
              <p:nvPicPr>
                <p:cNvPr id="133" name="Ink 132">
                  <a:extLst>
                    <a:ext uri="{FF2B5EF4-FFF2-40B4-BE49-F238E27FC236}">
                      <a16:creationId xmlns:a16="http://schemas.microsoft.com/office/drawing/2014/main" id="{0FBE6B37-9483-D500-990F-A2C2CEBC6CD5}"/>
                    </a:ext>
                  </a:extLst>
                </p:cNvPr>
                <p:cNvPicPr/>
                <p:nvPr/>
              </p:nvPicPr>
              <p:blipFill>
                <a:blip r:embed="rId213"/>
                <a:stretch>
                  <a:fillRect/>
                </a:stretch>
              </p:blipFill>
              <p:spPr>
                <a:xfrm>
                  <a:off x="4979160" y="4165360"/>
                  <a:ext cx="218160" cy="32400"/>
                </a:xfrm>
                <a:prstGeom prst="rect">
                  <a:avLst/>
                </a:prstGeom>
              </p:spPr>
            </p:pic>
          </mc:Fallback>
        </mc:AlternateContent>
      </p:grpSp>
      <p:grpSp>
        <p:nvGrpSpPr>
          <p:cNvPr id="139" name="Group 138">
            <a:extLst>
              <a:ext uri="{FF2B5EF4-FFF2-40B4-BE49-F238E27FC236}">
                <a16:creationId xmlns:a16="http://schemas.microsoft.com/office/drawing/2014/main" id="{FF32E4F2-16CE-DECD-845B-6ABFCA68242F}"/>
              </a:ext>
            </a:extLst>
          </p:cNvPr>
          <p:cNvGrpSpPr/>
          <p:nvPr/>
        </p:nvGrpSpPr>
        <p:grpSpPr>
          <a:xfrm>
            <a:off x="5412240" y="3954760"/>
            <a:ext cx="558360" cy="212040"/>
            <a:chOff x="5412240" y="3954760"/>
            <a:chExt cx="558360" cy="212040"/>
          </a:xfrm>
        </p:grpSpPr>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37BBB8B7-59C4-7615-D5B6-F57D6CC155DA}"/>
                    </a:ext>
                  </a:extLst>
                </p14:cNvPr>
                <p14:cNvContentPartPr/>
                <p14:nvPr/>
              </p14:nvContentPartPr>
              <p14:xfrm>
                <a:off x="5412240" y="3954760"/>
                <a:ext cx="188640" cy="212040"/>
              </p14:xfrm>
            </p:contentPart>
          </mc:Choice>
          <mc:Fallback xmlns="">
            <p:pic>
              <p:nvPicPr>
                <p:cNvPr id="134" name="Ink 133">
                  <a:extLst>
                    <a:ext uri="{FF2B5EF4-FFF2-40B4-BE49-F238E27FC236}">
                      <a16:creationId xmlns:a16="http://schemas.microsoft.com/office/drawing/2014/main" id="{37BBB8B7-59C4-7615-D5B6-F57D6CC155DA}"/>
                    </a:ext>
                  </a:extLst>
                </p:cNvPr>
                <p:cNvPicPr/>
                <p:nvPr/>
              </p:nvPicPr>
              <p:blipFill>
                <a:blip r:embed="rId215"/>
                <a:stretch>
                  <a:fillRect/>
                </a:stretch>
              </p:blipFill>
              <p:spPr>
                <a:xfrm>
                  <a:off x="5407920" y="3950440"/>
                  <a:ext cx="1972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7" name="Ink 136">
                  <a:extLst>
                    <a:ext uri="{FF2B5EF4-FFF2-40B4-BE49-F238E27FC236}">
                      <a16:creationId xmlns:a16="http://schemas.microsoft.com/office/drawing/2014/main" id="{98E83F37-098C-A5B8-B2B9-789A08007FD3}"/>
                    </a:ext>
                  </a:extLst>
                </p14:cNvPr>
                <p14:cNvContentPartPr/>
                <p14:nvPr/>
              </p14:nvContentPartPr>
              <p14:xfrm>
                <a:off x="5738040" y="4047280"/>
                <a:ext cx="94320" cy="61200"/>
              </p14:xfrm>
            </p:contentPart>
          </mc:Choice>
          <mc:Fallback xmlns="">
            <p:pic>
              <p:nvPicPr>
                <p:cNvPr id="137" name="Ink 136">
                  <a:extLst>
                    <a:ext uri="{FF2B5EF4-FFF2-40B4-BE49-F238E27FC236}">
                      <a16:creationId xmlns:a16="http://schemas.microsoft.com/office/drawing/2014/main" id="{98E83F37-098C-A5B8-B2B9-789A08007FD3}"/>
                    </a:ext>
                  </a:extLst>
                </p:cNvPr>
                <p:cNvPicPr/>
                <p:nvPr/>
              </p:nvPicPr>
              <p:blipFill>
                <a:blip r:embed="rId217"/>
                <a:stretch>
                  <a:fillRect/>
                </a:stretch>
              </p:blipFill>
              <p:spPr>
                <a:xfrm>
                  <a:off x="5733720" y="4042960"/>
                  <a:ext cx="1029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8" name="Ink 137">
                  <a:extLst>
                    <a:ext uri="{FF2B5EF4-FFF2-40B4-BE49-F238E27FC236}">
                      <a16:creationId xmlns:a16="http://schemas.microsoft.com/office/drawing/2014/main" id="{9216E52F-4546-49DD-C37E-D61AF4D097EA}"/>
                    </a:ext>
                  </a:extLst>
                </p14:cNvPr>
                <p14:cNvContentPartPr/>
                <p14:nvPr/>
              </p14:nvContentPartPr>
              <p14:xfrm>
                <a:off x="5854680" y="4008760"/>
                <a:ext cx="115920" cy="127440"/>
              </p14:xfrm>
            </p:contentPart>
          </mc:Choice>
          <mc:Fallback xmlns="">
            <p:pic>
              <p:nvPicPr>
                <p:cNvPr id="138" name="Ink 137">
                  <a:extLst>
                    <a:ext uri="{FF2B5EF4-FFF2-40B4-BE49-F238E27FC236}">
                      <a16:creationId xmlns:a16="http://schemas.microsoft.com/office/drawing/2014/main" id="{9216E52F-4546-49DD-C37E-D61AF4D097EA}"/>
                    </a:ext>
                  </a:extLst>
                </p:cNvPr>
                <p:cNvPicPr/>
                <p:nvPr/>
              </p:nvPicPr>
              <p:blipFill>
                <a:blip r:embed="rId219"/>
                <a:stretch>
                  <a:fillRect/>
                </a:stretch>
              </p:blipFill>
              <p:spPr>
                <a:xfrm>
                  <a:off x="5850360" y="4004440"/>
                  <a:ext cx="124560" cy="136080"/>
                </a:xfrm>
                <a:prstGeom prst="rect">
                  <a:avLst/>
                </a:prstGeom>
              </p:spPr>
            </p:pic>
          </mc:Fallback>
        </mc:AlternateContent>
      </p:grpSp>
    </p:spTree>
    <p:extLst>
      <p:ext uri="{BB962C8B-B14F-4D97-AF65-F5344CB8AC3E}">
        <p14:creationId xmlns:p14="http://schemas.microsoft.com/office/powerpoint/2010/main" val="708559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0ED1E-5D93-F23A-7A21-B15B3EFCAB97}"/>
              </a:ext>
            </a:extLst>
          </p:cNvPr>
          <p:cNvSpPr>
            <a:spLocks noGrp="1"/>
          </p:cNvSpPr>
          <p:nvPr>
            <p:ph type="sldNum" sz="quarter" idx="12"/>
          </p:nvPr>
        </p:nvSpPr>
        <p:spPr/>
        <p:txBody>
          <a:bodyPr/>
          <a:lstStyle/>
          <a:p>
            <a:fld id="{AD2B2EE5-B8BC-4D24-A25E-F2DF61737E68}" type="slidenum">
              <a:rPr lang="en-US" smtClean="0"/>
              <a:pPr/>
              <a:t>22</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5EDDE0D-E91A-D778-F3FD-CDCB7C52580E}"/>
                  </a:ext>
                </a:extLst>
              </p14:cNvPr>
              <p14:cNvContentPartPr/>
              <p14:nvPr/>
            </p14:nvContentPartPr>
            <p14:xfrm>
              <a:off x="1885680" y="1457440"/>
              <a:ext cx="164880" cy="3065760"/>
            </p14:xfrm>
          </p:contentPart>
        </mc:Choice>
        <mc:Fallback xmlns="">
          <p:pic>
            <p:nvPicPr>
              <p:cNvPr id="3" name="Ink 2">
                <a:extLst>
                  <a:ext uri="{FF2B5EF4-FFF2-40B4-BE49-F238E27FC236}">
                    <a16:creationId xmlns:a16="http://schemas.microsoft.com/office/drawing/2014/main" id="{55EDDE0D-E91A-D778-F3FD-CDCB7C52580E}"/>
                  </a:ext>
                </a:extLst>
              </p:cNvPr>
              <p:cNvPicPr/>
              <p:nvPr/>
            </p:nvPicPr>
            <p:blipFill>
              <a:blip r:embed="rId3"/>
              <a:stretch>
                <a:fillRect/>
              </a:stretch>
            </p:blipFill>
            <p:spPr>
              <a:xfrm>
                <a:off x="1881360" y="1453120"/>
                <a:ext cx="173520" cy="3074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DFD7D7A-B78D-F097-4BBA-EA3A5C56BCB6}"/>
                  </a:ext>
                </a:extLst>
              </p14:cNvPr>
              <p14:cNvContentPartPr/>
              <p14:nvPr/>
            </p14:nvContentPartPr>
            <p14:xfrm>
              <a:off x="1884240" y="1406320"/>
              <a:ext cx="309600" cy="254520"/>
            </p14:xfrm>
          </p:contentPart>
        </mc:Choice>
        <mc:Fallback xmlns="">
          <p:pic>
            <p:nvPicPr>
              <p:cNvPr id="4" name="Ink 3">
                <a:extLst>
                  <a:ext uri="{FF2B5EF4-FFF2-40B4-BE49-F238E27FC236}">
                    <a16:creationId xmlns:a16="http://schemas.microsoft.com/office/drawing/2014/main" id="{3DFD7D7A-B78D-F097-4BBA-EA3A5C56BCB6}"/>
                  </a:ext>
                </a:extLst>
              </p:cNvPr>
              <p:cNvPicPr/>
              <p:nvPr/>
            </p:nvPicPr>
            <p:blipFill>
              <a:blip r:embed="rId5"/>
              <a:stretch>
                <a:fillRect/>
              </a:stretch>
            </p:blipFill>
            <p:spPr>
              <a:xfrm>
                <a:off x="1879920" y="1402000"/>
                <a:ext cx="318240" cy="263160"/>
              </a:xfrm>
              <a:prstGeom prst="rect">
                <a:avLst/>
              </a:prstGeom>
            </p:spPr>
          </p:pic>
        </mc:Fallback>
      </mc:AlternateContent>
      <p:grpSp>
        <p:nvGrpSpPr>
          <p:cNvPr id="15" name="Group 14">
            <a:extLst>
              <a:ext uri="{FF2B5EF4-FFF2-40B4-BE49-F238E27FC236}">
                <a16:creationId xmlns:a16="http://schemas.microsoft.com/office/drawing/2014/main" id="{E2C25623-EC3A-8B36-64E9-4E32CB47AF07}"/>
              </a:ext>
            </a:extLst>
          </p:cNvPr>
          <p:cNvGrpSpPr/>
          <p:nvPr/>
        </p:nvGrpSpPr>
        <p:grpSpPr>
          <a:xfrm>
            <a:off x="1122120" y="1251880"/>
            <a:ext cx="586080" cy="330840"/>
            <a:chOff x="1122120" y="1251880"/>
            <a:chExt cx="586080" cy="33084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3A85EFE-1E5B-AF43-D924-9FA5987B2B63}"/>
                    </a:ext>
                  </a:extLst>
                </p14:cNvPr>
                <p14:cNvContentPartPr/>
                <p14:nvPr/>
              </p14:nvContentPartPr>
              <p14:xfrm>
                <a:off x="1122120" y="1542400"/>
                <a:ext cx="14400" cy="40320"/>
              </p14:xfrm>
            </p:contentPart>
          </mc:Choice>
          <mc:Fallback xmlns="">
            <p:pic>
              <p:nvPicPr>
                <p:cNvPr id="9" name="Ink 8">
                  <a:extLst>
                    <a:ext uri="{FF2B5EF4-FFF2-40B4-BE49-F238E27FC236}">
                      <a16:creationId xmlns:a16="http://schemas.microsoft.com/office/drawing/2014/main" id="{F3A85EFE-1E5B-AF43-D924-9FA5987B2B63}"/>
                    </a:ext>
                  </a:extLst>
                </p:cNvPr>
                <p:cNvPicPr/>
                <p:nvPr/>
              </p:nvPicPr>
              <p:blipFill>
                <a:blip r:embed="rId7"/>
                <a:stretch>
                  <a:fillRect/>
                </a:stretch>
              </p:blipFill>
              <p:spPr>
                <a:xfrm>
                  <a:off x="1117800" y="1538080"/>
                  <a:ext cx="230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452DE878-EFD7-B3AA-77DE-98CFCCA6D063}"/>
                    </a:ext>
                  </a:extLst>
                </p14:cNvPr>
                <p14:cNvContentPartPr/>
                <p14:nvPr/>
              </p14:nvContentPartPr>
              <p14:xfrm>
                <a:off x="1290240" y="1308400"/>
                <a:ext cx="66960" cy="237600"/>
              </p14:xfrm>
            </p:contentPart>
          </mc:Choice>
          <mc:Fallback xmlns="">
            <p:pic>
              <p:nvPicPr>
                <p:cNvPr id="10" name="Ink 9">
                  <a:extLst>
                    <a:ext uri="{FF2B5EF4-FFF2-40B4-BE49-F238E27FC236}">
                      <a16:creationId xmlns:a16="http://schemas.microsoft.com/office/drawing/2014/main" id="{452DE878-EFD7-B3AA-77DE-98CFCCA6D063}"/>
                    </a:ext>
                  </a:extLst>
                </p:cNvPr>
                <p:cNvPicPr/>
                <p:nvPr/>
              </p:nvPicPr>
              <p:blipFill>
                <a:blip r:embed="rId9"/>
                <a:stretch>
                  <a:fillRect/>
                </a:stretch>
              </p:blipFill>
              <p:spPr>
                <a:xfrm>
                  <a:off x="1285920" y="1304080"/>
                  <a:ext cx="756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BB81092A-B43B-E5CE-7A62-B83021F4DE3A}"/>
                    </a:ext>
                  </a:extLst>
                </p14:cNvPr>
                <p14:cNvContentPartPr/>
                <p14:nvPr/>
              </p14:nvContentPartPr>
              <p14:xfrm>
                <a:off x="1165680" y="1251880"/>
                <a:ext cx="427680" cy="35640"/>
              </p14:xfrm>
            </p:contentPart>
          </mc:Choice>
          <mc:Fallback xmlns="">
            <p:pic>
              <p:nvPicPr>
                <p:cNvPr id="11" name="Ink 10">
                  <a:extLst>
                    <a:ext uri="{FF2B5EF4-FFF2-40B4-BE49-F238E27FC236}">
                      <a16:creationId xmlns:a16="http://schemas.microsoft.com/office/drawing/2014/main" id="{BB81092A-B43B-E5CE-7A62-B83021F4DE3A}"/>
                    </a:ext>
                  </a:extLst>
                </p:cNvPr>
                <p:cNvPicPr/>
                <p:nvPr/>
              </p:nvPicPr>
              <p:blipFill>
                <a:blip r:embed="rId11"/>
                <a:stretch>
                  <a:fillRect/>
                </a:stretch>
              </p:blipFill>
              <p:spPr>
                <a:xfrm>
                  <a:off x="1161360" y="1247560"/>
                  <a:ext cx="4363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AD4E9AEC-38DB-FC74-B526-7F50E0C792D3}"/>
                    </a:ext>
                  </a:extLst>
                </p14:cNvPr>
                <p14:cNvContentPartPr/>
                <p14:nvPr/>
              </p14:nvContentPartPr>
              <p14:xfrm>
                <a:off x="1379880" y="1391200"/>
                <a:ext cx="124920" cy="151200"/>
              </p14:xfrm>
            </p:contentPart>
          </mc:Choice>
          <mc:Fallback xmlns="">
            <p:pic>
              <p:nvPicPr>
                <p:cNvPr id="12" name="Ink 11">
                  <a:extLst>
                    <a:ext uri="{FF2B5EF4-FFF2-40B4-BE49-F238E27FC236}">
                      <a16:creationId xmlns:a16="http://schemas.microsoft.com/office/drawing/2014/main" id="{AD4E9AEC-38DB-FC74-B526-7F50E0C792D3}"/>
                    </a:ext>
                  </a:extLst>
                </p:cNvPr>
                <p:cNvPicPr/>
                <p:nvPr/>
              </p:nvPicPr>
              <p:blipFill>
                <a:blip r:embed="rId13"/>
                <a:stretch>
                  <a:fillRect/>
                </a:stretch>
              </p:blipFill>
              <p:spPr>
                <a:xfrm>
                  <a:off x="1375560" y="1386880"/>
                  <a:ext cx="1335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AA80B274-102B-5B46-BD4C-4AB0DEF0A4BC}"/>
                    </a:ext>
                  </a:extLst>
                </p14:cNvPr>
                <p14:cNvContentPartPr/>
                <p14:nvPr/>
              </p14:nvContentPartPr>
              <p14:xfrm>
                <a:off x="1546920" y="1435480"/>
                <a:ext cx="75600" cy="82800"/>
              </p14:xfrm>
            </p:contentPart>
          </mc:Choice>
          <mc:Fallback xmlns="">
            <p:pic>
              <p:nvPicPr>
                <p:cNvPr id="13" name="Ink 12">
                  <a:extLst>
                    <a:ext uri="{FF2B5EF4-FFF2-40B4-BE49-F238E27FC236}">
                      <a16:creationId xmlns:a16="http://schemas.microsoft.com/office/drawing/2014/main" id="{AA80B274-102B-5B46-BD4C-4AB0DEF0A4BC}"/>
                    </a:ext>
                  </a:extLst>
                </p:cNvPr>
                <p:cNvPicPr/>
                <p:nvPr/>
              </p:nvPicPr>
              <p:blipFill>
                <a:blip r:embed="rId15"/>
                <a:stretch>
                  <a:fillRect/>
                </a:stretch>
              </p:blipFill>
              <p:spPr>
                <a:xfrm>
                  <a:off x="1542600" y="1431160"/>
                  <a:ext cx="842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75887250-E86A-1B22-13F9-EEC75BE61304}"/>
                    </a:ext>
                  </a:extLst>
                </p14:cNvPr>
                <p14:cNvContentPartPr/>
                <p14:nvPr/>
              </p14:nvContentPartPr>
              <p14:xfrm>
                <a:off x="1662480" y="1358800"/>
                <a:ext cx="45720" cy="216720"/>
              </p14:xfrm>
            </p:contentPart>
          </mc:Choice>
          <mc:Fallback xmlns="">
            <p:pic>
              <p:nvPicPr>
                <p:cNvPr id="14" name="Ink 13">
                  <a:extLst>
                    <a:ext uri="{FF2B5EF4-FFF2-40B4-BE49-F238E27FC236}">
                      <a16:creationId xmlns:a16="http://schemas.microsoft.com/office/drawing/2014/main" id="{75887250-E86A-1B22-13F9-EEC75BE61304}"/>
                    </a:ext>
                  </a:extLst>
                </p:cNvPr>
                <p:cNvPicPr/>
                <p:nvPr/>
              </p:nvPicPr>
              <p:blipFill>
                <a:blip r:embed="rId17"/>
                <a:stretch>
                  <a:fillRect/>
                </a:stretch>
              </p:blipFill>
              <p:spPr>
                <a:xfrm>
                  <a:off x="1658160" y="1354480"/>
                  <a:ext cx="54360" cy="225360"/>
                </a:xfrm>
                <a:prstGeom prst="rect">
                  <a:avLst/>
                </a:prstGeom>
              </p:spPr>
            </p:pic>
          </mc:Fallback>
        </mc:AlternateContent>
      </p:grpSp>
      <p:grpSp>
        <p:nvGrpSpPr>
          <p:cNvPr id="18" name="Group 17">
            <a:extLst>
              <a:ext uri="{FF2B5EF4-FFF2-40B4-BE49-F238E27FC236}">
                <a16:creationId xmlns:a16="http://schemas.microsoft.com/office/drawing/2014/main" id="{F9302B85-D21A-E705-3C6E-9C0758A426E7}"/>
              </a:ext>
            </a:extLst>
          </p:cNvPr>
          <p:cNvGrpSpPr/>
          <p:nvPr/>
        </p:nvGrpSpPr>
        <p:grpSpPr>
          <a:xfrm>
            <a:off x="1319760" y="2057200"/>
            <a:ext cx="5567040" cy="2388240"/>
            <a:chOff x="1319760" y="2057200"/>
            <a:chExt cx="5567040" cy="2388240"/>
          </a:xfrm>
        </p:grpSpPr>
        <mc:AlternateContent xmlns:mc="http://schemas.openxmlformats.org/markup-compatibility/2006" xmlns:p14="http://schemas.microsoft.com/office/powerpoint/2010/main">
          <mc:Choice Requires="p14">
            <p:contentPart p14:bwMode="auto" r:id="rId18">
              <p14:nvContentPartPr>
                <p14:cNvPr id="6" name="Ink 5">
                  <a:extLst>
                    <a:ext uri="{FF2B5EF4-FFF2-40B4-BE49-F238E27FC236}">
                      <a16:creationId xmlns:a16="http://schemas.microsoft.com/office/drawing/2014/main" id="{9B667201-E4D6-6481-06DF-086CE2616CE0}"/>
                    </a:ext>
                  </a:extLst>
                </p14:cNvPr>
                <p14:cNvContentPartPr/>
                <p14:nvPr/>
              </p14:nvContentPartPr>
              <p14:xfrm>
                <a:off x="1319760" y="4125040"/>
                <a:ext cx="5286960" cy="42120"/>
              </p14:xfrm>
            </p:contentPart>
          </mc:Choice>
          <mc:Fallback xmlns="">
            <p:pic>
              <p:nvPicPr>
                <p:cNvPr id="6" name="Ink 5">
                  <a:extLst>
                    <a:ext uri="{FF2B5EF4-FFF2-40B4-BE49-F238E27FC236}">
                      <a16:creationId xmlns:a16="http://schemas.microsoft.com/office/drawing/2014/main" id="{9B667201-E4D6-6481-06DF-086CE2616CE0}"/>
                    </a:ext>
                  </a:extLst>
                </p:cNvPr>
                <p:cNvPicPr/>
                <p:nvPr/>
              </p:nvPicPr>
              <p:blipFill>
                <a:blip r:embed="rId19"/>
                <a:stretch>
                  <a:fillRect/>
                </a:stretch>
              </p:blipFill>
              <p:spPr>
                <a:xfrm>
                  <a:off x="1315440" y="4120720"/>
                  <a:ext cx="52956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Ink 6">
                  <a:extLst>
                    <a:ext uri="{FF2B5EF4-FFF2-40B4-BE49-F238E27FC236}">
                      <a16:creationId xmlns:a16="http://schemas.microsoft.com/office/drawing/2014/main" id="{63F5237B-15A0-B003-AD45-B2FE1FCAB194}"/>
                    </a:ext>
                  </a:extLst>
                </p14:cNvPr>
                <p14:cNvContentPartPr/>
                <p14:nvPr/>
              </p14:nvContentPartPr>
              <p14:xfrm>
                <a:off x="1889640" y="2057200"/>
                <a:ext cx="4862880" cy="2118240"/>
              </p14:xfrm>
            </p:contentPart>
          </mc:Choice>
          <mc:Fallback xmlns="">
            <p:pic>
              <p:nvPicPr>
                <p:cNvPr id="7" name="Ink 6">
                  <a:extLst>
                    <a:ext uri="{FF2B5EF4-FFF2-40B4-BE49-F238E27FC236}">
                      <a16:creationId xmlns:a16="http://schemas.microsoft.com/office/drawing/2014/main" id="{63F5237B-15A0-B003-AD45-B2FE1FCAB194}"/>
                    </a:ext>
                  </a:extLst>
                </p:cNvPr>
                <p:cNvPicPr/>
                <p:nvPr/>
              </p:nvPicPr>
              <p:blipFill>
                <a:blip r:embed="rId21"/>
                <a:stretch>
                  <a:fillRect/>
                </a:stretch>
              </p:blipFill>
              <p:spPr>
                <a:xfrm>
                  <a:off x="1885320" y="2052880"/>
                  <a:ext cx="4871520" cy="2126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3530CE9B-071D-F379-0DAA-771327F80170}"/>
                    </a:ext>
                  </a:extLst>
                </p14:cNvPr>
                <p14:cNvContentPartPr/>
                <p14:nvPr/>
              </p14:nvContentPartPr>
              <p14:xfrm>
                <a:off x="6527520" y="4093720"/>
                <a:ext cx="188640" cy="151560"/>
              </p14:xfrm>
            </p:contentPart>
          </mc:Choice>
          <mc:Fallback xmlns="">
            <p:pic>
              <p:nvPicPr>
                <p:cNvPr id="16" name="Ink 15">
                  <a:extLst>
                    <a:ext uri="{FF2B5EF4-FFF2-40B4-BE49-F238E27FC236}">
                      <a16:creationId xmlns:a16="http://schemas.microsoft.com/office/drawing/2014/main" id="{3530CE9B-071D-F379-0DAA-771327F80170}"/>
                    </a:ext>
                  </a:extLst>
                </p:cNvPr>
                <p:cNvPicPr/>
                <p:nvPr/>
              </p:nvPicPr>
              <p:blipFill>
                <a:blip r:embed="rId23"/>
                <a:stretch>
                  <a:fillRect/>
                </a:stretch>
              </p:blipFill>
              <p:spPr>
                <a:xfrm>
                  <a:off x="6523200" y="4089400"/>
                  <a:ext cx="1972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571E0221-7141-F071-E3B5-771E778022A2}"/>
                    </a:ext>
                  </a:extLst>
                </p14:cNvPr>
                <p14:cNvContentPartPr/>
                <p14:nvPr/>
              </p14:nvContentPartPr>
              <p14:xfrm>
                <a:off x="6738840" y="4301440"/>
                <a:ext cx="147960" cy="144000"/>
              </p14:xfrm>
            </p:contentPart>
          </mc:Choice>
          <mc:Fallback xmlns="">
            <p:pic>
              <p:nvPicPr>
                <p:cNvPr id="17" name="Ink 16">
                  <a:extLst>
                    <a:ext uri="{FF2B5EF4-FFF2-40B4-BE49-F238E27FC236}">
                      <a16:creationId xmlns:a16="http://schemas.microsoft.com/office/drawing/2014/main" id="{571E0221-7141-F071-E3B5-771E778022A2}"/>
                    </a:ext>
                  </a:extLst>
                </p:cNvPr>
                <p:cNvPicPr/>
                <p:nvPr/>
              </p:nvPicPr>
              <p:blipFill>
                <a:blip r:embed="rId25"/>
                <a:stretch>
                  <a:fillRect/>
                </a:stretch>
              </p:blipFill>
              <p:spPr>
                <a:xfrm>
                  <a:off x="6734520" y="4297120"/>
                  <a:ext cx="156600" cy="152640"/>
                </a:xfrm>
                <a:prstGeom prst="rect">
                  <a:avLst/>
                </a:prstGeom>
              </p:spPr>
            </p:pic>
          </mc:Fallback>
        </mc:AlternateContent>
      </p:grpSp>
      <p:grpSp>
        <p:nvGrpSpPr>
          <p:cNvPr id="28" name="Group 27">
            <a:extLst>
              <a:ext uri="{FF2B5EF4-FFF2-40B4-BE49-F238E27FC236}">
                <a16:creationId xmlns:a16="http://schemas.microsoft.com/office/drawing/2014/main" id="{F87716A7-FE1C-8099-A6B3-B53D98F261EB}"/>
              </a:ext>
            </a:extLst>
          </p:cNvPr>
          <p:cNvGrpSpPr/>
          <p:nvPr/>
        </p:nvGrpSpPr>
        <p:grpSpPr>
          <a:xfrm>
            <a:off x="155880" y="2561200"/>
            <a:ext cx="1244160" cy="273960"/>
            <a:chOff x="155880" y="2561200"/>
            <a:chExt cx="1244160" cy="273960"/>
          </a:xfrm>
        </p:grpSpPr>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89A5DC1E-1281-3FD1-DACD-EC1E0B472EEC}"/>
                    </a:ext>
                  </a:extLst>
                </p14:cNvPr>
                <p14:cNvContentPartPr/>
                <p14:nvPr/>
              </p14:nvContentPartPr>
              <p14:xfrm>
                <a:off x="221040" y="2634280"/>
                <a:ext cx="81360" cy="144000"/>
              </p14:xfrm>
            </p:contentPart>
          </mc:Choice>
          <mc:Fallback xmlns="">
            <p:pic>
              <p:nvPicPr>
                <p:cNvPr id="19" name="Ink 18">
                  <a:extLst>
                    <a:ext uri="{FF2B5EF4-FFF2-40B4-BE49-F238E27FC236}">
                      <a16:creationId xmlns:a16="http://schemas.microsoft.com/office/drawing/2014/main" id="{89A5DC1E-1281-3FD1-DACD-EC1E0B472EEC}"/>
                    </a:ext>
                  </a:extLst>
                </p:cNvPr>
                <p:cNvPicPr/>
                <p:nvPr/>
              </p:nvPicPr>
              <p:blipFill>
                <a:blip r:embed="rId27"/>
                <a:stretch>
                  <a:fillRect/>
                </a:stretch>
              </p:blipFill>
              <p:spPr>
                <a:xfrm>
                  <a:off x="216720" y="2629960"/>
                  <a:ext cx="900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571A0918-408E-8280-1D2C-5C39618402D9}"/>
                    </a:ext>
                  </a:extLst>
                </p14:cNvPr>
                <p14:cNvContentPartPr/>
                <p14:nvPr/>
              </p14:nvContentPartPr>
              <p14:xfrm>
                <a:off x="155880" y="2561200"/>
                <a:ext cx="218520" cy="24840"/>
              </p14:xfrm>
            </p:contentPart>
          </mc:Choice>
          <mc:Fallback xmlns="">
            <p:pic>
              <p:nvPicPr>
                <p:cNvPr id="20" name="Ink 19">
                  <a:extLst>
                    <a:ext uri="{FF2B5EF4-FFF2-40B4-BE49-F238E27FC236}">
                      <a16:creationId xmlns:a16="http://schemas.microsoft.com/office/drawing/2014/main" id="{571A0918-408E-8280-1D2C-5C39618402D9}"/>
                    </a:ext>
                  </a:extLst>
                </p:cNvPr>
                <p:cNvPicPr/>
                <p:nvPr/>
              </p:nvPicPr>
              <p:blipFill>
                <a:blip r:embed="rId29"/>
                <a:stretch>
                  <a:fillRect/>
                </a:stretch>
              </p:blipFill>
              <p:spPr>
                <a:xfrm>
                  <a:off x="151560" y="2556880"/>
                  <a:ext cx="2271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CAA6B78F-199A-4C19-422C-2D11011CB7CB}"/>
                    </a:ext>
                  </a:extLst>
                </p14:cNvPr>
                <p14:cNvContentPartPr/>
                <p14:nvPr/>
              </p14:nvContentPartPr>
              <p14:xfrm>
                <a:off x="282960" y="2708800"/>
                <a:ext cx="61920" cy="101520"/>
              </p14:xfrm>
            </p:contentPart>
          </mc:Choice>
          <mc:Fallback xmlns="">
            <p:pic>
              <p:nvPicPr>
                <p:cNvPr id="21" name="Ink 20">
                  <a:extLst>
                    <a:ext uri="{FF2B5EF4-FFF2-40B4-BE49-F238E27FC236}">
                      <a16:creationId xmlns:a16="http://schemas.microsoft.com/office/drawing/2014/main" id="{CAA6B78F-199A-4C19-422C-2D11011CB7CB}"/>
                    </a:ext>
                  </a:extLst>
                </p:cNvPr>
                <p:cNvPicPr/>
                <p:nvPr/>
              </p:nvPicPr>
              <p:blipFill>
                <a:blip r:embed="rId31"/>
                <a:stretch>
                  <a:fillRect/>
                </a:stretch>
              </p:blipFill>
              <p:spPr>
                <a:xfrm>
                  <a:off x="278640" y="2704480"/>
                  <a:ext cx="705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90D81978-D14B-9A10-A5F0-C5684817096D}"/>
                    </a:ext>
                  </a:extLst>
                </p14:cNvPr>
                <p14:cNvContentPartPr/>
                <p14:nvPr/>
              </p14:nvContentPartPr>
              <p14:xfrm>
                <a:off x="386640" y="2719240"/>
                <a:ext cx="95400" cy="46800"/>
              </p14:xfrm>
            </p:contentPart>
          </mc:Choice>
          <mc:Fallback xmlns="">
            <p:pic>
              <p:nvPicPr>
                <p:cNvPr id="22" name="Ink 21">
                  <a:extLst>
                    <a:ext uri="{FF2B5EF4-FFF2-40B4-BE49-F238E27FC236}">
                      <a16:creationId xmlns:a16="http://schemas.microsoft.com/office/drawing/2014/main" id="{90D81978-D14B-9A10-A5F0-C5684817096D}"/>
                    </a:ext>
                  </a:extLst>
                </p:cNvPr>
                <p:cNvPicPr/>
                <p:nvPr/>
              </p:nvPicPr>
              <p:blipFill>
                <a:blip r:embed="rId33"/>
                <a:stretch>
                  <a:fillRect/>
                </a:stretch>
              </p:blipFill>
              <p:spPr>
                <a:xfrm>
                  <a:off x="382320" y="2714920"/>
                  <a:ext cx="1040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48CF04F-149B-5903-D7EA-A090A3D4B66B}"/>
                    </a:ext>
                  </a:extLst>
                </p14:cNvPr>
                <p14:cNvContentPartPr/>
                <p14:nvPr/>
              </p14:nvContentPartPr>
              <p14:xfrm>
                <a:off x="543240" y="2638600"/>
                <a:ext cx="64440" cy="196560"/>
              </p14:xfrm>
            </p:contentPart>
          </mc:Choice>
          <mc:Fallback xmlns="">
            <p:pic>
              <p:nvPicPr>
                <p:cNvPr id="23" name="Ink 22">
                  <a:extLst>
                    <a:ext uri="{FF2B5EF4-FFF2-40B4-BE49-F238E27FC236}">
                      <a16:creationId xmlns:a16="http://schemas.microsoft.com/office/drawing/2014/main" id="{848CF04F-149B-5903-D7EA-A090A3D4B66B}"/>
                    </a:ext>
                  </a:extLst>
                </p:cNvPr>
                <p:cNvPicPr/>
                <p:nvPr/>
              </p:nvPicPr>
              <p:blipFill>
                <a:blip r:embed="rId35"/>
                <a:stretch>
                  <a:fillRect/>
                </a:stretch>
              </p:blipFill>
              <p:spPr>
                <a:xfrm>
                  <a:off x="538920" y="2634280"/>
                  <a:ext cx="730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A76F23A9-AD58-3369-39D4-80E6D82855BC}"/>
                    </a:ext>
                  </a:extLst>
                </p14:cNvPr>
                <p14:cNvContentPartPr/>
                <p14:nvPr/>
              </p14:nvContentPartPr>
              <p14:xfrm>
                <a:off x="803880" y="2715280"/>
                <a:ext cx="75960" cy="29880"/>
              </p14:xfrm>
            </p:contentPart>
          </mc:Choice>
          <mc:Fallback xmlns="">
            <p:pic>
              <p:nvPicPr>
                <p:cNvPr id="24" name="Ink 23">
                  <a:extLst>
                    <a:ext uri="{FF2B5EF4-FFF2-40B4-BE49-F238E27FC236}">
                      <a16:creationId xmlns:a16="http://schemas.microsoft.com/office/drawing/2014/main" id="{A76F23A9-AD58-3369-39D4-80E6D82855BC}"/>
                    </a:ext>
                  </a:extLst>
                </p:cNvPr>
                <p:cNvPicPr/>
                <p:nvPr/>
              </p:nvPicPr>
              <p:blipFill>
                <a:blip r:embed="rId37"/>
                <a:stretch>
                  <a:fillRect/>
                </a:stretch>
              </p:blipFill>
              <p:spPr>
                <a:xfrm>
                  <a:off x="799560" y="2710960"/>
                  <a:ext cx="846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2112A7E8-1914-44A6-6E63-44E00F383242}"/>
                    </a:ext>
                  </a:extLst>
                </p14:cNvPr>
                <p14:cNvContentPartPr/>
                <p14:nvPr/>
              </p14:nvContentPartPr>
              <p14:xfrm>
                <a:off x="771840" y="2715280"/>
                <a:ext cx="109440" cy="72000"/>
              </p14:xfrm>
            </p:contentPart>
          </mc:Choice>
          <mc:Fallback xmlns="">
            <p:pic>
              <p:nvPicPr>
                <p:cNvPr id="25" name="Ink 24">
                  <a:extLst>
                    <a:ext uri="{FF2B5EF4-FFF2-40B4-BE49-F238E27FC236}">
                      <a16:creationId xmlns:a16="http://schemas.microsoft.com/office/drawing/2014/main" id="{2112A7E8-1914-44A6-6E63-44E00F383242}"/>
                    </a:ext>
                  </a:extLst>
                </p:cNvPr>
                <p:cNvPicPr/>
                <p:nvPr/>
              </p:nvPicPr>
              <p:blipFill>
                <a:blip r:embed="rId39"/>
                <a:stretch>
                  <a:fillRect/>
                </a:stretch>
              </p:blipFill>
              <p:spPr>
                <a:xfrm>
                  <a:off x="767520" y="2710960"/>
                  <a:ext cx="1180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C1335E2E-9681-DA19-488B-322CA2D8874A}"/>
                    </a:ext>
                  </a:extLst>
                </p14:cNvPr>
                <p14:cNvContentPartPr/>
                <p14:nvPr/>
              </p14:nvContentPartPr>
              <p14:xfrm>
                <a:off x="1017000" y="2640760"/>
                <a:ext cx="120960" cy="176400"/>
              </p14:xfrm>
            </p:contentPart>
          </mc:Choice>
          <mc:Fallback xmlns="">
            <p:pic>
              <p:nvPicPr>
                <p:cNvPr id="26" name="Ink 25">
                  <a:extLst>
                    <a:ext uri="{FF2B5EF4-FFF2-40B4-BE49-F238E27FC236}">
                      <a16:creationId xmlns:a16="http://schemas.microsoft.com/office/drawing/2014/main" id="{C1335E2E-9681-DA19-488B-322CA2D8874A}"/>
                    </a:ext>
                  </a:extLst>
                </p:cNvPr>
                <p:cNvPicPr/>
                <p:nvPr/>
              </p:nvPicPr>
              <p:blipFill>
                <a:blip r:embed="rId41"/>
                <a:stretch>
                  <a:fillRect/>
                </a:stretch>
              </p:blipFill>
              <p:spPr>
                <a:xfrm>
                  <a:off x="1012680" y="2636440"/>
                  <a:ext cx="1296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BAAB0CA0-9659-1BC3-6FB9-A536A13489F2}"/>
                    </a:ext>
                  </a:extLst>
                </p14:cNvPr>
                <p14:cNvContentPartPr/>
                <p14:nvPr/>
              </p14:nvContentPartPr>
              <p14:xfrm>
                <a:off x="1260720" y="2724640"/>
                <a:ext cx="139320" cy="97200"/>
              </p14:xfrm>
            </p:contentPart>
          </mc:Choice>
          <mc:Fallback xmlns="">
            <p:pic>
              <p:nvPicPr>
                <p:cNvPr id="27" name="Ink 26">
                  <a:extLst>
                    <a:ext uri="{FF2B5EF4-FFF2-40B4-BE49-F238E27FC236}">
                      <a16:creationId xmlns:a16="http://schemas.microsoft.com/office/drawing/2014/main" id="{BAAB0CA0-9659-1BC3-6FB9-A536A13489F2}"/>
                    </a:ext>
                  </a:extLst>
                </p:cNvPr>
                <p:cNvPicPr/>
                <p:nvPr/>
              </p:nvPicPr>
              <p:blipFill>
                <a:blip r:embed="rId43"/>
                <a:stretch>
                  <a:fillRect/>
                </a:stretch>
              </p:blipFill>
              <p:spPr>
                <a:xfrm>
                  <a:off x="1256400" y="2720320"/>
                  <a:ext cx="147960" cy="105840"/>
                </a:xfrm>
                <a:prstGeom prst="rect">
                  <a:avLst/>
                </a:prstGeom>
              </p:spPr>
            </p:pic>
          </mc:Fallback>
        </mc:AlternateContent>
      </p:grpSp>
      <p:grpSp>
        <p:nvGrpSpPr>
          <p:cNvPr id="48" name="Group 47">
            <a:extLst>
              <a:ext uri="{FF2B5EF4-FFF2-40B4-BE49-F238E27FC236}">
                <a16:creationId xmlns:a16="http://schemas.microsoft.com/office/drawing/2014/main" id="{D447449B-7F79-31E9-E0CE-197710C0896E}"/>
              </a:ext>
            </a:extLst>
          </p:cNvPr>
          <p:cNvGrpSpPr/>
          <p:nvPr/>
        </p:nvGrpSpPr>
        <p:grpSpPr>
          <a:xfrm>
            <a:off x="2946960" y="1120480"/>
            <a:ext cx="2535120" cy="883080"/>
            <a:chOff x="2946960" y="1120480"/>
            <a:chExt cx="2535120" cy="883080"/>
          </a:xfrm>
        </p:grpSpPr>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849353C6-3865-AD55-4F92-D903D3C91B91}"/>
                    </a:ext>
                  </a:extLst>
                </p14:cNvPr>
                <p14:cNvContentPartPr/>
                <p14:nvPr/>
              </p14:nvContentPartPr>
              <p14:xfrm>
                <a:off x="4612680" y="1517560"/>
                <a:ext cx="349560" cy="459360"/>
              </p14:xfrm>
            </p:contentPart>
          </mc:Choice>
          <mc:Fallback xmlns="">
            <p:pic>
              <p:nvPicPr>
                <p:cNvPr id="29" name="Ink 28">
                  <a:extLst>
                    <a:ext uri="{FF2B5EF4-FFF2-40B4-BE49-F238E27FC236}">
                      <a16:creationId xmlns:a16="http://schemas.microsoft.com/office/drawing/2014/main" id="{849353C6-3865-AD55-4F92-D903D3C91B91}"/>
                    </a:ext>
                  </a:extLst>
                </p:cNvPr>
                <p:cNvPicPr/>
                <p:nvPr/>
              </p:nvPicPr>
              <p:blipFill>
                <a:blip r:embed="rId45"/>
                <a:stretch>
                  <a:fillRect/>
                </a:stretch>
              </p:blipFill>
              <p:spPr>
                <a:xfrm>
                  <a:off x="4608360" y="1513240"/>
                  <a:ext cx="35820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ECECA503-F1E0-8379-3FAF-F8DBF6C844B3}"/>
                    </a:ext>
                  </a:extLst>
                </p14:cNvPr>
                <p14:cNvContentPartPr/>
                <p14:nvPr/>
              </p14:nvContentPartPr>
              <p14:xfrm>
                <a:off x="4973400" y="1693600"/>
                <a:ext cx="120960" cy="309960"/>
              </p14:xfrm>
            </p:contentPart>
          </mc:Choice>
          <mc:Fallback xmlns="">
            <p:pic>
              <p:nvPicPr>
                <p:cNvPr id="30" name="Ink 29">
                  <a:extLst>
                    <a:ext uri="{FF2B5EF4-FFF2-40B4-BE49-F238E27FC236}">
                      <a16:creationId xmlns:a16="http://schemas.microsoft.com/office/drawing/2014/main" id="{ECECA503-F1E0-8379-3FAF-F8DBF6C844B3}"/>
                    </a:ext>
                  </a:extLst>
                </p:cNvPr>
                <p:cNvPicPr/>
                <p:nvPr/>
              </p:nvPicPr>
              <p:blipFill>
                <a:blip r:embed="rId47"/>
                <a:stretch>
                  <a:fillRect/>
                </a:stretch>
              </p:blipFill>
              <p:spPr>
                <a:xfrm>
                  <a:off x="4969080" y="1689280"/>
                  <a:ext cx="12960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C03CB414-364F-2A41-3E8B-904FDCB00F66}"/>
                    </a:ext>
                  </a:extLst>
                </p14:cNvPr>
                <p14:cNvContentPartPr/>
                <p14:nvPr/>
              </p14:nvContentPartPr>
              <p14:xfrm>
                <a:off x="5176080" y="1758040"/>
                <a:ext cx="149400" cy="137520"/>
              </p14:xfrm>
            </p:contentPart>
          </mc:Choice>
          <mc:Fallback xmlns="">
            <p:pic>
              <p:nvPicPr>
                <p:cNvPr id="31" name="Ink 30">
                  <a:extLst>
                    <a:ext uri="{FF2B5EF4-FFF2-40B4-BE49-F238E27FC236}">
                      <a16:creationId xmlns:a16="http://schemas.microsoft.com/office/drawing/2014/main" id="{C03CB414-364F-2A41-3E8B-904FDCB00F66}"/>
                    </a:ext>
                  </a:extLst>
                </p:cNvPr>
                <p:cNvPicPr/>
                <p:nvPr/>
              </p:nvPicPr>
              <p:blipFill>
                <a:blip r:embed="rId49"/>
                <a:stretch>
                  <a:fillRect/>
                </a:stretch>
              </p:blipFill>
              <p:spPr>
                <a:xfrm>
                  <a:off x="5171760" y="1753720"/>
                  <a:ext cx="1580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1B9A7BDA-CECC-58F1-086C-E864EC34AB2D}"/>
                    </a:ext>
                  </a:extLst>
                </p14:cNvPr>
                <p14:cNvContentPartPr/>
                <p14:nvPr/>
              </p14:nvContentPartPr>
              <p14:xfrm>
                <a:off x="5345280" y="1712680"/>
                <a:ext cx="136800" cy="289080"/>
              </p14:xfrm>
            </p:contentPart>
          </mc:Choice>
          <mc:Fallback xmlns="">
            <p:pic>
              <p:nvPicPr>
                <p:cNvPr id="32" name="Ink 31">
                  <a:extLst>
                    <a:ext uri="{FF2B5EF4-FFF2-40B4-BE49-F238E27FC236}">
                      <a16:creationId xmlns:a16="http://schemas.microsoft.com/office/drawing/2014/main" id="{1B9A7BDA-CECC-58F1-086C-E864EC34AB2D}"/>
                    </a:ext>
                  </a:extLst>
                </p:cNvPr>
                <p:cNvPicPr/>
                <p:nvPr/>
              </p:nvPicPr>
              <p:blipFill>
                <a:blip r:embed="rId51"/>
                <a:stretch>
                  <a:fillRect/>
                </a:stretch>
              </p:blipFill>
              <p:spPr>
                <a:xfrm>
                  <a:off x="5340960" y="1708360"/>
                  <a:ext cx="14544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6152A050-4F77-B446-3537-61B64C350951}"/>
                    </a:ext>
                  </a:extLst>
                </p14:cNvPr>
                <p14:cNvContentPartPr/>
                <p14:nvPr/>
              </p14:nvContentPartPr>
              <p14:xfrm>
                <a:off x="3144600" y="1120480"/>
                <a:ext cx="33840" cy="69480"/>
              </p14:xfrm>
            </p:contentPart>
          </mc:Choice>
          <mc:Fallback xmlns="">
            <p:pic>
              <p:nvPicPr>
                <p:cNvPr id="34" name="Ink 33">
                  <a:extLst>
                    <a:ext uri="{FF2B5EF4-FFF2-40B4-BE49-F238E27FC236}">
                      <a16:creationId xmlns:a16="http://schemas.microsoft.com/office/drawing/2014/main" id="{6152A050-4F77-B446-3537-61B64C350951}"/>
                    </a:ext>
                  </a:extLst>
                </p:cNvPr>
                <p:cNvPicPr/>
                <p:nvPr/>
              </p:nvPicPr>
              <p:blipFill>
                <a:blip r:embed="rId53"/>
                <a:stretch>
                  <a:fillRect/>
                </a:stretch>
              </p:blipFill>
              <p:spPr>
                <a:xfrm>
                  <a:off x="3140280" y="1116160"/>
                  <a:ext cx="424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3967100C-6E79-9A32-9885-19DDFB7A9D0E}"/>
                    </a:ext>
                  </a:extLst>
                </p14:cNvPr>
                <p14:cNvContentPartPr/>
                <p14:nvPr/>
              </p14:nvContentPartPr>
              <p14:xfrm>
                <a:off x="3052440" y="1120480"/>
                <a:ext cx="209160" cy="325440"/>
              </p14:xfrm>
            </p:contentPart>
          </mc:Choice>
          <mc:Fallback xmlns="">
            <p:pic>
              <p:nvPicPr>
                <p:cNvPr id="35" name="Ink 34">
                  <a:extLst>
                    <a:ext uri="{FF2B5EF4-FFF2-40B4-BE49-F238E27FC236}">
                      <a16:creationId xmlns:a16="http://schemas.microsoft.com/office/drawing/2014/main" id="{3967100C-6E79-9A32-9885-19DDFB7A9D0E}"/>
                    </a:ext>
                  </a:extLst>
                </p:cNvPr>
                <p:cNvPicPr/>
                <p:nvPr/>
              </p:nvPicPr>
              <p:blipFill>
                <a:blip r:embed="rId55"/>
                <a:stretch>
                  <a:fillRect/>
                </a:stretch>
              </p:blipFill>
              <p:spPr>
                <a:xfrm>
                  <a:off x="3048120" y="1116160"/>
                  <a:ext cx="2178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D18007E0-3048-12B7-F67D-29BF0EABFA91}"/>
                    </a:ext>
                  </a:extLst>
                </p14:cNvPr>
                <p14:cNvContentPartPr/>
                <p14:nvPr/>
              </p14:nvContentPartPr>
              <p14:xfrm>
                <a:off x="3317760" y="1340800"/>
                <a:ext cx="32400" cy="144000"/>
              </p14:xfrm>
            </p:contentPart>
          </mc:Choice>
          <mc:Fallback xmlns="">
            <p:pic>
              <p:nvPicPr>
                <p:cNvPr id="36" name="Ink 35">
                  <a:extLst>
                    <a:ext uri="{FF2B5EF4-FFF2-40B4-BE49-F238E27FC236}">
                      <a16:creationId xmlns:a16="http://schemas.microsoft.com/office/drawing/2014/main" id="{D18007E0-3048-12B7-F67D-29BF0EABFA91}"/>
                    </a:ext>
                  </a:extLst>
                </p:cNvPr>
                <p:cNvPicPr/>
                <p:nvPr/>
              </p:nvPicPr>
              <p:blipFill>
                <a:blip r:embed="rId57"/>
                <a:stretch>
                  <a:fillRect/>
                </a:stretch>
              </p:blipFill>
              <p:spPr>
                <a:xfrm>
                  <a:off x="3313440" y="1336480"/>
                  <a:ext cx="410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D975C80D-9095-E872-3254-E0E08D3B0427}"/>
                    </a:ext>
                  </a:extLst>
                </p14:cNvPr>
                <p14:cNvContentPartPr/>
                <p14:nvPr/>
              </p14:nvContentPartPr>
              <p14:xfrm>
                <a:off x="3411360" y="1163680"/>
                <a:ext cx="40320" cy="55800"/>
              </p14:xfrm>
            </p:contentPart>
          </mc:Choice>
          <mc:Fallback xmlns="">
            <p:pic>
              <p:nvPicPr>
                <p:cNvPr id="37" name="Ink 36">
                  <a:extLst>
                    <a:ext uri="{FF2B5EF4-FFF2-40B4-BE49-F238E27FC236}">
                      <a16:creationId xmlns:a16="http://schemas.microsoft.com/office/drawing/2014/main" id="{D975C80D-9095-E872-3254-E0E08D3B0427}"/>
                    </a:ext>
                  </a:extLst>
                </p:cNvPr>
                <p:cNvPicPr/>
                <p:nvPr/>
              </p:nvPicPr>
              <p:blipFill>
                <a:blip r:embed="rId59"/>
                <a:stretch>
                  <a:fillRect/>
                </a:stretch>
              </p:blipFill>
              <p:spPr>
                <a:xfrm>
                  <a:off x="3407040" y="1159360"/>
                  <a:ext cx="48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6F49C23E-AAC6-EFE9-EEC0-63B7B3C45030}"/>
                    </a:ext>
                  </a:extLst>
                </p14:cNvPr>
                <p14:cNvContentPartPr/>
                <p14:nvPr/>
              </p14:nvContentPartPr>
              <p14:xfrm>
                <a:off x="3437640" y="1338640"/>
                <a:ext cx="115200" cy="111960"/>
              </p14:xfrm>
            </p:contentPart>
          </mc:Choice>
          <mc:Fallback xmlns="">
            <p:pic>
              <p:nvPicPr>
                <p:cNvPr id="38" name="Ink 37">
                  <a:extLst>
                    <a:ext uri="{FF2B5EF4-FFF2-40B4-BE49-F238E27FC236}">
                      <a16:creationId xmlns:a16="http://schemas.microsoft.com/office/drawing/2014/main" id="{6F49C23E-AAC6-EFE9-EEC0-63B7B3C45030}"/>
                    </a:ext>
                  </a:extLst>
                </p:cNvPr>
                <p:cNvPicPr/>
                <p:nvPr/>
              </p:nvPicPr>
              <p:blipFill>
                <a:blip r:embed="rId61"/>
                <a:stretch>
                  <a:fillRect/>
                </a:stretch>
              </p:blipFill>
              <p:spPr>
                <a:xfrm>
                  <a:off x="3433320" y="1334320"/>
                  <a:ext cx="1238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19E670E5-9893-1D06-655B-1CEF5639FDAC}"/>
                    </a:ext>
                  </a:extLst>
                </p14:cNvPr>
                <p14:cNvContentPartPr/>
                <p14:nvPr/>
              </p14:nvContentPartPr>
              <p14:xfrm>
                <a:off x="3614040" y="1341880"/>
                <a:ext cx="108000" cy="104400"/>
              </p14:xfrm>
            </p:contentPart>
          </mc:Choice>
          <mc:Fallback xmlns="">
            <p:pic>
              <p:nvPicPr>
                <p:cNvPr id="39" name="Ink 38">
                  <a:extLst>
                    <a:ext uri="{FF2B5EF4-FFF2-40B4-BE49-F238E27FC236}">
                      <a16:creationId xmlns:a16="http://schemas.microsoft.com/office/drawing/2014/main" id="{19E670E5-9893-1D06-655B-1CEF5639FDAC}"/>
                    </a:ext>
                  </a:extLst>
                </p:cNvPr>
                <p:cNvPicPr/>
                <p:nvPr/>
              </p:nvPicPr>
              <p:blipFill>
                <a:blip r:embed="rId63"/>
                <a:stretch>
                  <a:fillRect/>
                </a:stretch>
              </p:blipFill>
              <p:spPr>
                <a:xfrm>
                  <a:off x="3609720" y="1337560"/>
                  <a:ext cx="1166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2544365D-B2FB-80B8-263D-BEC7D59DCD13}"/>
                    </a:ext>
                  </a:extLst>
                </p14:cNvPr>
                <p14:cNvContentPartPr/>
                <p14:nvPr/>
              </p14:nvContentPartPr>
              <p14:xfrm>
                <a:off x="3715560" y="1316680"/>
                <a:ext cx="138960" cy="155520"/>
              </p14:xfrm>
            </p:contentPart>
          </mc:Choice>
          <mc:Fallback xmlns="">
            <p:pic>
              <p:nvPicPr>
                <p:cNvPr id="40" name="Ink 39">
                  <a:extLst>
                    <a:ext uri="{FF2B5EF4-FFF2-40B4-BE49-F238E27FC236}">
                      <a16:creationId xmlns:a16="http://schemas.microsoft.com/office/drawing/2014/main" id="{2544365D-B2FB-80B8-263D-BEC7D59DCD13}"/>
                    </a:ext>
                  </a:extLst>
                </p:cNvPr>
                <p:cNvPicPr/>
                <p:nvPr/>
              </p:nvPicPr>
              <p:blipFill>
                <a:blip r:embed="rId65"/>
                <a:stretch>
                  <a:fillRect/>
                </a:stretch>
              </p:blipFill>
              <p:spPr>
                <a:xfrm>
                  <a:off x="3711240" y="1312360"/>
                  <a:ext cx="1476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E62B0F3E-D91C-7276-C196-46330F0C34D4}"/>
                    </a:ext>
                  </a:extLst>
                </p14:cNvPr>
                <p14:cNvContentPartPr/>
                <p14:nvPr/>
              </p14:nvContentPartPr>
              <p14:xfrm>
                <a:off x="3905640" y="1356280"/>
                <a:ext cx="63360" cy="83520"/>
              </p14:xfrm>
            </p:contentPart>
          </mc:Choice>
          <mc:Fallback xmlns="">
            <p:pic>
              <p:nvPicPr>
                <p:cNvPr id="41" name="Ink 40">
                  <a:extLst>
                    <a:ext uri="{FF2B5EF4-FFF2-40B4-BE49-F238E27FC236}">
                      <a16:creationId xmlns:a16="http://schemas.microsoft.com/office/drawing/2014/main" id="{E62B0F3E-D91C-7276-C196-46330F0C34D4}"/>
                    </a:ext>
                  </a:extLst>
                </p:cNvPr>
                <p:cNvPicPr/>
                <p:nvPr/>
              </p:nvPicPr>
              <p:blipFill>
                <a:blip r:embed="rId67"/>
                <a:stretch>
                  <a:fillRect/>
                </a:stretch>
              </p:blipFill>
              <p:spPr>
                <a:xfrm>
                  <a:off x="3901320" y="1351960"/>
                  <a:ext cx="720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6A7C26B1-4518-2726-DDF4-DB5C4544D3EB}"/>
                    </a:ext>
                  </a:extLst>
                </p14:cNvPr>
                <p14:cNvContentPartPr/>
                <p14:nvPr/>
              </p14:nvContentPartPr>
              <p14:xfrm>
                <a:off x="4336560" y="1226680"/>
                <a:ext cx="36360" cy="204840"/>
              </p14:xfrm>
            </p:contentPart>
          </mc:Choice>
          <mc:Fallback xmlns="">
            <p:pic>
              <p:nvPicPr>
                <p:cNvPr id="42" name="Ink 41">
                  <a:extLst>
                    <a:ext uri="{FF2B5EF4-FFF2-40B4-BE49-F238E27FC236}">
                      <a16:creationId xmlns:a16="http://schemas.microsoft.com/office/drawing/2014/main" id="{6A7C26B1-4518-2726-DDF4-DB5C4544D3EB}"/>
                    </a:ext>
                  </a:extLst>
                </p:cNvPr>
                <p:cNvPicPr/>
                <p:nvPr/>
              </p:nvPicPr>
              <p:blipFill>
                <a:blip r:embed="rId69"/>
                <a:stretch>
                  <a:fillRect/>
                </a:stretch>
              </p:blipFill>
              <p:spPr>
                <a:xfrm>
                  <a:off x="4332240" y="1222360"/>
                  <a:ext cx="450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702B3209-0677-7D86-DC96-BE71E6862A37}"/>
                    </a:ext>
                  </a:extLst>
                </p14:cNvPr>
                <p14:cNvContentPartPr/>
                <p14:nvPr/>
              </p14:nvContentPartPr>
              <p14:xfrm>
                <a:off x="4208400" y="1133440"/>
                <a:ext cx="369720" cy="116640"/>
              </p14:xfrm>
            </p:contentPart>
          </mc:Choice>
          <mc:Fallback xmlns="">
            <p:pic>
              <p:nvPicPr>
                <p:cNvPr id="43" name="Ink 42">
                  <a:extLst>
                    <a:ext uri="{FF2B5EF4-FFF2-40B4-BE49-F238E27FC236}">
                      <a16:creationId xmlns:a16="http://schemas.microsoft.com/office/drawing/2014/main" id="{702B3209-0677-7D86-DC96-BE71E6862A37}"/>
                    </a:ext>
                  </a:extLst>
                </p:cNvPr>
                <p:cNvPicPr/>
                <p:nvPr/>
              </p:nvPicPr>
              <p:blipFill>
                <a:blip r:embed="rId71"/>
                <a:stretch>
                  <a:fillRect/>
                </a:stretch>
              </p:blipFill>
              <p:spPr>
                <a:xfrm>
                  <a:off x="4204080" y="1129120"/>
                  <a:ext cx="3783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74969494-51D2-04D5-B2CD-581A3827D8B5}"/>
                    </a:ext>
                  </a:extLst>
                </p14:cNvPr>
                <p14:cNvContentPartPr/>
                <p14:nvPr/>
              </p14:nvContentPartPr>
              <p14:xfrm>
                <a:off x="4533120" y="1255840"/>
                <a:ext cx="93960" cy="176400"/>
              </p14:xfrm>
            </p:contentPart>
          </mc:Choice>
          <mc:Fallback xmlns="">
            <p:pic>
              <p:nvPicPr>
                <p:cNvPr id="44" name="Ink 43">
                  <a:extLst>
                    <a:ext uri="{FF2B5EF4-FFF2-40B4-BE49-F238E27FC236}">
                      <a16:creationId xmlns:a16="http://schemas.microsoft.com/office/drawing/2014/main" id="{74969494-51D2-04D5-B2CD-581A3827D8B5}"/>
                    </a:ext>
                  </a:extLst>
                </p:cNvPr>
                <p:cNvPicPr/>
                <p:nvPr/>
              </p:nvPicPr>
              <p:blipFill>
                <a:blip r:embed="rId73"/>
                <a:stretch>
                  <a:fillRect/>
                </a:stretch>
              </p:blipFill>
              <p:spPr>
                <a:xfrm>
                  <a:off x="4528800" y="1251520"/>
                  <a:ext cx="1026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7F10C63A-E524-E17C-CD4F-22B17870852E}"/>
                    </a:ext>
                  </a:extLst>
                </p14:cNvPr>
                <p14:cNvContentPartPr/>
                <p14:nvPr/>
              </p14:nvContentPartPr>
              <p14:xfrm>
                <a:off x="4612680" y="1336120"/>
                <a:ext cx="250560" cy="98640"/>
              </p14:xfrm>
            </p:contentPart>
          </mc:Choice>
          <mc:Fallback xmlns="">
            <p:pic>
              <p:nvPicPr>
                <p:cNvPr id="45" name="Ink 44">
                  <a:extLst>
                    <a:ext uri="{FF2B5EF4-FFF2-40B4-BE49-F238E27FC236}">
                      <a16:creationId xmlns:a16="http://schemas.microsoft.com/office/drawing/2014/main" id="{7F10C63A-E524-E17C-CD4F-22B17870852E}"/>
                    </a:ext>
                  </a:extLst>
                </p:cNvPr>
                <p:cNvPicPr/>
                <p:nvPr/>
              </p:nvPicPr>
              <p:blipFill>
                <a:blip r:embed="rId75"/>
                <a:stretch>
                  <a:fillRect/>
                </a:stretch>
              </p:blipFill>
              <p:spPr>
                <a:xfrm>
                  <a:off x="4608360" y="1331800"/>
                  <a:ext cx="2592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2B7EA2D3-F088-C01E-7FD7-1E57A328AED6}"/>
                    </a:ext>
                  </a:extLst>
                </p14:cNvPr>
                <p14:cNvContentPartPr/>
                <p14:nvPr/>
              </p14:nvContentPartPr>
              <p14:xfrm>
                <a:off x="4938120" y="1288240"/>
                <a:ext cx="175320" cy="88560"/>
              </p14:xfrm>
            </p:contentPart>
          </mc:Choice>
          <mc:Fallback xmlns="">
            <p:pic>
              <p:nvPicPr>
                <p:cNvPr id="46" name="Ink 45">
                  <a:extLst>
                    <a:ext uri="{FF2B5EF4-FFF2-40B4-BE49-F238E27FC236}">
                      <a16:creationId xmlns:a16="http://schemas.microsoft.com/office/drawing/2014/main" id="{2B7EA2D3-F088-C01E-7FD7-1E57A328AED6}"/>
                    </a:ext>
                  </a:extLst>
                </p:cNvPr>
                <p:cNvPicPr/>
                <p:nvPr/>
              </p:nvPicPr>
              <p:blipFill>
                <a:blip r:embed="rId77"/>
                <a:stretch>
                  <a:fillRect/>
                </a:stretch>
              </p:blipFill>
              <p:spPr>
                <a:xfrm>
                  <a:off x="4933800" y="1283920"/>
                  <a:ext cx="1839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9802913F-4663-7743-AC26-0C683ABEA6E6}"/>
                    </a:ext>
                  </a:extLst>
                </p14:cNvPr>
                <p14:cNvContentPartPr/>
                <p14:nvPr/>
              </p14:nvContentPartPr>
              <p14:xfrm>
                <a:off x="2946960" y="1412440"/>
                <a:ext cx="2224440" cy="230040"/>
              </p14:xfrm>
            </p:contentPart>
          </mc:Choice>
          <mc:Fallback xmlns="">
            <p:pic>
              <p:nvPicPr>
                <p:cNvPr id="47" name="Ink 46">
                  <a:extLst>
                    <a:ext uri="{FF2B5EF4-FFF2-40B4-BE49-F238E27FC236}">
                      <a16:creationId xmlns:a16="http://schemas.microsoft.com/office/drawing/2014/main" id="{9802913F-4663-7743-AC26-0C683ABEA6E6}"/>
                    </a:ext>
                  </a:extLst>
                </p:cNvPr>
                <p:cNvPicPr/>
                <p:nvPr/>
              </p:nvPicPr>
              <p:blipFill>
                <a:blip r:embed="rId79"/>
                <a:stretch>
                  <a:fillRect/>
                </a:stretch>
              </p:blipFill>
              <p:spPr>
                <a:xfrm>
                  <a:off x="2942640" y="1408120"/>
                  <a:ext cx="2233080" cy="238680"/>
                </a:xfrm>
                <a:prstGeom prst="rect">
                  <a:avLst/>
                </a:prstGeom>
              </p:spPr>
            </p:pic>
          </mc:Fallback>
        </mc:AlternateContent>
      </p:grpSp>
    </p:spTree>
    <p:extLst>
      <p:ext uri="{BB962C8B-B14F-4D97-AF65-F5344CB8AC3E}">
        <p14:creationId xmlns:p14="http://schemas.microsoft.com/office/powerpoint/2010/main" val="1348971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2E6637-C5DA-691C-40A9-330FD7373980}"/>
              </a:ext>
            </a:extLst>
          </p:cNvPr>
          <p:cNvSpPr>
            <a:spLocks noGrp="1"/>
          </p:cNvSpPr>
          <p:nvPr>
            <p:ph type="sldNum" sz="quarter" idx="12"/>
          </p:nvPr>
        </p:nvSpPr>
        <p:spPr/>
        <p:txBody>
          <a:bodyPr/>
          <a:lstStyle/>
          <a:p>
            <a:fld id="{AD2B2EE5-B8BC-4D24-A25E-F2DF61737E68}" type="slidenum">
              <a:rPr lang="en-US" smtClean="0"/>
              <a:pPr/>
              <a:t>23</a:t>
            </a:fld>
            <a:endParaRPr lang="en-US"/>
          </a:p>
        </p:txBody>
      </p:sp>
      <p:grpSp>
        <p:nvGrpSpPr>
          <p:cNvPr id="36" name="Group 35">
            <a:extLst>
              <a:ext uri="{FF2B5EF4-FFF2-40B4-BE49-F238E27FC236}">
                <a16:creationId xmlns:a16="http://schemas.microsoft.com/office/drawing/2014/main" id="{578BADD5-1B25-907A-074F-5EFA90FF205E}"/>
              </a:ext>
            </a:extLst>
          </p:cNvPr>
          <p:cNvGrpSpPr/>
          <p:nvPr/>
        </p:nvGrpSpPr>
        <p:grpSpPr>
          <a:xfrm>
            <a:off x="781920" y="1252600"/>
            <a:ext cx="6883920" cy="3196800"/>
            <a:chOff x="781920" y="1252600"/>
            <a:chExt cx="6883920" cy="319680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FEA33C5-6BEB-A6F7-E8FE-C874FE05DB98}"/>
                    </a:ext>
                  </a:extLst>
                </p14:cNvPr>
                <p14:cNvContentPartPr/>
                <p14:nvPr/>
              </p14:nvContentPartPr>
              <p14:xfrm>
                <a:off x="1040040" y="1579480"/>
                <a:ext cx="58320" cy="57960"/>
              </p14:xfrm>
            </p:contentPart>
          </mc:Choice>
          <mc:Fallback xmlns="">
            <p:pic>
              <p:nvPicPr>
                <p:cNvPr id="3" name="Ink 2">
                  <a:extLst>
                    <a:ext uri="{FF2B5EF4-FFF2-40B4-BE49-F238E27FC236}">
                      <a16:creationId xmlns:a16="http://schemas.microsoft.com/office/drawing/2014/main" id="{BFEA33C5-6BEB-A6F7-E8FE-C874FE05DB98}"/>
                    </a:ext>
                  </a:extLst>
                </p:cNvPr>
                <p:cNvPicPr/>
                <p:nvPr/>
              </p:nvPicPr>
              <p:blipFill>
                <a:blip r:embed="rId3"/>
                <a:stretch>
                  <a:fillRect/>
                </a:stretch>
              </p:blipFill>
              <p:spPr>
                <a:xfrm>
                  <a:off x="1035720" y="1575160"/>
                  <a:ext cx="669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C8DFB53-F918-5E71-B5E5-927C2DCD79C0}"/>
                    </a:ext>
                  </a:extLst>
                </p14:cNvPr>
                <p14:cNvContentPartPr/>
                <p14:nvPr/>
              </p14:nvContentPartPr>
              <p14:xfrm>
                <a:off x="1004040" y="1565080"/>
                <a:ext cx="173880" cy="245520"/>
              </p14:xfrm>
            </p:contentPart>
          </mc:Choice>
          <mc:Fallback xmlns="">
            <p:pic>
              <p:nvPicPr>
                <p:cNvPr id="4" name="Ink 3">
                  <a:extLst>
                    <a:ext uri="{FF2B5EF4-FFF2-40B4-BE49-F238E27FC236}">
                      <a16:creationId xmlns:a16="http://schemas.microsoft.com/office/drawing/2014/main" id="{CC8DFB53-F918-5E71-B5E5-927C2DCD79C0}"/>
                    </a:ext>
                  </a:extLst>
                </p:cNvPr>
                <p:cNvPicPr/>
                <p:nvPr/>
              </p:nvPicPr>
              <p:blipFill>
                <a:blip r:embed="rId5"/>
                <a:stretch>
                  <a:fillRect/>
                </a:stretch>
              </p:blipFill>
              <p:spPr>
                <a:xfrm>
                  <a:off x="999720" y="1560760"/>
                  <a:ext cx="1825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FF0EADFF-10DE-6D8F-64FC-59DCE51A1FFF}"/>
                    </a:ext>
                  </a:extLst>
                </p14:cNvPr>
                <p14:cNvContentPartPr/>
                <p14:nvPr/>
              </p14:nvContentPartPr>
              <p14:xfrm>
                <a:off x="1372320" y="1592800"/>
                <a:ext cx="105480" cy="6840"/>
              </p14:xfrm>
            </p:contentPart>
          </mc:Choice>
          <mc:Fallback xmlns="">
            <p:pic>
              <p:nvPicPr>
                <p:cNvPr id="5" name="Ink 4">
                  <a:extLst>
                    <a:ext uri="{FF2B5EF4-FFF2-40B4-BE49-F238E27FC236}">
                      <a16:creationId xmlns:a16="http://schemas.microsoft.com/office/drawing/2014/main" id="{FF0EADFF-10DE-6D8F-64FC-59DCE51A1FFF}"/>
                    </a:ext>
                  </a:extLst>
                </p:cNvPr>
                <p:cNvPicPr/>
                <p:nvPr/>
              </p:nvPicPr>
              <p:blipFill>
                <a:blip r:embed="rId7"/>
                <a:stretch>
                  <a:fillRect/>
                </a:stretch>
              </p:blipFill>
              <p:spPr>
                <a:xfrm>
                  <a:off x="1368000" y="1588480"/>
                  <a:ext cx="1141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21879756-953D-4761-1AF0-C64C3DE7AABE}"/>
                    </a:ext>
                  </a:extLst>
                </p14:cNvPr>
                <p14:cNvContentPartPr/>
                <p14:nvPr/>
              </p14:nvContentPartPr>
              <p14:xfrm>
                <a:off x="1360800" y="1652560"/>
                <a:ext cx="141480" cy="6480"/>
              </p14:xfrm>
            </p:contentPart>
          </mc:Choice>
          <mc:Fallback xmlns="">
            <p:pic>
              <p:nvPicPr>
                <p:cNvPr id="6" name="Ink 5">
                  <a:extLst>
                    <a:ext uri="{FF2B5EF4-FFF2-40B4-BE49-F238E27FC236}">
                      <a16:creationId xmlns:a16="http://schemas.microsoft.com/office/drawing/2014/main" id="{21879756-953D-4761-1AF0-C64C3DE7AABE}"/>
                    </a:ext>
                  </a:extLst>
                </p:cNvPr>
                <p:cNvPicPr/>
                <p:nvPr/>
              </p:nvPicPr>
              <p:blipFill>
                <a:blip r:embed="rId9"/>
                <a:stretch>
                  <a:fillRect/>
                </a:stretch>
              </p:blipFill>
              <p:spPr>
                <a:xfrm>
                  <a:off x="1356480" y="1648240"/>
                  <a:ext cx="1501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02FB308-4F52-B8FF-6539-3FCA960D2886}"/>
                    </a:ext>
                  </a:extLst>
                </p14:cNvPr>
                <p14:cNvContentPartPr/>
                <p14:nvPr/>
              </p14:nvContentPartPr>
              <p14:xfrm>
                <a:off x="1671480" y="1541320"/>
                <a:ext cx="180000" cy="88560"/>
              </p14:xfrm>
            </p:contentPart>
          </mc:Choice>
          <mc:Fallback xmlns="">
            <p:pic>
              <p:nvPicPr>
                <p:cNvPr id="7" name="Ink 6">
                  <a:extLst>
                    <a:ext uri="{FF2B5EF4-FFF2-40B4-BE49-F238E27FC236}">
                      <a16:creationId xmlns:a16="http://schemas.microsoft.com/office/drawing/2014/main" id="{F02FB308-4F52-B8FF-6539-3FCA960D2886}"/>
                    </a:ext>
                  </a:extLst>
                </p:cNvPr>
                <p:cNvPicPr/>
                <p:nvPr/>
              </p:nvPicPr>
              <p:blipFill>
                <a:blip r:embed="rId11"/>
                <a:stretch>
                  <a:fillRect/>
                </a:stretch>
              </p:blipFill>
              <p:spPr>
                <a:xfrm>
                  <a:off x="1667160" y="1537000"/>
                  <a:ext cx="1886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8B94C30-124E-7EF1-97CC-567B9D567229}"/>
                    </a:ext>
                  </a:extLst>
                </p14:cNvPr>
                <p14:cNvContentPartPr/>
                <p14:nvPr/>
              </p14:nvContentPartPr>
              <p14:xfrm>
                <a:off x="1940760" y="1551040"/>
                <a:ext cx="100440" cy="75240"/>
              </p14:xfrm>
            </p:contentPart>
          </mc:Choice>
          <mc:Fallback xmlns="">
            <p:pic>
              <p:nvPicPr>
                <p:cNvPr id="8" name="Ink 7">
                  <a:extLst>
                    <a:ext uri="{FF2B5EF4-FFF2-40B4-BE49-F238E27FC236}">
                      <a16:creationId xmlns:a16="http://schemas.microsoft.com/office/drawing/2014/main" id="{28B94C30-124E-7EF1-97CC-567B9D567229}"/>
                    </a:ext>
                  </a:extLst>
                </p:cNvPr>
                <p:cNvPicPr/>
                <p:nvPr/>
              </p:nvPicPr>
              <p:blipFill>
                <a:blip r:embed="rId13"/>
                <a:stretch>
                  <a:fillRect/>
                </a:stretch>
              </p:blipFill>
              <p:spPr>
                <a:xfrm>
                  <a:off x="1936440" y="1546720"/>
                  <a:ext cx="1090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458E1A50-53D4-FC21-E83B-FFC65F2D0959}"/>
                    </a:ext>
                  </a:extLst>
                </p14:cNvPr>
                <p14:cNvContentPartPr/>
                <p14:nvPr/>
              </p14:nvContentPartPr>
              <p14:xfrm>
                <a:off x="2030040" y="1520440"/>
                <a:ext cx="115200" cy="79920"/>
              </p14:xfrm>
            </p:contentPart>
          </mc:Choice>
          <mc:Fallback xmlns="">
            <p:pic>
              <p:nvPicPr>
                <p:cNvPr id="9" name="Ink 8">
                  <a:extLst>
                    <a:ext uri="{FF2B5EF4-FFF2-40B4-BE49-F238E27FC236}">
                      <a16:creationId xmlns:a16="http://schemas.microsoft.com/office/drawing/2014/main" id="{458E1A50-53D4-FC21-E83B-FFC65F2D0959}"/>
                    </a:ext>
                  </a:extLst>
                </p:cNvPr>
                <p:cNvPicPr/>
                <p:nvPr/>
              </p:nvPicPr>
              <p:blipFill>
                <a:blip r:embed="rId15"/>
                <a:stretch>
                  <a:fillRect/>
                </a:stretch>
              </p:blipFill>
              <p:spPr>
                <a:xfrm>
                  <a:off x="2025720" y="1516120"/>
                  <a:ext cx="1238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BCE1295-E11C-00ED-B935-80B69024715D}"/>
                    </a:ext>
                  </a:extLst>
                </p14:cNvPr>
                <p14:cNvContentPartPr/>
                <p14:nvPr/>
              </p14:nvContentPartPr>
              <p14:xfrm>
                <a:off x="2378520" y="1488400"/>
                <a:ext cx="23400" cy="154440"/>
              </p14:xfrm>
            </p:contentPart>
          </mc:Choice>
          <mc:Fallback xmlns="">
            <p:pic>
              <p:nvPicPr>
                <p:cNvPr id="10" name="Ink 9">
                  <a:extLst>
                    <a:ext uri="{FF2B5EF4-FFF2-40B4-BE49-F238E27FC236}">
                      <a16:creationId xmlns:a16="http://schemas.microsoft.com/office/drawing/2014/main" id="{8BCE1295-E11C-00ED-B935-80B69024715D}"/>
                    </a:ext>
                  </a:extLst>
                </p:cNvPr>
                <p:cNvPicPr/>
                <p:nvPr/>
              </p:nvPicPr>
              <p:blipFill>
                <a:blip r:embed="rId17"/>
                <a:stretch>
                  <a:fillRect/>
                </a:stretch>
              </p:blipFill>
              <p:spPr>
                <a:xfrm>
                  <a:off x="2374200" y="1484080"/>
                  <a:ext cx="320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69E0A7AE-A77D-160A-4D73-276F6D92A1DB}"/>
                    </a:ext>
                  </a:extLst>
                </p14:cNvPr>
                <p14:cNvContentPartPr/>
                <p14:nvPr/>
              </p14:nvContentPartPr>
              <p14:xfrm>
                <a:off x="2311560" y="1553920"/>
                <a:ext cx="173520" cy="15840"/>
              </p14:xfrm>
            </p:contentPart>
          </mc:Choice>
          <mc:Fallback xmlns="">
            <p:pic>
              <p:nvPicPr>
                <p:cNvPr id="11" name="Ink 10">
                  <a:extLst>
                    <a:ext uri="{FF2B5EF4-FFF2-40B4-BE49-F238E27FC236}">
                      <a16:creationId xmlns:a16="http://schemas.microsoft.com/office/drawing/2014/main" id="{69E0A7AE-A77D-160A-4D73-276F6D92A1DB}"/>
                    </a:ext>
                  </a:extLst>
                </p:cNvPr>
                <p:cNvPicPr/>
                <p:nvPr/>
              </p:nvPicPr>
              <p:blipFill>
                <a:blip r:embed="rId19"/>
                <a:stretch>
                  <a:fillRect/>
                </a:stretch>
              </p:blipFill>
              <p:spPr>
                <a:xfrm>
                  <a:off x="2307240" y="1549600"/>
                  <a:ext cx="1821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4E1233F-AB42-C36A-7671-7B55E2682F51}"/>
                    </a:ext>
                  </a:extLst>
                </p14:cNvPr>
                <p14:cNvContentPartPr/>
                <p14:nvPr/>
              </p14:nvContentPartPr>
              <p14:xfrm>
                <a:off x="2660760" y="1483360"/>
                <a:ext cx="158400" cy="121320"/>
              </p14:xfrm>
            </p:contentPart>
          </mc:Choice>
          <mc:Fallback xmlns="">
            <p:pic>
              <p:nvPicPr>
                <p:cNvPr id="12" name="Ink 11">
                  <a:extLst>
                    <a:ext uri="{FF2B5EF4-FFF2-40B4-BE49-F238E27FC236}">
                      <a16:creationId xmlns:a16="http://schemas.microsoft.com/office/drawing/2014/main" id="{04E1233F-AB42-C36A-7671-7B55E2682F51}"/>
                    </a:ext>
                  </a:extLst>
                </p:cNvPr>
                <p:cNvPicPr/>
                <p:nvPr/>
              </p:nvPicPr>
              <p:blipFill>
                <a:blip r:embed="rId21"/>
                <a:stretch>
                  <a:fillRect/>
                </a:stretch>
              </p:blipFill>
              <p:spPr>
                <a:xfrm>
                  <a:off x="2656440" y="1479040"/>
                  <a:ext cx="1670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ABBED62-4291-7C1A-61F0-CE36D6F40881}"/>
                    </a:ext>
                  </a:extLst>
                </p14:cNvPr>
                <p14:cNvContentPartPr/>
                <p14:nvPr/>
              </p14:nvContentPartPr>
              <p14:xfrm>
                <a:off x="3424320" y="1346200"/>
                <a:ext cx="196200" cy="3103200"/>
              </p14:xfrm>
            </p:contentPart>
          </mc:Choice>
          <mc:Fallback xmlns="">
            <p:pic>
              <p:nvPicPr>
                <p:cNvPr id="15" name="Ink 14">
                  <a:extLst>
                    <a:ext uri="{FF2B5EF4-FFF2-40B4-BE49-F238E27FC236}">
                      <a16:creationId xmlns:a16="http://schemas.microsoft.com/office/drawing/2014/main" id="{3ABBED62-4291-7C1A-61F0-CE36D6F40881}"/>
                    </a:ext>
                  </a:extLst>
                </p:cNvPr>
                <p:cNvPicPr/>
                <p:nvPr/>
              </p:nvPicPr>
              <p:blipFill>
                <a:blip r:embed="rId23"/>
                <a:stretch>
                  <a:fillRect/>
                </a:stretch>
              </p:blipFill>
              <p:spPr>
                <a:xfrm>
                  <a:off x="3420000" y="1341880"/>
                  <a:ext cx="204840" cy="3111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D907E9C-552E-C81D-1F0D-7335CE28D445}"/>
                    </a:ext>
                  </a:extLst>
                </p14:cNvPr>
                <p14:cNvContentPartPr/>
                <p14:nvPr/>
              </p14:nvContentPartPr>
              <p14:xfrm>
                <a:off x="3451320" y="1367080"/>
                <a:ext cx="280080" cy="174240"/>
              </p14:xfrm>
            </p:contentPart>
          </mc:Choice>
          <mc:Fallback xmlns="">
            <p:pic>
              <p:nvPicPr>
                <p:cNvPr id="16" name="Ink 15">
                  <a:extLst>
                    <a:ext uri="{FF2B5EF4-FFF2-40B4-BE49-F238E27FC236}">
                      <a16:creationId xmlns:a16="http://schemas.microsoft.com/office/drawing/2014/main" id="{0D907E9C-552E-C81D-1F0D-7335CE28D445}"/>
                    </a:ext>
                  </a:extLst>
                </p:cNvPr>
                <p:cNvPicPr/>
                <p:nvPr/>
              </p:nvPicPr>
              <p:blipFill>
                <a:blip r:embed="rId25"/>
                <a:stretch>
                  <a:fillRect/>
                </a:stretch>
              </p:blipFill>
              <p:spPr>
                <a:xfrm>
                  <a:off x="3447000" y="1362760"/>
                  <a:ext cx="2887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D8CD1049-B5C4-CFFF-A271-A4F4C06850A0}"/>
                    </a:ext>
                  </a:extLst>
                </p14:cNvPr>
                <p14:cNvContentPartPr/>
                <p14:nvPr/>
              </p14:nvContentPartPr>
              <p14:xfrm>
                <a:off x="3663000" y="1267720"/>
                <a:ext cx="118440" cy="54720"/>
              </p14:xfrm>
            </p:contentPart>
          </mc:Choice>
          <mc:Fallback xmlns="">
            <p:pic>
              <p:nvPicPr>
                <p:cNvPr id="17" name="Ink 16">
                  <a:extLst>
                    <a:ext uri="{FF2B5EF4-FFF2-40B4-BE49-F238E27FC236}">
                      <a16:creationId xmlns:a16="http://schemas.microsoft.com/office/drawing/2014/main" id="{D8CD1049-B5C4-CFFF-A271-A4F4C06850A0}"/>
                    </a:ext>
                  </a:extLst>
                </p:cNvPr>
                <p:cNvPicPr/>
                <p:nvPr/>
              </p:nvPicPr>
              <p:blipFill>
                <a:blip r:embed="rId27"/>
                <a:stretch>
                  <a:fillRect/>
                </a:stretch>
              </p:blipFill>
              <p:spPr>
                <a:xfrm>
                  <a:off x="3658680" y="1263400"/>
                  <a:ext cx="1270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0FE5014C-1338-C679-AC63-A164148344A0}"/>
                    </a:ext>
                  </a:extLst>
                </p14:cNvPr>
                <p14:cNvContentPartPr/>
                <p14:nvPr/>
              </p14:nvContentPartPr>
              <p14:xfrm>
                <a:off x="3651480" y="1252600"/>
                <a:ext cx="123480" cy="217080"/>
              </p14:xfrm>
            </p:contentPart>
          </mc:Choice>
          <mc:Fallback xmlns="">
            <p:pic>
              <p:nvPicPr>
                <p:cNvPr id="18" name="Ink 17">
                  <a:extLst>
                    <a:ext uri="{FF2B5EF4-FFF2-40B4-BE49-F238E27FC236}">
                      <a16:creationId xmlns:a16="http://schemas.microsoft.com/office/drawing/2014/main" id="{0FE5014C-1338-C679-AC63-A164148344A0}"/>
                    </a:ext>
                  </a:extLst>
                </p:cNvPr>
                <p:cNvPicPr/>
                <p:nvPr/>
              </p:nvPicPr>
              <p:blipFill>
                <a:blip r:embed="rId29"/>
                <a:stretch>
                  <a:fillRect/>
                </a:stretch>
              </p:blipFill>
              <p:spPr>
                <a:xfrm>
                  <a:off x="3647160" y="1248280"/>
                  <a:ext cx="1321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BCD71B66-7318-6332-F577-97A2E877F9A7}"/>
                    </a:ext>
                  </a:extLst>
                </p14:cNvPr>
                <p14:cNvContentPartPr/>
                <p14:nvPr/>
              </p14:nvContentPartPr>
              <p14:xfrm>
                <a:off x="2629800" y="3876280"/>
                <a:ext cx="4804200" cy="128520"/>
              </p14:xfrm>
            </p:contentPart>
          </mc:Choice>
          <mc:Fallback xmlns="">
            <p:pic>
              <p:nvPicPr>
                <p:cNvPr id="20" name="Ink 19">
                  <a:extLst>
                    <a:ext uri="{FF2B5EF4-FFF2-40B4-BE49-F238E27FC236}">
                      <a16:creationId xmlns:a16="http://schemas.microsoft.com/office/drawing/2014/main" id="{BCD71B66-7318-6332-F577-97A2E877F9A7}"/>
                    </a:ext>
                  </a:extLst>
                </p:cNvPr>
                <p:cNvPicPr/>
                <p:nvPr/>
              </p:nvPicPr>
              <p:blipFill>
                <a:blip r:embed="rId31"/>
                <a:stretch>
                  <a:fillRect/>
                </a:stretch>
              </p:blipFill>
              <p:spPr>
                <a:xfrm>
                  <a:off x="2625480" y="3871960"/>
                  <a:ext cx="48128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87BB26B3-71E9-5FC4-3B57-D8036BA6621E}"/>
                    </a:ext>
                  </a:extLst>
                </p14:cNvPr>
                <p14:cNvContentPartPr/>
                <p14:nvPr/>
              </p14:nvContentPartPr>
              <p14:xfrm>
                <a:off x="7357680" y="3810040"/>
                <a:ext cx="161640" cy="215640"/>
              </p14:xfrm>
            </p:contentPart>
          </mc:Choice>
          <mc:Fallback xmlns="">
            <p:pic>
              <p:nvPicPr>
                <p:cNvPr id="21" name="Ink 20">
                  <a:extLst>
                    <a:ext uri="{FF2B5EF4-FFF2-40B4-BE49-F238E27FC236}">
                      <a16:creationId xmlns:a16="http://schemas.microsoft.com/office/drawing/2014/main" id="{87BB26B3-71E9-5FC4-3B57-D8036BA6621E}"/>
                    </a:ext>
                  </a:extLst>
                </p:cNvPr>
                <p:cNvPicPr/>
                <p:nvPr/>
              </p:nvPicPr>
              <p:blipFill>
                <a:blip r:embed="rId33"/>
                <a:stretch>
                  <a:fillRect/>
                </a:stretch>
              </p:blipFill>
              <p:spPr>
                <a:xfrm>
                  <a:off x="7353360" y="3805720"/>
                  <a:ext cx="1702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F6710465-F905-AA51-9A52-DDE0095A5E65}"/>
                    </a:ext>
                  </a:extLst>
                </p14:cNvPr>
                <p14:cNvContentPartPr/>
                <p14:nvPr/>
              </p14:nvContentPartPr>
              <p14:xfrm>
                <a:off x="7458840" y="4078600"/>
                <a:ext cx="118800" cy="70560"/>
              </p14:xfrm>
            </p:contentPart>
          </mc:Choice>
          <mc:Fallback xmlns="">
            <p:pic>
              <p:nvPicPr>
                <p:cNvPr id="22" name="Ink 21">
                  <a:extLst>
                    <a:ext uri="{FF2B5EF4-FFF2-40B4-BE49-F238E27FC236}">
                      <a16:creationId xmlns:a16="http://schemas.microsoft.com/office/drawing/2014/main" id="{F6710465-F905-AA51-9A52-DDE0095A5E65}"/>
                    </a:ext>
                  </a:extLst>
                </p:cNvPr>
                <p:cNvPicPr/>
                <p:nvPr/>
              </p:nvPicPr>
              <p:blipFill>
                <a:blip r:embed="rId35"/>
                <a:stretch>
                  <a:fillRect/>
                </a:stretch>
              </p:blipFill>
              <p:spPr>
                <a:xfrm>
                  <a:off x="7454520" y="4074280"/>
                  <a:ext cx="1274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FF96DE20-DC02-38CA-9B4F-C4DF84EA82AE}"/>
                    </a:ext>
                  </a:extLst>
                </p14:cNvPr>
                <p14:cNvContentPartPr/>
                <p14:nvPr/>
              </p14:nvContentPartPr>
              <p14:xfrm>
                <a:off x="7580160" y="4090840"/>
                <a:ext cx="85680" cy="73440"/>
              </p14:xfrm>
            </p:contentPart>
          </mc:Choice>
          <mc:Fallback xmlns="">
            <p:pic>
              <p:nvPicPr>
                <p:cNvPr id="23" name="Ink 22">
                  <a:extLst>
                    <a:ext uri="{FF2B5EF4-FFF2-40B4-BE49-F238E27FC236}">
                      <a16:creationId xmlns:a16="http://schemas.microsoft.com/office/drawing/2014/main" id="{FF96DE20-DC02-38CA-9B4F-C4DF84EA82AE}"/>
                    </a:ext>
                  </a:extLst>
                </p:cNvPr>
                <p:cNvPicPr/>
                <p:nvPr/>
              </p:nvPicPr>
              <p:blipFill>
                <a:blip r:embed="rId37"/>
                <a:stretch>
                  <a:fillRect/>
                </a:stretch>
              </p:blipFill>
              <p:spPr>
                <a:xfrm>
                  <a:off x="7575840" y="4086520"/>
                  <a:ext cx="943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A8AC9BBA-9FB4-5293-92C5-7E7164E7EB1D}"/>
                    </a:ext>
                  </a:extLst>
                </p14:cNvPr>
                <p14:cNvContentPartPr/>
                <p14:nvPr/>
              </p14:nvContentPartPr>
              <p14:xfrm>
                <a:off x="781920" y="2224960"/>
                <a:ext cx="5760" cy="77400"/>
              </p14:xfrm>
            </p:contentPart>
          </mc:Choice>
          <mc:Fallback xmlns="">
            <p:pic>
              <p:nvPicPr>
                <p:cNvPr id="25" name="Ink 24">
                  <a:extLst>
                    <a:ext uri="{FF2B5EF4-FFF2-40B4-BE49-F238E27FC236}">
                      <a16:creationId xmlns:a16="http://schemas.microsoft.com/office/drawing/2014/main" id="{A8AC9BBA-9FB4-5293-92C5-7E7164E7EB1D}"/>
                    </a:ext>
                  </a:extLst>
                </p:cNvPr>
                <p:cNvPicPr/>
                <p:nvPr/>
              </p:nvPicPr>
              <p:blipFill>
                <a:blip r:embed="rId39"/>
                <a:stretch>
                  <a:fillRect/>
                </a:stretch>
              </p:blipFill>
              <p:spPr>
                <a:xfrm>
                  <a:off x="777600" y="2220640"/>
                  <a:ext cx="14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C5E42481-8410-2B46-8BD1-02550F2D0DA4}"/>
                    </a:ext>
                  </a:extLst>
                </p14:cNvPr>
                <p14:cNvContentPartPr/>
                <p14:nvPr/>
              </p14:nvContentPartPr>
              <p14:xfrm>
                <a:off x="804960" y="2103280"/>
                <a:ext cx="360" cy="12960"/>
              </p14:xfrm>
            </p:contentPart>
          </mc:Choice>
          <mc:Fallback xmlns="">
            <p:pic>
              <p:nvPicPr>
                <p:cNvPr id="26" name="Ink 25">
                  <a:extLst>
                    <a:ext uri="{FF2B5EF4-FFF2-40B4-BE49-F238E27FC236}">
                      <a16:creationId xmlns:a16="http://schemas.microsoft.com/office/drawing/2014/main" id="{C5E42481-8410-2B46-8BD1-02550F2D0DA4}"/>
                    </a:ext>
                  </a:extLst>
                </p:cNvPr>
                <p:cNvPicPr/>
                <p:nvPr/>
              </p:nvPicPr>
              <p:blipFill>
                <a:blip r:embed="rId41"/>
                <a:stretch>
                  <a:fillRect/>
                </a:stretch>
              </p:blipFill>
              <p:spPr>
                <a:xfrm>
                  <a:off x="800640" y="2098960"/>
                  <a:ext cx="9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26D6DEB5-85D0-70DD-048E-8B3B656D2F07}"/>
                    </a:ext>
                  </a:extLst>
                </p14:cNvPr>
                <p14:cNvContentPartPr/>
                <p14:nvPr/>
              </p14:nvContentPartPr>
              <p14:xfrm>
                <a:off x="795960" y="2107960"/>
                <a:ext cx="183960" cy="285480"/>
              </p14:xfrm>
            </p:contentPart>
          </mc:Choice>
          <mc:Fallback xmlns="">
            <p:pic>
              <p:nvPicPr>
                <p:cNvPr id="27" name="Ink 26">
                  <a:extLst>
                    <a:ext uri="{FF2B5EF4-FFF2-40B4-BE49-F238E27FC236}">
                      <a16:creationId xmlns:a16="http://schemas.microsoft.com/office/drawing/2014/main" id="{26D6DEB5-85D0-70DD-048E-8B3B656D2F07}"/>
                    </a:ext>
                  </a:extLst>
                </p:cNvPr>
                <p:cNvPicPr/>
                <p:nvPr/>
              </p:nvPicPr>
              <p:blipFill>
                <a:blip r:embed="rId43"/>
                <a:stretch>
                  <a:fillRect/>
                </a:stretch>
              </p:blipFill>
              <p:spPr>
                <a:xfrm>
                  <a:off x="791640" y="2103640"/>
                  <a:ext cx="1926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BC05D3F9-91A8-9D0A-D31B-56D5CF3D49E3}"/>
                    </a:ext>
                  </a:extLst>
                </p14:cNvPr>
                <p14:cNvContentPartPr/>
                <p14:nvPr/>
              </p14:nvContentPartPr>
              <p14:xfrm>
                <a:off x="785880" y="2231440"/>
                <a:ext cx="104400" cy="28800"/>
              </p14:xfrm>
            </p:contentPart>
          </mc:Choice>
          <mc:Fallback xmlns="">
            <p:pic>
              <p:nvPicPr>
                <p:cNvPr id="28" name="Ink 27">
                  <a:extLst>
                    <a:ext uri="{FF2B5EF4-FFF2-40B4-BE49-F238E27FC236}">
                      <a16:creationId xmlns:a16="http://schemas.microsoft.com/office/drawing/2014/main" id="{BC05D3F9-91A8-9D0A-D31B-56D5CF3D49E3}"/>
                    </a:ext>
                  </a:extLst>
                </p:cNvPr>
                <p:cNvPicPr/>
                <p:nvPr/>
              </p:nvPicPr>
              <p:blipFill>
                <a:blip r:embed="rId45"/>
                <a:stretch>
                  <a:fillRect/>
                </a:stretch>
              </p:blipFill>
              <p:spPr>
                <a:xfrm>
                  <a:off x="781560" y="2227120"/>
                  <a:ext cx="1130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99E308B6-E102-883B-152E-966223753A9A}"/>
                    </a:ext>
                  </a:extLst>
                </p14:cNvPr>
                <p14:cNvContentPartPr/>
                <p14:nvPr/>
              </p14:nvContentPartPr>
              <p14:xfrm>
                <a:off x="1163160" y="2200840"/>
                <a:ext cx="192600" cy="99000"/>
              </p14:xfrm>
            </p:contentPart>
          </mc:Choice>
          <mc:Fallback xmlns="">
            <p:pic>
              <p:nvPicPr>
                <p:cNvPr id="29" name="Ink 28">
                  <a:extLst>
                    <a:ext uri="{FF2B5EF4-FFF2-40B4-BE49-F238E27FC236}">
                      <a16:creationId xmlns:a16="http://schemas.microsoft.com/office/drawing/2014/main" id="{99E308B6-E102-883B-152E-966223753A9A}"/>
                    </a:ext>
                  </a:extLst>
                </p:cNvPr>
                <p:cNvPicPr/>
                <p:nvPr/>
              </p:nvPicPr>
              <p:blipFill>
                <a:blip r:embed="rId47"/>
                <a:stretch>
                  <a:fillRect/>
                </a:stretch>
              </p:blipFill>
              <p:spPr>
                <a:xfrm>
                  <a:off x="1158840" y="2196520"/>
                  <a:ext cx="2012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A1E75800-55FB-1FE1-81FC-68EF1035359E}"/>
                    </a:ext>
                  </a:extLst>
                </p14:cNvPr>
                <p14:cNvContentPartPr/>
                <p14:nvPr/>
              </p14:nvContentPartPr>
              <p14:xfrm>
                <a:off x="1441440" y="2168440"/>
                <a:ext cx="169560" cy="129240"/>
              </p14:xfrm>
            </p:contentPart>
          </mc:Choice>
          <mc:Fallback xmlns="">
            <p:pic>
              <p:nvPicPr>
                <p:cNvPr id="30" name="Ink 29">
                  <a:extLst>
                    <a:ext uri="{FF2B5EF4-FFF2-40B4-BE49-F238E27FC236}">
                      <a16:creationId xmlns:a16="http://schemas.microsoft.com/office/drawing/2014/main" id="{A1E75800-55FB-1FE1-81FC-68EF1035359E}"/>
                    </a:ext>
                  </a:extLst>
                </p:cNvPr>
                <p:cNvPicPr/>
                <p:nvPr/>
              </p:nvPicPr>
              <p:blipFill>
                <a:blip r:embed="rId49"/>
                <a:stretch>
                  <a:fillRect/>
                </a:stretch>
              </p:blipFill>
              <p:spPr>
                <a:xfrm>
                  <a:off x="1437120" y="2164120"/>
                  <a:ext cx="1782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9CB1CC49-22B0-D955-A81B-EBB8D75C0F71}"/>
                    </a:ext>
                  </a:extLst>
                </p14:cNvPr>
                <p14:cNvContentPartPr/>
                <p14:nvPr/>
              </p14:nvContentPartPr>
              <p14:xfrm>
                <a:off x="1656000" y="2180680"/>
                <a:ext cx="183600" cy="152640"/>
              </p14:xfrm>
            </p:contentPart>
          </mc:Choice>
          <mc:Fallback xmlns="">
            <p:pic>
              <p:nvPicPr>
                <p:cNvPr id="33" name="Ink 32">
                  <a:extLst>
                    <a:ext uri="{FF2B5EF4-FFF2-40B4-BE49-F238E27FC236}">
                      <a16:creationId xmlns:a16="http://schemas.microsoft.com/office/drawing/2014/main" id="{9CB1CC49-22B0-D955-A81B-EBB8D75C0F71}"/>
                    </a:ext>
                  </a:extLst>
                </p:cNvPr>
                <p:cNvPicPr/>
                <p:nvPr/>
              </p:nvPicPr>
              <p:blipFill>
                <a:blip r:embed="rId51"/>
                <a:stretch>
                  <a:fillRect/>
                </a:stretch>
              </p:blipFill>
              <p:spPr>
                <a:xfrm>
                  <a:off x="1651680" y="2176360"/>
                  <a:ext cx="1922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1852712B-AB8B-28FD-894C-D48F2BA9AAE0}"/>
                    </a:ext>
                  </a:extLst>
                </p14:cNvPr>
                <p14:cNvContentPartPr/>
                <p14:nvPr/>
              </p14:nvContentPartPr>
              <p14:xfrm>
                <a:off x="3041280" y="1621960"/>
                <a:ext cx="4114440" cy="2093040"/>
              </p14:xfrm>
            </p:contentPart>
          </mc:Choice>
          <mc:Fallback xmlns="">
            <p:pic>
              <p:nvPicPr>
                <p:cNvPr id="35" name="Ink 34">
                  <a:extLst>
                    <a:ext uri="{FF2B5EF4-FFF2-40B4-BE49-F238E27FC236}">
                      <a16:creationId xmlns:a16="http://schemas.microsoft.com/office/drawing/2014/main" id="{1852712B-AB8B-28FD-894C-D48F2BA9AAE0}"/>
                    </a:ext>
                  </a:extLst>
                </p:cNvPr>
                <p:cNvPicPr/>
                <p:nvPr/>
              </p:nvPicPr>
              <p:blipFill>
                <a:blip r:embed="rId53"/>
                <a:stretch>
                  <a:fillRect/>
                </a:stretch>
              </p:blipFill>
              <p:spPr>
                <a:xfrm>
                  <a:off x="3036960" y="1617640"/>
                  <a:ext cx="4123080" cy="210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14ABE660-4776-8B60-96DD-0EA2B1077038}"/>
                  </a:ext>
                </a:extLst>
              </p14:cNvPr>
              <p14:cNvContentPartPr/>
              <p14:nvPr/>
            </p14:nvContentPartPr>
            <p14:xfrm>
              <a:off x="3285720" y="3461560"/>
              <a:ext cx="312120" cy="21600"/>
            </p14:xfrm>
          </p:contentPart>
        </mc:Choice>
        <mc:Fallback xmlns="">
          <p:pic>
            <p:nvPicPr>
              <p:cNvPr id="37" name="Ink 36">
                <a:extLst>
                  <a:ext uri="{FF2B5EF4-FFF2-40B4-BE49-F238E27FC236}">
                    <a16:creationId xmlns:a16="http://schemas.microsoft.com/office/drawing/2014/main" id="{14ABE660-4776-8B60-96DD-0EA2B1077038}"/>
                  </a:ext>
                </a:extLst>
              </p:cNvPr>
              <p:cNvPicPr/>
              <p:nvPr/>
            </p:nvPicPr>
            <p:blipFill>
              <a:blip r:embed="rId55"/>
              <a:stretch>
                <a:fillRect/>
              </a:stretch>
            </p:blipFill>
            <p:spPr>
              <a:xfrm>
                <a:off x="3281400" y="3457240"/>
                <a:ext cx="320760" cy="30240"/>
              </a:xfrm>
              <a:prstGeom prst="rect">
                <a:avLst/>
              </a:prstGeom>
            </p:spPr>
          </p:pic>
        </mc:Fallback>
      </mc:AlternateContent>
      <p:grpSp>
        <p:nvGrpSpPr>
          <p:cNvPr id="43" name="Group 42">
            <a:extLst>
              <a:ext uri="{FF2B5EF4-FFF2-40B4-BE49-F238E27FC236}">
                <a16:creationId xmlns:a16="http://schemas.microsoft.com/office/drawing/2014/main" id="{A72265E5-71FA-7B9B-941C-7F0F7E68A422}"/>
              </a:ext>
            </a:extLst>
          </p:cNvPr>
          <p:cNvGrpSpPr/>
          <p:nvPr/>
        </p:nvGrpSpPr>
        <p:grpSpPr>
          <a:xfrm>
            <a:off x="2635200" y="3408640"/>
            <a:ext cx="231120" cy="523800"/>
            <a:chOff x="2635200" y="3408640"/>
            <a:chExt cx="231120" cy="523800"/>
          </a:xfrm>
        </p:grpSpPr>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366CB972-8E9E-24EF-F6CA-845B5E6C7A81}"/>
                    </a:ext>
                  </a:extLst>
                </p14:cNvPr>
                <p14:cNvContentPartPr/>
                <p14:nvPr/>
              </p14:nvContentPartPr>
              <p14:xfrm>
                <a:off x="2724840" y="3408640"/>
                <a:ext cx="141480" cy="78480"/>
              </p14:xfrm>
            </p:contentPart>
          </mc:Choice>
          <mc:Fallback xmlns="">
            <p:pic>
              <p:nvPicPr>
                <p:cNvPr id="38" name="Ink 37">
                  <a:extLst>
                    <a:ext uri="{FF2B5EF4-FFF2-40B4-BE49-F238E27FC236}">
                      <a16:creationId xmlns:a16="http://schemas.microsoft.com/office/drawing/2014/main" id="{366CB972-8E9E-24EF-F6CA-845B5E6C7A81}"/>
                    </a:ext>
                  </a:extLst>
                </p:cNvPr>
                <p:cNvPicPr/>
                <p:nvPr/>
              </p:nvPicPr>
              <p:blipFill>
                <a:blip r:embed="rId57"/>
                <a:stretch>
                  <a:fillRect/>
                </a:stretch>
              </p:blipFill>
              <p:spPr>
                <a:xfrm>
                  <a:off x="2720520" y="3404320"/>
                  <a:ext cx="1501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0E532927-376A-49DE-BB2E-DC8CFF5F1D65}"/>
                    </a:ext>
                  </a:extLst>
                </p14:cNvPr>
                <p14:cNvContentPartPr/>
                <p14:nvPr/>
              </p14:nvContentPartPr>
              <p14:xfrm>
                <a:off x="2706840" y="3572080"/>
                <a:ext cx="41040" cy="360360"/>
              </p14:xfrm>
            </p:contentPart>
          </mc:Choice>
          <mc:Fallback xmlns="">
            <p:pic>
              <p:nvPicPr>
                <p:cNvPr id="39" name="Ink 38">
                  <a:extLst>
                    <a:ext uri="{FF2B5EF4-FFF2-40B4-BE49-F238E27FC236}">
                      <a16:creationId xmlns:a16="http://schemas.microsoft.com/office/drawing/2014/main" id="{0E532927-376A-49DE-BB2E-DC8CFF5F1D65}"/>
                    </a:ext>
                  </a:extLst>
                </p:cNvPr>
                <p:cNvPicPr/>
                <p:nvPr/>
              </p:nvPicPr>
              <p:blipFill>
                <a:blip r:embed="rId59"/>
                <a:stretch>
                  <a:fillRect/>
                </a:stretch>
              </p:blipFill>
              <p:spPr>
                <a:xfrm>
                  <a:off x="2702520" y="3567760"/>
                  <a:ext cx="4968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E860FE60-9B4B-6C58-D3DF-20B1E242F273}"/>
                    </a:ext>
                  </a:extLst>
                </p14:cNvPr>
                <p14:cNvContentPartPr/>
                <p14:nvPr/>
              </p14:nvContentPartPr>
              <p14:xfrm>
                <a:off x="2635200" y="3856120"/>
                <a:ext cx="100080" cy="72000"/>
              </p14:xfrm>
            </p:contentPart>
          </mc:Choice>
          <mc:Fallback xmlns="">
            <p:pic>
              <p:nvPicPr>
                <p:cNvPr id="40" name="Ink 39">
                  <a:extLst>
                    <a:ext uri="{FF2B5EF4-FFF2-40B4-BE49-F238E27FC236}">
                      <a16:creationId xmlns:a16="http://schemas.microsoft.com/office/drawing/2014/main" id="{E860FE60-9B4B-6C58-D3DF-20B1E242F273}"/>
                    </a:ext>
                  </a:extLst>
                </p:cNvPr>
                <p:cNvPicPr/>
                <p:nvPr/>
              </p:nvPicPr>
              <p:blipFill>
                <a:blip r:embed="rId61"/>
                <a:stretch>
                  <a:fillRect/>
                </a:stretch>
              </p:blipFill>
              <p:spPr>
                <a:xfrm>
                  <a:off x="2630880" y="3851800"/>
                  <a:ext cx="1087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D37E8DF6-E8F9-62DF-6338-E0390BFCAA06}"/>
                    </a:ext>
                  </a:extLst>
                </p14:cNvPr>
                <p14:cNvContentPartPr/>
                <p14:nvPr/>
              </p14:nvContentPartPr>
              <p14:xfrm>
                <a:off x="2706840" y="3869080"/>
                <a:ext cx="71280" cy="61560"/>
              </p14:xfrm>
            </p:contentPart>
          </mc:Choice>
          <mc:Fallback xmlns="">
            <p:pic>
              <p:nvPicPr>
                <p:cNvPr id="41" name="Ink 40">
                  <a:extLst>
                    <a:ext uri="{FF2B5EF4-FFF2-40B4-BE49-F238E27FC236}">
                      <a16:creationId xmlns:a16="http://schemas.microsoft.com/office/drawing/2014/main" id="{D37E8DF6-E8F9-62DF-6338-E0390BFCAA06}"/>
                    </a:ext>
                  </a:extLst>
                </p:cNvPr>
                <p:cNvPicPr/>
                <p:nvPr/>
              </p:nvPicPr>
              <p:blipFill>
                <a:blip r:embed="rId63"/>
                <a:stretch>
                  <a:fillRect/>
                </a:stretch>
              </p:blipFill>
              <p:spPr>
                <a:xfrm>
                  <a:off x="2702520" y="3864760"/>
                  <a:ext cx="799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C21786FA-0FE6-17A2-3656-23B94429A56B}"/>
                    </a:ext>
                  </a:extLst>
                </p14:cNvPr>
                <p14:cNvContentPartPr/>
                <p14:nvPr/>
              </p14:nvContentPartPr>
              <p14:xfrm>
                <a:off x="2699280" y="3544360"/>
                <a:ext cx="121680" cy="100080"/>
              </p14:xfrm>
            </p:contentPart>
          </mc:Choice>
          <mc:Fallback xmlns="">
            <p:pic>
              <p:nvPicPr>
                <p:cNvPr id="42" name="Ink 41">
                  <a:extLst>
                    <a:ext uri="{FF2B5EF4-FFF2-40B4-BE49-F238E27FC236}">
                      <a16:creationId xmlns:a16="http://schemas.microsoft.com/office/drawing/2014/main" id="{C21786FA-0FE6-17A2-3656-23B94429A56B}"/>
                    </a:ext>
                  </a:extLst>
                </p:cNvPr>
                <p:cNvPicPr/>
                <p:nvPr/>
              </p:nvPicPr>
              <p:blipFill>
                <a:blip r:embed="rId65"/>
                <a:stretch>
                  <a:fillRect/>
                </a:stretch>
              </p:blipFill>
              <p:spPr>
                <a:xfrm>
                  <a:off x="2694960" y="3540040"/>
                  <a:ext cx="130320" cy="108720"/>
                </a:xfrm>
                <a:prstGeom prst="rect">
                  <a:avLst/>
                </a:prstGeom>
              </p:spPr>
            </p:pic>
          </mc:Fallback>
        </mc:AlternateContent>
      </p:grpSp>
      <p:grpSp>
        <p:nvGrpSpPr>
          <p:cNvPr id="55" name="Group 54">
            <a:extLst>
              <a:ext uri="{FF2B5EF4-FFF2-40B4-BE49-F238E27FC236}">
                <a16:creationId xmlns:a16="http://schemas.microsoft.com/office/drawing/2014/main" id="{8C9D7048-920E-D50C-7F21-F2885041982F}"/>
              </a:ext>
            </a:extLst>
          </p:cNvPr>
          <p:cNvGrpSpPr/>
          <p:nvPr/>
        </p:nvGrpSpPr>
        <p:grpSpPr>
          <a:xfrm>
            <a:off x="4974480" y="1669480"/>
            <a:ext cx="2624040" cy="1166760"/>
            <a:chOff x="4974480" y="1669480"/>
            <a:chExt cx="2624040" cy="1166760"/>
          </a:xfrm>
        </p:grpSpPr>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474E34CA-22DA-3EB4-E260-0CFC72B85E73}"/>
                    </a:ext>
                  </a:extLst>
                </p14:cNvPr>
                <p14:cNvContentPartPr/>
                <p14:nvPr/>
              </p14:nvContentPartPr>
              <p14:xfrm>
                <a:off x="6883920" y="1669480"/>
                <a:ext cx="102600" cy="959040"/>
              </p14:xfrm>
            </p:contentPart>
          </mc:Choice>
          <mc:Fallback xmlns="">
            <p:pic>
              <p:nvPicPr>
                <p:cNvPr id="44" name="Ink 43">
                  <a:extLst>
                    <a:ext uri="{FF2B5EF4-FFF2-40B4-BE49-F238E27FC236}">
                      <a16:creationId xmlns:a16="http://schemas.microsoft.com/office/drawing/2014/main" id="{474E34CA-22DA-3EB4-E260-0CFC72B85E73}"/>
                    </a:ext>
                  </a:extLst>
                </p:cNvPr>
                <p:cNvPicPr/>
                <p:nvPr/>
              </p:nvPicPr>
              <p:blipFill>
                <a:blip r:embed="rId67"/>
                <a:stretch>
                  <a:fillRect/>
                </a:stretch>
              </p:blipFill>
              <p:spPr>
                <a:xfrm>
                  <a:off x="6879600" y="1665160"/>
                  <a:ext cx="111240" cy="967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2347F983-4735-7D42-AEFB-F88BAEE78B44}"/>
                    </a:ext>
                  </a:extLst>
                </p14:cNvPr>
                <p14:cNvContentPartPr/>
                <p14:nvPr/>
              </p14:nvContentPartPr>
              <p14:xfrm>
                <a:off x="4974480" y="2617720"/>
                <a:ext cx="2026800" cy="79560"/>
              </p14:xfrm>
            </p:contentPart>
          </mc:Choice>
          <mc:Fallback xmlns="">
            <p:pic>
              <p:nvPicPr>
                <p:cNvPr id="45" name="Ink 44">
                  <a:extLst>
                    <a:ext uri="{FF2B5EF4-FFF2-40B4-BE49-F238E27FC236}">
                      <a16:creationId xmlns:a16="http://schemas.microsoft.com/office/drawing/2014/main" id="{2347F983-4735-7D42-AEFB-F88BAEE78B44}"/>
                    </a:ext>
                  </a:extLst>
                </p:cNvPr>
                <p:cNvPicPr/>
                <p:nvPr/>
              </p:nvPicPr>
              <p:blipFill>
                <a:blip r:embed="rId69"/>
                <a:stretch>
                  <a:fillRect/>
                </a:stretch>
              </p:blipFill>
              <p:spPr>
                <a:xfrm>
                  <a:off x="4970160" y="2613400"/>
                  <a:ext cx="20354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AA1EC079-86C3-5C77-628D-D74EE10AA2B6}"/>
                    </a:ext>
                  </a:extLst>
                </p14:cNvPr>
                <p14:cNvContentPartPr/>
                <p14:nvPr/>
              </p14:nvContentPartPr>
              <p14:xfrm>
                <a:off x="6940440" y="2095720"/>
                <a:ext cx="40320" cy="56520"/>
              </p14:xfrm>
            </p:contentPart>
          </mc:Choice>
          <mc:Fallback xmlns="">
            <p:pic>
              <p:nvPicPr>
                <p:cNvPr id="46" name="Ink 45">
                  <a:extLst>
                    <a:ext uri="{FF2B5EF4-FFF2-40B4-BE49-F238E27FC236}">
                      <a16:creationId xmlns:a16="http://schemas.microsoft.com/office/drawing/2014/main" id="{AA1EC079-86C3-5C77-628D-D74EE10AA2B6}"/>
                    </a:ext>
                  </a:extLst>
                </p:cNvPr>
                <p:cNvPicPr/>
                <p:nvPr/>
              </p:nvPicPr>
              <p:blipFill>
                <a:blip r:embed="rId71"/>
                <a:stretch>
                  <a:fillRect/>
                </a:stretch>
              </p:blipFill>
              <p:spPr>
                <a:xfrm>
                  <a:off x="6936120" y="2091400"/>
                  <a:ext cx="489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FBD78C47-D800-09DD-FDDC-18D540A993E3}"/>
                    </a:ext>
                  </a:extLst>
                </p14:cNvPr>
                <p14:cNvContentPartPr/>
                <p14:nvPr/>
              </p14:nvContentPartPr>
              <p14:xfrm>
                <a:off x="7140240" y="2085280"/>
                <a:ext cx="61200" cy="88560"/>
              </p14:xfrm>
            </p:contentPart>
          </mc:Choice>
          <mc:Fallback xmlns="">
            <p:pic>
              <p:nvPicPr>
                <p:cNvPr id="47" name="Ink 46">
                  <a:extLst>
                    <a:ext uri="{FF2B5EF4-FFF2-40B4-BE49-F238E27FC236}">
                      <a16:creationId xmlns:a16="http://schemas.microsoft.com/office/drawing/2014/main" id="{FBD78C47-D800-09DD-FDDC-18D540A993E3}"/>
                    </a:ext>
                  </a:extLst>
                </p:cNvPr>
                <p:cNvPicPr/>
                <p:nvPr/>
              </p:nvPicPr>
              <p:blipFill>
                <a:blip r:embed="rId73"/>
                <a:stretch>
                  <a:fillRect/>
                </a:stretch>
              </p:blipFill>
              <p:spPr>
                <a:xfrm>
                  <a:off x="7135920" y="2080960"/>
                  <a:ext cx="698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7C53D584-208C-2BFB-7658-E8E4D243FDD8}"/>
                    </a:ext>
                  </a:extLst>
                </p14:cNvPr>
                <p14:cNvContentPartPr/>
                <p14:nvPr/>
              </p14:nvContentPartPr>
              <p14:xfrm>
                <a:off x="7281720" y="2153320"/>
                <a:ext cx="5400" cy="34920"/>
              </p14:xfrm>
            </p:contentPart>
          </mc:Choice>
          <mc:Fallback xmlns="">
            <p:pic>
              <p:nvPicPr>
                <p:cNvPr id="48" name="Ink 47">
                  <a:extLst>
                    <a:ext uri="{FF2B5EF4-FFF2-40B4-BE49-F238E27FC236}">
                      <a16:creationId xmlns:a16="http://schemas.microsoft.com/office/drawing/2014/main" id="{7C53D584-208C-2BFB-7658-E8E4D243FDD8}"/>
                    </a:ext>
                  </a:extLst>
                </p:cNvPr>
                <p:cNvPicPr/>
                <p:nvPr/>
              </p:nvPicPr>
              <p:blipFill>
                <a:blip r:embed="rId75"/>
                <a:stretch>
                  <a:fillRect/>
                </a:stretch>
              </p:blipFill>
              <p:spPr>
                <a:xfrm>
                  <a:off x="7277400" y="2149000"/>
                  <a:ext cx="14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6A836D01-EC5F-0409-0C70-11FAE86F8C20}"/>
                    </a:ext>
                  </a:extLst>
                </p14:cNvPr>
                <p14:cNvContentPartPr/>
                <p14:nvPr/>
              </p14:nvContentPartPr>
              <p14:xfrm>
                <a:off x="7283160" y="2039200"/>
                <a:ext cx="43920" cy="20520"/>
              </p14:xfrm>
            </p:contentPart>
          </mc:Choice>
          <mc:Fallback xmlns="">
            <p:pic>
              <p:nvPicPr>
                <p:cNvPr id="49" name="Ink 48">
                  <a:extLst>
                    <a:ext uri="{FF2B5EF4-FFF2-40B4-BE49-F238E27FC236}">
                      <a16:creationId xmlns:a16="http://schemas.microsoft.com/office/drawing/2014/main" id="{6A836D01-EC5F-0409-0C70-11FAE86F8C20}"/>
                    </a:ext>
                  </a:extLst>
                </p:cNvPr>
                <p:cNvPicPr/>
                <p:nvPr/>
              </p:nvPicPr>
              <p:blipFill>
                <a:blip r:embed="rId77"/>
                <a:stretch>
                  <a:fillRect/>
                </a:stretch>
              </p:blipFill>
              <p:spPr>
                <a:xfrm>
                  <a:off x="7278840" y="2034880"/>
                  <a:ext cx="525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48B1EAF7-5491-1520-8815-3DF5E07E719B}"/>
                    </a:ext>
                  </a:extLst>
                </p14:cNvPr>
                <p14:cNvContentPartPr/>
                <p14:nvPr/>
              </p14:nvContentPartPr>
              <p14:xfrm>
                <a:off x="7392240" y="2095720"/>
                <a:ext cx="46800" cy="97920"/>
              </p14:xfrm>
            </p:contentPart>
          </mc:Choice>
          <mc:Fallback xmlns="">
            <p:pic>
              <p:nvPicPr>
                <p:cNvPr id="50" name="Ink 49">
                  <a:extLst>
                    <a:ext uri="{FF2B5EF4-FFF2-40B4-BE49-F238E27FC236}">
                      <a16:creationId xmlns:a16="http://schemas.microsoft.com/office/drawing/2014/main" id="{48B1EAF7-5491-1520-8815-3DF5E07E719B}"/>
                    </a:ext>
                  </a:extLst>
                </p:cNvPr>
                <p:cNvPicPr/>
                <p:nvPr/>
              </p:nvPicPr>
              <p:blipFill>
                <a:blip r:embed="rId79"/>
                <a:stretch>
                  <a:fillRect/>
                </a:stretch>
              </p:blipFill>
              <p:spPr>
                <a:xfrm>
                  <a:off x="7387920" y="2091400"/>
                  <a:ext cx="554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14771748-F102-DD5A-3A68-9238174BE775}"/>
                    </a:ext>
                  </a:extLst>
                </p14:cNvPr>
                <p14:cNvContentPartPr/>
                <p14:nvPr/>
              </p14:nvContentPartPr>
              <p14:xfrm>
                <a:off x="7480800" y="2101120"/>
                <a:ext cx="117720" cy="134280"/>
              </p14:xfrm>
            </p:contentPart>
          </mc:Choice>
          <mc:Fallback xmlns="">
            <p:pic>
              <p:nvPicPr>
                <p:cNvPr id="51" name="Ink 50">
                  <a:extLst>
                    <a:ext uri="{FF2B5EF4-FFF2-40B4-BE49-F238E27FC236}">
                      <a16:creationId xmlns:a16="http://schemas.microsoft.com/office/drawing/2014/main" id="{14771748-F102-DD5A-3A68-9238174BE775}"/>
                    </a:ext>
                  </a:extLst>
                </p:cNvPr>
                <p:cNvPicPr/>
                <p:nvPr/>
              </p:nvPicPr>
              <p:blipFill>
                <a:blip r:embed="rId81"/>
                <a:stretch>
                  <a:fillRect/>
                </a:stretch>
              </p:blipFill>
              <p:spPr>
                <a:xfrm>
                  <a:off x="7476480" y="2096800"/>
                  <a:ext cx="1263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5C525D94-8DF0-3E75-ADA6-72CF0A3C77D0}"/>
                    </a:ext>
                  </a:extLst>
                </p14:cNvPr>
                <p14:cNvContentPartPr/>
                <p14:nvPr/>
              </p14:nvContentPartPr>
              <p14:xfrm>
                <a:off x="5878080" y="2687200"/>
                <a:ext cx="112680" cy="143640"/>
              </p14:xfrm>
            </p:contentPart>
          </mc:Choice>
          <mc:Fallback xmlns="">
            <p:pic>
              <p:nvPicPr>
                <p:cNvPr id="52" name="Ink 51">
                  <a:extLst>
                    <a:ext uri="{FF2B5EF4-FFF2-40B4-BE49-F238E27FC236}">
                      <a16:creationId xmlns:a16="http://schemas.microsoft.com/office/drawing/2014/main" id="{5C525D94-8DF0-3E75-ADA6-72CF0A3C77D0}"/>
                    </a:ext>
                  </a:extLst>
                </p:cNvPr>
                <p:cNvPicPr/>
                <p:nvPr/>
              </p:nvPicPr>
              <p:blipFill>
                <a:blip r:embed="rId83"/>
                <a:stretch>
                  <a:fillRect/>
                </a:stretch>
              </p:blipFill>
              <p:spPr>
                <a:xfrm>
                  <a:off x="5873760" y="2682880"/>
                  <a:ext cx="1213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0F3082E4-BEB7-6B12-E393-E229D60EC5DF}"/>
                    </a:ext>
                  </a:extLst>
                </p14:cNvPr>
                <p14:cNvContentPartPr/>
                <p14:nvPr/>
              </p14:nvContentPartPr>
              <p14:xfrm>
                <a:off x="6028200" y="2763520"/>
                <a:ext cx="133920" cy="72720"/>
              </p14:xfrm>
            </p:contentPart>
          </mc:Choice>
          <mc:Fallback xmlns="">
            <p:pic>
              <p:nvPicPr>
                <p:cNvPr id="53" name="Ink 52">
                  <a:extLst>
                    <a:ext uri="{FF2B5EF4-FFF2-40B4-BE49-F238E27FC236}">
                      <a16:creationId xmlns:a16="http://schemas.microsoft.com/office/drawing/2014/main" id="{0F3082E4-BEB7-6B12-E393-E229D60EC5DF}"/>
                    </a:ext>
                  </a:extLst>
                </p:cNvPr>
                <p:cNvPicPr/>
                <p:nvPr/>
              </p:nvPicPr>
              <p:blipFill>
                <a:blip r:embed="rId85"/>
                <a:stretch>
                  <a:fillRect/>
                </a:stretch>
              </p:blipFill>
              <p:spPr>
                <a:xfrm>
                  <a:off x="6023880" y="2759200"/>
                  <a:ext cx="1425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3E651D96-0836-EF2F-0D07-3245A86E9BAF}"/>
                    </a:ext>
                  </a:extLst>
                </p14:cNvPr>
                <p14:cNvContentPartPr/>
                <p14:nvPr/>
              </p14:nvContentPartPr>
              <p14:xfrm>
                <a:off x="6199920" y="2742280"/>
                <a:ext cx="156960" cy="66960"/>
              </p14:xfrm>
            </p:contentPart>
          </mc:Choice>
          <mc:Fallback xmlns="">
            <p:pic>
              <p:nvPicPr>
                <p:cNvPr id="54" name="Ink 53">
                  <a:extLst>
                    <a:ext uri="{FF2B5EF4-FFF2-40B4-BE49-F238E27FC236}">
                      <a16:creationId xmlns:a16="http://schemas.microsoft.com/office/drawing/2014/main" id="{3E651D96-0836-EF2F-0D07-3245A86E9BAF}"/>
                    </a:ext>
                  </a:extLst>
                </p:cNvPr>
                <p:cNvPicPr/>
                <p:nvPr/>
              </p:nvPicPr>
              <p:blipFill>
                <a:blip r:embed="rId87"/>
                <a:stretch>
                  <a:fillRect/>
                </a:stretch>
              </p:blipFill>
              <p:spPr>
                <a:xfrm>
                  <a:off x="6195600" y="2737960"/>
                  <a:ext cx="165600" cy="75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F86B2F68-2ED0-8045-8FFF-C66B9B96B0D6}"/>
                  </a:ext>
                </a:extLst>
              </p14:cNvPr>
              <p14:cNvContentPartPr/>
              <p14:nvPr/>
            </p14:nvContentPartPr>
            <p14:xfrm>
              <a:off x="403560" y="2824360"/>
              <a:ext cx="245520" cy="90000"/>
            </p14:xfrm>
          </p:contentPart>
        </mc:Choice>
        <mc:Fallback xmlns="">
          <p:pic>
            <p:nvPicPr>
              <p:cNvPr id="56" name="Ink 55">
                <a:extLst>
                  <a:ext uri="{FF2B5EF4-FFF2-40B4-BE49-F238E27FC236}">
                    <a16:creationId xmlns:a16="http://schemas.microsoft.com/office/drawing/2014/main" id="{F86B2F68-2ED0-8045-8FFF-C66B9B96B0D6}"/>
                  </a:ext>
                </a:extLst>
              </p:cNvPr>
              <p:cNvPicPr/>
              <p:nvPr/>
            </p:nvPicPr>
            <p:blipFill>
              <a:blip r:embed="rId89"/>
              <a:stretch>
                <a:fillRect/>
              </a:stretch>
            </p:blipFill>
            <p:spPr>
              <a:xfrm>
                <a:off x="399240" y="2820040"/>
                <a:ext cx="254160" cy="98640"/>
              </a:xfrm>
              <a:prstGeom prst="rect">
                <a:avLst/>
              </a:prstGeom>
            </p:spPr>
          </p:pic>
        </mc:Fallback>
      </mc:AlternateContent>
      <p:grpSp>
        <p:nvGrpSpPr>
          <p:cNvPr id="68" name="Group 67">
            <a:extLst>
              <a:ext uri="{FF2B5EF4-FFF2-40B4-BE49-F238E27FC236}">
                <a16:creationId xmlns:a16="http://schemas.microsoft.com/office/drawing/2014/main" id="{C4B27430-0FEE-5362-6923-FCF042088D69}"/>
              </a:ext>
            </a:extLst>
          </p:cNvPr>
          <p:cNvGrpSpPr/>
          <p:nvPr/>
        </p:nvGrpSpPr>
        <p:grpSpPr>
          <a:xfrm>
            <a:off x="840960" y="2707720"/>
            <a:ext cx="1099440" cy="514440"/>
            <a:chOff x="840960" y="2707720"/>
            <a:chExt cx="1099440" cy="514440"/>
          </a:xfrm>
        </p:grpSpPr>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C8FC559A-B6D6-2259-E8A4-8A9F9CA4A406}"/>
                    </a:ext>
                  </a:extLst>
                </p14:cNvPr>
                <p14:cNvContentPartPr/>
                <p14:nvPr/>
              </p14:nvContentPartPr>
              <p14:xfrm>
                <a:off x="840960" y="2838400"/>
                <a:ext cx="124560" cy="9720"/>
              </p14:xfrm>
            </p:contentPart>
          </mc:Choice>
          <mc:Fallback xmlns="">
            <p:pic>
              <p:nvPicPr>
                <p:cNvPr id="57" name="Ink 56">
                  <a:extLst>
                    <a:ext uri="{FF2B5EF4-FFF2-40B4-BE49-F238E27FC236}">
                      <a16:creationId xmlns:a16="http://schemas.microsoft.com/office/drawing/2014/main" id="{C8FC559A-B6D6-2259-E8A4-8A9F9CA4A406}"/>
                    </a:ext>
                  </a:extLst>
                </p:cNvPr>
                <p:cNvPicPr/>
                <p:nvPr/>
              </p:nvPicPr>
              <p:blipFill>
                <a:blip r:embed="rId91"/>
                <a:stretch>
                  <a:fillRect/>
                </a:stretch>
              </p:blipFill>
              <p:spPr>
                <a:xfrm>
                  <a:off x="836640" y="2834080"/>
                  <a:ext cx="1332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3A8472C7-2E07-EAC6-F850-5614D74AEE51}"/>
                    </a:ext>
                  </a:extLst>
                </p14:cNvPr>
                <p14:cNvContentPartPr/>
                <p14:nvPr/>
              </p14:nvContentPartPr>
              <p14:xfrm>
                <a:off x="840960" y="2844520"/>
                <a:ext cx="155520" cy="57960"/>
              </p14:xfrm>
            </p:contentPart>
          </mc:Choice>
          <mc:Fallback xmlns="">
            <p:pic>
              <p:nvPicPr>
                <p:cNvPr id="58" name="Ink 57">
                  <a:extLst>
                    <a:ext uri="{FF2B5EF4-FFF2-40B4-BE49-F238E27FC236}">
                      <a16:creationId xmlns:a16="http://schemas.microsoft.com/office/drawing/2014/main" id="{3A8472C7-2E07-EAC6-F850-5614D74AEE51}"/>
                    </a:ext>
                  </a:extLst>
                </p:cNvPr>
                <p:cNvPicPr/>
                <p:nvPr/>
              </p:nvPicPr>
              <p:blipFill>
                <a:blip r:embed="rId93"/>
                <a:stretch>
                  <a:fillRect/>
                </a:stretch>
              </p:blipFill>
              <p:spPr>
                <a:xfrm>
                  <a:off x="836640" y="2840200"/>
                  <a:ext cx="1641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FDA9D746-1F22-38DE-4529-092667331F6B}"/>
                    </a:ext>
                  </a:extLst>
                </p14:cNvPr>
                <p14:cNvContentPartPr/>
                <p14:nvPr/>
              </p14:nvContentPartPr>
              <p14:xfrm>
                <a:off x="1326240" y="2754160"/>
                <a:ext cx="72360" cy="94680"/>
              </p14:xfrm>
            </p:contentPart>
          </mc:Choice>
          <mc:Fallback xmlns="">
            <p:pic>
              <p:nvPicPr>
                <p:cNvPr id="59" name="Ink 58">
                  <a:extLst>
                    <a:ext uri="{FF2B5EF4-FFF2-40B4-BE49-F238E27FC236}">
                      <a16:creationId xmlns:a16="http://schemas.microsoft.com/office/drawing/2014/main" id="{FDA9D746-1F22-38DE-4529-092667331F6B}"/>
                    </a:ext>
                  </a:extLst>
                </p:cNvPr>
                <p:cNvPicPr/>
                <p:nvPr/>
              </p:nvPicPr>
              <p:blipFill>
                <a:blip r:embed="rId95"/>
                <a:stretch>
                  <a:fillRect/>
                </a:stretch>
              </p:blipFill>
              <p:spPr>
                <a:xfrm>
                  <a:off x="1321920" y="2749840"/>
                  <a:ext cx="810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8AA107B3-0B1A-B40D-A523-57615AE7BD52}"/>
                    </a:ext>
                  </a:extLst>
                </p14:cNvPr>
                <p14:cNvContentPartPr/>
                <p14:nvPr/>
              </p14:nvContentPartPr>
              <p14:xfrm>
                <a:off x="1488960" y="2807800"/>
                <a:ext cx="6840" cy="51840"/>
              </p14:xfrm>
            </p:contentPart>
          </mc:Choice>
          <mc:Fallback xmlns="">
            <p:pic>
              <p:nvPicPr>
                <p:cNvPr id="60" name="Ink 59">
                  <a:extLst>
                    <a:ext uri="{FF2B5EF4-FFF2-40B4-BE49-F238E27FC236}">
                      <a16:creationId xmlns:a16="http://schemas.microsoft.com/office/drawing/2014/main" id="{8AA107B3-0B1A-B40D-A523-57615AE7BD52}"/>
                    </a:ext>
                  </a:extLst>
                </p:cNvPr>
                <p:cNvPicPr/>
                <p:nvPr/>
              </p:nvPicPr>
              <p:blipFill>
                <a:blip r:embed="rId97"/>
                <a:stretch>
                  <a:fillRect/>
                </a:stretch>
              </p:blipFill>
              <p:spPr>
                <a:xfrm>
                  <a:off x="1484640" y="2803480"/>
                  <a:ext cx="154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FCDC5FB9-5A27-A799-9CB0-E02394235F25}"/>
                    </a:ext>
                  </a:extLst>
                </p14:cNvPr>
                <p14:cNvContentPartPr/>
                <p14:nvPr/>
              </p14:nvContentPartPr>
              <p14:xfrm>
                <a:off x="1523880" y="2707720"/>
                <a:ext cx="40320" cy="36000"/>
              </p14:xfrm>
            </p:contentPart>
          </mc:Choice>
          <mc:Fallback xmlns="">
            <p:pic>
              <p:nvPicPr>
                <p:cNvPr id="61" name="Ink 60">
                  <a:extLst>
                    <a:ext uri="{FF2B5EF4-FFF2-40B4-BE49-F238E27FC236}">
                      <a16:creationId xmlns:a16="http://schemas.microsoft.com/office/drawing/2014/main" id="{FCDC5FB9-5A27-A799-9CB0-E02394235F25}"/>
                    </a:ext>
                  </a:extLst>
                </p:cNvPr>
                <p:cNvPicPr/>
                <p:nvPr/>
              </p:nvPicPr>
              <p:blipFill>
                <a:blip r:embed="rId99"/>
                <a:stretch>
                  <a:fillRect/>
                </a:stretch>
              </p:blipFill>
              <p:spPr>
                <a:xfrm>
                  <a:off x="1519560" y="2703400"/>
                  <a:ext cx="489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692B9934-D718-8B77-BA95-24BEA2057C1C}"/>
                    </a:ext>
                  </a:extLst>
                </p14:cNvPr>
                <p14:cNvContentPartPr/>
                <p14:nvPr/>
              </p14:nvContentPartPr>
              <p14:xfrm>
                <a:off x="1568520" y="2783320"/>
                <a:ext cx="59400" cy="99000"/>
              </p14:xfrm>
            </p:contentPart>
          </mc:Choice>
          <mc:Fallback xmlns="">
            <p:pic>
              <p:nvPicPr>
                <p:cNvPr id="62" name="Ink 61">
                  <a:extLst>
                    <a:ext uri="{FF2B5EF4-FFF2-40B4-BE49-F238E27FC236}">
                      <a16:creationId xmlns:a16="http://schemas.microsoft.com/office/drawing/2014/main" id="{692B9934-D718-8B77-BA95-24BEA2057C1C}"/>
                    </a:ext>
                  </a:extLst>
                </p:cNvPr>
                <p:cNvPicPr/>
                <p:nvPr/>
              </p:nvPicPr>
              <p:blipFill>
                <a:blip r:embed="rId101"/>
                <a:stretch>
                  <a:fillRect/>
                </a:stretch>
              </p:blipFill>
              <p:spPr>
                <a:xfrm>
                  <a:off x="1564200" y="2779000"/>
                  <a:ext cx="680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81CFF5C5-B21B-FDD4-F110-53F0B965F624}"/>
                    </a:ext>
                  </a:extLst>
                </p14:cNvPr>
                <p14:cNvContentPartPr/>
                <p14:nvPr/>
              </p14:nvContentPartPr>
              <p14:xfrm>
                <a:off x="1622520" y="2780440"/>
                <a:ext cx="186480" cy="73800"/>
              </p14:xfrm>
            </p:contentPart>
          </mc:Choice>
          <mc:Fallback xmlns="">
            <p:pic>
              <p:nvPicPr>
                <p:cNvPr id="63" name="Ink 62">
                  <a:extLst>
                    <a:ext uri="{FF2B5EF4-FFF2-40B4-BE49-F238E27FC236}">
                      <a16:creationId xmlns:a16="http://schemas.microsoft.com/office/drawing/2014/main" id="{81CFF5C5-B21B-FDD4-F110-53F0B965F624}"/>
                    </a:ext>
                  </a:extLst>
                </p:cNvPr>
                <p:cNvPicPr/>
                <p:nvPr/>
              </p:nvPicPr>
              <p:blipFill>
                <a:blip r:embed="rId103"/>
                <a:stretch>
                  <a:fillRect/>
                </a:stretch>
              </p:blipFill>
              <p:spPr>
                <a:xfrm>
                  <a:off x="1618200" y="2776120"/>
                  <a:ext cx="1951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5BB8555F-71EB-18A8-12EB-4734B32C732A}"/>
                    </a:ext>
                  </a:extLst>
                </p14:cNvPr>
                <p14:cNvContentPartPr/>
                <p14:nvPr/>
              </p14:nvContentPartPr>
              <p14:xfrm>
                <a:off x="1037520" y="2982040"/>
                <a:ext cx="902880" cy="61920"/>
              </p14:xfrm>
            </p:contentPart>
          </mc:Choice>
          <mc:Fallback xmlns="">
            <p:pic>
              <p:nvPicPr>
                <p:cNvPr id="64" name="Ink 63">
                  <a:extLst>
                    <a:ext uri="{FF2B5EF4-FFF2-40B4-BE49-F238E27FC236}">
                      <a16:creationId xmlns:a16="http://schemas.microsoft.com/office/drawing/2014/main" id="{5BB8555F-71EB-18A8-12EB-4734B32C732A}"/>
                    </a:ext>
                  </a:extLst>
                </p:cNvPr>
                <p:cNvPicPr/>
                <p:nvPr/>
              </p:nvPicPr>
              <p:blipFill>
                <a:blip r:embed="rId105"/>
                <a:stretch>
                  <a:fillRect/>
                </a:stretch>
              </p:blipFill>
              <p:spPr>
                <a:xfrm>
                  <a:off x="1033200" y="2977720"/>
                  <a:ext cx="9115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3CC9BB1A-6C9E-9DF9-E8ED-DD95EC471C12}"/>
                    </a:ext>
                  </a:extLst>
                </p14:cNvPr>
                <p14:cNvContentPartPr/>
                <p14:nvPr/>
              </p14:nvContentPartPr>
              <p14:xfrm>
                <a:off x="1249200" y="3125320"/>
                <a:ext cx="101880" cy="96840"/>
              </p14:xfrm>
            </p:contentPart>
          </mc:Choice>
          <mc:Fallback xmlns="">
            <p:pic>
              <p:nvPicPr>
                <p:cNvPr id="65" name="Ink 64">
                  <a:extLst>
                    <a:ext uri="{FF2B5EF4-FFF2-40B4-BE49-F238E27FC236}">
                      <a16:creationId xmlns:a16="http://schemas.microsoft.com/office/drawing/2014/main" id="{3CC9BB1A-6C9E-9DF9-E8ED-DD95EC471C12}"/>
                    </a:ext>
                  </a:extLst>
                </p:cNvPr>
                <p:cNvPicPr/>
                <p:nvPr/>
              </p:nvPicPr>
              <p:blipFill>
                <a:blip r:embed="rId107"/>
                <a:stretch>
                  <a:fillRect/>
                </a:stretch>
              </p:blipFill>
              <p:spPr>
                <a:xfrm>
                  <a:off x="1244880" y="3121000"/>
                  <a:ext cx="110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8BB3D61E-826F-D0F7-6961-3C197A06D7D8}"/>
                    </a:ext>
                  </a:extLst>
                </p14:cNvPr>
                <p14:cNvContentPartPr/>
                <p14:nvPr/>
              </p14:nvContentPartPr>
              <p14:xfrm>
                <a:off x="1426320" y="3144760"/>
                <a:ext cx="141480" cy="50760"/>
              </p14:xfrm>
            </p:contentPart>
          </mc:Choice>
          <mc:Fallback xmlns="">
            <p:pic>
              <p:nvPicPr>
                <p:cNvPr id="66" name="Ink 65">
                  <a:extLst>
                    <a:ext uri="{FF2B5EF4-FFF2-40B4-BE49-F238E27FC236}">
                      <a16:creationId xmlns:a16="http://schemas.microsoft.com/office/drawing/2014/main" id="{8BB3D61E-826F-D0F7-6961-3C197A06D7D8}"/>
                    </a:ext>
                  </a:extLst>
                </p:cNvPr>
                <p:cNvPicPr/>
                <p:nvPr/>
              </p:nvPicPr>
              <p:blipFill>
                <a:blip r:embed="rId109"/>
                <a:stretch>
                  <a:fillRect/>
                </a:stretch>
              </p:blipFill>
              <p:spPr>
                <a:xfrm>
                  <a:off x="1422000" y="3140440"/>
                  <a:ext cx="1501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0B5B6FD6-84AC-6483-2F43-62137F2181D5}"/>
                    </a:ext>
                  </a:extLst>
                </p14:cNvPr>
                <p14:cNvContentPartPr/>
                <p14:nvPr/>
              </p14:nvContentPartPr>
              <p14:xfrm>
                <a:off x="1670040" y="3120640"/>
                <a:ext cx="140400" cy="73800"/>
              </p14:xfrm>
            </p:contentPart>
          </mc:Choice>
          <mc:Fallback xmlns="">
            <p:pic>
              <p:nvPicPr>
                <p:cNvPr id="67" name="Ink 66">
                  <a:extLst>
                    <a:ext uri="{FF2B5EF4-FFF2-40B4-BE49-F238E27FC236}">
                      <a16:creationId xmlns:a16="http://schemas.microsoft.com/office/drawing/2014/main" id="{0B5B6FD6-84AC-6483-2F43-62137F2181D5}"/>
                    </a:ext>
                  </a:extLst>
                </p:cNvPr>
                <p:cNvPicPr/>
                <p:nvPr/>
              </p:nvPicPr>
              <p:blipFill>
                <a:blip r:embed="rId111"/>
                <a:stretch>
                  <a:fillRect/>
                </a:stretch>
              </p:blipFill>
              <p:spPr>
                <a:xfrm>
                  <a:off x="1665720" y="3116320"/>
                  <a:ext cx="149040" cy="82440"/>
                </a:xfrm>
                <a:prstGeom prst="rect">
                  <a:avLst/>
                </a:prstGeom>
              </p:spPr>
            </p:pic>
          </mc:Fallback>
        </mc:AlternateContent>
      </p:grpSp>
    </p:spTree>
    <p:extLst>
      <p:ext uri="{BB962C8B-B14F-4D97-AF65-F5344CB8AC3E}">
        <p14:creationId xmlns:p14="http://schemas.microsoft.com/office/powerpoint/2010/main" val="3039347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C58790-A86A-6051-6AC8-0CFD773E24B7}"/>
              </a:ext>
            </a:extLst>
          </p:cNvPr>
          <p:cNvSpPr>
            <a:spLocks noGrp="1"/>
          </p:cNvSpPr>
          <p:nvPr>
            <p:ph type="sldNum" sz="quarter" idx="12"/>
          </p:nvPr>
        </p:nvSpPr>
        <p:spPr/>
        <p:txBody>
          <a:bodyPr/>
          <a:lstStyle/>
          <a:p>
            <a:fld id="{AD2B2EE5-B8BC-4D24-A25E-F2DF61737E68}" type="slidenum">
              <a:rPr lang="en-US" smtClean="0"/>
              <a:pPr/>
              <a:t>24</a:t>
            </a:fld>
            <a:endParaRPr lang="en-US"/>
          </a:p>
        </p:txBody>
      </p:sp>
      <p:grpSp>
        <p:nvGrpSpPr>
          <p:cNvPr id="11" name="Group 10">
            <a:extLst>
              <a:ext uri="{FF2B5EF4-FFF2-40B4-BE49-F238E27FC236}">
                <a16:creationId xmlns:a16="http://schemas.microsoft.com/office/drawing/2014/main" id="{002BC3C9-312D-5D0D-EB56-2F19C62389C0}"/>
              </a:ext>
            </a:extLst>
          </p:cNvPr>
          <p:cNvGrpSpPr/>
          <p:nvPr/>
        </p:nvGrpSpPr>
        <p:grpSpPr>
          <a:xfrm>
            <a:off x="1115040" y="1187160"/>
            <a:ext cx="1163520" cy="315360"/>
            <a:chOff x="1115040" y="1187160"/>
            <a:chExt cx="1163520" cy="3153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7449650-802F-0442-F785-79B99127AC72}"/>
                    </a:ext>
                  </a:extLst>
                </p14:cNvPr>
                <p14:cNvContentPartPr/>
                <p14:nvPr/>
              </p14:nvContentPartPr>
              <p14:xfrm>
                <a:off x="1359480" y="1224600"/>
                <a:ext cx="61920" cy="239400"/>
              </p14:xfrm>
            </p:contentPart>
          </mc:Choice>
          <mc:Fallback xmlns="">
            <p:pic>
              <p:nvPicPr>
                <p:cNvPr id="3" name="Ink 2">
                  <a:extLst>
                    <a:ext uri="{FF2B5EF4-FFF2-40B4-BE49-F238E27FC236}">
                      <a16:creationId xmlns:a16="http://schemas.microsoft.com/office/drawing/2014/main" id="{57449650-802F-0442-F785-79B99127AC72}"/>
                    </a:ext>
                  </a:extLst>
                </p:cNvPr>
                <p:cNvPicPr/>
                <p:nvPr/>
              </p:nvPicPr>
              <p:blipFill>
                <a:blip r:embed="rId3"/>
                <a:stretch>
                  <a:fillRect/>
                </a:stretch>
              </p:blipFill>
              <p:spPr>
                <a:xfrm>
                  <a:off x="1355160" y="1220280"/>
                  <a:ext cx="705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E43C7BC-213B-8B58-D32D-C1C323DFD559}"/>
                    </a:ext>
                  </a:extLst>
                </p14:cNvPr>
                <p14:cNvContentPartPr/>
                <p14:nvPr/>
              </p14:nvContentPartPr>
              <p14:xfrm>
                <a:off x="1115040" y="1187160"/>
                <a:ext cx="667800" cy="26640"/>
              </p14:xfrm>
            </p:contentPart>
          </mc:Choice>
          <mc:Fallback xmlns="">
            <p:pic>
              <p:nvPicPr>
                <p:cNvPr id="4" name="Ink 3">
                  <a:extLst>
                    <a:ext uri="{FF2B5EF4-FFF2-40B4-BE49-F238E27FC236}">
                      <a16:creationId xmlns:a16="http://schemas.microsoft.com/office/drawing/2014/main" id="{9E43C7BC-213B-8B58-D32D-C1C323DFD559}"/>
                    </a:ext>
                  </a:extLst>
                </p:cNvPr>
                <p:cNvPicPr/>
                <p:nvPr/>
              </p:nvPicPr>
              <p:blipFill>
                <a:blip r:embed="rId5"/>
                <a:stretch>
                  <a:fillRect/>
                </a:stretch>
              </p:blipFill>
              <p:spPr>
                <a:xfrm>
                  <a:off x="1110720" y="1182840"/>
                  <a:ext cx="676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A2087E9-077D-37D7-8260-765DA5D522D5}"/>
                    </a:ext>
                  </a:extLst>
                </p14:cNvPr>
                <p14:cNvContentPartPr/>
                <p14:nvPr/>
              </p14:nvContentPartPr>
              <p14:xfrm>
                <a:off x="1707600" y="1290480"/>
                <a:ext cx="119880" cy="212040"/>
              </p14:xfrm>
            </p:contentPart>
          </mc:Choice>
          <mc:Fallback xmlns="">
            <p:pic>
              <p:nvPicPr>
                <p:cNvPr id="5" name="Ink 4">
                  <a:extLst>
                    <a:ext uri="{FF2B5EF4-FFF2-40B4-BE49-F238E27FC236}">
                      <a16:creationId xmlns:a16="http://schemas.microsoft.com/office/drawing/2014/main" id="{4A2087E9-077D-37D7-8260-765DA5D522D5}"/>
                    </a:ext>
                  </a:extLst>
                </p:cNvPr>
                <p:cNvPicPr/>
                <p:nvPr/>
              </p:nvPicPr>
              <p:blipFill>
                <a:blip r:embed="rId7"/>
                <a:stretch>
                  <a:fillRect/>
                </a:stretch>
              </p:blipFill>
              <p:spPr>
                <a:xfrm>
                  <a:off x="1703280" y="1286160"/>
                  <a:ext cx="128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274CCFA6-CFCF-ACA0-955C-00BE1537D55F}"/>
                    </a:ext>
                  </a:extLst>
                </p14:cNvPr>
                <p14:cNvContentPartPr/>
                <p14:nvPr/>
              </p14:nvContentPartPr>
              <p14:xfrm>
                <a:off x="1931160" y="1324320"/>
                <a:ext cx="160920" cy="163080"/>
              </p14:xfrm>
            </p:contentPart>
          </mc:Choice>
          <mc:Fallback xmlns="">
            <p:pic>
              <p:nvPicPr>
                <p:cNvPr id="6" name="Ink 5">
                  <a:extLst>
                    <a:ext uri="{FF2B5EF4-FFF2-40B4-BE49-F238E27FC236}">
                      <a16:creationId xmlns:a16="http://schemas.microsoft.com/office/drawing/2014/main" id="{274CCFA6-CFCF-ACA0-955C-00BE1537D55F}"/>
                    </a:ext>
                  </a:extLst>
                </p:cNvPr>
                <p:cNvPicPr/>
                <p:nvPr/>
              </p:nvPicPr>
              <p:blipFill>
                <a:blip r:embed="rId9"/>
                <a:stretch>
                  <a:fillRect/>
                </a:stretch>
              </p:blipFill>
              <p:spPr>
                <a:xfrm>
                  <a:off x="1926840" y="1320000"/>
                  <a:ext cx="1695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BF027E4-8407-5C39-8985-98F9EB4CE7FD}"/>
                    </a:ext>
                  </a:extLst>
                </p14:cNvPr>
                <p14:cNvContentPartPr/>
                <p14:nvPr/>
              </p14:nvContentPartPr>
              <p14:xfrm>
                <a:off x="2188920" y="1311360"/>
                <a:ext cx="89640" cy="187560"/>
              </p14:xfrm>
            </p:contentPart>
          </mc:Choice>
          <mc:Fallback xmlns="">
            <p:pic>
              <p:nvPicPr>
                <p:cNvPr id="7" name="Ink 6">
                  <a:extLst>
                    <a:ext uri="{FF2B5EF4-FFF2-40B4-BE49-F238E27FC236}">
                      <a16:creationId xmlns:a16="http://schemas.microsoft.com/office/drawing/2014/main" id="{2BF027E4-8407-5C39-8985-98F9EB4CE7FD}"/>
                    </a:ext>
                  </a:extLst>
                </p:cNvPr>
                <p:cNvPicPr/>
                <p:nvPr/>
              </p:nvPicPr>
              <p:blipFill>
                <a:blip r:embed="rId11"/>
                <a:stretch>
                  <a:fillRect/>
                </a:stretch>
              </p:blipFill>
              <p:spPr>
                <a:xfrm>
                  <a:off x="2184600" y="1307040"/>
                  <a:ext cx="98280" cy="196200"/>
                </a:xfrm>
                <a:prstGeom prst="rect">
                  <a:avLst/>
                </a:prstGeom>
              </p:spPr>
            </p:pic>
          </mc:Fallback>
        </mc:AlternateContent>
      </p:grpSp>
      <p:grpSp>
        <p:nvGrpSpPr>
          <p:cNvPr id="10" name="Group 9">
            <a:extLst>
              <a:ext uri="{FF2B5EF4-FFF2-40B4-BE49-F238E27FC236}">
                <a16:creationId xmlns:a16="http://schemas.microsoft.com/office/drawing/2014/main" id="{C84CD8AA-AA68-836A-8D7E-69D7B1655E24}"/>
              </a:ext>
            </a:extLst>
          </p:cNvPr>
          <p:cNvGrpSpPr/>
          <p:nvPr/>
        </p:nvGrpSpPr>
        <p:grpSpPr>
          <a:xfrm>
            <a:off x="2703000" y="1307760"/>
            <a:ext cx="186480" cy="110520"/>
            <a:chOff x="2703000" y="1307760"/>
            <a:chExt cx="186480" cy="110520"/>
          </a:xfrm>
        </p:grpSpPr>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4C89BC49-E754-8C56-72AE-A9FD38332E4C}"/>
                    </a:ext>
                  </a:extLst>
                </p14:cNvPr>
                <p14:cNvContentPartPr/>
                <p14:nvPr/>
              </p14:nvContentPartPr>
              <p14:xfrm>
                <a:off x="2703000" y="1307760"/>
                <a:ext cx="186480" cy="5400"/>
              </p14:xfrm>
            </p:contentPart>
          </mc:Choice>
          <mc:Fallback xmlns="">
            <p:pic>
              <p:nvPicPr>
                <p:cNvPr id="8" name="Ink 7">
                  <a:extLst>
                    <a:ext uri="{FF2B5EF4-FFF2-40B4-BE49-F238E27FC236}">
                      <a16:creationId xmlns:a16="http://schemas.microsoft.com/office/drawing/2014/main" id="{4C89BC49-E754-8C56-72AE-A9FD38332E4C}"/>
                    </a:ext>
                  </a:extLst>
                </p:cNvPr>
                <p:cNvPicPr/>
                <p:nvPr/>
              </p:nvPicPr>
              <p:blipFill>
                <a:blip r:embed="rId13"/>
                <a:stretch>
                  <a:fillRect/>
                </a:stretch>
              </p:blipFill>
              <p:spPr>
                <a:xfrm>
                  <a:off x="2698680" y="1303440"/>
                  <a:ext cx="19512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6F9CB834-47F7-3F2B-268F-88C8571553CE}"/>
                    </a:ext>
                  </a:extLst>
                </p14:cNvPr>
                <p14:cNvContentPartPr/>
                <p14:nvPr/>
              </p14:nvContentPartPr>
              <p14:xfrm>
                <a:off x="2737920" y="1407480"/>
                <a:ext cx="150480" cy="10800"/>
              </p14:xfrm>
            </p:contentPart>
          </mc:Choice>
          <mc:Fallback xmlns="">
            <p:pic>
              <p:nvPicPr>
                <p:cNvPr id="9" name="Ink 8">
                  <a:extLst>
                    <a:ext uri="{FF2B5EF4-FFF2-40B4-BE49-F238E27FC236}">
                      <a16:creationId xmlns:a16="http://schemas.microsoft.com/office/drawing/2014/main" id="{6F9CB834-47F7-3F2B-268F-88C8571553CE}"/>
                    </a:ext>
                  </a:extLst>
                </p:cNvPr>
                <p:cNvPicPr/>
                <p:nvPr/>
              </p:nvPicPr>
              <p:blipFill>
                <a:blip r:embed="rId15"/>
                <a:stretch>
                  <a:fillRect/>
                </a:stretch>
              </p:blipFill>
              <p:spPr>
                <a:xfrm>
                  <a:off x="2733600" y="1403160"/>
                  <a:ext cx="159120" cy="19440"/>
                </a:xfrm>
                <a:prstGeom prst="rect">
                  <a:avLst/>
                </a:prstGeom>
              </p:spPr>
            </p:pic>
          </mc:Fallback>
        </mc:AlternateContent>
      </p:grpSp>
      <p:grpSp>
        <p:nvGrpSpPr>
          <p:cNvPr id="23" name="Group 22">
            <a:extLst>
              <a:ext uri="{FF2B5EF4-FFF2-40B4-BE49-F238E27FC236}">
                <a16:creationId xmlns:a16="http://schemas.microsoft.com/office/drawing/2014/main" id="{EA381134-2F05-C977-A87E-A0241621F038}"/>
              </a:ext>
            </a:extLst>
          </p:cNvPr>
          <p:cNvGrpSpPr/>
          <p:nvPr/>
        </p:nvGrpSpPr>
        <p:grpSpPr>
          <a:xfrm>
            <a:off x="3282600" y="1169160"/>
            <a:ext cx="563040" cy="364320"/>
            <a:chOff x="3282600" y="1169160"/>
            <a:chExt cx="563040" cy="364320"/>
          </a:xfrm>
        </p:grpSpPr>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C1FDDA6-E71D-12DA-A3F7-8F51A16490A3}"/>
                    </a:ext>
                  </a:extLst>
                </p14:cNvPr>
                <p14:cNvContentPartPr/>
                <p14:nvPr/>
              </p14:nvContentPartPr>
              <p14:xfrm>
                <a:off x="3282600" y="1169160"/>
                <a:ext cx="283320" cy="260280"/>
              </p14:xfrm>
            </p:contentPart>
          </mc:Choice>
          <mc:Fallback xmlns="">
            <p:pic>
              <p:nvPicPr>
                <p:cNvPr id="12" name="Ink 11">
                  <a:extLst>
                    <a:ext uri="{FF2B5EF4-FFF2-40B4-BE49-F238E27FC236}">
                      <a16:creationId xmlns:a16="http://schemas.microsoft.com/office/drawing/2014/main" id="{EC1FDDA6-E71D-12DA-A3F7-8F51A16490A3}"/>
                    </a:ext>
                  </a:extLst>
                </p:cNvPr>
                <p:cNvPicPr/>
                <p:nvPr/>
              </p:nvPicPr>
              <p:blipFill>
                <a:blip r:embed="rId17"/>
                <a:stretch>
                  <a:fillRect/>
                </a:stretch>
              </p:blipFill>
              <p:spPr>
                <a:xfrm>
                  <a:off x="3278280" y="1164840"/>
                  <a:ext cx="2919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EF8BC8E1-50A2-D020-F01E-B9FA3153C76F}"/>
                    </a:ext>
                  </a:extLst>
                </p14:cNvPr>
                <p14:cNvContentPartPr/>
                <p14:nvPr/>
              </p14:nvContentPartPr>
              <p14:xfrm>
                <a:off x="3428760" y="1342680"/>
                <a:ext cx="34920" cy="190800"/>
              </p14:xfrm>
            </p:contentPart>
          </mc:Choice>
          <mc:Fallback xmlns="">
            <p:pic>
              <p:nvPicPr>
                <p:cNvPr id="13" name="Ink 12">
                  <a:extLst>
                    <a:ext uri="{FF2B5EF4-FFF2-40B4-BE49-F238E27FC236}">
                      <a16:creationId xmlns:a16="http://schemas.microsoft.com/office/drawing/2014/main" id="{EF8BC8E1-50A2-D020-F01E-B9FA3153C76F}"/>
                    </a:ext>
                  </a:extLst>
                </p:cNvPr>
                <p:cNvPicPr/>
                <p:nvPr/>
              </p:nvPicPr>
              <p:blipFill>
                <a:blip r:embed="rId19"/>
                <a:stretch>
                  <a:fillRect/>
                </a:stretch>
              </p:blipFill>
              <p:spPr>
                <a:xfrm>
                  <a:off x="3424440" y="1338360"/>
                  <a:ext cx="435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02905621-303A-FB16-9761-38A94E2041EE}"/>
                    </a:ext>
                  </a:extLst>
                </p14:cNvPr>
                <p14:cNvContentPartPr/>
                <p14:nvPr/>
              </p14:nvContentPartPr>
              <p14:xfrm>
                <a:off x="3665640" y="1311360"/>
                <a:ext cx="180000" cy="151200"/>
              </p14:xfrm>
            </p:contentPart>
          </mc:Choice>
          <mc:Fallback xmlns="">
            <p:pic>
              <p:nvPicPr>
                <p:cNvPr id="14" name="Ink 13">
                  <a:extLst>
                    <a:ext uri="{FF2B5EF4-FFF2-40B4-BE49-F238E27FC236}">
                      <a16:creationId xmlns:a16="http://schemas.microsoft.com/office/drawing/2014/main" id="{02905621-303A-FB16-9761-38A94E2041EE}"/>
                    </a:ext>
                  </a:extLst>
                </p:cNvPr>
                <p:cNvPicPr/>
                <p:nvPr/>
              </p:nvPicPr>
              <p:blipFill>
                <a:blip r:embed="rId21"/>
                <a:stretch>
                  <a:fillRect/>
                </a:stretch>
              </p:blipFill>
              <p:spPr>
                <a:xfrm>
                  <a:off x="3661320" y="1307040"/>
                  <a:ext cx="188640" cy="159840"/>
                </a:xfrm>
                <a:prstGeom prst="rect">
                  <a:avLst/>
                </a:prstGeom>
              </p:spPr>
            </p:pic>
          </mc:Fallback>
        </mc:AlternateContent>
      </p:grpSp>
      <p:grpSp>
        <p:nvGrpSpPr>
          <p:cNvPr id="22" name="Group 21">
            <a:extLst>
              <a:ext uri="{FF2B5EF4-FFF2-40B4-BE49-F238E27FC236}">
                <a16:creationId xmlns:a16="http://schemas.microsoft.com/office/drawing/2014/main" id="{753DE272-8ADC-576D-3CDA-40CAE9833092}"/>
              </a:ext>
            </a:extLst>
          </p:cNvPr>
          <p:cNvGrpSpPr/>
          <p:nvPr/>
        </p:nvGrpSpPr>
        <p:grpSpPr>
          <a:xfrm>
            <a:off x="4158480" y="1279320"/>
            <a:ext cx="123480" cy="151920"/>
            <a:chOff x="4158480" y="1279320"/>
            <a:chExt cx="123480" cy="15192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6FAE72DB-D0AE-DC31-851A-4DC289A614F3}"/>
                    </a:ext>
                  </a:extLst>
                </p14:cNvPr>
                <p14:cNvContentPartPr/>
                <p14:nvPr/>
              </p14:nvContentPartPr>
              <p14:xfrm>
                <a:off x="4221840" y="1279320"/>
                <a:ext cx="27360" cy="151920"/>
              </p14:xfrm>
            </p:contentPart>
          </mc:Choice>
          <mc:Fallback xmlns="">
            <p:pic>
              <p:nvPicPr>
                <p:cNvPr id="15" name="Ink 14">
                  <a:extLst>
                    <a:ext uri="{FF2B5EF4-FFF2-40B4-BE49-F238E27FC236}">
                      <a16:creationId xmlns:a16="http://schemas.microsoft.com/office/drawing/2014/main" id="{6FAE72DB-D0AE-DC31-851A-4DC289A614F3}"/>
                    </a:ext>
                  </a:extLst>
                </p:cNvPr>
                <p:cNvPicPr/>
                <p:nvPr/>
              </p:nvPicPr>
              <p:blipFill>
                <a:blip r:embed="rId23"/>
                <a:stretch>
                  <a:fillRect/>
                </a:stretch>
              </p:blipFill>
              <p:spPr>
                <a:xfrm>
                  <a:off x="4217520" y="1275000"/>
                  <a:ext cx="360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946C9AA0-033E-CB88-C3AB-9451772A94A6}"/>
                    </a:ext>
                  </a:extLst>
                </p14:cNvPr>
                <p14:cNvContentPartPr/>
                <p14:nvPr/>
              </p14:nvContentPartPr>
              <p14:xfrm>
                <a:off x="4158480" y="1353840"/>
                <a:ext cx="123480" cy="15840"/>
              </p14:xfrm>
            </p:contentPart>
          </mc:Choice>
          <mc:Fallback xmlns="">
            <p:pic>
              <p:nvPicPr>
                <p:cNvPr id="16" name="Ink 15">
                  <a:extLst>
                    <a:ext uri="{FF2B5EF4-FFF2-40B4-BE49-F238E27FC236}">
                      <a16:creationId xmlns:a16="http://schemas.microsoft.com/office/drawing/2014/main" id="{946C9AA0-033E-CB88-C3AB-9451772A94A6}"/>
                    </a:ext>
                  </a:extLst>
                </p:cNvPr>
                <p:cNvPicPr/>
                <p:nvPr/>
              </p:nvPicPr>
              <p:blipFill>
                <a:blip r:embed="rId25"/>
                <a:stretch>
                  <a:fillRect/>
                </a:stretch>
              </p:blipFill>
              <p:spPr>
                <a:xfrm>
                  <a:off x="4154160" y="1349520"/>
                  <a:ext cx="132120" cy="24480"/>
                </a:xfrm>
                <a:prstGeom prst="rect">
                  <a:avLst/>
                </a:prstGeom>
              </p:spPr>
            </p:pic>
          </mc:Fallback>
        </mc:AlternateContent>
      </p:grpSp>
      <p:grpSp>
        <p:nvGrpSpPr>
          <p:cNvPr id="21" name="Group 20">
            <a:extLst>
              <a:ext uri="{FF2B5EF4-FFF2-40B4-BE49-F238E27FC236}">
                <a16:creationId xmlns:a16="http://schemas.microsoft.com/office/drawing/2014/main" id="{1ECFA2CB-0167-DE25-B878-1B7423387328}"/>
              </a:ext>
            </a:extLst>
          </p:cNvPr>
          <p:cNvGrpSpPr/>
          <p:nvPr/>
        </p:nvGrpSpPr>
        <p:grpSpPr>
          <a:xfrm>
            <a:off x="4756800" y="1176360"/>
            <a:ext cx="851760" cy="222120"/>
            <a:chOff x="4756800" y="1176360"/>
            <a:chExt cx="851760" cy="22212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0A2D908D-B9C1-D6DB-E6B5-9CF6599D91FE}"/>
                    </a:ext>
                  </a:extLst>
                </p14:cNvPr>
                <p14:cNvContentPartPr/>
                <p14:nvPr/>
              </p14:nvContentPartPr>
              <p14:xfrm>
                <a:off x="4756800" y="1211640"/>
                <a:ext cx="150840" cy="186840"/>
              </p14:xfrm>
            </p:contentPart>
          </mc:Choice>
          <mc:Fallback xmlns="">
            <p:pic>
              <p:nvPicPr>
                <p:cNvPr id="17" name="Ink 16">
                  <a:extLst>
                    <a:ext uri="{FF2B5EF4-FFF2-40B4-BE49-F238E27FC236}">
                      <a16:creationId xmlns:a16="http://schemas.microsoft.com/office/drawing/2014/main" id="{0A2D908D-B9C1-D6DB-E6B5-9CF6599D91FE}"/>
                    </a:ext>
                  </a:extLst>
                </p:cNvPr>
                <p:cNvPicPr/>
                <p:nvPr/>
              </p:nvPicPr>
              <p:blipFill>
                <a:blip r:embed="rId27"/>
                <a:stretch>
                  <a:fillRect/>
                </a:stretch>
              </p:blipFill>
              <p:spPr>
                <a:xfrm>
                  <a:off x="4752480" y="1207320"/>
                  <a:ext cx="1594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41E8EF41-B792-BBF6-0EA1-4FB0572F8EE6}"/>
                    </a:ext>
                  </a:extLst>
                </p14:cNvPr>
                <p14:cNvContentPartPr/>
                <p14:nvPr/>
              </p14:nvContentPartPr>
              <p14:xfrm>
                <a:off x="5049480" y="1178520"/>
                <a:ext cx="113760" cy="160560"/>
              </p14:xfrm>
            </p:contentPart>
          </mc:Choice>
          <mc:Fallback xmlns="">
            <p:pic>
              <p:nvPicPr>
                <p:cNvPr id="18" name="Ink 17">
                  <a:extLst>
                    <a:ext uri="{FF2B5EF4-FFF2-40B4-BE49-F238E27FC236}">
                      <a16:creationId xmlns:a16="http://schemas.microsoft.com/office/drawing/2014/main" id="{41E8EF41-B792-BBF6-0EA1-4FB0572F8EE6}"/>
                    </a:ext>
                  </a:extLst>
                </p:cNvPr>
                <p:cNvPicPr/>
                <p:nvPr/>
              </p:nvPicPr>
              <p:blipFill>
                <a:blip r:embed="rId29"/>
                <a:stretch>
                  <a:fillRect/>
                </a:stretch>
              </p:blipFill>
              <p:spPr>
                <a:xfrm>
                  <a:off x="5045160" y="1174200"/>
                  <a:ext cx="1224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9BFDA5A-3FDE-7EBC-4F66-C0E0A36B8CF4}"/>
                    </a:ext>
                  </a:extLst>
                </p14:cNvPr>
                <p14:cNvContentPartPr/>
                <p14:nvPr/>
              </p14:nvContentPartPr>
              <p14:xfrm>
                <a:off x="5228400" y="1189680"/>
                <a:ext cx="137160" cy="177120"/>
              </p14:xfrm>
            </p:contentPart>
          </mc:Choice>
          <mc:Fallback xmlns="">
            <p:pic>
              <p:nvPicPr>
                <p:cNvPr id="19" name="Ink 18">
                  <a:extLst>
                    <a:ext uri="{FF2B5EF4-FFF2-40B4-BE49-F238E27FC236}">
                      <a16:creationId xmlns:a16="http://schemas.microsoft.com/office/drawing/2014/main" id="{A9BFDA5A-3FDE-7EBC-4F66-C0E0A36B8CF4}"/>
                    </a:ext>
                  </a:extLst>
                </p:cNvPr>
                <p:cNvPicPr/>
                <p:nvPr/>
              </p:nvPicPr>
              <p:blipFill>
                <a:blip r:embed="rId31"/>
                <a:stretch>
                  <a:fillRect/>
                </a:stretch>
              </p:blipFill>
              <p:spPr>
                <a:xfrm>
                  <a:off x="5224080" y="1185360"/>
                  <a:ext cx="1458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17DD22A6-1F8B-059A-788D-9F9775B394A5}"/>
                    </a:ext>
                  </a:extLst>
                </p14:cNvPr>
                <p14:cNvContentPartPr/>
                <p14:nvPr/>
              </p14:nvContentPartPr>
              <p14:xfrm>
                <a:off x="5480760" y="1176360"/>
                <a:ext cx="127800" cy="173520"/>
              </p14:xfrm>
            </p:contentPart>
          </mc:Choice>
          <mc:Fallback xmlns="">
            <p:pic>
              <p:nvPicPr>
                <p:cNvPr id="20" name="Ink 19">
                  <a:extLst>
                    <a:ext uri="{FF2B5EF4-FFF2-40B4-BE49-F238E27FC236}">
                      <a16:creationId xmlns:a16="http://schemas.microsoft.com/office/drawing/2014/main" id="{17DD22A6-1F8B-059A-788D-9F9775B394A5}"/>
                    </a:ext>
                  </a:extLst>
                </p:cNvPr>
                <p:cNvPicPr/>
                <p:nvPr/>
              </p:nvPicPr>
              <p:blipFill>
                <a:blip r:embed="rId33"/>
                <a:stretch>
                  <a:fillRect/>
                </a:stretch>
              </p:blipFill>
              <p:spPr>
                <a:xfrm>
                  <a:off x="5476440" y="1172040"/>
                  <a:ext cx="136440" cy="182160"/>
                </a:xfrm>
                <a:prstGeom prst="rect">
                  <a:avLst/>
                </a:prstGeom>
              </p:spPr>
            </p:pic>
          </mc:Fallback>
        </mc:AlternateContent>
      </p:grpSp>
      <p:grpSp>
        <p:nvGrpSpPr>
          <p:cNvPr id="28" name="Group 27">
            <a:extLst>
              <a:ext uri="{FF2B5EF4-FFF2-40B4-BE49-F238E27FC236}">
                <a16:creationId xmlns:a16="http://schemas.microsoft.com/office/drawing/2014/main" id="{51553B1F-E45B-4BA8-6035-BBB5A7FDFE33}"/>
              </a:ext>
            </a:extLst>
          </p:cNvPr>
          <p:cNvGrpSpPr/>
          <p:nvPr/>
        </p:nvGrpSpPr>
        <p:grpSpPr>
          <a:xfrm>
            <a:off x="7299480" y="1020840"/>
            <a:ext cx="1062360" cy="493920"/>
            <a:chOff x="7299480" y="1020840"/>
            <a:chExt cx="1062360" cy="493920"/>
          </a:xfrm>
        </p:grpSpPr>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25A7CDA9-9F31-87DB-54A0-F27542B6B61A}"/>
                    </a:ext>
                  </a:extLst>
                </p14:cNvPr>
                <p14:cNvContentPartPr/>
                <p14:nvPr/>
              </p14:nvContentPartPr>
              <p14:xfrm>
                <a:off x="7299480" y="1080960"/>
                <a:ext cx="292320" cy="334800"/>
              </p14:xfrm>
            </p:contentPart>
          </mc:Choice>
          <mc:Fallback xmlns="">
            <p:pic>
              <p:nvPicPr>
                <p:cNvPr id="24" name="Ink 23">
                  <a:extLst>
                    <a:ext uri="{FF2B5EF4-FFF2-40B4-BE49-F238E27FC236}">
                      <a16:creationId xmlns:a16="http://schemas.microsoft.com/office/drawing/2014/main" id="{25A7CDA9-9F31-87DB-54A0-F27542B6B61A}"/>
                    </a:ext>
                  </a:extLst>
                </p:cNvPr>
                <p:cNvPicPr/>
                <p:nvPr/>
              </p:nvPicPr>
              <p:blipFill>
                <a:blip r:embed="rId35"/>
                <a:stretch>
                  <a:fillRect/>
                </a:stretch>
              </p:blipFill>
              <p:spPr>
                <a:xfrm>
                  <a:off x="7295160" y="1076640"/>
                  <a:ext cx="30096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E784125B-DF69-246B-4C75-FA9FFE215324}"/>
                    </a:ext>
                  </a:extLst>
                </p14:cNvPr>
                <p14:cNvContentPartPr/>
                <p14:nvPr/>
              </p14:nvContentPartPr>
              <p14:xfrm>
                <a:off x="7717080" y="1033080"/>
                <a:ext cx="284040" cy="392400"/>
              </p14:xfrm>
            </p:contentPart>
          </mc:Choice>
          <mc:Fallback xmlns="">
            <p:pic>
              <p:nvPicPr>
                <p:cNvPr id="25" name="Ink 24">
                  <a:extLst>
                    <a:ext uri="{FF2B5EF4-FFF2-40B4-BE49-F238E27FC236}">
                      <a16:creationId xmlns:a16="http://schemas.microsoft.com/office/drawing/2014/main" id="{E784125B-DF69-246B-4C75-FA9FFE215324}"/>
                    </a:ext>
                  </a:extLst>
                </p:cNvPr>
                <p:cNvPicPr/>
                <p:nvPr/>
              </p:nvPicPr>
              <p:blipFill>
                <a:blip r:embed="rId37"/>
                <a:stretch>
                  <a:fillRect/>
                </a:stretch>
              </p:blipFill>
              <p:spPr>
                <a:xfrm>
                  <a:off x="7712760" y="1028760"/>
                  <a:ext cx="29268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DCDE90A8-A26F-C5B8-71D9-D7AE2DE86A97}"/>
                    </a:ext>
                  </a:extLst>
                </p14:cNvPr>
                <p14:cNvContentPartPr/>
                <p14:nvPr/>
              </p14:nvContentPartPr>
              <p14:xfrm>
                <a:off x="7950360" y="1228200"/>
                <a:ext cx="152280" cy="137880"/>
              </p14:xfrm>
            </p:contentPart>
          </mc:Choice>
          <mc:Fallback xmlns="">
            <p:pic>
              <p:nvPicPr>
                <p:cNvPr id="26" name="Ink 25">
                  <a:extLst>
                    <a:ext uri="{FF2B5EF4-FFF2-40B4-BE49-F238E27FC236}">
                      <a16:creationId xmlns:a16="http://schemas.microsoft.com/office/drawing/2014/main" id="{DCDE90A8-A26F-C5B8-71D9-D7AE2DE86A97}"/>
                    </a:ext>
                  </a:extLst>
                </p:cNvPr>
                <p:cNvPicPr/>
                <p:nvPr/>
              </p:nvPicPr>
              <p:blipFill>
                <a:blip r:embed="rId39"/>
                <a:stretch>
                  <a:fillRect/>
                </a:stretch>
              </p:blipFill>
              <p:spPr>
                <a:xfrm>
                  <a:off x="7946040" y="1223880"/>
                  <a:ext cx="1609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4FBD5668-155D-F6E5-17C9-500666E95538}"/>
                    </a:ext>
                  </a:extLst>
                </p14:cNvPr>
                <p14:cNvContentPartPr/>
                <p14:nvPr/>
              </p14:nvContentPartPr>
              <p14:xfrm>
                <a:off x="8206680" y="1020840"/>
                <a:ext cx="155160" cy="493920"/>
              </p14:xfrm>
            </p:contentPart>
          </mc:Choice>
          <mc:Fallback xmlns="">
            <p:pic>
              <p:nvPicPr>
                <p:cNvPr id="27" name="Ink 26">
                  <a:extLst>
                    <a:ext uri="{FF2B5EF4-FFF2-40B4-BE49-F238E27FC236}">
                      <a16:creationId xmlns:a16="http://schemas.microsoft.com/office/drawing/2014/main" id="{4FBD5668-155D-F6E5-17C9-500666E95538}"/>
                    </a:ext>
                  </a:extLst>
                </p:cNvPr>
                <p:cNvPicPr/>
                <p:nvPr/>
              </p:nvPicPr>
              <p:blipFill>
                <a:blip r:embed="rId41"/>
                <a:stretch>
                  <a:fillRect/>
                </a:stretch>
              </p:blipFill>
              <p:spPr>
                <a:xfrm>
                  <a:off x="8202360" y="1016520"/>
                  <a:ext cx="163800" cy="502560"/>
                </a:xfrm>
                <a:prstGeom prst="rect">
                  <a:avLst/>
                </a:prstGeom>
              </p:spPr>
            </p:pic>
          </mc:Fallback>
        </mc:AlternateContent>
      </p:grpSp>
      <p:grpSp>
        <p:nvGrpSpPr>
          <p:cNvPr id="38" name="Group 37">
            <a:extLst>
              <a:ext uri="{FF2B5EF4-FFF2-40B4-BE49-F238E27FC236}">
                <a16:creationId xmlns:a16="http://schemas.microsoft.com/office/drawing/2014/main" id="{4BCB362D-947E-B9CF-68A6-8243A1CBD794}"/>
              </a:ext>
            </a:extLst>
          </p:cNvPr>
          <p:cNvGrpSpPr/>
          <p:nvPr/>
        </p:nvGrpSpPr>
        <p:grpSpPr>
          <a:xfrm>
            <a:off x="960960" y="1816440"/>
            <a:ext cx="1105200" cy="465120"/>
            <a:chOff x="960960" y="1816440"/>
            <a:chExt cx="1105200" cy="465120"/>
          </a:xfrm>
        </p:grpSpPr>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73EA1FB7-0E5C-ED4E-4C61-7BBC801305CB}"/>
                    </a:ext>
                  </a:extLst>
                </p14:cNvPr>
                <p14:cNvContentPartPr/>
                <p14:nvPr/>
              </p14:nvContentPartPr>
              <p14:xfrm>
                <a:off x="1147800" y="1944600"/>
                <a:ext cx="56880" cy="218520"/>
              </p14:xfrm>
            </p:contentPart>
          </mc:Choice>
          <mc:Fallback xmlns="">
            <p:pic>
              <p:nvPicPr>
                <p:cNvPr id="29" name="Ink 28">
                  <a:extLst>
                    <a:ext uri="{FF2B5EF4-FFF2-40B4-BE49-F238E27FC236}">
                      <a16:creationId xmlns:a16="http://schemas.microsoft.com/office/drawing/2014/main" id="{73EA1FB7-0E5C-ED4E-4C61-7BBC801305CB}"/>
                    </a:ext>
                  </a:extLst>
                </p:cNvPr>
                <p:cNvPicPr/>
                <p:nvPr/>
              </p:nvPicPr>
              <p:blipFill>
                <a:blip r:embed="rId43"/>
                <a:stretch>
                  <a:fillRect/>
                </a:stretch>
              </p:blipFill>
              <p:spPr>
                <a:xfrm>
                  <a:off x="1143480" y="1940280"/>
                  <a:ext cx="655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8471B7A4-5DEE-27AA-BC20-F1A9C974D116}"/>
                    </a:ext>
                  </a:extLst>
                </p14:cNvPr>
                <p14:cNvContentPartPr/>
                <p14:nvPr/>
              </p14:nvContentPartPr>
              <p14:xfrm>
                <a:off x="960960" y="1816440"/>
                <a:ext cx="457200" cy="38520"/>
              </p14:xfrm>
            </p:contentPart>
          </mc:Choice>
          <mc:Fallback xmlns="">
            <p:pic>
              <p:nvPicPr>
                <p:cNvPr id="30" name="Ink 29">
                  <a:extLst>
                    <a:ext uri="{FF2B5EF4-FFF2-40B4-BE49-F238E27FC236}">
                      <a16:creationId xmlns:a16="http://schemas.microsoft.com/office/drawing/2014/main" id="{8471B7A4-5DEE-27AA-BC20-F1A9C974D116}"/>
                    </a:ext>
                  </a:extLst>
                </p:cNvPr>
                <p:cNvPicPr/>
                <p:nvPr/>
              </p:nvPicPr>
              <p:blipFill>
                <a:blip r:embed="rId45"/>
                <a:stretch>
                  <a:fillRect/>
                </a:stretch>
              </p:blipFill>
              <p:spPr>
                <a:xfrm>
                  <a:off x="956640" y="1812120"/>
                  <a:ext cx="4658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F12C375C-AAC6-1187-E08A-0F8A2D2BE17A}"/>
                    </a:ext>
                  </a:extLst>
                </p14:cNvPr>
                <p14:cNvContentPartPr/>
                <p14:nvPr/>
              </p14:nvContentPartPr>
              <p14:xfrm>
                <a:off x="1411320" y="1942800"/>
                <a:ext cx="126000" cy="258480"/>
              </p14:xfrm>
            </p:contentPart>
          </mc:Choice>
          <mc:Fallback xmlns="">
            <p:pic>
              <p:nvPicPr>
                <p:cNvPr id="31" name="Ink 30">
                  <a:extLst>
                    <a:ext uri="{FF2B5EF4-FFF2-40B4-BE49-F238E27FC236}">
                      <a16:creationId xmlns:a16="http://schemas.microsoft.com/office/drawing/2014/main" id="{F12C375C-AAC6-1187-E08A-0F8A2D2BE17A}"/>
                    </a:ext>
                  </a:extLst>
                </p:cNvPr>
                <p:cNvPicPr/>
                <p:nvPr/>
              </p:nvPicPr>
              <p:blipFill>
                <a:blip r:embed="rId47"/>
                <a:stretch>
                  <a:fillRect/>
                </a:stretch>
              </p:blipFill>
              <p:spPr>
                <a:xfrm>
                  <a:off x="1407000" y="1938480"/>
                  <a:ext cx="1346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2058DA80-C4E5-C61B-2989-80B3C2AA7C50}"/>
                    </a:ext>
                  </a:extLst>
                </p14:cNvPr>
                <p14:cNvContentPartPr/>
                <p14:nvPr/>
              </p14:nvContentPartPr>
              <p14:xfrm>
                <a:off x="1630920" y="2041440"/>
                <a:ext cx="175680" cy="97920"/>
              </p14:xfrm>
            </p:contentPart>
          </mc:Choice>
          <mc:Fallback xmlns="">
            <p:pic>
              <p:nvPicPr>
                <p:cNvPr id="32" name="Ink 31">
                  <a:extLst>
                    <a:ext uri="{FF2B5EF4-FFF2-40B4-BE49-F238E27FC236}">
                      <a16:creationId xmlns:a16="http://schemas.microsoft.com/office/drawing/2014/main" id="{2058DA80-C4E5-C61B-2989-80B3C2AA7C50}"/>
                    </a:ext>
                  </a:extLst>
                </p:cNvPr>
                <p:cNvPicPr/>
                <p:nvPr/>
              </p:nvPicPr>
              <p:blipFill>
                <a:blip r:embed="rId49"/>
                <a:stretch>
                  <a:fillRect/>
                </a:stretch>
              </p:blipFill>
              <p:spPr>
                <a:xfrm>
                  <a:off x="1626600" y="2037120"/>
                  <a:ext cx="18432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1461DEA-8840-2792-3D30-B36E2CA05658}"/>
                    </a:ext>
                  </a:extLst>
                </p14:cNvPr>
                <p14:cNvContentPartPr/>
                <p14:nvPr/>
              </p14:nvContentPartPr>
              <p14:xfrm>
                <a:off x="1944840" y="1934880"/>
                <a:ext cx="121320" cy="346680"/>
              </p14:xfrm>
            </p:contentPart>
          </mc:Choice>
          <mc:Fallback xmlns="">
            <p:pic>
              <p:nvPicPr>
                <p:cNvPr id="33" name="Ink 32">
                  <a:extLst>
                    <a:ext uri="{FF2B5EF4-FFF2-40B4-BE49-F238E27FC236}">
                      <a16:creationId xmlns:a16="http://schemas.microsoft.com/office/drawing/2014/main" id="{F1461DEA-8840-2792-3D30-B36E2CA05658}"/>
                    </a:ext>
                  </a:extLst>
                </p:cNvPr>
                <p:cNvPicPr/>
                <p:nvPr/>
              </p:nvPicPr>
              <p:blipFill>
                <a:blip r:embed="rId51"/>
                <a:stretch>
                  <a:fillRect/>
                </a:stretch>
              </p:blipFill>
              <p:spPr>
                <a:xfrm>
                  <a:off x="1940520" y="1930560"/>
                  <a:ext cx="129960" cy="355320"/>
                </a:xfrm>
                <a:prstGeom prst="rect">
                  <a:avLst/>
                </a:prstGeom>
              </p:spPr>
            </p:pic>
          </mc:Fallback>
        </mc:AlternateContent>
      </p:grpSp>
      <p:grpSp>
        <p:nvGrpSpPr>
          <p:cNvPr id="37" name="Group 36">
            <a:extLst>
              <a:ext uri="{FF2B5EF4-FFF2-40B4-BE49-F238E27FC236}">
                <a16:creationId xmlns:a16="http://schemas.microsoft.com/office/drawing/2014/main" id="{DF5A7FC7-4C3E-CE6F-116D-169AF682D0CA}"/>
              </a:ext>
            </a:extLst>
          </p:cNvPr>
          <p:cNvGrpSpPr/>
          <p:nvPr/>
        </p:nvGrpSpPr>
        <p:grpSpPr>
          <a:xfrm>
            <a:off x="2672400" y="1998960"/>
            <a:ext cx="204480" cy="115560"/>
            <a:chOff x="2672400" y="1998960"/>
            <a:chExt cx="204480" cy="115560"/>
          </a:xfrm>
        </p:grpSpPr>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5F98A8DA-C530-E419-2531-7E152E038EB5}"/>
                    </a:ext>
                  </a:extLst>
                </p14:cNvPr>
                <p14:cNvContentPartPr/>
                <p14:nvPr/>
              </p14:nvContentPartPr>
              <p14:xfrm>
                <a:off x="2691480" y="1998960"/>
                <a:ext cx="169920" cy="32400"/>
              </p14:xfrm>
            </p:contentPart>
          </mc:Choice>
          <mc:Fallback xmlns="">
            <p:pic>
              <p:nvPicPr>
                <p:cNvPr id="34" name="Ink 33">
                  <a:extLst>
                    <a:ext uri="{FF2B5EF4-FFF2-40B4-BE49-F238E27FC236}">
                      <a16:creationId xmlns:a16="http://schemas.microsoft.com/office/drawing/2014/main" id="{5F98A8DA-C530-E419-2531-7E152E038EB5}"/>
                    </a:ext>
                  </a:extLst>
                </p:cNvPr>
                <p:cNvPicPr/>
                <p:nvPr/>
              </p:nvPicPr>
              <p:blipFill>
                <a:blip r:embed="rId53"/>
                <a:stretch>
                  <a:fillRect/>
                </a:stretch>
              </p:blipFill>
              <p:spPr>
                <a:xfrm>
                  <a:off x="2687160" y="1994640"/>
                  <a:ext cx="1785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D3410AD1-E5C9-D467-DF32-FA4ECF9A57E5}"/>
                    </a:ext>
                  </a:extLst>
                </p14:cNvPr>
                <p14:cNvContentPartPr/>
                <p14:nvPr/>
              </p14:nvContentPartPr>
              <p14:xfrm>
                <a:off x="2672400" y="1998960"/>
                <a:ext cx="204480" cy="115560"/>
              </p14:xfrm>
            </p:contentPart>
          </mc:Choice>
          <mc:Fallback xmlns="">
            <p:pic>
              <p:nvPicPr>
                <p:cNvPr id="35" name="Ink 34">
                  <a:extLst>
                    <a:ext uri="{FF2B5EF4-FFF2-40B4-BE49-F238E27FC236}">
                      <a16:creationId xmlns:a16="http://schemas.microsoft.com/office/drawing/2014/main" id="{D3410AD1-E5C9-D467-DF32-FA4ECF9A57E5}"/>
                    </a:ext>
                  </a:extLst>
                </p:cNvPr>
                <p:cNvPicPr/>
                <p:nvPr/>
              </p:nvPicPr>
              <p:blipFill>
                <a:blip r:embed="rId55"/>
                <a:stretch>
                  <a:fillRect/>
                </a:stretch>
              </p:blipFill>
              <p:spPr>
                <a:xfrm>
                  <a:off x="2668080" y="1994640"/>
                  <a:ext cx="213120" cy="12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A7CEBD4F-1B6F-EA79-51CC-D9BFF5C4F7ED}"/>
                  </a:ext>
                </a:extLst>
              </p14:cNvPr>
              <p14:cNvContentPartPr/>
              <p14:nvPr/>
            </p14:nvContentPartPr>
            <p14:xfrm>
              <a:off x="3186480" y="1900320"/>
              <a:ext cx="255240" cy="301320"/>
            </p14:xfrm>
          </p:contentPart>
        </mc:Choice>
        <mc:Fallback xmlns="">
          <p:pic>
            <p:nvPicPr>
              <p:cNvPr id="36" name="Ink 35">
                <a:extLst>
                  <a:ext uri="{FF2B5EF4-FFF2-40B4-BE49-F238E27FC236}">
                    <a16:creationId xmlns:a16="http://schemas.microsoft.com/office/drawing/2014/main" id="{A7CEBD4F-1B6F-EA79-51CC-D9BFF5C4F7ED}"/>
                  </a:ext>
                </a:extLst>
              </p:cNvPr>
              <p:cNvPicPr/>
              <p:nvPr/>
            </p:nvPicPr>
            <p:blipFill>
              <a:blip r:embed="rId57"/>
              <a:stretch>
                <a:fillRect/>
              </a:stretch>
            </p:blipFill>
            <p:spPr>
              <a:xfrm>
                <a:off x="3182160" y="1896000"/>
                <a:ext cx="26388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809CB0E4-103F-571E-974B-F3269152B0CB}"/>
                  </a:ext>
                </a:extLst>
              </p14:cNvPr>
              <p14:cNvContentPartPr/>
              <p14:nvPr/>
            </p14:nvContentPartPr>
            <p14:xfrm>
              <a:off x="3631080" y="1942800"/>
              <a:ext cx="15840" cy="177840"/>
            </p14:xfrm>
          </p:contentPart>
        </mc:Choice>
        <mc:Fallback xmlns="">
          <p:pic>
            <p:nvPicPr>
              <p:cNvPr id="39" name="Ink 38">
                <a:extLst>
                  <a:ext uri="{FF2B5EF4-FFF2-40B4-BE49-F238E27FC236}">
                    <a16:creationId xmlns:a16="http://schemas.microsoft.com/office/drawing/2014/main" id="{809CB0E4-103F-571E-974B-F3269152B0CB}"/>
                  </a:ext>
                </a:extLst>
              </p:cNvPr>
              <p:cNvPicPr/>
              <p:nvPr/>
            </p:nvPicPr>
            <p:blipFill>
              <a:blip r:embed="rId59"/>
              <a:stretch>
                <a:fillRect/>
              </a:stretch>
            </p:blipFill>
            <p:spPr>
              <a:xfrm>
                <a:off x="3626760" y="1938480"/>
                <a:ext cx="244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939DB4DB-6CAE-5B79-738D-AFA5F76E02A9}"/>
                  </a:ext>
                </a:extLst>
              </p14:cNvPr>
              <p14:cNvContentPartPr/>
              <p14:nvPr/>
            </p14:nvContentPartPr>
            <p14:xfrm>
              <a:off x="3843840" y="1908240"/>
              <a:ext cx="178200" cy="379080"/>
            </p14:xfrm>
          </p:contentPart>
        </mc:Choice>
        <mc:Fallback xmlns="">
          <p:pic>
            <p:nvPicPr>
              <p:cNvPr id="40" name="Ink 39">
                <a:extLst>
                  <a:ext uri="{FF2B5EF4-FFF2-40B4-BE49-F238E27FC236}">
                    <a16:creationId xmlns:a16="http://schemas.microsoft.com/office/drawing/2014/main" id="{939DB4DB-6CAE-5B79-738D-AFA5F76E02A9}"/>
                  </a:ext>
                </a:extLst>
              </p:cNvPr>
              <p:cNvPicPr/>
              <p:nvPr/>
            </p:nvPicPr>
            <p:blipFill>
              <a:blip r:embed="rId61"/>
              <a:stretch>
                <a:fillRect/>
              </a:stretch>
            </p:blipFill>
            <p:spPr>
              <a:xfrm>
                <a:off x="3839520" y="1903920"/>
                <a:ext cx="186840" cy="387720"/>
              </a:xfrm>
              <a:prstGeom prst="rect">
                <a:avLst/>
              </a:prstGeom>
            </p:spPr>
          </p:pic>
        </mc:Fallback>
      </mc:AlternateContent>
      <p:grpSp>
        <p:nvGrpSpPr>
          <p:cNvPr id="44" name="Group 43">
            <a:extLst>
              <a:ext uri="{FF2B5EF4-FFF2-40B4-BE49-F238E27FC236}">
                <a16:creationId xmlns:a16="http://schemas.microsoft.com/office/drawing/2014/main" id="{118EE3C2-6C92-61AA-B573-B803E9979795}"/>
              </a:ext>
            </a:extLst>
          </p:cNvPr>
          <p:cNvGrpSpPr/>
          <p:nvPr/>
        </p:nvGrpSpPr>
        <p:grpSpPr>
          <a:xfrm>
            <a:off x="4237320" y="1952160"/>
            <a:ext cx="562320" cy="327960"/>
            <a:chOff x="4237320" y="1952160"/>
            <a:chExt cx="562320" cy="327960"/>
          </a:xfrm>
        </p:grpSpPr>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4E0D7586-AB32-AC7F-8DF4-A27D74CBFFE8}"/>
                    </a:ext>
                  </a:extLst>
                </p14:cNvPr>
                <p14:cNvContentPartPr/>
                <p14:nvPr/>
              </p14:nvContentPartPr>
              <p14:xfrm>
                <a:off x="4237320" y="1952160"/>
                <a:ext cx="146880" cy="327960"/>
              </p14:xfrm>
            </p:contentPart>
          </mc:Choice>
          <mc:Fallback xmlns="">
            <p:pic>
              <p:nvPicPr>
                <p:cNvPr id="41" name="Ink 40">
                  <a:extLst>
                    <a:ext uri="{FF2B5EF4-FFF2-40B4-BE49-F238E27FC236}">
                      <a16:creationId xmlns:a16="http://schemas.microsoft.com/office/drawing/2014/main" id="{4E0D7586-AB32-AC7F-8DF4-A27D74CBFFE8}"/>
                    </a:ext>
                  </a:extLst>
                </p:cNvPr>
                <p:cNvPicPr/>
                <p:nvPr/>
              </p:nvPicPr>
              <p:blipFill>
                <a:blip r:embed="rId63"/>
                <a:stretch>
                  <a:fillRect/>
                </a:stretch>
              </p:blipFill>
              <p:spPr>
                <a:xfrm>
                  <a:off x="4233000" y="1947840"/>
                  <a:ext cx="1555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A8F118D9-D3B3-6118-AF8C-179A67B1A3A1}"/>
                    </a:ext>
                  </a:extLst>
                </p14:cNvPr>
                <p14:cNvContentPartPr/>
                <p14:nvPr/>
              </p14:nvContentPartPr>
              <p14:xfrm>
                <a:off x="4252800" y="2100480"/>
                <a:ext cx="192960" cy="42840"/>
              </p14:xfrm>
            </p:contentPart>
          </mc:Choice>
          <mc:Fallback xmlns="">
            <p:pic>
              <p:nvPicPr>
                <p:cNvPr id="42" name="Ink 41">
                  <a:extLst>
                    <a:ext uri="{FF2B5EF4-FFF2-40B4-BE49-F238E27FC236}">
                      <a16:creationId xmlns:a16="http://schemas.microsoft.com/office/drawing/2014/main" id="{A8F118D9-D3B3-6118-AF8C-179A67B1A3A1}"/>
                    </a:ext>
                  </a:extLst>
                </p:cNvPr>
                <p:cNvPicPr/>
                <p:nvPr/>
              </p:nvPicPr>
              <p:blipFill>
                <a:blip r:embed="rId65"/>
                <a:stretch>
                  <a:fillRect/>
                </a:stretch>
              </p:blipFill>
              <p:spPr>
                <a:xfrm>
                  <a:off x="4248480" y="2096160"/>
                  <a:ext cx="2016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A0825030-7AE3-B410-835B-357A6C4A6D95}"/>
                    </a:ext>
                  </a:extLst>
                </p14:cNvPr>
                <p14:cNvContentPartPr/>
                <p14:nvPr/>
              </p14:nvContentPartPr>
              <p14:xfrm>
                <a:off x="4608840" y="2058720"/>
                <a:ext cx="190800" cy="109440"/>
              </p14:xfrm>
            </p:contentPart>
          </mc:Choice>
          <mc:Fallback xmlns="">
            <p:pic>
              <p:nvPicPr>
                <p:cNvPr id="43" name="Ink 42">
                  <a:extLst>
                    <a:ext uri="{FF2B5EF4-FFF2-40B4-BE49-F238E27FC236}">
                      <a16:creationId xmlns:a16="http://schemas.microsoft.com/office/drawing/2014/main" id="{A0825030-7AE3-B410-835B-357A6C4A6D95}"/>
                    </a:ext>
                  </a:extLst>
                </p:cNvPr>
                <p:cNvPicPr/>
                <p:nvPr/>
              </p:nvPicPr>
              <p:blipFill>
                <a:blip r:embed="rId67"/>
                <a:stretch>
                  <a:fillRect/>
                </a:stretch>
              </p:blipFill>
              <p:spPr>
                <a:xfrm>
                  <a:off x="4604520" y="2054400"/>
                  <a:ext cx="199440" cy="11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E68843E9-AB71-88BE-FDF3-E829F5503120}"/>
                  </a:ext>
                </a:extLst>
              </p14:cNvPr>
              <p14:cNvContentPartPr/>
              <p14:nvPr/>
            </p14:nvContentPartPr>
            <p14:xfrm>
              <a:off x="5137680" y="2125680"/>
              <a:ext cx="229680" cy="6840"/>
            </p14:xfrm>
          </p:contentPart>
        </mc:Choice>
        <mc:Fallback xmlns="">
          <p:pic>
            <p:nvPicPr>
              <p:cNvPr id="45" name="Ink 44">
                <a:extLst>
                  <a:ext uri="{FF2B5EF4-FFF2-40B4-BE49-F238E27FC236}">
                    <a16:creationId xmlns:a16="http://schemas.microsoft.com/office/drawing/2014/main" id="{E68843E9-AB71-88BE-FDF3-E829F5503120}"/>
                  </a:ext>
                </a:extLst>
              </p:cNvPr>
              <p:cNvPicPr/>
              <p:nvPr/>
            </p:nvPicPr>
            <p:blipFill>
              <a:blip r:embed="rId69"/>
              <a:stretch>
                <a:fillRect/>
              </a:stretch>
            </p:blipFill>
            <p:spPr>
              <a:xfrm>
                <a:off x="5133360" y="2121360"/>
                <a:ext cx="2383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3BEA8B07-03F4-8396-006C-B892098ABB00}"/>
                  </a:ext>
                </a:extLst>
              </p14:cNvPr>
              <p14:cNvContentPartPr/>
              <p14:nvPr/>
            </p14:nvContentPartPr>
            <p14:xfrm>
              <a:off x="5601720" y="1863600"/>
              <a:ext cx="233640" cy="295560"/>
            </p14:xfrm>
          </p:contentPart>
        </mc:Choice>
        <mc:Fallback xmlns="">
          <p:pic>
            <p:nvPicPr>
              <p:cNvPr id="46" name="Ink 45">
                <a:extLst>
                  <a:ext uri="{FF2B5EF4-FFF2-40B4-BE49-F238E27FC236}">
                    <a16:creationId xmlns:a16="http://schemas.microsoft.com/office/drawing/2014/main" id="{3BEA8B07-03F4-8396-006C-B892098ABB00}"/>
                  </a:ext>
                </a:extLst>
              </p:cNvPr>
              <p:cNvPicPr/>
              <p:nvPr/>
            </p:nvPicPr>
            <p:blipFill>
              <a:blip r:embed="rId71"/>
              <a:stretch>
                <a:fillRect/>
              </a:stretch>
            </p:blipFill>
            <p:spPr>
              <a:xfrm>
                <a:off x="5597400" y="1859280"/>
                <a:ext cx="242280" cy="304200"/>
              </a:xfrm>
              <a:prstGeom prst="rect">
                <a:avLst/>
              </a:prstGeom>
            </p:spPr>
          </p:pic>
        </mc:Fallback>
      </mc:AlternateContent>
      <p:grpSp>
        <p:nvGrpSpPr>
          <p:cNvPr id="50" name="Group 49">
            <a:extLst>
              <a:ext uri="{FF2B5EF4-FFF2-40B4-BE49-F238E27FC236}">
                <a16:creationId xmlns:a16="http://schemas.microsoft.com/office/drawing/2014/main" id="{020751DE-8FA8-ED59-AFAF-8267FF423C56}"/>
              </a:ext>
            </a:extLst>
          </p:cNvPr>
          <p:cNvGrpSpPr/>
          <p:nvPr/>
        </p:nvGrpSpPr>
        <p:grpSpPr>
          <a:xfrm>
            <a:off x="6029400" y="1840200"/>
            <a:ext cx="474480" cy="447840"/>
            <a:chOff x="6029400" y="1840200"/>
            <a:chExt cx="474480" cy="447840"/>
          </a:xfrm>
        </p:grpSpPr>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72E83F48-C6A7-36CA-7E1B-0B03D88E16C8}"/>
                    </a:ext>
                  </a:extLst>
                </p14:cNvPr>
                <p14:cNvContentPartPr/>
                <p14:nvPr/>
              </p14:nvContentPartPr>
              <p14:xfrm>
                <a:off x="6029400" y="1840200"/>
                <a:ext cx="157680" cy="268560"/>
              </p14:xfrm>
            </p:contentPart>
          </mc:Choice>
          <mc:Fallback xmlns="">
            <p:pic>
              <p:nvPicPr>
                <p:cNvPr id="47" name="Ink 46">
                  <a:extLst>
                    <a:ext uri="{FF2B5EF4-FFF2-40B4-BE49-F238E27FC236}">
                      <a16:creationId xmlns:a16="http://schemas.microsoft.com/office/drawing/2014/main" id="{72E83F48-C6A7-36CA-7E1B-0B03D88E16C8}"/>
                    </a:ext>
                  </a:extLst>
                </p:cNvPr>
                <p:cNvPicPr/>
                <p:nvPr/>
              </p:nvPicPr>
              <p:blipFill>
                <a:blip r:embed="rId73"/>
                <a:stretch>
                  <a:fillRect/>
                </a:stretch>
              </p:blipFill>
              <p:spPr>
                <a:xfrm>
                  <a:off x="6025080" y="1835880"/>
                  <a:ext cx="16632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6A552ECC-1121-351F-5451-9D66C0DD0E7D}"/>
                    </a:ext>
                  </a:extLst>
                </p14:cNvPr>
                <p14:cNvContentPartPr/>
                <p14:nvPr/>
              </p14:nvContentPartPr>
              <p14:xfrm>
                <a:off x="6337200" y="1843080"/>
                <a:ext cx="166680" cy="235440"/>
              </p14:xfrm>
            </p:contentPart>
          </mc:Choice>
          <mc:Fallback xmlns="">
            <p:pic>
              <p:nvPicPr>
                <p:cNvPr id="48" name="Ink 47">
                  <a:extLst>
                    <a:ext uri="{FF2B5EF4-FFF2-40B4-BE49-F238E27FC236}">
                      <a16:creationId xmlns:a16="http://schemas.microsoft.com/office/drawing/2014/main" id="{6A552ECC-1121-351F-5451-9D66C0DD0E7D}"/>
                    </a:ext>
                  </a:extLst>
                </p:cNvPr>
                <p:cNvPicPr/>
                <p:nvPr/>
              </p:nvPicPr>
              <p:blipFill>
                <a:blip r:embed="rId75"/>
                <a:stretch>
                  <a:fillRect/>
                </a:stretch>
              </p:blipFill>
              <p:spPr>
                <a:xfrm>
                  <a:off x="6332880" y="1838760"/>
                  <a:ext cx="1753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8E2FAFD3-D8BC-4715-373A-3C6B9F43A8BA}"/>
                    </a:ext>
                  </a:extLst>
                </p14:cNvPr>
                <p14:cNvContentPartPr/>
                <p14:nvPr/>
              </p14:nvContentPartPr>
              <p14:xfrm>
                <a:off x="6385440" y="1947120"/>
                <a:ext cx="102240" cy="340920"/>
              </p14:xfrm>
            </p:contentPart>
          </mc:Choice>
          <mc:Fallback xmlns="">
            <p:pic>
              <p:nvPicPr>
                <p:cNvPr id="49" name="Ink 48">
                  <a:extLst>
                    <a:ext uri="{FF2B5EF4-FFF2-40B4-BE49-F238E27FC236}">
                      <a16:creationId xmlns:a16="http://schemas.microsoft.com/office/drawing/2014/main" id="{8E2FAFD3-D8BC-4715-373A-3C6B9F43A8BA}"/>
                    </a:ext>
                  </a:extLst>
                </p:cNvPr>
                <p:cNvPicPr/>
                <p:nvPr/>
              </p:nvPicPr>
              <p:blipFill>
                <a:blip r:embed="rId77"/>
                <a:stretch>
                  <a:fillRect/>
                </a:stretch>
              </p:blipFill>
              <p:spPr>
                <a:xfrm>
                  <a:off x="6381120" y="1942800"/>
                  <a:ext cx="110880" cy="34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FB8B6F6D-A1B2-0F7B-8A51-2D700314B6E1}"/>
                  </a:ext>
                </a:extLst>
              </p14:cNvPr>
              <p14:cNvContentPartPr/>
              <p14:nvPr/>
            </p14:nvContentPartPr>
            <p14:xfrm>
              <a:off x="7533840" y="1771080"/>
              <a:ext cx="291600" cy="342000"/>
            </p14:xfrm>
          </p:contentPart>
        </mc:Choice>
        <mc:Fallback xmlns="">
          <p:pic>
            <p:nvPicPr>
              <p:cNvPr id="51" name="Ink 50">
                <a:extLst>
                  <a:ext uri="{FF2B5EF4-FFF2-40B4-BE49-F238E27FC236}">
                    <a16:creationId xmlns:a16="http://schemas.microsoft.com/office/drawing/2014/main" id="{FB8B6F6D-A1B2-0F7B-8A51-2D700314B6E1}"/>
                  </a:ext>
                </a:extLst>
              </p:cNvPr>
              <p:cNvPicPr/>
              <p:nvPr/>
            </p:nvPicPr>
            <p:blipFill>
              <a:blip r:embed="rId79"/>
              <a:stretch>
                <a:fillRect/>
              </a:stretch>
            </p:blipFill>
            <p:spPr>
              <a:xfrm>
                <a:off x="7529520" y="1766760"/>
                <a:ext cx="300240" cy="350640"/>
              </a:xfrm>
              <a:prstGeom prst="rect">
                <a:avLst/>
              </a:prstGeom>
            </p:spPr>
          </p:pic>
        </mc:Fallback>
      </mc:AlternateContent>
      <p:grpSp>
        <p:nvGrpSpPr>
          <p:cNvPr id="55" name="Group 54">
            <a:extLst>
              <a:ext uri="{FF2B5EF4-FFF2-40B4-BE49-F238E27FC236}">
                <a16:creationId xmlns:a16="http://schemas.microsoft.com/office/drawing/2014/main" id="{A277B707-1C7D-144C-4CFB-2741F4E54F5B}"/>
              </a:ext>
            </a:extLst>
          </p:cNvPr>
          <p:cNvGrpSpPr/>
          <p:nvPr/>
        </p:nvGrpSpPr>
        <p:grpSpPr>
          <a:xfrm>
            <a:off x="8056200" y="1728600"/>
            <a:ext cx="676800" cy="424080"/>
            <a:chOff x="8056200" y="1728600"/>
            <a:chExt cx="676800" cy="424080"/>
          </a:xfrm>
        </p:grpSpPr>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212E55EB-B994-5932-F3CF-1EFB0FA1A7FB}"/>
                    </a:ext>
                  </a:extLst>
                </p14:cNvPr>
                <p14:cNvContentPartPr/>
                <p14:nvPr/>
              </p14:nvContentPartPr>
              <p14:xfrm>
                <a:off x="8056200" y="1728600"/>
                <a:ext cx="244800" cy="368640"/>
              </p14:xfrm>
            </p:contentPart>
          </mc:Choice>
          <mc:Fallback xmlns="">
            <p:pic>
              <p:nvPicPr>
                <p:cNvPr id="52" name="Ink 51">
                  <a:extLst>
                    <a:ext uri="{FF2B5EF4-FFF2-40B4-BE49-F238E27FC236}">
                      <a16:creationId xmlns:a16="http://schemas.microsoft.com/office/drawing/2014/main" id="{212E55EB-B994-5932-F3CF-1EFB0FA1A7FB}"/>
                    </a:ext>
                  </a:extLst>
                </p:cNvPr>
                <p:cNvPicPr/>
                <p:nvPr/>
              </p:nvPicPr>
              <p:blipFill>
                <a:blip r:embed="rId81"/>
                <a:stretch>
                  <a:fillRect/>
                </a:stretch>
              </p:blipFill>
              <p:spPr>
                <a:xfrm>
                  <a:off x="8051880" y="1724280"/>
                  <a:ext cx="2534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0C5A2631-0B19-933D-CFE0-486394209EB8}"/>
                    </a:ext>
                  </a:extLst>
                </p14:cNvPr>
                <p14:cNvContentPartPr/>
                <p14:nvPr/>
              </p14:nvContentPartPr>
              <p14:xfrm>
                <a:off x="8235480" y="1926960"/>
                <a:ext cx="184320" cy="95040"/>
              </p14:xfrm>
            </p:contentPart>
          </mc:Choice>
          <mc:Fallback xmlns="">
            <p:pic>
              <p:nvPicPr>
                <p:cNvPr id="53" name="Ink 52">
                  <a:extLst>
                    <a:ext uri="{FF2B5EF4-FFF2-40B4-BE49-F238E27FC236}">
                      <a16:creationId xmlns:a16="http://schemas.microsoft.com/office/drawing/2014/main" id="{0C5A2631-0B19-933D-CFE0-486394209EB8}"/>
                    </a:ext>
                  </a:extLst>
                </p:cNvPr>
                <p:cNvPicPr/>
                <p:nvPr/>
              </p:nvPicPr>
              <p:blipFill>
                <a:blip r:embed="rId83"/>
                <a:stretch>
                  <a:fillRect/>
                </a:stretch>
              </p:blipFill>
              <p:spPr>
                <a:xfrm>
                  <a:off x="8231160" y="1922640"/>
                  <a:ext cx="1929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6D0B0DBF-70FA-1324-945F-21E6870AE6AF}"/>
                    </a:ext>
                  </a:extLst>
                </p14:cNvPr>
                <p14:cNvContentPartPr/>
                <p14:nvPr/>
              </p14:nvContentPartPr>
              <p14:xfrm>
                <a:off x="8568480" y="1742280"/>
                <a:ext cx="164520" cy="410400"/>
              </p14:xfrm>
            </p:contentPart>
          </mc:Choice>
          <mc:Fallback xmlns="">
            <p:pic>
              <p:nvPicPr>
                <p:cNvPr id="54" name="Ink 53">
                  <a:extLst>
                    <a:ext uri="{FF2B5EF4-FFF2-40B4-BE49-F238E27FC236}">
                      <a16:creationId xmlns:a16="http://schemas.microsoft.com/office/drawing/2014/main" id="{6D0B0DBF-70FA-1324-945F-21E6870AE6AF}"/>
                    </a:ext>
                  </a:extLst>
                </p:cNvPr>
                <p:cNvPicPr/>
                <p:nvPr/>
              </p:nvPicPr>
              <p:blipFill>
                <a:blip r:embed="rId85"/>
                <a:stretch>
                  <a:fillRect/>
                </a:stretch>
              </p:blipFill>
              <p:spPr>
                <a:xfrm>
                  <a:off x="8564160" y="1737960"/>
                  <a:ext cx="173160" cy="419040"/>
                </a:xfrm>
                <a:prstGeom prst="rect">
                  <a:avLst/>
                </a:prstGeom>
              </p:spPr>
            </p:pic>
          </mc:Fallback>
        </mc:AlternateContent>
      </p:grpSp>
      <p:grpSp>
        <p:nvGrpSpPr>
          <p:cNvPr id="68" name="Group 67">
            <a:extLst>
              <a:ext uri="{FF2B5EF4-FFF2-40B4-BE49-F238E27FC236}">
                <a16:creationId xmlns:a16="http://schemas.microsoft.com/office/drawing/2014/main" id="{CB843A7D-7C12-3B7C-4187-2D0B9029642E}"/>
              </a:ext>
            </a:extLst>
          </p:cNvPr>
          <p:cNvGrpSpPr/>
          <p:nvPr/>
        </p:nvGrpSpPr>
        <p:grpSpPr>
          <a:xfrm>
            <a:off x="852240" y="2775480"/>
            <a:ext cx="1160280" cy="476640"/>
            <a:chOff x="852240" y="2775480"/>
            <a:chExt cx="1160280" cy="476640"/>
          </a:xfrm>
        </p:grpSpPr>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C8F36FF5-F4F7-37F1-05FB-07E4E4346E0F}"/>
                    </a:ext>
                  </a:extLst>
                </p14:cNvPr>
                <p14:cNvContentPartPr/>
                <p14:nvPr/>
              </p14:nvContentPartPr>
              <p14:xfrm>
                <a:off x="1090200" y="2823720"/>
                <a:ext cx="29160" cy="317160"/>
              </p14:xfrm>
            </p:contentPart>
          </mc:Choice>
          <mc:Fallback xmlns="">
            <p:pic>
              <p:nvPicPr>
                <p:cNvPr id="56" name="Ink 55">
                  <a:extLst>
                    <a:ext uri="{FF2B5EF4-FFF2-40B4-BE49-F238E27FC236}">
                      <a16:creationId xmlns:a16="http://schemas.microsoft.com/office/drawing/2014/main" id="{C8F36FF5-F4F7-37F1-05FB-07E4E4346E0F}"/>
                    </a:ext>
                  </a:extLst>
                </p:cNvPr>
                <p:cNvPicPr/>
                <p:nvPr/>
              </p:nvPicPr>
              <p:blipFill>
                <a:blip r:embed="rId87"/>
                <a:stretch>
                  <a:fillRect/>
                </a:stretch>
              </p:blipFill>
              <p:spPr>
                <a:xfrm>
                  <a:off x="1085880" y="2819400"/>
                  <a:ext cx="3780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5ED3BA0A-7197-40D9-AB18-C22E279E70DB}"/>
                    </a:ext>
                  </a:extLst>
                </p14:cNvPr>
                <p14:cNvContentPartPr/>
                <p14:nvPr/>
              </p14:nvContentPartPr>
              <p14:xfrm>
                <a:off x="852240" y="2775480"/>
                <a:ext cx="594720" cy="70200"/>
              </p14:xfrm>
            </p:contentPart>
          </mc:Choice>
          <mc:Fallback xmlns="">
            <p:pic>
              <p:nvPicPr>
                <p:cNvPr id="57" name="Ink 56">
                  <a:extLst>
                    <a:ext uri="{FF2B5EF4-FFF2-40B4-BE49-F238E27FC236}">
                      <a16:creationId xmlns:a16="http://schemas.microsoft.com/office/drawing/2014/main" id="{5ED3BA0A-7197-40D9-AB18-C22E279E70DB}"/>
                    </a:ext>
                  </a:extLst>
                </p:cNvPr>
                <p:cNvPicPr/>
                <p:nvPr/>
              </p:nvPicPr>
              <p:blipFill>
                <a:blip r:embed="rId89"/>
                <a:stretch>
                  <a:fillRect/>
                </a:stretch>
              </p:blipFill>
              <p:spPr>
                <a:xfrm>
                  <a:off x="847920" y="2771160"/>
                  <a:ext cx="6033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A013E4EE-206E-226F-D000-27248B33BEA7}"/>
                    </a:ext>
                  </a:extLst>
                </p14:cNvPr>
                <p14:cNvContentPartPr/>
                <p14:nvPr/>
              </p14:nvContentPartPr>
              <p14:xfrm>
                <a:off x="1342920" y="2890320"/>
                <a:ext cx="305640" cy="290520"/>
              </p14:xfrm>
            </p:contentPart>
          </mc:Choice>
          <mc:Fallback xmlns="">
            <p:pic>
              <p:nvPicPr>
                <p:cNvPr id="58" name="Ink 57">
                  <a:extLst>
                    <a:ext uri="{FF2B5EF4-FFF2-40B4-BE49-F238E27FC236}">
                      <a16:creationId xmlns:a16="http://schemas.microsoft.com/office/drawing/2014/main" id="{A013E4EE-206E-226F-D000-27248B33BEA7}"/>
                    </a:ext>
                  </a:extLst>
                </p:cNvPr>
                <p:cNvPicPr/>
                <p:nvPr/>
              </p:nvPicPr>
              <p:blipFill>
                <a:blip r:embed="rId91"/>
                <a:stretch>
                  <a:fillRect/>
                </a:stretch>
              </p:blipFill>
              <p:spPr>
                <a:xfrm>
                  <a:off x="1338600" y="2886000"/>
                  <a:ext cx="3142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095EB59A-353E-4B23-EA7D-1D304D85C2C3}"/>
                    </a:ext>
                  </a:extLst>
                </p14:cNvPr>
                <p14:cNvContentPartPr/>
                <p14:nvPr/>
              </p14:nvContentPartPr>
              <p14:xfrm>
                <a:off x="1636680" y="3027840"/>
                <a:ext cx="237240" cy="98280"/>
              </p14:xfrm>
            </p:contentPart>
          </mc:Choice>
          <mc:Fallback xmlns="">
            <p:pic>
              <p:nvPicPr>
                <p:cNvPr id="59" name="Ink 58">
                  <a:extLst>
                    <a:ext uri="{FF2B5EF4-FFF2-40B4-BE49-F238E27FC236}">
                      <a16:creationId xmlns:a16="http://schemas.microsoft.com/office/drawing/2014/main" id="{095EB59A-353E-4B23-EA7D-1D304D85C2C3}"/>
                    </a:ext>
                  </a:extLst>
                </p:cNvPr>
                <p:cNvPicPr/>
                <p:nvPr/>
              </p:nvPicPr>
              <p:blipFill>
                <a:blip r:embed="rId93"/>
                <a:stretch>
                  <a:fillRect/>
                </a:stretch>
              </p:blipFill>
              <p:spPr>
                <a:xfrm>
                  <a:off x="1632360" y="3023520"/>
                  <a:ext cx="2458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67BC317C-7522-8CBF-509C-F5A8896B3E67}"/>
                    </a:ext>
                  </a:extLst>
                </p14:cNvPr>
                <p14:cNvContentPartPr/>
                <p14:nvPr/>
              </p14:nvContentPartPr>
              <p14:xfrm>
                <a:off x="1942680" y="2932080"/>
                <a:ext cx="69840" cy="320040"/>
              </p14:xfrm>
            </p:contentPart>
          </mc:Choice>
          <mc:Fallback xmlns="">
            <p:pic>
              <p:nvPicPr>
                <p:cNvPr id="60" name="Ink 59">
                  <a:extLst>
                    <a:ext uri="{FF2B5EF4-FFF2-40B4-BE49-F238E27FC236}">
                      <a16:creationId xmlns:a16="http://schemas.microsoft.com/office/drawing/2014/main" id="{67BC317C-7522-8CBF-509C-F5A8896B3E67}"/>
                    </a:ext>
                  </a:extLst>
                </p:cNvPr>
                <p:cNvPicPr/>
                <p:nvPr/>
              </p:nvPicPr>
              <p:blipFill>
                <a:blip r:embed="rId95"/>
                <a:stretch>
                  <a:fillRect/>
                </a:stretch>
              </p:blipFill>
              <p:spPr>
                <a:xfrm>
                  <a:off x="1938360" y="2927760"/>
                  <a:ext cx="78480" cy="328680"/>
                </a:xfrm>
                <a:prstGeom prst="rect">
                  <a:avLst/>
                </a:prstGeom>
              </p:spPr>
            </p:pic>
          </mc:Fallback>
        </mc:AlternateContent>
      </p:grpSp>
      <p:grpSp>
        <p:nvGrpSpPr>
          <p:cNvPr id="67" name="Group 66">
            <a:extLst>
              <a:ext uri="{FF2B5EF4-FFF2-40B4-BE49-F238E27FC236}">
                <a16:creationId xmlns:a16="http://schemas.microsoft.com/office/drawing/2014/main" id="{DA2790B5-40E6-B2C6-C185-34DEEE1C3D6B}"/>
              </a:ext>
            </a:extLst>
          </p:cNvPr>
          <p:cNvGrpSpPr/>
          <p:nvPr/>
        </p:nvGrpSpPr>
        <p:grpSpPr>
          <a:xfrm>
            <a:off x="2477640" y="3111360"/>
            <a:ext cx="393480" cy="98640"/>
            <a:chOff x="2477640" y="3111360"/>
            <a:chExt cx="393480" cy="98640"/>
          </a:xfrm>
        </p:grpSpPr>
        <mc:AlternateContent xmlns:mc="http://schemas.openxmlformats.org/markup-compatibility/2006" xmlns:p14="http://schemas.microsoft.com/office/powerpoint/2010/main">
          <mc:Choice Requires="p14">
            <p:contentPart p14:bwMode="auto" r:id="rId96">
              <p14:nvContentPartPr>
                <p14:cNvPr id="61" name="Ink 60">
                  <a:extLst>
                    <a:ext uri="{FF2B5EF4-FFF2-40B4-BE49-F238E27FC236}">
                      <a16:creationId xmlns:a16="http://schemas.microsoft.com/office/drawing/2014/main" id="{CB4F35DC-2FE5-107A-2AD6-5F96AC915FDB}"/>
                    </a:ext>
                  </a:extLst>
                </p14:cNvPr>
                <p14:cNvContentPartPr/>
                <p14:nvPr/>
              </p14:nvContentPartPr>
              <p14:xfrm>
                <a:off x="2477640" y="3111360"/>
                <a:ext cx="243000" cy="15840"/>
              </p14:xfrm>
            </p:contentPart>
          </mc:Choice>
          <mc:Fallback xmlns="">
            <p:pic>
              <p:nvPicPr>
                <p:cNvPr id="61" name="Ink 60">
                  <a:extLst>
                    <a:ext uri="{FF2B5EF4-FFF2-40B4-BE49-F238E27FC236}">
                      <a16:creationId xmlns:a16="http://schemas.microsoft.com/office/drawing/2014/main" id="{CB4F35DC-2FE5-107A-2AD6-5F96AC915FDB}"/>
                    </a:ext>
                  </a:extLst>
                </p:cNvPr>
                <p:cNvPicPr/>
                <p:nvPr/>
              </p:nvPicPr>
              <p:blipFill>
                <a:blip r:embed="rId97"/>
                <a:stretch>
                  <a:fillRect/>
                </a:stretch>
              </p:blipFill>
              <p:spPr>
                <a:xfrm>
                  <a:off x="2473320" y="3107040"/>
                  <a:ext cx="2516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5F83E737-31EB-4A72-2209-030010BD657C}"/>
                    </a:ext>
                  </a:extLst>
                </p14:cNvPr>
                <p14:cNvContentPartPr/>
                <p14:nvPr/>
              </p14:nvContentPartPr>
              <p14:xfrm>
                <a:off x="2595360" y="3192000"/>
                <a:ext cx="275760" cy="18000"/>
              </p14:xfrm>
            </p:contentPart>
          </mc:Choice>
          <mc:Fallback xmlns="">
            <p:pic>
              <p:nvPicPr>
                <p:cNvPr id="62" name="Ink 61">
                  <a:extLst>
                    <a:ext uri="{FF2B5EF4-FFF2-40B4-BE49-F238E27FC236}">
                      <a16:creationId xmlns:a16="http://schemas.microsoft.com/office/drawing/2014/main" id="{5F83E737-31EB-4A72-2209-030010BD657C}"/>
                    </a:ext>
                  </a:extLst>
                </p:cNvPr>
                <p:cNvPicPr/>
                <p:nvPr/>
              </p:nvPicPr>
              <p:blipFill>
                <a:blip r:embed="rId99"/>
                <a:stretch>
                  <a:fillRect/>
                </a:stretch>
              </p:blipFill>
              <p:spPr>
                <a:xfrm>
                  <a:off x="2591040" y="3187680"/>
                  <a:ext cx="284400" cy="26640"/>
                </a:xfrm>
                <a:prstGeom prst="rect">
                  <a:avLst/>
                </a:prstGeom>
              </p:spPr>
            </p:pic>
          </mc:Fallback>
        </mc:AlternateContent>
      </p:grpSp>
      <p:grpSp>
        <p:nvGrpSpPr>
          <p:cNvPr id="66" name="Group 65">
            <a:extLst>
              <a:ext uri="{FF2B5EF4-FFF2-40B4-BE49-F238E27FC236}">
                <a16:creationId xmlns:a16="http://schemas.microsoft.com/office/drawing/2014/main" id="{799A9BAE-59F2-B96C-F085-E6C602ABDB31}"/>
              </a:ext>
            </a:extLst>
          </p:cNvPr>
          <p:cNvGrpSpPr/>
          <p:nvPr/>
        </p:nvGrpSpPr>
        <p:grpSpPr>
          <a:xfrm>
            <a:off x="3144000" y="2822640"/>
            <a:ext cx="497160" cy="287280"/>
            <a:chOff x="3144000" y="2822640"/>
            <a:chExt cx="497160" cy="28728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C7D9D523-6393-B883-9048-79D0DDFDFF85}"/>
                    </a:ext>
                  </a:extLst>
                </p14:cNvPr>
                <p14:cNvContentPartPr/>
                <p14:nvPr/>
              </p14:nvContentPartPr>
              <p14:xfrm>
                <a:off x="3157320" y="2822640"/>
                <a:ext cx="275760" cy="189360"/>
              </p14:xfrm>
            </p:contentPart>
          </mc:Choice>
          <mc:Fallback xmlns="">
            <p:pic>
              <p:nvPicPr>
                <p:cNvPr id="63" name="Ink 62">
                  <a:extLst>
                    <a:ext uri="{FF2B5EF4-FFF2-40B4-BE49-F238E27FC236}">
                      <a16:creationId xmlns:a16="http://schemas.microsoft.com/office/drawing/2014/main" id="{C7D9D523-6393-B883-9048-79D0DDFDFF85}"/>
                    </a:ext>
                  </a:extLst>
                </p:cNvPr>
                <p:cNvPicPr/>
                <p:nvPr/>
              </p:nvPicPr>
              <p:blipFill>
                <a:blip r:embed="rId101"/>
                <a:stretch>
                  <a:fillRect/>
                </a:stretch>
              </p:blipFill>
              <p:spPr>
                <a:xfrm>
                  <a:off x="3153000" y="2818320"/>
                  <a:ext cx="2844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3B771ECC-5F3C-CA00-176E-3EF937E88C27}"/>
                    </a:ext>
                  </a:extLst>
                </p14:cNvPr>
                <p14:cNvContentPartPr/>
                <p14:nvPr/>
              </p14:nvContentPartPr>
              <p14:xfrm>
                <a:off x="3144000" y="3090480"/>
                <a:ext cx="497160" cy="19440"/>
              </p14:xfrm>
            </p:contentPart>
          </mc:Choice>
          <mc:Fallback xmlns="">
            <p:pic>
              <p:nvPicPr>
                <p:cNvPr id="64" name="Ink 63">
                  <a:extLst>
                    <a:ext uri="{FF2B5EF4-FFF2-40B4-BE49-F238E27FC236}">
                      <a16:creationId xmlns:a16="http://schemas.microsoft.com/office/drawing/2014/main" id="{3B771ECC-5F3C-CA00-176E-3EF937E88C27}"/>
                    </a:ext>
                  </a:extLst>
                </p:cNvPr>
                <p:cNvPicPr/>
                <p:nvPr/>
              </p:nvPicPr>
              <p:blipFill>
                <a:blip r:embed="rId103"/>
                <a:stretch>
                  <a:fillRect/>
                </a:stretch>
              </p:blipFill>
              <p:spPr>
                <a:xfrm>
                  <a:off x="3139680" y="3086160"/>
                  <a:ext cx="505800" cy="2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981712BD-6403-AD64-8050-ECC8547E74EF}"/>
                  </a:ext>
                </a:extLst>
              </p14:cNvPr>
              <p14:cNvContentPartPr/>
              <p14:nvPr/>
            </p14:nvContentPartPr>
            <p14:xfrm>
              <a:off x="3261360" y="3315840"/>
              <a:ext cx="348840" cy="167400"/>
            </p14:xfrm>
          </p:contentPart>
        </mc:Choice>
        <mc:Fallback xmlns="">
          <p:pic>
            <p:nvPicPr>
              <p:cNvPr id="65" name="Ink 64">
                <a:extLst>
                  <a:ext uri="{FF2B5EF4-FFF2-40B4-BE49-F238E27FC236}">
                    <a16:creationId xmlns:a16="http://schemas.microsoft.com/office/drawing/2014/main" id="{981712BD-6403-AD64-8050-ECC8547E74EF}"/>
                  </a:ext>
                </a:extLst>
              </p:cNvPr>
              <p:cNvPicPr/>
              <p:nvPr/>
            </p:nvPicPr>
            <p:blipFill>
              <a:blip r:embed="rId105"/>
              <a:stretch>
                <a:fillRect/>
              </a:stretch>
            </p:blipFill>
            <p:spPr>
              <a:xfrm>
                <a:off x="3257040" y="3311520"/>
                <a:ext cx="357480" cy="176040"/>
              </a:xfrm>
              <a:prstGeom prst="rect">
                <a:avLst/>
              </a:prstGeom>
            </p:spPr>
          </p:pic>
        </mc:Fallback>
      </mc:AlternateContent>
      <p:grpSp>
        <p:nvGrpSpPr>
          <p:cNvPr id="73" name="Group 72">
            <a:extLst>
              <a:ext uri="{FF2B5EF4-FFF2-40B4-BE49-F238E27FC236}">
                <a16:creationId xmlns:a16="http://schemas.microsoft.com/office/drawing/2014/main" id="{B5A0CA9A-0D01-06AD-78D8-52E2FE8ABDBE}"/>
              </a:ext>
            </a:extLst>
          </p:cNvPr>
          <p:cNvGrpSpPr/>
          <p:nvPr/>
        </p:nvGrpSpPr>
        <p:grpSpPr>
          <a:xfrm>
            <a:off x="7428720" y="2980680"/>
            <a:ext cx="1034640" cy="502560"/>
            <a:chOff x="7428720" y="2980680"/>
            <a:chExt cx="1034640" cy="502560"/>
          </a:xfrm>
        </p:grpSpPr>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78F2C3B6-6947-C9E2-7BEC-4F940C075965}"/>
                    </a:ext>
                  </a:extLst>
                </p14:cNvPr>
                <p14:cNvContentPartPr/>
                <p14:nvPr/>
              </p14:nvContentPartPr>
              <p14:xfrm>
                <a:off x="7428720" y="2980680"/>
                <a:ext cx="271440" cy="382320"/>
              </p14:xfrm>
            </p:contentPart>
          </mc:Choice>
          <mc:Fallback xmlns="">
            <p:pic>
              <p:nvPicPr>
                <p:cNvPr id="69" name="Ink 68">
                  <a:extLst>
                    <a:ext uri="{FF2B5EF4-FFF2-40B4-BE49-F238E27FC236}">
                      <a16:creationId xmlns:a16="http://schemas.microsoft.com/office/drawing/2014/main" id="{78F2C3B6-6947-C9E2-7BEC-4F940C075965}"/>
                    </a:ext>
                  </a:extLst>
                </p:cNvPr>
                <p:cNvPicPr/>
                <p:nvPr/>
              </p:nvPicPr>
              <p:blipFill>
                <a:blip r:embed="rId107"/>
                <a:stretch>
                  <a:fillRect/>
                </a:stretch>
              </p:blipFill>
              <p:spPr>
                <a:xfrm>
                  <a:off x="7424400" y="2976360"/>
                  <a:ext cx="28008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B3CCE374-A27A-F8D6-512D-846000A6879E}"/>
                    </a:ext>
                  </a:extLst>
                </p14:cNvPr>
                <p14:cNvContentPartPr/>
                <p14:nvPr/>
              </p14:nvContentPartPr>
              <p14:xfrm>
                <a:off x="7786200" y="2983560"/>
                <a:ext cx="270360" cy="426960"/>
              </p14:xfrm>
            </p:contentPart>
          </mc:Choice>
          <mc:Fallback xmlns="">
            <p:pic>
              <p:nvPicPr>
                <p:cNvPr id="70" name="Ink 69">
                  <a:extLst>
                    <a:ext uri="{FF2B5EF4-FFF2-40B4-BE49-F238E27FC236}">
                      <a16:creationId xmlns:a16="http://schemas.microsoft.com/office/drawing/2014/main" id="{B3CCE374-A27A-F8D6-512D-846000A6879E}"/>
                    </a:ext>
                  </a:extLst>
                </p:cNvPr>
                <p:cNvPicPr/>
                <p:nvPr/>
              </p:nvPicPr>
              <p:blipFill>
                <a:blip r:embed="rId109"/>
                <a:stretch>
                  <a:fillRect/>
                </a:stretch>
              </p:blipFill>
              <p:spPr>
                <a:xfrm>
                  <a:off x="7781880" y="2979240"/>
                  <a:ext cx="27900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732F12CF-EF53-DBEF-566E-F6805C955B4E}"/>
                    </a:ext>
                  </a:extLst>
                </p14:cNvPr>
                <p14:cNvContentPartPr/>
                <p14:nvPr/>
              </p14:nvContentPartPr>
              <p14:xfrm>
                <a:off x="7990680" y="3182280"/>
                <a:ext cx="194760" cy="126000"/>
              </p14:xfrm>
            </p:contentPart>
          </mc:Choice>
          <mc:Fallback xmlns="">
            <p:pic>
              <p:nvPicPr>
                <p:cNvPr id="71" name="Ink 70">
                  <a:extLst>
                    <a:ext uri="{FF2B5EF4-FFF2-40B4-BE49-F238E27FC236}">
                      <a16:creationId xmlns:a16="http://schemas.microsoft.com/office/drawing/2014/main" id="{732F12CF-EF53-DBEF-566E-F6805C955B4E}"/>
                    </a:ext>
                  </a:extLst>
                </p:cNvPr>
                <p:cNvPicPr/>
                <p:nvPr/>
              </p:nvPicPr>
              <p:blipFill>
                <a:blip r:embed="rId111"/>
                <a:stretch>
                  <a:fillRect/>
                </a:stretch>
              </p:blipFill>
              <p:spPr>
                <a:xfrm>
                  <a:off x="7986360" y="3177960"/>
                  <a:ext cx="2034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BF8E1E55-6E9A-409D-3138-17A2C3E4BD98}"/>
                    </a:ext>
                  </a:extLst>
                </p14:cNvPr>
                <p14:cNvContentPartPr/>
                <p14:nvPr/>
              </p14:nvContentPartPr>
              <p14:xfrm>
                <a:off x="8231880" y="3035040"/>
                <a:ext cx="231480" cy="448200"/>
              </p14:xfrm>
            </p:contentPart>
          </mc:Choice>
          <mc:Fallback xmlns="">
            <p:pic>
              <p:nvPicPr>
                <p:cNvPr id="72" name="Ink 71">
                  <a:extLst>
                    <a:ext uri="{FF2B5EF4-FFF2-40B4-BE49-F238E27FC236}">
                      <a16:creationId xmlns:a16="http://schemas.microsoft.com/office/drawing/2014/main" id="{BF8E1E55-6E9A-409D-3138-17A2C3E4BD98}"/>
                    </a:ext>
                  </a:extLst>
                </p:cNvPr>
                <p:cNvPicPr/>
                <p:nvPr/>
              </p:nvPicPr>
              <p:blipFill>
                <a:blip r:embed="rId113"/>
                <a:stretch>
                  <a:fillRect/>
                </a:stretch>
              </p:blipFill>
              <p:spPr>
                <a:xfrm>
                  <a:off x="8227560" y="3030720"/>
                  <a:ext cx="240120" cy="456840"/>
                </a:xfrm>
                <a:prstGeom prst="rect">
                  <a:avLst/>
                </a:prstGeom>
              </p:spPr>
            </p:pic>
          </mc:Fallback>
        </mc:AlternateContent>
      </p:grpSp>
    </p:spTree>
    <p:extLst>
      <p:ext uri="{BB962C8B-B14F-4D97-AF65-F5344CB8AC3E}">
        <p14:creationId xmlns:p14="http://schemas.microsoft.com/office/powerpoint/2010/main" val="3806434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403C47-946B-B361-2489-ACA56CBA0A85}"/>
              </a:ext>
            </a:extLst>
          </p:cNvPr>
          <p:cNvSpPr>
            <a:spLocks noGrp="1"/>
          </p:cNvSpPr>
          <p:nvPr>
            <p:ph type="sldNum" sz="quarter" idx="12"/>
          </p:nvPr>
        </p:nvSpPr>
        <p:spPr/>
        <p:txBody>
          <a:bodyPr/>
          <a:lstStyle/>
          <a:p>
            <a:fld id="{AD2B2EE5-B8BC-4D24-A25E-F2DF61737E68}" type="slidenum">
              <a:rPr lang="en-US" smtClean="0"/>
              <a:pPr/>
              <a:t>25</a:t>
            </a:fld>
            <a:endParaRPr lang="en-US"/>
          </a:p>
        </p:txBody>
      </p:sp>
      <p:grpSp>
        <p:nvGrpSpPr>
          <p:cNvPr id="17" name="Group 16">
            <a:extLst>
              <a:ext uri="{FF2B5EF4-FFF2-40B4-BE49-F238E27FC236}">
                <a16:creationId xmlns:a16="http://schemas.microsoft.com/office/drawing/2014/main" id="{F5DE010C-ECB6-357C-8E4B-B60E3E2F458C}"/>
              </a:ext>
            </a:extLst>
          </p:cNvPr>
          <p:cNvGrpSpPr/>
          <p:nvPr/>
        </p:nvGrpSpPr>
        <p:grpSpPr>
          <a:xfrm>
            <a:off x="1547760" y="747600"/>
            <a:ext cx="1090080" cy="408240"/>
            <a:chOff x="1547760" y="747600"/>
            <a:chExt cx="1090080" cy="40824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B34B531-CB24-18D0-2534-3FC9445CD22E}"/>
                    </a:ext>
                  </a:extLst>
                </p14:cNvPr>
                <p14:cNvContentPartPr/>
                <p14:nvPr/>
              </p14:nvContentPartPr>
              <p14:xfrm>
                <a:off x="1552080" y="890520"/>
                <a:ext cx="33120" cy="233280"/>
              </p14:xfrm>
            </p:contentPart>
          </mc:Choice>
          <mc:Fallback xmlns="">
            <p:pic>
              <p:nvPicPr>
                <p:cNvPr id="3" name="Ink 2">
                  <a:extLst>
                    <a:ext uri="{FF2B5EF4-FFF2-40B4-BE49-F238E27FC236}">
                      <a16:creationId xmlns:a16="http://schemas.microsoft.com/office/drawing/2014/main" id="{CB34B531-CB24-18D0-2534-3FC9445CD22E}"/>
                    </a:ext>
                  </a:extLst>
                </p:cNvPr>
                <p:cNvPicPr/>
                <p:nvPr/>
              </p:nvPicPr>
              <p:blipFill>
                <a:blip r:embed="rId3"/>
                <a:stretch>
                  <a:fillRect/>
                </a:stretch>
              </p:blipFill>
              <p:spPr>
                <a:xfrm>
                  <a:off x="1547760" y="886200"/>
                  <a:ext cx="417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8B80D2F-34F3-6049-56B4-FD7AF0C6A985}"/>
                    </a:ext>
                  </a:extLst>
                </p14:cNvPr>
                <p14:cNvContentPartPr/>
                <p14:nvPr/>
              </p14:nvContentPartPr>
              <p14:xfrm>
                <a:off x="1547760" y="829320"/>
                <a:ext cx="162720" cy="326520"/>
              </p14:xfrm>
            </p:contentPart>
          </mc:Choice>
          <mc:Fallback xmlns="">
            <p:pic>
              <p:nvPicPr>
                <p:cNvPr id="4" name="Ink 3">
                  <a:extLst>
                    <a:ext uri="{FF2B5EF4-FFF2-40B4-BE49-F238E27FC236}">
                      <a16:creationId xmlns:a16="http://schemas.microsoft.com/office/drawing/2014/main" id="{38B80D2F-34F3-6049-56B4-FD7AF0C6A985}"/>
                    </a:ext>
                  </a:extLst>
                </p:cNvPr>
                <p:cNvPicPr/>
                <p:nvPr/>
              </p:nvPicPr>
              <p:blipFill>
                <a:blip r:embed="rId5"/>
                <a:stretch>
                  <a:fillRect/>
                </a:stretch>
              </p:blipFill>
              <p:spPr>
                <a:xfrm>
                  <a:off x="1543440" y="825000"/>
                  <a:ext cx="17136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0A355C6B-6786-529B-811E-2A314C080178}"/>
                    </a:ext>
                  </a:extLst>
                </p14:cNvPr>
                <p14:cNvContentPartPr/>
                <p14:nvPr/>
              </p14:nvContentPartPr>
              <p14:xfrm>
                <a:off x="1779240" y="1029120"/>
                <a:ext cx="206280" cy="123480"/>
              </p14:xfrm>
            </p:contentPart>
          </mc:Choice>
          <mc:Fallback xmlns="">
            <p:pic>
              <p:nvPicPr>
                <p:cNvPr id="5" name="Ink 4">
                  <a:extLst>
                    <a:ext uri="{FF2B5EF4-FFF2-40B4-BE49-F238E27FC236}">
                      <a16:creationId xmlns:a16="http://schemas.microsoft.com/office/drawing/2014/main" id="{0A355C6B-6786-529B-811E-2A314C080178}"/>
                    </a:ext>
                  </a:extLst>
                </p:cNvPr>
                <p:cNvPicPr/>
                <p:nvPr/>
              </p:nvPicPr>
              <p:blipFill>
                <a:blip r:embed="rId7"/>
                <a:stretch>
                  <a:fillRect/>
                </a:stretch>
              </p:blipFill>
              <p:spPr>
                <a:xfrm>
                  <a:off x="1774920" y="1024800"/>
                  <a:ext cx="2149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CDBD66D-6C42-B747-5F8A-C7660AC42A05}"/>
                    </a:ext>
                  </a:extLst>
                </p14:cNvPr>
                <p14:cNvContentPartPr/>
                <p14:nvPr/>
              </p14:nvContentPartPr>
              <p14:xfrm>
                <a:off x="2065080" y="863520"/>
                <a:ext cx="92160" cy="270000"/>
              </p14:xfrm>
            </p:contentPart>
          </mc:Choice>
          <mc:Fallback xmlns="">
            <p:pic>
              <p:nvPicPr>
                <p:cNvPr id="6" name="Ink 5">
                  <a:extLst>
                    <a:ext uri="{FF2B5EF4-FFF2-40B4-BE49-F238E27FC236}">
                      <a16:creationId xmlns:a16="http://schemas.microsoft.com/office/drawing/2014/main" id="{5CDBD66D-6C42-B747-5F8A-C7660AC42A05}"/>
                    </a:ext>
                  </a:extLst>
                </p:cNvPr>
                <p:cNvPicPr/>
                <p:nvPr/>
              </p:nvPicPr>
              <p:blipFill>
                <a:blip r:embed="rId9"/>
                <a:stretch>
                  <a:fillRect/>
                </a:stretch>
              </p:blipFill>
              <p:spPr>
                <a:xfrm>
                  <a:off x="2060760" y="859200"/>
                  <a:ext cx="10080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E96C5B9A-31B6-BDD3-F0A3-122D3B813EEB}"/>
                    </a:ext>
                  </a:extLst>
                </p14:cNvPr>
                <p14:cNvContentPartPr/>
                <p14:nvPr/>
              </p14:nvContentPartPr>
              <p14:xfrm>
                <a:off x="2272080" y="747600"/>
                <a:ext cx="87120" cy="346680"/>
              </p14:xfrm>
            </p:contentPart>
          </mc:Choice>
          <mc:Fallback xmlns="">
            <p:pic>
              <p:nvPicPr>
                <p:cNvPr id="7" name="Ink 6">
                  <a:extLst>
                    <a:ext uri="{FF2B5EF4-FFF2-40B4-BE49-F238E27FC236}">
                      <a16:creationId xmlns:a16="http://schemas.microsoft.com/office/drawing/2014/main" id="{E96C5B9A-31B6-BDD3-F0A3-122D3B813EEB}"/>
                    </a:ext>
                  </a:extLst>
                </p:cNvPr>
                <p:cNvPicPr/>
                <p:nvPr/>
              </p:nvPicPr>
              <p:blipFill>
                <a:blip r:embed="rId11"/>
                <a:stretch>
                  <a:fillRect/>
                </a:stretch>
              </p:blipFill>
              <p:spPr>
                <a:xfrm>
                  <a:off x="2267760" y="743280"/>
                  <a:ext cx="957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7382F8D-C714-CB49-5E2A-38D48A83FF25}"/>
                    </a:ext>
                  </a:extLst>
                </p14:cNvPr>
                <p14:cNvContentPartPr/>
                <p14:nvPr/>
              </p14:nvContentPartPr>
              <p14:xfrm>
                <a:off x="2439480" y="755160"/>
                <a:ext cx="71640" cy="312120"/>
              </p14:xfrm>
            </p:contentPart>
          </mc:Choice>
          <mc:Fallback xmlns="">
            <p:pic>
              <p:nvPicPr>
                <p:cNvPr id="8" name="Ink 7">
                  <a:extLst>
                    <a:ext uri="{FF2B5EF4-FFF2-40B4-BE49-F238E27FC236}">
                      <a16:creationId xmlns:a16="http://schemas.microsoft.com/office/drawing/2014/main" id="{37382F8D-C714-CB49-5E2A-38D48A83FF25}"/>
                    </a:ext>
                  </a:extLst>
                </p:cNvPr>
                <p:cNvPicPr/>
                <p:nvPr/>
              </p:nvPicPr>
              <p:blipFill>
                <a:blip r:embed="rId13"/>
                <a:stretch>
                  <a:fillRect/>
                </a:stretch>
              </p:blipFill>
              <p:spPr>
                <a:xfrm>
                  <a:off x="2435160" y="750840"/>
                  <a:ext cx="802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54A707EB-3F43-6FDA-D951-B1EF3C4BA2BF}"/>
                    </a:ext>
                  </a:extLst>
                </p14:cNvPr>
                <p14:cNvContentPartPr/>
                <p14:nvPr/>
              </p14:nvContentPartPr>
              <p14:xfrm>
                <a:off x="2504640" y="922560"/>
                <a:ext cx="133200" cy="209160"/>
              </p14:xfrm>
            </p:contentPart>
          </mc:Choice>
          <mc:Fallback xmlns="">
            <p:pic>
              <p:nvPicPr>
                <p:cNvPr id="9" name="Ink 8">
                  <a:extLst>
                    <a:ext uri="{FF2B5EF4-FFF2-40B4-BE49-F238E27FC236}">
                      <a16:creationId xmlns:a16="http://schemas.microsoft.com/office/drawing/2014/main" id="{54A707EB-3F43-6FDA-D951-B1EF3C4BA2BF}"/>
                    </a:ext>
                  </a:extLst>
                </p:cNvPr>
                <p:cNvPicPr/>
                <p:nvPr/>
              </p:nvPicPr>
              <p:blipFill>
                <a:blip r:embed="rId15"/>
                <a:stretch>
                  <a:fillRect/>
                </a:stretch>
              </p:blipFill>
              <p:spPr>
                <a:xfrm>
                  <a:off x="2500320" y="918240"/>
                  <a:ext cx="141840" cy="217800"/>
                </a:xfrm>
                <a:prstGeom prst="rect">
                  <a:avLst/>
                </a:prstGeom>
              </p:spPr>
            </p:pic>
          </mc:Fallback>
        </mc:AlternateContent>
      </p:grpSp>
      <p:grpSp>
        <p:nvGrpSpPr>
          <p:cNvPr id="16" name="Group 15">
            <a:extLst>
              <a:ext uri="{FF2B5EF4-FFF2-40B4-BE49-F238E27FC236}">
                <a16:creationId xmlns:a16="http://schemas.microsoft.com/office/drawing/2014/main" id="{8DEAB1BE-5BC4-B025-A51F-AF2505D6698F}"/>
              </a:ext>
            </a:extLst>
          </p:cNvPr>
          <p:cNvGrpSpPr/>
          <p:nvPr/>
        </p:nvGrpSpPr>
        <p:grpSpPr>
          <a:xfrm>
            <a:off x="3140040" y="781440"/>
            <a:ext cx="980280" cy="356040"/>
            <a:chOff x="3140040" y="781440"/>
            <a:chExt cx="980280" cy="356040"/>
          </a:xfrm>
        </p:grpSpPr>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6D9778F-DD8A-778F-DCA2-CDA7F4FF04C3}"/>
                    </a:ext>
                  </a:extLst>
                </p14:cNvPr>
                <p14:cNvContentPartPr/>
                <p14:nvPr/>
              </p14:nvContentPartPr>
              <p14:xfrm>
                <a:off x="3140040" y="781440"/>
                <a:ext cx="312120" cy="342360"/>
              </p14:xfrm>
            </p:contentPart>
          </mc:Choice>
          <mc:Fallback xmlns="">
            <p:pic>
              <p:nvPicPr>
                <p:cNvPr id="10" name="Ink 9">
                  <a:extLst>
                    <a:ext uri="{FF2B5EF4-FFF2-40B4-BE49-F238E27FC236}">
                      <a16:creationId xmlns:a16="http://schemas.microsoft.com/office/drawing/2014/main" id="{E6D9778F-DD8A-778F-DCA2-CDA7F4FF04C3}"/>
                    </a:ext>
                  </a:extLst>
                </p:cNvPr>
                <p:cNvPicPr/>
                <p:nvPr/>
              </p:nvPicPr>
              <p:blipFill>
                <a:blip r:embed="rId17"/>
                <a:stretch>
                  <a:fillRect/>
                </a:stretch>
              </p:blipFill>
              <p:spPr>
                <a:xfrm>
                  <a:off x="3135720" y="777120"/>
                  <a:ext cx="32076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BFC8B371-6270-C1A2-8DDC-59E3418922A6}"/>
                    </a:ext>
                  </a:extLst>
                </p14:cNvPr>
                <p14:cNvContentPartPr/>
                <p14:nvPr/>
              </p14:nvContentPartPr>
              <p14:xfrm>
                <a:off x="3471240" y="976920"/>
                <a:ext cx="123480" cy="160560"/>
              </p14:xfrm>
            </p:contentPart>
          </mc:Choice>
          <mc:Fallback xmlns="">
            <p:pic>
              <p:nvPicPr>
                <p:cNvPr id="11" name="Ink 10">
                  <a:extLst>
                    <a:ext uri="{FF2B5EF4-FFF2-40B4-BE49-F238E27FC236}">
                      <a16:creationId xmlns:a16="http://schemas.microsoft.com/office/drawing/2014/main" id="{BFC8B371-6270-C1A2-8DDC-59E3418922A6}"/>
                    </a:ext>
                  </a:extLst>
                </p:cNvPr>
                <p:cNvPicPr/>
                <p:nvPr/>
              </p:nvPicPr>
              <p:blipFill>
                <a:blip r:embed="rId19"/>
                <a:stretch>
                  <a:fillRect/>
                </a:stretch>
              </p:blipFill>
              <p:spPr>
                <a:xfrm>
                  <a:off x="3466920" y="972600"/>
                  <a:ext cx="1321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4D882FF0-9BA1-AA0F-BA4E-C2241E26FB21}"/>
                    </a:ext>
                  </a:extLst>
                </p14:cNvPr>
                <p14:cNvContentPartPr/>
                <p14:nvPr/>
              </p14:nvContentPartPr>
              <p14:xfrm>
                <a:off x="3594360" y="994200"/>
                <a:ext cx="360" cy="360"/>
              </p14:xfrm>
            </p:contentPart>
          </mc:Choice>
          <mc:Fallback xmlns="">
            <p:pic>
              <p:nvPicPr>
                <p:cNvPr id="12" name="Ink 11">
                  <a:extLst>
                    <a:ext uri="{FF2B5EF4-FFF2-40B4-BE49-F238E27FC236}">
                      <a16:creationId xmlns:a16="http://schemas.microsoft.com/office/drawing/2014/main" id="{4D882FF0-9BA1-AA0F-BA4E-C2241E26FB21}"/>
                    </a:ext>
                  </a:extLst>
                </p:cNvPr>
                <p:cNvPicPr/>
                <p:nvPr/>
              </p:nvPicPr>
              <p:blipFill>
                <a:blip r:embed="rId21"/>
                <a:stretch>
                  <a:fillRect/>
                </a:stretch>
              </p:blipFill>
              <p:spPr>
                <a:xfrm>
                  <a:off x="3590040" y="98988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9CF10231-762A-D9A3-5993-2ABCF5BEEE8C}"/>
                    </a:ext>
                  </a:extLst>
                </p14:cNvPr>
                <p14:cNvContentPartPr/>
                <p14:nvPr/>
              </p14:nvContentPartPr>
              <p14:xfrm>
                <a:off x="3594360" y="915360"/>
                <a:ext cx="119880" cy="175320"/>
              </p14:xfrm>
            </p:contentPart>
          </mc:Choice>
          <mc:Fallback xmlns="">
            <p:pic>
              <p:nvPicPr>
                <p:cNvPr id="13" name="Ink 12">
                  <a:extLst>
                    <a:ext uri="{FF2B5EF4-FFF2-40B4-BE49-F238E27FC236}">
                      <a16:creationId xmlns:a16="http://schemas.microsoft.com/office/drawing/2014/main" id="{9CF10231-762A-D9A3-5993-2ABCF5BEEE8C}"/>
                    </a:ext>
                  </a:extLst>
                </p:cNvPr>
                <p:cNvPicPr/>
                <p:nvPr/>
              </p:nvPicPr>
              <p:blipFill>
                <a:blip r:embed="rId23"/>
                <a:stretch>
                  <a:fillRect/>
                </a:stretch>
              </p:blipFill>
              <p:spPr>
                <a:xfrm>
                  <a:off x="3590040" y="911040"/>
                  <a:ext cx="1285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F3DE3165-BD39-FD5E-FBD8-FEC9B382D1AA}"/>
                    </a:ext>
                  </a:extLst>
                </p14:cNvPr>
                <p14:cNvContentPartPr/>
                <p14:nvPr/>
              </p14:nvContentPartPr>
              <p14:xfrm>
                <a:off x="3948600" y="809160"/>
                <a:ext cx="79560" cy="304560"/>
              </p14:xfrm>
            </p:contentPart>
          </mc:Choice>
          <mc:Fallback xmlns="">
            <p:pic>
              <p:nvPicPr>
                <p:cNvPr id="14" name="Ink 13">
                  <a:extLst>
                    <a:ext uri="{FF2B5EF4-FFF2-40B4-BE49-F238E27FC236}">
                      <a16:creationId xmlns:a16="http://schemas.microsoft.com/office/drawing/2014/main" id="{F3DE3165-BD39-FD5E-FBD8-FEC9B382D1AA}"/>
                    </a:ext>
                  </a:extLst>
                </p:cNvPr>
                <p:cNvPicPr/>
                <p:nvPr/>
              </p:nvPicPr>
              <p:blipFill>
                <a:blip r:embed="rId25"/>
                <a:stretch>
                  <a:fillRect/>
                </a:stretch>
              </p:blipFill>
              <p:spPr>
                <a:xfrm>
                  <a:off x="3944280" y="804840"/>
                  <a:ext cx="882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F90515F9-5B44-E407-9A25-73A5B7318AC6}"/>
                    </a:ext>
                  </a:extLst>
                </p14:cNvPr>
                <p14:cNvContentPartPr/>
                <p14:nvPr/>
              </p14:nvContentPartPr>
              <p14:xfrm>
                <a:off x="3771480" y="967920"/>
                <a:ext cx="348840" cy="47880"/>
              </p14:xfrm>
            </p:contentPart>
          </mc:Choice>
          <mc:Fallback xmlns="">
            <p:pic>
              <p:nvPicPr>
                <p:cNvPr id="15" name="Ink 14">
                  <a:extLst>
                    <a:ext uri="{FF2B5EF4-FFF2-40B4-BE49-F238E27FC236}">
                      <a16:creationId xmlns:a16="http://schemas.microsoft.com/office/drawing/2014/main" id="{F90515F9-5B44-E407-9A25-73A5B7318AC6}"/>
                    </a:ext>
                  </a:extLst>
                </p:cNvPr>
                <p:cNvPicPr/>
                <p:nvPr/>
              </p:nvPicPr>
              <p:blipFill>
                <a:blip r:embed="rId27"/>
                <a:stretch>
                  <a:fillRect/>
                </a:stretch>
              </p:blipFill>
              <p:spPr>
                <a:xfrm>
                  <a:off x="3767160" y="963600"/>
                  <a:ext cx="357480" cy="5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8882B9B4-7005-8526-7B58-B77D6B27F791}"/>
                  </a:ext>
                </a:extLst>
              </p14:cNvPr>
              <p14:cNvContentPartPr/>
              <p14:nvPr/>
            </p14:nvContentPartPr>
            <p14:xfrm>
              <a:off x="2141040" y="1708800"/>
              <a:ext cx="90720" cy="377280"/>
            </p14:xfrm>
          </p:contentPart>
        </mc:Choice>
        <mc:Fallback xmlns="">
          <p:pic>
            <p:nvPicPr>
              <p:cNvPr id="18" name="Ink 17">
                <a:extLst>
                  <a:ext uri="{FF2B5EF4-FFF2-40B4-BE49-F238E27FC236}">
                    <a16:creationId xmlns:a16="http://schemas.microsoft.com/office/drawing/2014/main" id="{8882B9B4-7005-8526-7B58-B77D6B27F791}"/>
                  </a:ext>
                </a:extLst>
              </p:cNvPr>
              <p:cNvPicPr/>
              <p:nvPr/>
            </p:nvPicPr>
            <p:blipFill>
              <a:blip r:embed="rId29"/>
              <a:stretch>
                <a:fillRect/>
              </a:stretch>
            </p:blipFill>
            <p:spPr>
              <a:xfrm>
                <a:off x="2136720" y="1704480"/>
                <a:ext cx="993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E4E61B00-2C91-137E-E4F4-AF4D2F0E9B2C}"/>
                  </a:ext>
                </a:extLst>
              </p14:cNvPr>
              <p14:cNvContentPartPr/>
              <p14:nvPr/>
            </p14:nvContentPartPr>
            <p14:xfrm>
              <a:off x="2195040" y="1505760"/>
              <a:ext cx="4510440" cy="704880"/>
            </p14:xfrm>
          </p:contentPart>
        </mc:Choice>
        <mc:Fallback xmlns="">
          <p:pic>
            <p:nvPicPr>
              <p:cNvPr id="19" name="Ink 18">
                <a:extLst>
                  <a:ext uri="{FF2B5EF4-FFF2-40B4-BE49-F238E27FC236}">
                    <a16:creationId xmlns:a16="http://schemas.microsoft.com/office/drawing/2014/main" id="{E4E61B00-2C91-137E-E4F4-AF4D2F0E9B2C}"/>
                  </a:ext>
                </a:extLst>
              </p:cNvPr>
              <p:cNvPicPr/>
              <p:nvPr/>
            </p:nvPicPr>
            <p:blipFill>
              <a:blip r:embed="rId31"/>
              <a:stretch>
                <a:fillRect/>
              </a:stretch>
            </p:blipFill>
            <p:spPr>
              <a:xfrm>
                <a:off x="2190720" y="1501440"/>
                <a:ext cx="451908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4B3DF9D6-52E3-7A0B-A291-51218BF49BAE}"/>
                  </a:ext>
                </a:extLst>
              </p14:cNvPr>
              <p14:cNvContentPartPr/>
              <p14:nvPr/>
            </p14:nvContentPartPr>
            <p14:xfrm>
              <a:off x="2233560" y="2060160"/>
              <a:ext cx="35280" cy="142920"/>
            </p14:xfrm>
          </p:contentPart>
        </mc:Choice>
        <mc:Fallback xmlns="">
          <p:pic>
            <p:nvPicPr>
              <p:cNvPr id="20" name="Ink 19">
                <a:extLst>
                  <a:ext uri="{FF2B5EF4-FFF2-40B4-BE49-F238E27FC236}">
                    <a16:creationId xmlns:a16="http://schemas.microsoft.com/office/drawing/2014/main" id="{4B3DF9D6-52E3-7A0B-A291-51218BF49BAE}"/>
                  </a:ext>
                </a:extLst>
              </p:cNvPr>
              <p:cNvPicPr/>
              <p:nvPr/>
            </p:nvPicPr>
            <p:blipFill>
              <a:blip r:embed="rId33"/>
              <a:stretch>
                <a:fillRect/>
              </a:stretch>
            </p:blipFill>
            <p:spPr>
              <a:xfrm>
                <a:off x="2229240" y="2055840"/>
                <a:ext cx="439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4F4FB337-6242-E78C-8C31-FE13AAE6C745}"/>
                  </a:ext>
                </a:extLst>
              </p14:cNvPr>
              <p14:cNvContentPartPr/>
              <p14:nvPr/>
            </p14:nvContentPartPr>
            <p14:xfrm>
              <a:off x="2639640" y="1726800"/>
              <a:ext cx="33120" cy="439560"/>
            </p14:xfrm>
          </p:contentPart>
        </mc:Choice>
        <mc:Fallback xmlns="">
          <p:pic>
            <p:nvPicPr>
              <p:cNvPr id="21" name="Ink 20">
                <a:extLst>
                  <a:ext uri="{FF2B5EF4-FFF2-40B4-BE49-F238E27FC236}">
                    <a16:creationId xmlns:a16="http://schemas.microsoft.com/office/drawing/2014/main" id="{4F4FB337-6242-E78C-8C31-FE13AAE6C745}"/>
                  </a:ext>
                </a:extLst>
              </p:cNvPr>
              <p:cNvPicPr/>
              <p:nvPr/>
            </p:nvPicPr>
            <p:blipFill>
              <a:blip r:embed="rId35"/>
              <a:stretch>
                <a:fillRect/>
              </a:stretch>
            </p:blipFill>
            <p:spPr>
              <a:xfrm>
                <a:off x="2635320" y="1722480"/>
                <a:ext cx="417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8D20B5E4-CB56-4C48-4FE0-E47D419ACE22}"/>
                  </a:ext>
                </a:extLst>
              </p14:cNvPr>
              <p14:cNvContentPartPr/>
              <p14:nvPr/>
            </p14:nvContentPartPr>
            <p14:xfrm>
              <a:off x="3249840" y="1742640"/>
              <a:ext cx="19440" cy="403200"/>
            </p14:xfrm>
          </p:contentPart>
        </mc:Choice>
        <mc:Fallback xmlns="">
          <p:pic>
            <p:nvPicPr>
              <p:cNvPr id="22" name="Ink 21">
                <a:extLst>
                  <a:ext uri="{FF2B5EF4-FFF2-40B4-BE49-F238E27FC236}">
                    <a16:creationId xmlns:a16="http://schemas.microsoft.com/office/drawing/2014/main" id="{8D20B5E4-CB56-4C48-4FE0-E47D419ACE22}"/>
                  </a:ext>
                </a:extLst>
              </p:cNvPr>
              <p:cNvPicPr/>
              <p:nvPr/>
            </p:nvPicPr>
            <p:blipFill>
              <a:blip r:embed="rId37"/>
              <a:stretch>
                <a:fillRect/>
              </a:stretch>
            </p:blipFill>
            <p:spPr>
              <a:xfrm>
                <a:off x="3245520" y="1738320"/>
                <a:ext cx="2808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478CC6E9-288F-E740-8C50-E58D90CA302B}"/>
                  </a:ext>
                </a:extLst>
              </p14:cNvPr>
              <p14:cNvContentPartPr/>
              <p14:nvPr/>
            </p14:nvContentPartPr>
            <p14:xfrm>
              <a:off x="3715680" y="1689000"/>
              <a:ext cx="50400" cy="468000"/>
            </p14:xfrm>
          </p:contentPart>
        </mc:Choice>
        <mc:Fallback xmlns="">
          <p:pic>
            <p:nvPicPr>
              <p:cNvPr id="23" name="Ink 22">
                <a:extLst>
                  <a:ext uri="{FF2B5EF4-FFF2-40B4-BE49-F238E27FC236}">
                    <a16:creationId xmlns:a16="http://schemas.microsoft.com/office/drawing/2014/main" id="{478CC6E9-288F-E740-8C50-E58D90CA302B}"/>
                  </a:ext>
                </a:extLst>
              </p:cNvPr>
              <p:cNvPicPr/>
              <p:nvPr/>
            </p:nvPicPr>
            <p:blipFill>
              <a:blip r:embed="rId39"/>
              <a:stretch>
                <a:fillRect/>
              </a:stretch>
            </p:blipFill>
            <p:spPr>
              <a:xfrm>
                <a:off x="3711360" y="1684680"/>
                <a:ext cx="5904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9373B205-EB35-E322-7749-BEDE6EC1D136}"/>
                  </a:ext>
                </a:extLst>
              </p14:cNvPr>
              <p14:cNvContentPartPr/>
              <p14:nvPr/>
            </p14:nvContentPartPr>
            <p14:xfrm>
              <a:off x="5975400" y="1501800"/>
              <a:ext cx="56880" cy="557280"/>
            </p14:xfrm>
          </p:contentPart>
        </mc:Choice>
        <mc:Fallback xmlns="">
          <p:pic>
            <p:nvPicPr>
              <p:cNvPr id="30" name="Ink 29">
                <a:extLst>
                  <a:ext uri="{FF2B5EF4-FFF2-40B4-BE49-F238E27FC236}">
                    <a16:creationId xmlns:a16="http://schemas.microsoft.com/office/drawing/2014/main" id="{9373B205-EB35-E322-7749-BEDE6EC1D136}"/>
                  </a:ext>
                </a:extLst>
              </p:cNvPr>
              <p:cNvPicPr/>
              <p:nvPr/>
            </p:nvPicPr>
            <p:blipFill>
              <a:blip r:embed="rId41"/>
              <a:stretch>
                <a:fillRect/>
              </a:stretch>
            </p:blipFill>
            <p:spPr>
              <a:xfrm>
                <a:off x="5971080" y="1497480"/>
                <a:ext cx="6552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98C4B2F3-4C89-3F05-F77F-6A00F64FA502}"/>
                  </a:ext>
                </a:extLst>
              </p14:cNvPr>
              <p14:cNvContentPartPr/>
              <p14:nvPr/>
            </p14:nvContentPartPr>
            <p14:xfrm>
              <a:off x="171840" y="1871520"/>
              <a:ext cx="297000" cy="372600"/>
            </p14:xfrm>
          </p:contentPart>
        </mc:Choice>
        <mc:Fallback xmlns="">
          <p:pic>
            <p:nvPicPr>
              <p:cNvPr id="36" name="Ink 35">
                <a:extLst>
                  <a:ext uri="{FF2B5EF4-FFF2-40B4-BE49-F238E27FC236}">
                    <a16:creationId xmlns:a16="http://schemas.microsoft.com/office/drawing/2014/main" id="{98C4B2F3-4C89-3F05-F77F-6A00F64FA502}"/>
                  </a:ext>
                </a:extLst>
              </p:cNvPr>
              <p:cNvPicPr/>
              <p:nvPr/>
            </p:nvPicPr>
            <p:blipFill>
              <a:blip r:embed="rId43"/>
              <a:stretch>
                <a:fillRect/>
              </a:stretch>
            </p:blipFill>
            <p:spPr>
              <a:xfrm>
                <a:off x="167520" y="1867200"/>
                <a:ext cx="3056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C73E896C-1D65-3589-71B8-5DE86234D08A}"/>
                  </a:ext>
                </a:extLst>
              </p14:cNvPr>
              <p14:cNvContentPartPr/>
              <p14:nvPr/>
            </p14:nvContentPartPr>
            <p14:xfrm>
              <a:off x="431400" y="2069160"/>
              <a:ext cx="121680" cy="142200"/>
            </p14:xfrm>
          </p:contentPart>
        </mc:Choice>
        <mc:Fallback xmlns="">
          <p:pic>
            <p:nvPicPr>
              <p:cNvPr id="37" name="Ink 36">
                <a:extLst>
                  <a:ext uri="{FF2B5EF4-FFF2-40B4-BE49-F238E27FC236}">
                    <a16:creationId xmlns:a16="http://schemas.microsoft.com/office/drawing/2014/main" id="{C73E896C-1D65-3589-71B8-5DE86234D08A}"/>
                  </a:ext>
                </a:extLst>
              </p:cNvPr>
              <p:cNvPicPr/>
              <p:nvPr/>
            </p:nvPicPr>
            <p:blipFill>
              <a:blip r:embed="rId45"/>
              <a:stretch>
                <a:fillRect/>
              </a:stretch>
            </p:blipFill>
            <p:spPr>
              <a:xfrm>
                <a:off x="427080" y="2064840"/>
                <a:ext cx="130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2ED9B523-1C24-4ADB-61C2-E7CC349B1067}"/>
                  </a:ext>
                </a:extLst>
              </p14:cNvPr>
              <p14:cNvContentPartPr/>
              <p14:nvPr/>
            </p14:nvContentPartPr>
            <p14:xfrm>
              <a:off x="554880" y="1898520"/>
              <a:ext cx="68040" cy="307440"/>
            </p14:xfrm>
          </p:contentPart>
        </mc:Choice>
        <mc:Fallback xmlns="">
          <p:pic>
            <p:nvPicPr>
              <p:cNvPr id="38" name="Ink 37">
                <a:extLst>
                  <a:ext uri="{FF2B5EF4-FFF2-40B4-BE49-F238E27FC236}">
                    <a16:creationId xmlns:a16="http://schemas.microsoft.com/office/drawing/2014/main" id="{2ED9B523-1C24-4ADB-61C2-E7CC349B1067}"/>
                  </a:ext>
                </a:extLst>
              </p:cNvPr>
              <p:cNvPicPr/>
              <p:nvPr/>
            </p:nvPicPr>
            <p:blipFill>
              <a:blip r:embed="rId47"/>
              <a:stretch>
                <a:fillRect/>
              </a:stretch>
            </p:blipFill>
            <p:spPr>
              <a:xfrm>
                <a:off x="550560" y="1894200"/>
                <a:ext cx="766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300C13AA-BC1C-2148-D3DF-5AEC3FC53731}"/>
                  </a:ext>
                </a:extLst>
              </p14:cNvPr>
              <p14:cNvContentPartPr/>
              <p14:nvPr/>
            </p14:nvContentPartPr>
            <p14:xfrm>
              <a:off x="541560" y="2028840"/>
              <a:ext cx="267480" cy="210600"/>
            </p14:xfrm>
          </p:contentPart>
        </mc:Choice>
        <mc:Fallback xmlns="">
          <p:pic>
            <p:nvPicPr>
              <p:cNvPr id="39" name="Ink 38">
                <a:extLst>
                  <a:ext uri="{FF2B5EF4-FFF2-40B4-BE49-F238E27FC236}">
                    <a16:creationId xmlns:a16="http://schemas.microsoft.com/office/drawing/2014/main" id="{300C13AA-BC1C-2148-D3DF-5AEC3FC53731}"/>
                  </a:ext>
                </a:extLst>
              </p:cNvPr>
              <p:cNvPicPr/>
              <p:nvPr/>
            </p:nvPicPr>
            <p:blipFill>
              <a:blip r:embed="rId49"/>
              <a:stretch>
                <a:fillRect/>
              </a:stretch>
            </p:blipFill>
            <p:spPr>
              <a:xfrm>
                <a:off x="537240" y="2024520"/>
                <a:ext cx="2761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1C69D7AA-7919-F53E-8CBB-AC4BE6D73DF5}"/>
                  </a:ext>
                </a:extLst>
              </p14:cNvPr>
              <p14:cNvContentPartPr/>
              <p14:nvPr/>
            </p14:nvContentPartPr>
            <p14:xfrm>
              <a:off x="314400" y="2446080"/>
              <a:ext cx="36720" cy="303480"/>
            </p14:xfrm>
          </p:contentPart>
        </mc:Choice>
        <mc:Fallback xmlns="">
          <p:pic>
            <p:nvPicPr>
              <p:cNvPr id="40" name="Ink 39">
                <a:extLst>
                  <a:ext uri="{FF2B5EF4-FFF2-40B4-BE49-F238E27FC236}">
                    <a16:creationId xmlns:a16="http://schemas.microsoft.com/office/drawing/2014/main" id="{1C69D7AA-7919-F53E-8CBB-AC4BE6D73DF5}"/>
                  </a:ext>
                </a:extLst>
              </p:cNvPr>
              <p:cNvPicPr/>
              <p:nvPr/>
            </p:nvPicPr>
            <p:blipFill>
              <a:blip r:embed="rId51"/>
              <a:stretch>
                <a:fillRect/>
              </a:stretch>
            </p:blipFill>
            <p:spPr>
              <a:xfrm>
                <a:off x="310080" y="2441760"/>
                <a:ext cx="45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3459BEA4-185E-D9EF-6F7D-48FCA9E42A98}"/>
                  </a:ext>
                </a:extLst>
              </p14:cNvPr>
              <p14:cNvContentPartPr/>
              <p14:nvPr/>
            </p14:nvContentPartPr>
            <p14:xfrm>
              <a:off x="303960" y="2279760"/>
              <a:ext cx="553680" cy="512280"/>
            </p14:xfrm>
          </p:contentPart>
        </mc:Choice>
        <mc:Fallback xmlns="">
          <p:pic>
            <p:nvPicPr>
              <p:cNvPr id="41" name="Ink 40">
                <a:extLst>
                  <a:ext uri="{FF2B5EF4-FFF2-40B4-BE49-F238E27FC236}">
                    <a16:creationId xmlns:a16="http://schemas.microsoft.com/office/drawing/2014/main" id="{3459BEA4-185E-D9EF-6F7D-48FCA9E42A98}"/>
                  </a:ext>
                </a:extLst>
              </p:cNvPr>
              <p:cNvPicPr/>
              <p:nvPr/>
            </p:nvPicPr>
            <p:blipFill>
              <a:blip r:embed="rId53"/>
              <a:stretch>
                <a:fillRect/>
              </a:stretch>
            </p:blipFill>
            <p:spPr>
              <a:xfrm>
                <a:off x="299640" y="2275440"/>
                <a:ext cx="56232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F83BA917-980E-88AF-CA25-A75107D8D243}"/>
                  </a:ext>
                </a:extLst>
              </p14:cNvPr>
              <p14:cNvContentPartPr/>
              <p14:nvPr/>
            </p14:nvContentPartPr>
            <p14:xfrm>
              <a:off x="590880" y="1838760"/>
              <a:ext cx="1431360" cy="741600"/>
            </p14:xfrm>
          </p:contentPart>
        </mc:Choice>
        <mc:Fallback xmlns="">
          <p:pic>
            <p:nvPicPr>
              <p:cNvPr id="43" name="Ink 42">
                <a:extLst>
                  <a:ext uri="{FF2B5EF4-FFF2-40B4-BE49-F238E27FC236}">
                    <a16:creationId xmlns:a16="http://schemas.microsoft.com/office/drawing/2014/main" id="{F83BA917-980E-88AF-CA25-A75107D8D243}"/>
                  </a:ext>
                </a:extLst>
              </p:cNvPr>
              <p:cNvPicPr/>
              <p:nvPr/>
            </p:nvPicPr>
            <p:blipFill>
              <a:blip r:embed="rId55"/>
              <a:stretch>
                <a:fillRect/>
              </a:stretch>
            </p:blipFill>
            <p:spPr>
              <a:xfrm>
                <a:off x="586560" y="1834440"/>
                <a:ext cx="144000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46ADC74D-6DE9-C94C-75CA-00562EC9E2B6}"/>
                  </a:ext>
                </a:extLst>
              </p14:cNvPr>
              <p14:cNvContentPartPr/>
              <p14:nvPr/>
            </p14:nvContentPartPr>
            <p14:xfrm>
              <a:off x="1944120" y="1873320"/>
              <a:ext cx="273600" cy="204480"/>
            </p14:xfrm>
          </p:contentPart>
        </mc:Choice>
        <mc:Fallback xmlns="">
          <p:pic>
            <p:nvPicPr>
              <p:cNvPr id="44" name="Ink 43">
                <a:extLst>
                  <a:ext uri="{FF2B5EF4-FFF2-40B4-BE49-F238E27FC236}">
                    <a16:creationId xmlns:a16="http://schemas.microsoft.com/office/drawing/2014/main" id="{46ADC74D-6DE9-C94C-75CA-00562EC9E2B6}"/>
                  </a:ext>
                </a:extLst>
              </p:cNvPr>
              <p:cNvPicPr/>
              <p:nvPr/>
            </p:nvPicPr>
            <p:blipFill>
              <a:blip r:embed="rId57"/>
              <a:stretch>
                <a:fillRect/>
              </a:stretch>
            </p:blipFill>
            <p:spPr>
              <a:xfrm>
                <a:off x="1939800" y="1869000"/>
                <a:ext cx="282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D74D60DC-A432-008C-B8F0-380028954699}"/>
                  </a:ext>
                </a:extLst>
              </p14:cNvPr>
              <p14:cNvContentPartPr/>
              <p14:nvPr/>
            </p14:nvContentPartPr>
            <p14:xfrm>
              <a:off x="2366400" y="2322600"/>
              <a:ext cx="133200" cy="145440"/>
            </p14:xfrm>
          </p:contentPart>
        </mc:Choice>
        <mc:Fallback xmlns="">
          <p:pic>
            <p:nvPicPr>
              <p:cNvPr id="46" name="Ink 45">
                <a:extLst>
                  <a:ext uri="{FF2B5EF4-FFF2-40B4-BE49-F238E27FC236}">
                    <a16:creationId xmlns:a16="http://schemas.microsoft.com/office/drawing/2014/main" id="{D74D60DC-A432-008C-B8F0-380028954699}"/>
                  </a:ext>
                </a:extLst>
              </p:cNvPr>
              <p:cNvPicPr/>
              <p:nvPr/>
            </p:nvPicPr>
            <p:blipFill>
              <a:blip r:embed="rId59"/>
              <a:stretch>
                <a:fillRect/>
              </a:stretch>
            </p:blipFill>
            <p:spPr>
              <a:xfrm>
                <a:off x="2362080" y="2318280"/>
                <a:ext cx="1418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25DFD812-5888-BD09-E832-D166264DB8FB}"/>
                  </a:ext>
                </a:extLst>
              </p14:cNvPr>
              <p14:cNvContentPartPr/>
              <p14:nvPr/>
            </p14:nvContentPartPr>
            <p14:xfrm>
              <a:off x="2899560" y="2291640"/>
              <a:ext cx="21960" cy="200520"/>
            </p14:xfrm>
          </p:contentPart>
        </mc:Choice>
        <mc:Fallback xmlns="">
          <p:pic>
            <p:nvPicPr>
              <p:cNvPr id="47" name="Ink 46">
                <a:extLst>
                  <a:ext uri="{FF2B5EF4-FFF2-40B4-BE49-F238E27FC236}">
                    <a16:creationId xmlns:a16="http://schemas.microsoft.com/office/drawing/2014/main" id="{25DFD812-5888-BD09-E832-D166264DB8FB}"/>
                  </a:ext>
                </a:extLst>
              </p:cNvPr>
              <p:cNvPicPr/>
              <p:nvPr/>
            </p:nvPicPr>
            <p:blipFill>
              <a:blip r:embed="rId61"/>
              <a:stretch>
                <a:fillRect/>
              </a:stretch>
            </p:blipFill>
            <p:spPr>
              <a:xfrm>
                <a:off x="2895240" y="2287320"/>
                <a:ext cx="30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B5E98437-8B7D-482D-81D9-F49590FFC56F}"/>
                  </a:ext>
                </a:extLst>
              </p14:cNvPr>
              <p14:cNvContentPartPr/>
              <p14:nvPr/>
            </p14:nvContentPartPr>
            <p14:xfrm>
              <a:off x="3442440" y="2356800"/>
              <a:ext cx="144720" cy="148680"/>
            </p14:xfrm>
          </p:contentPart>
        </mc:Choice>
        <mc:Fallback xmlns="">
          <p:pic>
            <p:nvPicPr>
              <p:cNvPr id="48" name="Ink 47">
                <a:extLst>
                  <a:ext uri="{FF2B5EF4-FFF2-40B4-BE49-F238E27FC236}">
                    <a16:creationId xmlns:a16="http://schemas.microsoft.com/office/drawing/2014/main" id="{B5E98437-8B7D-482D-81D9-F49590FFC56F}"/>
                  </a:ext>
                </a:extLst>
              </p:cNvPr>
              <p:cNvPicPr/>
              <p:nvPr/>
            </p:nvPicPr>
            <p:blipFill>
              <a:blip r:embed="rId63"/>
              <a:stretch>
                <a:fillRect/>
              </a:stretch>
            </p:blipFill>
            <p:spPr>
              <a:xfrm>
                <a:off x="3438120" y="2352480"/>
                <a:ext cx="1533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B644771D-5841-13BC-C703-23D6E9DB943D}"/>
                  </a:ext>
                </a:extLst>
              </p14:cNvPr>
              <p14:cNvContentPartPr/>
              <p14:nvPr/>
            </p14:nvContentPartPr>
            <p14:xfrm>
              <a:off x="4017720" y="2281200"/>
              <a:ext cx="111240" cy="256680"/>
            </p14:xfrm>
          </p:contentPart>
        </mc:Choice>
        <mc:Fallback xmlns="">
          <p:pic>
            <p:nvPicPr>
              <p:cNvPr id="49" name="Ink 48">
                <a:extLst>
                  <a:ext uri="{FF2B5EF4-FFF2-40B4-BE49-F238E27FC236}">
                    <a16:creationId xmlns:a16="http://schemas.microsoft.com/office/drawing/2014/main" id="{B644771D-5841-13BC-C703-23D6E9DB943D}"/>
                  </a:ext>
                </a:extLst>
              </p:cNvPr>
              <p:cNvPicPr/>
              <p:nvPr/>
            </p:nvPicPr>
            <p:blipFill>
              <a:blip r:embed="rId65"/>
              <a:stretch>
                <a:fillRect/>
              </a:stretch>
            </p:blipFill>
            <p:spPr>
              <a:xfrm>
                <a:off x="4013400" y="2276880"/>
                <a:ext cx="119880" cy="265320"/>
              </a:xfrm>
              <a:prstGeom prst="rect">
                <a:avLst/>
              </a:prstGeom>
            </p:spPr>
          </p:pic>
        </mc:Fallback>
      </mc:AlternateContent>
      <p:grpSp>
        <p:nvGrpSpPr>
          <p:cNvPr id="54" name="Group 53">
            <a:extLst>
              <a:ext uri="{FF2B5EF4-FFF2-40B4-BE49-F238E27FC236}">
                <a16:creationId xmlns:a16="http://schemas.microsoft.com/office/drawing/2014/main" id="{454083A5-1086-80FF-DD5F-713F631684A8}"/>
              </a:ext>
            </a:extLst>
          </p:cNvPr>
          <p:cNvGrpSpPr/>
          <p:nvPr/>
        </p:nvGrpSpPr>
        <p:grpSpPr>
          <a:xfrm>
            <a:off x="6156480" y="2395680"/>
            <a:ext cx="417960" cy="96480"/>
            <a:chOff x="6156480" y="2395680"/>
            <a:chExt cx="417960" cy="96480"/>
          </a:xfrm>
        </p:grpSpPr>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269C23FC-403E-CC9F-4FD9-CF791AD8CD4C}"/>
                    </a:ext>
                  </a:extLst>
                </p14:cNvPr>
                <p14:cNvContentPartPr/>
                <p14:nvPr/>
              </p14:nvContentPartPr>
              <p14:xfrm>
                <a:off x="6156480" y="2395680"/>
                <a:ext cx="133560" cy="96480"/>
              </p14:xfrm>
            </p:contentPart>
          </mc:Choice>
          <mc:Fallback xmlns="">
            <p:pic>
              <p:nvPicPr>
                <p:cNvPr id="51" name="Ink 50">
                  <a:extLst>
                    <a:ext uri="{FF2B5EF4-FFF2-40B4-BE49-F238E27FC236}">
                      <a16:creationId xmlns:a16="http://schemas.microsoft.com/office/drawing/2014/main" id="{269C23FC-403E-CC9F-4FD9-CF791AD8CD4C}"/>
                    </a:ext>
                  </a:extLst>
                </p:cNvPr>
                <p:cNvPicPr/>
                <p:nvPr/>
              </p:nvPicPr>
              <p:blipFill>
                <a:blip r:embed="rId67"/>
                <a:stretch>
                  <a:fillRect/>
                </a:stretch>
              </p:blipFill>
              <p:spPr>
                <a:xfrm>
                  <a:off x="6152160" y="2391360"/>
                  <a:ext cx="142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6422265F-44CE-B57C-DA5F-9EA4E66FB68C}"/>
                    </a:ext>
                  </a:extLst>
                </p14:cNvPr>
                <p14:cNvContentPartPr/>
                <p14:nvPr/>
              </p14:nvContentPartPr>
              <p14:xfrm>
                <a:off x="6445200" y="2421600"/>
                <a:ext cx="129240" cy="7200"/>
              </p14:xfrm>
            </p:contentPart>
          </mc:Choice>
          <mc:Fallback xmlns="">
            <p:pic>
              <p:nvPicPr>
                <p:cNvPr id="52" name="Ink 51">
                  <a:extLst>
                    <a:ext uri="{FF2B5EF4-FFF2-40B4-BE49-F238E27FC236}">
                      <a16:creationId xmlns:a16="http://schemas.microsoft.com/office/drawing/2014/main" id="{6422265F-44CE-B57C-DA5F-9EA4E66FB68C}"/>
                    </a:ext>
                  </a:extLst>
                </p:cNvPr>
                <p:cNvPicPr/>
                <p:nvPr/>
              </p:nvPicPr>
              <p:blipFill>
                <a:blip r:embed="rId69"/>
                <a:stretch>
                  <a:fillRect/>
                </a:stretch>
              </p:blipFill>
              <p:spPr>
                <a:xfrm>
                  <a:off x="6440880" y="2417280"/>
                  <a:ext cx="137880" cy="1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EAE3D220-118E-93F9-1E24-A1A436FDAA7E}"/>
                  </a:ext>
                </a:extLst>
              </p14:cNvPr>
              <p14:cNvContentPartPr/>
              <p14:nvPr/>
            </p14:nvContentPartPr>
            <p14:xfrm>
              <a:off x="6772440" y="2318640"/>
              <a:ext cx="40680" cy="208440"/>
            </p14:xfrm>
          </p:contentPart>
        </mc:Choice>
        <mc:Fallback xmlns="">
          <p:pic>
            <p:nvPicPr>
              <p:cNvPr id="53" name="Ink 52">
                <a:extLst>
                  <a:ext uri="{FF2B5EF4-FFF2-40B4-BE49-F238E27FC236}">
                    <a16:creationId xmlns:a16="http://schemas.microsoft.com/office/drawing/2014/main" id="{EAE3D220-118E-93F9-1E24-A1A436FDAA7E}"/>
                  </a:ext>
                </a:extLst>
              </p:cNvPr>
              <p:cNvPicPr/>
              <p:nvPr/>
            </p:nvPicPr>
            <p:blipFill>
              <a:blip r:embed="rId71"/>
              <a:stretch>
                <a:fillRect/>
              </a:stretch>
            </p:blipFill>
            <p:spPr>
              <a:xfrm>
                <a:off x="6768120" y="2314320"/>
                <a:ext cx="493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5" name="Ink 54">
                <a:extLst>
                  <a:ext uri="{FF2B5EF4-FFF2-40B4-BE49-F238E27FC236}">
                    <a16:creationId xmlns:a16="http://schemas.microsoft.com/office/drawing/2014/main" id="{DA0BFCF1-231B-5D5E-7C9B-F2C55834531A}"/>
                  </a:ext>
                </a:extLst>
              </p14:cNvPr>
              <p14:cNvContentPartPr/>
              <p14:nvPr/>
            </p14:nvContentPartPr>
            <p14:xfrm>
              <a:off x="5330280" y="1549320"/>
              <a:ext cx="83520" cy="553320"/>
            </p14:xfrm>
          </p:contentPart>
        </mc:Choice>
        <mc:Fallback xmlns="">
          <p:pic>
            <p:nvPicPr>
              <p:cNvPr id="55" name="Ink 54">
                <a:extLst>
                  <a:ext uri="{FF2B5EF4-FFF2-40B4-BE49-F238E27FC236}">
                    <a16:creationId xmlns:a16="http://schemas.microsoft.com/office/drawing/2014/main" id="{DA0BFCF1-231B-5D5E-7C9B-F2C55834531A}"/>
                  </a:ext>
                </a:extLst>
              </p:cNvPr>
              <p:cNvPicPr/>
              <p:nvPr/>
            </p:nvPicPr>
            <p:blipFill>
              <a:blip r:embed="rId73"/>
              <a:stretch>
                <a:fillRect/>
              </a:stretch>
            </p:blipFill>
            <p:spPr>
              <a:xfrm>
                <a:off x="5325960" y="1545000"/>
                <a:ext cx="92160" cy="561960"/>
              </a:xfrm>
              <a:prstGeom prst="rect">
                <a:avLst/>
              </a:prstGeom>
            </p:spPr>
          </p:pic>
        </mc:Fallback>
      </mc:AlternateContent>
      <p:grpSp>
        <p:nvGrpSpPr>
          <p:cNvPr id="59" name="Group 58">
            <a:extLst>
              <a:ext uri="{FF2B5EF4-FFF2-40B4-BE49-F238E27FC236}">
                <a16:creationId xmlns:a16="http://schemas.microsoft.com/office/drawing/2014/main" id="{D721C293-BDF0-69A8-8BC7-3E00132A4158}"/>
              </a:ext>
            </a:extLst>
          </p:cNvPr>
          <p:cNvGrpSpPr/>
          <p:nvPr/>
        </p:nvGrpSpPr>
        <p:grpSpPr>
          <a:xfrm>
            <a:off x="5391480" y="2383440"/>
            <a:ext cx="520920" cy="154440"/>
            <a:chOff x="5391480" y="2383440"/>
            <a:chExt cx="520920" cy="154440"/>
          </a:xfrm>
        </p:grpSpPr>
        <mc:AlternateContent xmlns:mc="http://schemas.openxmlformats.org/markup-compatibility/2006" xmlns:p14="http://schemas.microsoft.com/office/powerpoint/2010/main">
          <mc:Choice Requires="p14">
            <p:contentPart p14:bwMode="auto" r:id="rId74">
              <p14:nvContentPartPr>
                <p14:cNvPr id="56" name="Ink 55">
                  <a:extLst>
                    <a:ext uri="{FF2B5EF4-FFF2-40B4-BE49-F238E27FC236}">
                      <a16:creationId xmlns:a16="http://schemas.microsoft.com/office/drawing/2014/main" id="{193CAB50-9268-61A4-57C4-C02DBEE456FF}"/>
                    </a:ext>
                  </a:extLst>
                </p14:cNvPr>
                <p14:cNvContentPartPr/>
                <p14:nvPr/>
              </p14:nvContentPartPr>
              <p14:xfrm>
                <a:off x="5391480" y="2395320"/>
                <a:ext cx="92520" cy="142560"/>
              </p14:xfrm>
            </p:contentPart>
          </mc:Choice>
          <mc:Fallback xmlns="">
            <p:pic>
              <p:nvPicPr>
                <p:cNvPr id="56" name="Ink 55">
                  <a:extLst>
                    <a:ext uri="{FF2B5EF4-FFF2-40B4-BE49-F238E27FC236}">
                      <a16:creationId xmlns:a16="http://schemas.microsoft.com/office/drawing/2014/main" id="{193CAB50-9268-61A4-57C4-C02DBEE456FF}"/>
                    </a:ext>
                  </a:extLst>
                </p:cNvPr>
                <p:cNvPicPr/>
                <p:nvPr/>
              </p:nvPicPr>
              <p:blipFill>
                <a:blip r:embed="rId75"/>
                <a:stretch>
                  <a:fillRect/>
                </a:stretch>
              </p:blipFill>
              <p:spPr>
                <a:xfrm>
                  <a:off x="5387160" y="2391000"/>
                  <a:ext cx="101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7" name="Ink 56">
                  <a:extLst>
                    <a:ext uri="{FF2B5EF4-FFF2-40B4-BE49-F238E27FC236}">
                      <a16:creationId xmlns:a16="http://schemas.microsoft.com/office/drawing/2014/main" id="{3A698D5E-BD13-8903-DD54-68C85C1B1191}"/>
                    </a:ext>
                  </a:extLst>
                </p14:cNvPr>
                <p14:cNvContentPartPr/>
                <p14:nvPr/>
              </p14:nvContentPartPr>
              <p14:xfrm>
                <a:off x="5600280" y="2462280"/>
                <a:ext cx="108000" cy="14400"/>
              </p14:xfrm>
            </p:contentPart>
          </mc:Choice>
          <mc:Fallback xmlns="">
            <p:pic>
              <p:nvPicPr>
                <p:cNvPr id="57" name="Ink 56">
                  <a:extLst>
                    <a:ext uri="{FF2B5EF4-FFF2-40B4-BE49-F238E27FC236}">
                      <a16:creationId xmlns:a16="http://schemas.microsoft.com/office/drawing/2014/main" id="{3A698D5E-BD13-8903-DD54-68C85C1B1191}"/>
                    </a:ext>
                  </a:extLst>
                </p:cNvPr>
                <p:cNvPicPr/>
                <p:nvPr/>
              </p:nvPicPr>
              <p:blipFill>
                <a:blip r:embed="rId77"/>
                <a:stretch>
                  <a:fillRect/>
                </a:stretch>
              </p:blipFill>
              <p:spPr>
                <a:xfrm>
                  <a:off x="5595960" y="2457960"/>
                  <a:ext cx="116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8" name="Ink 57">
                  <a:extLst>
                    <a:ext uri="{FF2B5EF4-FFF2-40B4-BE49-F238E27FC236}">
                      <a16:creationId xmlns:a16="http://schemas.microsoft.com/office/drawing/2014/main" id="{71C81EA0-65B3-566F-9105-10BF164F48EB}"/>
                    </a:ext>
                  </a:extLst>
                </p14:cNvPr>
                <p14:cNvContentPartPr/>
                <p14:nvPr/>
              </p14:nvContentPartPr>
              <p14:xfrm>
                <a:off x="5815560" y="2383440"/>
                <a:ext cx="96840" cy="137520"/>
              </p14:xfrm>
            </p:contentPart>
          </mc:Choice>
          <mc:Fallback xmlns="">
            <p:pic>
              <p:nvPicPr>
                <p:cNvPr id="58" name="Ink 57">
                  <a:extLst>
                    <a:ext uri="{FF2B5EF4-FFF2-40B4-BE49-F238E27FC236}">
                      <a16:creationId xmlns:a16="http://schemas.microsoft.com/office/drawing/2014/main" id="{71C81EA0-65B3-566F-9105-10BF164F48EB}"/>
                    </a:ext>
                  </a:extLst>
                </p:cNvPr>
                <p:cNvPicPr/>
                <p:nvPr/>
              </p:nvPicPr>
              <p:blipFill>
                <a:blip r:embed="rId79"/>
                <a:stretch>
                  <a:fillRect/>
                </a:stretch>
              </p:blipFill>
              <p:spPr>
                <a:xfrm>
                  <a:off x="5811240" y="2379120"/>
                  <a:ext cx="105480" cy="146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24" name="Ink 23">
                <a:extLst>
                  <a:ext uri="{FF2B5EF4-FFF2-40B4-BE49-F238E27FC236}">
                    <a16:creationId xmlns:a16="http://schemas.microsoft.com/office/drawing/2014/main" id="{1C4AC1C1-245B-CFE9-D5A9-F3A151991163}"/>
                  </a:ext>
                </a:extLst>
              </p14:cNvPr>
              <p14:cNvContentPartPr/>
              <p14:nvPr/>
            </p14:nvContentPartPr>
            <p14:xfrm>
              <a:off x="4354680" y="1662000"/>
              <a:ext cx="11880" cy="479520"/>
            </p14:xfrm>
          </p:contentPart>
        </mc:Choice>
        <mc:Fallback xmlns="">
          <p:pic>
            <p:nvPicPr>
              <p:cNvPr id="24" name="Ink 23">
                <a:extLst>
                  <a:ext uri="{FF2B5EF4-FFF2-40B4-BE49-F238E27FC236}">
                    <a16:creationId xmlns:a16="http://schemas.microsoft.com/office/drawing/2014/main" id="{1C4AC1C1-245B-CFE9-D5A9-F3A151991163}"/>
                  </a:ext>
                </a:extLst>
              </p:cNvPr>
              <p:cNvPicPr/>
              <p:nvPr/>
            </p:nvPicPr>
            <p:blipFill>
              <a:blip r:embed="rId81"/>
              <a:stretch>
                <a:fillRect/>
              </a:stretch>
            </p:blipFill>
            <p:spPr>
              <a:xfrm>
                <a:off x="4350360" y="1657680"/>
                <a:ext cx="20520" cy="488160"/>
              </a:xfrm>
              <a:prstGeom prst="rect">
                <a:avLst/>
              </a:prstGeom>
            </p:spPr>
          </p:pic>
        </mc:Fallback>
      </mc:AlternateContent>
      <p:grpSp>
        <p:nvGrpSpPr>
          <p:cNvPr id="67" name="Group 66">
            <a:extLst>
              <a:ext uri="{FF2B5EF4-FFF2-40B4-BE49-F238E27FC236}">
                <a16:creationId xmlns:a16="http://schemas.microsoft.com/office/drawing/2014/main" id="{9814B7F8-5216-FB6F-6BD5-F39B00F4E984}"/>
              </a:ext>
            </a:extLst>
          </p:cNvPr>
          <p:cNvGrpSpPr/>
          <p:nvPr/>
        </p:nvGrpSpPr>
        <p:grpSpPr>
          <a:xfrm>
            <a:off x="4473840" y="1812840"/>
            <a:ext cx="599760" cy="119160"/>
            <a:chOff x="4473840" y="1812840"/>
            <a:chExt cx="599760" cy="119160"/>
          </a:xfrm>
        </p:grpSpPr>
        <mc:AlternateContent xmlns:mc="http://schemas.openxmlformats.org/markup-compatibility/2006" xmlns:p14="http://schemas.microsoft.com/office/powerpoint/2010/main">
          <mc:Choice Requires="p14">
            <p:contentPart p14:bwMode="auto" r:id="rId82">
              <p14:nvContentPartPr>
                <p14:cNvPr id="64" name="Ink 63">
                  <a:extLst>
                    <a:ext uri="{FF2B5EF4-FFF2-40B4-BE49-F238E27FC236}">
                      <a16:creationId xmlns:a16="http://schemas.microsoft.com/office/drawing/2014/main" id="{33D00245-D098-9035-DC19-C5683308055A}"/>
                    </a:ext>
                  </a:extLst>
                </p14:cNvPr>
                <p14:cNvContentPartPr/>
                <p14:nvPr/>
              </p14:nvContentPartPr>
              <p14:xfrm>
                <a:off x="4473840" y="1848120"/>
                <a:ext cx="74160" cy="83880"/>
              </p14:xfrm>
            </p:contentPart>
          </mc:Choice>
          <mc:Fallback xmlns="">
            <p:pic>
              <p:nvPicPr>
                <p:cNvPr id="64" name="Ink 63">
                  <a:extLst>
                    <a:ext uri="{FF2B5EF4-FFF2-40B4-BE49-F238E27FC236}">
                      <a16:creationId xmlns:a16="http://schemas.microsoft.com/office/drawing/2014/main" id="{33D00245-D098-9035-DC19-C5683308055A}"/>
                    </a:ext>
                  </a:extLst>
                </p:cNvPr>
                <p:cNvPicPr/>
                <p:nvPr/>
              </p:nvPicPr>
              <p:blipFill>
                <a:blip r:embed="rId83"/>
                <a:stretch>
                  <a:fillRect/>
                </a:stretch>
              </p:blipFill>
              <p:spPr>
                <a:xfrm>
                  <a:off x="4469520" y="1843800"/>
                  <a:ext cx="828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5" name="Ink 64">
                  <a:extLst>
                    <a:ext uri="{FF2B5EF4-FFF2-40B4-BE49-F238E27FC236}">
                      <a16:creationId xmlns:a16="http://schemas.microsoft.com/office/drawing/2014/main" id="{71642B26-0029-33F4-C0D2-2C3A6121C6B3}"/>
                    </a:ext>
                  </a:extLst>
                </p14:cNvPr>
                <p14:cNvContentPartPr/>
                <p14:nvPr/>
              </p14:nvContentPartPr>
              <p14:xfrm>
                <a:off x="4744560" y="1854240"/>
                <a:ext cx="76320" cy="60480"/>
              </p14:xfrm>
            </p:contentPart>
          </mc:Choice>
          <mc:Fallback xmlns="">
            <p:pic>
              <p:nvPicPr>
                <p:cNvPr id="65" name="Ink 64">
                  <a:extLst>
                    <a:ext uri="{FF2B5EF4-FFF2-40B4-BE49-F238E27FC236}">
                      <a16:creationId xmlns:a16="http://schemas.microsoft.com/office/drawing/2014/main" id="{71642B26-0029-33F4-C0D2-2C3A6121C6B3}"/>
                    </a:ext>
                  </a:extLst>
                </p:cNvPr>
                <p:cNvPicPr/>
                <p:nvPr/>
              </p:nvPicPr>
              <p:blipFill>
                <a:blip r:embed="rId85"/>
                <a:stretch>
                  <a:fillRect/>
                </a:stretch>
              </p:blipFill>
              <p:spPr>
                <a:xfrm>
                  <a:off x="4740240" y="1849920"/>
                  <a:ext cx="849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6" name="Ink 65">
                  <a:extLst>
                    <a:ext uri="{FF2B5EF4-FFF2-40B4-BE49-F238E27FC236}">
                      <a16:creationId xmlns:a16="http://schemas.microsoft.com/office/drawing/2014/main" id="{6BEED2B9-6890-EE6E-828B-DA69B98D542C}"/>
                    </a:ext>
                  </a:extLst>
                </p14:cNvPr>
                <p14:cNvContentPartPr/>
                <p14:nvPr/>
              </p14:nvContentPartPr>
              <p14:xfrm>
                <a:off x="5014560" y="1812840"/>
                <a:ext cx="59040" cy="66960"/>
              </p14:xfrm>
            </p:contentPart>
          </mc:Choice>
          <mc:Fallback xmlns="">
            <p:pic>
              <p:nvPicPr>
                <p:cNvPr id="66" name="Ink 65">
                  <a:extLst>
                    <a:ext uri="{FF2B5EF4-FFF2-40B4-BE49-F238E27FC236}">
                      <a16:creationId xmlns:a16="http://schemas.microsoft.com/office/drawing/2014/main" id="{6BEED2B9-6890-EE6E-828B-DA69B98D542C}"/>
                    </a:ext>
                  </a:extLst>
                </p:cNvPr>
                <p:cNvPicPr/>
                <p:nvPr/>
              </p:nvPicPr>
              <p:blipFill>
                <a:blip r:embed="rId87"/>
                <a:stretch>
                  <a:fillRect/>
                </a:stretch>
              </p:blipFill>
              <p:spPr>
                <a:xfrm>
                  <a:off x="5010240" y="1808520"/>
                  <a:ext cx="67680" cy="75600"/>
                </a:xfrm>
                <a:prstGeom prst="rect">
                  <a:avLst/>
                </a:prstGeom>
              </p:spPr>
            </p:pic>
          </mc:Fallback>
        </mc:AlternateContent>
      </p:grpSp>
    </p:spTree>
    <p:extLst>
      <p:ext uri="{BB962C8B-B14F-4D97-AF65-F5344CB8AC3E}">
        <p14:creationId xmlns:p14="http://schemas.microsoft.com/office/powerpoint/2010/main" val="2877899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F13C35-1D7A-1408-F121-BD469DAB513C}"/>
              </a:ext>
            </a:extLst>
          </p:cNvPr>
          <p:cNvSpPr>
            <a:spLocks noGrp="1"/>
          </p:cNvSpPr>
          <p:nvPr>
            <p:ph type="sldNum" sz="quarter" idx="12"/>
          </p:nvPr>
        </p:nvSpPr>
        <p:spPr/>
        <p:txBody>
          <a:bodyPr/>
          <a:lstStyle/>
          <a:p>
            <a:fld id="{AD2B2EE5-B8BC-4D24-A25E-F2DF61737E68}" type="slidenum">
              <a:rPr lang="en-US" smtClean="0"/>
              <a:pPr/>
              <a:t>26</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2EBD6F5-F0B7-9B26-0099-B1DB07D42C9F}"/>
                  </a:ext>
                </a:extLst>
              </p14:cNvPr>
              <p14:cNvContentPartPr/>
              <p14:nvPr/>
            </p14:nvContentPartPr>
            <p14:xfrm>
              <a:off x="1593360" y="2127840"/>
              <a:ext cx="17640" cy="55800"/>
            </p14:xfrm>
          </p:contentPart>
        </mc:Choice>
        <mc:Fallback xmlns="">
          <p:pic>
            <p:nvPicPr>
              <p:cNvPr id="3" name="Ink 2">
                <a:extLst>
                  <a:ext uri="{FF2B5EF4-FFF2-40B4-BE49-F238E27FC236}">
                    <a16:creationId xmlns:a16="http://schemas.microsoft.com/office/drawing/2014/main" id="{12EBD6F5-F0B7-9B26-0099-B1DB07D42C9F}"/>
                  </a:ext>
                </a:extLst>
              </p:cNvPr>
              <p:cNvPicPr/>
              <p:nvPr/>
            </p:nvPicPr>
            <p:blipFill>
              <a:blip r:embed="rId3"/>
              <a:stretch>
                <a:fillRect/>
              </a:stretch>
            </p:blipFill>
            <p:spPr>
              <a:xfrm>
                <a:off x="1589040" y="2123520"/>
                <a:ext cx="262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ABECDF9-7B4B-B98D-A0FA-2D999E3AC0CE}"/>
                  </a:ext>
                </a:extLst>
              </p14:cNvPr>
              <p14:cNvContentPartPr/>
              <p14:nvPr/>
            </p14:nvContentPartPr>
            <p14:xfrm>
              <a:off x="2141040" y="1708800"/>
              <a:ext cx="90720" cy="377280"/>
            </p14:xfrm>
          </p:contentPart>
        </mc:Choice>
        <mc:Fallback xmlns="">
          <p:pic>
            <p:nvPicPr>
              <p:cNvPr id="4" name="Ink 3">
                <a:extLst>
                  <a:ext uri="{FF2B5EF4-FFF2-40B4-BE49-F238E27FC236}">
                    <a16:creationId xmlns:a16="http://schemas.microsoft.com/office/drawing/2014/main" id="{9ABECDF9-7B4B-B98D-A0FA-2D999E3AC0CE}"/>
                  </a:ext>
                </a:extLst>
              </p:cNvPr>
              <p:cNvPicPr/>
              <p:nvPr/>
            </p:nvPicPr>
            <p:blipFill>
              <a:blip r:embed="rId5"/>
              <a:stretch>
                <a:fillRect/>
              </a:stretch>
            </p:blipFill>
            <p:spPr>
              <a:xfrm>
                <a:off x="2136720" y="1704480"/>
                <a:ext cx="993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7F8E54F-AF5C-6371-90E2-65E9ABBD605F}"/>
                  </a:ext>
                </a:extLst>
              </p14:cNvPr>
              <p14:cNvContentPartPr/>
              <p14:nvPr/>
            </p14:nvContentPartPr>
            <p14:xfrm>
              <a:off x="2195040" y="1505760"/>
              <a:ext cx="4510440" cy="704880"/>
            </p14:xfrm>
          </p:contentPart>
        </mc:Choice>
        <mc:Fallback xmlns="">
          <p:pic>
            <p:nvPicPr>
              <p:cNvPr id="5" name="Ink 4">
                <a:extLst>
                  <a:ext uri="{FF2B5EF4-FFF2-40B4-BE49-F238E27FC236}">
                    <a16:creationId xmlns:a16="http://schemas.microsoft.com/office/drawing/2014/main" id="{67F8E54F-AF5C-6371-90E2-65E9ABBD605F}"/>
                  </a:ext>
                </a:extLst>
              </p:cNvPr>
              <p:cNvPicPr/>
              <p:nvPr/>
            </p:nvPicPr>
            <p:blipFill>
              <a:blip r:embed="rId7"/>
              <a:stretch>
                <a:fillRect/>
              </a:stretch>
            </p:blipFill>
            <p:spPr>
              <a:xfrm>
                <a:off x="2190720" y="1501440"/>
                <a:ext cx="451908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D1306544-28A8-A852-8A5D-810700A01761}"/>
                  </a:ext>
                </a:extLst>
              </p14:cNvPr>
              <p14:cNvContentPartPr/>
              <p14:nvPr/>
            </p14:nvContentPartPr>
            <p14:xfrm>
              <a:off x="2233560" y="2060160"/>
              <a:ext cx="35280" cy="142920"/>
            </p14:xfrm>
          </p:contentPart>
        </mc:Choice>
        <mc:Fallback xmlns="">
          <p:pic>
            <p:nvPicPr>
              <p:cNvPr id="6" name="Ink 5">
                <a:extLst>
                  <a:ext uri="{FF2B5EF4-FFF2-40B4-BE49-F238E27FC236}">
                    <a16:creationId xmlns:a16="http://schemas.microsoft.com/office/drawing/2014/main" id="{D1306544-28A8-A852-8A5D-810700A01761}"/>
                  </a:ext>
                </a:extLst>
              </p:cNvPr>
              <p:cNvPicPr/>
              <p:nvPr/>
            </p:nvPicPr>
            <p:blipFill>
              <a:blip r:embed="rId9"/>
              <a:stretch>
                <a:fillRect/>
              </a:stretch>
            </p:blipFill>
            <p:spPr>
              <a:xfrm>
                <a:off x="2229240" y="2055840"/>
                <a:ext cx="439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D652A64E-3D00-E78B-8F2F-54AC7108EF1C}"/>
                  </a:ext>
                </a:extLst>
              </p14:cNvPr>
              <p14:cNvContentPartPr/>
              <p14:nvPr/>
            </p14:nvContentPartPr>
            <p14:xfrm>
              <a:off x="2639640" y="1726800"/>
              <a:ext cx="33120" cy="439560"/>
            </p14:xfrm>
          </p:contentPart>
        </mc:Choice>
        <mc:Fallback xmlns="">
          <p:pic>
            <p:nvPicPr>
              <p:cNvPr id="7" name="Ink 6">
                <a:extLst>
                  <a:ext uri="{FF2B5EF4-FFF2-40B4-BE49-F238E27FC236}">
                    <a16:creationId xmlns:a16="http://schemas.microsoft.com/office/drawing/2014/main" id="{D652A64E-3D00-E78B-8F2F-54AC7108EF1C}"/>
                  </a:ext>
                </a:extLst>
              </p:cNvPr>
              <p:cNvPicPr/>
              <p:nvPr/>
            </p:nvPicPr>
            <p:blipFill>
              <a:blip r:embed="rId11"/>
              <a:stretch>
                <a:fillRect/>
              </a:stretch>
            </p:blipFill>
            <p:spPr>
              <a:xfrm>
                <a:off x="2635320" y="1722480"/>
                <a:ext cx="417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D98FD303-F33A-57C5-8D92-81A4481D8176}"/>
                  </a:ext>
                </a:extLst>
              </p14:cNvPr>
              <p14:cNvContentPartPr/>
              <p14:nvPr/>
            </p14:nvContentPartPr>
            <p14:xfrm>
              <a:off x="3249840" y="1742640"/>
              <a:ext cx="19440" cy="403200"/>
            </p14:xfrm>
          </p:contentPart>
        </mc:Choice>
        <mc:Fallback xmlns="">
          <p:pic>
            <p:nvPicPr>
              <p:cNvPr id="8" name="Ink 7">
                <a:extLst>
                  <a:ext uri="{FF2B5EF4-FFF2-40B4-BE49-F238E27FC236}">
                    <a16:creationId xmlns:a16="http://schemas.microsoft.com/office/drawing/2014/main" id="{D98FD303-F33A-57C5-8D92-81A4481D8176}"/>
                  </a:ext>
                </a:extLst>
              </p:cNvPr>
              <p:cNvPicPr/>
              <p:nvPr/>
            </p:nvPicPr>
            <p:blipFill>
              <a:blip r:embed="rId13"/>
              <a:stretch>
                <a:fillRect/>
              </a:stretch>
            </p:blipFill>
            <p:spPr>
              <a:xfrm>
                <a:off x="3245520" y="1738320"/>
                <a:ext cx="2808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914626F-5911-9A2E-19EA-393A39F3493A}"/>
                  </a:ext>
                </a:extLst>
              </p14:cNvPr>
              <p14:cNvContentPartPr/>
              <p14:nvPr/>
            </p14:nvContentPartPr>
            <p14:xfrm>
              <a:off x="3715680" y="1689000"/>
              <a:ext cx="50400" cy="468000"/>
            </p14:xfrm>
          </p:contentPart>
        </mc:Choice>
        <mc:Fallback xmlns="">
          <p:pic>
            <p:nvPicPr>
              <p:cNvPr id="9" name="Ink 8">
                <a:extLst>
                  <a:ext uri="{FF2B5EF4-FFF2-40B4-BE49-F238E27FC236}">
                    <a16:creationId xmlns:a16="http://schemas.microsoft.com/office/drawing/2014/main" id="{F914626F-5911-9A2E-19EA-393A39F3493A}"/>
                  </a:ext>
                </a:extLst>
              </p:cNvPr>
              <p:cNvPicPr/>
              <p:nvPr/>
            </p:nvPicPr>
            <p:blipFill>
              <a:blip r:embed="rId15"/>
              <a:stretch>
                <a:fillRect/>
              </a:stretch>
            </p:blipFill>
            <p:spPr>
              <a:xfrm>
                <a:off x="3711360" y="1684680"/>
                <a:ext cx="5904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6976A53-48D8-584E-DC45-CA45BD9F45DB}"/>
                  </a:ext>
                </a:extLst>
              </p14:cNvPr>
              <p14:cNvContentPartPr/>
              <p14:nvPr/>
            </p14:nvContentPartPr>
            <p14:xfrm>
              <a:off x="5975400" y="1501800"/>
              <a:ext cx="56880" cy="557280"/>
            </p14:xfrm>
          </p:contentPart>
        </mc:Choice>
        <mc:Fallback xmlns="">
          <p:pic>
            <p:nvPicPr>
              <p:cNvPr id="10" name="Ink 9">
                <a:extLst>
                  <a:ext uri="{FF2B5EF4-FFF2-40B4-BE49-F238E27FC236}">
                    <a16:creationId xmlns:a16="http://schemas.microsoft.com/office/drawing/2014/main" id="{E6976A53-48D8-584E-DC45-CA45BD9F45DB}"/>
                  </a:ext>
                </a:extLst>
              </p:cNvPr>
              <p:cNvPicPr/>
              <p:nvPr/>
            </p:nvPicPr>
            <p:blipFill>
              <a:blip r:embed="rId17"/>
              <a:stretch>
                <a:fillRect/>
              </a:stretch>
            </p:blipFill>
            <p:spPr>
              <a:xfrm>
                <a:off x="5971080" y="1497480"/>
                <a:ext cx="6552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B40A9317-E6D3-B82F-4141-F79D330910E8}"/>
                  </a:ext>
                </a:extLst>
              </p14:cNvPr>
              <p14:cNvContentPartPr/>
              <p14:nvPr/>
            </p14:nvContentPartPr>
            <p14:xfrm>
              <a:off x="171840" y="1871520"/>
              <a:ext cx="297000" cy="372600"/>
            </p14:xfrm>
          </p:contentPart>
        </mc:Choice>
        <mc:Fallback xmlns="">
          <p:pic>
            <p:nvPicPr>
              <p:cNvPr id="11" name="Ink 10">
                <a:extLst>
                  <a:ext uri="{FF2B5EF4-FFF2-40B4-BE49-F238E27FC236}">
                    <a16:creationId xmlns:a16="http://schemas.microsoft.com/office/drawing/2014/main" id="{B40A9317-E6D3-B82F-4141-F79D330910E8}"/>
                  </a:ext>
                </a:extLst>
              </p:cNvPr>
              <p:cNvPicPr/>
              <p:nvPr/>
            </p:nvPicPr>
            <p:blipFill>
              <a:blip r:embed="rId19"/>
              <a:stretch>
                <a:fillRect/>
              </a:stretch>
            </p:blipFill>
            <p:spPr>
              <a:xfrm>
                <a:off x="167520" y="1867200"/>
                <a:ext cx="3056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1A66BF5-8D48-D072-FA37-E051C6E84DAC}"/>
                  </a:ext>
                </a:extLst>
              </p14:cNvPr>
              <p14:cNvContentPartPr/>
              <p14:nvPr/>
            </p14:nvContentPartPr>
            <p14:xfrm>
              <a:off x="431400" y="2069160"/>
              <a:ext cx="121680" cy="142200"/>
            </p14:xfrm>
          </p:contentPart>
        </mc:Choice>
        <mc:Fallback xmlns="">
          <p:pic>
            <p:nvPicPr>
              <p:cNvPr id="12" name="Ink 11">
                <a:extLst>
                  <a:ext uri="{FF2B5EF4-FFF2-40B4-BE49-F238E27FC236}">
                    <a16:creationId xmlns:a16="http://schemas.microsoft.com/office/drawing/2014/main" id="{01A66BF5-8D48-D072-FA37-E051C6E84DAC}"/>
                  </a:ext>
                </a:extLst>
              </p:cNvPr>
              <p:cNvPicPr/>
              <p:nvPr/>
            </p:nvPicPr>
            <p:blipFill>
              <a:blip r:embed="rId21"/>
              <a:stretch>
                <a:fillRect/>
              </a:stretch>
            </p:blipFill>
            <p:spPr>
              <a:xfrm>
                <a:off x="427080" y="2064840"/>
                <a:ext cx="130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D6307927-07D4-D3E3-F0F8-E8114CE60A59}"/>
                  </a:ext>
                </a:extLst>
              </p14:cNvPr>
              <p14:cNvContentPartPr/>
              <p14:nvPr/>
            </p14:nvContentPartPr>
            <p14:xfrm>
              <a:off x="554880" y="1898520"/>
              <a:ext cx="68040" cy="307440"/>
            </p14:xfrm>
          </p:contentPart>
        </mc:Choice>
        <mc:Fallback xmlns="">
          <p:pic>
            <p:nvPicPr>
              <p:cNvPr id="13" name="Ink 12">
                <a:extLst>
                  <a:ext uri="{FF2B5EF4-FFF2-40B4-BE49-F238E27FC236}">
                    <a16:creationId xmlns:a16="http://schemas.microsoft.com/office/drawing/2014/main" id="{D6307927-07D4-D3E3-F0F8-E8114CE60A59}"/>
                  </a:ext>
                </a:extLst>
              </p:cNvPr>
              <p:cNvPicPr/>
              <p:nvPr/>
            </p:nvPicPr>
            <p:blipFill>
              <a:blip r:embed="rId23"/>
              <a:stretch>
                <a:fillRect/>
              </a:stretch>
            </p:blipFill>
            <p:spPr>
              <a:xfrm>
                <a:off x="550560" y="1894200"/>
                <a:ext cx="766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C1AFCDBE-7A4D-734B-C95C-DF2D3925715D}"/>
                  </a:ext>
                </a:extLst>
              </p14:cNvPr>
              <p14:cNvContentPartPr/>
              <p14:nvPr/>
            </p14:nvContentPartPr>
            <p14:xfrm>
              <a:off x="541560" y="2028840"/>
              <a:ext cx="267480" cy="210600"/>
            </p14:xfrm>
          </p:contentPart>
        </mc:Choice>
        <mc:Fallback xmlns="">
          <p:pic>
            <p:nvPicPr>
              <p:cNvPr id="14" name="Ink 13">
                <a:extLst>
                  <a:ext uri="{FF2B5EF4-FFF2-40B4-BE49-F238E27FC236}">
                    <a16:creationId xmlns:a16="http://schemas.microsoft.com/office/drawing/2014/main" id="{C1AFCDBE-7A4D-734B-C95C-DF2D3925715D}"/>
                  </a:ext>
                </a:extLst>
              </p:cNvPr>
              <p:cNvPicPr/>
              <p:nvPr/>
            </p:nvPicPr>
            <p:blipFill>
              <a:blip r:embed="rId25"/>
              <a:stretch>
                <a:fillRect/>
              </a:stretch>
            </p:blipFill>
            <p:spPr>
              <a:xfrm>
                <a:off x="537240" y="2024520"/>
                <a:ext cx="2761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8DE55BB-6C0A-FC52-173F-EA547693349B}"/>
                  </a:ext>
                </a:extLst>
              </p14:cNvPr>
              <p14:cNvContentPartPr/>
              <p14:nvPr/>
            </p14:nvContentPartPr>
            <p14:xfrm>
              <a:off x="314400" y="2446080"/>
              <a:ext cx="36720" cy="303480"/>
            </p14:xfrm>
          </p:contentPart>
        </mc:Choice>
        <mc:Fallback xmlns="">
          <p:pic>
            <p:nvPicPr>
              <p:cNvPr id="15" name="Ink 14">
                <a:extLst>
                  <a:ext uri="{FF2B5EF4-FFF2-40B4-BE49-F238E27FC236}">
                    <a16:creationId xmlns:a16="http://schemas.microsoft.com/office/drawing/2014/main" id="{E8DE55BB-6C0A-FC52-173F-EA547693349B}"/>
                  </a:ext>
                </a:extLst>
              </p:cNvPr>
              <p:cNvPicPr/>
              <p:nvPr/>
            </p:nvPicPr>
            <p:blipFill>
              <a:blip r:embed="rId27"/>
              <a:stretch>
                <a:fillRect/>
              </a:stretch>
            </p:blipFill>
            <p:spPr>
              <a:xfrm>
                <a:off x="310080" y="2441760"/>
                <a:ext cx="45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76C509B6-84BE-DB39-360B-0FDE7D94E0C1}"/>
                  </a:ext>
                </a:extLst>
              </p14:cNvPr>
              <p14:cNvContentPartPr/>
              <p14:nvPr/>
            </p14:nvContentPartPr>
            <p14:xfrm>
              <a:off x="303960" y="2279760"/>
              <a:ext cx="553680" cy="512280"/>
            </p14:xfrm>
          </p:contentPart>
        </mc:Choice>
        <mc:Fallback xmlns="">
          <p:pic>
            <p:nvPicPr>
              <p:cNvPr id="16" name="Ink 15">
                <a:extLst>
                  <a:ext uri="{FF2B5EF4-FFF2-40B4-BE49-F238E27FC236}">
                    <a16:creationId xmlns:a16="http://schemas.microsoft.com/office/drawing/2014/main" id="{76C509B6-84BE-DB39-360B-0FDE7D94E0C1}"/>
                  </a:ext>
                </a:extLst>
              </p:cNvPr>
              <p:cNvPicPr/>
              <p:nvPr/>
            </p:nvPicPr>
            <p:blipFill>
              <a:blip r:embed="rId29"/>
              <a:stretch>
                <a:fillRect/>
              </a:stretch>
            </p:blipFill>
            <p:spPr>
              <a:xfrm>
                <a:off x="299640" y="2275440"/>
                <a:ext cx="56232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05DBC7CA-C0E4-7C6A-2D6B-9A79F3E17D97}"/>
                  </a:ext>
                </a:extLst>
              </p14:cNvPr>
              <p14:cNvContentPartPr/>
              <p14:nvPr/>
            </p14:nvContentPartPr>
            <p14:xfrm>
              <a:off x="590880" y="1838760"/>
              <a:ext cx="1431360" cy="741600"/>
            </p14:xfrm>
          </p:contentPart>
        </mc:Choice>
        <mc:Fallback xmlns="">
          <p:pic>
            <p:nvPicPr>
              <p:cNvPr id="17" name="Ink 16">
                <a:extLst>
                  <a:ext uri="{FF2B5EF4-FFF2-40B4-BE49-F238E27FC236}">
                    <a16:creationId xmlns:a16="http://schemas.microsoft.com/office/drawing/2014/main" id="{05DBC7CA-C0E4-7C6A-2D6B-9A79F3E17D97}"/>
                  </a:ext>
                </a:extLst>
              </p:cNvPr>
              <p:cNvPicPr/>
              <p:nvPr/>
            </p:nvPicPr>
            <p:blipFill>
              <a:blip r:embed="rId31"/>
              <a:stretch>
                <a:fillRect/>
              </a:stretch>
            </p:blipFill>
            <p:spPr>
              <a:xfrm>
                <a:off x="586560" y="1834440"/>
                <a:ext cx="144000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DC2C0CA0-B8DB-BC46-6067-76D185E84D5B}"/>
                  </a:ext>
                </a:extLst>
              </p14:cNvPr>
              <p14:cNvContentPartPr/>
              <p14:nvPr/>
            </p14:nvContentPartPr>
            <p14:xfrm>
              <a:off x="1944120" y="1873320"/>
              <a:ext cx="273600" cy="204480"/>
            </p14:xfrm>
          </p:contentPart>
        </mc:Choice>
        <mc:Fallback xmlns="">
          <p:pic>
            <p:nvPicPr>
              <p:cNvPr id="18" name="Ink 17">
                <a:extLst>
                  <a:ext uri="{FF2B5EF4-FFF2-40B4-BE49-F238E27FC236}">
                    <a16:creationId xmlns:a16="http://schemas.microsoft.com/office/drawing/2014/main" id="{DC2C0CA0-B8DB-BC46-6067-76D185E84D5B}"/>
                  </a:ext>
                </a:extLst>
              </p:cNvPr>
              <p:cNvPicPr/>
              <p:nvPr/>
            </p:nvPicPr>
            <p:blipFill>
              <a:blip r:embed="rId33"/>
              <a:stretch>
                <a:fillRect/>
              </a:stretch>
            </p:blipFill>
            <p:spPr>
              <a:xfrm>
                <a:off x="1939800" y="1869000"/>
                <a:ext cx="282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EC44377B-A185-56B6-5256-A9D44471182C}"/>
                  </a:ext>
                </a:extLst>
              </p14:cNvPr>
              <p14:cNvContentPartPr/>
              <p14:nvPr/>
            </p14:nvContentPartPr>
            <p14:xfrm>
              <a:off x="2366400" y="2322600"/>
              <a:ext cx="133200" cy="145440"/>
            </p14:xfrm>
          </p:contentPart>
        </mc:Choice>
        <mc:Fallback xmlns="">
          <p:pic>
            <p:nvPicPr>
              <p:cNvPr id="19" name="Ink 18">
                <a:extLst>
                  <a:ext uri="{FF2B5EF4-FFF2-40B4-BE49-F238E27FC236}">
                    <a16:creationId xmlns:a16="http://schemas.microsoft.com/office/drawing/2014/main" id="{EC44377B-A185-56B6-5256-A9D44471182C}"/>
                  </a:ext>
                </a:extLst>
              </p:cNvPr>
              <p:cNvPicPr/>
              <p:nvPr/>
            </p:nvPicPr>
            <p:blipFill>
              <a:blip r:embed="rId35"/>
              <a:stretch>
                <a:fillRect/>
              </a:stretch>
            </p:blipFill>
            <p:spPr>
              <a:xfrm>
                <a:off x="2362080" y="2318280"/>
                <a:ext cx="1418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49CB072B-EF4D-DA8F-1786-7E573A41A3A7}"/>
                  </a:ext>
                </a:extLst>
              </p14:cNvPr>
              <p14:cNvContentPartPr/>
              <p14:nvPr/>
            </p14:nvContentPartPr>
            <p14:xfrm>
              <a:off x="2899560" y="2291640"/>
              <a:ext cx="21960" cy="200520"/>
            </p14:xfrm>
          </p:contentPart>
        </mc:Choice>
        <mc:Fallback xmlns="">
          <p:pic>
            <p:nvPicPr>
              <p:cNvPr id="20" name="Ink 19">
                <a:extLst>
                  <a:ext uri="{FF2B5EF4-FFF2-40B4-BE49-F238E27FC236}">
                    <a16:creationId xmlns:a16="http://schemas.microsoft.com/office/drawing/2014/main" id="{49CB072B-EF4D-DA8F-1786-7E573A41A3A7}"/>
                  </a:ext>
                </a:extLst>
              </p:cNvPr>
              <p:cNvPicPr/>
              <p:nvPr/>
            </p:nvPicPr>
            <p:blipFill>
              <a:blip r:embed="rId37"/>
              <a:stretch>
                <a:fillRect/>
              </a:stretch>
            </p:blipFill>
            <p:spPr>
              <a:xfrm>
                <a:off x="2895240" y="2287320"/>
                <a:ext cx="30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B1669222-289C-2DA6-DC26-2F91E8375865}"/>
                  </a:ext>
                </a:extLst>
              </p14:cNvPr>
              <p14:cNvContentPartPr/>
              <p14:nvPr/>
            </p14:nvContentPartPr>
            <p14:xfrm>
              <a:off x="3442440" y="2356800"/>
              <a:ext cx="144720" cy="148680"/>
            </p14:xfrm>
          </p:contentPart>
        </mc:Choice>
        <mc:Fallback xmlns="">
          <p:pic>
            <p:nvPicPr>
              <p:cNvPr id="21" name="Ink 20">
                <a:extLst>
                  <a:ext uri="{FF2B5EF4-FFF2-40B4-BE49-F238E27FC236}">
                    <a16:creationId xmlns:a16="http://schemas.microsoft.com/office/drawing/2014/main" id="{B1669222-289C-2DA6-DC26-2F91E8375865}"/>
                  </a:ext>
                </a:extLst>
              </p:cNvPr>
              <p:cNvPicPr/>
              <p:nvPr/>
            </p:nvPicPr>
            <p:blipFill>
              <a:blip r:embed="rId39"/>
              <a:stretch>
                <a:fillRect/>
              </a:stretch>
            </p:blipFill>
            <p:spPr>
              <a:xfrm>
                <a:off x="3438120" y="2352480"/>
                <a:ext cx="1533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8C2C51E5-D594-506B-182F-BDE66E584D7F}"/>
                  </a:ext>
                </a:extLst>
              </p14:cNvPr>
              <p14:cNvContentPartPr/>
              <p14:nvPr/>
            </p14:nvContentPartPr>
            <p14:xfrm>
              <a:off x="4017720" y="2281200"/>
              <a:ext cx="111240" cy="256680"/>
            </p14:xfrm>
          </p:contentPart>
        </mc:Choice>
        <mc:Fallback xmlns="">
          <p:pic>
            <p:nvPicPr>
              <p:cNvPr id="22" name="Ink 21">
                <a:extLst>
                  <a:ext uri="{FF2B5EF4-FFF2-40B4-BE49-F238E27FC236}">
                    <a16:creationId xmlns:a16="http://schemas.microsoft.com/office/drawing/2014/main" id="{8C2C51E5-D594-506B-182F-BDE66E584D7F}"/>
                  </a:ext>
                </a:extLst>
              </p:cNvPr>
              <p:cNvPicPr/>
              <p:nvPr/>
            </p:nvPicPr>
            <p:blipFill>
              <a:blip r:embed="rId41"/>
              <a:stretch>
                <a:fillRect/>
              </a:stretch>
            </p:blipFill>
            <p:spPr>
              <a:xfrm>
                <a:off x="4013400" y="2276880"/>
                <a:ext cx="1198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5D3CD81F-DF5B-57D0-B594-EE725F54B05E}"/>
                  </a:ext>
                </a:extLst>
              </p14:cNvPr>
              <p14:cNvContentPartPr/>
              <p14:nvPr/>
            </p14:nvContentPartPr>
            <p14:xfrm>
              <a:off x="6156480" y="2395680"/>
              <a:ext cx="133560" cy="96480"/>
            </p14:xfrm>
          </p:contentPart>
        </mc:Choice>
        <mc:Fallback xmlns="">
          <p:pic>
            <p:nvPicPr>
              <p:cNvPr id="23" name="Ink 22">
                <a:extLst>
                  <a:ext uri="{FF2B5EF4-FFF2-40B4-BE49-F238E27FC236}">
                    <a16:creationId xmlns:a16="http://schemas.microsoft.com/office/drawing/2014/main" id="{5D3CD81F-DF5B-57D0-B594-EE725F54B05E}"/>
                  </a:ext>
                </a:extLst>
              </p:cNvPr>
              <p:cNvPicPr/>
              <p:nvPr/>
            </p:nvPicPr>
            <p:blipFill>
              <a:blip r:embed="rId43"/>
              <a:stretch>
                <a:fillRect/>
              </a:stretch>
            </p:blipFill>
            <p:spPr>
              <a:xfrm>
                <a:off x="6152160" y="2391360"/>
                <a:ext cx="142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A77C230C-2C61-8192-B1F5-E973E350B41E}"/>
                  </a:ext>
                </a:extLst>
              </p14:cNvPr>
              <p14:cNvContentPartPr/>
              <p14:nvPr/>
            </p14:nvContentPartPr>
            <p14:xfrm>
              <a:off x="6445200" y="2421600"/>
              <a:ext cx="129240" cy="7200"/>
            </p14:xfrm>
          </p:contentPart>
        </mc:Choice>
        <mc:Fallback xmlns="">
          <p:pic>
            <p:nvPicPr>
              <p:cNvPr id="24" name="Ink 23">
                <a:extLst>
                  <a:ext uri="{FF2B5EF4-FFF2-40B4-BE49-F238E27FC236}">
                    <a16:creationId xmlns:a16="http://schemas.microsoft.com/office/drawing/2014/main" id="{A77C230C-2C61-8192-B1F5-E973E350B41E}"/>
                  </a:ext>
                </a:extLst>
              </p:cNvPr>
              <p:cNvPicPr/>
              <p:nvPr/>
            </p:nvPicPr>
            <p:blipFill>
              <a:blip r:embed="rId45"/>
              <a:stretch>
                <a:fillRect/>
              </a:stretch>
            </p:blipFill>
            <p:spPr>
              <a:xfrm>
                <a:off x="6440880" y="2417280"/>
                <a:ext cx="13788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86529DAB-F234-DB22-D489-87FB032606AC}"/>
                  </a:ext>
                </a:extLst>
              </p14:cNvPr>
              <p14:cNvContentPartPr/>
              <p14:nvPr/>
            </p14:nvContentPartPr>
            <p14:xfrm>
              <a:off x="6772440" y="2318640"/>
              <a:ext cx="40680" cy="208440"/>
            </p14:xfrm>
          </p:contentPart>
        </mc:Choice>
        <mc:Fallback xmlns="">
          <p:pic>
            <p:nvPicPr>
              <p:cNvPr id="25" name="Ink 24">
                <a:extLst>
                  <a:ext uri="{FF2B5EF4-FFF2-40B4-BE49-F238E27FC236}">
                    <a16:creationId xmlns:a16="http://schemas.microsoft.com/office/drawing/2014/main" id="{86529DAB-F234-DB22-D489-87FB032606AC}"/>
                  </a:ext>
                </a:extLst>
              </p:cNvPr>
              <p:cNvPicPr/>
              <p:nvPr/>
            </p:nvPicPr>
            <p:blipFill>
              <a:blip r:embed="rId47"/>
              <a:stretch>
                <a:fillRect/>
              </a:stretch>
            </p:blipFill>
            <p:spPr>
              <a:xfrm>
                <a:off x="6768120" y="2314320"/>
                <a:ext cx="493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79FF6962-4EFC-749A-D373-5B3F2528B4E2}"/>
                  </a:ext>
                </a:extLst>
              </p14:cNvPr>
              <p14:cNvContentPartPr/>
              <p14:nvPr/>
            </p14:nvContentPartPr>
            <p14:xfrm>
              <a:off x="5330280" y="1549320"/>
              <a:ext cx="83520" cy="553320"/>
            </p14:xfrm>
          </p:contentPart>
        </mc:Choice>
        <mc:Fallback xmlns="">
          <p:pic>
            <p:nvPicPr>
              <p:cNvPr id="26" name="Ink 25">
                <a:extLst>
                  <a:ext uri="{FF2B5EF4-FFF2-40B4-BE49-F238E27FC236}">
                    <a16:creationId xmlns:a16="http://schemas.microsoft.com/office/drawing/2014/main" id="{79FF6962-4EFC-749A-D373-5B3F2528B4E2}"/>
                  </a:ext>
                </a:extLst>
              </p:cNvPr>
              <p:cNvPicPr/>
              <p:nvPr/>
            </p:nvPicPr>
            <p:blipFill>
              <a:blip r:embed="rId49"/>
              <a:stretch>
                <a:fillRect/>
              </a:stretch>
            </p:blipFill>
            <p:spPr>
              <a:xfrm>
                <a:off x="5325960" y="1545000"/>
                <a:ext cx="92160" cy="561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2E2FE910-620C-3531-D7DA-5AF910252DB0}"/>
                  </a:ext>
                </a:extLst>
              </p14:cNvPr>
              <p14:cNvContentPartPr/>
              <p14:nvPr/>
            </p14:nvContentPartPr>
            <p14:xfrm>
              <a:off x="5391480" y="2395320"/>
              <a:ext cx="92520" cy="142560"/>
            </p14:xfrm>
          </p:contentPart>
        </mc:Choice>
        <mc:Fallback xmlns="">
          <p:pic>
            <p:nvPicPr>
              <p:cNvPr id="27" name="Ink 26">
                <a:extLst>
                  <a:ext uri="{FF2B5EF4-FFF2-40B4-BE49-F238E27FC236}">
                    <a16:creationId xmlns:a16="http://schemas.microsoft.com/office/drawing/2014/main" id="{2E2FE910-620C-3531-D7DA-5AF910252DB0}"/>
                  </a:ext>
                </a:extLst>
              </p:cNvPr>
              <p:cNvPicPr/>
              <p:nvPr/>
            </p:nvPicPr>
            <p:blipFill>
              <a:blip r:embed="rId51"/>
              <a:stretch>
                <a:fillRect/>
              </a:stretch>
            </p:blipFill>
            <p:spPr>
              <a:xfrm>
                <a:off x="5387160" y="2391000"/>
                <a:ext cx="101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A94D2E93-B13E-50AA-4771-6522B75A1891}"/>
                  </a:ext>
                </a:extLst>
              </p14:cNvPr>
              <p14:cNvContentPartPr/>
              <p14:nvPr/>
            </p14:nvContentPartPr>
            <p14:xfrm>
              <a:off x="5600280" y="2462280"/>
              <a:ext cx="108000" cy="14400"/>
            </p14:xfrm>
          </p:contentPart>
        </mc:Choice>
        <mc:Fallback xmlns="">
          <p:pic>
            <p:nvPicPr>
              <p:cNvPr id="28" name="Ink 27">
                <a:extLst>
                  <a:ext uri="{FF2B5EF4-FFF2-40B4-BE49-F238E27FC236}">
                    <a16:creationId xmlns:a16="http://schemas.microsoft.com/office/drawing/2014/main" id="{A94D2E93-B13E-50AA-4771-6522B75A1891}"/>
                  </a:ext>
                </a:extLst>
              </p:cNvPr>
              <p:cNvPicPr/>
              <p:nvPr/>
            </p:nvPicPr>
            <p:blipFill>
              <a:blip r:embed="rId53"/>
              <a:stretch>
                <a:fillRect/>
              </a:stretch>
            </p:blipFill>
            <p:spPr>
              <a:xfrm>
                <a:off x="5595960" y="2457960"/>
                <a:ext cx="116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12F72595-77C6-9CCF-F148-796A5D07DAFE}"/>
                  </a:ext>
                </a:extLst>
              </p14:cNvPr>
              <p14:cNvContentPartPr/>
              <p14:nvPr/>
            </p14:nvContentPartPr>
            <p14:xfrm>
              <a:off x="5815560" y="2383440"/>
              <a:ext cx="96840" cy="137520"/>
            </p14:xfrm>
          </p:contentPart>
        </mc:Choice>
        <mc:Fallback xmlns="">
          <p:pic>
            <p:nvPicPr>
              <p:cNvPr id="29" name="Ink 28">
                <a:extLst>
                  <a:ext uri="{FF2B5EF4-FFF2-40B4-BE49-F238E27FC236}">
                    <a16:creationId xmlns:a16="http://schemas.microsoft.com/office/drawing/2014/main" id="{12F72595-77C6-9CCF-F148-796A5D07DAFE}"/>
                  </a:ext>
                </a:extLst>
              </p:cNvPr>
              <p:cNvPicPr/>
              <p:nvPr/>
            </p:nvPicPr>
            <p:blipFill>
              <a:blip r:embed="rId55"/>
              <a:stretch>
                <a:fillRect/>
              </a:stretch>
            </p:blipFill>
            <p:spPr>
              <a:xfrm>
                <a:off x="5811240" y="2379120"/>
                <a:ext cx="1054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87ECB37A-1D95-8BBB-910E-CD72DED8B4EB}"/>
                  </a:ext>
                </a:extLst>
              </p14:cNvPr>
              <p14:cNvContentPartPr/>
              <p14:nvPr/>
            </p14:nvContentPartPr>
            <p14:xfrm>
              <a:off x="4354680" y="1662000"/>
              <a:ext cx="11880" cy="479520"/>
            </p14:xfrm>
          </p:contentPart>
        </mc:Choice>
        <mc:Fallback xmlns="">
          <p:pic>
            <p:nvPicPr>
              <p:cNvPr id="30" name="Ink 29">
                <a:extLst>
                  <a:ext uri="{FF2B5EF4-FFF2-40B4-BE49-F238E27FC236}">
                    <a16:creationId xmlns:a16="http://schemas.microsoft.com/office/drawing/2014/main" id="{87ECB37A-1D95-8BBB-910E-CD72DED8B4EB}"/>
                  </a:ext>
                </a:extLst>
              </p:cNvPr>
              <p:cNvPicPr/>
              <p:nvPr/>
            </p:nvPicPr>
            <p:blipFill>
              <a:blip r:embed="rId57"/>
              <a:stretch>
                <a:fillRect/>
              </a:stretch>
            </p:blipFill>
            <p:spPr>
              <a:xfrm>
                <a:off x="4350360" y="1657680"/>
                <a:ext cx="20520"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43A4BB2D-C7A6-549A-6495-1A1CF6D1299D}"/>
                  </a:ext>
                </a:extLst>
              </p14:cNvPr>
              <p14:cNvContentPartPr/>
              <p14:nvPr/>
            </p14:nvContentPartPr>
            <p14:xfrm>
              <a:off x="1595160" y="3553800"/>
              <a:ext cx="57960" cy="6480"/>
            </p14:xfrm>
          </p:contentPart>
        </mc:Choice>
        <mc:Fallback xmlns="">
          <p:pic>
            <p:nvPicPr>
              <p:cNvPr id="34" name="Ink 33">
                <a:extLst>
                  <a:ext uri="{FF2B5EF4-FFF2-40B4-BE49-F238E27FC236}">
                    <a16:creationId xmlns:a16="http://schemas.microsoft.com/office/drawing/2014/main" id="{43A4BB2D-C7A6-549A-6495-1A1CF6D1299D}"/>
                  </a:ext>
                </a:extLst>
              </p:cNvPr>
              <p:cNvPicPr/>
              <p:nvPr/>
            </p:nvPicPr>
            <p:blipFill>
              <a:blip r:embed="rId59"/>
              <a:stretch>
                <a:fillRect/>
              </a:stretch>
            </p:blipFill>
            <p:spPr>
              <a:xfrm>
                <a:off x="1590840" y="3549480"/>
                <a:ext cx="66600" cy="15120"/>
              </a:xfrm>
              <a:prstGeom prst="rect">
                <a:avLst/>
              </a:prstGeom>
            </p:spPr>
          </p:pic>
        </mc:Fallback>
      </mc:AlternateContent>
      <p:grpSp>
        <p:nvGrpSpPr>
          <p:cNvPr id="44" name="Group 43">
            <a:extLst>
              <a:ext uri="{FF2B5EF4-FFF2-40B4-BE49-F238E27FC236}">
                <a16:creationId xmlns:a16="http://schemas.microsoft.com/office/drawing/2014/main" id="{E18B5DD9-48AD-FE9A-D7BE-4F5B482DEFF7}"/>
              </a:ext>
            </a:extLst>
          </p:cNvPr>
          <p:cNvGrpSpPr/>
          <p:nvPr/>
        </p:nvGrpSpPr>
        <p:grpSpPr>
          <a:xfrm>
            <a:off x="4624920" y="864960"/>
            <a:ext cx="1067040" cy="335520"/>
            <a:chOff x="4624920" y="864960"/>
            <a:chExt cx="1067040" cy="335520"/>
          </a:xfrm>
        </p:grpSpPr>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580FB7F5-BD9B-78AB-99ED-27DDB1B5D596}"/>
                    </a:ext>
                  </a:extLst>
                </p14:cNvPr>
                <p14:cNvContentPartPr/>
                <p14:nvPr/>
              </p14:nvContentPartPr>
              <p14:xfrm>
                <a:off x="4624920" y="901320"/>
                <a:ext cx="221760" cy="243000"/>
              </p14:xfrm>
            </p:contentPart>
          </mc:Choice>
          <mc:Fallback xmlns="">
            <p:pic>
              <p:nvPicPr>
                <p:cNvPr id="38" name="Ink 37">
                  <a:extLst>
                    <a:ext uri="{FF2B5EF4-FFF2-40B4-BE49-F238E27FC236}">
                      <a16:creationId xmlns:a16="http://schemas.microsoft.com/office/drawing/2014/main" id="{580FB7F5-BD9B-78AB-99ED-27DDB1B5D596}"/>
                    </a:ext>
                  </a:extLst>
                </p:cNvPr>
                <p:cNvPicPr/>
                <p:nvPr/>
              </p:nvPicPr>
              <p:blipFill>
                <a:blip r:embed="rId61"/>
                <a:stretch>
                  <a:fillRect/>
                </a:stretch>
              </p:blipFill>
              <p:spPr>
                <a:xfrm>
                  <a:off x="4620600" y="897000"/>
                  <a:ext cx="2304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2D474CCF-F1FD-2C60-7975-96C9C629EFD0}"/>
                    </a:ext>
                  </a:extLst>
                </p14:cNvPr>
                <p14:cNvContentPartPr/>
                <p14:nvPr/>
              </p14:nvContentPartPr>
              <p14:xfrm>
                <a:off x="5038920" y="970800"/>
                <a:ext cx="214200" cy="39240"/>
              </p14:xfrm>
            </p:contentPart>
          </mc:Choice>
          <mc:Fallback xmlns="">
            <p:pic>
              <p:nvPicPr>
                <p:cNvPr id="39" name="Ink 38">
                  <a:extLst>
                    <a:ext uri="{FF2B5EF4-FFF2-40B4-BE49-F238E27FC236}">
                      <a16:creationId xmlns:a16="http://schemas.microsoft.com/office/drawing/2014/main" id="{2D474CCF-F1FD-2C60-7975-96C9C629EFD0}"/>
                    </a:ext>
                  </a:extLst>
                </p:cNvPr>
                <p:cNvPicPr/>
                <p:nvPr/>
              </p:nvPicPr>
              <p:blipFill>
                <a:blip r:embed="rId63"/>
                <a:stretch>
                  <a:fillRect/>
                </a:stretch>
              </p:blipFill>
              <p:spPr>
                <a:xfrm>
                  <a:off x="5034600" y="966480"/>
                  <a:ext cx="2228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A88352A0-B4BB-6ACE-944E-5CD126E2A9A3}"/>
                    </a:ext>
                  </a:extLst>
                </p14:cNvPr>
                <p14:cNvContentPartPr/>
                <p14:nvPr/>
              </p14:nvContentPartPr>
              <p14:xfrm>
                <a:off x="5025240" y="1105800"/>
                <a:ext cx="225360" cy="19440"/>
              </p14:xfrm>
            </p:contentPart>
          </mc:Choice>
          <mc:Fallback xmlns="">
            <p:pic>
              <p:nvPicPr>
                <p:cNvPr id="40" name="Ink 39">
                  <a:extLst>
                    <a:ext uri="{FF2B5EF4-FFF2-40B4-BE49-F238E27FC236}">
                      <a16:creationId xmlns:a16="http://schemas.microsoft.com/office/drawing/2014/main" id="{A88352A0-B4BB-6ACE-944E-5CD126E2A9A3}"/>
                    </a:ext>
                  </a:extLst>
                </p:cNvPr>
                <p:cNvPicPr/>
                <p:nvPr/>
              </p:nvPicPr>
              <p:blipFill>
                <a:blip r:embed="rId65"/>
                <a:stretch>
                  <a:fillRect/>
                </a:stretch>
              </p:blipFill>
              <p:spPr>
                <a:xfrm>
                  <a:off x="5020920" y="1101480"/>
                  <a:ext cx="234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9D0B1382-D289-2B68-BF95-4E68B350DB37}"/>
                    </a:ext>
                  </a:extLst>
                </p14:cNvPr>
                <p14:cNvContentPartPr/>
                <p14:nvPr/>
              </p14:nvContentPartPr>
              <p14:xfrm>
                <a:off x="5410440" y="864960"/>
                <a:ext cx="258480" cy="335520"/>
              </p14:xfrm>
            </p:contentPart>
          </mc:Choice>
          <mc:Fallback xmlns="">
            <p:pic>
              <p:nvPicPr>
                <p:cNvPr id="42" name="Ink 41">
                  <a:extLst>
                    <a:ext uri="{FF2B5EF4-FFF2-40B4-BE49-F238E27FC236}">
                      <a16:creationId xmlns:a16="http://schemas.microsoft.com/office/drawing/2014/main" id="{9D0B1382-D289-2B68-BF95-4E68B350DB37}"/>
                    </a:ext>
                  </a:extLst>
                </p:cNvPr>
                <p:cNvPicPr/>
                <p:nvPr/>
              </p:nvPicPr>
              <p:blipFill>
                <a:blip r:embed="rId67"/>
                <a:stretch>
                  <a:fillRect/>
                </a:stretch>
              </p:blipFill>
              <p:spPr>
                <a:xfrm>
                  <a:off x="5406120" y="860640"/>
                  <a:ext cx="26712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5511DEBE-BF91-1B1A-564B-2BADEF8DA7AB}"/>
                    </a:ext>
                  </a:extLst>
                </p14:cNvPr>
                <p14:cNvContentPartPr/>
                <p14:nvPr/>
              </p14:nvContentPartPr>
              <p14:xfrm>
                <a:off x="5470200" y="1013280"/>
                <a:ext cx="221760" cy="17640"/>
              </p14:xfrm>
            </p:contentPart>
          </mc:Choice>
          <mc:Fallback xmlns="">
            <p:pic>
              <p:nvPicPr>
                <p:cNvPr id="43" name="Ink 42">
                  <a:extLst>
                    <a:ext uri="{FF2B5EF4-FFF2-40B4-BE49-F238E27FC236}">
                      <a16:creationId xmlns:a16="http://schemas.microsoft.com/office/drawing/2014/main" id="{5511DEBE-BF91-1B1A-564B-2BADEF8DA7AB}"/>
                    </a:ext>
                  </a:extLst>
                </p:cNvPr>
                <p:cNvPicPr/>
                <p:nvPr/>
              </p:nvPicPr>
              <p:blipFill>
                <a:blip r:embed="rId69"/>
                <a:stretch>
                  <a:fillRect/>
                </a:stretch>
              </p:blipFill>
              <p:spPr>
                <a:xfrm>
                  <a:off x="5465880" y="1008960"/>
                  <a:ext cx="230400" cy="2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58" name="Ink 57">
                <a:extLst>
                  <a:ext uri="{FF2B5EF4-FFF2-40B4-BE49-F238E27FC236}">
                    <a16:creationId xmlns:a16="http://schemas.microsoft.com/office/drawing/2014/main" id="{ACE200D8-1703-BC9D-0A5B-528CE4935DC0}"/>
                  </a:ext>
                </a:extLst>
              </p14:cNvPr>
              <p14:cNvContentPartPr/>
              <p14:nvPr/>
            </p14:nvContentPartPr>
            <p14:xfrm>
              <a:off x="2305440" y="1898520"/>
              <a:ext cx="285120" cy="237600"/>
            </p14:xfrm>
          </p:contentPart>
        </mc:Choice>
        <mc:Fallback xmlns="">
          <p:pic>
            <p:nvPicPr>
              <p:cNvPr id="58" name="Ink 57">
                <a:extLst>
                  <a:ext uri="{FF2B5EF4-FFF2-40B4-BE49-F238E27FC236}">
                    <a16:creationId xmlns:a16="http://schemas.microsoft.com/office/drawing/2014/main" id="{ACE200D8-1703-BC9D-0A5B-528CE4935DC0}"/>
                  </a:ext>
                </a:extLst>
              </p:cNvPr>
              <p:cNvPicPr/>
              <p:nvPr/>
            </p:nvPicPr>
            <p:blipFill>
              <a:blip r:embed="rId71"/>
              <a:stretch>
                <a:fillRect/>
              </a:stretch>
            </p:blipFill>
            <p:spPr>
              <a:xfrm>
                <a:off x="2301120" y="1894200"/>
                <a:ext cx="293760" cy="246240"/>
              </a:xfrm>
              <a:prstGeom prst="rect">
                <a:avLst/>
              </a:prstGeom>
            </p:spPr>
          </p:pic>
        </mc:Fallback>
      </mc:AlternateContent>
      <p:grpSp>
        <p:nvGrpSpPr>
          <p:cNvPr id="81" name="Group 80">
            <a:extLst>
              <a:ext uri="{FF2B5EF4-FFF2-40B4-BE49-F238E27FC236}">
                <a16:creationId xmlns:a16="http://schemas.microsoft.com/office/drawing/2014/main" id="{39FCC6D2-A82C-8DC8-2E1F-D74CA4947CBC}"/>
              </a:ext>
            </a:extLst>
          </p:cNvPr>
          <p:cNvGrpSpPr/>
          <p:nvPr/>
        </p:nvGrpSpPr>
        <p:grpSpPr>
          <a:xfrm>
            <a:off x="2938680" y="1920120"/>
            <a:ext cx="224640" cy="186480"/>
            <a:chOff x="2938680" y="1920120"/>
            <a:chExt cx="224640" cy="186480"/>
          </a:xfrm>
        </p:grpSpPr>
        <mc:AlternateContent xmlns:mc="http://schemas.openxmlformats.org/markup-compatibility/2006" xmlns:p14="http://schemas.microsoft.com/office/powerpoint/2010/main">
          <mc:Choice Requires="p14">
            <p:contentPart p14:bwMode="auto" r:id="rId72">
              <p14:nvContentPartPr>
                <p14:cNvPr id="74" name="Ink 73">
                  <a:extLst>
                    <a:ext uri="{FF2B5EF4-FFF2-40B4-BE49-F238E27FC236}">
                      <a16:creationId xmlns:a16="http://schemas.microsoft.com/office/drawing/2014/main" id="{06497B13-6372-E8F6-120F-8D99498CA0A8}"/>
                    </a:ext>
                  </a:extLst>
                </p14:cNvPr>
                <p14:cNvContentPartPr/>
                <p14:nvPr/>
              </p14:nvContentPartPr>
              <p14:xfrm>
                <a:off x="2938680" y="1920120"/>
                <a:ext cx="224640" cy="118440"/>
              </p14:xfrm>
            </p:contentPart>
          </mc:Choice>
          <mc:Fallback xmlns="">
            <p:pic>
              <p:nvPicPr>
                <p:cNvPr id="74" name="Ink 73">
                  <a:extLst>
                    <a:ext uri="{FF2B5EF4-FFF2-40B4-BE49-F238E27FC236}">
                      <a16:creationId xmlns:a16="http://schemas.microsoft.com/office/drawing/2014/main" id="{06497B13-6372-E8F6-120F-8D99498CA0A8}"/>
                    </a:ext>
                  </a:extLst>
                </p:cNvPr>
                <p:cNvPicPr/>
                <p:nvPr/>
              </p:nvPicPr>
              <p:blipFill>
                <a:blip r:embed="rId73"/>
                <a:stretch>
                  <a:fillRect/>
                </a:stretch>
              </p:blipFill>
              <p:spPr>
                <a:xfrm>
                  <a:off x="2934360" y="1915800"/>
                  <a:ext cx="2332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5" name="Ink 74">
                  <a:extLst>
                    <a:ext uri="{FF2B5EF4-FFF2-40B4-BE49-F238E27FC236}">
                      <a16:creationId xmlns:a16="http://schemas.microsoft.com/office/drawing/2014/main" id="{90C4E1F4-93C3-1F37-3477-1C4F8635973E}"/>
                    </a:ext>
                  </a:extLst>
                </p14:cNvPr>
                <p14:cNvContentPartPr/>
                <p14:nvPr/>
              </p14:nvContentPartPr>
              <p14:xfrm>
                <a:off x="3052440" y="1952160"/>
                <a:ext cx="63720" cy="154440"/>
              </p14:xfrm>
            </p:contentPart>
          </mc:Choice>
          <mc:Fallback xmlns="">
            <p:pic>
              <p:nvPicPr>
                <p:cNvPr id="75" name="Ink 74">
                  <a:extLst>
                    <a:ext uri="{FF2B5EF4-FFF2-40B4-BE49-F238E27FC236}">
                      <a16:creationId xmlns:a16="http://schemas.microsoft.com/office/drawing/2014/main" id="{90C4E1F4-93C3-1F37-3477-1C4F8635973E}"/>
                    </a:ext>
                  </a:extLst>
                </p:cNvPr>
                <p:cNvPicPr/>
                <p:nvPr/>
              </p:nvPicPr>
              <p:blipFill>
                <a:blip r:embed="rId75"/>
                <a:stretch>
                  <a:fillRect/>
                </a:stretch>
              </p:blipFill>
              <p:spPr>
                <a:xfrm>
                  <a:off x="3048120" y="1947840"/>
                  <a:ext cx="72360" cy="16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84" name="Ink 83">
                <a:extLst>
                  <a:ext uri="{FF2B5EF4-FFF2-40B4-BE49-F238E27FC236}">
                    <a16:creationId xmlns:a16="http://schemas.microsoft.com/office/drawing/2014/main" id="{1B224669-5D9C-6A87-8C5D-FB786D8FEBDA}"/>
                  </a:ext>
                </a:extLst>
              </p14:cNvPr>
              <p14:cNvContentPartPr/>
              <p14:nvPr/>
            </p14:nvContentPartPr>
            <p14:xfrm>
              <a:off x="3493080" y="1942440"/>
              <a:ext cx="101160" cy="217800"/>
            </p14:xfrm>
          </p:contentPart>
        </mc:Choice>
        <mc:Fallback xmlns="">
          <p:pic>
            <p:nvPicPr>
              <p:cNvPr id="84" name="Ink 83">
                <a:extLst>
                  <a:ext uri="{FF2B5EF4-FFF2-40B4-BE49-F238E27FC236}">
                    <a16:creationId xmlns:a16="http://schemas.microsoft.com/office/drawing/2014/main" id="{1B224669-5D9C-6A87-8C5D-FB786D8FEBDA}"/>
                  </a:ext>
                </a:extLst>
              </p:cNvPr>
              <p:cNvPicPr/>
              <p:nvPr/>
            </p:nvPicPr>
            <p:blipFill>
              <a:blip r:embed="rId77"/>
              <a:stretch>
                <a:fillRect/>
              </a:stretch>
            </p:blipFill>
            <p:spPr>
              <a:xfrm>
                <a:off x="3488760" y="1938120"/>
                <a:ext cx="1098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1" name="Ink 90">
                <a:extLst>
                  <a:ext uri="{FF2B5EF4-FFF2-40B4-BE49-F238E27FC236}">
                    <a16:creationId xmlns:a16="http://schemas.microsoft.com/office/drawing/2014/main" id="{CEEE52A3-5DBA-FD69-9C5E-59CE7FBE9E0E}"/>
                  </a:ext>
                </a:extLst>
              </p14:cNvPr>
              <p14:cNvContentPartPr/>
              <p14:nvPr/>
            </p14:nvContentPartPr>
            <p14:xfrm>
              <a:off x="4132080" y="1852440"/>
              <a:ext cx="19800" cy="180000"/>
            </p14:xfrm>
          </p:contentPart>
        </mc:Choice>
        <mc:Fallback xmlns="">
          <p:pic>
            <p:nvPicPr>
              <p:cNvPr id="91" name="Ink 90">
                <a:extLst>
                  <a:ext uri="{FF2B5EF4-FFF2-40B4-BE49-F238E27FC236}">
                    <a16:creationId xmlns:a16="http://schemas.microsoft.com/office/drawing/2014/main" id="{CEEE52A3-5DBA-FD69-9C5E-59CE7FBE9E0E}"/>
                  </a:ext>
                </a:extLst>
              </p:cNvPr>
              <p:cNvPicPr/>
              <p:nvPr/>
            </p:nvPicPr>
            <p:blipFill>
              <a:blip r:embed="rId79"/>
              <a:stretch>
                <a:fillRect/>
              </a:stretch>
            </p:blipFill>
            <p:spPr>
              <a:xfrm>
                <a:off x="4127760" y="1848120"/>
                <a:ext cx="28440" cy="188640"/>
              </a:xfrm>
              <a:prstGeom prst="rect">
                <a:avLst/>
              </a:prstGeom>
            </p:spPr>
          </p:pic>
        </mc:Fallback>
      </mc:AlternateContent>
      <p:grpSp>
        <p:nvGrpSpPr>
          <p:cNvPr id="97" name="Group 96">
            <a:extLst>
              <a:ext uri="{FF2B5EF4-FFF2-40B4-BE49-F238E27FC236}">
                <a16:creationId xmlns:a16="http://schemas.microsoft.com/office/drawing/2014/main" id="{C50174B8-D71F-1118-D99A-05C8A16A0512}"/>
              </a:ext>
            </a:extLst>
          </p:cNvPr>
          <p:cNvGrpSpPr/>
          <p:nvPr/>
        </p:nvGrpSpPr>
        <p:grpSpPr>
          <a:xfrm>
            <a:off x="4705920" y="1809960"/>
            <a:ext cx="246600" cy="264240"/>
            <a:chOff x="4705920" y="1809960"/>
            <a:chExt cx="246600" cy="264240"/>
          </a:xfrm>
        </p:grpSpPr>
        <mc:AlternateContent xmlns:mc="http://schemas.openxmlformats.org/markup-compatibility/2006" xmlns:p14="http://schemas.microsoft.com/office/powerpoint/2010/main">
          <mc:Choice Requires="p14">
            <p:contentPart p14:bwMode="auto" r:id="rId80">
              <p14:nvContentPartPr>
                <p14:cNvPr id="92" name="Ink 91">
                  <a:extLst>
                    <a:ext uri="{FF2B5EF4-FFF2-40B4-BE49-F238E27FC236}">
                      <a16:creationId xmlns:a16="http://schemas.microsoft.com/office/drawing/2014/main" id="{4A95B8D2-ED82-502B-5E0B-4194793B85F0}"/>
                    </a:ext>
                  </a:extLst>
                </p14:cNvPr>
                <p14:cNvContentPartPr/>
                <p14:nvPr/>
              </p14:nvContentPartPr>
              <p14:xfrm>
                <a:off x="4705920" y="1843080"/>
                <a:ext cx="127440" cy="231120"/>
              </p14:xfrm>
            </p:contentPart>
          </mc:Choice>
          <mc:Fallback xmlns="">
            <p:pic>
              <p:nvPicPr>
                <p:cNvPr id="92" name="Ink 91">
                  <a:extLst>
                    <a:ext uri="{FF2B5EF4-FFF2-40B4-BE49-F238E27FC236}">
                      <a16:creationId xmlns:a16="http://schemas.microsoft.com/office/drawing/2014/main" id="{4A95B8D2-ED82-502B-5E0B-4194793B85F0}"/>
                    </a:ext>
                  </a:extLst>
                </p:cNvPr>
                <p:cNvPicPr/>
                <p:nvPr/>
              </p:nvPicPr>
              <p:blipFill>
                <a:blip r:embed="rId81"/>
                <a:stretch>
                  <a:fillRect/>
                </a:stretch>
              </p:blipFill>
              <p:spPr>
                <a:xfrm>
                  <a:off x="4701600" y="1838760"/>
                  <a:ext cx="1360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3" name="Ink 92">
                  <a:extLst>
                    <a:ext uri="{FF2B5EF4-FFF2-40B4-BE49-F238E27FC236}">
                      <a16:creationId xmlns:a16="http://schemas.microsoft.com/office/drawing/2014/main" id="{1949CFDF-6B87-FC68-C8FF-67978A62D87B}"/>
                    </a:ext>
                  </a:extLst>
                </p14:cNvPr>
                <p14:cNvContentPartPr/>
                <p14:nvPr/>
              </p14:nvContentPartPr>
              <p14:xfrm>
                <a:off x="4838760" y="1809960"/>
                <a:ext cx="113760" cy="85320"/>
              </p14:xfrm>
            </p:contentPart>
          </mc:Choice>
          <mc:Fallback xmlns="">
            <p:pic>
              <p:nvPicPr>
                <p:cNvPr id="93" name="Ink 92">
                  <a:extLst>
                    <a:ext uri="{FF2B5EF4-FFF2-40B4-BE49-F238E27FC236}">
                      <a16:creationId xmlns:a16="http://schemas.microsoft.com/office/drawing/2014/main" id="{1949CFDF-6B87-FC68-C8FF-67978A62D87B}"/>
                    </a:ext>
                  </a:extLst>
                </p:cNvPr>
                <p:cNvPicPr/>
                <p:nvPr/>
              </p:nvPicPr>
              <p:blipFill>
                <a:blip r:embed="rId83"/>
                <a:stretch>
                  <a:fillRect/>
                </a:stretch>
              </p:blipFill>
              <p:spPr>
                <a:xfrm>
                  <a:off x="4834440" y="1805640"/>
                  <a:ext cx="122400" cy="93960"/>
                </a:xfrm>
                <a:prstGeom prst="rect">
                  <a:avLst/>
                </a:prstGeom>
              </p:spPr>
            </p:pic>
          </mc:Fallback>
        </mc:AlternateContent>
      </p:grpSp>
      <p:grpSp>
        <p:nvGrpSpPr>
          <p:cNvPr id="100" name="Group 99">
            <a:extLst>
              <a:ext uri="{FF2B5EF4-FFF2-40B4-BE49-F238E27FC236}">
                <a16:creationId xmlns:a16="http://schemas.microsoft.com/office/drawing/2014/main" id="{3CFCF27F-3E65-9297-E76D-859DC6AE2CBF}"/>
              </a:ext>
            </a:extLst>
          </p:cNvPr>
          <p:cNvGrpSpPr/>
          <p:nvPr/>
        </p:nvGrpSpPr>
        <p:grpSpPr>
          <a:xfrm>
            <a:off x="4667400" y="2378760"/>
            <a:ext cx="337320" cy="299880"/>
            <a:chOff x="4667400" y="2378760"/>
            <a:chExt cx="337320" cy="299880"/>
          </a:xfrm>
        </p:grpSpPr>
        <mc:AlternateContent xmlns:mc="http://schemas.openxmlformats.org/markup-compatibility/2006" xmlns:p14="http://schemas.microsoft.com/office/powerpoint/2010/main">
          <mc:Choice Requires="p14">
            <p:contentPart p14:bwMode="auto" r:id="rId84">
              <p14:nvContentPartPr>
                <p14:cNvPr id="35" name="Ink 34">
                  <a:extLst>
                    <a:ext uri="{FF2B5EF4-FFF2-40B4-BE49-F238E27FC236}">
                      <a16:creationId xmlns:a16="http://schemas.microsoft.com/office/drawing/2014/main" id="{973B7644-0D7D-2941-686A-DF260CB4AAC9}"/>
                    </a:ext>
                  </a:extLst>
                </p14:cNvPr>
                <p14:cNvContentPartPr/>
                <p14:nvPr/>
              </p14:nvContentPartPr>
              <p14:xfrm>
                <a:off x="4667400" y="2378760"/>
                <a:ext cx="337320" cy="149040"/>
              </p14:xfrm>
            </p:contentPart>
          </mc:Choice>
          <mc:Fallback xmlns="">
            <p:pic>
              <p:nvPicPr>
                <p:cNvPr id="35" name="Ink 34">
                  <a:extLst>
                    <a:ext uri="{FF2B5EF4-FFF2-40B4-BE49-F238E27FC236}">
                      <a16:creationId xmlns:a16="http://schemas.microsoft.com/office/drawing/2014/main" id="{973B7644-0D7D-2941-686A-DF260CB4AAC9}"/>
                    </a:ext>
                  </a:extLst>
                </p:cNvPr>
                <p:cNvPicPr/>
                <p:nvPr/>
              </p:nvPicPr>
              <p:blipFill>
                <a:blip r:embed="rId85"/>
                <a:stretch>
                  <a:fillRect/>
                </a:stretch>
              </p:blipFill>
              <p:spPr>
                <a:xfrm>
                  <a:off x="4663080" y="2374440"/>
                  <a:ext cx="3459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6" name="Ink 35">
                  <a:extLst>
                    <a:ext uri="{FF2B5EF4-FFF2-40B4-BE49-F238E27FC236}">
                      <a16:creationId xmlns:a16="http://schemas.microsoft.com/office/drawing/2014/main" id="{BBE1DA20-A060-CF17-C54C-9099030EB76D}"/>
                    </a:ext>
                  </a:extLst>
                </p14:cNvPr>
                <p14:cNvContentPartPr/>
                <p14:nvPr/>
              </p14:nvContentPartPr>
              <p14:xfrm>
                <a:off x="4846320" y="2397480"/>
                <a:ext cx="19440" cy="281160"/>
              </p14:xfrm>
            </p:contentPart>
          </mc:Choice>
          <mc:Fallback xmlns="">
            <p:pic>
              <p:nvPicPr>
                <p:cNvPr id="36" name="Ink 35">
                  <a:extLst>
                    <a:ext uri="{FF2B5EF4-FFF2-40B4-BE49-F238E27FC236}">
                      <a16:creationId xmlns:a16="http://schemas.microsoft.com/office/drawing/2014/main" id="{BBE1DA20-A060-CF17-C54C-9099030EB76D}"/>
                    </a:ext>
                  </a:extLst>
                </p:cNvPr>
                <p:cNvPicPr/>
                <p:nvPr/>
              </p:nvPicPr>
              <p:blipFill>
                <a:blip r:embed="rId87"/>
                <a:stretch>
                  <a:fillRect/>
                </a:stretch>
              </p:blipFill>
              <p:spPr>
                <a:xfrm>
                  <a:off x="4842000" y="2393160"/>
                  <a:ext cx="28080" cy="28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101" name="Ink 100">
                <a:extLst>
                  <a:ext uri="{FF2B5EF4-FFF2-40B4-BE49-F238E27FC236}">
                    <a16:creationId xmlns:a16="http://schemas.microsoft.com/office/drawing/2014/main" id="{71AB7AF8-C08A-6F66-11FD-216820B4A234}"/>
                  </a:ext>
                </a:extLst>
              </p14:cNvPr>
              <p14:cNvContentPartPr/>
              <p14:nvPr/>
            </p14:nvContentPartPr>
            <p14:xfrm>
              <a:off x="5660640" y="1746960"/>
              <a:ext cx="173520" cy="216360"/>
            </p14:xfrm>
          </p:contentPart>
        </mc:Choice>
        <mc:Fallback xmlns="">
          <p:pic>
            <p:nvPicPr>
              <p:cNvPr id="101" name="Ink 100">
                <a:extLst>
                  <a:ext uri="{FF2B5EF4-FFF2-40B4-BE49-F238E27FC236}">
                    <a16:creationId xmlns:a16="http://schemas.microsoft.com/office/drawing/2014/main" id="{71AB7AF8-C08A-6F66-11FD-216820B4A234}"/>
                  </a:ext>
                </a:extLst>
              </p:cNvPr>
              <p:cNvPicPr/>
              <p:nvPr/>
            </p:nvPicPr>
            <p:blipFill>
              <a:blip r:embed="rId89"/>
              <a:stretch>
                <a:fillRect/>
              </a:stretch>
            </p:blipFill>
            <p:spPr>
              <a:xfrm>
                <a:off x="5656320" y="1742640"/>
                <a:ext cx="182160" cy="225000"/>
              </a:xfrm>
              <a:prstGeom prst="rect">
                <a:avLst/>
              </a:prstGeom>
            </p:spPr>
          </p:pic>
        </mc:Fallback>
      </mc:AlternateContent>
      <p:grpSp>
        <p:nvGrpSpPr>
          <p:cNvPr id="104" name="Group 103">
            <a:extLst>
              <a:ext uri="{FF2B5EF4-FFF2-40B4-BE49-F238E27FC236}">
                <a16:creationId xmlns:a16="http://schemas.microsoft.com/office/drawing/2014/main" id="{389F9AC8-DF20-403B-9791-9BAF629C4B36}"/>
              </a:ext>
            </a:extLst>
          </p:cNvPr>
          <p:cNvGrpSpPr/>
          <p:nvPr/>
        </p:nvGrpSpPr>
        <p:grpSpPr>
          <a:xfrm>
            <a:off x="6208920" y="1708080"/>
            <a:ext cx="223920" cy="283680"/>
            <a:chOff x="6208920" y="1708080"/>
            <a:chExt cx="223920" cy="283680"/>
          </a:xfrm>
        </p:grpSpPr>
        <mc:AlternateContent xmlns:mc="http://schemas.openxmlformats.org/markup-compatibility/2006" xmlns:p14="http://schemas.microsoft.com/office/powerpoint/2010/main">
          <mc:Choice Requires="p14">
            <p:contentPart p14:bwMode="auto" r:id="rId90">
              <p14:nvContentPartPr>
                <p14:cNvPr id="102" name="Ink 101">
                  <a:extLst>
                    <a:ext uri="{FF2B5EF4-FFF2-40B4-BE49-F238E27FC236}">
                      <a16:creationId xmlns:a16="http://schemas.microsoft.com/office/drawing/2014/main" id="{005A7CF3-6587-2DFF-CDD2-9B4062608350}"/>
                    </a:ext>
                  </a:extLst>
                </p14:cNvPr>
                <p14:cNvContentPartPr/>
                <p14:nvPr/>
              </p14:nvContentPartPr>
              <p14:xfrm>
                <a:off x="6209640" y="1708080"/>
                <a:ext cx="196560" cy="283680"/>
              </p14:xfrm>
            </p:contentPart>
          </mc:Choice>
          <mc:Fallback xmlns="">
            <p:pic>
              <p:nvPicPr>
                <p:cNvPr id="102" name="Ink 101">
                  <a:extLst>
                    <a:ext uri="{FF2B5EF4-FFF2-40B4-BE49-F238E27FC236}">
                      <a16:creationId xmlns:a16="http://schemas.microsoft.com/office/drawing/2014/main" id="{005A7CF3-6587-2DFF-CDD2-9B4062608350}"/>
                    </a:ext>
                  </a:extLst>
                </p:cNvPr>
                <p:cNvPicPr/>
                <p:nvPr/>
              </p:nvPicPr>
              <p:blipFill>
                <a:blip r:embed="rId91"/>
                <a:stretch>
                  <a:fillRect/>
                </a:stretch>
              </p:blipFill>
              <p:spPr>
                <a:xfrm>
                  <a:off x="6205320" y="1703760"/>
                  <a:ext cx="20520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3" name="Ink 102">
                  <a:extLst>
                    <a:ext uri="{FF2B5EF4-FFF2-40B4-BE49-F238E27FC236}">
                      <a16:creationId xmlns:a16="http://schemas.microsoft.com/office/drawing/2014/main" id="{B4967CEC-11DC-9B48-FD32-996888BFE9C5}"/>
                    </a:ext>
                  </a:extLst>
                </p14:cNvPr>
                <p14:cNvContentPartPr/>
                <p14:nvPr/>
              </p14:nvContentPartPr>
              <p14:xfrm>
                <a:off x="6208920" y="1868640"/>
                <a:ext cx="223920" cy="26640"/>
              </p14:xfrm>
            </p:contentPart>
          </mc:Choice>
          <mc:Fallback xmlns="">
            <p:pic>
              <p:nvPicPr>
                <p:cNvPr id="103" name="Ink 102">
                  <a:extLst>
                    <a:ext uri="{FF2B5EF4-FFF2-40B4-BE49-F238E27FC236}">
                      <a16:creationId xmlns:a16="http://schemas.microsoft.com/office/drawing/2014/main" id="{B4967CEC-11DC-9B48-FD32-996888BFE9C5}"/>
                    </a:ext>
                  </a:extLst>
                </p:cNvPr>
                <p:cNvPicPr/>
                <p:nvPr/>
              </p:nvPicPr>
              <p:blipFill>
                <a:blip r:embed="rId93"/>
                <a:stretch>
                  <a:fillRect/>
                </a:stretch>
              </p:blipFill>
              <p:spPr>
                <a:xfrm>
                  <a:off x="6204600" y="1864320"/>
                  <a:ext cx="232560" cy="35280"/>
                </a:xfrm>
                <a:prstGeom prst="rect">
                  <a:avLst/>
                </a:prstGeom>
              </p:spPr>
            </p:pic>
          </mc:Fallback>
        </mc:AlternateContent>
      </p:grpSp>
      <p:grpSp>
        <p:nvGrpSpPr>
          <p:cNvPr id="112" name="Group 111">
            <a:extLst>
              <a:ext uri="{FF2B5EF4-FFF2-40B4-BE49-F238E27FC236}">
                <a16:creationId xmlns:a16="http://schemas.microsoft.com/office/drawing/2014/main" id="{1C9C151B-8C68-4386-04B5-5C380B236864}"/>
              </a:ext>
            </a:extLst>
          </p:cNvPr>
          <p:cNvGrpSpPr/>
          <p:nvPr/>
        </p:nvGrpSpPr>
        <p:grpSpPr>
          <a:xfrm>
            <a:off x="1701000" y="3500160"/>
            <a:ext cx="231480" cy="257040"/>
            <a:chOff x="1701000" y="3500160"/>
            <a:chExt cx="231480" cy="257040"/>
          </a:xfrm>
        </p:grpSpPr>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2C967730-CE35-A890-60C1-DAC7345762B7}"/>
                    </a:ext>
                  </a:extLst>
                </p14:cNvPr>
                <p14:cNvContentPartPr/>
                <p14:nvPr/>
              </p14:nvContentPartPr>
              <p14:xfrm>
                <a:off x="1701000" y="3644520"/>
                <a:ext cx="231480" cy="112680"/>
              </p14:xfrm>
            </p:contentPart>
          </mc:Choice>
          <mc:Fallback xmlns="">
            <p:pic>
              <p:nvPicPr>
                <p:cNvPr id="108" name="Ink 107">
                  <a:extLst>
                    <a:ext uri="{FF2B5EF4-FFF2-40B4-BE49-F238E27FC236}">
                      <a16:creationId xmlns:a16="http://schemas.microsoft.com/office/drawing/2014/main" id="{2C967730-CE35-A890-60C1-DAC7345762B7}"/>
                    </a:ext>
                  </a:extLst>
                </p:cNvPr>
                <p:cNvPicPr/>
                <p:nvPr/>
              </p:nvPicPr>
              <p:blipFill>
                <a:blip r:embed="rId95"/>
                <a:stretch>
                  <a:fillRect/>
                </a:stretch>
              </p:blipFill>
              <p:spPr>
                <a:xfrm>
                  <a:off x="1696680" y="3640200"/>
                  <a:ext cx="2401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33B57C43-A055-A70B-8AAD-09704A9508C8}"/>
                    </a:ext>
                  </a:extLst>
                </p14:cNvPr>
                <p14:cNvContentPartPr/>
                <p14:nvPr/>
              </p14:nvContentPartPr>
              <p14:xfrm>
                <a:off x="1776960" y="3500160"/>
                <a:ext cx="103680" cy="61920"/>
              </p14:xfrm>
            </p:contentPart>
          </mc:Choice>
          <mc:Fallback xmlns="">
            <p:pic>
              <p:nvPicPr>
                <p:cNvPr id="109" name="Ink 108">
                  <a:extLst>
                    <a:ext uri="{FF2B5EF4-FFF2-40B4-BE49-F238E27FC236}">
                      <a16:creationId xmlns:a16="http://schemas.microsoft.com/office/drawing/2014/main" id="{33B57C43-A055-A70B-8AAD-09704A9508C8}"/>
                    </a:ext>
                  </a:extLst>
                </p:cNvPr>
                <p:cNvPicPr/>
                <p:nvPr/>
              </p:nvPicPr>
              <p:blipFill>
                <a:blip r:embed="rId97"/>
                <a:stretch>
                  <a:fillRect/>
                </a:stretch>
              </p:blipFill>
              <p:spPr>
                <a:xfrm>
                  <a:off x="1772640" y="3495840"/>
                  <a:ext cx="112320" cy="70560"/>
                </a:xfrm>
                <a:prstGeom prst="rect">
                  <a:avLst/>
                </a:prstGeom>
              </p:spPr>
            </p:pic>
          </mc:Fallback>
        </mc:AlternateContent>
      </p:grpSp>
      <p:grpSp>
        <p:nvGrpSpPr>
          <p:cNvPr id="111" name="Group 110">
            <a:extLst>
              <a:ext uri="{FF2B5EF4-FFF2-40B4-BE49-F238E27FC236}">
                <a16:creationId xmlns:a16="http://schemas.microsoft.com/office/drawing/2014/main" id="{FBD4FE3B-4060-08E4-7265-B638363A06B2}"/>
              </a:ext>
            </a:extLst>
          </p:cNvPr>
          <p:cNvGrpSpPr/>
          <p:nvPr/>
        </p:nvGrpSpPr>
        <p:grpSpPr>
          <a:xfrm>
            <a:off x="2287440" y="2635800"/>
            <a:ext cx="528480" cy="1132200"/>
            <a:chOff x="2287440" y="2635800"/>
            <a:chExt cx="528480" cy="1132200"/>
          </a:xfrm>
        </p:grpSpPr>
        <mc:AlternateContent xmlns:mc="http://schemas.openxmlformats.org/markup-compatibility/2006" xmlns:p14="http://schemas.microsoft.com/office/powerpoint/2010/main">
          <mc:Choice Requires="p14">
            <p:contentPart p14:bwMode="auto" r:id="rId98">
              <p14:nvContentPartPr>
                <p14:cNvPr id="105" name="Ink 104">
                  <a:extLst>
                    <a:ext uri="{FF2B5EF4-FFF2-40B4-BE49-F238E27FC236}">
                      <a16:creationId xmlns:a16="http://schemas.microsoft.com/office/drawing/2014/main" id="{F5238130-49AC-02B2-3BB8-9A2D16A77FBA}"/>
                    </a:ext>
                  </a:extLst>
                </p14:cNvPr>
                <p14:cNvContentPartPr/>
                <p14:nvPr/>
              </p14:nvContentPartPr>
              <p14:xfrm>
                <a:off x="2311200" y="3465240"/>
                <a:ext cx="17640" cy="302760"/>
              </p14:xfrm>
            </p:contentPart>
          </mc:Choice>
          <mc:Fallback xmlns="">
            <p:pic>
              <p:nvPicPr>
                <p:cNvPr id="105" name="Ink 104">
                  <a:extLst>
                    <a:ext uri="{FF2B5EF4-FFF2-40B4-BE49-F238E27FC236}">
                      <a16:creationId xmlns:a16="http://schemas.microsoft.com/office/drawing/2014/main" id="{F5238130-49AC-02B2-3BB8-9A2D16A77FBA}"/>
                    </a:ext>
                  </a:extLst>
                </p:cNvPr>
                <p:cNvPicPr/>
                <p:nvPr/>
              </p:nvPicPr>
              <p:blipFill>
                <a:blip r:embed="rId99"/>
                <a:stretch>
                  <a:fillRect/>
                </a:stretch>
              </p:blipFill>
              <p:spPr>
                <a:xfrm>
                  <a:off x="2306880" y="3460920"/>
                  <a:ext cx="2628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6" name="Ink 105">
                  <a:extLst>
                    <a:ext uri="{FF2B5EF4-FFF2-40B4-BE49-F238E27FC236}">
                      <a16:creationId xmlns:a16="http://schemas.microsoft.com/office/drawing/2014/main" id="{449F7F0A-DE33-FAFF-8E9D-8BE27A50AB70}"/>
                    </a:ext>
                  </a:extLst>
                </p14:cNvPr>
                <p14:cNvContentPartPr/>
                <p14:nvPr/>
              </p14:nvContentPartPr>
              <p14:xfrm>
                <a:off x="2287440" y="3418080"/>
                <a:ext cx="528480" cy="342360"/>
              </p14:xfrm>
            </p:contentPart>
          </mc:Choice>
          <mc:Fallback xmlns="">
            <p:pic>
              <p:nvPicPr>
                <p:cNvPr id="106" name="Ink 105">
                  <a:extLst>
                    <a:ext uri="{FF2B5EF4-FFF2-40B4-BE49-F238E27FC236}">
                      <a16:creationId xmlns:a16="http://schemas.microsoft.com/office/drawing/2014/main" id="{449F7F0A-DE33-FAFF-8E9D-8BE27A50AB70}"/>
                    </a:ext>
                  </a:extLst>
                </p:cNvPr>
                <p:cNvPicPr/>
                <p:nvPr/>
              </p:nvPicPr>
              <p:blipFill>
                <a:blip r:embed="rId101"/>
                <a:stretch>
                  <a:fillRect/>
                </a:stretch>
              </p:blipFill>
              <p:spPr>
                <a:xfrm>
                  <a:off x="2283120" y="3413760"/>
                  <a:ext cx="53712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0" name="Ink 109">
                  <a:extLst>
                    <a:ext uri="{FF2B5EF4-FFF2-40B4-BE49-F238E27FC236}">
                      <a16:creationId xmlns:a16="http://schemas.microsoft.com/office/drawing/2014/main" id="{1CF2353F-F032-3120-A72D-5C3CDF15DBB6}"/>
                    </a:ext>
                  </a:extLst>
                </p14:cNvPr>
                <p14:cNvContentPartPr/>
                <p14:nvPr/>
              </p14:nvContentPartPr>
              <p14:xfrm>
                <a:off x="2377080" y="2635800"/>
                <a:ext cx="167040" cy="1012680"/>
              </p14:xfrm>
            </p:contentPart>
          </mc:Choice>
          <mc:Fallback xmlns="">
            <p:pic>
              <p:nvPicPr>
                <p:cNvPr id="110" name="Ink 109">
                  <a:extLst>
                    <a:ext uri="{FF2B5EF4-FFF2-40B4-BE49-F238E27FC236}">
                      <a16:creationId xmlns:a16="http://schemas.microsoft.com/office/drawing/2014/main" id="{1CF2353F-F032-3120-A72D-5C3CDF15DBB6}"/>
                    </a:ext>
                  </a:extLst>
                </p:cNvPr>
                <p:cNvPicPr/>
                <p:nvPr/>
              </p:nvPicPr>
              <p:blipFill>
                <a:blip r:embed="rId103"/>
                <a:stretch>
                  <a:fillRect/>
                </a:stretch>
              </p:blipFill>
              <p:spPr>
                <a:xfrm>
                  <a:off x="2372760" y="2631480"/>
                  <a:ext cx="175680" cy="102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113" name="Ink 112">
                <a:extLst>
                  <a:ext uri="{FF2B5EF4-FFF2-40B4-BE49-F238E27FC236}">
                    <a16:creationId xmlns:a16="http://schemas.microsoft.com/office/drawing/2014/main" id="{A295440C-F361-D05F-CB39-2CED53526759}"/>
                  </a:ext>
                </a:extLst>
              </p14:cNvPr>
              <p14:cNvContentPartPr/>
              <p14:nvPr/>
            </p14:nvContentPartPr>
            <p14:xfrm>
              <a:off x="2526840" y="2591160"/>
              <a:ext cx="649440" cy="574200"/>
            </p14:xfrm>
          </p:contentPart>
        </mc:Choice>
        <mc:Fallback xmlns="">
          <p:pic>
            <p:nvPicPr>
              <p:cNvPr id="113" name="Ink 112">
                <a:extLst>
                  <a:ext uri="{FF2B5EF4-FFF2-40B4-BE49-F238E27FC236}">
                    <a16:creationId xmlns:a16="http://schemas.microsoft.com/office/drawing/2014/main" id="{A295440C-F361-D05F-CB39-2CED53526759}"/>
                  </a:ext>
                </a:extLst>
              </p:cNvPr>
              <p:cNvPicPr/>
              <p:nvPr/>
            </p:nvPicPr>
            <p:blipFill>
              <a:blip r:embed="rId105"/>
              <a:stretch>
                <a:fillRect/>
              </a:stretch>
            </p:blipFill>
            <p:spPr>
              <a:xfrm>
                <a:off x="2522520" y="2586840"/>
                <a:ext cx="65808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8" name="Ink 117">
                <a:extLst>
                  <a:ext uri="{FF2B5EF4-FFF2-40B4-BE49-F238E27FC236}">
                    <a16:creationId xmlns:a16="http://schemas.microsoft.com/office/drawing/2014/main" id="{C980A32F-DBEF-F763-F4A6-D3E8470C790F}"/>
                  </a:ext>
                </a:extLst>
              </p14:cNvPr>
              <p14:cNvContentPartPr/>
              <p14:nvPr/>
            </p14:nvContentPartPr>
            <p14:xfrm>
              <a:off x="4614600" y="3671520"/>
              <a:ext cx="281520" cy="518400"/>
            </p14:xfrm>
          </p:contentPart>
        </mc:Choice>
        <mc:Fallback xmlns="">
          <p:pic>
            <p:nvPicPr>
              <p:cNvPr id="118" name="Ink 117">
                <a:extLst>
                  <a:ext uri="{FF2B5EF4-FFF2-40B4-BE49-F238E27FC236}">
                    <a16:creationId xmlns:a16="http://schemas.microsoft.com/office/drawing/2014/main" id="{C980A32F-DBEF-F763-F4A6-D3E8470C790F}"/>
                  </a:ext>
                </a:extLst>
              </p:cNvPr>
              <p:cNvPicPr/>
              <p:nvPr/>
            </p:nvPicPr>
            <p:blipFill>
              <a:blip r:embed="rId107"/>
              <a:stretch>
                <a:fillRect/>
              </a:stretch>
            </p:blipFill>
            <p:spPr>
              <a:xfrm>
                <a:off x="4610280" y="3667200"/>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9" name="Ink 118">
                <a:extLst>
                  <a:ext uri="{FF2B5EF4-FFF2-40B4-BE49-F238E27FC236}">
                    <a16:creationId xmlns:a16="http://schemas.microsoft.com/office/drawing/2014/main" id="{503871A1-1BCD-1477-F526-FE9C3119633A}"/>
                  </a:ext>
                </a:extLst>
              </p14:cNvPr>
              <p14:cNvContentPartPr/>
              <p14:nvPr/>
            </p14:nvContentPartPr>
            <p14:xfrm>
              <a:off x="4957680" y="3670800"/>
              <a:ext cx="259560" cy="294480"/>
            </p14:xfrm>
          </p:contentPart>
        </mc:Choice>
        <mc:Fallback xmlns="">
          <p:pic>
            <p:nvPicPr>
              <p:cNvPr id="119" name="Ink 118">
                <a:extLst>
                  <a:ext uri="{FF2B5EF4-FFF2-40B4-BE49-F238E27FC236}">
                    <a16:creationId xmlns:a16="http://schemas.microsoft.com/office/drawing/2014/main" id="{503871A1-1BCD-1477-F526-FE9C3119633A}"/>
                  </a:ext>
                </a:extLst>
              </p:cNvPr>
              <p:cNvPicPr/>
              <p:nvPr/>
            </p:nvPicPr>
            <p:blipFill>
              <a:blip r:embed="rId109"/>
              <a:stretch>
                <a:fillRect/>
              </a:stretch>
            </p:blipFill>
            <p:spPr>
              <a:xfrm>
                <a:off x="4953360" y="3666480"/>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20" name="Ink 119">
                <a:extLst>
                  <a:ext uri="{FF2B5EF4-FFF2-40B4-BE49-F238E27FC236}">
                    <a16:creationId xmlns:a16="http://schemas.microsoft.com/office/drawing/2014/main" id="{0CC479B6-F706-C484-A2AF-AC868C8AA9EA}"/>
                  </a:ext>
                </a:extLst>
              </p14:cNvPr>
              <p14:cNvContentPartPr/>
              <p14:nvPr/>
            </p14:nvContentPartPr>
            <p14:xfrm>
              <a:off x="5219040" y="3850080"/>
              <a:ext cx="152280" cy="93240"/>
            </p14:xfrm>
          </p:contentPart>
        </mc:Choice>
        <mc:Fallback xmlns="">
          <p:pic>
            <p:nvPicPr>
              <p:cNvPr id="120" name="Ink 119">
                <a:extLst>
                  <a:ext uri="{FF2B5EF4-FFF2-40B4-BE49-F238E27FC236}">
                    <a16:creationId xmlns:a16="http://schemas.microsoft.com/office/drawing/2014/main" id="{0CC479B6-F706-C484-A2AF-AC868C8AA9EA}"/>
                  </a:ext>
                </a:extLst>
              </p:cNvPr>
              <p:cNvPicPr/>
              <p:nvPr/>
            </p:nvPicPr>
            <p:blipFill>
              <a:blip r:embed="rId111"/>
              <a:stretch>
                <a:fillRect/>
              </a:stretch>
            </p:blipFill>
            <p:spPr>
              <a:xfrm>
                <a:off x="5214720" y="3845760"/>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21" name="Ink 120">
                <a:extLst>
                  <a:ext uri="{FF2B5EF4-FFF2-40B4-BE49-F238E27FC236}">
                    <a16:creationId xmlns:a16="http://schemas.microsoft.com/office/drawing/2014/main" id="{EC9AB5E8-7A33-F7D5-6594-D15C074DAD99}"/>
                  </a:ext>
                </a:extLst>
              </p14:cNvPr>
              <p14:cNvContentPartPr/>
              <p14:nvPr/>
            </p14:nvContentPartPr>
            <p14:xfrm>
              <a:off x="5459520" y="3640200"/>
              <a:ext cx="104400" cy="272520"/>
            </p14:xfrm>
          </p:contentPart>
        </mc:Choice>
        <mc:Fallback xmlns="">
          <p:pic>
            <p:nvPicPr>
              <p:cNvPr id="121" name="Ink 120">
                <a:extLst>
                  <a:ext uri="{FF2B5EF4-FFF2-40B4-BE49-F238E27FC236}">
                    <a16:creationId xmlns:a16="http://schemas.microsoft.com/office/drawing/2014/main" id="{EC9AB5E8-7A33-F7D5-6594-D15C074DAD99}"/>
                  </a:ext>
                </a:extLst>
              </p:cNvPr>
              <p:cNvPicPr/>
              <p:nvPr/>
            </p:nvPicPr>
            <p:blipFill>
              <a:blip r:embed="rId113"/>
              <a:stretch>
                <a:fillRect/>
              </a:stretch>
            </p:blipFill>
            <p:spPr>
              <a:xfrm>
                <a:off x="5455200" y="3635880"/>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2" name="Ink 121">
                <a:extLst>
                  <a:ext uri="{FF2B5EF4-FFF2-40B4-BE49-F238E27FC236}">
                    <a16:creationId xmlns:a16="http://schemas.microsoft.com/office/drawing/2014/main" id="{B4230F7F-96CC-ED39-3C3A-5BF0835B474D}"/>
                  </a:ext>
                </a:extLst>
              </p14:cNvPr>
              <p14:cNvContentPartPr/>
              <p14:nvPr/>
            </p14:nvContentPartPr>
            <p14:xfrm>
              <a:off x="5397960" y="3798600"/>
              <a:ext cx="343080" cy="142560"/>
            </p14:xfrm>
          </p:contentPart>
        </mc:Choice>
        <mc:Fallback xmlns="">
          <p:pic>
            <p:nvPicPr>
              <p:cNvPr id="122" name="Ink 121">
                <a:extLst>
                  <a:ext uri="{FF2B5EF4-FFF2-40B4-BE49-F238E27FC236}">
                    <a16:creationId xmlns:a16="http://schemas.microsoft.com/office/drawing/2014/main" id="{B4230F7F-96CC-ED39-3C3A-5BF0835B474D}"/>
                  </a:ext>
                </a:extLst>
              </p:cNvPr>
              <p:cNvPicPr/>
              <p:nvPr/>
            </p:nvPicPr>
            <p:blipFill>
              <a:blip r:embed="rId115"/>
              <a:stretch>
                <a:fillRect/>
              </a:stretch>
            </p:blipFill>
            <p:spPr>
              <a:xfrm>
                <a:off x="5393640" y="3794280"/>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23" name="Ink 122">
                <a:extLst>
                  <a:ext uri="{FF2B5EF4-FFF2-40B4-BE49-F238E27FC236}">
                    <a16:creationId xmlns:a16="http://schemas.microsoft.com/office/drawing/2014/main" id="{7A0F690C-D116-A99C-79EB-C6448B506593}"/>
                  </a:ext>
                </a:extLst>
              </p14:cNvPr>
              <p14:cNvContentPartPr/>
              <p14:nvPr/>
            </p14:nvContentPartPr>
            <p14:xfrm>
              <a:off x="5886840" y="3638400"/>
              <a:ext cx="244800" cy="399240"/>
            </p14:xfrm>
          </p:contentPart>
        </mc:Choice>
        <mc:Fallback xmlns="">
          <p:pic>
            <p:nvPicPr>
              <p:cNvPr id="123" name="Ink 122">
                <a:extLst>
                  <a:ext uri="{FF2B5EF4-FFF2-40B4-BE49-F238E27FC236}">
                    <a16:creationId xmlns:a16="http://schemas.microsoft.com/office/drawing/2014/main" id="{7A0F690C-D116-A99C-79EB-C6448B506593}"/>
                  </a:ext>
                </a:extLst>
              </p:cNvPr>
              <p:cNvPicPr/>
              <p:nvPr/>
            </p:nvPicPr>
            <p:blipFill>
              <a:blip r:embed="rId117"/>
              <a:stretch>
                <a:fillRect/>
              </a:stretch>
            </p:blipFill>
            <p:spPr>
              <a:xfrm>
                <a:off x="5882520" y="3634080"/>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26" name="Ink 125">
                <a:extLst>
                  <a:ext uri="{FF2B5EF4-FFF2-40B4-BE49-F238E27FC236}">
                    <a16:creationId xmlns:a16="http://schemas.microsoft.com/office/drawing/2014/main" id="{2C55B764-575C-AAD7-E99C-E99466FBD88C}"/>
                  </a:ext>
                </a:extLst>
              </p14:cNvPr>
              <p14:cNvContentPartPr/>
              <p14:nvPr/>
            </p14:nvContentPartPr>
            <p14:xfrm>
              <a:off x="6133440" y="3845760"/>
              <a:ext cx="169920" cy="93960"/>
            </p14:xfrm>
          </p:contentPart>
        </mc:Choice>
        <mc:Fallback xmlns="">
          <p:pic>
            <p:nvPicPr>
              <p:cNvPr id="126" name="Ink 125">
                <a:extLst>
                  <a:ext uri="{FF2B5EF4-FFF2-40B4-BE49-F238E27FC236}">
                    <a16:creationId xmlns:a16="http://schemas.microsoft.com/office/drawing/2014/main" id="{2C55B764-575C-AAD7-E99C-E99466FBD88C}"/>
                  </a:ext>
                </a:extLst>
              </p:cNvPr>
              <p:cNvPicPr/>
              <p:nvPr/>
            </p:nvPicPr>
            <p:blipFill>
              <a:blip r:embed="rId119"/>
              <a:stretch>
                <a:fillRect/>
              </a:stretch>
            </p:blipFill>
            <p:spPr>
              <a:xfrm>
                <a:off x="6129120" y="3841440"/>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27" name="Ink 126">
                <a:extLst>
                  <a:ext uri="{FF2B5EF4-FFF2-40B4-BE49-F238E27FC236}">
                    <a16:creationId xmlns:a16="http://schemas.microsoft.com/office/drawing/2014/main" id="{0A43593F-D215-BCBF-250C-72CEC615D8C0}"/>
                  </a:ext>
                </a:extLst>
              </p14:cNvPr>
              <p14:cNvContentPartPr/>
              <p14:nvPr/>
            </p14:nvContentPartPr>
            <p14:xfrm>
              <a:off x="6289320" y="3694920"/>
              <a:ext cx="7920" cy="34920"/>
            </p14:xfrm>
          </p:contentPart>
        </mc:Choice>
        <mc:Fallback xmlns="">
          <p:pic>
            <p:nvPicPr>
              <p:cNvPr id="127" name="Ink 126">
                <a:extLst>
                  <a:ext uri="{FF2B5EF4-FFF2-40B4-BE49-F238E27FC236}">
                    <a16:creationId xmlns:a16="http://schemas.microsoft.com/office/drawing/2014/main" id="{0A43593F-D215-BCBF-250C-72CEC615D8C0}"/>
                  </a:ext>
                </a:extLst>
              </p:cNvPr>
              <p:cNvPicPr/>
              <p:nvPr/>
            </p:nvPicPr>
            <p:blipFill>
              <a:blip r:embed="rId121"/>
              <a:stretch>
                <a:fillRect/>
              </a:stretch>
            </p:blipFill>
            <p:spPr>
              <a:xfrm>
                <a:off x="6285000" y="3690600"/>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28" name="Ink 127">
                <a:extLst>
                  <a:ext uri="{FF2B5EF4-FFF2-40B4-BE49-F238E27FC236}">
                    <a16:creationId xmlns:a16="http://schemas.microsoft.com/office/drawing/2014/main" id="{3BDB06B7-3ACE-EF40-83BA-B0C21FAAFA16}"/>
                  </a:ext>
                </a:extLst>
              </p14:cNvPr>
              <p14:cNvContentPartPr/>
              <p14:nvPr/>
            </p14:nvContentPartPr>
            <p14:xfrm>
              <a:off x="6319920" y="3603480"/>
              <a:ext cx="216720" cy="330120"/>
            </p14:xfrm>
          </p:contentPart>
        </mc:Choice>
        <mc:Fallback xmlns="">
          <p:pic>
            <p:nvPicPr>
              <p:cNvPr id="128" name="Ink 127">
                <a:extLst>
                  <a:ext uri="{FF2B5EF4-FFF2-40B4-BE49-F238E27FC236}">
                    <a16:creationId xmlns:a16="http://schemas.microsoft.com/office/drawing/2014/main" id="{3BDB06B7-3ACE-EF40-83BA-B0C21FAAFA16}"/>
                  </a:ext>
                </a:extLst>
              </p:cNvPr>
              <p:cNvPicPr/>
              <p:nvPr/>
            </p:nvPicPr>
            <p:blipFill>
              <a:blip r:embed="rId123"/>
              <a:stretch>
                <a:fillRect/>
              </a:stretch>
            </p:blipFill>
            <p:spPr>
              <a:xfrm>
                <a:off x="6315600" y="3599160"/>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29" name="Ink 128">
                <a:extLst>
                  <a:ext uri="{FF2B5EF4-FFF2-40B4-BE49-F238E27FC236}">
                    <a16:creationId xmlns:a16="http://schemas.microsoft.com/office/drawing/2014/main" id="{3BF45B4C-B2E8-9DF3-B288-3830CC20EA1B}"/>
                  </a:ext>
                </a:extLst>
              </p14:cNvPr>
              <p14:cNvContentPartPr/>
              <p14:nvPr/>
            </p14:nvContentPartPr>
            <p14:xfrm>
              <a:off x="6720600" y="3666840"/>
              <a:ext cx="289440" cy="154800"/>
            </p14:xfrm>
          </p:contentPart>
        </mc:Choice>
        <mc:Fallback xmlns="">
          <p:pic>
            <p:nvPicPr>
              <p:cNvPr id="129" name="Ink 128">
                <a:extLst>
                  <a:ext uri="{FF2B5EF4-FFF2-40B4-BE49-F238E27FC236}">
                    <a16:creationId xmlns:a16="http://schemas.microsoft.com/office/drawing/2014/main" id="{3BF45B4C-B2E8-9DF3-B288-3830CC20EA1B}"/>
                  </a:ext>
                </a:extLst>
              </p:cNvPr>
              <p:cNvPicPr/>
              <p:nvPr/>
            </p:nvPicPr>
            <p:blipFill>
              <a:blip r:embed="rId125"/>
              <a:stretch>
                <a:fillRect/>
              </a:stretch>
            </p:blipFill>
            <p:spPr>
              <a:xfrm>
                <a:off x="6716280" y="3662520"/>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0" name="Ink 129">
                <a:extLst>
                  <a:ext uri="{FF2B5EF4-FFF2-40B4-BE49-F238E27FC236}">
                    <a16:creationId xmlns:a16="http://schemas.microsoft.com/office/drawing/2014/main" id="{2C03F77C-261E-1809-7C19-847061E2BF9C}"/>
                  </a:ext>
                </a:extLst>
              </p14:cNvPr>
              <p14:cNvContentPartPr/>
              <p14:nvPr/>
            </p14:nvContentPartPr>
            <p14:xfrm>
              <a:off x="7098960" y="3467040"/>
              <a:ext cx="345600" cy="388440"/>
            </p14:xfrm>
          </p:contentPart>
        </mc:Choice>
        <mc:Fallback xmlns="">
          <p:pic>
            <p:nvPicPr>
              <p:cNvPr id="130" name="Ink 129">
                <a:extLst>
                  <a:ext uri="{FF2B5EF4-FFF2-40B4-BE49-F238E27FC236}">
                    <a16:creationId xmlns:a16="http://schemas.microsoft.com/office/drawing/2014/main" id="{2C03F77C-261E-1809-7C19-847061E2BF9C}"/>
                  </a:ext>
                </a:extLst>
              </p:cNvPr>
              <p:cNvPicPr/>
              <p:nvPr/>
            </p:nvPicPr>
            <p:blipFill>
              <a:blip r:embed="rId127"/>
              <a:stretch>
                <a:fillRect/>
              </a:stretch>
            </p:blipFill>
            <p:spPr>
              <a:xfrm>
                <a:off x="7094640" y="3462720"/>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1" name="Ink 130">
                <a:extLst>
                  <a:ext uri="{FF2B5EF4-FFF2-40B4-BE49-F238E27FC236}">
                    <a16:creationId xmlns:a16="http://schemas.microsoft.com/office/drawing/2014/main" id="{03A78B32-0E4B-1ED2-7FD2-5DBE46AE88BA}"/>
                  </a:ext>
                </a:extLst>
              </p14:cNvPr>
              <p14:cNvContentPartPr/>
              <p14:nvPr/>
            </p14:nvContentPartPr>
            <p14:xfrm>
              <a:off x="7399920" y="3749640"/>
              <a:ext cx="152280" cy="120600"/>
            </p14:xfrm>
          </p:contentPart>
        </mc:Choice>
        <mc:Fallback xmlns="">
          <p:pic>
            <p:nvPicPr>
              <p:cNvPr id="131" name="Ink 130">
                <a:extLst>
                  <a:ext uri="{FF2B5EF4-FFF2-40B4-BE49-F238E27FC236}">
                    <a16:creationId xmlns:a16="http://schemas.microsoft.com/office/drawing/2014/main" id="{03A78B32-0E4B-1ED2-7FD2-5DBE46AE88BA}"/>
                  </a:ext>
                </a:extLst>
              </p:cNvPr>
              <p:cNvPicPr/>
              <p:nvPr/>
            </p:nvPicPr>
            <p:blipFill>
              <a:blip r:embed="rId129"/>
              <a:stretch>
                <a:fillRect/>
              </a:stretch>
            </p:blipFill>
            <p:spPr>
              <a:xfrm>
                <a:off x="7395600" y="3745320"/>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2" name="Ink 131">
                <a:extLst>
                  <a:ext uri="{FF2B5EF4-FFF2-40B4-BE49-F238E27FC236}">
                    <a16:creationId xmlns:a16="http://schemas.microsoft.com/office/drawing/2014/main" id="{1CD2D7BA-0A25-AD11-B6B6-9D21790002C8}"/>
                  </a:ext>
                </a:extLst>
              </p14:cNvPr>
              <p14:cNvContentPartPr/>
              <p14:nvPr/>
            </p14:nvContentPartPr>
            <p14:xfrm>
              <a:off x="7588560" y="3488640"/>
              <a:ext cx="110160" cy="358200"/>
            </p14:xfrm>
          </p:contentPart>
        </mc:Choice>
        <mc:Fallback xmlns="">
          <p:pic>
            <p:nvPicPr>
              <p:cNvPr id="132" name="Ink 131">
                <a:extLst>
                  <a:ext uri="{FF2B5EF4-FFF2-40B4-BE49-F238E27FC236}">
                    <a16:creationId xmlns:a16="http://schemas.microsoft.com/office/drawing/2014/main" id="{1CD2D7BA-0A25-AD11-B6B6-9D21790002C8}"/>
                  </a:ext>
                </a:extLst>
              </p:cNvPr>
              <p:cNvPicPr/>
              <p:nvPr/>
            </p:nvPicPr>
            <p:blipFill>
              <a:blip r:embed="rId131"/>
              <a:stretch>
                <a:fillRect/>
              </a:stretch>
            </p:blipFill>
            <p:spPr>
              <a:xfrm>
                <a:off x="7584240" y="3484320"/>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3" name="Ink 132">
                <a:extLst>
                  <a:ext uri="{FF2B5EF4-FFF2-40B4-BE49-F238E27FC236}">
                    <a16:creationId xmlns:a16="http://schemas.microsoft.com/office/drawing/2014/main" id="{B4B35329-FB87-06C1-F48E-A7594E6BD548}"/>
                  </a:ext>
                </a:extLst>
              </p14:cNvPr>
              <p14:cNvContentPartPr/>
              <p14:nvPr/>
            </p14:nvContentPartPr>
            <p14:xfrm>
              <a:off x="7552200" y="3688080"/>
              <a:ext cx="331560" cy="152640"/>
            </p14:xfrm>
          </p:contentPart>
        </mc:Choice>
        <mc:Fallback xmlns="">
          <p:pic>
            <p:nvPicPr>
              <p:cNvPr id="133" name="Ink 132">
                <a:extLst>
                  <a:ext uri="{FF2B5EF4-FFF2-40B4-BE49-F238E27FC236}">
                    <a16:creationId xmlns:a16="http://schemas.microsoft.com/office/drawing/2014/main" id="{B4B35329-FB87-06C1-F48E-A7594E6BD548}"/>
                  </a:ext>
                </a:extLst>
              </p:cNvPr>
              <p:cNvPicPr/>
              <p:nvPr/>
            </p:nvPicPr>
            <p:blipFill>
              <a:blip r:embed="rId133"/>
              <a:stretch>
                <a:fillRect/>
              </a:stretch>
            </p:blipFill>
            <p:spPr>
              <a:xfrm>
                <a:off x="7547880" y="3683760"/>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4" name="Ink 133">
                <a:extLst>
                  <a:ext uri="{FF2B5EF4-FFF2-40B4-BE49-F238E27FC236}">
                    <a16:creationId xmlns:a16="http://schemas.microsoft.com/office/drawing/2014/main" id="{2C1792B8-8A38-519E-1853-EF983DD457A0}"/>
                  </a:ext>
                </a:extLst>
              </p14:cNvPr>
              <p14:cNvContentPartPr/>
              <p14:nvPr/>
            </p14:nvContentPartPr>
            <p14:xfrm>
              <a:off x="7935240" y="3590160"/>
              <a:ext cx="234720" cy="431640"/>
            </p14:xfrm>
          </p:contentPart>
        </mc:Choice>
        <mc:Fallback xmlns="">
          <p:pic>
            <p:nvPicPr>
              <p:cNvPr id="134" name="Ink 133">
                <a:extLst>
                  <a:ext uri="{FF2B5EF4-FFF2-40B4-BE49-F238E27FC236}">
                    <a16:creationId xmlns:a16="http://schemas.microsoft.com/office/drawing/2014/main" id="{2C1792B8-8A38-519E-1853-EF983DD457A0}"/>
                  </a:ext>
                </a:extLst>
              </p:cNvPr>
              <p:cNvPicPr/>
              <p:nvPr/>
            </p:nvPicPr>
            <p:blipFill>
              <a:blip r:embed="rId135"/>
              <a:stretch>
                <a:fillRect/>
              </a:stretch>
            </p:blipFill>
            <p:spPr>
              <a:xfrm>
                <a:off x="7930920" y="3585840"/>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5" name="Ink 134">
                <a:extLst>
                  <a:ext uri="{FF2B5EF4-FFF2-40B4-BE49-F238E27FC236}">
                    <a16:creationId xmlns:a16="http://schemas.microsoft.com/office/drawing/2014/main" id="{960E1543-33CA-5C75-638D-CDB79BAA42B7}"/>
                  </a:ext>
                </a:extLst>
              </p14:cNvPr>
              <p14:cNvContentPartPr/>
              <p14:nvPr/>
            </p14:nvContentPartPr>
            <p14:xfrm>
              <a:off x="8148720" y="3820560"/>
              <a:ext cx="133200" cy="72000"/>
            </p14:xfrm>
          </p:contentPart>
        </mc:Choice>
        <mc:Fallback xmlns="">
          <p:pic>
            <p:nvPicPr>
              <p:cNvPr id="135" name="Ink 134">
                <a:extLst>
                  <a:ext uri="{FF2B5EF4-FFF2-40B4-BE49-F238E27FC236}">
                    <a16:creationId xmlns:a16="http://schemas.microsoft.com/office/drawing/2014/main" id="{960E1543-33CA-5C75-638D-CDB79BAA42B7}"/>
                  </a:ext>
                </a:extLst>
              </p:cNvPr>
              <p:cNvPicPr/>
              <p:nvPr/>
            </p:nvPicPr>
            <p:blipFill>
              <a:blip r:embed="rId137"/>
              <a:stretch>
                <a:fillRect/>
              </a:stretch>
            </p:blipFill>
            <p:spPr>
              <a:xfrm>
                <a:off x="8144400" y="3816240"/>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36" name="Ink 135">
                <a:extLst>
                  <a:ext uri="{FF2B5EF4-FFF2-40B4-BE49-F238E27FC236}">
                    <a16:creationId xmlns:a16="http://schemas.microsoft.com/office/drawing/2014/main" id="{6FF58C5A-1BBB-7875-2559-EAF5A2D28B26}"/>
                  </a:ext>
                </a:extLst>
              </p14:cNvPr>
              <p14:cNvContentPartPr/>
              <p14:nvPr/>
            </p14:nvContentPartPr>
            <p14:xfrm>
              <a:off x="8187240" y="3742440"/>
              <a:ext cx="37080" cy="15840"/>
            </p14:xfrm>
          </p:contentPart>
        </mc:Choice>
        <mc:Fallback xmlns="">
          <p:pic>
            <p:nvPicPr>
              <p:cNvPr id="136" name="Ink 135">
                <a:extLst>
                  <a:ext uri="{FF2B5EF4-FFF2-40B4-BE49-F238E27FC236}">
                    <a16:creationId xmlns:a16="http://schemas.microsoft.com/office/drawing/2014/main" id="{6FF58C5A-1BBB-7875-2559-EAF5A2D28B26}"/>
                  </a:ext>
                </a:extLst>
              </p:cNvPr>
              <p:cNvPicPr/>
              <p:nvPr/>
            </p:nvPicPr>
            <p:blipFill>
              <a:blip r:embed="rId139"/>
              <a:stretch>
                <a:fillRect/>
              </a:stretch>
            </p:blipFill>
            <p:spPr>
              <a:xfrm>
                <a:off x="8182920" y="3738120"/>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7" name="Ink 136">
                <a:extLst>
                  <a:ext uri="{FF2B5EF4-FFF2-40B4-BE49-F238E27FC236}">
                    <a16:creationId xmlns:a16="http://schemas.microsoft.com/office/drawing/2014/main" id="{B841694E-0A54-7DAE-38AA-5A80F7D33DC5}"/>
                  </a:ext>
                </a:extLst>
              </p14:cNvPr>
              <p14:cNvContentPartPr/>
              <p14:nvPr/>
            </p14:nvContentPartPr>
            <p14:xfrm>
              <a:off x="8285520" y="3761520"/>
              <a:ext cx="113760" cy="116640"/>
            </p14:xfrm>
          </p:contentPart>
        </mc:Choice>
        <mc:Fallback xmlns="">
          <p:pic>
            <p:nvPicPr>
              <p:cNvPr id="137" name="Ink 136">
                <a:extLst>
                  <a:ext uri="{FF2B5EF4-FFF2-40B4-BE49-F238E27FC236}">
                    <a16:creationId xmlns:a16="http://schemas.microsoft.com/office/drawing/2014/main" id="{B841694E-0A54-7DAE-38AA-5A80F7D33DC5}"/>
                  </a:ext>
                </a:extLst>
              </p:cNvPr>
              <p:cNvPicPr/>
              <p:nvPr/>
            </p:nvPicPr>
            <p:blipFill>
              <a:blip r:embed="rId141"/>
              <a:stretch>
                <a:fillRect/>
              </a:stretch>
            </p:blipFill>
            <p:spPr>
              <a:xfrm>
                <a:off x="8281200" y="3757200"/>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38" name="Ink 137">
                <a:extLst>
                  <a:ext uri="{FF2B5EF4-FFF2-40B4-BE49-F238E27FC236}">
                    <a16:creationId xmlns:a16="http://schemas.microsoft.com/office/drawing/2014/main" id="{62952B88-111D-4D86-DC09-56B5EA0A0713}"/>
                  </a:ext>
                </a:extLst>
              </p14:cNvPr>
              <p14:cNvContentPartPr/>
              <p14:nvPr/>
            </p14:nvContentPartPr>
            <p14:xfrm>
              <a:off x="8508720" y="3675120"/>
              <a:ext cx="360" cy="116280"/>
            </p14:xfrm>
          </p:contentPart>
        </mc:Choice>
        <mc:Fallback xmlns="">
          <p:pic>
            <p:nvPicPr>
              <p:cNvPr id="138" name="Ink 137">
                <a:extLst>
                  <a:ext uri="{FF2B5EF4-FFF2-40B4-BE49-F238E27FC236}">
                    <a16:creationId xmlns:a16="http://schemas.microsoft.com/office/drawing/2014/main" id="{62952B88-111D-4D86-DC09-56B5EA0A0713}"/>
                  </a:ext>
                </a:extLst>
              </p:cNvPr>
              <p:cNvPicPr/>
              <p:nvPr/>
            </p:nvPicPr>
            <p:blipFill>
              <a:blip r:embed="rId143"/>
              <a:stretch>
                <a:fillRect/>
              </a:stretch>
            </p:blipFill>
            <p:spPr>
              <a:xfrm>
                <a:off x="8504400" y="3670800"/>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39" name="Ink 138">
                <a:extLst>
                  <a:ext uri="{FF2B5EF4-FFF2-40B4-BE49-F238E27FC236}">
                    <a16:creationId xmlns:a16="http://schemas.microsoft.com/office/drawing/2014/main" id="{F0A41833-D77B-2670-CE6A-52405CA209C6}"/>
                  </a:ext>
                </a:extLst>
              </p14:cNvPr>
              <p14:cNvContentPartPr/>
              <p14:nvPr/>
            </p14:nvContentPartPr>
            <p14:xfrm>
              <a:off x="8508720" y="3488640"/>
              <a:ext cx="239040" cy="379800"/>
            </p14:xfrm>
          </p:contentPart>
        </mc:Choice>
        <mc:Fallback xmlns="">
          <p:pic>
            <p:nvPicPr>
              <p:cNvPr id="139" name="Ink 138">
                <a:extLst>
                  <a:ext uri="{FF2B5EF4-FFF2-40B4-BE49-F238E27FC236}">
                    <a16:creationId xmlns:a16="http://schemas.microsoft.com/office/drawing/2014/main" id="{F0A41833-D77B-2670-CE6A-52405CA209C6}"/>
                  </a:ext>
                </a:extLst>
              </p:cNvPr>
              <p:cNvPicPr/>
              <p:nvPr/>
            </p:nvPicPr>
            <p:blipFill>
              <a:blip r:embed="rId145"/>
              <a:stretch>
                <a:fillRect/>
              </a:stretch>
            </p:blipFill>
            <p:spPr>
              <a:xfrm>
                <a:off x="8504400" y="3484320"/>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40" name="Ink 139">
                <a:extLst>
                  <a:ext uri="{FF2B5EF4-FFF2-40B4-BE49-F238E27FC236}">
                    <a16:creationId xmlns:a16="http://schemas.microsoft.com/office/drawing/2014/main" id="{5A0D4ABF-98E2-FCDD-A0B5-1B525D64DE8F}"/>
                  </a:ext>
                </a:extLst>
              </p14:cNvPr>
              <p14:cNvContentPartPr/>
              <p14:nvPr/>
            </p14:nvContentPartPr>
            <p14:xfrm>
              <a:off x="8785920" y="3351840"/>
              <a:ext cx="219960" cy="716760"/>
            </p14:xfrm>
          </p:contentPart>
        </mc:Choice>
        <mc:Fallback xmlns="">
          <p:pic>
            <p:nvPicPr>
              <p:cNvPr id="140" name="Ink 139">
                <a:extLst>
                  <a:ext uri="{FF2B5EF4-FFF2-40B4-BE49-F238E27FC236}">
                    <a16:creationId xmlns:a16="http://schemas.microsoft.com/office/drawing/2014/main" id="{5A0D4ABF-98E2-FCDD-A0B5-1B525D64DE8F}"/>
                  </a:ext>
                </a:extLst>
              </p:cNvPr>
              <p:cNvPicPr/>
              <p:nvPr/>
            </p:nvPicPr>
            <p:blipFill>
              <a:blip r:embed="rId147"/>
              <a:stretch>
                <a:fillRect/>
              </a:stretch>
            </p:blipFill>
            <p:spPr>
              <a:xfrm>
                <a:off x="8781600" y="3347520"/>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42" name="Ink 141">
                <a:extLst>
                  <a:ext uri="{FF2B5EF4-FFF2-40B4-BE49-F238E27FC236}">
                    <a16:creationId xmlns:a16="http://schemas.microsoft.com/office/drawing/2014/main" id="{1D13F7A6-BEE0-1842-66E9-5932502D2BDF}"/>
                  </a:ext>
                </a:extLst>
              </p14:cNvPr>
              <p14:cNvContentPartPr/>
              <p14:nvPr/>
            </p14:nvContentPartPr>
            <p14:xfrm>
              <a:off x="4743480" y="4506720"/>
              <a:ext cx="166320" cy="195120"/>
            </p14:xfrm>
          </p:contentPart>
        </mc:Choice>
        <mc:Fallback xmlns="">
          <p:pic>
            <p:nvPicPr>
              <p:cNvPr id="142" name="Ink 141">
                <a:extLst>
                  <a:ext uri="{FF2B5EF4-FFF2-40B4-BE49-F238E27FC236}">
                    <a16:creationId xmlns:a16="http://schemas.microsoft.com/office/drawing/2014/main" id="{1D13F7A6-BEE0-1842-66E9-5932502D2BDF}"/>
                  </a:ext>
                </a:extLst>
              </p:cNvPr>
              <p:cNvPicPr/>
              <p:nvPr/>
            </p:nvPicPr>
            <p:blipFill>
              <a:blip r:embed="rId149"/>
              <a:stretch>
                <a:fillRect/>
              </a:stretch>
            </p:blipFill>
            <p:spPr>
              <a:xfrm>
                <a:off x="4739160" y="4502400"/>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43" name="Ink 142">
                <a:extLst>
                  <a:ext uri="{FF2B5EF4-FFF2-40B4-BE49-F238E27FC236}">
                    <a16:creationId xmlns:a16="http://schemas.microsoft.com/office/drawing/2014/main" id="{CA89D304-D93B-D8E3-DD55-7026DA199C26}"/>
                  </a:ext>
                </a:extLst>
              </p14:cNvPr>
              <p14:cNvContentPartPr/>
              <p14:nvPr/>
            </p14:nvContentPartPr>
            <p14:xfrm>
              <a:off x="4977480" y="4493040"/>
              <a:ext cx="315000" cy="168120"/>
            </p14:xfrm>
          </p:contentPart>
        </mc:Choice>
        <mc:Fallback xmlns="">
          <p:pic>
            <p:nvPicPr>
              <p:cNvPr id="143" name="Ink 142">
                <a:extLst>
                  <a:ext uri="{FF2B5EF4-FFF2-40B4-BE49-F238E27FC236}">
                    <a16:creationId xmlns:a16="http://schemas.microsoft.com/office/drawing/2014/main" id="{CA89D304-D93B-D8E3-DD55-7026DA199C26}"/>
                  </a:ext>
                </a:extLst>
              </p:cNvPr>
              <p:cNvPicPr/>
              <p:nvPr/>
            </p:nvPicPr>
            <p:blipFill>
              <a:blip r:embed="rId151"/>
              <a:stretch>
                <a:fillRect/>
              </a:stretch>
            </p:blipFill>
            <p:spPr>
              <a:xfrm>
                <a:off x="4973160" y="4488720"/>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44" name="Ink 143">
                <a:extLst>
                  <a:ext uri="{FF2B5EF4-FFF2-40B4-BE49-F238E27FC236}">
                    <a16:creationId xmlns:a16="http://schemas.microsoft.com/office/drawing/2014/main" id="{90DACEC4-07BD-1A5B-3B10-806C5E9EE12D}"/>
                  </a:ext>
                </a:extLst>
              </p14:cNvPr>
              <p14:cNvContentPartPr/>
              <p14:nvPr/>
            </p14:nvContentPartPr>
            <p14:xfrm>
              <a:off x="5405520" y="4495200"/>
              <a:ext cx="123840" cy="104400"/>
            </p14:xfrm>
          </p:contentPart>
        </mc:Choice>
        <mc:Fallback xmlns="">
          <p:pic>
            <p:nvPicPr>
              <p:cNvPr id="144" name="Ink 143">
                <a:extLst>
                  <a:ext uri="{FF2B5EF4-FFF2-40B4-BE49-F238E27FC236}">
                    <a16:creationId xmlns:a16="http://schemas.microsoft.com/office/drawing/2014/main" id="{90DACEC4-07BD-1A5B-3B10-806C5E9EE12D}"/>
                  </a:ext>
                </a:extLst>
              </p:cNvPr>
              <p:cNvPicPr/>
              <p:nvPr/>
            </p:nvPicPr>
            <p:blipFill>
              <a:blip r:embed="rId153"/>
              <a:stretch>
                <a:fillRect/>
              </a:stretch>
            </p:blipFill>
            <p:spPr>
              <a:xfrm>
                <a:off x="5401200" y="4490880"/>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45" name="Ink 144">
                <a:extLst>
                  <a:ext uri="{FF2B5EF4-FFF2-40B4-BE49-F238E27FC236}">
                    <a16:creationId xmlns:a16="http://schemas.microsoft.com/office/drawing/2014/main" id="{ABD1FBA3-814D-47CB-1B5E-3BEAAADEA753}"/>
                  </a:ext>
                </a:extLst>
              </p14:cNvPr>
              <p14:cNvContentPartPr/>
              <p14:nvPr/>
            </p14:nvContentPartPr>
            <p14:xfrm>
              <a:off x="5617560" y="4588080"/>
              <a:ext cx="43200" cy="293400"/>
            </p14:xfrm>
          </p:contentPart>
        </mc:Choice>
        <mc:Fallback xmlns="">
          <p:pic>
            <p:nvPicPr>
              <p:cNvPr id="145" name="Ink 144">
                <a:extLst>
                  <a:ext uri="{FF2B5EF4-FFF2-40B4-BE49-F238E27FC236}">
                    <a16:creationId xmlns:a16="http://schemas.microsoft.com/office/drawing/2014/main" id="{ABD1FBA3-814D-47CB-1B5E-3BEAAADEA753}"/>
                  </a:ext>
                </a:extLst>
              </p:cNvPr>
              <p:cNvPicPr/>
              <p:nvPr/>
            </p:nvPicPr>
            <p:blipFill>
              <a:blip r:embed="rId155"/>
              <a:stretch>
                <a:fillRect/>
              </a:stretch>
            </p:blipFill>
            <p:spPr>
              <a:xfrm>
                <a:off x="5613240" y="4583760"/>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46" name="Ink 145">
                <a:extLst>
                  <a:ext uri="{FF2B5EF4-FFF2-40B4-BE49-F238E27FC236}">
                    <a16:creationId xmlns:a16="http://schemas.microsoft.com/office/drawing/2014/main" id="{465B3333-69F3-D557-A6F2-6A2368179BC9}"/>
                  </a:ext>
                </a:extLst>
              </p14:cNvPr>
              <p14:cNvContentPartPr/>
              <p14:nvPr/>
            </p14:nvContentPartPr>
            <p14:xfrm>
              <a:off x="5659680" y="4557840"/>
              <a:ext cx="140040" cy="76320"/>
            </p14:xfrm>
          </p:contentPart>
        </mc:Choice>
        <mc:Fallback xmlns="">
          <p:pic>
            <p:nvPicPr>
              <p:cNvPr id="146" name="Ink 145">
                <a:extLst>
                  <a:ext uri="{FF2B5EF4-FFF2-40B4-BE49-F238E27FC236}">
                    <a16:creationId xmlns:a16="http://schemas.microsoft.com/office/drawing/2014/main" id="{465B3333-69F3-D557-A6F2-6A2368179BC9}"/>
                  </a:ext>
                </a:extLst>
              </p:cNvPr>
              <p:cNvPicPr/>
              <p:nvPr/>
            </p:nvPicPr>
            <p:blipFill>
              <a:blip r:embed="rId157"/>
              <a:stretch>
                <a:fillRect/>
              </a:stretch>
            </p:blipFill>
            <p:spPr>
              <a:xfrm>
                <a:off x="5655360" y="4553520"/>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47" name="Ink 146">
                <a:extLst>
                  <a:ext uri="{FF2B5EF4-FFF2-40B4-BE49-F238E27FC236}">
                    <a16:creationId xmlns:a16="http://schemas.microsoft.com/office/drawing/2014/main" id="{7904D1B8-C68B-93A4-8456-8AD8B7779D45}"/>
                  </a:ext>
                </a:extLst>
              </p14:cNvPr>
              <p14:cNvContentPartPr/>
              <p14:nvPr/>
            </p14:nvContentPartPr>
            <p14:xfrm>
              <a:off x="5971800" y="4254360"/>
              <a:ext cx="229320" cy="466200"/>
            </p14:xfrm>
          </p:contentPart>
        </mc:Choice>
        <mc:Fallback xmlns="">
          <p:pic>
            <p:nvPicPr>
              <p:cNvPr id="147" name="Ink 146">
                <a:extLst>
                  <a:ext uri="{FF2B5EF4-FFF2-40B4-BE49-F238E27FC236}">
                    <a16:creationId xmlns:a16="http://schemas.microsoft.com/office/drawing/2014/main" id="{7904D1B8-C68B-93A4-8456-8AD8B7779D45}"/>
                  </a:ext>
                </a:extLst>
              </p:cNvPr>
              <p:cNvPicPr/>
              <p:nvPr/>
            </p:nvPicPr>
            <p:blipFill>
              <a:blip r:embed="rId159"/>
              <a:stretch>
                <a:fillRect/>
              </a:stretch>
            </p:blipFill>
            <p:spPr>
              <a:xfrm>
                <a:off x="5967480" y="4250040"/>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48" name="Ink 147">
                <a:extLst>
                  <a:ext uri="{FF2B5EF4-FFF2-40B4-BE49-F238E27FC236}">
                    <a16:creationId xmlns:a16="http://schemas.microsoft.com/office/drawing/2014/main" id="{E9F7D500-29DB-EAE4-8460-46867C712134}"/>
                  </a:ext>
                </a:extLst>
              </p14:cNvPr>
              <p14:cNvContentPartPr/>
              <p14:nvPr/>
            </p14:nvContentPartPr>
            <p14:xfrm>
              <a:off x="6208320" y="4270200"/>
              <a:ext cx="206280" cy="343440"/>
            </p14:xfrm>
          </p:contentPart>
        </mc:Choice>
        <mc:Fallback xmlns="">
          <p:pic>
            <p:nvPicPr>
              <p:cNvPr id="148" name="Ink 147">
                <a:extLst>
                  <a:ext uri="{FF2B5EF4-FFF2-40B4-BE49-F238E27FC236}">
                    <a16:creationId xmlns:a16="http://schemas.microsoft.com/office/drawing/2014/main" id="{E9F7D500-29DB-EAE4-8460-46867C712134}"/>
                  </a:ext>
                </a:extLst>
              </p:cNvPr>
              <p:cNvPicPr/>
              <p:nvPr/>
            </p:nvPicPr>
            <p:blipFill>
              <a:blip r:embed="rId161"/>
              <a:stretch>
                <a:fillRect/>
              </a:stretch>
            </p:blipFill>
            <p:spPr>
              <a:xfrm>
                <a:off x="6204000" y="4265880"/>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49" name="Ink 148">
                <a:extLst>
                  <a:ext uri="{FF2B5EF4-FFF2-40B4-BE49-F238E27FC236}">
                    <a16:creationId xmlns:a16="http://schemas.microsoft.com/office/drawing/2014/main" id="{A5A018C9-E6D0-C4B2-5C42-40E7EFDAF4EE}"/>
                  </a:ext>
                </a:extLst>
              </p14:cNvPr>
              <p14:cNvContentPartPr/>
              <p14:nvPr/>
            </p14:nvContentPartPr>
            <p14:xfrm>
              <a:off x="6498840" y="4491960"/>
              <a:ext cx="179640" cy="87120"/>
            </p14:xfrm>
          </p:contentPart>
        </mc:Choice>
        <mc:Fallback xmlns="">
          <p:pic>
            <p:nvPicPr>
              <p:cNvPr id="149" name="Ink 148">
                <a:extLst>
                  <a:ext uri="{FF2B5EF4-FFF2-40B4-BE49-F238E27FC236}">
                    <a16:creationId xmlns:a16="http://schemas.microsoft.com/office/drawing/2014/main" id="{A5A018C9-E6D0-C4B2-5C42-40E7EFDAF4EE}"/>
                  </a:ext>
                </a:extLst>
              </p:cNvPr>
              <p:cNvPicPr/>
              <p:nvPr/>
            </p:nvPicPr>
            <p:blipFill>
              <a:blip r:embed="rId163"/>
              <a:stretch>
                <a:fillRect/>
              </a:stretch>
            </p:blipFill>
            <p:spPr>
              <a:xfrm>
                <a:off x="6494520" y="4487640"/>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0" name="Ink 149">
                <a:extLst>
                  <a:ext uri="{FF2B5EF4-FFF2-40B4-BE49-F238E27FC236}">
                    <a16:creationId xmlns:a16="http://schemas.microsoft.com/office/drawing/2014/main" id="{4633B166-38B3-8C56-EB8A-E9236DA2CCF7}"/>
                  </a:ext>
                </a:extLst>
              </p14:cNvPr>
              <p14:cNvContentPartPr/>
              <p14:nvPr/>
            </p14:nvContentPartPr>
            <p14:xfrm>
              <a:off x="6695400" y="4271640"/>
              <a:ext cx="66240" cy="362880"/>
            </p14:xfrm>
          </p:contentPart>
        </mc:Choice>
        <mc:Fallback xmlns="">
          <p:pic>
            <p:nvPicPr>
              <p:cNvPr id="150" name="Ink 149">
                <a:extLst>
                  <a:ext uri="{FF2B5EF4-FFF2-40B4-BE49-F238E27FC236}">
                    <a16:creationId xmlns:a16="http://schemas.microsoft.com/office/drawing/2014/main" id="{4633B166-38B3-8C56-EB8A-E9236DA2CCF7}"/>
                  </a:ext>
                </a:extLst>
              </p:cNvPr>
              <p:cNvPicPr/>
              <p:nvPr/>
            </p:nvPicPr>
            <p:blipFill>
              <a:blip r:embed="rId165"/>
              <a:stretch>
                <a:fillRect/>
              </a:stretch>
            </p:blipFill>
            <p:spPr>
              <a:xfrm>
                <a:off x="6691080" y="4267320"/>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51" name="Ink 150">
                <a:extLst>
                  <a:ext uri="{FF2B5EF4-FFF2-40B4-BE49-F238E27FC236}">
                    <a16:creationId xmlns:a16="http://schemas.microsoft.com/office/drawing/2014/main" id="{6ED894C8-A31C-6980-8FAC-17B50C1C3CA4}"/>
                  </a:ext>
                </a:extLst>
              </p14:cNvPr>
              <p14:cNvContentPartPr/>
              <p14:nvPr/>
            </p14:nvContentPartPr>
            <p14:xfrm>
              <a:off x="6691440" y="4474680"/>
              <a:ext cx="208080" cy="98280"/>
            </p14:xfrm>
          </p:contentPart>
        </mc:Choice>
        <mc:Fallback xmlns="">
          <p:pic>
            <p:nvPicPr>
              <p:cNvPr id="151" name="Ink 150">
                <a:extLst>
                  <a:ext uri="{FF2B5EF4-FFF2-40B4-BE49-F238E27FC236}">
                    <a16:creationId xmlns:a16="http://schemas.microsoft.com/office/drawing/2014/main" id="{6ED894C8-A31C-6980-8FAC-17B50C1C3CA4}"/>
                  </a:ext>
                </a:extLst>
              </p:cNvPr>
              <p:cNvPicPr/>
              <p:nvPr/>
            </p:nvPicPr>
            <p:blipFill>
              <a:blip r:embed="rId167"/>
              <a:stretch>
                <a:fillRect/>
              </a:stretch>
            </p:blipFill>
            <p:spPr>
              <a:xfrm>
                <a:off x="6687120" y="4470360"/>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2" name="Ink 151">
                <a:extLst>
                  <a:ext uri="{FF2B5EF4-FFF2-40B4-BE49-F238E27FC236}">
                    <a16:creationId xmlns:a16="http://schemas.microsoft.com/office/drawing/2014/main" id="{8FCC759A-61B9-D735-FF36-C26B09476452}"/>
                  </a:ext>
                </a:extLst>
              </p14:cNvPr>
              <p14:cNvContentPartPr/>
              <p14:nvPr/>
            </p14:nvContentPartPr>
            <p14:xfrm>
              <a:off x="7043520" y="4268400"/>
              <a:ext cx="214200" cy="320040"/>
            </p14:xfrm>
          </p:contentPart>
        </mc:Choice>
        <mc:Fallback xmlns="">
          <p:pic>
            <p:nvPicPr>
              <p:cNvPr id="152" name="Ink 151">
                <a:extLst>
                  <a:ext uri="{FF2B5EF4-FFF2-40B4-BE49-F238E27FC236}">
                    <a16:creationId xmlns:a16="http://schemas.microsoft.com/office/drawing/2014/main" id="{8FCC759A-61B9-D735-FF36-C26B09476452}"/>
                  </a:ext>
                </a:extLst>
              </p:cNvPr>
              <p:cNvPicPr/>
              <p:nvPr/>
            </p:nvPicPr>
            <p:blipFill>
              <a:blip r:embed="rId169"/>
              <a:stretch>
                <a:fillRect/>
              </a:stretch>
            </p:blipFill>
            <p:spPr>
              <a:xfrm>
                <a:off x="7039200" y="4264080"/>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53" name="Ink 152">
                <a:extLst>
                  <a:ext uri="{FF2B5EF4-FFF2-40B4-BE49-F238E27FC236}">
                    <a16:creationId xmlns:a16="http://schemas.microsoft.com/office/drawing/2014/main" id="{C1AE5590-EAE8-86C2-2E9D-3C7B35F1EFAE}"/>
                  </a:ext>
                </a:extLst>
              </p14:cNvPr>
              <p14:cNvContentPartPr/>
              <p14:nvPr/>
            </p14:nvContentPartPr>
            <p14:xfrm>
              <a:off x="7222800" y="4503120"/>
              <a:ext cx="79200" cy="79200"/>
            </p14:xfrm>
          </p:contentPart>
        </mc:Choice>
        <mc:Fallback xmlns="">
          <p:pic>
            <p:nvPicPr>
              <p:cNvPr id="153" name="Ink 152">
                <a:extLst>
                  <a:ext uri="{FF2B5EF4-FFF2-40B4-BE49-F238E27FC236}">
                    <a16:creationId xmlns:a16="http://schemas.microsoft.com/office/drawing/2014/main" id="{C1AE5590-EAE8-86C2-2E9D-3C7B35F1EFAE}"/>
                  </a:ext>
                </a:extLst>
              </p:cNvPr>
              <p:cNvPicPr/>
              <p:nvPr/>
            </p:nvPicPr>
            <p:blipFill>
              <a:blip r:embed="rId171"/>
              <a:stretch>
                <a:fillRect/>
              </a:stretch>
            </p:blipFill>
            <p:spPr>
              <a:xfrm>
                <a:off x="7218480" y="4498800"/>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4" name="Ink 153">
                <a:extLst>
                  <a:ext uri="{FF2B5EF4-FFF2-40B4-BE49-F238E27FC236}">
                    <a16:creationId xmlns:a16="http://schemas.microsoft.com/office/drawing/2014/main" id="{11882182-C1F4-21A3-9A51-D450E2F15E9B}"/>
                  </a:ext>
                </a:extLst>
              </p14:cNvPr>
              <p14:cNvContentPartPr/>
              <p14:nvPr/>
            </p14:nvContentPartPr>
            <p14:xfrm>
              <a:off x="7326840" y="4408800"/>
              <a:ext cx="360" cy="8280"/>
            </p14:xfrm>
          </p:contentPart>
        </mc:Choice>
        <mc:Fallback xmlns="">
          <p:pic>
            <p:nvPicPr>
              <p:cNvPr id="154" name="Ink 153">
                <a:extLst>
                  <a:ext uri="{FF2B5EF4-FFF2-40B4-BE49-F238E27FC236}">
                    <a16:creationId xmlns:a16="http://schemas.microsoft.com/office/drawing/2014/main" id="{11882182-C1F4-21A3-9A51-D450E2F15E9B}"/>
                  </a:ext>
                </a:extLst>
              </p:cNvPr>
              <p:cNvPicPr/>
              <p:nvPr/>
            </p:nvPicPr>
            <p:blipFill>
              <a:blip r:embed="rId173"/>
              <a:stretch>
                <a:fillRect/>
              </a:stretch>
            </p:blipFill>
            <p:spPr>
              <a:xfrm>
                <a:off x="7322520" y="4404480"/>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5" name="Ink 154">
                <a:extLst>
                  <a:ext uri="{FF2B5EF4-FFF2-40B4-BE49-F238E27FC236}">
                    <a16:creationId xmlns:a16="http://schemas.microsoft.com/office/drawing/2014/main" id="{2B711347-05CD-EFD2-4A06-83F3BEA78B33}"/>
                  </a:ext>
                </a:extLst>
              </p14:cNvPr>
              <p14:cNvContentPartPr/>
              <p14:nvPr/>
            </p14:nvContentPartPr>
            <p14:xfrm>
              <a:off x="7326840" y="4295040"/>
              <a:ext cx="220320" cy="329400"/>
            </p14:xfrm>
          </p:contentPart>
        </mc:Choice>
        <mc:Fallback xmlns="">
          <p:pic>
            <p:nvPicPr>
              <p:cNvPr id="155" name="Ink 154">
                <a:extLst>
                  <a:ext uri="{FF2B5EF4-FFF2-40B4-BE49-F238E27FC236}">
                    <a16:creationId xmlns:a16="http://schemas.microsoft.com/office/drawing/2014/main" id="{2B711347-05CD-EFD2-4A06-83F3BEA78B33}"/>
                  </a:ext>
                </a:extLst>
              </p:cNvPr>
              <p:cNvPicPr/>
              <p:nvPr/>
            </p:nvPicPr>
            <p:blipFill>
              <a:blip r:embed="rId175"/>
              <a:stretch>
                <a:fillRect/>
              </a:stretch>
            </p:blipFill>
            <p:spPr>
              <a:xfrm>
                <a:off x="7322520" y="4290720"/>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56" name="Ink 155">
                <a:extLst>
                  <a:ext uri="{FF2B5EF4-FFF2-40B4-BE49-F238E27FC236}">
                    <a16:creationId xmlns:a16="http://schemas.microsoft.com/office/drawing/2014/main" id="{5D0DEFB1-12E8-43C4-2F54-7AF369A6AA23}"/>
                  </a:ext>
                </a:extLst>
              </p14:cNvPr>
              <p14:cNvContentPartPr/>
              <p14:nvPr/>
            </p14:nvContentPartPr>
            <p14:xfrm>
              <a:off x="7582800" y="4637400"/>
              <a:ext cx="152280" cy="121680"/>
            </p14:xfrm>
          </p:contentPart>
        </mc:Choice>
        <mc:Fallback xmlns="">
          <p:pic>
            <p:nvPicPr>
              <p:cNvPr id="156" name="Ink 155">
                <a:extLst>
                  <a:ext uri="{FF2B5EF4-FFF2-40B4-BE49-F238E27FC236}">
                    <a16:creationId xmlns:a16="http://schemas.microsoft.com/office/drawing/2014/main" id="{5D0DEFB1-12E8-43C4-2F54-7AF369A6AA23}"/>
                  </a:ext>
                </a:extLst>
              </p:cNvPr>
              <p:cNvPicPr/>
              <p:nvPr/>
            </p:nvPicPr>
            <p:blipFill>
              <a:blip r:embed="rId177"/>
              <a:stretch>
                <a:fillRect/>
              </a:stretch>
            </p:blipFill>
            <p:spPr>
              <a:xfrm>
                <a:off x="7578480" y="4633080"/>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57" name="Ink 156">
                <a:extLst>
                  <a:ext uri="{FF2B5EF4-FFF2-40B4-BE49-F238E27FC236}">
                    <a16:creationId xmlns:a16="http://schemas.microsoft.com/office/drawing/2014/main" id="{88C4E7FE-93AF-A453-CD1F-FBDE1D33B2A4}"/>
                  </a:ext>
                </a:extLst>
              </p14:cNvPr>
              <p14:cNvContentPartPr/>
              <p14:nvPr/>
            </p14:nvContentPartPr>
            <p14:xfrm>
              <a:off x="7770720" y="4181640"/>
              <a:ext cx="245520" cy="412200"/>
            </p14:xfrm>
          </p:contentPart>
        </mc:Choice>
        <mc:Fallback xmlns="">
          <p:pic>
            <p:nvPicPr>
              <p:cNvPr id="157" name="Ink 156">
                <a:extLst>
                  <a:ext uri="{FF2B5EF4-FFF2-40B4-BE49-F238E27FC236}">
                    <a16:creationId xmlns:a16="http://schemas.microsoft.com/office/drawing/2014/main" id="{88C4E7FE-93AF-A453-CD1F-FBDE1D33B2A4}"/>
                  </a:ext>
                </a:extLst>
              </p:cNvPr>
              <p:cNvPicPr/>
              <p:nvPr/>
            </p:nvPicPr>
            <p:blipFill>
              <a:blip r:embed="rId179"/>
              <a:stretch>
                <a:fillRect/>
              </a:stretch>
            </p:blipFill>
            <p:spPr>
              <a:xfrm>
                <a:off x="7766400" y="4177320"/>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58" name="Ink 157">
                <a:extLst>
                  <a:ext uri="{FF2B5EF4-FFF2-40B4-BE49-F238E27FC236}">
                    <a16:creationId xmlns:a16="http://schemas.microsoft.com/office/drawing/2014/main" id="{F3917991-E86D-AA07-B374-F704253DC4DB}"/>
                  </a:ext>
                </a:extLst>
              </p14:cNvPr>
              <p14:cNvContentPartPr/>
              <p14:nvPr/>
            </p14:nvContentPartPr>
            <p14:xfrm>
              <a:off x="8027400" y="4485840"/>
              <a:ext cx="75600" cy="140760"/>
            </p14:xfrm>
          </p:contentPart>
        </mc:Choice>
        <mc:Fallback xmlns="">
          <p:pic>
            <p:nvPicPr>
              <p:cNvPr id="158" name="Ink 157">
                <a:extLst>
                  <a:ext uri="{FF2B5EF4-FFF2-40B4-BE49-F238E27FC236}">
                    <a16:creationId xmlns:a16="http://schemas.microsoft.com/office/drawing/2014/main" id="{F3917991-E86D-AA07-B374-F704253DC4DB}"/>
                  </a:ext>
                </a:extLst>
              </p:cNvPr>
              <p:cNvPicPr/>
              <p:nvPr/>
            </p:nvPicPr>
            <p:blipFill>
              <a:blip r:embed="rId181"/>
              <a:stretch>
                <a:fillRect/>
              </a:stretch>
            </p:blipFill>
            <p:spPr>
              <a:xfrm>
                <a:off x="8023080" y="4481520"/>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59" name="Ink 158">
                <a:extLst>
                  <a:ext uri="{FF2B5EF4-FFF2-40B4-BE49-F238E27FC236}">
                    <a16:creationId xmlns:a16="http://schemas.microsoft.com/office/drawing/2014/main" id="{27864A1F-CD1C-F577-EC87-DC65473B60DE}"/>
                  </a:ext>
                </a:extLst>
              </p14:cNvPr>
              <p14:cNvContentPartPr/>
              <p14:nvPr/>
            </p14:nvContentPartPr>
            <p14:xfrm>
              <a:off x="8191200" y="4227720"/>
              <a:ext cx="77400" cy="335520"/>
            </p14:xfrm>
          </p:contentPart>
        </mc:Choice>
        <mc:Fallback xmlns="">
          <p:pic>
            <p:nvPicPr>
              <p:cNvPr id="159" name="Ink 158">
                <a:extLst>
                  <a:ext uri="{FF2B5EF4-FFF2-40B4-BE49-F238E27FC236}">
                    <a16:creationId xmlns:a16="http://schemas.microsoft.com/office/drawing/2014/main" id="{27864A1F-CD1C-F577-EC87-DC65473B60DE}"/>
                  </a:ext>
                </a:extLst>
              </p:cNvPr>
              <p:cNvPicPr/>
              <p:nvPr/>
            </p:nvPicPr>
            <p:blipFill>
              <a:blip r:embed="rId183"/>
              <a:stretch>
                <a:fillRect/>
              </a:stretch>
            </p:blipFill>
            <p:spPr>
              <a:xfrm>
                <a:off x="8186880" y="4223400"/>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0" name="Ink 159">
                <a:extLst>
                  <a:ext uri="{FF2B5EF4-FFF2-40B4-BE49-F238E27FC236}">
                    <a16:creationId xmlns:a16="http://schemas.microsoft.com/office/drawing/2014/main" id="{EE0F6666-CDDC-5A24-464D-84AF7944A94F}"/>
                  </a:ext>
                </a:extLst>
              </p14:cNvPr>
              <p14:cNvContentPartPr/>
              <p14:nvPr/>
            </p14:nvContentPartPr>
            <p14:xfrm>
              <a:off x="8162400" y="4457040"/>
              <a:ext cx="251280" cy="175320"/>
            </p14:xfrm>
          </p:contentPart>
        </mc:Choice>
        <mc:Fallback xmlns="">
          <p:pic>
            <p:nvPicPr>
              <p:cNvPr id="160" name="Ink 159">
                <a:extLst>
                  <a:ext uri="{FF2B5EF4-FFF2-40B4-BE49-F238E27FC236}">
                    <a16:creationId xmlns:a16="http://schemas.microsoft.com/office/drawing/2014/main" id="{EE0F6666-CDDC-5A24-464D-84AF7944A94F}"/>
                  </a:ext>
                </a:extLst>
              </p:cNvPr>
              <p:cNvPicPr/>
              <p:nvPr/>
            </p:nvPicPr>
            <p:blipFill>
              <a:blip r:embed="rId185"/>
              <a:stretch>
                <a:fillRect/>
              </a:stretch>
            </p:blipFill>
            <p:spPr>
              <a:xfrm>
                <a:off x="8158080" y="4452720"/>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61" name="Ink 160">
                <a:extLst>
                  <a:ext uri="{FF2B5EF4-FFF2-40B4-BE49-F238E27FC236}">
                    <a16:creationId xmlns:a16="http://schemas.microsoft.com/office/drawing/2014/main" id="{24A325AE-928A-D137-047B-96F02A7185EA}"/>
                  </a:ext>
                </a:extLst>
              </p14:cNvPr>
              <p14:cNvContentPartPr/>
              <p14:nvPr/>
            </p14:nvContentPartPr>
            <p14:xfrm>
              <a:off x="8465880" y="4349760"/>
              <a:ext cx="156960" cy="296280"/>
            </p14:xfrm>
          </p:contentPart>
        </mc:Choice>
        <mc:Fallback xmlns="">
          <p:pic>
            <p:nvPicPr>
              <p:cNvPr id="161" name="Ink 160">
                <a:extLst>
                  <a:ext uri="{FF2B5EF4-FFF2-40B4-BE49-F238E27FC236}">
                    <a16:creationId xmlns:a16="http://schemas.microsoft.com/office/drawing/2014/main" id="{24A325AE-928A-D137-047B-96F02A7185EA}"/>
                  </a:ext>
                </a:extLst>
              </p:cNvPr>
              <p:cNvPicPr/>
              <p:nvPr/>
            </p:nvPicPr>
            <p:blipFill>
              <a:blip r:embed="rId187"/>
              <a:stretch>
                <a:fillRect/>
              </a:stretch>
            </p:blipFill>
            <p:spPr>
              <a:xfrm>
                <a:off x="8461560" y="4345440"/>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62" name="Ink 161">
                <a:extLst>
                  <a:ext uri="{FF2B5EF4-FFF2-40B4-BE49-F238E27FC236}">
                    <a16:creationId xmlns:a16="http://schemas.microsoft.com/office/drawing/2014/main" id="{7418244C-064B-D9A8-52C9-8B416EC14818}"/>
                  </a:ext>
                </a:extLst>
              </p14:cNvPr>
              <p14:cNvContentPartPr/>
              <p14:nvPr/>
            </p14:nvContentPartPr>
            <p14:xfrm>
              <a:off x="8639760" y="4548840"/>
              <a:ext cx="50400" cy="83520"/>
            </p14:xfrm>
          </p:contentPart>
        </mc:Choice>
        <mc:Fallback xmlns="">
          <p:pic>
            <p:nvPicPr>
              <p:cNvPr id="162" name="Ink 161">
                <a:extLst>
                  <a:ext uri="{FF2B5EF4-FFF2-40B4-BE49-F238E27FC236}">
                    <a16:creationId xmlns:a16="http://schemas.microsoft.com/office/drawing/2014/main" id="{7418244C-064B-D9A8-52C9-8B416EC14818}"/>
                  </a:ext>
                </a:extLst>
              </p:cNvPr>
              <p:cNvPicPr/>
              <p:nvPr/>
            </p:nvPicPr>
            <p:blipFill>
              <a:blip r:embed="rId189"/>
              <a:stretch>
                <a:fillRect/>
              </a:stretch>
            </p:blipFill>
            <p:spPr>
              <a:xfrm>
                <a:off x="8635440" y="4544520"/>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63" name="Ink 162">
                <a:extLst>
                  <a:ext uri="{FF2B5EF4-FFF2-40B4-BE49-F238E27FC236}">
                    <a16:creationId xmlns:a16="http://schemas.microsoft.com/office/drawing/2014/main" id="{75727FE7-38A2-8D82-AA51-5DF6DC786031}"/>
                  </a:ext>
                </a:extLst>
              </p14:cNvPr>
              <p14:cNvContentPartPr/>
              <p14:nvPr/>
            </p14:nvContentPartPr>
            <p14:xfrm>
              <a:off x="8691600" y="4418160"/>
              <a:ext cx="7920" cy="50760"/>
            </p14:xfrm>
          </p:contentPart>
        </mc:Choice>
        <mc:Fallback xmlns="">
          <p:pic>
            <p:nvPicPr>
              <p:cNvPr id="163" name="Ink 162">
                <a:extLst>
                  <a:ext uri="{FF2B5EF4-FFF2-40B4-BE49-F238E27FC236}">
                    <a16:creationId xmlns:a16="http://schemas.microsoft.com/office/drawing/2014/main" id="{75727FE7-38A2-8D82-AA51-5DF6DC786031}"/>
                  </a:ext>
                </a:extLst>
              </p:cNvPr>
              <p:cNvPicPr/>
              <p:nvPr/>
            </p:nvPicPr>
            <p:blipFill>
              <a:blip r:embed="rId191"/>
              <a:stretch>
                <a:fillRect/>
              </a:stretch>
            </p:blipFill>
            <p:spPr>
              <a:xfrm>
                <a:off x="8687280" y="4413840"/>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64" name="Ink 163">
                <a:extLst>
                  <a:ext uri="{FF2B5EF4-FFF2-40B4-BE49-F238E27FC236}">
                    <a16:creationId xmlns:a16="http://schemas.microsoft.com/office/drawing/2014/main" id="{3996DF7D-4585-FF80-11AF-EA6BF5030CEF}"/>
                  </a:ext>
                </a:extLst>
              </p14:cNvPr>
              <p14:cNvContentPartPr/>
              <p14:nvPr/>
            </p14:nvContentPartPr>
            <p14:xfrm>
              <a:off x="8693400" y="4418160"/>
              <a:ext cx="169920" cy="150120"/>
            </p14:xfrm>
          </p:contentPart>
        </mc:Choice>
        <mc:Fallback xmlns="">
          <p:pic>
            <p:nvPicPr>
              <p:cNvPr id="164" name="Ink 163">
                <a:extLst>
                  <a:ext uri="{FF2B5EF4-FFF2-40B4-BE49-F238E27FC236}">
                    <a16:creationId xmlns:a16="http://schemas.microsoft.com/office/drawing/2014/main" id="{3996DF7D-4585-FF80-11AF-EA6BF5030CEF}"/>
                  </a:ext>
                </a:extLst>
              </p:cNvPr>
              <p:cNvPicPr/>
              <p:nvPr/>
            </p:nvPicPr>
            <p:blipFill>
              <a:blip r:embed="rId193"/>
              <a:stretch>
                <a:fillRect/>
              </a:stretch>
            </p:blipFill>
            <p:spPr>
              <a:xfrm>
                <a:off x="8689080" y="4413840"/>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65" name="Ink 164">
                <a:extLst>
                  <a:ext uri="{FF2B5EF4-FFF2-40B4-BE49-F238E27FC236}">
                    <a16:creationId xmlns:a16="http://schemas.microsoft.com/office/drawing/2014/main" id="{CC29A30F-D869-32F7-31B9-02B710B7E36B}"/>
                  </a:ext>
                </a:extLst>
              </p14:cNvPr>
              <p14:cNvContentPartPr/>
              <p14:nvPr/>
            </p14:nvContentPartPr>
            <p14:xfrm>
              <a:off x="8949360" y="4449480"/>
              <a:ext cx="360" cy="74880"/>
            </p14:xfrm>
          </p:contentPart>
        </mc:Choice>
        <mc:Fallback xmlns="">
          <p:pic>
            <p:nvPicPr>
              <p:cNvPr id="165" name="Ink 164">
                <a:extLst>
                  <a:ext uri="{FF2B5EF4-FFF2-40B4-BE49-F238E27FC236}">
                    <a16:creationId xmlns:a16="http://schemas.microsoft.com/office/drawing/2014/main" id="{CC29A30F-D869-32F7-31B9-02B710B7E36B}"/>
                  </a:ext>
                </a:extLst>
              </p:cNvPr>
              <p:cNvPicPr/>
              <p:nvPr/>
            </p:nvPicPr>
            <p:blipFill>
              <a:blip r:embed="rId195"/>
              <a:stretch>
                <a:fillRect/>
              </a:stretch>
            </p:blipFill>
            <p:spPr>
              <a:xfrm>
                <a:off x="8945040" y="4445160"/>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66" name="Ink 165">
                <a:extLst>
                  <a:ext uri="{FF2B5EF4-FFF2-40B4-BE49-F238E27FC236}">
                    <a16:creationId xmlns:a16="http://schemas.microsoft.com/office/drawing/2014/main" id="{BC1CE695-5BA4-6492-29DB-865384F1A0FA}"/>
                  </a:ext>
                </a:extLst>
              </p14:cNvPr>
              <p14:cNvContentPartPr/>
              <p14:nvPr/>
            </p14:nvContentPartPr>
            <p14:xfrm>
              <a:off x="8911200" y="4275960"/>
              <a:ext cx="147240" cy="358200"/>
            </p14:xfrm>
          </p:contentPart>
        </mc:Choice>
        <mc:Fallback xmlns="">
          <p:pic>
            <p:nvPicPr>
              <p:cNvPr id="166" name="Ink 165">
                <a:extLst>
                  <a:ext uri="{FF2B5EF4-FFF2-40B4-BE49-F238E27FC236}">
                    <a16:creationId xmlns:a16="http://schemas.microsoft.com/office/drawing/2014/main" id="{BC1CE695-5BA4-6492-29DB-865384F1A0FA}"/>
                  </a:ext>
                </a:extLst>
              </p:cNvPr>
              <p:cNvPicPr/>
              <p:nvPr/>
            </p:nvPicPr>
            <p:blipFill>
              <a:blip r:embed="rId197"/>
              <a:stretch>
                <a:fillRect/>
              </a:stretch>
            </p:blipFill>
            <p:spPr>
              <a:xfrm>
                <a:off x="8906880" y="4271640"/>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4" name="Ink 113">
                <a:extLst>
                  <a:ext uri="{FF2B5EF4-FFF2-40B4-BE49-F238E27FC236}">
                    <a16:creationId xmlns:a16="http://schemas.microsoft.com/office/drawing/2014/main" id="{CCD53015-1C31-50BA-95E5-CDDCE76C95E0}"/>
                  </a:ext>
                </a:extLst>
              </p14:cNvPr>
              <p14:cNvContentPartPr/>
              <p14:nvPr/>
            </p14:nvContentPartPr>
            <p14:xfrm>
              <a:off x="4146960" y="4026120"/>
              <a:ext cx="31320" cy="80640"/>
            </p14:xfrm>
          </p:contentPart>
        </mc:Choice>
        <mc:Fallback xmlns="">
          <p:pic>
            <p:nvPicPr>
              <p:cNvPr id="114" name="Ink 113">
                <a:extLst>
                  <a:ext uri="{FF2B5EF4-FFF2-40B4-BE49-F238E27FC236}">
                    <a16:creationId xmlns:a16="http://schemas.microsoft.com/office/drawing/2014/main" id="{CCD53015-1C31-50BA-95E5-CDDCE76C95E0}"/>
                  </a:ext>
                </a:extLst>
              </p:cNvPr>
              <p:cNvPicPr/>
              <p:nvPr/>
            </p:nvPicPr>
            <p:blipFill>
              <a:blip r:embed="rId199"/>
              <a:stretch>
                <a:fillRect/>
              </a:stretch>
            </p:blipFill>
            <p:spPr>
              <a:xfrm>
                <a:off x="4142640" y="4021800"/>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5" name="Ink 114">
                <a:extLst>
                  <a:ext uri="{FF2B5EF4-FFF2-40B4-BE49-F238E27FC236}">
                    <a16:creationId xmlns:a16="http://schemas.microsoft.com/office/drawing/2014/main" id="{03BAB15F-C55D-496D-C019-B6D89648755B}"/>
                  </a:ext>
                </a:extLst>
              </p14:cNvPr>
              <p14:cNvContentPartPr/>
              <p14:nvPr/>
            </p14:nvContentPartPr>
            <p14:xfrm>
              <a:off x="4173960" y="3712200"/>
              <a:ext cx="13680" cy="13320"/>
            </p14:xfrm>
          </p:contentPart>
        </mc:Choice>
        <mc:Fallback xmlns="">
          <p:pic>
            <p:nvPicPr>
              <p:cNvPr id="115" name="Ink 114">
                <a:extLst>
                  <a:ext uri="{FF2B5EF4-FFF2-40B4-BE49-F238E27FC236}">
                    <a16:creationId xmlns:a16="http://schemas.microsoft.com/office/drawing/2014/main" id="{03BAB15F-C55D-496D-C019-B6D89648755B}"/>
                  </a:ext>
                </a:extLst>
              </p:cNvPr>
              <p:cNvPicPr/>
              <p:nvPr/>
            </p:nvPicPr>
            <p:blipFill>
              <a:blip r:embed="rId201"/>
              <a:stretch>
                <a:fillRect/>
              </a:stretch>
            </p:blipFill>
            <p:spPr>
              <a:xfrm>
                <a:off x="4169640" y="3707880"/>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6" name="Ink 115">
                <a:extLst>
                  <a:ext uri="{FF2B5EF4-FFF2-40B4-BE49-F238E27FC236}">
                    <a16:creationId xmlns:a16="http://schemas.microsoft.com/office/drawing/2014/main" id="{54D1AD3D-186D-4F5F-9EAB-4A4F2038E4EB}"/>
                  </a:ext>
                </a:extLst>
              </p14:cNvPr>
              <p14:cNvContentPartPr/>
              <p14:nvPr/>
            </p14:nvContentPartPr>
            <p14:xfrm>
              <a:off x="4213560" y="3800040"/>
              <a:ext cx="172080" cy="433440"/>
            </p14:xfrm>
          </p:contentPart>
        </mc:Choice>
        <mc:Fallback xmlns="">
          <p:pic>
            <p:nvPicPr>
              <p:cNvPr id="116" name="Ink 115">
                <a:extLst>
                  <a:ext uri="{FF2B5EF4-FFF2-40B4-BE49-F238E27FC236}">
                    <a16:creationId xmlns:a16="http://schemas.microsoft.com/office/drawing/2014/main" id="{54D1AD3D-186D-4F5F-9EAB-4A4F2038E4EB}"/>
                  </a:ext>
                </a:extLst>
              </p:cNvPr>
              <p:cNvPicPr/>
              <p:nvPr/>
            </p:nvPicPr>
            <p:blipFill>
              <a:blip r:embed="rId203"/>
              <a:stretch>
                <a:fillRect/>
              </a:stretch>
            </p:blipFill>
            <p:spPr>
              <a:xfrm>
                <a:off x="4209240" y="3795720"/>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7" name="Ink 116">
                <a:extLst>
                  <a:ext uri="{FF2B5EF4-FFF2-40B4-BE49-F238E27FC236}">
                    <a16:creationId xmlns:a16="http://schemas.microsoft.com/office/drawing/2014/main" id="{2F51005A-A145-93F1-4437-FC5C7A4F0948}"/>
                  </a:ext>
                </a:extLst>
              </p14:cNvPr>
              <p14:cNvContentPartPr/>
              <p14:nvPr/>
            </p14:nvContentPartPr>
            <p14:xfrm>
              <a:off x="4202760" y="4056000"/>
              <a:ext cx="125640" cy="10080"/>
            </p14:xfrm>
          </p:contentPart>
        </mc:Choice>
        <mc:Fallback xmlns="">
          <p:pic>
            <p:nvPicPr>
              <p:cNvPr id="117" name="Ink 116">
                <a:extLst>
                  <a:ext uri="{FF2B5EF4-FFF2-40B4-BE49-F238E27FC236}">
                    <a16:creationId xmlns:a16="http://schemas.microsoft.com/office/drawing/2014/main" id="{2F51005A-A145-93F1-4437-FC5C7A4F0948}"/>
                  </a:ext>
                </a:extLst>
              </p:cNvPr>
              <p:cNvPicPr/>
              <p:nvPr/>
            </p:nvPicPr>
            <p:blipFill>
              <a:blip r:embed="rId205"/>
              <a:stretch>
                <a:fillRect/>
              </a:stretch>
            </p:blipFill>
            <p:spPr>
              <a:xfrm>
                <a:off x="4198440" y="4051680"/>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68" name="Ink 167">
                <a:extLst>
                  <a:ext uri="{FF2B5EF4-FFF2-40B4-BE49-F238E27FC236}">
                    <a16:creationId xmlns:a16="http://schemas.microsoft.com/office/drawing/2014/main" id="{15A02595-5736-C5D4-D267-EA76501E0B09}"/>
                  </a:ext>
                </a:extLst>
              </p14:cNvPr>
              <p14:cNvContentPartPr/>
              <p14:nvPr/>
            </p14:nvContentPartPr>
            <p14:xfrm>
              <a:off x="3249840" y="3198480"/>
              <a:ext cx="216000" cy="615240"/>
            </p14:xfrm>
          </p:contentPart>
        </mc:Choice>
        <mc:Fallback xmlns="">
          <p:pic>
            <p:nvPicPr>
              <p:cNvPr id="168" name="Ink 167">
                <a:extLst>
                  <a:ext uri="{FF2B5EF4-FFF2-40B4-BE49-F238E27FC236}">
                    <a16:creationId xmlns:a16="http://schemas.microsoft.com/office/drawing/2014/main" id="{15A02595-5736-C5D4-D267-EA76501E0B09}"/>
                  </a:ext>
                </a:extLst>
              </p:cNvPr>
              <p:cNvPicPr/>
              <p:nvPr/>
            </p:nvPicPr>
            <p:blipFill>
              <a:blip r:embed="rId207"/>
              <a:stretch>
                <a:fillRect/>
              </a:stretch>
            </p:blipFill>
            <p:spPr>
              <a:xfrm>
                <a:off x="3245520" y="3194160"/>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69" name="Ink 168">
                <a:extLst>
                  <a:ext uri="{FF2B5EF4-FFF2-40B4-BE49-F238E27FC236}">
                    <a16:creationId xmlns:a16="http://schemas.microsoft.com/office/drawing/2014/main" id="{43CD13FB-002F-0D43-A661-969BCC9B0B5B}"/>
                  </a:ext>
                </a:extLst>
              </p14:cNvPr>
              <p14:cNvContentPartPr/>
              <p14:nvPr/>
            </p14:nvContentPartPr>
            <p14:xfrm>
              <a:off x="3165240" y="3531120"/>
              <a:ext cx="360360" cy="101880"/>
            </p14:xfrm>
          </p:contentPart>
        </mc:Choice>
        <mc:Fallback xmlns="">
          <p:pic>
            <p:nvPicPr>
              <p:cNvPr id="169" name="Ink 168">
                <a:extLst>
                  <a:ext uri="{FF2B5EF4-FFF2-40B4-BE49-F238E27FC236}">
                    <a16:creationId xmlns:a16="http://schemas.microsoft.com/office/drawing/2014/main" id="{43CD13FB-002F-0D43-A661-969BCC9B0B5B}"/>
                  </a:ext>
                </a:extLst>
              </p:cNvPr>
              <p:cNvPicPr/>
              <p:nvPr/>
            </p:nvPicPr>
            <p:blipFill>
              <a:blip r:embed="rId209"/>
              <a:stretch>
                <a:fillRect/>
              </a:stretch>
            </p:blipFill>
            <p:spPr>
              <a:xfrm>
                <a:off x="3160920" y="3526800"/>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70" name="Ink 169">
                <a:extLst>
                  <a:ext uri="{FF2B5EF4-FFF2-40B4-BE49-F238E27FC236}">
                    <a16:creationId xmlns:a16="http://schemas.microsoft.com/office/drawing/2014/main" id="{C05C5196-D88A-1DD5-B662-7A53F8D9B431}"/>
                  </a:ext>
                </a:extLst>
              </p14:cNvPr>
              <p14:cNvContentPartPr/>
              <p14:nvPr/>
            </p14:nvContentPartPr>
            <p14:xfrm>
              <a:off x="3493560" y="3421320"/>
              <a:ext cx="286200" cy="153720"/>
            </p14:xfrm>
          </p:contentPart>
        </mc:Choice>
        <mc:Fallback xmlns="">
          <p:pic>
            <p:nvPicPr>
              <p:cNvPr id="170" name="Ink 169">
                <a:extLst>
                  <a:ext uri="{FF2B5EF4-FFF2-40B4-BE49-F238E27FC236}">
                    <a16:creationId xmlns:a16="http://schemas.microsoft.com/office/drawing/2014/main" id="{C05C5196-D88A-1DD5-B662-7A53F8D9B431}"/>
                  </a:ext>
                </a:extLst>
              </p:cNvPr>
              <p:cNvPicPr/>
              <p:nvPr/>
            </p:nvPicPr>
            <p:blipFill>
              <a:blip r:embed="rId211"/>
              <a:stretch>
                <a:fillRect/>
              </a:stretch>
            </p:blipFill>
            <p:spPr>
              <a:xfrm>
                <a:off x="3489240" y="3417000"/>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71" name="Ink 170">
                <a:extLst>
                  <a:ext uri="{FF2B5EF4-FFF2-40B4-BE49-F238E27FC236}">
                    <a16:creationId xmlns:a16="http://schemas.microsoft.com/office/drawing/2014/main" id="{A9BFF1AF-9411-AC66-EBAA-947474DEB32D}"/>
                  </a:ext>
                </a:extLst>
              </p14:cNvPr>
              <p14:cNvContentPartPr/>
              <p14:nvPr/>
            </p14:nvContentPartPr>
            <p14:xfrm>
              <a:off x="3866880" y="3151320"/>
              <a:ext cx="324360" cy="459000"/>
            </p14:xfrm>
          </p:contentPart>
        </mc:Choice>
        <mc:Fallback xmlns="">
          <p:pic>
            <p:nvPicPr>
              <p:cNvPr id="171" name="Ink 170">
                <a:extLst>
                  <a:ext uri="{FF2B5EF4-FFF2-40B4-BE49-F238E27FC236}">
                    <a16:creationId xmlns:a16="http://schemas.microsoft.com/office/drawing/2014/main" id="{A9BFF1AF-9411-AC66-EBAA-947474DEB32D}"/>
                  </a:ext>
                </a:extLst>
              </p:cNvPr>
              <p:cNvPicPr/>
              <p:nvPr/>
            </p:nvPicPr>
            <p:blipFill>
              <a:blip r:embed="rId213"/>
              <a:stretch>
                <a:fillRect/>
              </a:stretch>
            </p:blipFill>
            <p:spPr>
              <a:xfrm>
                <a:off x="3862560" y="3147000"/>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73" name="Ink 172">
                <a:extLst>
                  <a:ext uri="{FF2B5EF4-FFF2-40B4-BE49-F238E27FC236}">
                    <a16:creationId xmlns:a16="http://schemas.microsoft.com/office/drawing/2014/main" id="{CDA18E5C-4BF8-E912-2EC1-115AB7EE4263}"/>
                  </a:ext>
                </a:extLst>
              </p14:cNvPr>
              <p14:cNvContentPartPr/>
              <p14:nvPr/>
            </p14:nvContentPartPr>
            <p14:xfrm>
              <a:off x="4144800" y="3396120"/>
              <a:ext cx="152640" cy="68400"/>
            </p14:xfrm>
          </p:contentPart>
        </mc:Choice>
        <mc:Fallback xmlns="">
          <p:pic>
            <p:nvPicPr>
              <p:cNvPr id="173" name="Ink 172">
                <a:extLst>
                  <a:ext uri="{FF2B5EF4-FFF2-40B4-BE49-F238E27FC236}">
                    <a16:creationId xmlns:a16="http://schemas.microsoft.com/office/drawing/2014/main" id="{CDA18E5C-4BF8-E912-2EC1-115AB7EE4263}"/>
                  </a:ext>
                </a:extLst>
              </p:cNvPr>
              <p:cNvPicPr/>
              <p:nvPr/>
            </p:nvPicPr>
            <p:blipFill>
              <a:blip r:embed="rId215"/>
              <a:stretch>
                <a:fillRect/>
              </a:stretch>
            </p:blipFill>
            <p:spPr>
              <a:xfrm>
                <a:off x="4140480" y="3391800"/>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74" name="Ink 173">
                <a:extLst>
                  <a:ext uri="{FF2B5EF4-FFF2-40B4-BE49-F238E27FC236}">
                    <a16:creationId xmlns:a16="http://schemas.microsoft.com/office/drawing/2014/main" id="{4BDC7EB3-A07B-F06B-1846-82DA1C1905CE}"/>
                  </a:ext>
                </a:extLst>
              </p14:cNvPr>
              <p14:cNvContentPartPr/>
              <p14:nvPr/>
            </p14:nvContentPartPr>
            <p14:xfrm>
              <a:off x="4310400" y="3215040"/>
              <a:ext cx="44640" cy="34920"/>
            </p14:xfrm>
          </p:contentPart>
        </mc:Choice>
        <mc:Fallback xmlns="">
          <p:pic>
            <p:nvPicPr>
              <p:cNvPr id="174" name="Ink 173">
                <a:extLst>
                  <a:ext uri="{FF2B5EF4-FFF2-40B4-BE49-F238E27FC236}">
                    <a16:creationId xmlns:a16="http://schemas.microsoft.com/office/drawing/2014/main" id="{4BDC7EB3-A07B-F06B-1846-82DA1C1905CE}"/>
                  </a:ext>
                </a:extLst>
              </p:cNvPr>
              <p:cNvPicPr/>
              <p:nvPr/>
            </p:nvPicPr>
            <p:blipFill>
              <a:blip r:embed="rId217"/>
              <a:stretch>
                <a:fillRect/>
              </a:stretch>
            </p:blipFill>
            <p:spPr>
              <a:xfrm>
                <a:off x="4306080" y="3210720"/>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75" name="Ink 174">
                <a:extLst>
                  <a:ext uri="{FF2B5EF4-FFF2-40B4-BE49-F238E27FC236}">
                    <a16:creationId xmlns:a16="http://schemas.microsoft.com/office/drawing/2014/main" id="{2A9E9EE0-CD9F-70CB-EA2B-3019696E60C1}"/>
                  </a:ext>
                </a:extLst>
              </p14:cNvPr>
              <p14:cNvContentPartPr/>
              <p14:nvPr/>
            </p14:nvContentPartPr>
            <p14:xfrm>
              <a:off x="4468440" y="3298200"/>
              <a:ext cx="128880" cy="27360"/>
            </p14:xfrm>
          </p:contentPart>
        </mc:Choice>
        <mc:Fallback xmlns="">
          <p:pic>
            <p:nvPicPr>
              <p:cNvPr id="175" name="Ink 174">
                <a:extLst>
                  <a:ext uri="{FF2B5EF4-FFF2-40B4-BE49-F238E27FC236}">
                    <a16:creationId xmlns:a16="http://schemas.microsoft.com/office/drawing/2014/main" id="{2A9E9EE0-CD9F-70CB-EA2B-3019696E60C1}"/>
                  </a:ext>
                </a:extLst>
              </p:cNvPr>
              <p:cNvPicPr/>
              <p:nvPr/>
            </p:nvPicPr>
            <p:blipFill>
              <a:blip r:embed="rId219"/>
              <a:stretch>
                <a:fillRect/>
              </a:stretch>
            </p:blipFill>
            <p:spPr>
              <a:xfrm>
                <a:off x="4464120" y="3293880"/>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76" name="Ink 175">
                <a:extLst>
                  <a:ext uri="{FF2B5EF4-FFF2-40B4-BE49-F238E27FC236}">
                    <a16:creationId xmlns:a16="http://schemas.microsoft.com/office/drawing/2014/main" id="{764FD03B-0545-1ECD-B09B-DD76E844B068}"/>
                  </a:ext>
                </a:extLst>
              </p14:cNvPr>
              <p14:cNvContentPartPr/>
              <p14:nvPr/>
            </p14:nvContentPartPr>
            <p14:xfrm>
              <a:off x="4468440" y="3325200"/>
              <a:ext cx="148680" cy="73080"/>
            </p14:xfrm>
          </p:contentPart>
        </mc:Choice>
        <mc:Fallback xmlns="">
          <p:pic>
            <p:nvPicPr>
              <p:cNvPr id="176" name="Ink 175">
                <a:extLst>
                  <a:ext uri="{FF2B5EF4-FFF2-40B4-BE49-F238E27FC236}">
                    <a16:creationId xmlns:a16="http://schemas.microsoft.com/office/drawing/2014/main" id="{764FD03B-0545-1ECD-B09B-DD76E844B068}"/>
                  </a:ext>
                </a:extLst>
              </p:cNvPr>
              <p:cNvPicPr/>
              <p:nvPr/>
            </p:nvPicPr>
            <p:blipFill>
              <a:blip r:embed="rId221"/>
              <a:stretch>
                <a:fillRect/>
              </a:stretch>
            </p:blipFill>
            <p:spPr>
              <a:xfrm>
                <a:off x="4464120" y="3320880"/>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77" name="Ink 176">
                <a:extLst>
                  <a:ext uri="{FF2B5EF4-FFF2-40B4-BE49-F238E27FC236}">
                    <a16:creationId xmlns:a16="http://schemas.microsoft.com/office/drawing/2014/main" id="{8535B206-D919-E495-E44F-99EAB1B148A8}"/>
                  </a:ext>
                </a:extLst>
              </p14:cNvPr>
              <p14:cNvContentPartPr/>
              <p14:nvPr/>
            </p14:nvContentPartPr>
            <p14:xfrm>
              <a:off x="4831680" y="3178680"/>
              <a:ext cx="83520" cy="180360"/>
            </p14:xfrm>
          </p:contentPart>
        </mc:Choice>
        <mc:Fallback xmlns="">
          <p:pic>
            <p:nvPicPr>
              <p:cNvPr id="177" name="Ink 176">
                <a:extLst>
                  <a:ext uri="{FF2B5EF4-FFF2-40B4-BE49-F238E27FC236}">
                    <a16:creationId xmlns:a16="http://schemas.microsoft.com/office/drawing/2014/main" id="{8535B206-D919-E495-E44F-99EAB1B148A8}"/>
                  </a:ext>
                </a:extLst>
              </p:cNvPr>
              <p:cNvPicPr/>
              <p:nvPr/>
            </p:nvPicPr>
            <p:blipFill>
              <a:blip r:embed="rId223"/>
              <a:stretch>
                <a:fillRect/>
              </a:stretch>
            </p:blipFill>
            <p:spPr>
              <a:xfrm>
                <a:off x="4827360" y="3174360"/>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78" name="Ink 177">
                <a:extLst>
                  <a:ext uri="{FF2B5EF4-FFF2-40B4-BE49-F238E27FC236}">
                    <a16:creationId xmlns:a16="http://schemas.microsoft.com/office/drawing/2014/main" id="{90D65356-4FA5-8AEC-21E1-FCA459889673}"/>
                  </a:ext>
                </a:extLst>
              </p14:cNvPr>
              <p14:cNvContentPartPr/>
              <p14:nvPr/>
            </p14:nvContentPartPr>
            <p14:xfrm>
              <a:off x="5034360" y="3334560"/>
              <a:ext cx="111960" cy="256680"/>
            </p14:xfrm>
          </p:contentPart>
        </mc:Choice>
        <mc:Fallback xmlns="">
          <p:pic>
            <p:nvPicPr>
              <p:cNvPr id="178" name="Ink 177">
                <a:extLst>
                  <a:ext uri="{FF2B5EF4-FFF2-40B4-BE49-F238E27FC236}">
                    <a16:creationId xmlns:a16="http://schemas.microsoft.com/office/drawing/2014/main" id="{90D65356-4FA5-8AEC-21E1-FCA459889673}"/>
                  </a:ext>
                </a:extLst>
              </p:cNvPr>
              <p:cNvPicPr/>
              <p:nvPr/>
            </p:nvPicPr>
            <p:blipFill>
              <a:blip r:embed="rId225"/>
              <a:stretch>
                <a:fillRect/>
              </a:stretch>
            </p:blipFill>
            <p:spPr>
              <a:xfrm>
                <a:off x="5030040" y="3330240"/>
                <a:ext cx="120600" cy="265320"/>
              </a:xfrm>
              <a:prstGeom prst="rect">
                <a:avLst/>
              </a:prstGeom>
            </p:spPr>
          </p:pic>
        </mc:Fallback>
      </mc:AlternateContent>
      <p:grpSp>
        <p:nvGrpSpPr>
          <p:cNvPr id="184" name="Group 183">
            <a:extLst>
              <a:ext uri="{FF2B5EF4-FFF2-40B4-BE49-F238E27FC236}">
                <a16:creationId xmlns:a16="http://schemas.microsoft.com/office/drawing/2014/main" id="{D9F48CC4-2D05-761A-6612-FC0A7B4ACB42}"/>
              </a:ext>
            </a:extLst>
          </p:cNvPr>
          <p:cNvGrpSpPr/>
          <p:nvPr/>
        </p:nvGrpSpPr>
        <p:grpSpPr>
          <a:xfrm>
            <a:off x="5451960" y="3098040"/>
            <a:ext cx="612720" cy="243000"/>
            <a:chOff x="5451960" y="3098040"/>
            <a:chExt cx="612720" cy="243000"/>
          </a:xfrm>
        </p:grpSpPr>
        <mc:AlternateContent xmlns:mc="http://schemas.openxmlformats.org/markup-compatibility/2006" xmlns:p14="http://schemas.microsoft.com/office/powerpoint/2010/main">
          <mc:Choice Requires="p14">
            <p:contentPart p14:bwMode="auto" r:id="rId226">
              <p14:nvContentPartPr>
                <p14:cNvPr id="179" name="Ink 178">
                  <a:extLst>
                    <a:ext uri="{FF2B5EF4-FFF2-40B4-BE49-F238E27FC236}">
                      <a16:creationId xmlns:a16="http://schemas.microsoft.com/office/drawing/2014/main" id="{E0BA2816-3F3B-D3EE-8773-1C856CB685E6}"/>
                    </a:ext>
                  </a:extLst>
                </p14:cNvPr>
                <p14:cNvContentPartPr/>
                <p14:nvPr/>
              </p14:nvContentPartPr>
              <p14:xfrm>
                <a:off x="5451960" y="3209640"/>
                <a:ext cx="162000" cy="108360"/>
              </p14:xfrm>
            </p:contentPart>
          </mc:Choice>
          <mc:Fallback xmlns="">
            <p:pic>
              <p:nvPicPr>
                <p:cNvPr id="179" name="Ink 178">
                  <a:extLst>
                    <a:ext uri="{FF2B5EF4-FFF2-40B4-BE49-F238E27FC236}">
                      <a16:creationId xmlns:a16="http://schemas.microsoft.com/office/drawing/2014/main" id="{E0BA2816-3F3B-D3EE-8773-1C856CB685E6}"/>
                    </a:ext>
                  </a:extLst>
                </p:cNvPr>
                <p:cNvPicPr/>
                <p:nvPr/>
              </p:nvPicPr>
              <p:blipFill>
                <a:blip r:embed="rId227"/>
                <a:stretch>
                  <a:fillRect/>
                </a:stretch>
              </p:blipFill>
              <p:spPr>
                <a:xfrm>
                  <a:off x="5447640" y="3205320"/>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80" name="Ink 179">
                  <a:extLst>
                    <a:ext uri="{FF2B5EF4-FFF2-40B4-BE49-F238E27FC236}">
                      <a16:creationId xmlns:a16="http://schemas.microsoft.com/office/drawing/2014/main" id="{4C6E320A-F320-EE20-B16C-DF96163F5143}"/>
                    </a:ext>
                  </a:extLst>
                </p14:cNvPr>
                <p14:cNvContentPartPr/>
                <p14:nvPr/>
              </p14:nvContentPartPr>
              <p14:xfrm>
                <a:off x="5621160" y="3098040"/>
                <a:ext cx="11880" cy="23040"/>
              </p14:xfrm>
            </p:contentPart>
          </mc:Choice>
          <mc:Fallback xmlns="">
            <p:pic>
              <p:nvPicPr>
                <p:cNvPr id="180" name="Ink 179">
                  <a:extLst>
                    <a:ext uri="{FF2B5EF4-FFF2-40B4-BE49-F238E27FC236}">
                      <a16:creationId xmlns:a16="http://schemas.microsoft.com/office/drawing/2014/main" id="{4C6E320A-F320-EE20-B16C-DF96163F5143}"/>
                    </a:ext>
                  </a:extLst>
                </p:cNvPr>
                <p:cNvPicPr/>
                <p:nvPr/>
              </p:nvPicPr>
              <p:blipFill>
                <a:blip r:embed="rId229"/>
                <a:stretch>
                  <a:fillRect/>
                </a:stretch>
              </p:blipFill>
              <p:spPr>
                <a:xfrm>
                  <a:off x="5616840" y="3093720"/>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83" name="Ink 182">
                  <a:extLst>
                    <a:ext uri="{FF2B5EF4-FFF2-40B4-BE49-F238E27FC236}">
                      <a16:creationId xmlns:a16="http://schemas.microsoft.com/office/drawing/2014/main" id="{6AEAF2CC-C784-023A-257A-706B69386395}"/>
                    </a:ext>
                  </a:extLst>
                </p14:cNvPr>
                <p14:cNvContentPartPr/>
                <p14:nvPr/>
              </p14:nvContentPartPr>
              <p14:xfrm>
                <a:off x="5788920" y="3182280"/>
                <a:ext cx="275760" cy="158760"/>
              </p14:xfrm>
            </p:contentPart>
          </mc:Choice>
          <mc:Fallback xmlns="">
            <p:pic>
              <p:nvPicPr>
                <p:cNvPr id="183" name="Ink 182">
                  <a:extLst>
                    <a:ext uri="{FF2B5EF4-FFF2-40B4-BE49-F238E27FC236}">
                      <a16:creationId xmlns:a16="http://schemas.microsoft.com/office/drawing/2014/main" id="{6AEAF2CC-C784-023A-257A-706B69386395}"/>
                    </a:ext>
                  </a:extLst>
                </p:cNvPr>
                <p:cNvPicPr/>
                <p:nvPr/>
              </p:nvPicPr>
              <p:blipFill>
                <a:blip r:embed="rId231"/>
                <a:stretch>
                  <a:fillRect/>
                </a:stretch>
              </p:blipFill>
              <p:spPr>
                <a:xfrm>
                  <a:off x="5784600" y="3177960"/>
                  <a:ext cx="284400" cy="167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2">
            <p14:nvContentPartPr>
              <p14:cNvPr id="185" name="Ink 184">
                <a:extLst>
                  <a:ext uri="{FF2B5EF4-FFF2-40B4-BE49-F238E27FC236}">
                    <a16:creationId xmlns:a16="http://schemas.microsoft.com/office/drawing/2014/main" id="{D0F82981-79E4-9D82-200E-3C91ACCC9668}"/>
                  </a:ext>
                </a:extLst>
              </p14:cNvPr>
              <p14:cNvContentPartPr/>
              <p14:nvPr/>
            </p14:nvContentPartPr>
            <p14:xfrm>
              <a:off x="6275640" y="3101640"/>
              <a:ext cx="216360" cy="165600"/>
            </p14:xfrm>
          </p:contentPart>
        </mc:Choice>
        <mc:Fallback xmlns="">
          <p:pic>
            <p:nvPicPr>
              <p:cNvPr id="185" name="Ink 184">
                <a:extLst>
                  <a:ext uri="{FF2B5EF4-FFF2-40B4-BE49-F238E27FC236}">
                    <a16:creationId xmlns:a16="http://schemas.microsoft.com/office/drawing/2014/main" id="{D0F82981-79E4-9D82-200E-3C91ACCC9668}"/>
                  </a:ext>
                </a:extLst>
              </p:cNvPr>
              <p:cNvPicPr/>
              <p:nvPr/>
            </p:nvPicPr>
            <p:blipFill>
              <a:blip r:embed="rId233"/>
              <a:stretch>
                <a:fillRect/>
              </a:stretch>
            </p:blipFill>
            <p:spPr>
              <a:xfrm>
                <a:off x="6271320" y="3097320"/>
                <a:ext cx="225000" cy="174240"/>
              </a:xfrm>
              <a:prstGeom prst="rect">
                <a:avLst/>
              </a:prstGeom>
            </p:spPr>
          </p:pic>
        </mc:Fallback>
      </mc:AlternateContent>
      <p:grpSp>
        <p:nvGrpSpPr>
          <p:cNvPr id="197" name="Group 196">
            <a:extLst>
              <a:ext uri="{FF2B5EF4-FFF2-40B4-BE49-F238E27FC236}">
                <a16:creationId xmlns:a16="http://schemas.microsoft.com/office/drawing/2014/main" id="{EA707CAB-A22A-1B43-51FD-66FC4EBE6406}"/>
              </a:ext>
            </a:extLst>
          </p:cNvPr>
          <p:cNvGrpSpPr/>
          <p:nvPr/>
        </p:nvGrpSpPr>
        <p:grpSpPr>
          <a:xfrm>
            <a:off x="6701160" y="2994360"/>
            <a:ext cx="381600" cy="183240"/>
            <a:chOff x="6701160" y="2994360"/>
            <a:chExt cx="381600" cy="183240"/>
          </a:xfrm>
        </p:grpSpPr>
        <mc:AlternateContent xmlns:mc="http://schemas.openxmlformats.org/markup-compatibility/2006" xmlns:p14="http://schemas.microsoft.com/office/powerpoint/2010/main">
          <mc:Choice Requires="p14">
            <p:contentPart p14:bwMode="auto" r:id="rId234">
              <p14:nvContentPartPr>
                <p14:cNvPr id="186" name="Ink 185">
                  <a:extLst>
                    <a:ext uri="{FF2B5EF4-FFF2-40B4-BE49-F238E27FC236}">
                      <a16:creationId xmlns:a16="http://schemas.microsoft.com/office/drawing/2014/main" id="{5C5F2F78-C151-CA92-8390-1C16FB3B9D76}"/>
                    </a:ext>
                  </a:extLst>
                </p14:cNvPr>
                <p14:cNvContentPartPr/>
                <p14:nvPr/>
              </p14:nvContentPartPr>
              <p14:xfrm>
                <a:off x="6701160" y="3099480"/>
                <a:ext cx="208080" cy="46800"/>
              </p14:xfrm>
            </p:contentPart>
          </mc:Choice>
          <mc:Fallback xmlns="">
            <p:pic>
              <p:nvPicPr>
                <p:cNvPr id="186" name="Ink 185">
                  <a:extLst>
                    <a:ext uri="{FF2B5EF4-FFF2-40B4-BE49-F238E27FC236}">
                      <a16:creationId xmlns:a16="http://schemas.microsoft.com/office/drawing/2014/main" id="{5C5F2F78-C151-CA92-8390-1C16FB3B9D76}"/>
                    </a:ext>
                  </a:extLst>
                </p:cNvPr>
                <p:cNvPicPr/>
                <p:nvPr/>
              </p:nvPicPr>
              <p:blipFill>
                <a:blip r:embed="rId235"/>
                <a:stretch>
                  <a:fillRect/>
                </a:stretch>
              </p:blipFill>
              <p:spPr>
                <a:xfrm>
                  <a:off x="6696840" y="3095160"/>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87" name="Ink 186">
                  <a:extLst>
                    <a:ext uri="{FF2B5EF4-FFF2-40B4-BE49-F238E27FC236}">
                      <a16:creationId xmlns:a16="http://schemas.microsoft.com/office/drawing/2014/main" id="{B0751ACA-E549-F920-02C9-2578051EF4D0}"/>
                    </a:ext>
                  </a:extLst>
                </p14:cNvPr>
                <p14:cNvContentPartPr/>
                <p14:nvPr/>
              </p14:nvContentPartPr>
              <p14:xfrm>
                <a:off x="7062960" y="2994360"/>
                <a:ext cx="19800" cy="183240"/>
              </p14:xfrm>
            </p:contentPart>
          </mc:Choice>
          <mc:Fallback xmlns="">
            <p:pic>
              <p:nvPicPr>
                <p:cNvPr id="187" name="Ink 186">
                  <a:extLst>
                    <a:ext uri="{FF2B5EF4-FFF2-40B4-BE49-F238E27FC236}">
                      <a16:creationId xmlns:a16="http://schemas.microsoft.com/office/drawing/2014/main" id="{B0751ACA-E549-F920-02C9-2578051EF4D0}"/>
                    </a:ext>
                  </a:extLst>
                </p:cNvPr>
                <p:cNvPicPr/>
                <p:nvPr/>
              </p:nvPicPr>
              <p:blipFill>
                <a:blip r:embed="rId237"/>
                <a:stretch>
                  <a:fillRect/>
                </a:stretch>
              </p:blipFill>
              <p:spPr>
                <a:xfrm>
                  <a:off x="7058640" y="2990040"/>
                  <a:ext cx="28440" cy="191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8">
            <p14:nvContentPartPr>
              <p14:cNvPr id="188" name="Ink 187">
                <a:extLst>
                  <a:ext uri="{FF2B5EF4-FFF2-40B4-BE49-F238E27FC236}">
                    <a16:creationId xmlns:a16="http://schemas.microsoft.com/office/drawing/2014/main" id="{8DE17E22-0BE5-1D83-3092-F2B700501DBB}"/>
                  </a:ext>
                </a:extLst>
              </p14:cNvPr>
              <p14:cNvContentPartPr/>
              <p14:nvPr/>
            </p14:nvContentPartPr>
            <p14:xfrm>
              <a:off x="7280760" y="3140520"/>
              <a:ext cx="23400" cy="19440"/>
            </p14:xfrm>
          </p:contentPart>
        </mc:Choice>
        <mc:Fallback xmlns="">
          <p:pic>
            <p:nvPicPr>
              <p:cNvPr id="188" name="Ink 187">
                <a:extLst>
                  <a:ext uri="{FF2B5EF4-FFF2-40B4-BE49-F238E27FC236}">
                    <a16:creationId xmlns:a16="http://schemas.microsoft.com/office/drawing/2014/main" id="{8DE17E22-0BE5-1D83-3092-F2B700501DBB}"/>
                  </a:ext>
                </a:extLst>
              </p:cNvPr>
              <p:cNvPicPr/>
              <p:nvPr/>
            </p:nvPicPr>
            <p:blipFill>
              <a:blip r:embed="rId239"/>
              <a:stretch>
                <a:fillRect/>
              </a:stretch>
            </p:blipFill>
            <p:spPr>
              <a:xfrm>
                <a:off x="7276440" y="3136200"/>
                <a:ext cx="320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9" name="Ink 188">
                <a:extLst>
                  <a:ext uri="{FF2B5EF4-FFF2-40B4-BE49-F238E27FC236}">
                    <a16:creationId xmlns:a16="http://schemas.microsoft.com/office/drawing/2014/main" id="{BB7B0EEB-CD81-97E3-7F31-C5104BD1BE0D}"/>
                  </a:ext>
                </a:extLst>
              </p14:cNvPr>
              <p14:cNvContentPartPr/>
              <p14:nvPr/>
            </p14:nvContentPartPr>
            <p14:xfrm>
              <a:off x="7147920" y="3319080"/>
              <a:ext cx="87120" cy="71280"/>
            </p14:xfrm>
          </p:contentPart>
        </mc:Choice>
        <mc:Fallback xmlns="">
          <p:pic>
            <p:nvPicPr>
              <p:cNvPr id="189" name="Ink 188">
                <a:extLst>
                  <a:ext uri="{FF2B5EF4-FFF2-40B4-BE49-F238E27FC236}">
                    <a16:creationId xmlns:a16="http://schemas.microsoft.com/office/drawing/2014/main" id="{BB7B0EEB-CD81-97E3-7F31-C5104BD1BE0D}"/>
                  </a:ext>
                </a:extLst>
              </p:cNvPr>
              <p:cNvPicPr/>
              <p:nvPr/>
            </p:nvPicPr>
            <p:blipFill>
              <a:blip r:embed="rId241"/>
              <a:stretch>
                <a:fillRect/>
              </a:stretch>
            </p:blipFill>
            <p:spPr>
              <a:xfrm>
                <a:off x="7143600" y="3314760"/>
                <a:ext cx="95760" cy="79920"/>
              </a:xfrm>
              <a:prstGeom prst="rect">
                <a:avLst/>
              </a:prstGeom>
            </p:spPr>
          </p:pic>
        </mc:Fallback>
      </mc:AlternateContent>
      <p:grpSp>
        <p:nvGrpSpPr>
          <p:cNvPr id="196" name="Group 195">
            <a:extLst>
              <a:ext uri="{FF2B5EF4-FFF2-40B4-BE49-F238E27FC236}">
                <a16:creationId xmlns:a16="http://schemas.microsoft.com/office/drawing/2014/main" id="{6CDB3A8D-B58B-4302-23A0-FB5C2ED4C90E}"/>
              </a:ext>
            </a:extLst>
          </p:cNvPr>
          <p:cNvGrpSpPr/>
          <p:nvPr/>
        </p:nvGrpSpPr>
        <p:grpSpPr>
          <a:xfrm>
            <a:off x="7602240" y="2869440"/>
            <a:ext cx="963720" cy="360000"/>
            <a:chOff x="7602240" y="2869440"/>
            <a:chExt cx="963720" cy="360000"/>
          </a:xfrm>
        </p:grpSpPr>
        <mc:AlternateContent xmlns:mc="http://schemas.openxmlformats.org/markup-compatibility/2006" xmlns:p14="http://schemas.microsoft.com/office/powerpoint/2010/main">
          <mc:Choice Requires="p14">
            <p:contentPart p14:bwMode="auto" r:id="rId242">
              <p14:nvContentPartPr>
                <p14:cNvPr id="190" name="Ink 189">
                  <a:extLst>
                    <a:ext uri="{FF2B5EF4-FFF2-40B4-BE49-F238E27FC236}">
                      <a16:creationId xmlns:a16="http://schemas.microsoft.com/office/drawing/2014/main" id="{46BC06B0-6AFA-E2F0-05E7-892B03CE1C41}"/>
                    </a:ext>
                  </a:extLst>
                </p14:cNvPr>
                <p14:cNvContentPartPr/>
                <p14:nvPr/>
              </p14:nvContentPartPr>
              <p14:xfrm>
                <a:off x="7602240" y="3059160"/>
                <a:ext cx="148680" cy="96480"/>
              </p14:xfrm>
            </p:contentPart>
          </mc:Choice>
          <mc:Fallback xmlns="">
            <p:pic>
              <p:nvPicPr>
                <p:cNvPr id="190" name="Ink 189">
                  <a:extLst>
                    <a:ext uri="{FF2B5EF4-FFF2-40B4-BE49-F238E27FC236}">
                      <a16:creationId xmlns:a16="http://schemas.microsoft.com/office/drawing/2014/main" id="{46BC06B0-6AFA-E2F0-05E7-892B03CE1C41}"/>
                    </a:ext>
                  </a:extLst>
                </p:cNvPr>
                <p:cNvPicPr/>
                <p:nvPr/>
              </p:nvPicPr>
              <p:blipFill>
                <a:blip r:embed="rId243"/>
                <a:stretch>
                  <a:fillRect/>
                </a:stretch>
              </p:blipFill>
              <p:spPr>
                <a:xfrm>
                  <a:off x="7597920" y="3054840"/>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91" name="Ink 190">
                  <a:extLst>
                    <a:ext uri="{FF2B5EF4-FFF2-40B4-BE49-F238E27FC236}">
                      <a16:creationId xmlns:a16="http://schemas.microsoft.com/office/drawing/2014/main" id="{D8473992-E6F0-D7A9-9E02-73D3360FE08A}"/>
                    </a:ext>
                  </a:extLst>
                </p14:cNvPr>
                <p14:cNvContentPartPr/>
                <p14:nvPr/>
              </p14:nvContentPartPr>
              <p14:xfrm>
                <a:off x="7782960" y="2934600"/>
                <a:ext cx="25560" cy="21240"/>
              </p14:xfrm>
            </p:contentPart>
          </mc:Choice>
          <mc:Fallback xmlns="">
            <p:pic>
              <p:nvPicPr>
                <p:cNvPr id="191" name="Ink 190">
                  <a:extLst>
                    <a:ext uri="{FF2B5EF4-FFF2-40B4-BE49-F238E27FC236}">
                      <a16:creationId xmlns:a16="http://schemas.microsoft.com/office/drawing/2014/main" id="{D8473992-E6F0-D7A9-9E02-73D3360FE08A}"/>
                    </a:ext>
                  </a:extLst>
                </p:cNvPr>
                <p:cNvPicPr/>
                <p:nvPr/>
              </p:nvPicPr>
              <p:blipFill>
                <a:blip r:embed="rId245"/>
                <a:stretch>
                  <a:fillRect/>
                </a:stretch>
              </p:blipFill>
              <p:spPr>
                <a:xfrm>
                  <a:off x="7778640" y="2929920"/>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92" name="Ink 191">
                  <a:extLst>
                    <a:ext uri="{FF2B5EF4-FFF2-40B4-BE49-F238E27FC236}">
                      <a16:creationId xmlns:a16="http://schemas.microsoft.com/office/drawing/2014/main" id="{2033AFEF-0E66-517D-088B-73464176D772}"/>
                    </a:ext>
                  </a:extLst>
                </p14:cNvPr>
                <p14:cNvContentPartPr/>
                <p14:nvPr/>
              </p14:nvContentPartPr>
              <p14:xfrm>
                <a:off x="7944600" y="2988240"/>
                <a:ext cx="52200" cy="121680"/>
              </p14:xfrm>
            </p:contentPart>
          </mc:Choice>
          <mc:Fallback xmlns="">
            <p:pic>
              <p:nvPicPr>
                <p:cNvPr id="192" name="Ink 191">
                  <a:extLst>
                    <a:ext uri="{FF2B5EF4-FFF2-40B4-BE49-F238E27FC236}">
                      <a16:creationId xmlns:a16="http://schemas.microsoft.com/office/drawing/2014/main" id="{2033AFEF-0E66-517D-088B-73464176D772}"/>
                    </a:ext>
                  </a:extLst>
                </p:cNvPr>
                <p:cNvPicPr/>
                <p:nvPr/>
              </p:nvPicPr>
              <p:blipFill>
                <a:blip r:embed="rId247"/>
                <a:stretch>
                  <a:fillRect/>
                </a:stretch>
              </p:blipFill>
              <p:spPr>
                <a:xfrm>
                  <a:off x="7940280" y="2983920"/>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93" name="Ink 192">
                  <a:extLst>
                    <a:ext uri="{FF2B5EF4-FFF2-40B4-BE49-F238E27FC236}">
                      <a16:creationId xmlns:a16="http://schemas.microsoft.com/office/drawing/2014/main" id="{B1147388-1A91-E4E5-F114-51910A187CB9}"/>
                    </a:ext>
                  </a:extLst>
                </p14:cNvPr>
                <p14:cNvContentPartPr/>
                <p14:nvPr/>
              </p14:nvContentPartPr>
              <p14:xfrm>
                <a:off x="7877280" y="2988240"/>
                <a:ext cx="314280" cy="177120"/>
              </p14:xfrm>
            </p:contentPart>
          </mc:Choice>
          <mc:Fallback xmlns="">
            <p:pic>
              <p:nvPicPr>
                <p:cNvPr id="193" name="Ink 192">
                  <a:extLst>
                    <a:ext uri="{FF2B5EF4-FFF2-40B4-BE49-F238E27FC236}">
                      <a16:creationId xmlns:a16="http://schemas.microsoft.com/office/drawing/2014/main" id="{B1147388-1A91-E4E5-F114-51910A187CB9}"/>
                    </a:ext>
                  </a:extLst>
                </p:cNvPr>
                <p:cNvPicPr/>
                <p:nvPr/>
              </p:nvPicPr>
              <p:blipFill>
                <a:blip r:embed="rId249"/>
                <a:stretch>
                  <a:fillRect/>
                </a:stretch>
              </p:blipFill>
              <p:spPr>
                <a:xfrm>
                  <a:off x="7872960" y="2983920"/>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94" name="Ink 193">
                  <a:extLst>
                    <a:ext uri="{FF2B5EF4-FFF2-40B4-BE49-F238E27FC236}">
                      <a16:creationId xmlns:a16="http://schemas.microsoft.com/office/drawing/2014/main" id="{08C145E5-174D-CDEA-F22A-6FA286E5A8AA}"/>
                    </a:ext>
                  </a:extLst>
                </p14:cNvPr>
                <p14:cNvContentPartPr/>
                <p14:nvPr/>
              </p14:nvContentPartPr>
              <p14:xfrm>
                <a:off x="8094720" y="3059160"/>
                <a:ext cx="225720" cy="39240"/>
              </p14:xfrm>
            </p:contentPart>
          </mc:Choice>
          <mc:Fallback xmlns="">
            <p:pic>
              <p:nvPicPr>
                <p:cNvPr id="194" name="Ink 193">
                  <a:extLst>
                    <a:ext uri="{FF2B5EF4-FFF2-40B4-BE49-F238E27FC236}">
                      <a16:creationId xmlns:a16="http://schemas.microsoft.com/office/drawing/2014/main" id="{08C145E5-174D-CDEA-F22A-6FA286E5A8AA}"/>
                    </a:ext>
                  </a:extLst>
                </p:cNvPr>
                <p:cNvPicPr/>
                <p:nvPr/>
              </p:nvPicPr>
              <p:blipFill>
                <a:blip r:embed="rId251"/>
                <a:stretch>
                  <a:fillRect/>
                </a:stretch>
              </p:blipFill>
              <p:spPr>
                <a:xfrm>
                  <a:off x="8090400" y="3054840"/>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95" name="Ink 194">
                  <a:extLst>
                    <a:ext uri="{FF2B5EF4-FFF2-40B4-BE49-F238E27FC236}">
                      <a16:creationId xmlns:a16="http://schemas.microsoft.com/office/drawing/2014/main" id="{29E23E96-0FAD-0B4B-A0AE-9D74B476982A}"/>
                    </a:ext>
                  </a:extLst>
                </p14:cNvPr>
                <p14:cNvContentPartPr/>
                <p14:nvPr/>
              </p14:nvContentPartPr>
              <p14:xfrm>
                <a:off x="8331600" y="2869440"/>
                <a:ext cx="234360" cy="360000"/>
              </p14:xfrm>
            </p:contentPart>
          </mc:Choice>
          <mc:Fallback xmlns="">
            <p:pic>
              <p:nvPicPr>
                <p:cNvPr id="195" name="Ink 194">
                  <a:extLst>
                    <a:ext uri="{FF2B5EF4-FFF2-40B4-BE49-F238E27FC236}">
                      <a16:creationId xmlns:a16="http://schemas.microsoft.com/office/drawing/2014/main" id="{29E23E96-0FAD-0B4B-A0AE-9D74B476982A}"/>
                    </a:ext>
                  </a:extLst>
                </p:cNvPr>
                <p:cNvPicPr/>
                <p:nvPr/>
              </p:nvPicPr>
              <p:blipFill>
                <a:blip r:embed="rId253"/>
                <a:stretch>
                  <a:fillRect/>
                </a:stretch>
              </p:blipFill>
              <p:spPr>
                <a:xfrm>
                  <a:off x="8327280" y="2865120"/>
                  <a:ext cx="243000" cy="36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4">
            <p14:nvContentPartPr>
              <p14:cNvPr id="198" name="Ink 197">
                <a:extLst>
                  <a:ext uri="{FF2B5EF4-FFF2-40B4-BE49-F238E27FC236}">
                    <a16:creationId xmlns:a16="http://schemas.microsoft.com/office/drawing/2014/main" id="{6FCE3398-4C1A-A17F-5F2D-DCC55141E5A6}"/>
                  </a:ext>
                </a:extLst>
              </p14:cNvPr>
              <p14:cNvContentPartPr/>
              <p14:nvPr/>
            </p14:nvContentPartPr>
            <p14:xfrm>
              <a:off x="3380880" y="5179560"/>
              <a:ext cx="248760" cy="474120"/>
            </p14:xfrm>
          </p:contentPart>
        </mc:Choice>
        <mc:Fallback xmlns="">
          <p:pic>
            <p:nvPicPr>
              <p:cNvPr id="198" name="Ink 197">
                <a:extLst>
                  <a:ext uri="{FF2B5EF4-FFF2-40B4-BE49-F238E27FC236}">
                    <a16:creationId xmlns:a16="http://schemas.microsoft.com/office/drawing/2014/main" id="{6FCE3398-4C1A-A17F-5F2D-DCC55141E5A6}"/>
                  </a:ext>
                </a:extLst>
              </p:cNvPr>
              <p:cNvPicPr/>
              <p:nvPr/>
            </p:nvPicPr>
            <p:blipFill>
              <a:blip r:embed="rId255"/>
              <a:stretch>
                <a:fillRect/>
              </a:stretch>
            </p:blipFill>
            <p:spPr>
              <a:xfrm>
                <a:off x="3376560" y="5175240"/>
                <a:ext cx="257400" cy="482760"/>
              </a:xfrm>
              <a:prstGeom prst="rect">
                <a:avLst/>
              </a:prstGeom>
            </p:spPr>
          </p:pic>
        </mc:Fallback>
      </mc:AlternateContent>
      <p:grpSp>
        <p:nvGrpSpPr>
          <p:cNvPr id="203" name="Group 202">
            <a:extLst>
              <a:ext uri="{FF2B5EF4-FFF2-40B4-BE49-F238E27FC236}">
                <a16:creationId xmlns:a16="http://schemas.microsoft.com/office/drawing/2014/main" id="{D022B9C8-16C4-54C2-5E1C-F8CEE6D5021A}"/>
              </a:ext>
            </a:extLst>
          </p:cNvPr>
          <p:cNvGrpSpPr/>
          <p:nvPr/>
        </p:nvGrpSpPr>
        <p:grpSpPr>
          <a:xfrm>
            <a:off x="2660520" y="4358400"/>
            <a:ext cx="918720" cy="376920"/>
            <a:chOff x="2660520" y="4358400"/>
            <a:chExt cx="918720" cy="376920"/>
          </a:xfrm>
        </p:grpSpPr>
        <mc:AlternateContent xmlns:mc="http://schemas.openxmlformats.org/markup-compatibility/2006" xmlns:p14="http://schemas.microsoft.com/office/powerpoint/2010/main">
          <mc:Choice Requires="p14">
            <p:contentPart p14:bwMode="auto" r:id="rId256">
              <p14:nvContentPartPr>
                <p14:cNvPr id="199" name="Ink 198">
                  <a:extLst>
                    <a:ext uri="{FF2B5EF4-FFF2-40B4-BE49-F238E27FC236}">
                      <a16:creationId xmlns:a16="http://schemas.microsoft.com/office/drawing/2014/main" id="{326FA53A-2A5D-7647-513C-2851D843CFE9}"/>
                    </a:ext>
                  </a:extLst>
                </p14:cNvPr>
                <p14:cNvContentPartPr/>
                <p14:nvPr/>
              </p14:nvContentPartPr>
              <p14:xfrm>
                <a:off x="2660520" y="4480440"/>
                <a:ext cx="237600" cy="214920"/>
              </p14:xfrm>
            </p:contentPart>
          </mc:Choice>
          <mc:Fallback xmlns="">
            <p:pic>
              <p:nvPicPr>
                <p:cNvPr id="199" name="Ink 198">
                  <a:extLst>
                    <a:ext uri="{FF2B5EF4-FFF2-40B4-BE49-F238E27FC236}">
                      <a16:creationId xmlns:a16="http://schemas.microsoft.com/office/drawing/2014/main" id="{326FA53A-2A5D-7647-513C-2851D843CFE9}"/>
                    </a:ext>
                  </a:extLst>
                </p:cNvPr>
                <p:cNvPicPr/>
                <p:nvPr/>
              </p:nvPicPr>
              <p:blipFill>
                <a:blip r:embed="rId257"/>
                <a:stretch>
                  <a:fillRect/>
                </a:stretch>
              </p:blipFill>
              <p:spPr>
                <a:xfrm>
                  <a:off x="2656200" y="4476120"/>
                  <a:ext cx="2462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00" name="Ink 199">
                  <a:extLst>
                    <a:ext uri="{FF2B5EF4-FFF2-40B4-BE49-F238E27FC236}">
                      <a16:creationId xmlns:a16="http://schemas.microsoft.com/office/drawing/2014/main" id="{11415E04-26CF-737C-3659-DC2EF263C3BD}"/>
                    </a:ext>
                  </a:extLst>
                </p14:cNvPr>
                <p14:cNvContentPartPr/>
                <p14:nvPr/>
              </p14:nvContentPartPr>
              <p14:xfrm>
                <a:off x="2930880" y="4358400"/>
                <a:ext cx="199800" cy="358200"/>
              </p14:xfrm>
            </p:contentPart>
          </mc:Choice>
          <mc:Fallback xmlns="">
            <p:pic>
              <p:nvPicPr>
                <p:cNvPr id="200" name="Ink 199">
                  <a:extLst>
                    <a:ext uri="{FF2B5EF4-FFF2-40B4-BE49-F238E27FC236}">
                      <a16:creationId xmlns:a16="http://schemas.microsoft.com/office/drawing/2014/main" id="{11415E04-26CF-737C-3659-DC2EF263C3BD}"/>
                    </a:ext>
                  </a:extLst>
                </p:cNvPr>
                <p:cNvPicPr/>
                <p:nvPr/>
              </p:nvPicPr>
              <p:blipFill>
                <a:blip r:embed="rId259"/>
                <a:stretch>
                  <a:fillRect/>
                </a:stretch>
              </p:blipFill>
              <p:spPr>
                <a:xfrm>
                  <a:off x="2926560" y="4354080"/>
                  <a:ext cx="2084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01" name="Ink 200">
                  <a:extLst>
                    <a:ext uri="{FF2B5EF4-FFF2-40B4-BE49-F238E27FC236}">
                      <a16:creationId xmlns:a16="http://schemas.microsoft.com/office/drawing/2014/main" id="{1B66C5A3-8C99-9B5D-F115-A8EDEBCC7D7A}"/>
                    </a:ext>
                  </a:extLst>
                </p14:cNvPr>
                <p14:cNvContentPartPr/>
                <p14:nvPr/>
              </p14:nvContentPartPr>
              <p14:xfrm>
                <a:off x="3180360" y="4557120"/>
                <a:ext cx="173520" cy="75600"/>
              </p14:xfrm>
            </p:contentPart>
          </mc:Choice>
          <mc:Fallback xmlns="">
            <p:pic>
              <p:nvPicPr>
                <p:cNvPr id="201" name="Ink 200">
                  <a:extLst>
                    <a:ext uri="{FF2B5EF4-FFF2-40B4-BE49-F238E27FC236}">
                      <a16:creationId xmlns:a16="http://schemas.microsoft.com/office/drawing/2014/main" id="{1B66C5A3-8C99-9B5D-F115-A8EDEBCC7D7A}"/>
                    </a:ext>
                  </a:extLst>
                </p:cNvPr>
                <p:cNvPicPr/>
                <p:nvPr/>
              </p:nvPicPr>
              <p:blipFill>
                <a:blip r:embed="rId261"/>
                <a:stretch>
                  <a:fillRect/>
                </a:stretch>
              </p:blipFill>
              <p:spPr>
                <a:xfrm>
                  <a:off x="3176040" y="4552800"/>
                  <a:ext cx="1821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02" name="Ink 201">
                  <a:extLst>
                    <a:ext uri="{FF2B5EF4-FFF2-40B4-BE49-F238E27FC236}">
                      <a16:creationId xmlns:a16="http://schemas.microsoft.com/office/drawing/2014/main" id="{522ED5B1-57DF-B30A-43E7-DA977E7E8AB0}"/>
                    </a:ext>
                  </a:extLst>
                </p14:cNvPr>
                <p14:cNvContentPartPr/>
                <p14:nvPr/>
              </p14:nvContentPartPr>
              <p14:xfrm>
                <a:off x="3433080" y="4384680"/>
                <a:ext cx="146160" cy="350640"/>
              </p14:xfrm>
            </p:contentPart>
          </mc:Choice>
          <mc:Fallback xmlns="">
            <p:pic>
              <p:nvPicPr>
                <p:cNvPr id="202" name="Ink 201">
                  <a:extLst>
                    <a:ext uri="{FF2B5EF4-FFF2-40B4-BE49-F238E27FC236}">
                      <a16:creationId xmlns:a16="http://schemas.microsoft.com/office/drawing/2014/main" id="{522ED5B1-57DF-B30A-43E7-DA977E7E8AB0}"/>
                    </a:ext>
                  </a:extLst>
                </p:cNvPr>
                <p:cNvPicPr/>
                <p:nvPr/>
              </p:nvPicPr>
              <p:blipFill>
                <a:blip r:embed="rId263"/>
                <a:stretch>
                  <a:fillRect/>
                </a:stretch>
              </p:blipFill>
              <p:spPr>
                <a:xfrm>
                  <a:off x="3428760" y="4380360"/>
                  <a:ext cx="154800" cy="359280"/>
                </a:xfrm>
                <a:prstGeom prst="rect">
                  <a:avLst/>
                </a:prstGeom>
              </p:spPr>
            </p:pic>
          </mc:Fallback>
        </mc:AlternateContent>
      </p:grpSp>
    </p:spTree>
    <p:extLst>
      <p:ext uri="{BB962C8B-B14F-4D97-AF65-F5344CB8AC3E}">
        <p14:creationId xmlns:p14="http://schemas.microsoft.com/office/powerpoint/2010/main" val="1897530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63C4E4-7934-34C7-13F9-B1EFC6AB1A5F}"/>
              </a:ext>
            </a:extLst>
          </p:cNvPr>
          <p:cNvSpPr>
            <a:spLocks noGrp="1"/>
          </p:cNvSpPr>
          <p:nvPr>
            <p:ph type="sldNum" sz="quarter" idx="12"/>
          </p:nvPr>
        </p:nvSpPr>
        <p:spPr/>
        <p:txBody>
          <a:bodyPr/>
          <a:lstStyle/>
          <a:p>
            <a:fld id="{AD2B2EE5-B8BC-4D24-A25E-F2DF61737E68}" type="slidenum">
              <a:rPr lang="en-US" smtClean="0"/>
              <a:pPr/>
              <a:t>27</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FDA94FC-7C1D-B203-098A-ED3B2E5121BF}"/>
                  </a:ext>
                </a:extLst>
              </p14:cNvPr>
              <p14:cNvContentPartPr/>
              <p14:nvPr/>
            </p14:nvContentPartPr>
            <p14:xfrm>
              <a:off x="3064984" y="2080392"/>
              <a:ext cx="281520" cy="518400"/>
            </p14:xfrm>
          </p:contentPart>
        </mc:Choice>
        <mc:Fallback xmlns="">
          <p:pic>
            <p:nvPicPr>
              <p:cNvPr id="3" name="Ink 2">
                <a:extLst>
                  <a:ext uri="{FF2B5EF4-FFF2-40B4-BE49-F238E27FC236}">
                    <a16:creationId xmlns:a16="http://schemas.microsoft.com/office/drawing/2014/main" id="{1FDA94FC-7C1D-B203-098A-ED3B2E5121BF}"/>
                  </a:ext>
                </a:extLst>
              </p:cNvPr>
              <p:cNvPicPr/>
              <p:nvPr/>
            </p:nvPicPr>
            <p:blipFill>
              <a:blip r:embed="rId3"/>
              <a:stretch>
                <a:fillRect/>
              </a:stretch>
            </p:blipFill>
            <p:spPr>
              <a:xfrm>
                <a:off x="3060664" y="2076072"/>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14E2F411-1F05-4597-9574-314F59FB726C}"/>
                  </a:ext>
                </a:extLst>
              </p14:cNvPr>
              <p14:cNvContentPartPr/>
              <p14:nvPr/>
            </p14:nvContentPartPr>
            <p14:xfrm>
              <a:off x="3408064" y="2079672"/>
              <a:ext cx="259560" cy="294480"/>
            </p14:xfrm>
          </p:contentPart>
        </mc:Choice>
        <mc:Fallback xmlns="">
          <p:pic>
            <p:nvPicPr>
              <p:cNvPr id="4" name="Ink 3">
                <a:extLst>
                  <a:ext uri="{FF2B5EF4-FFF2-40B4-BE49-F238E27FC236}">
                    <a16:creationId xmlns:a16="http://schemas.microsoft.com/office/drawing/2014/main" id="{14E2F411-1F05-4597-9574-314F59FB726C}"/>
                  </a:ext>
                </a:extLst>
              </p:cNvPr>
              <p:cNvPicPr/>
              <p:nvPr/>
            </p:nvPicPr>
            <p:blipFill>
              <a:blip r:embed="rId5"/>
              <a:stretch>
                <a:fillRect/>
              </a:stretch>
            </p:blipFill>
            <p:spPr>
              <a:xfrm>
                <a:off x="3403744" y="2075352"/>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581A81C-9361-BF2C-7101-D1ADD5050D16}"/>
                  </a:ext>
                </a:extLst>
              </p14:cNvPr>
              <p14:cNvContentPartPr/>
              <p14:nvPr/>
            </p14:nvContentPartPr>
            <p14:xfrm>
              <a:off x="3669424" y="2258952"/>
              <a:ext cx="152280" cy="93240"/>
            </p14:xfrm>
          </p:contentPart>
        </mc:Choice>
        <mc:Fallback xmlns="">
          <p:pic>
            <p:nvPicPr>
              <p:cNvPr id="5" name="Ink 4">
                <a:extLst>
                  <a:ext uri="{FF2B5EF4-FFF2-40B4-BE49-F238E27FC236}">
                    <a16:creationId xmlns:a16="http://schemas.microsoft.com/office/drawing/2014/main" id="{9581A81C-9361-BF2C-7101-D1ADD5050D16}"/>
                  </a:ext>
                </a:extLst>
              </p:cNvPr>
              <p:cNvPicPr/>
              <p:nvPr/>
            </p:nvPicPr>
            <p:blipFill>
              <a:blip r:embed="rId7"/>
              <a:stretch>
                <a:fillRect/>
              </a:stretch>
            </p:blipFill>
            <p:spPr>
              <a:xfrm>
                <a:off x="3665104" y="2254632"/>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16C78C5-CBF9-8FB0-9D08-EE0317DAAD30}"/>
                  </a:ext>
                </a:extLst>
              </p14:cNvPr>
              <p14:cNvContentPartPr/>
              <p14:nvPr/>
            </p14:nvContentPartPr>
            <p14:xfrm>
              <a:off x="3909904" y="2049072"/>
              <a:ext cx="104400" cy="272520"/>
            </p14:xfrm>
          </p:contentPart>
        </mc:Choice>
        <mc:Fallback xmlns="">
          <p:pic>
            <p:nvPicPr>
              <p:cNvPr id="6" name="Ink 5">
                <a:extLst>
                  <a:ext uri="{FF2B5EF4-FFF2-40B4-BE49-F238E27FC236}">
                    <a16:creationId xmlns:a16="http://schemas.microsoft.com/office/drawing/2014/main" id="{416C78C5-CBF9-8FB0-9D08-EE0317DAAD30}"/>
                  </a:ext>
                </a:extLst>
              </p:cNvPr>
              <p:cNvPicPr/>
              <p:nvPr/>
            </p:nvPicPr>
            <p:blipFill>
              <a:blip r:embed="rId9"/>
              <a:stretch>
                <a:fillRect/>
              </a:stretch>
            </p:blipFill>
            <p:spPr>
              <a:xfrm>
                <a:off x="3905584" y="2044752"/>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33016F8-95AE-9702-458C-0718AE348752}"/>
                  </a:ext>
                </a:extLst>
              </p14:cNvPr>
              <p14:cNvContentPartPr/>
              <p14:nvPr/>
            </p14:nvContentPartPr>
            <p14:xfrm>
              <a:off x="3848344" y="2207472"/>
              <a:ext cx="343080" cy="142560"/>
            </p14:xfrm>
          </p:contentPart>
        </mc:Choice>
        <mc:Fallback xmlns="">
          <p:pic>
            <p:nvPicPr>
              <p:cNvPr id="7" name="Ink 6">
                <a:extLst>
                  <a:ext uri="{FF2B5EF4-FFF2-40B4-BE49-F238E27FC236}">
                    <a16:creationId xmlns:a16="http://schemas.microsoft.com/office/drawing/2014/main" id="{333016F8-95AE-9702-458C-0718AE348752}"/>
                  </a:ext>
                </a:extLst>
              </p:cNvPr>
              <p:cNvPicPr/>
              <p:nvPr/>
            </p:nvPicPr>
            <p:blipFill>
              <a:blip r:embed="rId11"/>
              <a:stretch>
                <a:fillRect/>
              </a:stretch>
            </p:blipFill>
            <p:spPr>
              <a:xfrm>
                <a:off x="3844024" y="2203152"/>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4AA44423-04E4-0A0B-A97A-37F5E13E9154}"/>
                  </a:ext>
                </a:extLst>
              </p14:cNvPr>
              <p14:cNvContentPartPr/>
              <p14:nvPr/>
            </p14:nvContentPartPr>
            <p14:xfrm>
              <a:off x="4337224" y="2047272"/>
              <a:ext cx="244800" cy="399240"/>
            </p14:xfrm>
          </p:contentPart>
        </mc:Choice>
        <mc:Fallback xmlns="">
          <p:pic>
            <p:nvPicPr>
              <p:cNvPr id="8" name="Ink 7">
                <a:extLst>
                  <a:ext uri="{FF2B5EF4-FFF2-40B4-BE49-F238E27FC236}">
                    <a16:creationId xmlns:a16="http://schemas.microsoft.com/office/drawing/2014/main" id="{4AA44423-04E4-0A0B-A97A-37F5E13E9154}"/>
                  </a:ext>
                </a:extLst>
              </p:cNvPr>
              <p:cNvPicPr/>
              <p:nvPr/>
            </p:nvPicPr>
            <p:blipFill>
              <a:blip r:embed="rId13"/>
              <a:stretch>
                <a:fillRect/>
              </a:stretch>
            </p:blipFill>
            <p:spPr>
              <a:xfrm>
                <a:off x="4332904" y="2042952"/>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33350965-5E18-4077-098F-A9F5665A7283}"/>
                  </a:ext>
                </a:extLst>
              </p14:cNvPr>
              <p14:cNvContentPartPr/>
              <p14:nvPr/>
            </p14:nvContentPartPr>
            <p14:xfrm>
              <a:off x="4583824" y="2254632"/>
              <a:ext cx="169920" cy="93960"/>
            </p14:xfrm>
          </p:contentPart>
        </mc:Choice>
        <mc:Fallback xmlns="">
          <p:pic>
            <p:nvPicPr>
              <p:cNvPr id="9" name="Ink 8">
                <a:extLst>
                  <a:ext uri="{FF2B5EF4-FFF2-40B4-BE49-F238E27FC236}">
                    <a16:creationId xmlns:a16="http://schemas.microsoft.com/office/drawing/2014/main" id="{33350965-5E18-4077-098F-A9F5665A7283}"/>
                  </a:ext>
                </a:extLst>
              </p:cNvPr>
              <p:cNvPicPr/>
              <p:nvPr/>
            </p:nvPicPr>
            <p:blipFill>
              <a:blip r:embed="rId15"/>
              <a:stretch>
                <a:fillRect/>
              </a:stretch>
            </p:blipFill>
            <p:spPr>
              <a:xfrm>
                <a:off x="4579504" y="2250312"/>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5559AC4-0BE7-78A6-9027-647F73FCD290}"/>
                  </a:ext>
                </a:extLst>
              </p14:cNvPr>
              <p14:cNvContentPartPr/>
              <p14:nvPr/>
            </p14:nvContentPartPr>
            <p14:xfrm>
              <a:off x="4739704" y="2103792"/>
              <a:ext cx="7920" cy="34920"/>
            </p14:xfrm>
          </p:contentPart>
        </mc:Choice>
        <mc:Fallback xmlns="">
          <p:pic>
            <p:nvPicPr>
              <p:cNvPr id="10" name="Ink 9">
                <a:extLst>
                  <a:ext uri="{FF2B5EF4-FFF2-40B4-BE49-F238E27FC236}">
                    <a16:creationId xmlns:a16="http://schemas.microsoft.com/office/drawing/2014/main" id="{85559AC4-0BE7-78A6-9027-647F73FCD290}"/>
                  </a:ext>
                </a:extLst>
              </p:cNvPr>
              <p:cNvPicPr/>
              <p:nvPr/>
            </p:nvPicPr>
            <p:blipFill>
              <a:blip r:embed="rId17"/>
              <a:stretch>
                <a:fillRect/>
              </a:stretch>
            </p:blipFill>
            <p:spPr>
              <a:xfrm>
                <a:off x="4735384" y="2099472"/>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0F90CA6-0AAF-B639-C2F1-AE0B245C2C27}"/>
                  </a:ext>
                </a:extLst>
              </p14:cNvPr>
              <p14:cNvContentPartPr/>
              <p14:nvPr/>
            </p14:nvContentPartPr>
            <p14:xfrm>
              <a:off x="4770304" y="2012352"/>
              <a:ext cx="216720" cy="330120"/>
            </p14:xfrm>
          </p:contentPart>
        </mc:Choice>
        <mc:Fallback xmlns="">
          <p:pic>
            <p:nvPicPr>
              <p:cNvPr id="11" name="Ink 10">
                <a:extLst>
                  <a:ext uri="{FF2B5EF4-FFF2-40B4-BE49-F238E27FC236}">
                    <a16:creationId xmlns:a16="http://schemas.microsoft.com/office/drawing/2014/main" id="{C0F90CA6-0AAF-B639-C2F1-AE0B245C2C27}"/>
                  </a:ext>
                </a:extLst>
              </p:cNvPr>
              <p:cNvPicPr/>
              <p:nvPr/>
            </p:nvPicPr>
            <p:blipFill>
              <a:blip r:embed="rId19"/>
              <a:stretch>
                <a:fillRect/>
              </a:stretch>
            </p:blipFill>
            <p:spPr>
              <a:xfrm>
                <a:off x="4765984" y="2008032"/>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CBD56F6E-FAB8-F19A-043D-BE2535E6AF1F}"/>
                  </a:ext>
                </a:extLst>
              </p14:cNvPr>
              <p14:cNvContentPartPr/>
              <p14:nvPr/>
            </p14:nvContentPartPr>
            <p14:xfrm>
              <a:off x="5170984" y="2075712"/>
              <a:ext cx="289440" cy="154800"/>
            </p14:xfrm>
          </p:contentPart>
        </mc:Choice>
        <mc:Fallback xmlns="">
          <p:pic>
            <p:nvPicPr>
              <p:cNvPr id="12" name="Ink 11">
                <a:extLst>
                  <a:ext uri="{FF2B5EF4-FFF2-40B4-BE49-F238E27FC236}">
                    <a16:creationId xmlns:a16="http://schemas.microsoft.com/office/drawing/2014/main" id="{CBD56F6E-FAB8-F19A-043D-BE2535E6AF1F}"/>
                  </a:ext>
                </a:extLst>
              </p:cNvPr>
              <p:cNvPicPr/>
              <p:nvPr/>
            </p:nvPicPr>
            <p:blipFill>
              <a:blip r:embed="rId21"/>
              <a:stretch>
                <a:fillRect/>
              </a:stretch>
            </p:blipFill>
            <p:spPr>
              <a:xfrm>
                <a:off x="5166664" y="2071392"/>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A2FD4A5-0F75-63FF-AD14-40DF70B27BDA}"/>
                  </a:ext>
                </a:extLst>
              </p14:cNvPr>
              <p14:cNvContentPartPr/>
              <p14:nvPr/>
            </p14:nvContentPartPr>
            <p14:xfrm>
              <a:off x="5549344" y="1875912"/>
              <a:ext cx="345600" cy="388440"/>
            </p14:xfrm>
          </p:contentPart>
        </mc:Choice>
        <mc:Fallback xmlns="">
          <p:pic>
            <p:nvPicPr>
              <p:cNvPr id="13" name="Ink 12">
                <a:extLst>
                  <a:ext uri="{FF2B5EF4-FFF2-40B4-BE49-F238E27FC236}">
                    <a16:creationId xmlns:a16="http://schemas.microsoft.com/office/drawing/2014/main" id="{EA2FD4A5-0F75-63FF-AD14-40DF70B27BDA}"/>
                  </a:ext>
                </a:extLst>
              </p:cNvPr>
              <p:cNvPicPr/>
              <p:nvPr/>
            </p:nvPicPr>
            <p:blipFill>
              <a:blip r:embed="rId23"/>
              <a:stretch>
                <a:fillRect/>
              </a:stretch>
            </p:blipFill>
            <p:spPr>
              <a:xfrm>
                <a:off x="5545024" y="1871592"/>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C9E098B-4C5D-BA20-7217-A0F24CCFBDC4}"/>
                  </a:ext>
                </a:extLst>
              </p14:cNvPr>
              <p14:cNvContentPartPr/>
              <p14:nvPr/>
            </p14:nvContentPartPr>
            <p14:xfrm>
              <a:off x="5850304" y="2158512"/>
              <a:ext cx="152280" cy="120600"/>
            </p14:xfrm>
          </p:contentPart>
        </mc:Choice>
        <mc:Fallback xmlns="">
          <p:pic>
            <p:nvPicPr>
              <p:cNvPr id="14" name="Ink 13">
                <a:extLst>
                  <a:ext uri="{FF2B5EF4-FFF2-40B4-BE49-F238E27FC236}">
                    <a16:creationId xmlns:a16="http://schemas.microsoft.com/office/drawing/2014/main" id="{6C9E098B-4C5D-BA20-7217-A0F24CCFBDC4}"/>
                  </a:ext>
                </a:extLst>
              </p:cNvPr>
              <p:cNvPicPr/>
              <p:nvPr/>
            </p:nvPicPr>
            <p:blipFill>
              <a:blip r:embed="rId25"/>
              <a:stretch>
                <a:fillRect/>
              </a:stretch>
            </p:blipFill>
            <p:spPr>
              <a:xfrm>
                <a:off x="5845984" y="2154192"/>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B9612A5-CAFE-63E0-5801-CC4DC7325E39}"/>
                  </a:ext>
                </a:extLst>
              </p14:cNvPr>
              <p14:cNvContentPartPr/>
              <p14:nvPr/>
            </p14:nvContentPartPr>
            <p14:xfrm>
              <a:off x="6038944" y="1897512"/>
              <a:ext cx="110160" cy="358200"/>
            </p14:xfrm>
          </p:contentPart>
        </mc:Choice>
        <mc:Fallback xmlns="">
          <p:pic>
            <p:nvPicPr>
              <p:cNvPr id="15" name="Ink 14">
                <a:extLst>
                  <a:ext uri="{FF2B5EF4-FFF2-40B4-BE49-F238E27FC236}">
                    <a16:creationId xmlns:a16="http://schemas.microsoft.com/office/drawing/2014/main" id="{EB9612A5-CAFE-63E0-5801-CC4DC7325E39}"/>
                  </a:ext>
                </a:extLst>
              </p:cNvPr>
              <p:cNvPicPr/>
              <p:nvPr/>
            </p:nvPicPr>
            <p:blipFill>
              <a:blip r:embed="rId27"/>
              <a:stretch>
                <a:fillRect/>
              </a:stretch>
            </p:blipFill>
            <p:spPr>
              <a:xfrm>
                <a:off x="6034624" y="1893192"/>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643C1E93-28E7-40B2-48CF-D47C6E90AE1C}"/>
                  </a:ext>
                </a:extLst>
              </p14:cNvPr>
              <p14:cNvContentPartPr/>
              <p14:nvPr/>
            </p14:nvContentPartPr>
            <p14:xfrm>
              <a:off x="6002584" y="2096952"/>
              <a:ext cx="331560" cy="152640"/>
            </p14:xfrm>
          </p:contentPart>
        </mc:Choice>
        <mc:Fallback xmlns="">
          <p:pic>
            <p:nvPicPr>
              <p:cNvPr id="16" name="Ink 15">
                <a:extLst>
                  <a:ext uri="{FF2B5EF4-FFF2-40B4-BE49-F238E27FC236}">
                    <a16:creationId xmlns:a16="http://schemas.microsoft.com/office/drawing/2014/main" id="{643C1E93-28E7-40B2-48CF-D47C6E90AE1C}"/>
                  </a:ext>
                </a:extLst>
              </p:cNvPr>
              <p:cNvPicPr/>
              <p:nvPr/>
            </p:nvPicPr>
            <p:blipFill>
              <a:blip r:embed="rId29"/>
              <a:stretch>
                <a:fillRect/>
              </a:stretch>
            </p:blipFill>
            <p:spPr>
              <a:xfrm>
                <a:off x="5998264" y="2092632"/>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3CFECAC4-395C-AC30-C0EE-A380598E88AA}"/>
                  </a:ext>
                </a:extLst>
              </p14:cNvPr>
              <p14:cNvContentPartPr/>
              <p14:nvPr/>
            </p14:nvContentPartPr>
            <p14:xfrm>
              <a:off x="6385624" y="1999032"/>
              <a:ext cx="234720" cy="431640"/>
            </p14:xfrm>
          </p:contentPart>
        </mc:Choice>
        <mc:Fallback xmlns="">
          <p:pic>
            <p:nvPicPr>
              <p:cNvPr id="17" name="Ink 16">
                <a:extLst>
                  <a:ext uri="{FF2B5EF4-FFF2-40B4-BE49-F238E27FC236}">
                    <a16:creationId xmlns:a16="http://schemas.microsoft.com/office/drawing/2014/main" id="{3CFECAC4-395C-AC30-C0EE-A380598E88AA}"/>
                  </a:ext>
                </a:extLst>
              </p:cNvPr>
              <p:cNvPicPr/>
              <p:nvPr/>
            </p:nvPicPr>
            <p:blipFill>
              <a:blip r:embed="rId31"/>
              <a:stretch>
                <a:fillRect/>
              </a:stretch>
            </p:blipFill>
            <p:spPr>
              <a:xfrm>
                <a:off x="6381304" y="1994712"/>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7980D97C-C1D2-C266-2031-128199E1A92C}"/>
                  </a:ext>
                </a:extLst>
              </p14:cNvPr>
              <p14:cNvContentPartPr/>
              <p14:nvPr/>
            </p14:nvContentPartPr>
            <p14:xfrm>
              <a:off x="6599104" y="2229432"/>
              <a:ext cx="133200" cy="72000"/>
            </p14:xfrm>
          </p:contentPart>
        </mc:Choice>
        <mc:Fallback xmlns="">
          <p:pic>
            <p:nvPicPr>
              <p:cNvPr id="18" name="Ink 17">
                <a:extLst>
                  <a:ext uri="{FF2B5EF4-FFF2-40B4-BE49-F238E27FC236}">
                    <a16:creationId xmlns:a16="http://schemas.microsoft.com/office/drawing/2014/main" id="{7980D97C-C1D2-C266-2031-128199E1A92C}"/>
                  </a:ext>
                </a:extLst>
              </p:cNvPr>
              <p:cNvPicPr/>
              <p:nvPr/>
            </p:nvPicPr>
            <p:blipFill>
              <a:blip r:embed="rId33"/>
              <a:stretch>
                <a:fillRect/>
              </a:stretch>
            </p:blipFill>
            <p:spPr>
              <a:xfrm>
                <a:off x="6594784" y="2225112"/>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68B520C9-1C3B-72A7-2841-85B80C4EC305}"/>
                  </a:ext>
                </a:extLst>
              </p14:cNvPr>
              <p14:cNvContentPartPr/>
              <p14:nvPr/>
            </p14:nvContentPartPr>
            <p14:xfrm>
              <a:off x="6637624" y="2151312"/>
              <a:ext cx="37080" cy="15840"/>
            </p14:xfrm>
          </p:contentPart>
        </mc:Choice>
        <mc:Fallback xmlns="">
          <p:pic>
            <p:nvPicPr>
              <p:cNvPr id="19" name="Ink 18">
                <a:extLst>
                  <a:ext uri="{FF2B5EF4-FFF2-40B4-BE49-F238E27FC236}">
                    <a16:creationId xmlns:a16="http://schemas.microsoft.com/office/drawing/2014/main" id="{68B520C9-1C3B-72A7-2841-85B80C4EC305}"/>
                  </a:ext>
                </a:extLst>
              </p:cNvPr>
              <p:cNvPicPr/>
              <p:nvPr/>
            </p:nvPicPr>
            <p:blipFill>
              <a:blip r:embed="rId35"/>
              <a:stretch>
                <a:fillRect/>
              </a:stretch>
            </p:blipFill>
            <p:spPr>
              <a:xfrm>
                <a:off x="6633304" y="2146992"/>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11EA5BB1-C662-0726-E582-9F3DA93EC8F7}"/>
                  </a:ext>
                </a:extLst>
              </p14:cNvPr>
              <p14:cNvContentPartPr/>
              <p14:nvPr/>
            </p14:nvContentPartPr>
            <p14:xfrm>
              <a:off x="6735904" y="2170392"/>
              <a:ext cx="113760" cy="116640"/>
            </p14:xfrm>
          </p:contentPart>
        </mc:Choice>
        <mc:Fallback xmlns="">
          <p:pic>
            <p:nvPicPr>
              <p:cNvPr id="20" name="Ink 19">
                <a:extLst>
                  <a:ext uri="{FF2B5EF4-FFF2-40B4-BE49-F238E27FC236}">
                    <a16:creationId xmlns:a16="http://schemas.microsoft.com/office/drawing/2014/main" id="{11EA5BB1-C662-0726-E582-9F3DA93EC8F7}"/>
                  </a:ext>
                </a:extLst>
              </p:cNvPr>
              <p:cNvPicPr/>
              <p:nvPr/>
            </p:nvPicPr>
            <p:blipFill>
              <a:blip r:embed="rId37"/>
              <a:stretch>
                <a:fillRect/>
              </a:stretch>
            </p:blipFill>
            <p:spPr>
              <a:xfrm>
                <a:off x="6731584" y="2166072"/>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D0F13941-9B5C-BAE5-DE7A-AEFCB8E8C6CC}"/>
                  </a:ext>
                </a:extLst>
              </p14:cNvPr>
              <p14:cNvContentPartPr/>
              <p14:nvPr/>
            </p14:nvContentPartPr>
            <p14:xfrm>
              <a:off x="6959104" y="2083992"/>
              <a:ext cx="360" cy="116280"/>
            </p14:xfrm>
          </p:contentPart>
        </mc:Choice>
        <mc:Fallback xmlns="">
          <p:pic>
            <p:nvPicPr>
              <p:cNvPr id="21" name="Ink 20">
                <a:extLst>
                  <a:ext uri="{FF2B5EF4-FFF2-40B4-BE49-F238E27FC236}">
                    <a16:creationId xmlns:a16="http://schemas.microsoft.com/office/drawing/2014/main" id="{D0F13941-9B5C-BAE5-DE7A-AEFCB8E8C6CC}"/>
                  </a:ext>
                </a:extLst>
              </p:cNvPr>
              <p:cNvPicPr/>
              <p:nvPr/>
            </p:nvPicPr>
            <p:blipFill>
              <a:blip r:embed="rId39"/>
              <a:stretch>
                <a:fillRect/>
              </a:stretch>
            </p:blipFill>
            <p:spPr>
              <a:xfrm>
                <a:off x="6954784" y="2079672"/>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51E1D714-498A-E77E-EDC6-A0D30CFD4A38}"/>
                  </a:ext>
                </a:extLst>
              </p14:cNvPr>
              <p14:cNvContentPartPr/>
              <p14:nvPr/>
            </p14:nvContentPartPr>
            <p14:xfrm>
              <a:off x="6959104" y="1897512"/>
              <a:ext cx="239040" cy="379800"/>
            </p14:xfrm>
          </p:contentPart>
        </mc:Choice>
        <mc:Fallback xmlns="">
          <p:pic>
            <p:nvPicPr>
              <p:cNvPr id="22" name="Ink 21">
                <a:extLst>
                  <a:ext uri="{FF2B5EF4-FFF2-40B4-BE49-F238E27FC236}">
                    <a16:creationId xmlns:a16="http://schemas.microsoft.com/office/drawing/2014/main" id="{51E1D714-498A-E77E-EDC6-A0D30CFD4A38}"/>
                  </a:ext>
                </a:extLst>
              </p:cNvPr>
              <p:cNvPicPr/>
              <p:nvPr/>
            </p:nvPicPr>
            <p:blipFill>
              <a:blip r:embed="rId41"/>
              <a:stretch>
                <a:fillRect/>
              </a:stretch>
            </p:blipFill>
            <p:spPr>
              <a:xfrm>
                <a:off x="6954784" y="1893192"/>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2053F5A2-8B40-3E04-696E-9043C3201A8E}"/>
                  </a:ext>
                </a:extLst>
              </p14:cNvPr>
              <p14:cNvContentPartPr/>
              <p14:nvPr/>
            </p14:nvContentPartPr>
            <p14:xfrm>
              <a:off x="7236304" y="1760712"/>
              <a:ext cx="219960" cy="716760"/>
            </p14:xfrm>
          </p:contentPart>
        </mc:Choice>
        <mc:Fallback xmlns="">
          <p:pic>
            <p:nvPicPr>
              <p:cNvPr id="23" name="Ink 22">
                <a:extLst>
                  <a:ext uri="{FF2B5EF4-FFF2-40B4-BE49-F238E27FC236}">
                    <a16:creationId xmlns:a16="http://schemas.microsoft.com/office/drawing/2014/main" id="{2053F5A2-8B40-3E04-696E-9043C3201A8E}"/>
                  </a:ext>
                </a:extLst>
              </p:cNvPr>
              <p:cNvPicPr/>
              <p:nvPr/>
            </p:nvPicPr>
            <p:blipFill>
              <a:blip r:embed="rId43"/>
              <a:stretch>
                <a:fillRect/>
              </a:stretch>
            </p:blipFill>
            <p:spPr>
              <a:xfrm>
                <a:off x="7231984" y="1756392"/>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3D0F8B10-9DFB-06DF-AB79-201CECD81BEC}"/>
                  </a:ext>
                </a:extLst>
              </p14:cNvPr>
              <p14:cNvContentPartPr/>
              <p14:nvPr/>
            </p14:nvContentPartPr>
            <p14:xfrm>
              <a:off x="3193864" y="2915592"/>
              <a:ext cx="166320" cy="195120"/>
            </p14:xfrm>
          </p:contentPart>
        </mc:Choice>
        <mc:Fallback xmlns="">
          <p:pic>
            <p:nvPicPr>
              <p:cNvPr id="24" name="Ink 23">
                <a:extLst>
                  <a:ext uri="{FF2B5EF4-FFF2-40B4-BE49-F238E27FC236}">
                    <a16:creationId xmlns:a16="http://schemas.microsoft.com/office/drawing/2014/main" id="{3D0F8B10-9DFB-06DF-AB79-201CECD81BEC}"/>
                  </a:ext>
                </a:extLst>
              </p:cNvPr>
              <p:cNvPicPr/>
              <p:nvPr/>
            </p:nvPicPr>
            <p:blipFill>
              <a:blip r:embed="rId45"/>
              <a:stretch>
                <a:fillRect/>
              </a:stretch>
            </p:blipFill>
            <p:spPr>
              <a:xfrm>
                <a:off x="3189544" y="2911272"/>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0DBB0D1A-5D4C-8734-81A4-FB879D680608}"/>
                  </a:ext>
                </a:extLst>
              </p14:cNvPr>
              <p14:cNvContentPartPr/>
              <p14:nvPr/>
            </p14:nvContentPartPr>
            <p14:xfrm>
              <a:off x="3427864" y="2901912"/>
              <a:ext cx="315000" cy="168120"/>
            </p14:xfrm>
          </p:contentPart>
        </mc:Choice>
        <mc:Fallback xmlns="">
          <p:pic>
            <p:nvPicPr>
              <p:cNvPr id="25" name="Ink 24">
                <a:extLst>
                  <a:ext uri="{FF2B5EF4-FFF2-40B4-BE49-F238E27FC236}">
                    <a16:creationId xmlns:a16="http://schemas.microsoft.com/office/drawing/2014/main" id="{0DBB0D1A-5D4C-8734-81A4-FB879D680608}"/>
                  </a:ext>
                </a:extLst>
              </p:cNvPr>
              <p:cNvPicPr/>
              <p:nvPr/>
            </p:nvPicPr>
            <p:blipFill>
              <a:blip r:embed="rId47"/>
              <a:stretch>
                <a:fillRect/>
              </a:stretch>
            </p:blipFill>
            <p:spPr>
              <a:xfrm>
                <a:off x="3423544" y="2897592"/>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7CFA8D18-8490-70A9-AD5F-2495C05414BA}"/>
                  </a:ext>
                </a:extLst>
              </p14:cNvPr>
              <p14:cNvContentPartPr/>
              <p14:nvPr/>
            </p14:nvContentPartPr>
            <p14:xfrm>
              <a:off x="3855904" y="2904072"/>
              <a:ext cx="123840" cy="104400"/>
            </p14:xfrm>
          </p:contentPart>
        </mc:Choice>
        <mc:Fallback xmlns="">
          <p:pic>
            <p:nvPicPr>
              <p:cNvPr id="26" name="Ink 25">
                <a:extLst>
                  <a:ext uri="{FF2B5EF4-FFF2-40B4-BE49-F238E27FC236}">
                    <a16:creationId xmlns:a16="http://schemas.microsoft.com/office/drawing/2014/main" id="{7CFA8D18-8490-70A9-AD5F-2495C05414BA}"/>
                  </a:ext>
                </a:extLst>
              </p:cNvPr>
              <p:cNvPicPr/>
              <p:nvPr/>
            </p:nvPicPr>
            <p:blipFill>
              <a:blip r:embed="rId49"/>
              <a:stretch>
                <a:fillRect/>
              </a:stretch>
            </p:blipFill>
            <p:spPr>
              <a:xfrm>
                <a:off x="3851584" y="2899752"/>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A2B524F6-BD6E-7D39-6D0A-40B9A2A4F24A}"/>
                  </a:ext>
                </a:extLst>
              </p14:cNvPr>
              <p14:cNvContentPartPr/>
              <p14:nvPr/>
            </p14:nvContentPartPr>
            <p14:xfrm>
              <a:off x="4067944" y="2996952"/>
              <a:ext cx="43200" cy="293400"/>
            </p14:xfrm>
          </p:contentPart>
        </mc:Choice>
        <mc:Fallback xmlns="">
          <p:pic>
            <p:nvPicPr>
              <p:cNvPr id="27" name="Ink 26">
                <a:extLst>
                  <a:ext uri="{FF2B5EF4-FFF2-40B4-BE49-F238E27FC236}">
                    <a16:creationId xmlns:a16="http://schemas.microsoft.com/office/drawing/2014/main" id="{A2B524F6-BD6E-7D39-6D0A-40B9A2A4F24A}"/>
                  </a:ext>
                </a:extLst>
              </p:cNvPr>
              <p:cNvPicPr/>
              <p:nvPr/>
            </p:nvPicPr>
            <p:blipFill>
              <a:blip r:embed="rId51"/>
              <a:stretch>
                <a:fillRect/>
              </a:stretch>
            </p:blipFill>
            <p:spPr>
              <a:xfrm>
                <a:off x="4063624" y="2992632"/>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689279A4-A0AD-7D9E-E3EE-AA36F8B5932E}"/>
                  </a:ext>
                </a:extLst>
              </p14:cNvPr>
              <p14:cNvContentPartPr/>
              <p14:nvPr/>
            </p14:nvContentPartPr>
            <p14:xfrm>
              <a:off x="4110064" y="2966712"/>
              <a:ext cx="140040" cy="76320"/>
            </p14:xfrm>
          </p:contentPart>
        </mc:Choice>
        <mc:Fallback xmlns="">
          <p:pic>
            <p:nvPicPr>
              <p:cNvPr id="28" name="Ink 27">
                <a:extLst>
                  <a:ext uri="{FF2B5EF4-FFF2-40B4-BE49-F238E27FC236}">
                    <a16:creationId xmlns:a16="http://schemas.microsoft.com/office/drawing/2014/main" id="{689279A4-A0AD-7D9E-E3EE-AA36F8B5932E}"/>
                  </a:ext>
                </a:extLst>
              </p:cNvPr>
              <p:cNvPicPr/>
              <p:nvPr/>
            </p:nvPicPr>
            <p:blipFill>
              <a:blip r:embed="rId53"/>
              <a:stretch>
                <a:fillRect/>
              </a:stretch>
            </p:blipFill>
            <p:spPr>
              <a:xfrm>
                <a:off x="4105744" y="2962392"/>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D8CD1927-F672-F9F1-3035-F44153021230}"/>
                  </a:ext>
                </a:extLst>
              </p14:cNvPr>
              <p14:cNvContentPartPr/>
              <p14:nvPr/>
            </p14:nvContentPartPr>
            <p14:xfrm>
              <a:off x="4422184" y="2663232"/>
              <a:ext cx="229320" cy="466200"/>
            </p14:xfrm>
          </p:contentPart>
        </mc:Choice>
        <mc:Fallback xmlns="">
          <p:pic>
            <p:nvPicPr>
              <p:cNvPr id="29" name="Ink 28">
                <a:extLst>
                  <a:ext uri="{FF2B5EF4-FFF2-40B4-BE49-F238E27FC236}">
                    <a16:creationId xmlns:a16="http://schemas.microsoft.com/office/drawing/2014/main" id="{D8CD1927-F672-F9F1-3035-F44153021230}"/>
                  </a:ext>
                </a:extLst>
              </p:cNvPr>
              <p:cNvPicPr/>
              <p:nvPr/>
            </p:nvPicPr>
            <p:blipFill>
              <a:blip r:embed="rId55"/>
              <a:stretch>
                <a:fillRect/>
              </a:stretch>
            </p:blipFill>
            <p:spPr>
              <a:xfrm>
                <a:off x="4417864" y="2658912"/>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978638C2-9C1C-2FE8-46DD-6DBC24A48C83}"/>
                  </a:ext>
                </a:extLst>
              </p14:cNvPr>
              <p14:cNvContentPartPr/>
              <p14:nvPr/>
            </p14:nvContentPartPr>
            <p14:xfrm>
              <a:off x="4658704" y="2679072"/>
              <a:ext cx="206280" cy="343440"/>
            </p14:xfrm>
          </p:contentPart>
        </mc:Choice>
        <mc:Fallback xmlns="">
          <p:pic>
            <p:nvPicPr>
              <p:cNvPr id="30" name="Ink 29">
                <a:extLst>
                  <a:ext uri="{FF2B5EF4-FFF2-40B4-BE49-F238E27FC236}">
                    <a16:creationId xmlns:a16="http://schemas.microsoft.com/office/drawing/2014/main" id="{978638C2-9C1C-2FE8-46DD-6DBC24A48C83}"/>
                  </a:ext>
                </a:extLst>
              </p:cNvPr>
              <p:cNvPicPr/>
              <p:nvPr/>
            </p:nvPicPr>
            <p:blipFill>
              <a:blip r:embed="rId57"/>
              <a:stretch>
                <a:fillRect/>
              </a:stretch>
            </p:blipFill>
            <p:spPr>
              <a:xfrm>
                <a:off x="4654384" y="2674752"/>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6973EF22-A67C-4531-C960-352D978A8F80}"/>
                  </a:ext>
                </a:extLst>
              </p14:cNvPr>
              <p14:cNvContentPartPr/>
              <p14:nvPr/>
            </p14:nvContentPartPr>
            <p14:xfrm>
              <a:off x="4949224" y="2900832"/>
              <a:ext cx="179640" cy="87120"/>
            </p14:xfrm>
          </p:contentPart>
        </mc:Choice>
        <mc:Fallback xmlns="">
          <p:pic>
            <p:nvPicPr>
              <p:cNvPr id="31" name="Ink 30">
                <a:extLst>
                  <a:ext uri="{FF2B5EF4-FFF2-40B4-BE49-F238E27FC236}">
                    <a16:creationId xmlns:a16="http://schemas.microsoft.com/office/drawing/2014/main" id="{6973EF22-A67C-4531-C960-352D978A8F80}"/>
                  </a:ext>
                </a:extLst>
              </p:cNvPr>
              <p:cNvPicPr/>
              <p:nvPr/>
            </p:nvPicPr>
            <p:blipFill>
              <a:blip r:embed="rId59"/>
              <a:stretch>
                <a:fillRect/>
              </a:stretch>
            </p:blipFill>
            <p:spPr>
              <a:xfrm>
                <a:off x="4944904" y="2896512"/>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9B583A91-ECFF-BAAE-9101-5BF24A1FCC6C}"/>
                  </a:ext>
                </a:extLst>
              </p14:cNvPr>
              <p14:cNvContentPartPr/>
              <p14:nvPr/>
            </p14:nvContentPartPr>
            <p14:xfrm>
              <a:off x="5145784" y="2680512"/>
              <a:ext cx="66240" cy="362880"/>
            </p14:xfrm>
          </p:contentPart>
        </mc:Choice>
        <mc:Fallback xmlns="">
          <p:pic>
            <p:nvPicPr>
              <p:cNvPr id="32" name="Ink 31">
                <a:extLst>
                  <a:ext uri="{FF2B5EF4-FFF2-40B4-BE49-F238E27FC236}">
                    <a16:creationId xmlns:a16="http://schemas.microsoft.com/office/drawing/2014/main" id="{9B583A91-ECFF-BAAE-9101-5BF24A1FCC6C}"/>
                  </a:ext>
                </a:extLst>
              </p:cNvPr>
              <p:cNvPicPr/>
              <p:nvPr/>
            </p:nvPicPr>
            <p:blipFill>
              <a:blip r:embed="rId61"/>
              <a:stretch>
                <a:fillRect/>
              </a:stretch>
            </p:blipFill>
            <p:spPr>
              <a:xfrm>
                <a:off x="5141464" y="2676192"/>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23F6A3E2-EABF-5863-0C96-3D37149076F7}"/>
                  </a:ext>
                </a:extLst>
              </p14:cNvPr>
              <p14:cNvContentPartPr/>
              <p14:nvPr/>
            </p14:nvContentPartPr>
            <p14:xfrm>
              <a:off x="5141824" y="2883552"/>
              <a:ext cx="208080" cy="98280"/>
            </p14:xfrm>
          </p:contentPart>
        </mc:Choice>
        <mc:Fallback xmlns="">
          <p:pic>
            <p:nvPicPr>
              <p:cNvPr id="33" name="Ink 32">
                <a:extLst>
                  <a:ext uri="{FF2B5EF4-FFF2-40B4-BE49-F238E27FC236}">
                    <a16:creationId xmlns:a16="http://schemas.microsoft.com/office/drawing/2014/main" id="{23F6A3E2-EABF-5863-0C96-3D37149076F7}"/>
                  </a:ext>
                </a:extLst>
              </p:cNvPr>
              <p:cNvPicPr/>
              <p:nvPr/>
            </p:nvPicPr>
            <p:blipFill>
              <a:blip r:embed="rId63"/>
              <a:stretch>
                <a:fillRect/>
              </a:stretch>
            </p:blipFill>
            <p:spPr>
              <a:xfrm>
                <a:off x="5137504" y="2879232"/>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EEFE8F8A-2FBD-CBB7-F6EE-E8BA9380EA15}"/>
                  </a:ext>
                </a:extLst>
              </p14:cNvPr>
              <p14:cNvContentPartPr/>
              <p14:nvPr/>
            </p14:nvContentPartPr>
            <p14:xfrm>
              <a:off x="5493904" y="2677272"/>
              <a:ext cx="214200" cy="320040"/>
            </p14:xfrm>
          </p:contentPart>
        </mc:Choice>
        <mc:Fallback xmlns="">
          <p:pic>
            <p:nvPicPr>
              <p:cNvPr id="34" name="Ink 33">
                <a:extLst>
                  <a:ext uri="{FF2B5EF4-FFF2-40B4-BE49-F238E27FC236}">
                    <a16:creationId xmlns:a16="http://schemas.microsoft.com/office/drawing/2014/main" id="{EEFE8F8A-2FBD-CBB7-F6EE-E8BA9380EA15}"/>
                  </a:ext>
                </a:extLst>
              </p:cNvPr>
              <p:cNvPicPr/>
              <p:nvPr/>
            </p:nvPicPr>
            <p:blipFill>
              <a:blip r:embed="rId65"/>
              <a:stretch>
                <a:fillRect/>
              </a:stretch>
            </p:blipFill>
            <p:spPr>
              <a:xfrm>
                <a:off x="5489584" y="2672952"/>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222F3C88-EDA4-70A7-400D-7CEC59EBE2AD}"/>
                  </a:ext>
                </a:extLst>
              </p14:cNvPr>
              <p14:cNvContentPartPr/>
              <p14:nvPr/>
            </p14:nvContentPartPr>
            <p14:xfrm>
              <a:off x="5673184" y="2911992"/>
              <a:ext cx="79200" cy="79200"/>
            </p14:xfrm>
          </p:contentPart>
        </mc:Choice>
        <mc:Fallback xmlns="">
          <p:pic>
            <p:nvPicPr>
              <p:cNvPr id="35" name="Ink 34">
                <a:extLst>
                  <a:ext uri="{FF2B5EF4-FFF2-40B4-BE49-F238E27FC236}">
                    <a16:creationId xmlns:a16="http://schemas.microsoft.com/office/drawing/2014/main" id="{222F3C88-EDA4-70A7-400D-7CEC59EBE2AD}"/>
                  </a:ext>
                </a:extLst>
              </p:cNvPr>
              <p:cNvPicPr/>
              <p:nvPr/>
            </p:nvPicPr>
            <p:blipFill>
              <a:blip r:embed="rId67"/>
              <a:stretch>
                <a:fillRect/>
              </a:stretch>
            </p:blipFill>
            <p:spPr>
              <a:xfrm>
                <a:off x="5668864" y="2907672"/>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F3D84D32-D234-89A6-8168-02A78E2AD7F3}"/>
                  </a:ext>
                </a:extLst>
              </p14:cNvPr>
              <p14:cNvContentPartPr/>
              <p14:nvPr/>
            </p14:nvContentPartPr>
            <p14:xfrm>
              <a:off x="5777224" y="2817672"/>
              <a:ext cx="360" cy="8280"/>
            </p14:xfrm>
          </p:contentPart>
        </mc:Choice>
        <mc:Fallback xmlns="">
          <p:pic>
            <p:nvPicPr>
              <p:cNvPr id="36" name="Ink 35">
                <a:extLst>
                  <a:ext uri="{FF2B5EF4-FFF2-40B4-BE49-F238E27FC236}">
                    <a16:creationId xmlns:a16="http://schemas.microsoft.com/office/drawing/2014/main" id="{F3D84D32-D234-89A6-8168-02A78E2AD7F3}"/>
                  </a:ext>
                </a:extLst>
              </p:cNvPr>
              <p:cNvPicPr/>
              <p:nvPr/>
            </p:nvPicPr>
            <p:blipFill>
              <a:blip r:embed="rId69"/>
              <a:stretch>
                <a:fillRect/>
              </a:stretch>
            </p:blipFill>
            <p:spPr>
              <a:xfrm>
                <a:off x="5772904" y="2813352"/>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E8730FE3-8B18-215F-AD9B-322E17FBDE4E}"/>
                  </a:ext>
                </a:extLst>
              </p14:cNvPr>
              <p14:cNvContentPartPr/>
              <p14:nvPr/>
            </p14:nvContentPartPr>
            <p14:xfrm>
              <a:off x="5777224" y="2703912"/>
              <a:ext cx="220320" cy="329400"/>
            </p14:xfrm>
          </p:contentPart>
        </mc:Choice>
        <mc:Fallback xmlns="">
          <p:pic>
            <p:nvPicPr>
              <p:cNvPr id="37" name="Ink 36">
                <a:extLst>
                  <a:ext uri="{FF2B5EF4-FFF2-40B4-BE49-F238E27FC236}">
                    <a16:creationId xmlns:a16="http://schemas.microsoft.com/office/drawing/2014/main" id="{E8730FE3-8B18-215F-AD9B-322E17FBDE4E}"/>
                  </a:ext>
                </a:extLst>
              </p:cNvPr>
              <p:cNvPicPr/>
              <p:nvPr/>
            </p:nvPicPr>
            <p:blipFill>
              <a:blip r:embed="rId71"/>
              <a:stretch>
                <a:fillRect/>
              </a:stretch>
            </p:blipFill>
            <p:spPr>
              <a:xfrm>
                <a:off x="5772904" y="2699592"/>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B24A658F-A6C8-2123-B64F-0C168499EBD0}"/>
                  </a:ext>
                </a:extLst>
              </p14:cNvPr>
              <p14:cNvContentPartPr/>
              <p14:nvPr/>
            </p14:nvContentPartPr>
            <p14:xfrm>
              <a:off x="6033184" y="3046272"/>
              <a:ext cx="152280" cy="121680"/>
            </p14:xfrm>
          </p:contentPart>
        </mc:Choice>
        <mc:Fallback xmlns="">
          <p:pic>
            <p:nvPicPr>
              <p:cNvPr id="38" name="Ink 37">
                <a:extLst>
                  <a:ext uri="{FF2B5EF4-FFF2-40B4-BE49-F238E27FC236}">
                    <a16:creationId xmlns:a16="http://schemas.microsoft.com/office/drawing/2014/main" id="{B24A658F-A6C8-2123-B64F-0C168499EBD0}"/>
                  </a:ext>
                </a:extLst>
              </p:cNvPr>
              <p:cNvPicPr/>
              <p:nvPr/>
            </p:nvPicPr>
            <p:blipFill>
              <a:blip r:embed="rId73"/>
              <a:stretch>
                <a:fillRect/>
              </a:stretch>
            </p:blipFill>
            <p:spPr>
              <a:xfrm>
                <a:off x="6028864" y="3041952"/>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AD7F437D-540A-DFFD-236E-D30499028302}"/>
                  </a:ext>
                </a:extLst>
              </p14:cNvPr>
              <p14:cNvContentPartPr/>
              <p14:nvPr/>
            </p14:nvContentPartPr>
            <p14:xfrm>
              <a:off x="6221104" y="2590512"/>
              <a:ext cx="245520" cy="412200"/>
            </p14:xfrm>
          </p:contentPart>
        </mc:Choice>
        <mc:Fallback xmlns="">
          <p:pic>
            <p:nvPicPr>
              <p:cNvPr id="39" name="Ink 38">
                <a:extLst>
                  <a:ext uri="{FF2B5EF4-FFF2-40B4-BE49-F238E27FC236}">
                    <a16:creationId xmlns:a16="http://schemas.microsoft.com/office/drawing/2014/main" id="{AD7F437D-540A-DFFD-236E-D30499028302}"/>
                  </a:ext>
                </a:extLst>
              </p:cNvPr>
              <p:cNvPicPr/>
              <p:nvPr/>
            </p:nvPicPr>
            <p:blipFill>
              <a:blip r:embed="rId75"/>
              <a:stretch>
                <a:fillRect/>
              </a:stretch>
            </p:blipFill>
            <p:spPr>
              <a:xfrm>
                <a:off x="6216784" y="2586192"/>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9EFDB663-3051-4666-9A15-C8EC431EB36F}"/>
                  </a:ext>
                </a:extLst>
              </p14:cNvPr>
              <p14:cNvContentPartPr/>
              <p14:nvPr/>
            </p14:nvContentPartPr>
            <p14:xfrm>
              <a:off x="6477784" y="2894712"/>
              <a:ext cx="75600" cy="140760"/>
            </p14:xfrm>
          </p:contentPart>
        </mc:Choice>
        <mc:Fallback xmlns="">
          <p:pic>
            <p:nvPicPr>
              <p:cNvPr id="40" name="Ink 39">
                <a:extLst>
                  <a:ext uri="{FF2B5EF4-FFF2-40B4-BE49-F238E27FC236}">
                    <a16:creationId xmlns:a16="http://schemas.microsoft.com/office/drawing/2014/main" id="{9EFDB663-3051-4666-9A15-C8EC431EB36F}"/>
                  </a:ext>
                </a:extLst>
              </p:cNvPr>
              <p:cNvPicPr/>
              <p:nvPr/>
            </p:nvPicPr>
            <p:blipFill>
              <a:blip r:embed="rId77"/>
              <a:stretch>
                <a:fillRect/>
              </a:stretch>
            </p:blipFill>
            <p:spPr>
              <a:xfrm>
                <a:off x="6473464" y="2890392"/>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8807DCE7-7467-E345-B244-019E8B686F47}"/>
                  </a:ext>
                </a:extLst>
              </p14:cNvPr>
              <p14:cNvContentPartPr/>
              <p14:nvPr/>
            </p14:nvContentPartPr>
            <p14:xfrm>
              <a:off x="6641584" y="2636592"/>
              <a:ext cx="77400" cy="335520"/>
            </p14:xfrm>
          </p:contentPart>
        </mc:Choice>
        <mc:Fallback xmlns="">
          <p:pic>
            <p:nvPicPr>
              <p:cNvPr id="41" name="Ink 40">
                <a:extLst>
                  <a:ext uri="{FF2B5EF4-FFF2-40B4-BE49-F238E27FC236}">
                    <a16:creationId xmlns:a16="http://schemas.microsoft.com/office/drawing/2014/main" id="{8807DCE7-7467-E345-B244-019E8B686F47}"/>
                  </a:ext>
                </a:extLst>
              </p:cNvPr>
              <p:cNvPicPr/>
              <p:nvPr/>
            </p:nvPicPr>
            <p:blipFill>
              <a:blip r:embed="rId79"/>
              <a:stretch>
                <a:fillRect/>
              </a:stretch>
            </p:blipFill>
            <p:spPr>
              <a:xfrm>
                <a:off x="6637264" y="2632272"/>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120F9F91-0DE1-E66F-C18D-9FE6585275B9}"/>
                  </a:ext>
                </a:extLst>
              </p14:cNvPr>
              <p14:cNvContentPartPr/>
              <p14:nvPr/>
            </p14:nvContentPartPr>
            <p14:xfrm>
              <a:off x="6612784" y="2865912"/>
              <a:ext cx="251280" cy="175320"/>
            </p14:xfrm>
          </p:contentPart>
        </mc:Choice>
        <mc:Fallback xmlns="">
          <p:pic>
            <p:nvPicPr>
              <p:cNvPr id="42" name="Ink 41">
                <a:extLst>
                  <a:ext uri="{FF2B5EF4-FFF2-40B4-BE49-F238E27FC236}">
                    <a16:creationId xmlns:a16="http://schemas.microsoft.com/office/drawing/2014/main" id="{120F9F91-0DE1-E66F-C18D-9FE6585275B9}"/>
                  </a:ext>
                </a:extLst>
              </p:cNvPr>
              <p:cNvPicPr/>
              <p:nvPr/>
            </p:nvPicPr>
            <p:blipFill>
              <a:blip r:embed="rId81"/>
              <a:stretch>
                <a:fillRect/>
              </a:stretch>
            </p:blipFill>
            <p:spPr>
              <a:xfrm>
                <a:off x="6608464" y="2861592"/>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DDD7B0A7-9D30-EBCA-BA24-2AFFB923DA91}"/>
                  </a:ext>
                </a:extLst>
              </p14:cNvPr>
              <p14:cNvContentPartPr/>
              <p14:nvPr/>
            </p14:nvContentPartPr>
            <p14:xfrm>
              <a:off x="6916264" y="2758632"/>
              <a:ext cx="156960" cy="296280"/>
            </p14:xfrm>
          </p:contentPart>
        </mc:Choice>
        <mc:Fallback xmlns="">
          <p:pic>
            <p:nvPicPr>
              <p:cNvPr id="43" name="Ink 42">
                <a:extLst>
                  <a:ext uri="{FF2B5EF4-FFF2-40B4-BE49-F238E27FC236}">
                    <a16:creationId xmlns:a16="http://schemas.microsoft.com/office/drawing/2014/main" id="{DDD7B0A7-9D30-EBCA-BA24-2AFFB923DA91}"/>
                  </a:ext>
                </a:extLst>
              </p:cNvPr>
              <p:cNvPicPr/>
              <p:nvPr/>
            </p:nvPicPr>
            <p:blipFill>
              <a:blip r:embed="rId83"/>
              <a:stretch>
                <a:fillRect/>
              </a:stretch>
            </p:blipFill>
            <p:spPr>
              <a:xfrm>
                <a:off x="6911944" y="2754312"/>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97CA5DD2-1F3A-6145-12B5-ECDC95FC5CFC}"/>
                  </a:ext>
                </a:extLst>
              </p14:cNvPr>
              <p14:cNvContentPartPr/>
              <p14:nvPr/>
            </p14:nvContentPartPr>
            <p14:xfrm>
              <a:off x="7090144" y="2957712"/>
              <a:ext cx="50400" cy="83520"/>
            </p14:xfrm>
          </p:contentPart>
        </mc:Choice>
        <mc:Fallback xmlns="">
          <p:pic>
            <p:nvPicPr>
              <p:cNvPr id="44" name="Ink 43">
                <a:extLst>
                  <a:ext uri="{FF2B5EF4-FFF2-40B4-BE49-F238E27FC236}">
                    <a16:creationId xmlns:a16="http://schemas.microsoft.com/office/drawing/2014/main" id="{97CA5DD2-1F3A-6145-12B5-ECDC95FC5CFC}"/>
                  </a:ext>
                </a:extLst>
              </p:cNvPr>
              <p:cNvPicPr/>
              <p:nvPr/>
            </p:nvPicPr>
            <p:blipFill>
              <a:blip r:embed="rId85"/>
              <a:stretch>
                <a:fillRect/>
              </a:stretch>
            </p:blipFill>
            <p:spPr>
              <a:xfrm>
                <a:off x="7085824" y="2953392"/>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46450696-0007-53BD-3F14-79A20E70FEF4}"/>
                  </a:ext>
                </a:extLst>
              </p14:cNvPr>
              <p14:cNvContentPartPr/>
              <p14:nvPr/>
            </p14:nvContentPartPr>
            <p14:xfrm>
              <a:off x="7141984" y="2827032"/>
              <a:ext cx="7920" cy="50760"/>
            </p14:xfrm>
          </p:contentPart>
        </mc:Choice>
        <mc:Fallback xmlns="">
          <p:pic>
            <p:nvPicPr>
              <p:cNvPr id="45" name="Ink 44">
                <a:extLst>
                  <a:ext uri="{FF2B5EF4-FFF2-40B4-BE49-F238E27FC236}">
                    <a16:creationId xmlns:a16="http://schemas.microsoft.com/office/drawing/2014/main" id="{46450696-0007-53BD-3F14-79A20E70FEF4}"/>
                  </a:ext>
                </a:extLst>
              </p:cNvPr>
              <p:cNvPicPr/>
              <p:nvPr/>
            </p:nvPicPr>
            <p:blipFill>
              <a:blip r:embed="rId87"/>
              <a:stretch>
                <a:fillRect/>
              </a:stretch>
            </p:blipFill>
            <p:spPr>
              <a:xfrm>
                <a:off x="7137664" y="2822712"/>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24358A49-77CC-25A0-7EBE-CBF3C0AA4FB6}"/>
                  </a:ext>
                </a:extLst>
              </p14:cNvPr>
              <p14:cNvContentPartPr/>
              <p14:nvPr/>
            </p14:nvContentPartPr>
            <p14:xfrm>
              <a:off x="7143784" y="2827032"/>
              <a:ext cx="169920" cy="150120"/>
            </p14:xfrm>
          </p:contentPart>
        </mc:Choice>
        <mc:Fallback xmlns="">
          <p:pic>
            <p:nvPicPr>
              <p:cNvPr id="46" name="Ink 45">
                <a:extLst>
                  <a:ext uri="{FF2B5EF4-FFF2-40B4-BE49-F238E27FC236}">
                    <a16:creationId xmlns:a16="http://schemas.microsoft.com/office/drawing/2014/main" id="{24358A49-77CC-25A0-7EBE-CBF3C0AA4FB6}"/>
                  </a:ext>
                </a:extLst>
              </p:cNvPr>
              <p:cNvPicPr/>
              <p:nvPr/>
            </p:nvPicPr>
            <p:blipFill>
              <a:blip r:embed="rId89"/>
              <a:stretch>
                <a:fillRect/>
              </a:stretch>
            </p:blipFill>
            <p:spPr>
              <a:xfrm>
                <a:off x="7139464" y="2822712"/>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BD0990BF-430D-A3EB-C872-F084522582C1}"/>
                  </a:ext>
                </a:extLst>
              </p14:cNvPr>
              <p14:cNvContentPartPr/>
              <p14:nvPr/>
            </p14:nvContentPartPr>
            <p14:xfrm>
              <a:off x="7399744" y="2858352"/>
              <a:ext cx="360" cy="74880"/>
            </p14:xfrm>
          </p:contentPart>
        </mc:Choice>
        <mc:Fallback xmlns="">
          <p:pic>
            <p:nvPicPr>
              <p:cNvPr id="47" name="Ink 46">
                <a:extLst>
                  <a:ext uri="{FF2B5EF4-FFF2-40B4-BE49-F238E27FC236}">
                    <a16:creationId xmlns:a16="http://schemas.microsoft.com/office/drawing/2014/main" id="{BD0990BF-430D-A3EB-C872-F084522582C1}"/>
                  </a:ext>
                </a:extLst>
              </p:cNvPr>
              <p:cNvPicPr/>
              <p:nvPr/>
            </p:nvPicPr>
            <p:blipFill>
              <a:blip r:embed="rId91"/>
              <a:stretch>
                <a:fillRect/>
              </a:stretch>
            </p:blipFill>
            <p:spPr>
              <a:xfrm>
                <a:off x="7395424" y="2854032"/>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AC44EA87-227B-8D46-22D8-757B45339A7E}"/>
                  </a:ext>
                </a:extLst>
              </p14:cNvPr>
              <p14:cNvContentPartPr/>
              <p14:nvPr/>
            </p14:nvContentPartPr>
            <p14:xfrm>
              <a:off x="7361584" y="2684832"/>
              <a:ext cx="147240" cy="358200"/>
            </p14:xfrm>
          </p:contentPart>
        </mc:Choice>
        <mc:Fallback xmlns="">
          <p:pic>
            <p:nvPicPr>
              <p:cNvPr id="48" name="Ink 47">
                <a:extLst>
                  <a:ext uri="{FF2B5EF4-FFF2-40B4-BE49-F238E27FC236}">
                    <a16:creationId xmlns:a16="http://schemas.microsoft.com/office/drawing/2014/main" id="{AC44EA87-227B-8D46-22D8-757B45339A7E}"/>
                  </a:ext>
                </a:extLst>
              </p:cNvPr>
              <p:cNvPicPr/>
              <p:nvPr/>
            </p:nvPicPr>
            <p:blipFill>
              <a:blip r:embed="rId93"/>
              <a:stretch>
                <a:fillRect/>
              </a:stretch>
            </p:blipFill>
            <p:spPr>
              <a:xfrm>
                <a:off x="7357264" y="2680512"/>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7164A923-62D7-E872-ACE0-23564011F77C}"/>
                  </a:ext>
                </a:extLst>
              </p14:cNvPr>
              <p14:cNvContentPartPr/>
              <p14:nvPr/>
            </p14:nvContentPartPr>
            <p14:xfrm>
              <a:off x="2597344" y="2434992"/>
              <a:ext cx="31320" cy="80640"/>
            </p14:xfrm>
          </p:contentPart>
        </mc:Choice>
        <mc:Fallback xmlns="">
          <p:pic>
            <p:nvPicPr>
              <p:cNvPr id="49" name="Ink 48">
                <a:extLst>
                  <a:ext uri="{FF2B5EF4-FFF2-40B4-BE49-F238E27FC236}">
                    <a16:creationId xmlns:a16="http://schemas.microsoft.com/office/drawing/2014/main" id="{7164A923-62D7-E872-ACE0-23564011F77C}"/>
                  </a:ext>
                </a:extLst>
              </p:cNvPr>
              <p:cNvPicPr/>
              <p:nvPr/>
            </p:nvPicPr>
            <p:blipFill>
              <a:blip r:embed="rId95"/>
              <a:stretch>
                <a:fillRect/>
              </a:stretch>
            </p:blipFill>
            <p:spPr>
              <a:xfrm>
                <a:off x="2593024" y="2430672"/>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8422F63A-7F40-FAEA-DFF6-C320BEB2E2F0}"/>
                  </a:ext>
                </a:extLst>
              </p14:cNvPr>
              <p14:cNvContentPartPr/>
              <p14:nvPr/>
            </p14:nvContentPartPr>
            <p14:xfrm>
              <a:off x="2624344" y="2121072"/>
              <a:ext cx="13680" cy="13320"/>
            </p14:xfrm>
          </p:contentPart>
        </mc:Choice>
        <mc:Fallback xmlns="">
          <p:pic>
            <p:nvPicPr>
              <p:cNvPr id="50" name="Ink 49">
                <a:extLst>
                  <a:ext uri="{FF2B5EF4-FFF2-40B4-BE49-F238E27FC236}">
                    <a16:creationId xmlns:a16="http://schemas.microsoft.com/office/drawing/2014/main" id="{8422F63A-7F40-FAEA-DFF6-C320BEB2E2F0}"/>
                  </a:ext>
                </a:extLst>
              </p:cNvPr>
              <p:cNvPicPr/>
              <p:nvPr/>
            </p:nvPicPr>
            <p:blipFill>
              <a:blip r:embed="rId97"/>
              <a:stretch>
                <a:fillRect/>
              </a:stretch>
            </p:blipFill>
            <p:spPr>
              <a:xfrm>
                <a:off x="2620024" y="2116752"/>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F192AC85-4594-110B-B7C2-3FE3A8A1DBD1}"/>
                  </a:ext>
                </a:extLst>
              </p14:cNvPr>
              <p14:cNvContentPartPr/>
              <p14:nvPr/>
            </p14:nvContentPartPr>
            <p14:xfrm>
              <a:off x="2663944" y="2208912"/>
              <a:ext cx="172080" cy="433440"/>
            </p14:xfrm>
          </p:contentPart>
        </mc:Choice>
        <mc:Fallback xmlns="">
          <p:pic>
            <p:nvPicPr>
              <p:cNvPr id="51" name="Ink 50">
                <a:extLst>
                  <a:ext uri="{FF2B5EF4-FFF2-40B4-BE49-F238E27FC236}">
                    <a16:creationId xmlns:a16="http://schemas.microsoft.com/office/drawing/2014/main" id="{F192AC85-4594-110B-B7C2-3FE3A8A1DBD1}"/>
                  </a:ext>
                </a:extLst>
              </p:cNvPr>
              <p:cNvPicPr/>
              <p:nvPr/>
            </p:nvPicPr>
            <p:blipFill>
              <a:blip r:embed="rId99"/>
              <a:stretch>
                <a:fillRect/>
              </a:stretch>
            </p:blipFill>
            <p:spPr>
              <a:xfrm>
                <a:off x="2659624" y="2204592"/>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E035C659-0C16-7289-FDD3-CAACE82CDDA9}"/>
                  </a:ext>
                </a:extLst>
              </p14:cNvPr>
              <p14:cNvContentPartPr/>
              <p14:nvPr/>
            </p14:nvContentPartPr>
            <p14:xfrm>
              <a:off x="2653144" y="2464872"/>
              <a:ext cx="125640" cy="10080"/>
            </p14:xfrm>
          </p:contentPart>
        </mc:Choice>
        <mc:Fallback xmlns="">
          <p:pic>
            <p:nvPicPr>
              <p:cNvPr id="52" name="Ink 51">
                <a:extLst>
                  <a:ext uri="{FF2B5EF4-FFF2-40B4-BE49-F238E27FC236}">
                    <a16:creationId xmlns:a16="http://schemas.microsoft.com/office/drawing/2014/main" id="{E035C659-0C16-7289-FDD3-CAACE82CDDA9}"/>
                  </a:ext>
                </a:extLst>
              </p:cNvPr>
              <p:cNvPicPr/>
              <p:nvPr/>
            </p:nvPicPr>
            <p:blipFill>
              <a:blip r:embed="rId101"/>
              <a:stretch>
                <a:fillRect/>
              </a:stretch>
            </p:blipFill>
            <p:spPr>
              <a:xfrm>
                <a:off x="2648824" y="2460552"/>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Ink 52">
                <a:extLst>
                  <a:ext uri="{FF2B5EF4-FFF2-40B4-BE49-F238E27FC236}">
                    <a16:creationId xmlns:a16="http://schemas.microsoft.com/office/drawing/2014/main" id="{7C90B380-7FD6-F088-795A-22B3E7841237}"/>
                  </a:ext>
                </a:extLst>
              </p14:cNvPr>
              <p14:cNvContentPartPr/>
              <p14:nvPr/>
            </p14:nvContentPartPr>
            <p14:xfrm>
              <a:off x="1700224" y="1607352"/>
              <a:ext cx="216000" cy="615240"/>
            </p14:xfrm>
          </p:contentPart>
        </mc:Choice>
        <mc:Fallback xmlns="">
          <p:pic>
            <p:nvPicPr>
              <p:cNvPr id="53" name="Ink 52">
                <a:extLst>
                  <a:ext uri="{FF2B5EF4-FFF2-40B4-BE49-F238E27FC236}">
                    <a16:creationId xmlns:a16="http://schemas.microsoft.com/office/drawing/2014/main" id="{7C90B380-7FD6-F088-795A-22B3E7841237}"/>
                  </a:ext>
                </a:extLst>
              </p:cNvPr>
              <p:cNvPicPr/>
              <p:nvPr/>
            </p:nvPicPr>
            <p:blipFill>
              <a:blip r:embed="rId103"/>
              <a:stretch>
                <a:fillRect/>
              </a:stretch>
            </p:blipFill>
            <p:spPr>
              <a:xfrm>
                <a:off x="1695904" y="1603032"/>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4ED7022E-DE61-D3AA-B27F-071ADF56032A}"/>
                  </a:ext>
                </a:extLst>
              </p14:cNvPr>
              <p14:cNvContentPartPr/>
              <p14:nvPr/>
            </p14:nvContentPartPr>
            <p14:xfrm>
              <a:off x="1615624" y="1939992"/>
              <a:ext cx="360360" cy="101880"/>
            </p14:xfrm>
          </p:contentPart>
        </mc:Choice>
        <mc:Fallback xmlns="">
          <p:pic>
            <p:nvPicPr>
              <p:cNvPr id="54" name="Ink 53">
                <a:extLst>
                  <a:ext uri="{FF2B5EF4-FFF2-40B4-BE49-F238E27FC236}">
                    <a16:creationId xmlns:a16="http://schemas.microsoft.com/office/drawing/2014/main" id="{4ED7022E-DE61-D3AA-B27F-071ADF56032A}"/>
                  </a:ext>
                </a:extLst>
              </p:cNvPr>
              <p:cNvPicPr/>
              <p:nvPr/>
            </p:nvPicPr>
            <p:blipFill>
              <a:blip r:embed="rId105"/>
              <a:stretch>
                <a:fillRect/>
              </a:stretch>
            </p:blipFill>
            <p:spPr>
              <a:xfrm>
                <a:off x="1611304" y="1935672"/>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Ink 54">
                <a:extLst>
                  <a:ext uri="{FF2B5EF4-FFF2-40B4-BE49-F238E27FC236}">
                    <a16:creationId xmlns:a16="http://schemas.microsoft.com/office/drawing/2014/main" id="{B3601B29-16E3-F88F-F179-AA5324B13EBC}"/>
                  </a:ext>
                </a:extLst>
              </p14:cNvPr>
              <p14:cNvContentPartPr/>
              <p14:nvPr/>
            </p14:nvContentPartPr>
            <p14:xfrm>
              <a:off x="1943944" y="1830192"/>
              <a:ext cx="286200" cy="153720"/>
            </p14:xfrm>
          </p:contentPart>
        </mc:Choice>
        <mc:Fallback xmlns="">
          <p:pic>
            <p:nvPicPr>
              <p:cNvPr id="55" name="Ink 54">
                <a:extLst>
                  <a:ext uri="{FF2B5EF4-FFF2-40B4-BE49-F238E27FC236}">
                    <a16:creationId xmlns:a16="http://schemas.microsoft.com/office/drawing/2014/main" id="{B3601B29-16E3-F88F-F179-AA5324B13EBC}"/>
                  </a:ext>
                </a:extLst>
              </p:cNvPr>
              <p:cNvPicPr/>
              <p:nvPr/>
            </p:nvPicPr>
            <p:blipFill>
              <a:blip r:embed="rId107"/>
              <a:stretch>
                <a:fillRect/>
              </a:stretch>
            </p:blipFill>
            <p:spPr>
              <a:xfrm>
                <a:off x="1939624" y="1825872"/>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79B892EB-16B2-C4CC-EE4C-957CFB383E29}"/>
                  </a:ext>
                </a:extLst>
              </p14:cNvPr>
              <p14:cNvContentPartPr/>
              <p14:nvPr/>
            </p14:nvContentPartPr>
            <p14:xfrm>
              <a:off x="2317264" y="1560192"/>
              <a:ext cx="324360" cy="459000"/>
            </p14:xfrm>
          </p:contentPart>
        </mc:Choice>
        <mc:Fallback xmlns="">
          <p:pic>
            <p:nvPicPr>
              <p:cNvPr id="56" name="Ink 55">
                <a:extLst>
                  <a:ext uri="{FF2B5EF4-FFF2-40B4-BE49-F238E27FC236}">
                    <a16:creationId xmlns:a16="http://schemas.microsoft.com/office/drawing/2014/main" id="{79B892EB-16B2-C4CC-EE4C-957CFB383E29}"/>
                  </a:ext>
                </a:extLst>
              </p:cNvPr>
              <p:cNvPicPr/>
              <p:nvPr/>
            </p:nvPicPr>
            <p:blipFill>
              <a:blip r:embed="rId109"/>
              <a:stretch>
                <a:fillRect/>
              </a:stretch>
            </p:blipFill>
            <p:spPr>
              <a:xfrm>
                <a:off x="2312944" y="1555872"/>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Ink 56">
                <a:extLst>
                  <a:ext uri="{FF2B5EF4-FFF2-40B4-BE49-F238E27FC236}">
                    <a16:creationId xmlns:a16="http://schemas.microsoft.com/office/drawing/2014/main" id="{A3215EDF-8856-A5CB-EA82-04343F4B8EA8}"/>
                  </a:ext>
                </a:extLst>
              </p14:cNvPr>
              <p14:cNvContentPartPr/>
              <p14:nvPr/>
            </p14:nvContentPartPr>
            <p14:xfrm>
              <a:off x="2595184" y="1804992"/>
              <a:ext cx="152640" cy="68400"/>
            </p14:xfrm>
          </p:contentPart>
        </mc:Choice>
        <mc:Fallback xmlns="">
          <p:pic>
            <p:nvPicPr>
              <p:cNvPr id="57" name="Ink 56">
                <a:extLst>
                  <a:ext uri="{FF2B5EF4-FFF2-40B4-BE49-F238E27FC236}">
                    <a16:creationId xmlns:a16="http://schemas.microsoft.com/office/drawing/2014/main" id="{A3215EDF-8856-A5CB-EA82-04343F4B8EA8}"/>
                  </a:ext>
                </a:extLst>
              </p:cNvPr>
              <p:cNvPicPr/>
              <p:nvPr/>
            </p:nvPicPr>
            <p:blipFill>
              <a:blip r:embed="rId111"/>
              <a:stretch>
                <a:fillRect/>
              </a:stretch>
            </p:blipFill>
            <p:spPr>
              <a:xfrm>
                <a:off x="2590864" y="1800672"/>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Ink 57">
                <a:extLst>
                  <a:ext uri="{FF2B5EF4-FFF2-40B4-BE49-F238E27FC236}">
                    <a16:creationId xmlns:a16="http://schemas.microsoft.com/office/drawing/2014/main" id="{8C9CEA6D-9B6F-FA4E-DEA2-9F3EBCD8AF7F}"/>
                  </a:ext>
                </a:extLst>
              </p14:cNvPr>
              <p14:cNvContentPartPr/>
              <p14:nvPr/>
            </p14:nvContentPartPr>
            <p14:xfrm>
              <a:off x="2760784" y="1623912"/>
              <a:ext cx="44640" cy="34920"/>
            </p14:xfrm>
          </p:contentPart>
        </mc:Choice>
        <mc:Fallback xmlns="">
          <p:pic>
            <p:nvPicPr>
              <p:cNvPr id="58" name="Ink 57">
                <a:extLst>
                  <a:ext uri="{FF2B5EF4-FFF2-40B4-BE49-F238E27FC236}">
                    <a16:creationId xmlns:a16="http://schemas.microsoft.com/office/drawing/2014/main" id="{8C9CEA6D-9B6F-FA4E-DEA2-9F3EBCD8AF7F}"/>
                  </a:ext>
                </a:extLst>
              </p:cNvPr>
              <p:cNvPicPr/>
              <p:nvPr/>
            </p:nvPicPr>
            <p:blipFill>
              <a:blip r:embed="rId113"/>
              <a:stretch>
                <a:fillRect/>
              </a:stretch>
            </p:blipFill>
            <p:spPr>
              <a:xfrm>
                <a:off x="2756464" y="1619592"/>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Ink 58">
                <a:extLst>
                  <a:ext uri="{FF2B5EF4-FFF2-40B4-BE49-F238E27FC236}">
                    <a16:creationId xmlns:a16="http://schemas.microsoft.com/office/drawing/2014/main" id="{3265A726-E92F-7336-B483-B58357A1DEF9}"/>
                  </a:ext>
                </a:extLst>
              </p14:cNvPr>
              <p14:cNvContentPartPr/>
              <p14:nvPr/>
            </p14:nvContentPartPr>
            <p14:xfrm>
              <a:off x="2918824" y="1707072"/>
              <a:ext cx="128880" cy="27360"/>
            </p14:xfrm>
          </p:contentPart>
        </mc:Choice>
        <mc:Fallback xmlns="">
          <p:pic>
            <p:nvPicPr>
              <p:cNvPr id="59" name="Ink 58">
                <a:extLst>
                  <a:ext uri="{FF2B5EF4-FFF2-40B4-BE49-F238E27FC236}">
                    <a16:creationId xmlns:a16="http://schemas.microsoft.com/office/drawing/2014/main" id="{3265A726-E92F-7336-B483-B58357A1DEF9}"/>
                  </a:ext>
                </a:extLst>
              </p:cNvPr>
              <p:cNvPicPr/>
              <p:nvPr/>
            </p:nvPicPr>
            <p:blipFill>
              <a:blip r:embed="rId115"/>
              <a:stretch>
                <a:fillRect/>
              </a:stretch>
            </p:blipFill>
            <p:spPr>
              <a:xfrm>
                <a:off x="2914504" y="1702752"/>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Ink 59">
                <a:extLst>
                  <a:ext uri="{FF2B5EF4-FFF2-40B4-BE49-F238E27FC236}">
                    <a16:creationId xmlns:a16="http://schemas.microsoft.com/office/drawing/2014/main" id="{805B76DF-5E8A-7147-60E0-3E73113444F0}"/>
                  </a:ext>
                </a:extLst>
              </p14:cNvPr>
              <p14:cNvContentPartPr/>
              <p14:nvPr/>
            </p14:nvContentPartPr>
            <p14:xfrm>
              <a:off x="2918824" y="1734072"/>
              <a:ext cx="148680" cy="73080"/>
            </p14:xfrm>
          </p:contentPart>
        </mc:Choice>
        <mc:Fallback xmlns="">
          <p:pic>
            <p:nvPicPr>
              <p:cNvPr id="60" name="Ink 59">
                <a:extLst>
                  <a:ext uri="{FF2B5EF4-FFF2-40B4-BE49-F238E27FC236}">
                    <a16:creationId xmlns:a16="http://schemas.microsoft.com/office/drawing/2014/main" id="{805B76DF-5E8A-7147-60E0-3E73113444F0}"/>
                  </a:ext>
                </a:extLst>
              </p:cNvPr>
              <p:cNvPicPr/>
              <p:nvPr/>
            </p:nvPicPr>
            <p:blipFill>
              <a:blip r:embed="rId117"/>
              <a:stretch>
                <a:fillRect/>
              </a:stretch>
            </p:blipFill>
            <p:spPr>
              <a:xfrm>
                <a:off x="2914504" y="1729752"/>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Ink 60">
                <a:extLst>
                  <a:ext uri="{FF2B5EF4-FFF2-40B4-BE49-F238E27FC236}">
                    <a16:creationId xmlns:a16="http://schemas.microsoft.com/office/drawing/2014/main" id="{5E30F3C8-A295-3031-580B-8907F07594BD}"/>
                  </a:ext>
                </a:extLst>
              </p14:cNvPr>
              <p14:cNvContentPartPr/>
              <p14:nvPr/>
            </p14:nvContentPartPr>
            <p14:xfrm>
              <a:off x="3282064" y="1587552"/>
              <a:ext cx="83520" cy="180360"/>
            </p14:xfrm>
          </p:contentPart>
        </mc:Choice>
        <mc:Fallback xmlns="">
          <p:pic>
            <p:nvPicPr>
              <p:cNvPr id="61" name="Ink 60">
                <a:extLst>
                  <a:ext uri="{FF2B5EF4-FFF2-40B4-BE49-F238E27FC236}">
                    <a16:creationId xmlns:a16="http://schemas.microsoft.com/office/drawing/2014/main" id="{5E30F3C8-A295-3031-580B-8907F07594BD}"/>
                  </a:ext>
                </a:extLst>
              </p:cNvPr>
              <p:cNvPicPr/>
              <p:nvPr/>
            </p:nvPicPr>
            <p:blipFill>
              <a:blip r:embed="rId119"/>
              <a:stretch>
                <a:fillRect/>
              </a:stretch>
            </p:blipFill>
            <p:spPr>
              <a:xfrm>
                <a:off x="3277744" y="1583232"/>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Ink 61">
                <a:extLst>
                  <a:ext uri="{FF2B5EF4-FFF2-40B4-BE49-F238E27FC236}">
                    <a16:creationId xmlns:a16="http://schemas.microsoft.com/office/drawing/2014/main" id="{A76107BA-CE16-61A8-6B44-2CBBF0787D34}"/>
                  </a:ext>
                </a:extLst>
              </p14:cNvPr>
              <p14:cNvContentPartPr/>
              <p14:nvPr/>
            </p14:nvContentPartPr>
            <p14:xfrm>
              <a:off x="3484744" y="1743432"/>
              <a:ext cx="111960" cy="256680"/>
            </p14:xfrm>
          </p:contentPart>
        </mc:Choice>
        <mc:Fallback xmlns="">
          <p:pic>
            <p:nvPicPr>
              <p:cNvPr id="62" name="Ink 61">
                <a:extLst>
                  <a:ext uri="{FF2B5EF4-FFF2-40B4-BE49-F238E27FC236}">
                    <a16:creationId xmlns:a16="http://schemas.microsoft.com/office/drawing/2014/main" id="{A76107BA-CE16-61A8-6B44-2CBBF0787D34}"/>
                  </a:ext>
                </a:extLst>
              </p:cNvPr>
              <p:cNvPicPr/>
              <p:nvPr/>
            </p:nvPicPr>
            <p:blipFill>
              <a:blip r:embed="rId121"/>
              <a:stretch>
                <a:fillRect/>
              </a:stretch>
            </p:blipFill>
            <p:spPr>
              <a:xfrm>
                <a:off x="3480424" y="1739112"/>
                <a:ext cx="1206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Ink 62">
                <a:extLst>
                  <a:ext uri="{FF2B5EF4-FFF2-40B4-BE49-F238E27FC236}">
                    <a16:creationId xmlns:a16="http://schemas.microsoft.com/office/drawing/2014/main" id="{4DD793B4-49CD-77CE-8F88-2725726A4C63}"/>
                  </a:ext>
                </a:extLst>
              </p14:cNvPr>
              <p14:cNvContentPartPr/>
              <p14:nvPr/>
            </p14:nvContentPartPr>
            <p14:xfrm>
              <a:off x="3902344" y="1618512"/>
              <a:ext cx="162000" cy="108360"/>
            </p14:xfrm>
          </p:contentPart>
        </mc:Choice>
        <mc:Fallback xmlns="">
          <p:pic>
            <p:nvPicPr>
              <p:cNvPr id="63" name="Ink 62">
                <a:extLst>
                  <a:ext uri="{FF2B5EF4-FFF2-40B4-BE49-F238E27FC236}">
                    <a16:creationId xmlns:a16="http://schemas.microsoft.com/office/drawing/2014/main" id="{4DD793B4-49CD-77CE-8F88-2725726A4C63}"/>
                  </a:ext>
                </a:extLst>
              </p:cNvPr>
              <p:cNvPicPr/>
              <p:nvPr/>
            </p:nvPicPr>
            <p:blipFill>
              <a:blip r:embed="rId123"/>
              <a:stretch>
                <a:fillRect/>
              </a:stretch>
            </p:blipFill>
            <p:spPr>
              <a:xfrm>
                <a:off x="3898024" y="1614192"/>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4" name="Ink 63">
                <a:extLst>
                  <a:ext uri="{FF2B5EF4-FFF2-40B4-BE49-F238E27FC236}">
                    <a16:creationId xmlns:a16="http://schemas.microsoft.com/office/drawing/2014/main" id="{FFF107B0-C5E0-872A-1063-39F08749E8F5}"/>
                  </a:ext>
                </a:extLst>
              </p14:cNvPr>
              <p14:cNvContentPartPr/>
              <p14:nvPr/>
            </p14:nvContentPartPr>
            <p14:xfrm>
              <a:off x="4071544" y="1506912"/>
              <a:ext cx="11880" cy="23040"/>
            </p14:xfrm>
          </p:contentPart>
        </mc:Choice>
        <mc:Fallback xmlns="">
          <p:pic>
            <p:nvPicPr>
              <p:cNvPr id="64" name="Ink 63">
                <a:extLst>
                  <a:ext uri="{FF2B5EF4-FFF2-40B4-BE49-F238E27FC236}">
                    <a16:creationId xmlns:a16="http://schemas.microsoft.com/office/drawing/2014/main" id="{FFF107B0-C5E0-872A-1063-39F08749E8F5}"/>
                  </a:ext>
                </a:extLst>
              </p:cNvPr>
              <p:cNvPicPr/>
              <p:nvPr/>
            </p:nvPicPr>
            <p:blipFill>
              <a:blip r:embed="rId125"/>
              <a:stretch>
                <a:fillRect/>
              </a:stretch>
            </p:blipFill>
            <p:spPr>
              <a:xfrm>
                <a:off x="4067224" y="1502592"/>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5" name="Ink 64">
                <a:extLst>
                  <a:ext uri="{FF2B5EF4-FFF2-40B4-BE49-F238E27FC236}">
                    <a16:creationId xmlns:a16="http://schemas.microsoft.com/office/drawing/2014/main" id="{BD3BAE38-EC77-A5CB-0B04-56812ACE15FA}"/>
                  </a:ext>
                </a:extLst>
              </p14:cNvPr>
              <p14:cNvContentPartPr/>
              <p14:nvPr/>
            </p14:nvContentPartPr>
            <p14:xfrm>
              <a:off x="4239304" y="1591152"/>
              <a:ext cx="275760" cy="158760"/>
            </p14:xfrm>
          </p:contentPart>
        </mc:Choice>
        <mc:Fallback xmlns="">
          <p:pic>
            <p:nvPicPr>
              <p:cNvPr id="65" name="Ink 64">
                <a:extLst>
                  <a:ext uri="{FF2B5EF4-FFF2-40B4-BE49-F238E27FC236}">
                    <a16:creationId xmlns:a16="http://schemas.microsoft.com/office/drawing/2014/main" id="{BD3BAE38-EC77-A5CB-0B04-56812ACE15FA}"/>
                  </a:ext>
                </a:extLst>
              </p:cNvPr>
              <p:cNvPicPr/>
              <p:nvPr/>
            </p:nvPicPr>
            <p:blipFill>
              <a:blip r:embed="rId127"/>
              <a:stretch>
                <a:fillRect/>
              </a:stretch>
            </p:blipFill>
            <p:spPr>
              <a:xfrm>
                <a:off x="4234984" y="1586832"/>
                <a:ext cx="28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6" name="Ink 65">
                <a:extLst>
                  <a:ext uri="{FF2B5EF4-FFF2-40B4-BE49-F238E27FC236}">
                    <a16:creationId xmlns:a16="http://schemas.microsoft.com/office/drawing/2014/main" id="{38069A67-1737-8EC0-A945-DE79C41A1640}"/>
                  </a:ext>
                </a:extLst>
              </p14:cNvPr>
              <p14:cNvContentPartPr/>
              <p14:nvPr/>
            </p14:nvContentPartPr>
            <p14:xfrm>
              <a:off x="4726024" y="1510512"/>
              <a:ext cx="216360" cy="165600"/>
            </p14:xfrm>
          </p:contentPart>
        </mc:Choice>
        <mc:Fallback xmlns="">
          <p:pic>
            <p:nvPicPr>
              <p:cNvPr id="66" name="Ink 65">
                <a:extLst>
                  <a:ext uri="{FF2B5EF4-FFF2-40B4-BE49-F238E27FC236}">
                    <a16:creationId xmlns:a16="http://schemas.microsoft.com/office/drawing/2014/main" id="{38069A67-1737-8EC0-A945-DE79C41A1640}"/>
                  </a:ext>
                </a:extLst>
              </p:cNvPr>
              <p:cNvPicPr/>
              <p:nvPr/>
            </p:nvPicPr>
            <p:blipFill>
              <a:blip r:embed="rId129"/>
              <a:stretch>
                <a:fillRect/>
              </a:stretch>
            </p:blipFill>
            <p:spPr>
              <a:xfrm>
                <a:off x="4721704" y="1506192"/>
                <a:ext cx="22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7" name="Ink 66">
                <a:extLst>
                  <a:ext uri="{FF2B5EF4-FFF2-40B4-BE49-F238E27FC236}">
                    <a16:creationId xmlns:a16="http://schemas.microsoft.com/office/drawing/2014/main" id="{8B5B91AE-07E4-EBC5-23D3-F2487E365FBD}"/>
                  </a:ext>
                </a:extLst>
              </p14:cNvPr>
              <p14:cNvContentPartPr/>
              <p14:nvPr/>
            </p14:nvContentPartPr>
            <p14:xfrm>
              <a:off x="5151544" y="1508352"/>
              <a:ext cx="208080" cy="46800"/>
            </p14:xfrm>
          </p:contentPart>
        </mc:Choice>
        <mc:Fallback xmlns="">
          <p:pic>
            <p:nvPicPr>
              <p:cNvPr id="67" name="Ink 66">
                <a:extLst>
                  <a:ext uri="{FF2B5EF4-FFF2-40B4-BE49-F238E27FC236}">
                    <a16:creationId xmlns:a16="http://schemas.microsoft.com/office/drawing/2014/main" id="{8B5B91AE-07E4-EBC5-23D3-F2487E365FBD}"/>
                  </a:ext>
                </a:extLst>
              </p:cNvPr>
              <p:cNvPicPr/>
              <p:nvPr/>
            </p:nvPicPr>
            <p:blipFill>
              <a:blip r:embed="rId131"/>
              <a:stretch>
                <a:fillRect/>
              </a:stretch>
            </p:blipFill>
            <p:spPr>
              <a:xfrm>
                <a:off x="5147224" y="1504032"/>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8" name="Ink 67">
                <a:extLst>
                  <a:ext uri="{FF2B5EF4-FFF2-40B4-BE49-F238E27FC236}">
                    <a16:creationId xmlns:a16="http://schemas.microsoft.com/office/drawing/2014/main" id="{50975288-D963-92A5-10B7-1D9CD9AD6E68}"/>
                  </a:ext>
                </a:extLst>
              </p14:cNvPr>
              <p14:cNvContentPartPr/>
              <p14:nvPr/>
            </p14:nvContentPartPr>
            <p14:xfrm>
              <a:off x="5513344" y="1403232"/>
              <a:ext cx="19800" cy="183240"/>
            </p14:xfrm>
          </p:contentPart>
        </mc:Choice>
        <mc:Fallback xmlns="">
          <p:pic>
            <p:nvPicPr>
              <p:cNvPr id="68" name="Ink 67">
                <a:extLst>
                  <a:ext uri="{FF2B5EF4-FFF2-40B4-BE49-F238E27FC236}">
                    <a16:creationId xmlns:a16="http://schemas.microsoft.com/office/drawing/2014/main" id="{50975288-D963-92A5-10B7-1D9CD9AD6E68}"/>
                  </a:ext>
                </a:extLst>
              </p:cNvPr>
              <p:cNvPicPr/>
              <p:nvPr/>
            </p:nvPicPr>
            <p:blipFill>
              <a:blip r:embed="rId133"/>
              <a:stretch>
                <a:fillRect/>
              </a:stretch>
            </p:blipFill>
            <p:spPr>
              <a:xfrm>
                <a:off x="5509024" y="1398912"/>
                <a:ext cx="284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1" name="Ink 70">
                <a:extLst>
                  <a:ext uri="{FF2B5EF4-FFF2-40B4-BE49-F238E27FC236}">
                    <a16:creationId xmlns:a16="http://schemas.microsoft.com/office/drawing/2014/main" id="{AA486C92-FA3D-919F-FA3F-C69310199BAE}"/>
                  </a:ext>
                </a:extLst>
              </p14:cNvPr>
              <p14:cNvContentPartPr/>
              <p14:nvPr/>
            </p14:nvContentPartPr>
            <p14:xfrm>
              <a:off x="6052624" y="1468032"/>
              <a:ext cx="148680" cy="96480"/>
            </p14:xfrm>
          </p:contentPart>
        </mc:Choice>
        <mc:Fallback xmlns="">
          <p:pic>
            <p:nvPicPr>
              <p:cNvPr id="71" name="Ink 70">
                <a:extLst>
                  <a:ext uri="{FF2B5EF4-FFF2-40B4-BE49-F238E27FC236}">
                    <a16:creationId xmlns:a16="http://schemas.microsoft.com/office/drawing/2014/main" id="{AA486C92-FA3D-919F-FA3F-C69310199BAE}"/>
                  </a:ext>
                </a:extLst>
              </p:cNvPr>
              <p:cNvPicPr/>
              <p:nvPr/>
            </p:nvPicPr>
            <p:blipFill>
              <a:blip r:embed="rId135"/>
              <a:stretch>
                <a:fillRect/>
              </a:stretch>
            </p:blipFill>
            <p:spPr>
              <a:xfrm>
                <a:off x="6048304" y="1463712"/>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2" name="Ink 71">
                <a:extLst>
                  <a:ext uri="{FF2B5EF4-FFF2-40B4-BE49-F238E27FC236}">
                    <a16:creationId xmlns:a16="http://schemas.microsoft.com/office/drawing/2014/main" id="{6E95C511-6E9C-7535-C00E-CE137B246469}"/>
                  </a:ext>
                </a:extLst>
              </p14:cNvPr>
              <p14:cNvContentPartPr/>
              <p14:nvPr/>
            </p14:nvContentPartPr>
            <p14:xfrm>
              <a:off x="6233344" y="1343472"/>
              <a:ext cx="25560" cy="21240"/>
            </p14:xfrm>
          </p:contentPart>
        </mc:Choice>
        <mc:Fallback xmlns="">
          <p:pic>
            <p:nvPicPr>
              <p:cNvPr id="72" name="Ink 71">
                <a:extLst>
                  <a:ext uri="{FF2B5EF4-FFF2-40B4-BE49-F238E27FC236}">
                    <a16:creationId xmlns:a16="http://schemas.microsoft.com/office/drawing/2014/main" id="{6E95C511-6E9C-7535-C00E-CE137B246469}"/>
                  </a:ext>
                </a:extLst>
              </p:cNvPr>
              <p:cNvPicPr/>
              <p:nvPr/>
            </p:nvPicPr>
            <p:blipFill>
              <a:blip r:embed="rId137"/>
              <a:stretch>
                <a:fillRect/>
              </a:stretch>
            </p:blipFill>
            <p:spPr>
              <a:xfrm>
                <a:off x="6229024" y="1338792"/>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3" name="Ink 72">
                <a:extLst>
                  <a:ext uri="{FF2B5EF4-FFF2-40B4-BE49-F238E27FC236}">
                    <a16:creationId xmlns:a16="http://schemas.microsoft.com/office/drawing/2014/main" id="{D25DB90C-7431-A984-1062-8BB8DD1CCB30}"/>
                  </a:ext>
                </a:extLst>
              </p14:cNvPr>
              <p14:cNvContentPartPr/>
              <p14:nvPr/>
            </p14:nvContentPartPr>
            <p14:xfrm>
              <a:off x="6394984" y="1397112"/>
              <a:ext cx="52200" cy="121680"/>
            </p14:xfrm>
          </p:contentPart>
        </mc:Choice>
        <mc:Fallback xmlns="">
          <p:pic>
            <p:nvPicPr>
              <p:cNvPr id="73" name="Ink 72">
                <a:extLst>
                  <a:ext uri="{FF2B5EF4-FFF2-40B4-BE49-F238E27FC236}">
                    <a16:creationId xmlns:a16="http://schemas.microsoft.com/office/drawing/2014/main" id="{D25DB90C-7431-A984-1062-8BB8DD1CCB30}"/>
                  </a:ext>
                </a:extLst>
              </p:cNvPr>
              <p:cNvPicPr/>
              <p:nvPr/>
            </p:nvPicPr>
            <p:blipFill>
              <a:blip r:embed="rId139"/>
              <a:stretch>
                <a:fillRect/>
              </a:stretch>
            </p:blipFill>
            <p:spPr>
              <a:xfrm>
                <a:off x="6390664" y="1392792"/>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4" name="Ink 73">
                <a:extLst>
                  <a:ext uri="{FF2B5EF4-FFF2-40B4-BE49-F238E27FC236}">
                    <a16:creationId xmlns:a16="http://schemas.microsoft.com/office/drawing/2014/main" id="{F3E8AA5F-9A81-5767-4F97-CE2DA057C9B1}"/>
                  </a:ext>
                </a:extLst>
              </p14:cNvPr>
              <p14:cNvContentPartPr/>
              <p14:nvPr/>
            </p14:nvContentPartPr>
            <p14:xfrm>
              <a:off x="6327664" y="1397112"/>
              <a:ext cx="314280" cy="177120"/>
            </p14:xfrm>
          </p:contentPart>
        </mc:Choice>
        <mc:Fallback xmlns="">
          <p:pic>
            <p:nvPicPr>
              <p:cNvPr id="74" name="Ink 73">
                <a:extLst>
                  <a:ext uri="{FF2B5EF4-FFF2-40B4-BE49-F238E27FC236}">
                    <a16:creationId xmlns:a16="http://schemas.microsoft.com/office/drawing/2014/main" id="{F3E8AA5F-9A81-5767-4F97-CE2DA057C9B1}"/>
                  </a:ext>
                </a:extLst>
              </p:cNvPr>
              <p:cNvPicPr/>
              <p:nvPr/>
            </p:nvPicPr>
            <p:blipFill>
              <a:blip r:embed="rId141"/>
              <a:stretch>
                <a:fillRect/>
              </a:stretch>
            </p:blipFill>
            <p:spPr>
              <a:xfrm>
                <a:off x="6323344" y="1392792"/>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5" name="Ink 74">
                <a:extLst>
                  <a:ext uri="{FF2B5EF4-FFF2-40B4-BE49-F238E27FC236}">
                    <a16:creationId xmlns:a16="http://schemas.microsoft.com/office/drawing/2014/main" id="{592FF2D4-D432-C363-019B-24DF6F557DD7}"/>
                  </a:ext>
                </a:extLst>
              </p14:cNvPr>
              <p14:cNvContentPartPr/>
              <p14:nvPr/>
            </p14:nvContentPartPr>
            <p14:xfrm>
              <a:off x="6545104" y="1468032"/>
              <a:ext cx="225720" cy="39240"/>
            </p14:xfrm>
          </p:contentPart>
        </mc:Choice>
        <mc:Fallback xmlns="">
          <p:pic>
            <p:nvPicPr>
              <p:cNvPr id="75" name="Ink 74">
                <a:extLst>
                  <a:ext uri="{FF2B5EF4-FFF2-40B4-BE49-F238E27FC236}">
                    <a16:creationId xmlns:a16="http://schemas.microsoft.com/office/drawing/2014/main" id="{592FF2D4-D432-C363-019B-24DF6F557DD7}"/>
                  </a:ext>
                </a:extLst>
              </p:cNvPr>
              <p:cNvPicPr/>
              <p:nvPr/>
            </p:nvPicPr>
            <p:blipFill>
              <a:blip r:embed="rId143"/>
              <a:stretch>
                <a:fillRect/>
              </a:stretch>
            </p:blipFill>
            <p:spPr>
              <a:xfrm>
                <a:off x="6540784" y="1463712"/>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6" name="Ink 75">
                <a:extLst>
                  <a:ext uri="{FF2B5EF4-FFF2-40B4-BE49-F238E27FC236}">
                    <a16:creationId xmlns:a16="http://schemas.microsoft.com/office/drawing/2014/main" id="{2186CB8B-9149-63C0-E7DA-13DFA8A86FF7}"/>
                  </a:ext>
                </a:extLst>
              </p14:cNvPr>
              <p14:cNvContentPartPr/>
              <p14:nvPr/>
            </p14:nvContentPartPr>
            <p14:xfrm>
              <a:off x="6781984" y="1278312"/>
              <a:ext cx="234360" cy="360000"/>
            </p14:xfrm>
          </p:contentPart>
        </mc:Choice>
        <mc:Fallback xmlns="">
          <p:pic>
            <p:nvPicPr>
              <p:cNvPr id="76" name="Ink 75">
                <a:extLst>
                  <a:ext uri="{FF2B5EF4-FFF2-40B4-BE49-F238E27FC236}">
                    <a16:creationId xmlns:a16="http://schemas.microsoft.com/office/drawing/2014/main" id="{2186CB8B-9149-63C0-E7DA-13DFA8A86FF7}"/>
                  </a:ext>
                </a:extLst>
              </p:cNvPr>
              <p:cNvPicPr/>
              <p:nvPr/>
            </p:nvPicPr>
            <p:blipFill>
              <a:blip r:embed="rId145"/>
              <a:stretch>
                <a:fillRect/>
              </a:stretch>
            </p:blipFill>
            <p:spPr>
              <a:xfrm>
                <a:off x="6777664" y="1273992"/>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7" name="Ink 76">
                <a:extLst>
                  <a:ext uri="{FF2B5EF4-FFF2-40B4-BE49-F238E27FC236}">
                    <a16:creationId xmlns:a16="http://schemas.microsoft.com/office/drawing/2014/main" id="{06491615-AFD9-44BE-FA8A-63796C25A5AE}"/>
                  </a:ext>
                </a:extLst>
              </p14:cNvPr>
              <p14:cNvContentPartPr/>
              <p14:nvPr/>
            </p14:nvContentPartPr>
            <p14:xfrm>
              <a:off x="1831264" y="3588432"/>
              <a:ext cx="248760" cy="474120"/>
            </p14:xfrm>
          </p:contentPart>
        </mc:Choice>
        <mc:Fallback xmlns="">
          <p:pic>
            <p:nvPicPr>
              <p:cNvPr id="77" name="Ink 76">
                <a:extLst>
                  <a:ext uri="{FF2B5EF4-FFF2-40B4-BE49-F238E27FC236}">
                    <a16:creationId xmlns:a16="http://schemas.microsoft.com/office/drawing/2014/main" id="{06491615-AFD9-44BE-FA8A-63796C25A5AE}"/>
                  </a:ext>
                </a:extLst>
              </p:cNvPr>
              <p:cNvPicPr/>
              <p:nvPr/>
            </p:nvPicPr>
            <p:blipFill>
              <a:blip r:embed="rId147"/>
              <a:stretch>
                <a:fillRect/>
              </a:stretch>
            </p:blipFill>
            <p:spPr>
              <a:xfrm>
                <a:off x="1826944" y="3584112"/>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8" name="Ink 77">
                <a:extLst>
                  <a:ext uri="{FF2B5EF4-FFF2-40B4-BE49-F238E27FC236}">
                    <a16:creationId xmlns:a16="http://schemas.microsoft.com/office/drawing/2014/main" id="{7087041D-2FFB-0C0A-1D08-2F969F45E115}"/>
                  </a:ext>
                </a:extLst>
              </p14:cNvPr>
              <p14:cNvContentPartPr/>
              <p14:nvPr/>
            </p14:nvContentPartPr>
            <p14:xfrm>
              <a:off x="4836000" y="4907760"/>
              <a:ext cx="23400" cy="360"/>
            </p14:xfrm>
          </p:contentPart>
        </mc:Choice>
        <mc:Fallback xmlns="">
          <p:pic>
            <p:nvPicPr>
              <p:cNvPr id="78" name="Ink 77">
                <a:extLst>
                  <a:ext uri="{FF2B5EF4-FFF2-40B4-BE49-F238E27FC236}">
                    <a16:creationId xmlns:a16="http://schemas.microsoft.com/office/drawing/2014/main" id="{7087041D-2FFB-0C0A-1D08-2F969F45E115}"/>
                  </a:ext>
                </a:extLst>
              </p:cNvPr>
              <p:cNvPicPr/>
              <p:nvPr/>
            </p:nvPicPr>
            <p:blipFill>
              <a:blip r:embed="rId149"/>
              <a:stretch>
                <a:fillRect/>
              </a:stretch>
            </p:blipFill>
            <p:spPr>
              <a:xfrm>
                <a:off x="4831680" y="4903440"/>
                <a:ext cx="32040" cy="9000"/>
              </a:xfrm>
              <a:prstGeom prst="rect">
                <a:avLst/>
              </a:prstGeom>
            </p:spPr>
          </p:pic>
        </mc:Fallback>
      </mc:AlternateContent>
      <p:grpSp>
        <p:nvGrpSpPr>
          <p:cNvPr id="83" name="Group 82">
            <a:extLst>
              <a:ext uri="{FF2B5EF4-FFF2-40B4-BE49-F238E27FC236}">
                <a16:creationId xmlns:a16="http://schemas.microsoft.com/office/drawing/2014/main" id="{12B4CE73-75E5-84C5-E657-01592282723B}"/>
              </a:ext>
            </a:extLst>
          </p:cNvPr>
          <p:cNvGrpSpPr/>
          <p:nvPr/>
        </p:nvGrpSpPr>
        <p:grpSpPr>
          <a:xfrm>
            <a:off x="379920" y="1098240"/>
            <a:ext cx="595080" cy="662040"/>
            <a:chOff x="379920" y="1098240"/>
            <a:chExt cx="595080" cy="662040"/>
          </a:xfrm>
        </p:grpSpPr>
        <mc:AlternateContent xmlns:mc="http://schemas.openxmlformats.org/markup-compatibility/2006" xmlns:p14="http://schemas.microsoft.com/office/powerpoint/2010/main">
          <mc:Choice Requires="p14">
            <p:contentPart p14:bwMode="auto" r:id="rId150">
              <p14:nvContentPartPr>
                <p14:cNvPr id="79" name="Ink 78">
                  <a:extLst>
                    <a:ext uri="{FF2B5EF4-FFF2-40B4-BE49-F238E27FC236}">
                      <a16:creationId xmlns:a16="http://schemas.microsoft.com/office/drawing/2014/main" id="{3B6D1E93-4185-9598-D991-20849FB2E938}"/>
                    </a:ext>
                  </a:extLst>
                </p14:cNvPr>
                <p14:cNvContentPartPr/>
                <p14:nvPr/>
              </p14:nvContentPartPr>
              <p14:xfrm>
                <a:off x="526080" y="1098240"/>
                <a:ext cx="241200" cy="662040"/>
              </p14:xfrm>
            </p:contentPart>
          </mc:Choice>
          <mc:Fallback xmlns="">
            <p:pic>
              <p:nvPicPr>
                <p:cNvPr id="79" name="Ink 78">
                  <a:extLst>
                    <a:ext uri="{FF2B5EF4-FFF2-40B4-BE49-F238E27FC236}">
                      <a16:creationId xmlns:a16="http://schemas.microsoft.com/office/drawing/2014/main" id="{3B6D1E93-4185-9598-D991-20849FB2E938}"/>
                    </a:ext>
                  </a:extLst>
                </p:cNvPr>
                <p:cNvPicPr/>
                <p:nvPr/>
              </p:nvPicPr>
              <p:blipFill>
                <a:blip r:embed="rId151"/>
                <a:stretch>
                  <a:fillRect/>
                </a:stretch>
              </p:blipFill>
              <p:spPr>
                <a:xfrm>
                  <a:off x="521760" y="1093920"/>
                  <a:ext cx="24984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0" name="Ink 79">
                  <a:extLst>
                    <a:ext uri="{FF2B5EF4-FFF2-40B4-BE49-F238E27FC236}">
                      <a16:creationId xmlns:a16="http://schemas.microsoft.com/office/drawing/2014/main" id="{DAEAAECF-7025-6DA9-5FAE-76932A557354}"/>
                    </a:ext>
                  </a:extLst>
                </p14:cNvPr>
                <p14:cNvContentPartPr/>
                <p14:nvPr/>
              </p14:nvContentPartPr>
              <p14:xfrm>
                <a:off x="379920" y="1463640"/>
                <a:ext cx="323640" cy="88560"/>
              </p14:xfrm>
            </p:contentPart>
          </mc:Choice>
          <mc:Fallback xmlns="">
            <p:pic>
              <p:nvPicPr>
                <p:cNvPr id="80" name="Ink 79">
                  <a:extLst>
                    <a:ext uri="{FF2B5EF4-FFF2-40B4-BE49-F238E27FC236}">
                      <a16:creationId xmlns:a16="http://schemas.microsoft.com/office/drawing/2014/main" id="{DAEAAECF-7025-6DA9-5FAE-76932A557354}"/>
                    </a:ext>
                  </a:extLst>
                </p:cNvPr>
                <p:cNvPicPr/>
                <p:nvPr/>
              </p:nvPicPr>
              <p:blipFill>
                <a:blip r:embed="rId153"/>
                <a:stretch>
                  <a:fillRect/>
                </a:stretch>
              </p:blipFill>
              <p:spPr>
                <a:xfrm>
                  <a:off x="375600" y="1459320"/>
                  <a:ext cx="332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1" name="Ink 80">
                  <a:extLst>
                    <a:ext uri="{FF2B5EF4-FFF2-40B4-BE49-F238E27FC236}">
                      <a16:creationId xmlns:a16="http://schemas.microsoft.com/office/drawing/2014/main" id="{2DA552DE-CC7D-C95D-F1B5-CA62C4CCB930}"/>
                    </a:ext>
                  </a:extLst>
                </p14:cNvPr>
                <p14:cNvContentPartPr/>
                <p14:nvPr/>
              </p14:nvContentPartPr>
              <p14:xfrm>
                <a:off x="681240" y="1405680"/>
                <a:ext cx="106200" cy="136440"/>
              </p14:xfrm>
            </p:contentPart>
          </mc:Choice>
          <mc:Fallback xmlns="">
            <p:pic>
              <p:nvPicPr>
                <p:cNvPr id="81" name="Ink 80">
                  <a:extLst>
                    <a:ext uri="{FF2B5EF4-FFF2-40B4-BE49-F238E27FC236}">
                      <a16:creationId xmlns:a16="http://schemas.microsoft.com/office/drawing/2014/main" id="{2DA552DE-CC7D-C95D-F1B5-CA62C4CCB930}"/>
                    </a:ext>
                  </a:extLst>
                </p:cNvPr>
                <p:cNvPicPr/>
                <p:nvPr/>
              </p:nvPicPr>
              <p:blipFill>
                <a:blip r:embed="rId155"/>
                <a:stretch>
                  <a:fillRect/>
                </a:stretch>
              </p:blipFill>
              <p:spPr>
                <a:xfrm>
                  <a:off x="676920" y="1401360"/>
                  <a:ext cx="1148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2" name="Ink 81">
                  <a:extLst>
                    <a:ext uri="{FF2B5EF4-FFF2-40B4-BE49-F238E27FC236}">
                      <a16:creationId xmlns:a16="http://schemas.microsoft.com/office/drawing/2014/main" id="{49AE5B26-5C94-62B3-F341-7E61A1FE1853}"/>
                    </a:ext>
                  </a:extLst>
                </p14:cNvPr>
                <p14:cNvContentPartPr/>
                <p14:nvPr/>
              </p14:nvContentPartPr>
              <p14:xfrm>
                <a:off x="868800" y="1357440"/>
                <a:ext cx="106200" cy="136800"/>
              </p14:xfrm>
            </p:contentPart>
          </mc:Choice>
          <mc:Fallback xmlns="">
            <p:pic>
              <p:nvPicPr>
                <p:cNvPr id="82" name="Ink 81">
                  <a:extLst>
                    <a:ext uri="{FF2B5EF4-FFF2-40B4-BE49-F238E27FC236}">
                      <a16:creationId xmlns:a16="http://schemas.microsoft.com/office/drawing/2014/main" id="{49AE5B26-5C94-62B3-F341-7E61A1FE1853}"/>
                    </a:ext>
                  </a:extLst>
                </p:cNvPr>
                <p:cNvPicPr/>
                <p:nvPr/>
              </p:nvPicPr>
              <p:blipFill>
                <a:blip r:embed="rId157"/>
                <a:stretch>
                  <a:fillRect/>
                </a:stretch>
              </p:blipFill>
              <p:spPr>
                <a:xfrm>
                  <a:off x="864480" y="1353120"/>
                  <a:ext cx="11484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84" name="Ink 83">
                <a:extLst>
                  <a:ext uri="{FF2B5EF4-FFF2-40B4-BE49-F238E27FC236}">
                    <a16:creationId xmlns:a16="http://schemas.microsoft.com/office/drawing/2014/main" id="{48AB10A4-9E3D-08E6-2B41-A3E7AC7D7416}"/>
                  </a:ext>
                </a:extLst>
              </p14:cNvPr>
              <p14:cNvContentPartPr/>
              <p14:nvPr/>
            </p14:nvContentPartPr>
            <p14:xfrm>
              <a:off x="503040" y="4926480"/>
              <a:ext cx="229320" cy="531720"/>
            </p14:xfrm>
          </p:contentPart>
        </mc:Choice>
        <mc:Fallback xmlns="">
          <p:pic>
            <p:nvPicPr>
              <p:cNvPr id="84" name="Ink 83">
                <a:extLst>
                  <a:ext uri="{FF2B5EF4-FFF2-40B4-BE49-F238E27FC236}">
                    <a16:creationId xmlns:a16="http://schemas.microsoft.com/office/drawing/2014/main" id="{48AB10A4-9E3D-08E6-2B41-A3E7AC7D7416}"/>
                  </a:ext>
                </a:extLst>
              </p:cNvPr>
              <p:cNvPicPr/>
              <p:nvPr/>
            </p:nvPicPr>
            <p:blipFill>
              <a:blip r:embed="rId159"/>
              <a:stretch>
                <a:fillRect/>
              </a:stretch>
            </p:blipFill>
            <p:spPr>
              <a:xfrm>
                <a:off x="498720" y="4922160"/>
                <a:ext cx="23796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5" name="Ink 84">
                <a:extLst>
                  <a:ext uri="{FF2B5EF4-FFF2-40B4-BE49-F238E27FC236}">
                    <a16:creationId xmlns:a16="http://schemas.microsoft.com/office/drawing/2014/main" id="{50350204-D02C-BE7F-F54D-F5DB8E43B012}"/>
                  </a:ext>
                </a:extLst>
              </p14:cNvPr>
              <p14:cNvContentPartPr/>
              <p14:nvPr/>
            </p14:nvContentPartPr>
            <p14:xfrm>
              <a:off x="7461120" y="751920"/>
              <a:ext cx="239400" cy="416160"/>
            </p14:xfrm>
          </p:contentPart>
        </mc:Choice>
        <mc:Fallback xmlns="">
          <p:pic>
            <p:nvPicPr>
              <p:cNvPr id="85" name="Ink 84">
                <a:extLst>
                  <a:ext uri="{FF2B5EF4-FFF2-40B4-BE49-F238E27FC236}">
                    <a16:creationId xmlns:a16="http://schemas.microsoft.com/office/drawing/2014/main" id="{50350204-D02C-BE7F-F54D-F5DB8E43B012}"/>
                  </a:ext>
                </a:extLst>
              </p:cNvPr>
              <p:cNvPicPr/>
              <p:nvPr/>
            </p:nvPicPr>
            <p:blipFill>
              <a:blip r:embed="rId161"/>
              <a:stretch>
                <a:fillRect/>
              </a:stretch>
            </p:blipFill>
            <p:spPr>
              <a:xfrm>
                <a:off x="7456800" y="747600"/>
                <a:ext cx="24804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6" name="Ink 85">
                <a:extLst>
                  <a:ext uri="{FF2B5EF4-FFF2-40B4-BE49-F238E27FC236}">
                    <a16:creationId xmlns:a16="http://schemas.microsoft.com/office/drawing/2014/main" id="{81025F46-C18E-4609-4ABE-06CB283D8449}"/>
                  </a:ext>
                </a:extLst>
              </p14:cNvPr>
              <p14:cNvContentPartPr/>
              <p14:nvPr/>
            </p14:nvContentPartPr>
            <p14:xfrm>
              <a:off x="7366080" y="1370040"/>
              <a:ext cx="276480" cy="294120"/>
            </p14:xfrm>
          </p:contentPart>
        </mc:Choice>
        <mc:Fallback xmlns="">
          <p:pic>
            <p:nvPicPr>
              <p:cNvPr id="86" name="Ink 85">
                <a:extLst>
                  <a:ext uri="{FF2B5EF4-FFF2-40B4-BE49-F238E27FC236}">
                    <a16:creationId xmlns:a16="http://schemas.microsoft.com/office/drawing/2014/main" id="{81025F46-C18E-4609-4ABE-06CB283D8449}"/>
                  </a:ext>
                </a:extLst>
              </p:cNvPr>
              <p:cNvPicPr/>
              <p:nvPr/>
            </p:nvPicPr>
            <p:blipFill>
              <a:blip r:embed="rId163"/>
              <a:stretch>
                <a:fillRect/>
              </a:stretch>
            </p:blipFill>
            <p:spPr>
              <a:xfrm>
                <a:off x="7361760" y="1365720"/>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7" name="Ink 86">
                <a:extLst>
                  <a:ext uri="{FF2B5EF4-FFF2-40B4-BE49-F238E27FC236}">
                    <a16:creationId xmlns:a16="http://schemas.microsoft.com/office/drawing/2014/main" id="{F237E1A8-095A-6669-9446-FC7A7186D0B8}"/>
                  </a:ext>
                </a:extLst>
              </p14:cNvPr>
              <p14:cNvContentPartPr/>
              <p14:nvPr/>
            </p14:nvContentPartPr>
            <p14:xfrm>
              <a:off x="7670640" y="1929840"/>
              <a:ext cx="174240" cy="417960"/>
            </p14:xfrm>
          </p:contentPart>
        </mc:Choice>
        <mc:Fallback xmlns="">
          <p:pic>
            <p:nvPicPr>
              <p:cNvPr id="87" name="Ink 86">
                <a:extLst>
                  <a:ext uri="{FF2B5EF4-FFF2-40B4-BE49-F238E27FC236}">
                    <a16:creationId xmlns:a16="http://schemas.microsoft.com/office/drawing/2014/main" id="{F237E1A8-095A-6669-9446-FC7A7186D0B8}"/>
                  </a:ext>
                </a:extLst>
              </p:cNvPr>
              <p:cNvPicPr/>
              <p:nvPr/>
            </p:nvPicPr>
            <p:blipFill>
              <a:blip r:embed="rId165"/>
              <a:stretch>
                <a:fillRect/>
              </a:stretch>
            </p:blipFill>
            <p:spPr>
              <a:xfrm>
                <a:off x="7666320" y="1925520"/>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8" name="Ink 87">
                <a:extLst>
                  <a:ext uri="{FF2B5EF4-FFF2-40B4-BE49-F238E27FC236}">
                    <a16:creationId xmlns:a16="http://schemas.microsoft.com/office/drawing/2014/main" id="{1161CA78-746A-8B05-A351-C6F3FD1436A1}"/>
                  </a:ext>
                </a:extLst>
              </p14:cNvPr>
              <p14:cNvContentPartPr/>
              <p14:nvPr/>
            </p14:nvContentPartPr>
            <p14:xfrm>
              <a:off x="2616600" y="3172920"/>
              <a:ext cx="216000" cy="368640"/>
            </p14:xfrm>
          </p:contentPart>
        </mc:Choice>
        <mc:Fallback xmlns="">
          <p:pic>
            <p:nvPicPr>
              <p:cNvPr id="88" name="Ink 87">
                <a:extLst>
                  <a:ext uri="{FF2B5EF4-FFF2-40B4-BE49-F238E27FC236}">
                    <a16:creationId xmlns:a16="http://schemas.microsoft.com/office/drawing/2014/main" id="{1161CA78-746A-8B05-A351-C6F3FD1436A1}"/>
                  </a:ext>
                </a:extLst>
              </p:cNvPr>
              <p:cNvPicPr/>
              <p:nvPr/>
            </p:nvPicPr>
            <p:blipFill>
              <a:blip r:embed="rId167"/>
              <a:stretch>
                <a:fillRect/>
              </a:stretch>
            </p:blipFill>
            <p:spPr>
              <a:xfrm>
                <a:off x="2612280" y="3168600"/>
                <a:ext cx="224640" cy="377280"/>
              </a:xfrm>
              <a:prstGeom prst="rect">
                <a:avLst/>
              </a:prstGeom>
            </p:spPr>
          </p:pic>
        </mc:Fallback>
      </mc:AlternateContent>
      <p:grpSp>
        <p:nvGrpSpPr>
          <p:cNvPr id="100" name="Group 99">
            <a:extLst>
              <a:ext uri="{FF2B5EF4-FFF2-40B4-BE49-F238E27FC236}">
                <a16:creationId xmlns:a16="http://schemas.microsoft.com/office/drawing/2014/main" id="{BB8662A4-F275-0008-18E0-4860A4B10318}"/>
              </a:ext>
            </a:extLst>
          </p:cNvPr>
          <p:cNvGrpSpPr/>
          <p:nvPr/>
        </p:nvGrpSpPr>
        <p:grpSpPr>
          <a:xfrm>
            <a:off x="1175160" y="980520"/>
            <a:ext cx="831600" cy="548640"/>
            <a:chOff x="1175160" y="980520"/>
            <a:chExt cx="831600" cy="548640"/>
          </a:xfrm>
        </p:grpSpPr>
        <mc:AlternateContent xmlns:mc="http://schemas.openxmlformats.org/markup-compatibility/2006" xmlns:p14="http://schemas.microsoft.com/office/powerpoint/2010/main">
          <mc:Choice Requires="p14">
            <p:contentPart p14:bwMode="auto" r:id="rId168">
              <p14:nvContentPartPr>
                <p14:cNvPr id="89" name="Ink 88">
                  <a:extLst>
                    <a:ext uri="{FF2B5EF4-FFF2-40B4-BE49-F238E27FC236}">
                      <a16:creationId xmlns:a16="http://schemas.microsoft.com/office/drawing/2014/main" id="{886562B4-8757-7E50-49D3-39C6C731D93C}"/>
                    </a:ext>
                  </a:extLst>
                </p14:cNvPr>
                <p14:cNvContentPartPr/>
                <p14:nvPr/>
              </p14:nvContentPartPr>
              <p14:xfrm>
                <a:off x="1175160" y="1005720"/>
                <a:ext cx="152280" cy="523440"/>
              </p14:xfrm>
            </p:contentPart>
          </mc:Choice>
          <mc:Fallback xmlns="">
            <p:pic>
              <p:nvPicPr>
                <p:cNvPr id="89" name="Ink 88">
                  <a:extLst>
                    <a:ext uri="{FF2B5EF4-FFF2-40B4-BE49-F238E27FC236}">
                      <a16:creationId xmlns:a16="http://schemas.microsoft.com/office/drawing/2014/main" id="{886562B4-8757-7E50-49D3-39C6C731D93C}"/>
                    </a:ext>
                  </a:extLst>
                </p:cNvPr>
                <p:cNvPicPr/>
                <p:nvPr/>
              </p:nvPicPr>
              <p:blipFill>
                <a:blip r:embed="rId169"/>
                <a:stretch>
                  <a:fillRect/>
                </a:stretch>
              </p:blipFill>
              <p:spPr>
                <a:xfrm>
                  <a:off x="1170840" y="1001400"/>
                  <a:ext cx="1609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0" name="Ink 89">
                  <a:extLst>
                    <a:ext uri="{FF2B5EF4-FFF2-40B4-BE49-F238E27FC236}">
                      <a16:creationId xmlns:a16="http://schemas.microsoft.com/office/drawing/2014/main" id="{7DE4ADBE-C46C-E641-5925-5837CF792200}"/>
                    </a:ext>
                  </a:extLst>
                </p14:cNvPr>
                <p14:cNvContentPartPr/>
                <p14:nvPr/>
              </p14:nvContentPartPr>
              <p14:xfrm>
                <a:off x="1476840" y="1260600"/>
                <a:ext cx="31320" cy="105480"/>
              </p14:xfrm>
            </p:contentPart>
          </mc:Choice>
          <mc:Fallback xmlns="">
            <p:pic>
              <p:nvPicPr>
                <p:cNvPr id="90" name="Ink 89">
                  <a:extLst>
                    <a:ext uri="{FF2B5EF4-FFF2-40B4-BE49-F238E27FC236}">
                      <a16:creationId xmlns:a16="http://schemas.microsoft.com/office/drawing/2014/main" id="{7DE4ADBE-C46C-E641-5925-5837CF792200}"/>
                    </a:ext>
                  </a:extLst>
                </p:cNvPr>
                <p:cNvPicPr/>
                <p:nvPr/>
              </p:nvPicPr>
              <p:blipFill>
                <a:blip r:embed="rId171"/>
                <a:stretch>
                  <a:fillRect/>
                </a:stretch>
              </p:blipFill>
              <p:spPr>
                <a:xfrm>
                  <a:off x="1472520" y="1256280"/>
                  <a:ext cx="39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1" name="Ink 90">
                  <a:extLst>
                    <a:ext uri="{FF2B5EF4-FFF2-40B4-BE49-F238E27FC236}">
                      <a16:creationId xmlns:a16="http://schemas.microsoft.com/office/drawing/2014/main" id="{72BF1AAA-5987-A9C6-E4B6-50A694FC6763}"/>
                    </a:ext>
                  </a:extLst>
                </p14:cNvPr>
                <p14:cNvContentPartPr/>
                <p14:nvPr/>
              </p14:nvContentPartPr>
              <p14:xfrm>
                <a:off x="1542360" y="980520"/>
                <a:ext cx="19440" cy="85320"/>
              </p14:xfrm>
            </p:contentPart>
          </mc:Choice>
          <mc:Fallback xmlns="">
            <p:pic>
              <p:nvPicPr>
                <p:cNvPr id="91" name="Ink 90">
                  <a:extLst>
                    <a:ext uri="{FF2B5EF4-FFF2-40B4-BE49-F238E27FC236}">
                      <a16:creationId xmlns:a16="http://schemas.microsoft.com/office/drawing/2014/main" id="{72BF1AAA-5987-A9C6-E4B6-50A694FC6763}"/>
                    </a:ext>
                  </a:extLst>
                </p:cNvPr>
                <p:cNvPicPr/>
                <p:nvPr/>
              </p:nvPicPr>
              <p:blipFill>
                <a:blip r:embed="rId173"/>
                <a:stretch>
                  <a:fillRect/>
                </a:stretch>
              </p:blipFill>
              <p:spPr>
                <a:xfrm>
                  <a:off x="1538040" y="976200"/>
                  <a:ext cx="2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2" name="Ink 91">
                  <a:extLst>
                    <a:ext uri="{FF2B5EF4-FFF2-40B4-BE49-F238E27FC236}">
                      <a16:creationId xmlns:a16="http://schemas.microsoft.com/office/drawing/2014/main" id="{E9FA593E-A6D4-B90F-122A-F7423252AB43}"/>
                    </a:ext>
                  </a:extLst>
                </p14:cNvPr>
                <p14:cNvContentPartPr/>
                <p14:nvPr/>
              </p14:nvContentPartPr>
              <p14:xfrm>
                <a:off x="1592400" y="1199040"/>
                <a:ext cx="156240" cy="93600"/>
              </p14:xfrm>
            </p:contentPart>
          </mc:Choice>
          <mc:Fallback xmlns="">
            <p:pic>
              <p:nvPicPr>
                <p:cNvPr id="92" name="Ink 91">
                  <a:extLst>
                    <a:ext uri="{FF2B5EF4-FFF2-40B4-BE49-F238E27FC236}">
                      <a16:creationId xmlns:a16="http://schemas.microsoft.com/office/drawing/2014/main" id="{E9FA593E-A6D4-B90F-122A-F7423252AB43}"/>
                    </a:ext>
                  </a:extLst>
                </p:cNvPr>
                <p:cNvPicPr/>
                <p:nvPr/>
              </p:nvPicPr>
              <p:blipFill>
                <a:blip r:embed="rId175"/>
                <a:stretch>
                  <a:fillRect/>
                </a:stretch>
              </p:blipFill>
              <p:spPr>
                <a:xfrm>
                  <a:off x="1588080" y="1194720"/>
                  <a:ext cx="164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3" name="Ink 92">
                  <a:extLst>
                    <a:ext uri="{FF2B5EF4-FFF2-40B4-BE49-F238E27FC236}">
                      <a16:creationId xmlns:a16="http://schemas.microsoft.com/office/drawing/2014/main" id="{CC7FA6D9-2704-2085-B475-7FEDC661F7A2}"/>
                    </a:ext>
                  </a:extLst>
                </p14:cNvPr>
                <p14:cNvContentPartPr/>
                <p14:nvPr/>
              </p14:nvContentPartPr>
              <p14:xfrm>
                <a:off x="1904160" y="999600"/>
                <a:ext cx="56520" cy="273960"/>
              </p14:xfrm>
            </p:contentPart>
          </mc:Choice>
          <mc:Fallback xmlns="">
            <p:pic>
              <p:nvPicPr>
                <p:cNvPr id="93" name="Ink 92">
                  <a:extLst>
                    <a:ext uri="{FF2B5EF4-FFF2-40B4-BE49-F238E27FC236}">
                      <a16:creationId xmlns:a16="http://schemas.microsoft.com/office/drawing/2014/main" id="{CC7FA6D9-2704-2085-B475-7FEDC661F7A2}"/>
                    </a:ext>
                  </a:extLst>
                </p:cNvPr>
                <p:cNvPicPr/>
                <p:nvPr/>
              </p:nvPicPr>
              <p:blipFill>
                <a:blip r:embed="rId177"/>
                <a:stretch>
                  <a:fillRect/>
                </a:stretch>
              </p:blipFill>
              <p:spPr>
                <a:xfrm>
                  <a:off x="1899840" y="995280"/>
                  <a:ext cx="65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4" name="Ink 93">
                  <a:extLst>
                    <a:ext uri="{FF2B5EF4-FFF2-40B4-BE49-F238E27FC236}">
                      <a16:creationId xmlns:a16="http://schemas.microsoft.com/office/drawing/2014/main" id="{76DB03CF-6899-6121-7C5E-F00EBD8DA8A6}"/>
                    </a:ext>
                  </a:extLst>
                </p14:cNvPr>
                <p14:cNvContentPartPr/>
                <p14:nvPr/>
              </p14:nvContentPartPr>
              <p14:xfrm>
                <a:off x="1862040" y="1144320"/>
                <a:ext cx="144720" cy="15840"/>
              </p14:xfrm>
            </p:contentPart>
          </mc:Choice>
          <mc:Fallback xmlns="">
            <p:pic>
              <p:nvPicPr>
                <p:cNvPr id="94" name="Ink 93">
                  <a:extLst>
                    <a:ext uri="{FF2B5EF4-FFF2-40B4-BE49-F238E27FC236}">
                      <a16:creationId xmlns:a16="http://schemas.microsoft.com/office/drawing/2014/main" id="{76DB03CF-6899-6121-7C5E-F00EBD8DA8A6}"/>
                    </a:ext>
                  </a:extLst>
                </p:cNvPr>
                <p:cNvPicPr/>
                <p:nvPr/>
              </p:nvPicPr>
              <p:blipFill>
                <a:blip r:embed="rId179"/>
                <a:stretch>
                  <a:fillRect/>
                </a:stretch>
              </p:blipFill>
              <p:spPr>
                <a:xfrm>
                  <a:off x="1857720" y="1140000"/>
                  <a:ext cx="153360" cy="24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0">
            <p14:nvContentPartPr>
              <p14:cNvPr id="95" name="Ink 94">
                <a:extLst>
                  <a:ext uri="{FF2B5EF4-FFF2-40B4-BE49-F238E27FC236}">
                    <a16:creationId xmlns:a16="http://schemas.microsoft.com/office/drawing/2014/main" id="{CE77B0B1-2D31-F266-76B7-76490FDA9C6D}"/>
                  </a:ext>
                </a:extLst>
              </p14:cNvPr>
              <p14:cNvContentPartPr/>
              <p14:nvPr/>
            </p14:nvContentPartPr>
            <p14:xfrm>
              <a:off x="2185320" y="1240440"/>
              <a:ext cx="133920" cy="240480"/>
            </p14:xfrm>
          </p:contentPart>
        </mc:Choice>
        <mc:Fallback xmlns="">
          <p:pic>
            <p:nvPicPr>
              <p:cNvPr id="95" name="Ink 94">
                <a:extLst>
                  <a:ext uri="{FF2B5EF4-FFF2-40B4-BE49-F238E27FC236}">
                    <a16:creationId xmlns:a16="http://schemas.microsoft.com/office/drawing/2014/main" id="{CE77B0B1-2D31-F266-76B7-76490FDA9C6D}"/>
                  </a:ext>
                </a:extLst>
              </p:cNvPr>
              <p:cNvPicPr/>
              <p:nvPr/>
            </p:nvPicPr>
            <p:blipFill>
              <a:blip r:embed="rId181"/>
              <a:stretch>
                <a:fillRect/>
              </a:stretch>
            </p:blipFill>
            <p:spPr>
              <a:xfrm>
                <a:off x="2181000" y="1236120"/>
                <a:ext cx="142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6" name="Ink 95">
                <a:extLst>
                  <a:ext uri="{FF2B5EF4-FFF2-40B4-BE49-F238E27FC236}">
                    <a16:creationId xmlns:a16="http://schemas.microsoft.com/office/drawing/2014/main" id="{DDD2AE27-3E26-7660-3616-03E6077FA1D9}"/>
                  </a:ext>
                </a:extLst>
              </p14:cNvPr>
              <p14:cNvContentPartPr/>
              <p14:nvPr/>
            </p14:nvContentPartPr>
            <p14:xfrm>
              <a:off x="2402760" y="1011840"/>
              <a:ext cx="10080" cy="88560"/>
            </p14:xfrm>
          </p:contentPart>
        </mc:Choice>
        <mc:Fallback xmlns="">
          <p:pic>
            <p:nvPicPr>
              <p:cNvPr id="96" name="Ink 95">
                <a:extLst>
                  <a:ext uri="{FF2B5EF4-FFF2-40B4-BE49-F238E27FC236}">
                    <a16:creationId xmlns:a16="http://schemas.microsoft.com/office/drawing/2014/main" id="{DDD2AE27-3E26-7660-3616-03E6077FA1D9}"/>
                  </a:ext>
                </a:extLst>
              </p:cNvPr>
              <p:cNvPicPr/>
              <p:nvPr/>
            </p:nvPicPr>
            <p:blipFill>
              <a:blip r:embed="rId183"/>
              <a:stretch>
                <a:fillRect/>
              </a:stretch>
            </p:blipFill>
            <p:spPr>
              <a:xfrm>
                <a:off x="2398440" y="1007520"/>
                <a:ext cx="18720" cy="97200"/>
              </a:xfrm>
              <a:prstGeom prst="rect">
                <a:avLst/>
              </a:prstGeom>
            </p:spPr>
          </p:pic>
        </mc:Fallback>
      </mc:AlternateContent>
      <p:grpSp>
        <p:nvGrpSpPr>
          <p:cNvPr id="99" name="Group 98">
            <a:extLst>
              <a:ext uri="{FF2B5EF4-FFF2-40B4-BE49-F238E27FC236}">
                <a16:creationId xmlns:a16="http://schemas.microsoft.com/office/drawing/2014/main" id="{C3B87764-EB98-EFD7-BE06-97744C8F3E72}"/>
              </a:ext>
            </a:extLst>
          </p:cNvPr>
          <p:cNvGrpSpPr/>
          <p:nvPr/>
        </p:nvGrpSpPr>
        <p:grpSpPr>
          <a:xfrm>
            <a:off x="2599320" y="1144320"/>
            <a:ext cx="164880" cy="131040"/>
            <a:chOff x="2599320" y="1144320"/>
            <a:chExt cx="164880" cy="131040"/>
          </a:xfrm>
        </p:grpSpPr>
        <mc:AlternateContent xmlns:mc="http://schemas.openxmlformats.org/markup-compatibility/2006" xmlns:p14="http://schemas.microsoft.com/office/powerpoint/2010/main">
          <mc:Choice Requires="p14">
            <p:contentPart p14:bwMode="auto" r:id="rId184">
              <p14:nvContentPartPr>
                <p14:cNvPr id="97" name="Ink 96">
                  <a:extLst>
                    <a:ext uri="{FF2B5EF4-FFF2-40B4-BE49-F238E27FC236}">
                      <a16:creationId xmlns:a16="http://schemas.microsoft.com/office/drawing/2014/main" id="{B39E9A9E-574D-275E-756A-6BF024B9120B}"/>
                    </a:ext>
                  </a:extLst>
                </p14:cNvPr>
                <p14:cNvContentPartPr/>
                <p14:nvPr/>
              </p14:nvContentPartPr>
              <p14:xfrm>
                <a:off x="2599680" y="1144320"/>
                <a:ext cx="164520" cy="58320"/>
              </p14:xfrm>
            </p:contentPart>
          </mc:Choice>
          <mc:Fallback xmlns="">
            <p:pic>
              <p:nvPicPr>
                <p:cNvPr id="97" name="Ink 96">
                  <a:extLst>
                    <a:ext uri="{FF2B5EF4-FFF2-40B4-BE49-F238E27FC236}">
                      <a16:creationId xmlns:a16="http://schemas.microsoft.com/office/drawing/2014/main" id="{B39E9A9E-574D-275E-756A-6BF024B9120B}"/>
                    </a:ext>
                  </a:extLst>
                </p:cNvPr>
                <p:cNvPicPr/>
                <p:nvPr/>
              </p:nvPicPr>
              <p:blipFill>
                <a:blip r:embed="rId185"/>
                <a:stretch>
                  <a:fillRect/>
                </a:stretch>
              </p:blipFill>
              <p:spPr>
                <a:xfrm>
                  <a:off x="2595360" y="1140000"/>
                  <a:ext cx="173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8" name="Ink 97">
                  <a:extLst>
                    <a:ext uri="{FF2B5EF4-FFF2-40B4-BE49-F238E27FC236}">
                      <a16:creationId xmlns:a16="http://schemas.microsoft.com/office/drawing/2014/main" id="{0571C16D-808E-1C00-FCF3-2585AEF7F5F3}"/>
                    </a:ext>
                  </a:extLst>
                </p14:cNvPr>
                <p14:cNvContentPartPr/>
                <p14:nvPr/>
              </p14:nvContentPartPr>
              <p14:xfrm>
                <a:off x="2599320" y="1202280"/>
                <a:ext cx="160200" cy="73080"/>
              </p14:xfrm>
            </p:contentPart>
          </mc:Choice>
          <mc:Fallback xmlns="">
            <p:pic>
              <p:nvPicPr>
                <p:cNvPr id="98" name="Ink 97">
                  <a:extLst>
                    <a:ext uri="{FF2B5EF4-FFF2-40B4-BE49-F238E27FC236}">
                      <a16:creationId xmlns:a16="http://schemas.microsoft.com/office/drawing/2014/main" id="{0571C16D-808E-1C00-FCF3-2585AEF7F5F3}"/>
                    </a:ext>
                  </a:extLst>
                </p:cNvPr>
                <p:cNvPicPr/>
                <p:nvPr/>
              </p:nvPicPr>
              <p:blipFill>
                <a:blip r:embed="rId187"/>
                <a:stretch>
                  <a:fillRect/>
                </a:stretch>
              </p:blipFill>
              <p:spPr>
                <a:xfrm>
                  <a:off x="2595000" y="1197960"/>
                  <a:ext cx="168840" cy="81720"/>
                </a:xfrm>
                <a:prstGeom prst="rect">
                  <a:avLst/>
                </a:prstGeom>
              </p:spPr>
            </p:pic>
          </mc:Fallback>
        </mc:AlternateContent>
      </p:grpSp>
      <p:grpSp>
        <p:nvGrpSpPr>
          <p:cNvPr id="123" name="Group 122">
            <a:extLst>
              <a:ext uri="{FF2B5EF4-FFF2-40B4-BE49-F238E27FC236}">
                <a16:creationId xmlns:a16="http://schemas.microsoft.com/office/drawing/2014/main" id="{FA4EADF4-5AB3-389C-DD9B-844E5C62E889}"/>
              </a:ext>
            </a:extLst>
          </p:cNvPr>
          <p:cNvGrpSpPr/>
          <p:nvPr/>
        </p:nvGrpSpPr>
        <p:grpSpPr>
          <a:xfrm>
            <a:off x="2930880" y="994200"/>
            <a:ext cx="354240" cy="463680"/>
            <a:chOff x="2930880" y="994200"/>
            <a:chExt cx="354240" cy="463680"/>
          </a:xfrm>
        </p:grpSpPr>
        <mc:AlternateContent xmlns:mc="http://schemas.openxmlformats.org/markup-compatibility/2006" xmlns:p14="http://schemas.microsoft.com/office/powerpoint/2010/main">
          <mc:Choice Requires="p14">
            <p:contentPart p14:bwMode="auto" r:id="rId188">
              <p14:nvContentPartPr>
                <p14:cNvPr id="101" name="Ink 100">
                  <a:extLst>
                    <a:ext uri="{FF2B5EF4-FFF2-40B4-BE49-F238E27FC236}">
                      <a16:creationId xmlns:a16="http://schemas.microsoft.com/office/drawing/2014/main" id="{A8CFBEDF-48E4-CB06-17CD-DC6F18AB8D9F}"/>
                    </a:ext>
                  </a:extLst>
                </p14:cNvPr>
                <p14:cNvContentPartPr/>
                <p14:nvPr/>
              </p14:nvContentPartPr>
              <p14:xfrm>
                <a:off x="2930880" y="994200"/>
                <a:ext cx="153720" cy="260280"/>
              </p14:xfrm>
            </p:contentPart>
          </mc:Choice>
          <mc:Fallback xmlns="">
            <p:pic>
              <p:nvPicPr>
                <p:cNvPr id="101" name="Ink 100">
                  <a:extLst>
                    <a:ext uri="{FF2B5EF4-FFF2-40B4-BE49-F238E27FC236}">
                      <a16:creationId xmlns:a16="http://schemas.microsoft.com/office/drawing/2014/main" id="{A8CFBEDF-48E4-CB06-17CD-DC6F18AB8D9F}"/>
                    </a:ext>
                  </a:extLst>
                </p:cNvPr>
                <p:cNvPicPr/>
                <p:nvPr/>
              </p:nvPicPr>
              <p:blipFill>
                <a:blip r:embed="rId189"/>
                <a:stretch>
                  <a:fillRect/>
                </a:stretch>
              </p:blipFill>
              <p:spPr>
                <a:xfrm>
                  <a:off x="2926560" y="989880"/>
                  <a:ext cx="1623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2" name="Ink 101">
                  <a:extLst>
                    <a:ext uri="{FF2B5EF4-FFF2-40B4-BE49-F238E27FC236}">
                      <a16:creationId xmlns:a16="http://schemas.microsoft.com/office/drawing/2014/main" id="{4E6611CD-7145-0868-D4E7-ED32781A3F36}"/>
                    </a:ext>
                  </a:extLst>
                </p14:cNvPr>
                <p14:cNvContentPartPr/>
                <p14:nvPr/>
              </p14:nvContentPartPr>
              <p14:xfrm>
                <a:off x="3248040" y="1161600"/>
                <a:ext cx="21600" cy="46440"/>
              </p14:xfrm>
            </p:contentPart>
          </mc:Choice>
          <mc:Fallback xmlns="">
            <p:pic>
              <p:nvPicPr>
                <p:cNvPr id="102" name="Ink 101">
                  <a:extLst>
                    <a:ext uri="{FF2B5EF4-FFF2-40B4-BE49-F238E27FC236}">
                      <a16:creationId xmlns:a16="http://schemas.microsoft.com/office/drawing/2014/main" id="{4E6611CD-7145-0868-D4E7-ED32781A3F36}"/>
                    </a:ext>
                  </a:extLst>
                </p:cNvPr>
                <p:cNvPicPr/>
                <p:nvPr/>
              </p:nvPicPr>
              <p:blipFill>
                <a:blip r:embed="rId191"/>
                <a:stretch>
                  <a:fillRect/>
                </a:stretch>
              </p:blipFill>
              <p:spPr>
                <a:xfrm>
                  <a:off x="3243720" y="1157280"/>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3" name="Ink 102">
                  <a:extLst>
                    <a:ext uri="{FF2B5EF4-FFF2-40B4-BE49-F238E27FC236}">
                      <a16:creationId xmlns:a16="http://schemas.microsoft.com/office/drawing/2014/main" id="{49A95534-7070-8A7E-7F50-484B447D6D3A}"/>
                    </a:ext>
                  </a:extLst>
                </p14:cNvPr>
                <p14:cNvContentPartPr/>
                <p14:nvPr/>
              </p14:nvContentPartPr>
              <p14:xfrm>
                <a:off x="3103680" y="1164840"/>
                <a:ext cx="181440" cy="293040"/>
              </p14:xfrm>
            </p:contentPart>
          </mc:Choice>
          <mc:Fallback xmlns="">
            <p:pic>
              <p:nvPicPr>
                <p:cNvPr id="103" name="Ink 102">
                  <a:extLst>
                    <a:ext uri="{FF2B5EF4-FFF2-40B4-BE49-F238E27FC236}">
                      <a16:creationId xmlns:a16="http://schemas.microsoft.com/office/drawing/2014/main" id="{49A95534-7070-8A7E-7F50-484B447D6D3A}"/>
                    </a:ext>
                  </a:extLst>
                </p:cNvPr>
                <p:cNvPicPr/>
                <p:nvPr/>
              </p:nvPicPr>
              <p:blipFill>
                <a:blip r:embed="rId193"/>
                <a:stretch>
                  <a:fillRect/>
                </a:stretch>
              </p:blipFill>
              <p:spPr>
                <a:xfrm>
                  <a:off x="3099360" y="1160520"/>
                  <a:ext cx="190080" cy="301680"/>
                </a:xfrm>
                <a:prstGeom prst="rect">
                  <a:avLst/>
                </a:prstGeom>
              </p:spPr>
            </p:pic>
          </mc:Fallback>
        </mc:AlternateContent>
      </p:grpSp>
      <p:grpSp>
        <p:nvGrpSpPr>
          <p:cNvPr id="122" name="Group 121">
            <a:extLst>
              <a:ext uri="{FF2B5EF4-FFF2-40B4-BE49-F238E27FC236}">
                <a16:creationId xmlns:a16="http://schemas.microsoft.com/office/drawing/2014/main" id="{257AB5DF-325C-3A4B-33E4-5CF38FB1F7BC}"/>
              </a:ext>
            </a:extLst>
          </p:cNvPr>
          <p:cNvGrpSpPr/>
          <p:nvPr/>
        </p:nvGrpSpPr>
        <p:grpSpPr>
          <a:xfrm>
            <a:off x="3527040" y="967560"/>
            <a:ext cx="121680" cy="427680"/>
            <a:chOff x="3527040" y="967560"/>
            <a:chExt cx="121680" cy="427680"/>
          </a:xfrm>
        </p:grpSpPr>
        <mc:AlternateContent xmlns:mc="http://schemas.openxmlformats.org/markup-compatibility/2006" xmlns:p14="http://schemas.microsoft.com/office/powerpoint/2010/main">
          <mc:Choice Requires="p14">
            <p:contentPart p14:bwMode="auto" r:id="rId194">
              <p14:nvContentPartPr>
                <p14:cNvPr id="104" name="Ink 103">
                  <a:extLst>
                    <a:ext uri="{FF2B5EF4-FFF2-40B4-BE49-F238E27FC236}">
                      <a16:creationId xmlns:a16="http://schemas.microsoft.com/office/drawing/2014/main" id="{1AF42F41-B135-1863-02D5-D8443E1DB4E2}"/>
                    </a:ext>
                  </a:extLst>
                </p14:cNvPr>
                <p14:cNvContentPartPr/>
                <p14:nvPr/>
              </p14:nvContentPartPr>
              <p14:xfrm>
                <a:off x="3527040" y="1101480"/>
                <a:ext cx="118080" cy="293760"/>
              </p14:xfrm>
            </p:contentPart>
          </mc:Choice>
          <mc:Fallback xmlns="">
            <p:pic>
              <p:nvPicPr>
                <p:cNvPr id="104" name="Ink 103">
                  <a:extLst>
                    <a:ext uri="{FF2B5EF4-FFF2-40B4-BE49-F238E27FC236}">
                      <a16:creationId xmlns:a16="http://schemas.microsoft.com/office/drawing/2014/main" id="{1AF42F41-B135-1863-02D5-D8443E1DB4E2}"/>
                    </a:ext>
                  </a:extLst>
                </p:cNvPr>
                <p:cNvPicPr/>
                <p:nvPr/>
              </p:nvPicPr>
              <p:blipFill>
                <a:blip r:embed="rId195"/>
                <a:stretch>
                  <a:fillRect/>
                </a:stretch>
              </p:blipFill>
              <p:spPr>
                <a:xfrm>
                  <a:off x="3522720" y="1097160"/>
                  <a:ext cx="1267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5" name="Ink 104">
                  <a:extLst>
                    <a:ext uri="{FF2B5EF4-FFF2-40B4-BE49-F238E27FC236}">
                      <a16:creationId xmlns:a16="http://schemas.microsoft.com/office/drawing/2014/main" id="{5CB50292-613B-3FBF-2AE2-58CC245F353C}"/>
                    </a:ext>
                  </a:extLst>
                </p14:cNvPr>
                <p14:cNvContentPartPr/>
                <p14:nvPr/>
              </p14:nvContentPartPr>
              <p14:xfrm>
                <a:off x="3621360" y="967560"/>
                <a:ext cx="27360" cy="30600"/>
              </p14:xfrm>
            </p:contentPart>
          </mc:Choice>
          <mc:Fallback xmlns="">
            <p:pic>
              <p:nvPicPr>
                <p:cNvPr id="105" name="Ink 104">
                  <a:extLst>
                    <a:ext uri="{FF2B5EF4-FFF2-40B4-BE49-F238E27FC236}">
                      <a16:creationId xmlns:a16="http://schemas.microsoft.com/office/drawing/2014/main" id="{5CB50292-613B-3FBF-2AE2-58CC245F353C}"/>
                    </a:ext>
                  </a:extLst>
                </p:cNvPr>
                <p:cNvPicPr/>
                <p:nvPr/>
              </p:nvPicPr>
              <p:blipFill>
                <a:blip r:embed="rId197"/>
                <a:stretch>
                  <a:fillRect/>
                </a:stretch>
              </p:blipFill>
              <p:spPr>
                <a:xfrm>
                  <a:off x="3617040" y="963240"/>
                  <a:ext cx="36000" cy="39240"/>
                </a:xfrm>
                <a:prstGeom prst="rect">
                  <a:avLst/>
                </a:prstGeom>
              </p:spPr>
            </p:pic>
          </mc:Fallback>
        </mc:AlternateContent>
      </p:grpSp>
      <p:grpSp>
        <p:nvGrpSpPr>
          <p:cNvPr id="121" name="Group 120">
            <a:extLst>
              <a:ext uri="{FF2B5EF4-FFF2-40B4-BE49-F238E27FC236}">
                <a16:creationId xmlns:a16="http://schemas.microsoft.com/office/drawing/2014/main" id="{013BE1B3-4988-7274-00C8-73609DCE5B96}"/>
              </a:ext>
            </a:extLst>
          </p:cNvPr>
          <p:cNvGrpSpPr/>
          <p:nvPr/>
        </p:nvGrpSpPr>
        <p:grpSpPr>
          <a:xfrm>
            <a:off x="3815400" y="950280"/>
            <a:ext cx="666720" cy="230760"/>
            <a:chOff x="3815400" y="950280"/>
            <a:chExt cx="666720" cy="230760"/>
          </a:xfrm>
        </p:grpSpPr>
        <mc:AlternateContent xmlns:mc="http://schemas.openxmlformats.org/markup-compatibility/2006" xmlns:p14="http://schemas.microsoft.com/office/powerpoint/2010/main">
          <mc:Choice Requires="p14">
            <p:contentPart p14:bwMode="auto" r:id="rId198">
              <p14:nvContentPartPr>
                <p14:cNvPr id="106" name="Ink 105">
                  <a:extLst>
                    <a:ext uri="{FF2B5EF4-FFF2-40B4-BE49-F238E27FC236}">
                      <a16:creationId xmlns:a16="http://schemas.microsoft.com/office/drawing/2014/main" id="{8F3D1650-1AC6-8B94-3511-9A6C0C52EB28}"/>
                    </a:ext>
                  </a:extLst>
                </p14:cNvPr>
                <p14:cNvContentPartPr/>
                <p14:nvPr/>
              </p14:nvContentPartPr>
              <p14:xfrm>
                <a:off x="3815400" y="950280"/>
                <a:ext cx="275760" cy="230760"/>
              </p14:xfrm>
            </p:contentPart>
          </mc:Choice>
          <mc:Fallback xmlns="">
            <p:pic>
              <p:nvPicPr>
                <p:cNvPr id="106" name="Ink 105">
                  <a:extLst>
                    <a:ext uri="{FF2B5EF4-FFF2-40B4-BE49-F238E27FC236}">
                      <a16:creationId xmlns:a16="http://schemas.microsoft.com/office/drawing/2014/main" id="{8F3D1650-1AC6-8B94-3511-9A6C0C52EB28}"/>
                    </a:ext>
                  </a:extLst>
                </p:cNvPr>
                <p:cNvPicPr/>
                <p:nvPr/>
              </p:nvPicPr>
              <p:blipFill>
                <a:blip r:embed="rId199"/>
                <a:stretch>
                  <a:fillRect/>
                </a:stretch>
              </p:blipFill>
              <p:spPr>
                <a:xfrm>
                  <a:off x="3811080" y="945960"/>
                  <a:ext cx="2844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7" name="Ink 106">
                  <a:extLst>
                    <a:ext uri="{FF2B5EF4-FFF2-40B4-BE49-F238E27FC236}">
                      <a16:creationId xmlns:a16="http://schemas.microsoft.com/office/drawing/2014/main" id="{0B150AFB-C7B3-C116-FD0D-9EC33AFAA924}"/>
                    </a:ext>
                  </a:extLst>
                </p14:cNvPr>
                <p14:cNvContentPartPr/>
                <p14:nvPr/>
              </p14:nvContentPartPr>
              <p14:xfrm>
                <a:off x="4239120" y="961440"/>
                <a:ext cx="243000" cy="145080"/>
              </p14:xfrm>
            </p:contentPart>
          </mc:Choice>
          <mc:Fallback xmlns="">
            <p:pic>
              <p:nvPicPr>
                <p:cNvPr id="107" name="Ink 106">
                  <a:extLst>
                    <a:ext uri="{FF2B5EF4-FFF2-40B4-BE49-F238E27FC236}">
                      <a16:creationId xmlns:a16="http://schemas.microsoft.com/office/drawing/2014/main" id="{0B150AFB-C7B3-C116-FD0D-9EC33AFAA924}"/>
                    </a:ext>
                  </a:extLst>
                </p:cNvPr>
                <p:cNvPicPr/>
                <p:nvPr/>
              </p:nvPicPr>
              <p:blipFill>
                <a:blip r:embed="rId201"/>
                <a:stretch>
                  <a:fillRect/>
                </a:stretch>
              </p:blipFill>
              <p:spPr>
                <a:xfrm>
                  <a:off x="4234800" y="957120"/>
                  <a:ext cx="251640" cy="153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2">
            <p14:nvContentPartPr>
              <p14:cNvPr id="108" name="Ink 107">
                <a:extLst>
                  <a:ext uri="{FF2B5EF4-FFF2-40B4-BE49-F238E27FC236}">
                    <a16:creationId xmlns:a16="http://schemas.microsoft.com/office/drawing/2014/main" id="{BD7CD7A8-0EB3-B4BB-9D66-2FB5F707BFA0}"/>
                  </a:ext>
                </a:extLst>
              </p14:cNvPr>
              <p14:cNvContentPartPr/>
              <p14:nvPr/>
            </p14:nvContentPartPr>
            <p14:xfrm>
              <a:off x="4707120" y="1030560"/>
              <a:ext cx="100440" cy="9720"/>
            </p14:xfrm>
          </p:contentPart>
        </mc:Choice>
        <mc:Fallback xmlns="">
          <p:pic>
            <p:nvPicPr>
              <p:cNvPr id="108" name="Ink 107">
                <a:extLst>
                  <a:ext uri="{FF2B5EF4-FFF2-40B4-BE49-F238E27FC236}">
                    <a16:creationId xmlns:a16="http://schemas.microsoft.com/office/drawing/2014/main" id="{BD7CD7A8-0EB3-B4BB-9D66-2FB5F707BFA0}"/>
                  </a:ext>
                </a:extLst>
              </p:cNvPr>
              <p:cNvPicPr/>
              <p:nvPr/>
            </p:nvPicPr>
            <p:blipFill>
              <a:blip r:embed="rId203"/>
              <a:stretch>
                <a:fillRect/>
              </a:stretch>
            </p:blipFill>
            <p:spPr>
              <a:xfrm>
                <a:off x="4702800" y="1026240"/>
                <a:ext cx="109080" cy="18360"/>
              </a:xfrm>
              <a:prstGeom prst="rect">
                <a:avLst/>
              </a:prstGeom>
            </p:spPr>
          </p:pic>
        </mc:Fallback>
      </mc:AlternateContent>
      <p:grpSp>
        <p:nvGrpSpPr>
          <p:cNvPr id="120" name="Group 119">
            <a:extLst>
              <a:ext uri="{FF2B5EF4-FFF2-40B4-BE49-F238E27FC236}">
                <a16:creationId xmlns:a16="http://schemas.microsoft.com/office/drawing/2014/main" id="{4EE28ACF-14CB-4B52-66BB-A5CE79796A47}"/>
              </a:ext>
            </a:extLst>
          </p:cNvPr>
          <p:cNvGrpSpPr/>
          <p:nvPr/>
        </p:nvGrpSpPr>
        <p:grpSpPr>
          <a:xfrm>
            <a:off x="5003400" y="946680"/>
            <a:ext cx="204480" cy="360000"/>
            <a:chOff x="5003400" y="946680"/>
            <a:chExt cx="204480" cy="360000"/>
          </a:xfrm>
        </p:grpSpPr>
        <mc:AlternateContent xmlns:mc="http://schemas.openxmlformats.org/markup-compatibility/2006" xmlns:p14="http://schemas.microsoft.com/office/powerpoint/2010/main">
          <mc:Choice Requires="p14">
            <p:contentPart p14:bwMode="auto" r:id="rId204">
              <p14:nvContentPartPr>
                <p14:cNvPr id="109" name="Ink 108">
                  <a:extLst>
                    <a:ext uri="{FF2B5EF4-FFF2-40B4-BE49-F238E27FC236}">
                      <a16:creationId xmlns:a16="http://schemas.microsoft.com/office/drawing/2014/main" id="{E7D8B9CD-7505-FCE4-BE9D-6D9C1F15922E}"/>
                    </a:ext>
                  </a:extLst>
                </p14:cNvPr>
                <p14:cNvContentPartPr/>
                <p14:nvPr/>
              </p14:nvContentPartPr>
              <p14:xfrm>
                <a:off x="5003400" y="946680"/>
                <a:ext cx="13680" cy="190080"/>
              </p14:xfrm>
            </p:contentPart>
          </mc:Choice>
          <mc:Fallback xmlns="">
            <p:pic>
              <p:nvPicPr>
                <p:cNvPr id="109" name="Ink 108">
                  <a:extLst>
                    <a:ext uri="{FF2B5EF4-FFF2-40B4-BE49-F238E27FC236}">
                      <a16:creationId xmlns:a16="http://schemas.microsoft.com/office/drawing/2014/main" id="{E7D8B9CD-7505-FCE4-BE9D-6D9C1F15922E}"/>
                    </a:ext>
                  </a:extLst>
                </p:cNvPr>
                <p:cNvPicPr/>
                <p:nvPr/>
              </p:nvPicPr>
              <p:blipFill>
                <a:blip r:embed="rId205"/>
                <a:stretch>
                  <a:fillRect/>
                </a:stretch>
              </p:blipFill>
              <p:spPr>
                <a:xfrm>
                  <a:off x="4999080" y="942360"/>
                  <a:ext cx="22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0" name="Ink 109">
                  <a:extLst>
                    <a:ext uri="{FF2B5EF4-FFF2-40B4-BE49-F238E27FC236}">
                      <a16:creationId xmlns:a16="http://schemas.microsoft.com/office/drawing/2014/main" id="{E4AF4479-98DD-2D81-25BD-E57DC0745FEA}"/>
                    </a:ext>
                  </a:extLst>
                </p14:cNvPr>
                <p14:cNvContentPartPr/>
                <p14:nvPr/>
              </p14:nvContentPartPr>
              <p14:xfrm>
                <a:off x="5163240" y="959640"/>
                <a:ext cx="17640" cy="36720"/>
              </p14:xfrm>
            </p:contentPart>
          </mc:Choice>
          <mc:Fallback xmlns="">
            <p:pic>
              <p:nvPicPr>
                <p:cNvPr id="110" name="Ink 109">
                  <a:extLst>
                    <a:ext uri="{FF2B5EF4-FFF2-40B4-BE49-F238E27FC236}">
                      <a16:creationId xmlns:a16="http://schemas.microsoft.com/office/drawing/2014/main" id="{E4AF4479-98DD-2D81-25BD-E57DC0745FEA}"/>
                    </a:ext>
                  </a:extLst>
                </p:cNvPr>
                <p:cNvPicPr/>
                <p:nvPr/>
              </p:nvPicPr>
              <p:blipFill>
                <a:blip r:embed="rId207"/>
                <a:stretch>
                  <a:fillRect/>
                </a:stretch>
              </p:blipFill>
              <p:spPr>
                <a:xfrm>
                  <a:off x="5158920" y="955320"/>
                  <a:ext cx="262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1" name="Ink 110">
                  <a:extLst>
                    <a:ext uri="{FF2B5EF4-FFF2-40B4-BE49-F238E27FC236}">
                      <a16:creationId xmlns:a16="http://schemas.microsoft.com/office/drawing/2014/main" id="{EAA93A88-0EE4-F6AA-8544-C7FF3BD4EDB2}"/>
                    </a:ext>
                  </a:extLst>
                </p14:cNvPr>
                <p14:cNvContentPartPr/>
                <p14:nvPr/>
              </p14:nvContentPartPr>
              <p14:xfrm>
                <a:off x="5072880" y="1120920"/>
                <a:ext cx="135000" cy="185760"/>
              </p14:xfrm>
            </p:contentPart>
          </mc:Choice>
          <mc:Fallback xmlns="">
            <p:pic>
              <p:nvPicPr>
                <p:cNvPr id="111" name="Ink 110">
                  <a:extLst>
                    <a:ext uri="{FF2B5EF4-FFF2-40B4-BE49-F238E27FC236}">
                      <a16:creationId xmlns:a16="http://schemas.microsoft.com/office/drawing/2014/main" id="{EAA93A88-0EE4-F6AA-8544-C7FF3BD4EDB2}"/>
                    </a:ext>
                  </a:extLst>
                </p:cNvPr>
                <p:cNvPicPr/>
                <p:nvPr/>
              </p:nvPicPr>
              <p:blipFill>
                <a:blip r:embed="rId209"/>
                <a:stretch>
                  <a:fillRect/>
                </a:stretch>
              </p:blipFill>
              <p:spPr>
                <a:xfrm>
                  <a:off x="5068560" y="1116600"/>
                  <a:ext cx="143640" cy="194400"/>
                </a:xfrm>
                <a:prstGeom prst="rect">
                  <a:avLst/>
                </a:prstGeom>
              </p:spPr>
            </p:pic>
          </mc:Fallback>
        </mc:AlternateContent>
      </p:grpSp>
      <p:grpSp>
        <p:nvGrpSpPr>
          <p:cNvPr id="119" name="Group 118">
            <a:extLst>
              <a:ext uri="{FF2B5EF4-FFF2-40B4-BE49-F238E27FC236}">
                <a16:creationId xmlns:a16="http://schemas.microsoft.com/office/drawing/2014/main" id="{47BE9F5A-4B59-CB71-2247-403142EBD78E}"/>
              </a:ext>
            </a:extLst>
          </p:cNvPr>
          <p:cNvGrpSpPr/>
          <p:nvPr/>
        </p:nvGrpSpPr>
        <p:grpSpPr>
          <a:xfrm>
            <a:off x="5526840" y="755160"/>
            <a:ext cx="1014480" cy="546840"/>
            <a:chOff x="5526840" y="755160"/>
            <a:chExt cx="1014480" cy="546840"/>
          </a:xfrm>
        </p:grpSpPr>
        <mc:AlternateContent xmlns:mc="http://schemas.openxmlformats.org/markup-compatibility/2006" xmlns:p14="http://schemas.microsoft.com/office/powerpoint/2010/main">
          <mc:Choice Requires="p14">
            <p:contentPart p14:bwMode="auto" r:id="rId210">
              <p14:nvContentPartPr>
                <p14:cNvPr id="112" name="Ink 111">
                  <a:extLst>
                    <a:ext uri="{FF2B5EF4-FFF2-40B4-BE49-F238E27FC236}">
                      <a16:creationId xmlns:a16="http://schemas.microsoft.com/office/drawing/2014/main" id="{8CDC06F7-4B53-4610-CEFE-914F2707E23C}"/>
                    </a:ext>
                  </a:extLst>
                </p14:cNvPr>
                <p14:cNvContentPartPr/>
                <p14:nvPr/>
              </p14:nvContentPartPr>
              <p14:xfrm>
                <a:off x="5526840" y="900240"/>
                <a:ext cx="156240" cy="225360"/>
              </p14:xfrm>
            </p:contentPart>
          </mc:Choice>
          <mc:Fallback xmlns="">
            <p:pic>
              <p:nvPicPr>
                <p:cNvPr id="112" name="Ink 111">
                  <a:extLst>
                    <a:ext uri="{FF2B5EF4-FFF2-40B4-BE49-F238E27FC236}">
                      <a16:creationId xmlns:a16="http://schemas.microsoft.com/office/drawing/2014/main" id="{8CDC06F7-4B53-4610-CEFE-914F2707E23C}"/>
                    </a:ext>
                  </a:extLst>
                </p:cNvPr>
                <p:cNvPicPr/>
                <p:nvPr/>
              </p:nvPicPr>
              <p:blipFill>
                <a:blip r:embed="rId211"/>
                <a:stretch>
                  <a:fillRect/>
                </a:stretch>
              </p:blipFill>
              <p:spPr>
                <a:xfrm>
                  <a:off x="5522520" y="895920"/>
                  <a:ext cx="1648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3" name="Ink 112">
                  <a:extLst>
                    <a:ext uri="{FF2B5EF4-FFF2-40B4-BE49-F238E27FC236}">
                      <a16:creationId xmlns:a16="http://schemas.microsoft.com/office/drawing/2014/main" id="{C56A58BB-FA0B-8E6D-A0B5-AA88CD08AF86}"/>
                    </a:ext>
                  </a:extLst>
                </p14:cNvPr>
                <p14:cNvContentPartPr/>
                <p14:nvPr/>
              </p14:nvContentPartPr>
              <p14:xfrm>
                <a:off x="5530800" y="782160"/>
                <a:ext cx="33120" cy="56520"/>
              </p14:xfrm>
            </p:contentPart>
          </mc:Choice>
          <mc:Fallback xmlns="">
            <p:pic>
              <p:nvPicPr>
                <p:cNvPr id="113" name="Ink 112">
                  <a:extLst>
                    <a:ext uri="{FF2B5EF4-FFF2-40B4-BE49-F238E27FC236}">
                      <a16:creationId xmlns:a16="http://schemas.microsoft.com/office/drawing/2014/main" id="{C56A58BB-FA0B-8E6D-A0B5-AA88CD08AF86}"/>
                    </a:ext>
                  </a:extLst>
                </p:cNvPr>
                <p:cNvPicPr/>
                <p:nvPr/>
              </p:nvPicPr>
              <p:blipFill>
                <a:blip r:embed="rId213"/>
                <a:stretch>
                  <a:fillRect/>
                </a:stretch>
              </p:blipFill>
              <p:spPr>
                <a:xfrm>
                  <a:off x="5526480" y="777840"/>
                  <a:ext cx="41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14" name="Ink 113">
                  <a:extLst>
                    <a:ext uri="{FF2B5EF4-FFF2-40B4-BE49-F238E27FC236}">
                      <a16:creationId xmlns:a16="http://schemas.microsoft.com/office/drawing/2014/main" id="{EB0E4919-423C-B6CB-C0A5-576415717102}"/>
                    </a:ext>
                  </a:extLst>
                </p14:cNvPr>
                <p14:cNvContentPartPr/>
                <p14:nvPr/>
              </p14:nvContentPartPr>
              <p14:xfrm>
                <a:off x="5873520" y="871080"/>
                <a:ext cx="18000" cy="200520"/>
              </p14:xfrm>
            </p:contentPart>
          </mc:Choice>
          <mc:Fallback xmlns="">
            <p:pic>
              <p:nvPicPr>
                <p:cNvPr id="114" name="Ink 113">
                  <a:extLst>
                    <a:ext uri="{FF2B5EF4-FFF2-40B4-BE49-F238E27FC236}">
                      <a16:creationId xmlns:a16="http://schemas.microsoft.com/office/drawing/2014/main" id="{EB0E4919-423C-B6CB-C0A5-576415717102}"/>
                    </a:ext>
                  </a:extLst>
                </p:cNvPr>
                <p:cNvPicPr/>
                <p:nvPr/>
              </p:nvPicPr>
              <p:blipFill>
                <a:blip r:embed="rId215"/>
                <a:stretch>
                  <a:fillRect/>
                </a:stretch>
              </p:blipFill>
              <p:spPr>
                <a:xfrm>
                  <a:off x="5869200" y="866760"/>
                  <a:ext cx="26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5" name="Ink 114">
                  <a:extLst>
                    <a:ext uri="{FF2B5EF4-FFF2-40B4-BE49-F238E27FC236}">
                      <a16:creationId xmlns:a16="http://schemas.microsoft.com/office/drawing/2014/main" id="{DB484037-DDA4-22BC-4A62-9085A7314087}"/>
                    </a:ext>
                  </a:extLst>
                </p14:cNvPr>
                <p14:cNvContentPartPr/>
                <p14:nvPr/>
              </p14:nvContentPartPr>
              <p14:xfrm>
                <a:off x="5821680" y="959640"/>
                <a:ext cx="106200" cy="30600"/>
              </p14:xfrm>
            </p:contentPart>
          </mc:Choice>
          <mc:Fallback xmlns="">
            <p:pic>
              <p:nvPicPr>
                <p:cNvPr id="115" name="Ink 114">
                  <a:extLst>
                    <a:ext uri="{FF2B5EF4-FFF2-40B4-BE49-F238E27FC236}">
                      <a16:creationId xmlns:a16="http://schemas.microsoft.com/office/drawing/2014/main" id="{DB484037-DDA4-22BC-4A62-9085A7314087}"/>
                    </a:ext>
                  </a:extLst>
                </p:cNvPr>
                <p:cNvPicPr/>
                <p:nvPr/>
              </p:nvPicPr>
              <p:blipFill>
                <a:blip r:embed="rId217"/>
                <a:stretch>
                  <a:fillRect/>
                </a:stretch>
              </p:blipFill>
              <p:spPr>
                <a:xfrm>
                  <a:off x="5817360" y="955320"/>
                  <a:ext cx="114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6" name="Ink 115">
                  <a:extLst>
                    <a:ext uri="{FF2B5EF4-FFF2-40B4-BE49-F238E27FC236}">
                      <a16:creationId xmlns:a16="http://schemas.microsoft.com/office/drawing/2014/main" id="{19A11662-7978-30FB-8E73-464AA467C80B}"/>
                    </a:ext>
                  </a:extLst>
                </p14:cNvPr>
                <p14:cNvContentPartPr/>
                <p14:nvPr/>
              </p14:nvContentPartPr>
              <p14:xfrm>
                <a:off x="6089160" y="857400"/>
                <a:ext cx="21600" cy="148320"/>
              </p14:xfrm>
            </p:contentPart>
          </mc:Choice>
          <mc:Fallback xmlns="">
            <p:pic>
              <p:nvPicPr>
                <p:cNvPr id="116" name="Ink 115">
                  <a:extLst>
                    <a:ext uri="{FF2B5EF4-FFF2-40B4-BE49-F238E27FC236}">
                      <a16:creationId xmlns:a16="http://schemas.microsoft.com/office/drawing/2014/main" id="{19A11662-7978-30FB-8E73-464AA467C80B}"/>
                    </a:ext>
                  </a:extLst>
                </p:cNvPr>
                <p:cNvPicPr/>
                <p:nvPr/>
              </p:nvPicPr>
              <p:blipFill>
                <a:blip r:embed="rId219"/>
                <a:stretch>
                  <a:fillRect/>
                </a:stretch>
              </p:blipFill>
              <p:spPr>
                <a:xfrm>
                  <a:off x="6084840" y="853080"/>
                  <a:ext cx="30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7" name="Ink 116">
                  <a:extLst>
                    <a:ext uri="{FF2B5EF4-FFF2-40B4-BE49-F238E27FC236}">
                      <a16:creationId xmlns:a16="http://schemas.microsoft.com/office/drawing/2014/main" id="{67B003BC-A54E-DA05-3AAA-F73744AB85ED}"/>
                    </a:ext>
                  </a:extLst>
                </p14:cNvPr>
                <p14:cNvContentPartPr/>
                <p14:nvPr/>
              </p14:nvContentPartPr>
              <p14:xfrm>
                <a:off x="6031200" y="950280"/>
                <a:ext cx="181440" cy="15120"/>
              </p14:xfrm>
            </p:contentPart>
          </mc:Choice>
          <mc:Fallback xmlns="">
            <p:pic>
              <p:nvPicPr>
                <p:cNvPr id="117" name="Ink 116">
                  <a:extLst>
                    <a:ext uri="{FF2B5EF4-FFF2-40B4-BE49-F238E27FC236}">
                      <a16:creationId xmlns:a16="http://schemas.microsoft.com/office/drawing/2014/main" id="{67B003BC-A54E-DA05-3AAA-F73744AB85ED}"/>
                    </a:ext>
                  </a:extLst>
                </p:cNvPr>
                <p:cNvPicPr/>
                <p:nvPr/>
              </p:nvPicPr>
              <p:blipFill>
                <a:blip r:embed="rId221"/>
                <a:stretch>
                  <a:fillRect/>
                </a:stretch>
              </p:blipFill>
              <p:spPr>
                <a:xfrm>
                  <a:off x="6026880" y="945960"/>
                  <a:ext cx="19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8" name="Ink 117">
                  <a:extLst>
                    <a:ext uri="{FF2B5EF4-FFF2-40B4-BE49-F238E27FC236}">
                      <a16:creationId xmlns:a16="http://schemas.microsoft.com/office/drawing/2014/main" id="{E3180ED7-5786-7F6B-79F3-2C2B84248328}"/>
                    </a:ext>
                  </a:extLst>
                </p14:cNvPr>
                <p14:cNvContentPartPr/>
                <p14:nvPr/>
              </p14:nvContentPartPr>
              <p14:xfrm>
                <a:off x="6295080" y="755160"/>
                <a:ext cx="246240" cy="546840"/>
              </p14:xfrm>
            </p:contentPart>
          </mc:Choice>
          <mc:Fallback xmlns="">
            <p:pic>
              <p:nvPicPr>
                <p:cNvPr id="118" name="Ink 117">
                  <a:extLst>
                    <a:ext uri="{FF2B5EF4-FFF2-40B4-BE49-F238E27FC236}">
                      <a16:creationId xmlns:a16="http://schemas.microsoft.com/office/drawing/2014/main" id="{E3180ED7-5786-7F6B-79F3-2C2B84248328}"/>
                    </a:ext>
                  </a:extLst>
                </p:cNvPr>
                <p:cNvPicPr/>
                <p:nvPr/>
              </p:nvPicPr>
              <p:blipFill>
                <a:blip r:embed="rId223"/>
                <a:stretch>
                  <a:fillRect/>
                </a:stretch>
              </p:blipFill>
              <p:spPr>
                <a:xfrm>
                  <a:off x="6290760" y="750840"/>
                  <a:ext cx="254880" cy="555480"/>
                </a:xfrm>
                <a:prstGeom prst="rect">
                  <a:avLst/>
                </a:prstGeom>
              </p:spPr>
            </p:pic>
          </mc:Fallback>
        </mc:AlternateContent>
      </p:grpSp>
      <p:grpSp>
        <p:nvGrpSpPr>
          <p:cNvPr id="129" name="Group 128">
            <a:extLst>
              <a:ext uri="{FF2B5EF4-FFF2-40B4-BE49-F238E27FC236}">
                <a16:creationId xmlns:a16="http://schemas.microsoft.com/office/drawing/2014/main" id="{55CFBAA8-BF8E-D8B1-B4CE-A56B54620E0D}"/>
              </a:ext>
            </a:extLst>
          </p:cNvPr>
          <p:cNvGrpSpPr/>
          <p:nvPr/>
        </p:nvGrpSpPr>
        <p:grpSpPr>
          <a:xfrm>
            <a:off x="4886040" y="3979320"/>
            <a:ext cx="1506240" cy="566640"/>
            <a:chOff x="4886040" y="3979320"/>
            <a:chExt cx="1506240" cy="566640"/>
          </a:xfrm>
        </p:grpSpPr>
        <mc:AlternateContent xmlns:mc="http://schemas.openxmlformats.org/markup-compatibility/2006" xmlns:p14="http://schemas.microsoft.com/office/powerpoint/2010/main">
          <mc:Choice Requires="p14">
            <p:contentPart p14:bwMode="auto" r:id="rId224">
              <p14:nvContentPartPr>
                <p14:cNvPr id="124" name="Ink 123">
                  <a:extLst>
                    <a:ext uri="{FF2B5EF4-FFF2-40B4-BE49-F238E27FC236}">
                      <a16:creationId xmlns:a16="http://schemas.microsoft.com/office/drawing/2014/main" id="{A2B2A141-8014-E31C-7886-F6A55A80D1AF}"/>
                    </a:ext>
                  </a:extLst>
                </p14:cNvPr>
                <p14:cNvContentPartPr/>
                <p14:nvPr/>
              </p14:nvContentPartPr>
              <p14:xfrm>
                <a:off x="4886040" y="4008480"/>
                <a:ext cx="466560" cy="537480"/>
              </p14:xfrm>
            </p:contentPart>
          </mc:Choice>
          <mc:Fallback xmlns="">
            <p:pic>
              <p:nvPicPr>
                <p:cNvPr id="124" name="Ink 123">
                  <a:extLst>
                    <a:ext uri="{FF2B5EF4-FFF2-40B4-BE49-F238E27FC236}">
                      <a16:creationId xmlns:a16="http://schemas.microsoft.com/office/drawing/2014/main" id="{A2B2A141-8014-E31C-7886-F6A55A80D1AF}"/>
                    </a:ext>
                  </a:extLst>
                </p:cNvPr>
                <p:cNvPicPr/>
                <p:nvPr/>
              </p:nvPicPr>
              <p:blipFill>
                <a:blip r:embed="rId225"/>
                <a:stretch>
                  <a:fillRect/>
                </a:stretch>
              </p:blipFill>
              <p:spPr>
                <a:xfrm>
                  <a:off x="4881720" y="4004160"/>
                  <a:ext cx="47520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5" name="Ink 124">
                  <a:extLst>
                    <a:ext uri="{FF2B5EF4-FFF2-40B4-BE49-F238E27FC236}">
                      <a16:creationId xmlns:a16="http://schemas.microsoft.com/office/drawing/2014/main" id="{1B4746CA-83E1-5622-A566-1FDE3B7197A2}"/>
                    </a:ext>
                  </a:extLst>
                </p14:cNvPr>
                <p14:cNvContentPartPr/>
                <p14:nvPr/>
              </p14:nvContentPartPr>
              <p14:xfrm>
                <a:off x="5417040" y="4040880"/>
                <a:ext cx="298800" cy="497520"/>
              </p14:xfrm>
            </p:contentPart>
          </mc:Choice>
          <mc:Fallback xmlns="">
            <p:pic>
              <p:nvPicPr>
                <p:cNvPr id="125" name="Ink 124">
                  <a:extLst>
                    <a:ext uri="{FF2B5EF4-FFF2-40B4-BE49-F238E27FC236}">
                      <a16:creationId xmlns:a16="http://schemas.microsoft.com/office/drawing/2014/main" id="{1B4746CA-83E1-5622-A566-1FDE3B7197A2}"/>
                    </a:ext>
                  </a:extLst>
                </p:cNvPr>
                <p:cNvPicPr/>
                <p:nvPr/>
              </p:nvPicPr>
              <p:blipFill>
                <a:blip r:embed="rId227"/>
                <a:stretch>
                  <a:fillRect/>
                </a:stretch>
              </p:blipFill>
              <p:spPr>
                <a:xfrm>
                  <a:off x="5412720" y="4036560"/>
                  <a:ext cx="307440"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6" name="Ink 125">
                  <a:extLst>
                    <a:ext uri="{FF2B5EF4-FFF2-40B4-BE49-F238E27FC236}">
                      <a16:creationId xmlns:a16="http://schemas.microsoft.com/office/drawing/2014/main" id="{F569021F-3111-2CF2-3AE4-6CF5C2C36C44}"/>
                    </a:ext>
                  </a:extLst>
                </p14:cNvPr>
                <p14:cNvContentPartPr/>
                <p14:nvPr/>
              </p14:nvContentPartPr>
              <p14:xfrm>
                <a:off x="5725200" y="4273080"/>
                <a:ext cx="212040" cy="151560"/>
              </p14:xfrm>
            </p:contentPart>
          </mc:Choice>
          <mc:Fallback xmlns="">
            <p:pic>
              <p:nvPicPr>
                <p:cNvPr id="126" name="Ink 125">
                  <a:extLst>
                    <a:ext uri="{FF2B5EF4-FFF2-40B4-BE49-F238E27FC236}">
                      <a16:creationId xmlns:a16="http://schemas.microsoft.com/office/drawing/2014/main" id="{F569021F-3111-2CF2-3AE4-6CF5C2C36C44}"/>
                    </a:ext>
                  </a:extLst>
                </p:cNvPr>
                <p:cNvPicPr/>
                <p:nvPr/>
              </p:nvPicPr>
              <p:blipFill>
                <a:blip r:embed="rId229"/>
                <a:stretch>
                  <a:fillRect/>
                </a:stretch>
              </p:blipFill>
              <p:spPr>
                <a:xfrm>
                  <a:off x="5720880" y="4268760"/>
                  <a:ext cx="2206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27" name="Ink 126">
                  <a:extLst>
                    <a:ext uri="{FF2B5EF4-FFF2-40B4-BE49-F238E27FC236}">
                      <a16:creationId xmlns:a16="http://schemas.microsoft.com/office/drawing/2014/main" id="{5C5F85F3-46FB-79D6-47CE-168F4E17E583}"/>
                    </a:ext>
                  </a:extLst>
                </p14:cNvPr>
                <p14:cNvContentPartPr/>
                <p14:nvPr/>
              </p14:nvContentPartPr>
              <p14:xfrm>
                <a:off x="5922480" y="4085880"/>
                <a:ext cx="192240" cy="101880"/>
              </p14:xfrm>
            </p:contentPart>
          </mc:Choice>
          <mc:Fallback xmlns="">
            <p:pic>
              <p:nvPicPr>
                <p:cNvPr id="127" name="Ink 126">
                  <a:extLst>
                    <a:ext uri="{FF2B5EF4-FFF2-40B4-BE49-F238E27FC236}">
                      <a16:creationId xmlns:a16="http://schemas.microsoft.com/office/drawing/2014/main" id="{5C5F85F3-46FB-79D6-47CE-168F4E17E583}"/>
                    </a:ext>
                  </a:extLst>
                </p:cNvPr>
                <p:cNvPicPr/>
                <p:nvPr/>
              </p:nvPicPr>
              <p:blipFill>
                <a:blip r:embed="rId231"/>
                <a:stretch>
                  <a:fillRect/>
                </a:stretch>
              </p:blipFill>
              <p:spPr>
                <a:xfrm>
                  <a:off x="5918160" y="4081560"/>
                  <a:ext cx="2008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28" name="Ink 127">
                  <a:extLst>
                    <a:ext uri="{FF2B5EF4-FFF2-40B4-BE49-F238E27FC236}">
                      <a16:creationId xmlns:a16="http://schemas.microsoft.com/office/drawing/2014/main" id="{39636F90-150F-18B0-C79D-2D692790B2A5}"/>
                    </a:ext>
                  </a:extLst>
                </p14:cNvPr>
                <p14:cNvContentPartPr/>
                <p14:nvPr/>
              </p14:nvContentPartPr>
              <p14:xfrm>
                <a:off x="6166200" y="3979320"/>
                <a:ext cx="226080" cy="524520"/>
              </p14:xfrm>
            </p:contentPart>
          </mc:Choice>
          <mc:Fallback xmlns="">
            <p:pic>
              <p:nvPicPr>
                <p:cNvPr id="128" name="Ink 127">
                  <a:extLst>
                    <a:ext uri="{FF2B5EF4-FFF2-40B4-BE49-F238E27FC236}">
                      <a16:creationId xmlns:a16="http://schemas.microsoft.com/office/drawing/2014/main" id="{39636F90-150F-18B0-C79D-2D692790B2A5}"/>
                    </a:ext>
                  </a:extLst>
                </p:cNvPr>
                <p:cNvPicPr/>
                <p:nvPr/>
              </p:nvPicPr>
              <p:blipFill>
                <a:blip r:embed="rId233"/>
                <a:stretch>
                  <a:fillRect/>
                </a:stretch>
              </p:blipFill>
              <p:spPr>
                <a:xfrm>
                  <a:off x="6161880" y="3975000"/>
                  <a:ext cx="234720" cy="533160"/>
                </a:xfrm>
                <a:prstGeom prst="rect">
                  <a:avLst/>
                </a:prstGeom>
              </p:spPr>
            </p:pic>
          </mc:Fallback>
        </mc:AlternateContent>
      </p:grpSp>
      <p:grpSp>
        <p:nvGrpSpPr>
          <p:cNvPr id="152" name="Group 151">
            <a:extLst>
              <a:ext uri="{FF2B5EF4-FFF2-40B4-BE49-F238E27FC236}">
                <a16:creationId xmlns:a16="http://schemas.microsoft.com/office/drawing/2014/main" id="{822EB327-B867-646B-F436-A174D40D3DD0}"/>
              </a:ext>
            </a:extLst>
          </p:cNvPr>
          <p:cNvGrpSpPr/>
          <p:nvPr/>
        </p:nvGrpSpPr>
        <p:grpSpPr>
          <a:xfrm>
            <a:off x="3258120" y="5139960"/>
            <a:ext cx="1245960" cy="416160"/>
            <a:chOff x="3258120" y="5139960"/>
            <a:chExt cx="1245960" cy="416160"/>
          </a:xfrm>
        </p:grpSpPr>
        <mc:AlternateContent xmlns:mc="http://schemas.openxmlformats.org/markup-compatibility/2006" xmlns:p14="http://schemas.microsoft.com/office/powerpoint/2010/main">
          <mc:Choice Requires="p14">
            <p:contentPart p14:bwMode="auto" r:id="rId234">
              <p14:nvContentPartPr>
                <p14:cNvPr id="130" name="Ink 129">
                  <a:extLst>
                    <a:ext uri="{FF2B5EF4-FFF2-40B4-BE49-F238E27FC236}">
                      <a16:creationId xmlns:a16="http://schemas.microsoft.com/office/drawing/2014/main" id="{C26667EA-36B6-AF68-DE79-17F80B0FF512}"/>
                    </a:ext>
                  </a:extLst>
                </p14:cNvPr>
                <p14:cNvContentPartPr/>
                <p14:nvPr/>
              </p14:nvContentPartPr>
              <p14:xfrm>
                <a:off x="3592560" y="5311320"/>
                <a:ext cx="63720" cy="244800"/>
              </p14:xfrm>
            </p:contentPart>
          </mc:Choice>
          <mc:Fallback xmlns="">
            <p:pic>
              <p:nvPicPr>
                <p:cNvPr id="130" name="Ink 129">
                  <a:extLst>
                    <a:ext uri="{FF2B5EF4-FFF2-40B4-BE49-F238E27FC236}">
                      <a16:creationId xmlns:a16="http://schemas.microsoft.com/office/drawing/2014/main" id="{C26667EA-36B6-AF68-DE79-17F80B0FF512}"/>
                    </a:ext>
                  </a:extLst>
                </p:cNvPr>
                <p:cNvPicPr/>
                <p:nvPr/>
              </p:nvPicPr>
              <p:blipFill>
                <a:blip r:embed="rId235"/>
                <a:stretch>
                  <a:fillRect/>
                </a:stretch>
              </p:blipFill>
              <p:spPr>
                <a:xfrm>
                  <a:off x="3588240" y="5307000"/>
                  <a:ext cx="723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1" name="Ink 130">
                  <a:extLst>
                    <a:ext uri="{FF2B5EF4-FFF2-40B4-BE49-F238E27FC236}">
                      <a16:creationId xmlns:a16="http://schemas.microsoft.com/office/drawing/2014/main" id="{97B84F70-A2E6-D191-A194-F3757B1193CE}"/>
                    </a:ext>
                  </a:extLst>
                </p14:cNvPr>
                <p14:cNvContentPartPr/>
                <p14:nvPr/>
              </p14:nvContentPartPr>
              <p14:xfrm>
                <a:off x="3258120" y="5139960"/>
                <a:ext cx="533160" cy="97200"/>
              </p14:xfrm>
            </p:contentPart>
          </mc:Choice>
          <mc:Fallback xmlns="">
            <p:pic>
              <p:nvPicPr>
                <p:cNvPr id="131" name="Ink 130">
                  <a:extLst>
                    <a:ext uri="{FF2B5EF4-FFF2-40B4-BE49-F238E27FC236}">
                      <a16:creationId xmlns:a16="http://schemas.microsoft.com/office/drawing/2014/main" id="{97B84F70-A2E6-D191-A194-F3757B1193CE}"/>
                    </a:ext>
                  </a:extLst>
                </p:cNvPr>
                <p:cNvPicPr/>
                <p:nvPr/>
              </p:nvPicPr>
              <p:blipFill>
                <a:blip r:embed="rId237"/>
                <a:stretch>
                  <a:fillRect/>
                </a:stretch>
              </p:blipFill>
              <p:spPr>
                <a:xfrm>
                  <a:off x="3253800" y="5135640"/>
                  <a:ext cx="5418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2" name="Ink 131">
                  <a:extLst>
                    <a:ext uri="{FF2B5EF4-FFF2-40B4-BE49-F238E27FC236}">
                      <a16:creationId xmlns:a16="http://schemas.microsoft.com/office/drawing/2014/main" id="{ABD35770-8E8D-A193-E49D-A6E784789A5D}"/>
                    </a:ext>
                  </a:extLst>
                </p14:cNvPr>
                <p14:cNvContentPartPr/>
                <p14:nvPr/>
              </p14:nvContentPartPr>
              <p14:xfrm>
                <a:off x="3896760" y="5235000"/>
                <a:ext cx="137160" cy="303480"/>
              </p14:xfrm>
            </p:contentPart>
          </mc:Choice>
          <mc:Fallback xmlns="">
            <p:pic>
              <p:nvPicPr>
                <p:cNvPr id="132" name="Ink 131">
                  <a:extLst>
                    <a:ext uri="{FF2B5EF4-FFF2-40B4-BE49-F238E27FC236}">
                      <a16:creationId xmlns:a16="http://schemas.microsoft.com/office/drawing/2014/main" id="{ABD35770-8E8D-A193-E49D-A6E784789A5D}"/>
                    </a:ext>
                  </a:extLst>
                </p:cNvPr>
                <p:cNvPicPr/>
                <p:nvPr/>
              </p:nvPicPr>
              <p:blipFill>
                <a:blip r:embed="rId239"/>
                <a:stretch>
                  <a:fillRect/>
                </a:stretch>
              </p:blipFill>
              <p:spPr>
                <a:xfrm>
                  <a:off x="3892440" y="5230680"/>
                  <a:ext cx="14580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3" name="Ink 132">
                  <a:extLst>
                    <a:ext uri="{FF2B5EF4-FFF2-40B4-BE49-F238E27FC236}">
                      <a16:creationId xmlns:a16="http://schemas.microsoft.com/office/drawing/2014/main" id="{2610189D-D048-7923-6485-924071F645DD}"/>
                    </a:ext>
                  </a:extLst>
                </p14:cNvPr>
                <p14:cNvContentPartPr/>
                <p14:nvPr/>
              </p14:nvContentPartPr>
              <p14:xfrm>
                <a:off x="4081440" y="5345520"/>
                <a:ext cx="208080" cy="87480"/>
              </p14:xfrm>
            </p:contentPart>
          </mc:Choice>
          <mc:Fallback xmlns="">
            <p:pic>
              <p:nvPicPr>
                <p:cNvPr id="133" name="Ink 132">
                  <a:extLst>
                    <a:ext uri="{FF2B5EF4-FFF2-40B4-BE49-F238E27FC236}">
                      <a16:creationId xmlns:a16="http://schemas.microsoft.com/office/drawing/2014/main" id="{2610189D-D048-7923-6485-924071F645DD}"/>
                    </a:ext>
                  </a:extLst>
                </p:cNvPr>
                <p:cNvPicPr/>
                <p:nvPr/>
              </p:nvPicPr>
              <p:blipFill>
                <a:blip r:embed="rId241"/>
                <a:stretch>
                  <a:fillRect/>
                </a:stretch>
              </p:blipFill>
              <p:spPr>
                <a:xfrm>
                  <a:off x="4077120" y="5341200"/>
                  <a:ext cx="2167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34" name="Ink 133">
                  <a:extLst>
                    <a:ext uri="{FF2B5EF4-FFF2-40B4-BE49-F238E27FC236}">
                      <a16:creationId xmlns:a16="http://schemas.microsoft.com/office/drawing/2014/main" id="{C9009414-7153-0B9F-3AD8-432832222E8A}"/>
                    </a:ext>
                  </a:extLst>
                </p14:cNvPr>
                <p14:cNvContentPartPr/>
                <p14:nvPr/>
              </p14:nvContentPartPr>
              <p14:xfrm>
                <a:off x="4381680" y="5169480"/>
                <a:ext cx="122400" cy="375480"/>
              </p14:xfrm>
            </p:contentPart>
          </mc:Choice>
          <mc:Fallback xmlns="">
            <p:pic>
              <p:nvPicPr>
                <p:cNvPr id="134" name="Ink 133">
                  <a:extLst>
                    <a:ext uri="{FF2B5EF4-FFF2-40B4-BE49-F238E27FC236}">
                      <a16:creationId xmlns:a16="http://schemas.microsoft.com/office/drawing/2014/main" id="{C9009414-7153-0B9F-3AD8-432832222E8A}"/>
                    </a:ext>
                  </a:extLst>
                </p:cNvPr>
                <p:cNvPicPr/>
                <p:nvPr/>
              </p:nvPicPr>
              <p:blipFill>
                <a:blip r:embed="rId243"/>
                <a:stretch>
                  <a:fillRect/>
                </a:stretch>
              </p:blipFill>
              <p:spPr>
                <a:xfrm>
                  <a:off x="4377360" y="5165160"/>
                  <a:ext cx="131040" cy="384120"/>
                </a:xfrm>
                <a:prstGeom prst="rect">
                  <a:avLst/>
                </a:prstGeom>
              </p:spPr>
            </p:pic>
          </mc:Fallback>
        </mc:AlternateContent>
      </p:grpSp>
      <p:grpSp>
        <p:nvGrpSpPr>
          <p:cNvPr id="151" name="Group 150">
            <a:extLst>
              <a:ext uri="{FF2B5EF4-FFF2-40B4-BE49-F238E27FC236}">
                <a16:creationId xmlns:a16="http://schemas.microsoft.com/office/drawing/2014/main" id="{045F30DB-62CA-E7F7-093A-79136174F634}"/>
              </a:ext>
            </a:extLst>
          </p:cNvPr>
          <p:cNvGrpSpPr/>
          <p:nvPr/>
        </p:nvGrpSpPr>
        <p:grpSpPr>
          <a:xfrm>
            <a:off x="4855080" y="5325360"/>
            <a:ext cx="171720" cy="111960"/>
            <a:chOff x="4855080" y="5325360"/>
            <a:chExt cx="171720" cy="111960"/>
          </a:xfrm>
        </p:grpSpPr>
        <mc:AlternateContent xmlns:mc="http://schemas.openxmlformats.org/markup-compatibility/2006" xmlns:p14="http://schemas.microsoft.com/office/powerpoint/2010/main">
          <mc:Choice Requires="p14">
            <p:contentPart p14:bwMode="auto" r:id="rId244">
              <p14:nvContentPartPr>
                <p14:cNvPr id="135" name="Ink 134">
                  <a:extLst>
                    <a:ext uri="{FF2B5EF4-FFF2-40B4-BE49-F238E27FC236}">
                      <a16:creationId xmlns:a16="http://schemas.microsoft.com/office/drawing/2014/main" id="{6D1DC1A1-2C01-E695-A4E0-585D48ADFE8A}"/>
                    </a:ext>
                  </a:extLst>
                </p14:cNvPr>
                <p14:cNvContentPartPr/>
                <p14:nvPr/>
              </p14:nvContentPartPr>
              <p14:xfrm>
                <a:off x="4879560" y="5325360"/>
                <a:ext cx="141480" cy="15120"/>
              </p14:xfrm>
            </p:contentPart>
          </mc:Choice>
          <mc:Fallback xmlns="">
            <p:pic>
              <p:nvPicPr>
                <p:cNvPr id="135" name="Ink 134">
                  <a:extLst>
                    <a:ext uri="{FF2B5EF4-FFF2-40B4-BE49-F238E27FC236}">
                      <a16:creationId xmlns:a16="http://schemas.microsoft.com/office/drawing/2014/main" id="{6D1DC1A1-2C01-E695-A4E0-585D48ADFE8A}"/>
                    </a:ext>
                  </a:extLst>
                </p:cNvPr>
                <p:cNvPicPr/>
                <p:nvPr/>
              </p:nvPicPr>
              <p:blipFill>
                <a:blip r:embed="rId245"/>
                <a:stretch>
                  <a:fillRect/>
                </a:stretch>
              </p:blipFill>
              <p:spPr>
                <a:xfrm>
                  <a:off x="4875240" y="5321040"/>
                  <a:ext cx="1501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36" name="Ink 135">
                  <a:extLst>
                    <a:ext uri="{FF2B5EF4-FFF2-40B4-BE49-F238E27FC236}">
                      <a16:creationId xmlns:a16="http://schemas.microsoft.com/office/drawing/2014/main" id="{1417E035-26FF-39FE-7847-53DE6E3F0767}"/>
                    </a:ext>
                  </a:extLst>
                </p14:cNvPr>
                <p14:cNvContentPartPr/>
                <p14:nvPr/>
              </p14:nvContentPartPr>
              <p14:xfrm>
                <a:off x="4855080" y="5334000"/>
                <a:ext cx="171720" cy="103320"/>
              </p14:xfrm>
            </p:contentPart>
          </mc:Choice>
          <mc:Fallback xmlns="">
            <p:pic>
              <p:nvPicPr>
                <p:cNvPr id="136" name="Ink 135">
                  <a:extLst>
                    <a:ext uri="{FF2B5EF4-FFF2-40B4-BE49-F238E27FC236}">
                      <a16:creationId xmlns:a16="http://schemas.microsoft.com/office/drawing/2014/main" id="{1417E035-26FF-39FE-7847-53DE6E3F0767}"/>
                    </a:ext>
                  </a:extLst>
                </p:cNvPr>
                <p:cNvPicPr/>
                <p:nvPr/>
              </p:nvPicPr>
              <p:blipFill>
                <a:blip r:embed="rId247"/>
                <a:stretch>
                  <a:fillRect/>
                </a:stretch>
              </p:blipFill>
              <p:spPr>
                <a:xfrm>
                  <a:off x="4850760" y="5329680"/>
                  <a:ext cx="180360" cy="111960"/>
                </a:xfrm>
                <a:prstGeom prst="rect">
                  <a:avLst/>
                </a:prstGeom>
              </p:spPr>
            </p:pic>
          </mc:Fallback>
        </mc:AlternateContent>
      </p:grpSp>
      <p:grpSp>
        <p:nvGrpSpPr>
          <p:cNvPr id="155" name="Group 154">
            <a:extLst>
              <a:ext uri="{FF2B5EF4-FFF2-40B4-BE49-F238E27FC236}">
                <a16:creationId xmlns:a16="http://schemas.microsoft.com/office/drawing/2014/main" id="{5BDF530A-C122-1E02-A728-7532AD05407E}"/>
              </a:ext>
            </a:extLst>
          </p:cNvPr>
          <p:cNvGrpSpPr/>
          <p:nvPr/>
        </p:nvGrpSpPr>
        <p:grpSpPr>
          <a:xfrm>
            <a:off x="4891800" y="5766000"/>
            <a:ext cx="158400" cy="138600"/>
            <a:chOff x="4891800" y="5766000"/>
            <a:chExt cx="158400" cy="138600"/>
          </a:xfrm>
        </p:grpSpPr>
        <mc:AlternateContent xmlns:mc="http://schemas.openxmlformats.org/markup-compatibility/2006" xmlns:p14="http://schemas.microsoft.com/office/powerpoint/2010/main">
          <mc:Choice Requires="p14">
            <p:contentPart p14:bwMode="auto" r:id="rId248">
              <p14:nvContentPartPr>
                <p14:cNvPr id="153" name="Ink 152">
                  <a:extLst>
                    <a:ext uri="{FF2B5EF4-FFF2-40B4-BE49-F238E27FC236}">
                      <a16:creationId xmlns:a16="http://schemas.microsoft.com/office/drawing/2014/main" id="{B79EDDEF-8E31-31BE-8218-0CA554B8F464}"/>
                    </a:ext>
                  </a:extLst>
                </p14:cNvPr>
                <p14:cNvContentPartPr/>
                <p14:nvPr/>
              </p14:nvContentPartPr>
              <p14:xfrm>
                <a:off x="4918800" y="5766000"/>
                <a:ext cx="131400" cy="34920"/>
              </p14:xfrm>
            </p:contentPart>
          </mc:Choice>
          <mc:Fallback xmlns="">
            <p:pic>
              <p:nvPicPr>
                <p:cNvPr id="153" name="Ink 152">
                  <a:extLst>
                    <a:ext uri="{FF2B5EF4-FFF2-40B4-BE49-F238E27FC236}">
                      <a16:creationId xmlns:a16="http://schemas.microsoft.com/office/drawing/2014/main" id="{B79EDDEF-8E31-31BE-8218-0CA554B8F464}"/>
                    </a:ext>
                  </a:extLst>
                </p:cNvPr>
                <p:cNvPicPr/>
                <p:nvPr/>
              </p:nvPicPr>
              <p:blipFill>
                <a:blip r:embed="rId249"/>
                <a:stretch>
                  <a:fillRect/>
                </a:stretch>
              </p:blipFill>
              <p:spPr>
                <a:xfrm>
                  <a:off x="4914480" y="5761680"/>
                  <a:ext cx="140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4" name="Ink 153">
                  <a:extLst>
                    <a:ext uri="{FF2B5EF4-FFF2-40B4-BE49-F238E27FC236}">
                      <a16:creationId xmlns:a16="http://schemas.microsoft.com/office/drawing/2014/main" id="{8086B0AA-0FD6-9DD4-EB6C-AA713457931B}"/>
                    </a:ext>
                  </a:extLst>
                </p14:cNvPr>
                <p14:cNvContentPartPr/>
                <p14:nvPr/>
              </p14:nvContentPartPr>
              <p14:xfrm>
                <a:off x="4891800" y="5800920"/>
                <a:ext cx="150120" cy="103680"/>
              </p14:xfrm>
            </p:contentPart>
          </mc:Choice>
          <mc:Fallback xmlns="">
            <p:pic>
              <p:nvPicPr>
                <p:cNvPr id="154" name="Ink 153">
                  <a:extLst>
                    <a:ext uri="{FF2B5EF4-FFF2-40B4-BE49-F238E27FC236}">
                      <a16:creationId xmlns:a16="http://schemas.microsoft.com/office/drawing/2014/main" id="{8086B0AA-0FD6-9DD4-EB6C-AA713457931B}"/>
                    </a:ext>
                  </a:extLst>
                </p:cNvPr>
                <p:cNvPicPr/>
                <p:nvPr/>
              </p:nvPicPr>
              <p:blipFill>
                <a:blip r:embed="rId251"/>
                <a:stretch>
                  <a:fillRect/>
                </a:stretch>
              </p:blipFill>
              <p:spPr>
                <a:xfrm>
                  <a:off x="4887480" y="5796600"/>
                  <a:ext cx="158760" cy="11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2">
            <p14:nvContentPartPr>
              <p14:cNvPr id="166" name="Ink 165">
                <a:extLst>
                  <a:ext uri="{FF2B5EF4-FFF2-40B4-BE49-F238E27FC236}">
                    <a16:creationId xmlns:a16="http://schemas.microsoft.com/office/drawing/2014/main" id="{55CDE5EA-EEDF-1226-73AD-6837842B7A76}"/>
                  </a:ext>
                </a:extLst>
              </p14:cNvPr>
              <p14:cNvContentPartPr/>
              <p14:nvPr/>
            </p14:nvContentPartPr>
            <p14:xfrm>
              <a:off x="4878480" y="6113400"/>
              <a:ext cx="183240" cy="31680"/>
            </p14:xfrm>
          </p:contentPart>
        </mc:Choice>
        <mc:Fallback xmlns="">
          <p:pic>
            <p:nvPicPr>
              <p:cNvPr id="166" name="Ink 165">
                <a:extLst>
                  <a:ext uri="{FF2B5EF4-FFF2-40B4-BE49-F238E27FC236}">
                    <a16:creationId xmlns:a16="http://schemas.microsoft.com/office/drawing/2014/main" id="{55CDE5EA-EEDF-1226-73AD-6837842B7A76}"/>
                  </a:ext>
                </a:extLst>
              </p:cNvPr>
              <p:cNvPicPr/>
              <p:nvPr/>
            </p:nvPicPr>
            <p:blipFill>
              <a:blip r:embed="rId253"/>
              <a:stretch>
                <a:fillRect/>
              </a:stretch>
            </p:blipFill>
            <p:spPr>
              <a:xfrm>
                <a:off x="4874160" y="6109080"/>
                <a:ext cx="191880" cy="40320"/>
              </a:xfrm>
              <a:prstGeom prst="rect">
                <a:avLst/>
              </a:prstGeom>
            </p:spPr>
          </p:pic>
        </mc:Fallback>
      </mc:AlternateContent>
      <p:grpSp>
        <p:nvGrpSpPr>
          <p:cNvPr id="177" name="Group 176">
            <a:extLst>
              <a:ext uri="{FF2B5EF4-FFF2-40B4-BE49-F238E27FC236}">
                <a16:creationId xmlns:a16="http://schemas.microsoft.com/office/drawing/2014/main" id="{E462FEAE-D705-3D25-3CCF-131172695740}"/>
              </a:ext>
            </a:extLst>
          </p:cNvPr>
          <p:cNvGrpSpPr/>
          <p:nvPr/>
        </p:nvGrpSpPr>
        <p:grpSpPr>
          <a:xfrm>
            <a:off x="5338200" y="4822080"/>
            <a:ext cx="2963520" cy="1314360"/>
            <a:chOff x="5338200" y="4822080"/>
            <a:chExt cx="2963520" cy="1314360"/>
          </a:xfrm>
        </p:grpSpPr>
        <mc:AlternateContent xmlns:mc="http://schemas.openxmlformats.org/markup-compatibility/2006" xmlns:p14="http://schemas.microsoft.com/office/powerpoint/2010/main">
          <mc:Choice Requires="p14">
            <p:contentPart p14:bwMode="auto" r:id="rId254">
              <p14:nvContentPartPr>
                <p14:cNvPr id="137" name="Ink 136">
                  <a:extLst>
                    <a:ext uri="{FF2B5EF4-FFF2-40B4-BE49-F238E27FC236}">
                      <a16:creationId xmlns:a16="http://schemas.microsoft.com/office/drawing/2014/main" id="{F0FB922A-0B98-3948-144F-5689B0AFE729}"/>
                    </a:ext>
                  </a:extLst>
                </p14:cNvPr>
                <p14:cNvContentPartPr/>
                <p14:nvPr/>
              </p14:nvContentPartPr>
              <p14:xfrm>
                <a:off x="5338200" y="5083800"/>
                <a:ext cx="237240" cy="414720"/>
              </p14:xfrm>
            </p:contentPart>
          </mc:Choice>
          <mc:Fallback xmlns="">
            <p:pic>
              <p:nvPicPr>
                <p:cNvPr id="137" name="Ink 136">
                  <a:extLst>
                    <a:ext uri="{FF2B5EF4-FFF2-40B4-BE49-F238E27FC236}">
                      <a16:creationId xmlns:a16="http://schemas.microsoft.com/office/drawing/2014/main" id="{F0FB922A-0B98-3948-144F-5689B0AFE729}"/>
                    </a:ext>
                  </a:extLst>
                </p:cNvPr>
                <p:cNvPicPr/>
                <p:nvPr/>
              </p:nvPicPr>
              <p:blipFill>
                <a:blip r:embed="rId255"/>
                <a:stretch>
                  <a:fillRect/>
                </a:stretch>
              </p:blipFill>
              <p:spPr>
                <a:xfrm>
                  <a:off x="5333880" y="5079480"/>
                  <a:ext cx="24588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38" name="Ink 137">
                  <a:extLst>
                    <a:ext uri="{FF2B5EF4-FFF2-40B4-BE49-F238E27FC236}">
                      <a16:creationId xmlns:a16="http://schemas.microsoft.com/office/drawing/2014/main" id="{3D0D2E8A-14E6-6982-C85B-0B8744BE4606}"/>
                    </a:ext>
                  </a:extLst>
                </p14:cNvPr>
                <p14:cNvContentPartPr/>
                <p14:nvPr/>
              </p14:nvContentPartPr>
              <p14:xfrm>
                <a:off x="5571120" y="5222760"/>
                <a:ext cx="267840" cy="120600"/>
              </p14:xfrm>
            </p:contentPart>
          </mc:Choice>
          <mc:Fallback xmlns="">
            <p:pic>
              <p:nvPicPr>
                <p:cNvPr id="138" name="Ink 137">
                  <a:extLst>
                    <a:ext uri="{FF2B5EF4-FFF2-40B4-BE49-F238E27FC236}">
                      <a16:creationId xmlns:a16="http://schemas.microsoft.com/office/drawing/2014/main" id="{3D0D2E8A-14E6-6982-C85B-0B8744BE4606}"/>
                    </a:ext>
                  </a:extLst>
                </p:cNvPr>
                <p:cNvPicPr/>
                <p:nvPr/>
              </p:nvPicPr>
              <p:blipFill>
                <a:blip r:embed="rId257"/>
                <a:stretch>
                  <a:fillRect/>
                </a:stretch>
              </p:blipFill>
              <p:spPr>
                <a:xfrm>
                  <a:off x="5566800" y="5218440"/>
                  <a:ext cx="2764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39" name="Ink 138">
                  <a:extLst>
                    <a:ext uri="{FF2B5EF4-FFF2-40B4-BE49-F238E27FC236}">
                      <a16:creationId xmlns:a16="http://schemas.microsoft.com/office/drawing/2014/main" id="{24C7A2E3-76E5-4297-A3B2-40D95CFCC307}"/>
                    </a:ext>
                  </a:extLst>
                </p14:cNvPr>
                <p14:cNvContentPartPr/>
                <p14:nvPr/>
              </p14:nvContentPartPr>
              <p14:xfrm>
                <a:off x="6010320" y="5273880"/>
                <a:ext cx="129240" cy="4680"/>
              </p14:xfrm>
            </p:contentPart>
          </mc:Choice>
          <mc:Fallback xmlns="">
            <p:pic>
              <p:nvPicPr>
                <p:cNvPr id="139" name="Ink 138">
                  <a:extLst>
                    <a:ext uri="{FF2B5EF4-FFF2-40B4-BE49-F238E27FC236}">
                      <a16:creationId xmlns:a16="http://schemas.microsoft.com/office/drawing/2014/main" id="{24C7A2E3-76E5-4297-A3B2-40D95CFCC307}"/>
                    </a:ext>
                  </a:extLst>
                </p:cNvPr>
                <p:cNvPicPr/>
                <p:nvPr/>
              </p:nvPicPr>
              <p:blipFill>
                <a:blip r:embed="rId259"/>
                <a:stretch>
                  <a:fillRect/>
                </a:stretch>
              </p:blipFill>
              <p:spPr>
                <a:xfrm>
                  <a:off x="6006000" y="5269560"/>
                  <a:ext cx="13788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0" name="Ink 139">
                  <a:extLst>
                    <a:ext uri="{FF2B5EF4-FFF2-40B4-BE49-F238E27FC236}">
                      <a16:creationId xmlns:a16="http://schemas.microsoft.com/office/drawing/2014/main" id="{D8BBBA0A-733A-0EBF-91F8-DE17C85E522D}"/>
                    </a:ext>
                  </a:extLst>
                </p14:cNvPr>
                <p14:cNvContentPartPr/>
                <p14:nvPr/>
              </p14:nvContentPartPr>
              <p14:xfrm>
                <a:off x="6368160" y="5117280"/>
                <a:ext cx="4320" cy="159840"/>
              </p14:xfrm>
            </p:contentPart>
          </mc:Choice>
          <mc:Fallback xmlns="">
            <p:pic>
              <p:nvPicPr>
                <p:cNvPr id="140" name="Ink 139">
                  <a:extLst>
                    <a:ext uri="{FF2B5EF4-FFF2-40B4-BE49-F238E27FC236}">
                      <a16:creationId xmlns:a16="http://schemas.microsoft.com/office/drawing/2014/main" id="{D8BBBA0A-733A-0EBF-91F8-DE17C85E522D}"/>
                    </a:ext>
                  </a:extLst>
                </p:cNvPr>
                <p:cNvPicPr/>
                <p:nvPr/>
              </p:nvPicPr>
              <p:blipFill>
                <a:blip r:embed="rId261"/>
                <a:stretch>
                  <a:fillRect/>
                </a:stretch>
              </p:blipFill>
              <p:spPr>
                <a:xfrm>
                  <a:off x="6363840" y="5112960"/>
                  <a:ext cx="129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41" name="Ink 140">
                  <a:extLst>
                    <a:ext uri="{FF2B5EF4-FFF2-40B4-BE49-F238E27FC236}">
                      <a16:creationId xmlns:a16="http://schemas.microsoft.com/office/drawing/2014/main" id="{E6E8680D-B9D1-E53B-1B63-0D09FD1568BA}"/>
                    </a:ext>
                  </a:extLst>
                </p14:cNvPr>
                <p14:cNvContentPartPr/>
                <p14:nvPr/>
              </p14:nvContentPartPr>
              <p14:xfrm>
                <a:off x="6574800" y="4992720"/>
                <a:ext cx="153720" cy="434160"/>
              </p14:xfrm>
            </p:contentPart>
          </mc:Choice>
          <mc:Fallback xmlns="">
            <p:pic>
              <p:nvPicPr>
                <p:cNvPr id="141" name="Ink 140">
                  <a:extLst>
                    <a:ext uri="{FF2B5EF4-FFF2-40B4-BE49-F238E27FC236}">
                      <a16:creationId xmlns:a16="http://schemas.microsoft.com/office/drawing/2014/main" id="{E6E8680D-B9D1-E53B-1B63-0D09FD1568BA}"/>
                    </a:ext>
                  </a:extLst>
                </p:cNvPr>
                <p:cNvPicPr/>
                <p:nvPr/>
              </p:nvPicPr>
              <p:blipFill>
                <a:blip r:embed="rId263"/>
                <a:stretch>
                  <a:fillRect/>
                </a:stretch>
              </p:blipFill>
              <p:spPr>
                <a:xfrm>
                  <a:off x="6570480" y="4988400"/>
                  <a:ext cx="16236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42" name="Ink 141">
                  <a:extLst>
                    <a:ext uri="{FF2B5EF4-FFF2-40B4-BE49-F238E27FC236}">
                      <a16:creationId xmlns:a16="http://schemas.microsoft.com/office/drawing/2014/main" id="{310F3E34-46AF-F394-DACC-C1FA17F8541A}"/>
                    </a:ext>
                  </a:extLst>
                </p14:cNvPr>
                <p14:cNvContentPartPr/>
                <p14:nvPr/>
              </p14:nvContentPartPr>
              <p14:xfrm>
                <a:off x="6822120" y="4980120"/>
                <a:ext cx="216360" cy="311760"/>
              </p14:xfrm>
            </p:contentPart>
          </mc:Choice>
          <mc:Fallback xmlns="">
            <p:pic>
              <p:nvPicPr>
                <p:cNvPr id="142" name="Ink 141">
                  <a:extLst>
                    <a:ext uri="{FF2B5EF4-FFF2-40B4-BE49-F238E27FC236}">
                      <a16:creationId xmlns:a16="http://schemas.microsoft.com/office/drawing/2014/main" id="{310F3E34-46AF-F394-DACC-C1FA17F8541A}"/>
                    </a:ext>
                  </a:extLst>
                </p:cNvPr>
                <p:cNvPicPr/>
                <p:nvPr/>
              </p:nvPicPr>
              <p:blipFill>
                <a:blip r:embed="rId265"/>
                <a:stretch>
                  <a:fillRect/>
                </a:stretch>
              </p:blipFill>
              <p:spPr>
                <a:xfrm>
                  <a:off x="6817800" y="4975800"/>
                  <a:ext cx="2250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43" name="Ink 142">
                  <a:extLst>
                    <a:ext uri="{FF2B5EF4-FFF2-40B4-BE49-F238E27FC236}">
                      <a16:creationId xmlns:a16="http://schemas.microsoft.com/office/drawing/2014/main" id="{A3A11EC0-CA3A-BB26-79B6-83D00292BC98}"/>
                    </a:ext>
                  </a:extLst>
                </p14:cNvPr>
                <p14:cNvContentPartPr/>
                <p14:nvPr/>
              </p14:nvContentPartPr>
              <p14:xfrm>
                <a:off x="7068720" y="5109720"/>
                <a:ext cx="146520" cy="87840"/>
              </p14:xfrm>
            </p:contentPart>
          </mc:Choice>
          <mc:Fallback xmlns="">
            <p:pic>
              <p:nvPicPr>
                <p:cNvPr id="143" name="Ink 142">
                  <a:extLst>
                    <a:ext uri="{FF2B5EF4-FFF2-40B4-BE49-F238E27FC236}">
                      <a16:creationId xmlns:a16="http://schemas.microsoft.com/office/drawing/2014/main" id="{A3A11EC0-CA3A-BB26-79B6-83D00292BC98}"/>
                    </a:ext>
                  </a:extLst>
                </p:cNvPr>
                <p:cNvPicPr/>
                <p:nvPr/>
              </p:nvPicPr>
              <p:blipFill>
                <a:blip r:embed="rId267"/>
                <a:stretch>
                  <a:fillRect/>
                </a:stretch>
              </p:blipFill>
              <p:spPr>
                <a:xfrm>
                  <a:off x="7064400" y="5105400"/>
                  <a:ext cx="1551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44" name="Ink 143">
                  <a:extLst>
                    <a:ext uri="{FF2B5EF4-FFF2-40B4-BE49-F238E27FC236}">
                      <a16:creationId xmlns:a16="http://schemas.microsoft.com/office/drawing/2014/main" id="{818DE17A-D72D-5ECD-B5D0-92940FD3D60E}"/>
                    </a:ext>
                  </a:extLst>
                </p14:cNvPr>
                <p14:cNvContentPartPr/>
                <p14:nvPr/>
              </p14:nvContentPartPr>
              <p14:xfrm>
                <a:off x="7469400" y="5092080"/>
                <a:ext cx="187200" cy="13680"/>
              </p14:xfrm>
            </p:contentPart>
          </mc:Choice>
          <mc:Fallback xmlns="">
            <p:pic>
              <p:nvPicPr>
                <p:cNvPr id="144" name="Ink 143">
                  <a:extLst>
                    <a:ext uri="{FF2B5EF4-FFF2-40B4-BE49-F238E27FC236}">
                      <a16:creationId xmlns:a16="http://schemas.microsoft.com/office/drawing/2014/main" id="{818DE17A-D72D-5ECD-B5D0-92940FD3D60E}"/>
                    </a:ext>
                  </a:extLst>
                </p:cNvPr>
                <p:cNvPicPr/>
                <p:nvPr/>
              </p:nvPicPr>
              <p:blipFill>
                <a:blip r:embed="rId269"/>
                <a:stretch>
                  <a:fillRect/>
                </a:stretch>
              </p:blipFill>
              <p:spPr>
                <a:xfrm>
                  <a:off x="7465080" y="5087760"/>
                  <a:ext cx="1958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45" name="Ink 144">
                  <a:extLst>
                    <a:ext uri="{FF2B5EF4-FFF2-40B4-BE49-F238E27FC236}">
                      <a16:creationId xmlns:a16="http://schemas.microsoft.com/office/drawing/2014/main" id="{1F19A4DD-A548-4197-B42E-8ED684D3C74B}"/>
                    </a:ext>
                  </a:extLst>
                </p14:cNvPr>
                <p14:cNvContentPartPr/>
                <p14:nvPr/>
              </p14:nvContentPartPr>
              <p14:xfrm>
                <a:off x="7853880" y="4976160"/>
                <a:ext cx="12240" cy="138960"/>
              </p14:xfrm>
            </p:contentPart>
          </mc:Choice>
          <mc:Fallback xmlns="">
            <p:pic>
              <p:nvPicPr>
                <p:cNvPr id="145" name="Ink 144">
                  <a:extLst>
                    <a:ext uri="{FF2B5EF4-FFF2-40B4-BE49-F238E27FC236}">
                      <a16:creationId xmlns:a16="http://schemas.microsoft.com/office/drawing/2014/main" id="{1F19A4DD-A548-4197-B42E-8ED684D3C74B}"/>
                    </a:ext>
                  </a:extLst>
                </p:cNvPr>
                <p:cNvPicPr/>
                <p:nvPr/>
              </p:nvPicPr>
              <p:blipFill>
                <a:blip r:embed="rId271"/>
                <a:stretch>
                  <a:fillRect/>
                </a:stretch>
              </p:blipFill>
              <p:spPr>
                <a:xfrm>
                  <a:off x="7849560" y="4971840"/>
                  <a:ext cx="208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46" name="Ink 145">
                  <a:extLst>
                    <a:ext uri="{FF2B5EF4-FFF2-40B4-BE49-F238E27FC236}">
                      <a16:creationId xmlns:a16="http://schemas.microsoft.com/office/drawing/2014/main" id="{1AB64195-DE06-C65A-6DF6-A8749CCDE060}"/>
                    </a:ext>
                  </a:extLst>
                </p14:cNvPr>
                <p14:cNvContentPartPr/>
                <p14:nvPr/>
              </p14:nvContentPartPr>
              <p14:xfrm>
                <a:off x="8054400" y="4822080"/>
                <a:ext cx="247320" cy="461160"/>
              </p14:xfrm>
            </p:contentPart>
          </mc:Choice>
          <mc:Fallback xmlns="">
            <p:pic>
              <p:nvPicPr>
                <p:cNvPr id="146" name="Ink 145">
                  <a:extLst>
                    <a:ext uri="{FF2B5EF4-FFF2-40B4-BE49-F238E27FC236}">
                      <a16:creationId xmlns:a16="http://schemas.microsoft.com/office/drawing/2014/main" id="{1AB64195-DE06-C65A-6DF6-A8749CCDE060}"/>
                    </a:ext>
                  </a:extLst>
                </p:cNvPr>
                <p:cNvPicPr/>
                <p:nvPr/>
              </p:nvPicPr>
              <p:blipFill>
                <a:blip r:embed="rId273"/>
                <a:stretch>
                  <a:fillRect/>
                </a:stretch>
              </p:blipFill>
              <p:spPr>
                <a:xfrm>
                  <a:off x="8050080" y="4817760"/>
                  <a:ext cx="25596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56" name="Ink 155">
                  <a:extLst>
                    <a:ext uri="{FF2B5EF4-FFF2-40B4-BE49-F238E27FC236}">
                      <a16:creationId xmlns:a16="http://schemas.microsoft.com/office/drawing/2014/main" id="{6C179427-62A0-6EC0-289F-4BAFD231DC2F}"/>
                    </a:ext>
                  </a:extLst>
                </p14:cNvPr>
                <p14:cNvContentPartPr/>
                <p14:nvPr/>
              </p14:nvContentPartPr>
              <p14:xfrm>
                <a:off x="5357640" y="5722080"/>
                <a:ext cx="197280" cy="145080"/>
              </p14:xfrm>
            </p:contentPart>
          </mc:Choice>
          <mc:Fallback xmlns="">
            <p:pic>
              <p:nvPicPr>
                <p:cNvPr id="156" name="Ink 155">
                  <a:extLst>
                    <a:ext uri="{FF2B5EF4-FFF2-40B4-BE49-F238E27FC236}">
                      <a16:creationId xmlns:a16="http://schemas.microsoft.com/office/drawing/2014/main" id="{6C179427-62A0-6EC0-289F-4BAFD231DC2F}"/>
                    </a:ext>
                  </a:extLst>
                </p:cNvPr>
                <p:cNvPicPr/>
                <p:nvPr/>
              </p:nvPicPr>
              <p:blipFill>
                <a:blip r:embed="rId275"/>
                <a:stretch>
                  <a:fillRect/>
                </a:stretch>
              </p:blipFill>
              <p:spPr>
                <a:xfrm>
                  <a:off x="5353320" y="5717760"/>
                  <a:ext cx="2059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57" name="Ink 156">
                  <a:extLst>
                    <a:ext uri="{FF2B5EF4-FFF2-40B4-BE49-F238E27FC236}">
                      <a16:creationId xmlns:a16="http://schemas.microsoft.com/office/drawing/2014/main" id="{FD27D94D-315E-07EB-57AD-BBCF9DC3DB6E}"/>
                    </a:ext>
                  </a:extLst>
                </p14:cNvPr>
                <p14:cNvContentPartPr/>
                <p14:nvPr/>
              </p14:nvContentPartPr>
              <p14:xfrm>
                <a:off x="5646360" y="5588520"/>
                <a:ext cx="111960" cy="104760"/>
              </p14:xfrm>
            </p:contentPart>
          </mc:Choice>
          <mc:Fallback xmlns="">
            <p:pic>
              <p:nvPicPr>
                <p:cNvPr id="157" name="Ink 156">
                  <a:extLst>
                    <a:ext uri="{FF2B5EF4-FFF2-40B4-BE49-F238E27FC236}">
                      <a16:creationId xmlns:a16="http://schemas.microsoft.com/office/drawing/2014/main" id="{FD27D94D-315E-07EB-57AD-BBCF9DC3DB6E}"/>
                    </a:ext>
                  </a:extLst>
                </p:cNvPr>
                <p:cNvPicPr/>
                <p:nvPr/>
              </p:nvPicPr>
              <p:blipFill>
                <a:blip r:embed="rId277"/>
                <a:stretch>
                  <a:fillRect/>
                </a:stretch>
              </p:blipFill>
              <p:spPr>
                <a:xfrm>
                  <a:off x="5642040" y="5584200"/>
                  <a:ext cx="1206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59" name="Ink 158">
                  <a:extLst>
                    <a:ext uri="{FF2B5EF4-FFF2-40B4-BE49-F238E27FC236}">
                      <a16:creationId xmlns:a16="http://schemas.microsoft.com/office/drawing/2014/main" id="{07C3FF59-BFFC-665E-C6BC-5CFC80DB8167}"/>
                    </a:ext>
                  </a:extLst>
                </p14:cNvPr>
                <p14:cNvContentPartPr/>
                <p14:nvPr/>
              </p14:nvContentPartPr>
              <p14:xfrm>
                <a:off x="5825280" y="5804160"/>
                <a:ext cx="246600" cy="53280"/>
              </p14:xfrm>
            </p:contentPart>
          </mc:Choice>
          <mc:Fallback xmlns="">
            <p:pic>
              <p:nvPicPr>
                <p:cNvPr id="159" name="Ink 158">
                  <a:extLst>
                    <a:ext uri="{FF2B5EF4-FFF2-40B4-BE49-F238E27FC236}">
                      <a16:creationId xmlns:a16="http://schemas.microsoft.com/office/drawing/2014/main" id="{07C3FF59-BFFC-665E-C6BC-5CFC80DB8167}"/>
                    </a:ext>
                  </a:extLst>
                </p:cNvPr>
                <p:cNvPicPr/>
                <p:nvPr/>
              </p:nvPicPr>
              <p:blipFill>
                <a:blip r:embed="rId279"/>
                <a:stretch>
                  <a:fillRect/>
                </a:stretch>
              </p:blipFill>
              <p:spPr>
                <a:xfrm>
                  <a:off x="5820960" y="5799840"/>
                  <a:ext cx="2552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0" name="Ink 159">
                  <a:extLst>
                    <a:ext uri="{FF2B5EF4-FFF2-40B4-BE49-F238E27FC236}">
                      <a16:creationId xmlns:a16="http://schemas.microsoft.com/office/drawing/2014/main" id="{669CC858-FFE3-6556-C86E-F72DF9DC1826}"/>
                    </a:ext>
                  </a:extLst>
                </p14:cNvPr>
                <p14:cNvContentPartPr/>
                <p14:nvPr/>
              </p14:nvContentPartPr>
              <p14:xfrm>
                <a:off x="6210480" y="5677080"/>
                <a:ext cx="237960" cy="119880"/>
              </p14:xfrm>
            </p:contentPart>
          </mc:Choice>
          <mc:Fallback xmlns="">
            <p:pic>
              <p:nvPicPr>
                <p:cNvPr id="160" name="Ink 159">
                  <a:extLst>
                    <a:ext uri="{FF2B5EF4-FFF2-40B4-BE49-F238E27FC236}">
                      <a16:creationId xmlns:a16="http://schemas.microsoft.com/office/drawing/2014/main" id="{669CC858-FFE3-6556-C86E-F72DF9DC1826}"/>
                    </a:ext>
                  </a:extLst>
                </p:cNvPr>
                <p:cNvPicPr/>
                <p:nvPr/>
              </p:nvPicPr>
              <p:blipFill>
                <a:blip r:embed="rId281"/>
                <a:stretch>
                  <a:fillRect/>
                </a:stretch>
              </p:blipFill>
              <p:spPr>
                <a:xfrm>
                  <a:off x="6206160" y="5672760"/>
                  <a:ext cx="2466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1" name="Ink 160">
                  <a:extLst>
                    <a:ext uri="{FF2B5EF4-FFF2-40B4-BE49-F238E27FC236}">
                      <a16:creationId xmlns:a16="http://schemas.microsoft.com/office/drawing/2014/main" id="{5D8BE2AD-5E58-E5A5-B4F8-309F7481FC99}"/>
                    </a:ext>
                  </a:extLst>
                </p14:cNvPr>
                <p14:cNvContentPartPr/>
                <p14:nvPr/>
              </p14:nvContentPartPr>
              <p14:xfrm>
                <a:off x="6743640" y="5684640"/>
                <a:ext cx="158040" cy="2880"/>
              </p14:xfrm>
            </p:contentPart>
          </mc:Choice>
          <mc:Fallback xmlns="">
            <p:pic>
              <p:nvPicPr>
                <p:cNvPr id="161" name="Ink 160">
                  <a:extLst>
                    <a:ext uri="{FF2B5EF4-FFF2-40B4-BE49-F238E27FC236}">
                      <a16:creationId xmlns:a16="http://schemas.microsoft.com/office/drawing/2014/main" id="{5D8BE2AD-5E58-E5A5-B4F8-309F7481FC99}"/>
                    </a:ext>
                  </a:extLst>
                </p:cNvPr>
                <p:cNvPicPr/>
                <p:nvPr/>
              </p:nvPicPr>
              <p:blipFill>
                <a:blip r:embed="rId283"/>
                <a:stretch>
                  <a:fillRect/>
                </a:stretch>
              </p:blipFill>
              <p:spPr>
                <a:xfrm>
                  <a:off x="6739320" y="5680320"/>
                  <a:ext cx="16668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2" name="Ink 161">
                  <a:extLst>
                    <a:ext uri="{FF2B5EF4-FFF2-40B4-BE49-F238E27FC236}">
                      <a16:creationId xmlns:a16="http://schemas.microsoft.com/office/drawing/2014/main" id="{36A8D883-4B5C-C795-2DE3-265D373E6717}"/>
                    </a:ext>
                  </a:extLst>
                </p14:cNvPr>
                <p14:cNvContentPartPr/>
                <p14:nvPr/>
              </p14:nvContentPartPr>
              <p14:xfrm>
                <a:off x="7105440" y="5602560"/>
                <a:ext cx="219960" cy="113760"/>
              </p14:xfrm>
            </p:contentPart>
          </mc:Choice>
          <mc:Fallback xmlns="">
            <p:pic>
              <p:nvPicPr>
                <p:cNvPr id="162" name="Ink 161">
                  <a:extLst>
                    <a:ext uri="{FF2B5EF4-FFF2-40B4-BE49-F238E27FC236}">
                      <a16:creationId xmlns:a16="http://schemas.microsoft.com/office/drawing/2014/main" id="{36A8D883-4B5C-C795-2DE3-265D373E6717}"/>
                    </a:ext>
                  </a:extLst>
                </p:cNvPr>
                <p:cNvPicPr/>
                <p:nvPr/>
              </p:nvPicPr>
              <p:blipFill>
                <a:blip r:embed="rId285"/>
                <a:stretch>
                  <a:fillRect/>
                </a:stretch>
              </p:blipFill>
              <p:spPr>
                <a:xfrm>
                  <a:off x="7101120" y="5598240"/>
                  <a:ext cx="2286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3" name="Ink 162">
                  <a:extLst>
                    <a:ext uri="{FF2B5EF4-FFF2-40B4-BE49-F238E27FC236}">
                      <a16:creationId xmlns:a16="http://schemas.microsoft.com/office/drawing/2014/main" id="{2893D965-00F3-BDF4-A5E3-075B3C05E2C8}"/>
                    </a:ext>
                  </a:extLst>
                </p14:cNvPr>
                <p14:cNvContentPartPr/>
                <p14:nvPr/>
              </p14:nvContentPartPr>
              <p14:xfrm>
                <a:off x="7681080" y="5494920"/>
                <a:ext cx="13680" cy="161640"/>
              </p14:xfrm>
            </p:contentPart>
          </mc:Choice>
          <mc:Fallback xmlns="">
            <p:pic>
              <p:nvPicPr>
                <p:cNvPr id="163" name="Ink 162">
                  <a:extLst>
                    <a:ext uri="{FF2B5EF4-FFF2-40B4-BE49-F238E27FC236}">
                      <a16:creationId xmlns:a16="http://schemas.microsoft.com/office/drawing/2014/main" id="{2893D965-00F3-BDF4-A5E3-075B3C05E2C8}"/>
                    </a:ext>
                  </a:extLst>
                </p:cNvPr>
                <p:cNvPicPr/>
                <p:nvPr/>
              </p:nvPicPr>
              <p:blipFill>
                <a:blip r:embed="rId287"/>
                <a:stretch>
                  <a:fillRect/>
                </a:stretch>
              </p:blipFill>
              <p:spPr>
                <a:xfrm>
                  <a:off x="7676760" y="5490600"/>
                  <a:ext cx="223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4" name="Ink 163">
                  <a:extLst>
                    <a:ext uri="{FF2B5EF4-FFF2-40B4-BE49-F238E27FC236}">
                      <a16:creationId xmlns:a16="http://schemas.microsoft.com/office/drawing/2014/main" id="{243625F0-F7CF-1FDD-60DF-C65ADEE5D9EF}"/>
                    </a:ext>
                  </a:extLst>
                </p14:cNvPr>
                <p14:cNvContentPartPr/>
                <p14:nvPr/>
              </p14:nvContentPartPr>
              <p14:xfrm>
                <a:off x="7638600" y="5579160"/>
                <a:ext cx="138960" cy="14040"/>
              </p14:xfrm>
            </p:contentPart>
          </mc:Choice>
          <mc:Fallback xmlns="">
            <p:pic>
              <p:nvPicPr>
                <p:cNvPr id="164" name="Ink 163">
                  <a:extLst>
                    <a:ext uri="{FF2B5EF4-FFF2-40B4-BE49-F238E27FC236}">
                      <a16:creationId xmlns:a16="http://schemas.microsoft.com/office/drawing/2014/main" id="{243625F0-F7CF-1FDD-60DF-C65ADEE5D9EF}"/>
                    </a:ext>
                  </a:extLst>
                </p:cNvPr>
                <p:cNvPicPr/>
                <p:nvPr/>
              </p:nvPicPr>
              <p:blipFill>
                <a:blip r:embed="rId289"/>
                <a:stretch>
                  <a:fillRect/>
                </a:stretch>
              </p:blipFill>
              <p:spPr>
                <a:xfrm>
                  <a:off x="7634280" y="5574840"/>
                  <a:ext cx="147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5" name="Ink 164">
                  <a:extLst>
                    <a:ext uri="{FF2B5EF4-FFF2-40B4-BE49-F238E27FC236}">
                      <a16:creationId xmlns:a16="http://schemas.microsoft.com/office/drawing/2014/main" id="{19AD92AF-486B-0CCD-8A3E-957844116F21}"/>
                    </a:ext>
                  </a:extLst>
                </p14:cNvPr>
                <p14:cNvContentPartPr/>
                <p14:nvPr/>
              </p14:nvContentPartPr>
              <p14:xfrm>
                <a:off x="8073840" y="5432640"/>
                <a:ext cx="21600" cy="195120"/>
              </p14:xfrm>
            </p:contentPart>
          </mc:Choice>
          <mc:Fallback xmlns="">
            <p:pic>
              <p:nvPicPr>
                <p:cNvPr id="165" name="Ink 164">
                  <a:extLst>
                    <a:ext uri="{FF2B5EF4-FFF2-40B4-BE49-F238E27FC236}">
                      <a16:creationId xmlns:a16="http://schemas.microsoft.com/office/drawing/2014/main" id="{19AD92AF-486B-0CCD-8A3E-957844116F21}"/>
                    </a:ext>
                  </a:extLst>
                </p:cNvPr>
                <p:cNvPicPr/>
                <p:nvPr/>
              </p:nvPicPr>
              <p:blipFill>
                <a:blip r:embed="rId291"/>
                <a:stretch>
                  <a:fillRect/>
                </a:stretch>
              </p:blipFill>
              <p:spPr>
                <a:xfrm>
                  <a:off x="8069520" y="5428320"/>
                  <a:ext cx="302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67" name="Ink 166">
                  <a:extLst>
                    <a:ext uri="{FF2B5EF4-FFF2-40B4-BE49-F238E27FC236}">
                      <a16:creationId xmlns:a16="http://schemas.microsoft.com/office/drawing/2014/main" id="{111A8327-5AD6-408B-8E81-F163434C8C23}"/>
                    </a:ext>
                  </a:extLst>
                </p14:cNvPr>
                <p14:cNvContentPartPr/>
                <p14:nvPr/>
              </p14:nvContentPartPr>
              <p14:xfrm>
                <a:off x="5530800" y="6021960"/>
                <a:ext cx="144720" cy="114480"/>
              </p14:xfrm>
            </p:contentPart>
          </mc:Choice>
          <mc:Fallback xmlns="">
            <p:pic>
              <p:nvPicPr>
                <p:cNvPr id="167" name="Ink 166">
                  <a:extLst>
                    <a:ext uri="{FF2B5EF4-FFF2-40B4-BE49-F238E27FC236}">
                      <a16:creationId xmlns:a16="http://schemas.microsoft.com/office/drawing/2014/main" id="{111A8327-5AD6-408B-8E81-F163434C8C23}"/>
                    </a:ext>
                  </a:extLst>
                </p:cNvPr>
                <p:cNvPicPr/>
                <p:nvPr/>
              </p:nvPicPr>
              <p:blipFill>
                <a:blip r:embed="rId293"/>
                <a:stretch>
                  <a:fillRect/>
                </a:stretch>
              </p:blipFill>
              <p:spPr>
                <a:xfrm>
                  <a:off x="5526480" y="6017640"/>
                  <a:ext cx="1533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68" name="Ink 167">
                  <a:extLst>
                    <a:ext uri="{FF2B5EF4-FFF2-40B4-BE49-F238E27FC236}">
                      <a16:creationId xmlns:a16="http://schemas.microsoft.com/office/drawing/2014/main" id="{A21D3961-FC9D-A6B4-0E3D-85DE84C70DA1}"/>
                    </a:ext>
                  </a:extLst>
                </p14:cNvPr>
                <p14:cNvContentPartPr/>
                <p14:nvPr/>
              </p14:nvContentPartPr>
              <p14:xfrm>
                <a:off x="5811240" y="5945280"/>
                <a:ext cx="108720" cy="105840"/>
              </p14:xfrm>
            </p:contentPart>
          </mc:Choice>
          <mc:Fallback xmlns="">
            <p:pic>
              <p:nvPicPr>
                <p:cNvPr id="168" name="Ink 167">
                  <a:extLst>
                    <a:ext uri="{FF2B5EF4-FFF2-40B4-BE49-F238E27FC236}">
                      <a16:creationId xmlns:a16="http://schemas.microsoft.com/office/drawing/2014/main" id="{A21D3961-FC9D-A6B4-0E3D-85DE84C70DA1}"/>
                    </a:ext>
                  </a:extLst>
                </p:cNvPr>
                <p:cNvPicPr/>
                <p:nvPr/>
              </p:nvPicPr>
              <p:blipFill>
                <a:blip r:embed="rId295"/>
                <a:stretch>
                  <a:fillRect/>
                </a:stretch>
              </p:blipFill>
              <p:spPr>
                <a:xfrm>
                  <a:off x="5806920" y="5940960"/>
                  <a:ext cx="1173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69" name="Ink 168">
                  <a:extLst>
                    <a:ext uri="{FF2B5EF4-FFF2-40B4-BE49-F238E27FC236}">
                      <a16:creationId xmlns:a16="http://schemas.microsoft.com/office/drawing/2014/main" id="{493B7715-EA31-7E41-CE9E-4B7100C32E2B}"/>
                    </a:ext>
                  </a:extLst>
                </p14:cNvPr>
                <p14:cNvContentPartPr/>
                <p14:nvPr/>
              </p14:nvContentPartPr>
              <p14:xfrm>
                <a:off x="6154680" y="6119520"/>
                <a:ext cx="154440" cy="3960"/>
              </p14:xfrm>
            </p:contentPart>
          </mc:Choice>
          <mc:Fallback xmlns="">
            <p:pic>
              <p:nvPicPr>
                <p:cNvPr id="169" name="Ink 168">
                  <a:extLst>
                    <a:ext uri="{FF2B5EF4-FFF2-40B4-BE49-F238E27FC236}">
                      <a16:creationId xmlns:a16="http://schemas.microsoft.com/office/drawing/2014/main" id="{493B7715-EA31-7E41-CE9E-4B7100C32E2B}"/>
                    </a:ext>
                  </a:extLst>
                </p:cNvPr>
                <p:cNvPicPr/>
                <p:nvPr/>
              </p:nvPicPr>
              <p:blipFill>
                <a:blip r:embed="rId297"/>
                <a:stretch>
                  <a:fillRect/>
                </a:stretch>
              </p:blipFill>
              <p:spPr>
                <a:xfrm>
                  <a:off x="6150360" y="6115200"/>
                  <a:ext cx="1630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0" name="Ink 169">
                  <a:extLst>
                    <a:ext uri="{FF2B5EF4-FFF2-40B4-BE49-F238E27FC236}">
                      <a16:creationId xmlns:a16="http://schemas.microsoft.com/office/drawing/2014/main" id="{3562AD95-6C6A-AD18-25DB-42B6B21395B7}"/>
                    </a:ext>
                  </a:extLst>
                </p14:cNvPr>
                <p14:cNvContentPartPr/>
                <p14:nvPr/>
              </p14:nvContentPartPr>
              <p14:xfrm>
                <a:off x="6485520" y="5995680"/>
                <a:ext cx="237240" cy="136440"/>
              </p14:xfrm>
            </p:contentPart>
          </mc:Choice>
          <mc:Fallback xmlns="">
            <p:pic>
              <p:nvPicPr>
                <p:cNvPr id="170" name="Ink 169">
                  <a:extLst>
                    <a:ext uri="{FF2B5EF4-FFF2-40B4-BE49-F238E27FC236}">
                      <a16:creationId xmlns:a16="http://schemas.microsoft.com/office/drawing/2014/main" id="{3562AD95-6C6A-AD18-25DB-42B6B21395B7}"/>
                    </a:ext>
                  </a:extLst>
                </p:cNvPr>
                <p:cNvPicPr/>
                <p:nvPr/>
              </p:nvPicPr>
              <p:blipFill>
                <a:blip r:embed="rId299"/>
                <a:stretch>
                  <a:fillRect/>
                </a:stretch>
              </p:blipFill>
              <p:spPr>
                <a:xfrm>
                  <a:off x="6481200" y="5991360"/>
                  <a:ext cx="2458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1" name="Ink 170">
                  <a:extLst>
                    <a:ext uri="{FF2B5EF4-FFF2-40B4-BE49-F238E27FC236}">
                      <a16:creationId xmlns:a16="http://schemas.microsoft.com/office/drawing/2014/main" id="{E42CBC5B-0EEC-0A20-C2A1-148E0EC50334}"/>
                    </a:ext>
                  </a:extLst>
                </p14:cNvPr>
                <p14:cNvContentPartPr/>
                <p14:nvPr/>
              </p14:nvContentPartPr>
              <p14:xfrm>
                <a:off x="6797640" y="5985600"/>
                <a:ext cx="216360" cy="97920"/>
              </p14:xfrm>
            </p:contentPart>
          </mc:Choice>
          <mc:Fallback xmlns="">
            <p:pic>
              <p:nvPicPr>
                <p:cNvPr id="171" name="Ink 170">
                  <a:extLst>
                    <a:ext uri="{FF2B5EF4-FFF2-40B4-BE49-F238E27FC236}">
                      <a16:creationId xmlns:a16="http://schemas.microsoft.com/office/drawing/2014/main" id="{E42CBC5B-0EEC-0A20-C2A1-148E0EC50334}"/>
                    </a:ext>
                  </a:extLst>
                </p:cNvPr>
                <p:cNvPicPr/>
                <p:nvPr/>
              </p:nvPicPr>
              <p:blipFill>
                <a:blip r:embed="rId301"/>
                <a:stretch>
                  <a:fillRect/>
                </a:stretch>
              </p:blipFill>
              <p:spPr>
                <a:xfrm>
                  <a:off x="6793320" y="5981280"/>
                  <a:ext cx="2250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2" name="Ink 171">
                  <a:extLst>
                    <a:ext uri="{FF2B5EF4-FFF2-40B4-BE49-F238E27FC236}">
                      <a16:creationId xmlns:a16="http://schemas.microsoft.com/office/drawing/2014/main" id="{CE31C098-5621-4674-B41F-E8A439A25197}"/>
                    </a:ext>
                  </a:extLst>
                </p14:cNvPr>
                <p14:cNvContentPartPr/>
                <p14:nvPr/>
              </p14:nvContentPartPr>
              <p14:xfrm>
                <a:off x="7478760" y="5910720"/>
                <a:ext cx="21600" cy="138960"/>
              </p14:xfrm>
            </p:contentPart>
          </mc:Choice>
          <mc:Fallback xmlns="">
            <p:pic>
              <p:nvPicPr>
                <p:cNvPr id="172" name="Ink 171">
                  <a:extLst>
                    <a:ext uri="{FF2B5EF4-FFF2-40B4-BE49-F238E27FC236}">
                      <a16:creationId xmlns:a16="http://schemas.microsoft.com/office/drawing/2014/main" id="{CE31C098-5621-4674-B41F-E8A439A25197}"/>
                    </a:ext>
                  </a:extLst>
                </p:cNvPr>
                <p:cNvPicPr/>
                <p:nvPr/>
              </p:nvPicPr>
              <p:blipFill>
                <a:blip r:embed="rId303"/>
                <a:stretch>
                  <a:fillRect/>
                </a:stretch>
              </p:blipFill>
              <p:spPr>
                <a:xfrm>
                  <a:off x="7474440" y="5906400"/>
                  <a:ext cx="302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73" name="Ink 172">
                  <a:extLst>
                    <a:ext uri="{FF2B5EF4-FFF2-40B4-BE49-F238E27FC236}">
                      <a16:creationId xmlns:a16="http://schemas.microsoft.com/office/drawing/2014/main" id="{E1F96B9F-00C9-8BD5-2213-6382CE952BE9}"/>
                    </a:ext>
                  </a:extLst>
                </p14:cNvPr>
                <p14:cNvContentPartPr/>
                <p14:nvPr/>
              </p14:nvContentPartPr>
              <p14:xfrm>
                <a:off x="7363560" y="5961120"/>
                <a:ext cx="252360" cy="41040"/>
              </p14:xfrm>
            </p:contentPart>
          </mc:Choice>
          <mc:Fallback xmlns="">
            <p:pic>
              <p:nvPicPr>
                <p:cNvPr id="173" name="Ink 172">
                  <a:extLst>
                    <a:ext uri="{FF2B5EF4-FFF2-40B4-BE49-F238E27FC236}">
                      <a16:creationId xmlns:a16="http://schemas.microsoft.com/office/drawing/2014/main" id="{E1F96B9F-00C9-8BD5-2213-6382CE952BE9}"/>
                    </a:ext>
                  </a:extLst>
                </p:cNvPr>
                <p:cNvPicPr/>
                <p:nvPr/>
              </p:nvPicPr>
              <p:blipFill>
                <a:blip r:embed="rId305"/>
                <a:stretch>
                  <a:fillRect/>
                </a:stretch>
              </p:blipFill>
              <p:spPr>
                <a:xfrm>
                  <a:off x="7359240" y="5956800"/>
                  <a:ext cx="2610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74" name="Ink 173">
                  <a:extLst>
                    <a:ext uri="{FF2B5EF4-FFF2-40B4-BE49-F238E27FC236}">
                      <a16:creationId xmlns:a16="http://schemas.microsoft.com/office/drawing/2014/main" id="{93FB9A49-1B39-8C6D-348B-2D6FC2595447}"/>
                    </a:ext>
                  </a:extLst>
                </p14:cNvPr>
                <p14:cNvContentPartPr/>
                <p14:nvPr/>
              </p14:nvContentPartPr>
              <p14:xfrm>
                <a:off x="7827240" y="5808480"/>
                <a:ext cx="96480" cy="266400"/>
              </p14:xfrm>
            </p:contentPart>
          </mc:Choice>
          <mc:Fallback xmlns="">
            <p:pic>
              <p:nvPicPr>
                <p:cNvPr id="174" name="Ink 173">
                  <a:extLst>
                    <a:ext uri="{FF2B5EF4-FFF2-40B4-BE49-F238E27FC236}">
                      <a16:creationId xmlns:a16="http://schemas.microsoft.com/office/drawing/2014/main" id="{93FB9A49-1B39-8C6D-348B-2D6FC2595447}"/>
                    </a:ext>
                  </a:extLst>
                </p:cNvPr>
                <p:cNvPicPr/>
                <p:nvPr/>
              </p:nvPicPr>
              <p:blipFill>
                <a:blip r:embed="rId307"/>
                <a:stretch>
                  <a:fillRect/>
                </a:stretch>
              </p:blipFill>
              <p:spPr>
                <a:xfrm>
                  <a:off x="7822920" y="5804160"/>
                  <a:ext cx="105120" cy="275040"/>
                </a:xfrm>
                <a:prstGeom prst="rect">
                  <a:avLst/>
                </a:prstGeom>
              </p:spPr>
            </p:pic>
          </mc:Fallback>
        </mc:AlternateContent>
      </p:grpSp>
      <p:grpSp>
        <p:nvGrpSpPr>
          <p:cNvPr id="183" name="Group 182">
            <a:extLst>
              <a:ext uri="{FF2B5EF4-FFF2-40B4-BE49-F238E27FC236}">
                <a16:creationId xmlns:a16="http://schemas.microsoft.com/office/drawing/2014/main" id="{3D75361C-F262-990E-ECE8-D8074376FE3D}"/>
              </a:ext>
            </a:extLst>
          </p:cNvPr>
          <p:cNvGrpSpPr/>
          <p:nvPr/>
        </p:nvGrpSpPr>
        <p:grpSpPr>
          <a:xfrm>
            <a:off x="5567520" y="1314600"/>
            <a:ext cx="508320" cy="498240"/>
            <a:chOff x="5567520" y="1314600"/>
            <a:chExt cx="508320" cy="498240"/>
          </a:xfrm>
        </p:grpSpPr>
        <mc:AlternateContent xmlns:mc="http://schemas.openxmlformats.org/markup-compatibility/2006" xmlns:p14="http://schemas.microsoft.com/office/powerpoint/2010/main">
          <mc:Choice Requires="p14">
            <p:contentPart p14:bwMode="auto" r:id="rId308">
              <p14:nvContentPartPr>
                <p14:cNvPr id="178" name="Ink 177">
                  <a:extLst>
                    <a:ext uri="{FF2B5EF4-FFF2-40B4-BE49-F238E27FC236}">
                      <a16:creationId xmlns:a16="http://schemas.microsoft.com/office/drawing/2014/main" id="{D6C4136E-2897-81F9-DE6B-2FDA04A5E4D0}"/>
                    </a:ext>
                  </a:extLst>
                </p14:cNvPr>
                <p14:cNvContentPartPr/>
                <p14:nvPr/>
              </p14:nvContentPartPr>
              <p14:xfrm>
                <a:off x="5567520" y="1525200"/>
                <a:ext cx="146520" cy="11520"/>
              </p14:xfrm>
            </p:contentPart>
          </mc:Choice>
          <mc:Fallback xmlns="">
            <p:pic>
              <p:nvPicPr>
                <p:cNvPr id="178" name="Ink 177">
                  <a:extLst>
                    <a:ext uri="{FF2B5EF4-FFF2-40B4-BE49-F238E27FC236}">
                      <a16:creationId xmlns:a16="http://schemas.microsoft.com/office/drawing/2014/main" id="{D6C4136E-2897-81F9-DE6B-2FDA04A5E4D0}"/>
                    </a:ext>
                  </a:extLst>
                </p:cNvPr>
                <p:cNvPicPr/>
                <p:nvPr/>
              </p:nvPicPr>
              <p:blipFill>
                <a:blip r:embed="rId309"/>
                <a:stretch>
                  <a:fillRect/>
                </a:stretch>
              </p:blipFill>
              <p:spPr>
                <a:xfrm>
                  <a:off x="5563200" y="1520880"/>
                  <a:ext cx="1551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79" name="Ink 178">
                  <a:extLst>
                    <a:ext uri="{FF2B5EF4-FFF2-40B4-BE49-F238E27FC236}">
                      <a16:creationId xmlns:a16="http://schemas.microsoft.com/office/drawing/2014/main" id="{A7415EDE-9859-0CF2-0499-F8475A061AB3}"/>
                    </a:ext>
                  </a:extLst>
                </p14:cNvPr>
                <p14:cNvContentPartPr/>
                <p14:nvPr/>
              </p14:nvContentPartPr>
              <p14:xfrm>
                <a:off x="5602080" y="1509720"/>
                <a:ext cx="281520" cy="303120"/>
              </p14:xfrm>
            </p:contentPart>
          </mc:Choice>
          <mc:Fallback xmlns="">
            <p:pic>
              <p:nvPicPr>
                <p:cNvPr id="179" name="Ink 178">
                  <a:extLst>
                    <a:ext uri="{FF2B5EF4-FFF2-40B4-BE49-F238E27FC236}">
                      <a16:creationId xmlns:a16="http://schemas.microsoft.com/office/drawing/2014/main" id="{A7415EDE-9859-0CF2-0499-F8475A061AB3}"/>
                    </a:ext>
                  </a:extLst>
                </p:cNvPr>
                <p:cNvPicPr/>
                <p:nvPr/>
              </p:nvPicPr>
              <p:blipFill>
                <a:blip r:embed="rId311"/>
                <a:stretch>
                  <a:fillRect/>
                </a:stretch>
              </p:blipFill>
              <p:spPr>
                <a:xfrm>
                  <a:off x="5597760" y="1505400"/>
                  <a:ext cx="2901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80" name="Ink 179">
                  <a:extLst>
                    <a:ext uri="{FF2B5EF4-FFF2-40B4-BE49-F238E27FC236}">
                      <a16:creationId xmlns:a16="http://schemas.microsoft.com/office/drawing/2014/main" id="{97095DEC-7CC2-4CEF-F033-BFD59B6657A2}"/>
                    </a:ext>
                  </a:extLst>
                </p14:cNvPr>
                <p14:cNvContentPartPr/>
                <p14:nvPr/>
              </p14:nvContentPartPr>
              <p14:xfrm>
                <a:off x="5827440" y="1314600"/>
                <a:ext cx="69480" cy="86040"/>
              </p14:xfrm>
            </p:contentPart>
          </mc:Choice>
          <mc:Fallback xmlns="">
            <p:pic>
              <p:nvPicPr>
                <p:cNvPr id="180" name="Ink 179">
                  <a:extLst>
                    <a:ext uri="{FF2B5EF4-FFF2-40B4-BE49-F238E27FC236}">
                      <a16:creationId xmlns:a16="http://schemas.microsoft.com/office/drawing/2014/main" id="{97095DEC-7CC2-4CEF-F033-BFD59B6657A2}"/>
                    </a:ext>
                  </a:extLst>
                </p:cNvPr>
                <p:cNvPicPr/>
                <p:nvPr/>
              </p:nvPicPr>
              <p:blipFill>
                <a:blip r:embed="rId313"/>
                <a:stretch>
                  <a:fillRect/>
                </a:stretch>
              </p:blipFill>
              <p:spPr>
                <a:xfrm>
                  <a:off x="5823120" y="1310280"/>
                  <a:ext cx="781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81" name="Ink 180">
                  <a:extLst>
                    <a:ext uri="{FF2B5EF4-FFF2-40B4-BE49-F238E27FC236}">
                      <a16:creationId xmlns:a16="http://schemas.microsoft.com/office/drawing/2014/main" id="{04AF8A74-08DB-0850-1715-3B1232DD5F6E}"/>
                    </a:ext>
                  </a:extLst>
                </p14:cNvPr>
                <p14:cNvContentPartPr/>
                <p14:nvPr/>
              </p14:nvContentPartPr>
              <p14:xfrm>
                <a:off x="6013920" y="1405680"/>
                <a:ext cx="61920" cy="49320"/>
              </p14:xfrm>
            </p:contentPart>
          </mc:Choice>
          <mc:Fallback xmlns="">
            <p:pic>
              <p:nvPicPr>
                <p:cNvPr id="181" name="Ink 180">
                  <a:extLst>
                    <a:ext uri="{FF2B5EF4-FFF2-40B4-BE49-F238E27FC236}">
                      <a16:creationId xmlns:a16="http://schemas.microsoft.com/office/drawing/2014/main" id="{04AF8A74-08DB-0850-1715-3B1232DD5F6E}"/>
                    </a:ext>
                  </a:extLst>
                </p:cNvPr>
                <p:cNvPicPr/>
                <p:nvPr/>
              </p:nvPicPr>
              <p:blipFill>
                <a:blip r:embed="rId315"/>
                <a:stretch>
                  <a:fillRect/>
                </a:stretch>
              </p:blipFill>
              <p:spPr>
                <a:xfrm>
                  <a:off x="6009600" y="1401360"/>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2" name="Ink 181">
                  <a:extLst>
                    <a:ext uri="{FF2B5EF4-FFF2-40B4-BE49-F238E27FC236}">
                      <a16:creationId xmlns:a16="http://schemas.microsoft.com/office/drawing/2014/main" id="{1381170E-6179-DE73-8A26-2A513C1F5CEA}"/>
                    </a:ext>
                  </a:extLst>
                </p14:cNvPr>
                <p14:cNvContentPartPr/>
                <p14:nvPr/>
              </p14:nvContentPartPr>
              <p14:xfrm>
                <a:off x="5986920" y="1583160"/>
                <a:ext cx="72000" cy="196200"/>
              </p14:xfrm>
            </p:contentPart>
          </mc:Choice>
          <mc:Fallback xmlns="">
            <p:pic>
              <p:nvPicPr>
                <p:cNvPr id="182" name="Ink 181">
                  <a:extLst>
                    <a:ext uri="{FF2B5EF4-FFF2-40B4-BE49-F238E27FC236}">
                      <a16:creationId xmlns:a16="http://schemas.microsoft.com/office/drawing/2014/main" id="{1381170E-6179-DE73-8A26-2A513C1F5CEA}"/>
                    </a:ext>
                  </a:extLst>
                </p:cNvPr>
                <p:cNvPicPr/>
                <p:nvPr/>
              </p:nvPicPr>
              <p:blipFill>
                <a:blip r:embed="rId317"/>
                <a:stretch>
                  <a:fillRect/>
                </a:stretch>
              </p:blipFill>
              <p:spPr>
                <a:xfrm>
                  <a:off x="5982600" y="1578840"/>
                  <a:ext cx="80640" cy="204840"/>
                </a:xfrm>
                <a:prstGeom prst="rect">
                  <a:avLst/>
                </a:prstGeom>
              </p:spPr>
            </p:pic>
          </mc:Fallback>
        </mc:AlternateContent>
      </p:grpSp>
    </p:spTree>
    <p:extLst>
      <p:ext uri="{BB962C8B-B14F-4D97-AF65-F5344CB8AC3E}">
        <p14:creationId xmlns:p14="http://schemas.microsoft.com/office/powerpoint/2010/main" val="3439655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14118B-42E1-75F4-81BD-559C8280BC01}"/>
              </a:ext>
            </a:extLst>
          </p:cNvPr>
          <p:cNvSpPr>
            <a:spLocks noGrp="1"/>
          </p:cNvSpPr>
          <p:nvPr>
            <p:ph type="sldNum" sz="quarter" idx="12"/>
          </p:nvPr>
        </p:nvSpPr>
        <p:spPr/>
        <p:txBody>
          <a:bodyPr/>
          <a:lstStyle/>
          <a:p>
            <a:fld id="{AD2B2EE5-B8BC-4D24-A25E-F2DF61737E68}" type="slidenum">
              <a:rPr lang="en-US" smtClean="0"/>
              <a:pPr/>
              <a:t>28</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1649E04-B167-84EC-DBCF-CF69ECACEFF8}"/>
                  </a:ext>
                </a:extLst>
              </p14:cNvPr>
              <p14:cNvContentPartPr/>
              <p14:nvPr/>
            </p14:nvContentPartPr>
            <p14:xfrm>
              <a:off x="3128880" y="2589360"/>
              <a:ext cx="281520" cy="518400"/>
            </p14:xfrm>
          </p:contentPart>
        </mc:Choice>
        <mc:Fallback xmlns="">
          <p:pic>
            <p:nvPicPr>
              <p:cNvPr id="3" name="Ink 2">
                <a:extLst>
                  <a:ext uri="{FF2B5EF4-FFF2-40B4-BE49-F238E27FC236}">
                    <a16:creationId xmlns:a16="http://schemas.microsoft.com/office/drawing/2014/main" id="{81649E04-B167-84EC-DBCF-CF69ECACEFF8}"/>
                  </a:ext>
                </a:extLst>
              </p:cNvPr>
              <p:cNvPicPr/>
              <p:nvPr/>
            </p:nvPicPr>
            <p:blipFill>
              <a:blip r:embed="rId3"/>
              <a:stretch>
                <a:fillRect/>
              </a:stretch>
            </p:blipFill>
            <p:spPr>
              <a:xfrm>
                <a:off x="3124560" y="2585040"/>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FE7871ED-F566-3583-6AD1-1BD78FED35AC}"/>
                  </a:ext>
                </a:extLst>
              </p14:cNvPr>
              <p14:cNvContentPartPr/>
              <p14:nvPr/>
            </p14:nvContentPartPr>
            <p14:xfrm>
              <a:off x="3471960" y="2588640"/>
              <a:ext cx="259560" cy="294480"/>
            </p14:xfrm>
          </p:contentPart>
        </mc:Choice>
        <mc:Fallback xmlns="">
          <p:pic>
            <p:nvPicPr>
              <p:cNvPr id="4" name="Ink 3">
                <a:extLst>
                  <a:ext uri="{FF2B5EF4-FFF2-40B4-BE49-F238E27FC236}">
                    <a16:creationId xmlns:a16="http://schemas.microsoft.com/office/drawing/2014/main" id="{FE7871ED-F566-3583-6AD1-1BD78FED35AC}"/>
                  </a:ext>
                </a:extLst>
              </p:cNvPr>
              <p:cNvPicPr/>
              <p:nvPr/>
            </p:nvPicPr>
            <p:blipFill>
              <a:blip r:embed="rId5"/>
              <a:stretch>
                <a:fillRect/>
              </a:stretch>
            </p:blipFill>
            <p:spPr>
              <a:xfrm>
                <a:off x="3467640" y="2584320"/>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D38B8103-AE04-4E7A-51C8-EE6A620987E7}"/>
                  </a:ext>
                </a:extLst>
              </p14:cNvPr>
              <p14:cNvContentPartPr/>
              <p14:nvPr/>
            </p14:nvContentPartPr>
            <p14:xfrm>
              <a:off x="3733320" y="2767920"/>
              <a:ext cx="152280" cy="93240"/>
            </p14:xfrm>
          </p:contentPart>
        </mc:Choice>
        <mc:Fallback xmlns="">
          <p:pic>
            <p:nvPicPr>
              <p:cNvPr id="5" name="Ink 4">
                <a:extLst>
                  <a:ext uri="{FF2B5EF4-FFF2-40B4-BE49-F238E27FC236}">
                    <a16:creationId xmlns:a16="http://schemas.microsoft.com/office/drawing/2014/main" id="{D38B8103-AE04-4E7A-51C8-EE6A620987E7}"/>
                  </a:ext>
                </a:extLst>
              </p:cNvPr>
              <p:cNvPicPr/>
              <p:nvPr/>
            </p:nvPicPr>
            <p:blipFill>
              <a:blip r:embed="rId7"/>
              <a:stretch>
                <a:fillRect/>
              </a:stretch>
            </p:blipFill>
            <p:spPr>
              <a:xfrm>
                <a:off x="3729000" y="2763600"/>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BA03C6A1-05A8-1026-AE4E-2697E349B721}"/>
                  </a:ext>
                </a:extLst>
              </p14:cNvPr>
              <p14:cNvContentPartPr/>
              <p14:nvPr/>
            </p14:nvContentPartPr>
            <p14:xfrm>
              <a:off x="3973800" y="2558040"/>
              <a:ext cx="104400" cy="272520"/>
            </p14:xfrm>
          </p:contentPart>
        </mc:Choice>
        <mc:Fallback xmlns="">
          <p:pic>
            <p:nvPicPr>
              <p:cNvPr id="6" name="Ink 5">
                <a:extLst>
                  <a:ext uri="{FF2B5EF4-FFF2-40B4-BE49-F238E27FC236}">
                    <a16:creationId xmlns:a16="http://schemas.microsoft.com/office/drawing/2014/main" id="{BA03C6A1-05A8-1026-AE4E-2697E349B721}"/>
                  </a:ext>
                </a:extLst>
              </p:cNvPr>
              <p:cNvPicPr/>
              <p:nvPr/>
            </p:nvPicPr>
            <p:blipFill>
              <a:blip r:embed="rId9"/>
              <a:stretch>
                <a:fillRect/>
              </a:stretch>
            </p:blipFill>
            <p:spPr>
              <a:xfrm>
                <a:off x="3969480" y="2553720"/>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F4D29A1-0B97-1303-E7A6-6C49074C3975}"/>
                  </a:ext>
                </a:extLst>
              </p14:cNvPr>
              <p14:cNvContentPartPr/>
              <p14:nvPr/>
            </p14:nvContentPartPr>
            <p14:xfrm>
              <a:off x="3912240" y="2716440"/>
              <a:ext cx="343080" cy="142560"/>
            </p14:xfrm>
          </p:contentPart>
        </mc:Choice>
        <mc:Fallback xmlns="">
          <p:pic>
            <p:nvPicPr>
              <p:cNvPr id="7" name="Ink 6">
                <a:extLst>
                  <a:ext uri="{FF2B5EF4-FFF2-40B4-BE49-F238E27FC236}">
                    <a16:creationId xmlns:a16="http://schemas.microsoft.com/office/drawing/2014/main" id="{8F4D29A1-0B97-1303-E7A6-6C49074C3975}"/>
                  </a:ext>
                </a:extLst>
              </p:cNvPr>
              <p:cNvPicPr/>
              <p:nvPr/>
            </p:nvPicPr>
            <p:blipFill>
              <a:blip r:embed="rId11"/>
              <a:stretch>
                <a:fillRect/>
              </a:stretch>
            </p:blipFill>
            <p:spPr>
              <a:xfrm>
                <a:off x="3907920" y="2712120"/>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0B97E0EE-3F3C-5AA8-3E5D-273ACF0070BE}"/>
                  </a:ext>
                </a:extLst>
              </p14:cNvPr>
              <p14:cNvContentPartPr/>
              <p14:nvPr/>
            </p14:nvContentPartPr>
            <p14:xfrm>
              <a:off x="4401120" y="2556240"/>
              <a:ext cx="244800" cy="399240"/>
            </p14:xfrm>
          </p:contentPart>
        </mc:Choice>
        <mc:Fallback xmlns="">
          <p:pic>
            <p:nvPicPr>
              <p:cNvPr id="8" name="Ink 7">
                <a:extLst>
                  <a:ext uri="{FF2B5EF4-FFF2-40B4-BE49-F238E27FC236}">
                    <a16:creationId xmlns:a16="http://schemas.microsoft.com/office/drawing/2014/main" id="{0B97E0EE-3F3C-5AA8-3E5D-273ACF0070BE}"/>
                  </a:ext>
                </a:extLst>
              </p:cNvPr>
              <p:cNvPicPr/>
              <p:nvPr/>
            </p:nvPicPr>
            <p:blipFill>
              <a:blip r:embed="rId13"/>
              <a:stretch>
                <a:fillRect/>
              </a:stretch>
            </p:blipFill>
            <p:spPr>
              <a:xfrm>
                <a:off x="4396800" y="2551920"/>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1643347D-6E3C-2570-8604-F6D4F7A5E57D}"/>
                  </a:ext>
                </a:extLst>
              </p14:cNvPr>
              <p14:cNvContentPartPr/>
              <p14:nvPr/>
            </p14:nvContentPartPr>
            <p14:xfrm>
              <a:off x="4647720" y="2763600"/>
              <a:ext cx="169920" cy="93960"/>
            </p14:xfrm>
          </p:contentPart>
        </mc:Choice>
        <mc:Fallback xmlns="">
          <p:pic>
            <p:nvPicPr>
              <p:cNvPr id="9" name="Ink 8">
                <a:extLst>
                  <a:ext uri="{FF2B5EF4-FFF2-40B4-BE49-F238E27FC236}">
                    <a16:creationId xmlns:a16="http://schemas.microsoft.com/office/drawing/2014/main" id="{1643347D-6E3C-2570-8604-F6D4F7A5E57D}"/>
                  </a:ext>
                </a:extLst>
              </p:cNvPr>
              <p:cNvPicPr/>
              <p:nvPr/>
            </p:nvPicPr>
            <p:blipFill>
              <a:blip r:embed="rId15"/>
              <a:stretch>
                <a:fillRect/>
              </a:stretch>
            </p:blipFill>
            <p:spPr>
              <a:xfrm>
                <a:off x="4643400" y="2759280"/>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66964CA4-D7DF-AB37-6712-900932ACAACD}"/>
                  </a:ext>
                </a:extLst>
              </p14:cNvPr>
              <p14:cNvContentPartPr/>
              <p14:nvPr/>
            </p14:nvContentPartPr>
            <p14:xfrm>
              <a:off x="4803600" y="2612760"/>
              <a:ext cx="7920" cy="34920"/>
            </p14:xfrm>
          </p:contentPart>
        </mc:Choice>
        <mc:Fallback xmlns="">
          <p:pic>
            <p:nvPicPr>
              <p:cNvPr id="10" name="Ink 9">
                <a:extLst>
                  <a:ext uri="{FF2B5EF4-FFF2-40B4-BE49-F238E27FC236}">
                    <a16:creationId xmlns:a16="http://schemas.microsoft.com/office/drawing/2014/main" id="{66964CA4-D7DF-AB37-6712-900932ACAACD}"/>
                  </a:ext>
                </a:extLst>
              </p:cNvPr>
              <p:cNvPicPr/>
              <p:nvPr/>
            </p:nvPicPr>
            <p:blipFill>
              <a:blip r:embed="rId17"/>
              <a:stretch>
                <a:fillRect/>
              </a:stretch>
            </p:blipFill>
            <p:spPr>
              <a:xfrm>
                <a:off x="4799280" y="2608440"/>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23F25D2-6162-7864-7D8B-F4F10FB7903C}"/>
                  </a:ext>
                </a:extLst>
              </p14:cNvPr>
              <p14:cNvContentPartPr/>
              <p14:nvPr/>
            </p14:nvContentPartPr>
            <p14:xfrm>
              <a:off x="4834200" y="2521320"/>
              <a:ext cx="216720" cy="330120"/>
            </p14:xfrm>
          </p:contentPart>
        </mc:Choice>
        <mc:Fallback xmlns="">
          <p:pic>
            <p:nvPicPr>
              <p:cNvPr id="11" name="Ink 10">
                <a:extLst>
                  <a:ext uri="{FF2B5EF4-FFF2-40B4-BE49-F238E27FC236}">
                    <a16:creationId xmlns:a16="http://schemas.microsoft.com/office/drawing/2014/main" id="{F23F25D2-6162-7864-7D8B-F4F10FB7903C}"/>
                  </a:ext>
                </a:extLst>
              </p:cNvPr>
              <p:cNvPicPr/>
              <p:nvPr/>
            </p:nvPicPr>
            <p:blipFill>
              <a:blip r:embed="rId19"/>
              <a:stretch>
                <a:fillRect/>
              </a:stretch>
            </p:blipFill>
            <p:spPr>
              <a:xfrm>
                <a:off x="4829880" y="2517000"/>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637F3868-94F2-549E-5846-63DFFE5DDA83}"/>
                  </a:ext>
                </a:extLst>
              </p14:cNvPr>
              <p14:cNvContentPartPr/>
              <p14:nvPr/>
            </p14:nvContentPartPr>
            <p14:xfrm>
              <a:off x="5234880" y="2584680"/>
              <a:ext cx="289440" cy="154800"/>
            </p14:xfrm>
          </p:contentPart>
        </mc:Choice>
        <mc:Fallback xmlns="">
          <p:pic>
            <p:nvPicPr>
              <p:cNvPr id="12" name="Ink 11">
                <a:extLst>
                  <a:ext uri="{FF2B5EF4-FFF2-40B4-BE49-F238E27FC236}">
                    <a16:creationId xmlns:a16="http://schemas.microsoft.com/office/drawing/2014/main" id="{637F3868-94F2-549E-5846-63DFFE5DDA83}"/>
                  </a:ext>
                </a:extLst>
              </p:cNvPr>
              <p:cNvPicPr/>
              <p:nvPr/>
            </p:nvPicPr>
            <p:blipFill>
              <a:blip r:embed="rId21"/>
              <a:stretch>
                <a:fillRect/>
              </a:stretch>
            </p:blipFill>
            <p:spPr>
              <a:xfrm>
                <a:off x="5230560" y="2580360"/>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C7D6D5EB-CD89-17FC-28D7-BA5CE98F281B}"/>
                  </a:ext>
                </a:extLst>
              </p14:cNvPr>
              <p14:cNvContentPartPr/>
              <p14:nvPr/>
            </p14:nvContentPartPr>
            <p14:xfrm>
              <a:off x="5613240" y="2384880"/>
              <a:ext cx="345600" cy="388440"/>
            </p14:xfrm>
          </p:contentPart>
        </mc:Choice>
        <mc:Fallback xmlns="">
          <p:pic>
            <p:nvPicPr>
              <p:cNvPr id="13" name="Ink 12">
                <a:extLst>
                  <a:ext uri="{FF2B5EF4-FFF2-40B4-BE49-F238E27FC236}">
                    <a16:creationId xmlns:a16="http://schemas.microsoft.com/office/drawing/2014/main" id="{C7D6D5EB-CD89-17FC-28D7-BA5CE98F281B}"/>
                  </a:ext>
                </a:extLst>
              </p:cNvPr>
              <p:cNvPicPr/>
              <p:nvPr/>
            </p:nvPicPr>
            <p:blipFill>
              <a:blip r:embed="rId23"/>
              <a:stretch>
                <a:fillRect/>
              </a:stretch>
            </p:blipFill>
            <p:spPr>
              <a:xfrm>
                <a:off x="5608920" y="2380560"/>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FD4D27FB-394C-906E-1160-02FEBE8E2865}"/>
                  </a:ext>
                </a:extLst>
              </p14:cNvPr>
              <p14:cNvContentPartPr/>
              <p14:nvPr/>
            </p14:nvContentPartPr>
            <p14:xfrm>
              <a:off x="5914200" y="2667480"/>
              <a:ext cx="152280" cy="120600"/>
            </p14:xfrm>
          </p:contentPart>
        </mc:Choice>
        <mc:Fallback xmlns="">
          <p:pic>
            <p:nvPicPr>
              <p:cNvPr id="14" name="Ink 13">
                <a:extLst>
                  <a:ext uri="{FF2B5EF4-FFF2-40B4-BE49-F238E27FC236}">
                    <a16:creationId xmlns:a16="http://schemas.microsoft.com/office/drawing/2014/main" id="{FD4D27FB-394C-906E-1160-02FEBE8E2865}"/>
                  </a:ext>
                </a:extLst>
              </p:cNvPr>
              <p:cNvPicPr/>
              <p:nvPr/>
            </p:nvPicPr>
            <p:blipFill>
              <a:blip r:embed="rId25"/>
              <a:stretch>
                <a:fillRect/>
              </a:stretch>
            </p:blipFill>
            <p:spPr>
              <a:xfrm>
                <a:off x="5909880" y="2663160"/>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3D3DA1D-6759-98BD-FC21-244EACFA1841}"/>
                  </a:ext>
                </a:extLst>
              </p14:cNvPr>
              <p14:cNvContentPartPr/>
              <p14:nvPr/>
            </p14:nvContentPartPr>
            <p14:xfrm>
              <a:off x="6102840" y="2406480"/>
              <a:ext cx="110160" cy="358200"/>
            </p14:xfrm>
          </p:contentPart>
        </mc:Choice>
        <mc:Fallback xmlns="">
          <p:pic>
            <p:nvPicPr>
              <p:cNvPr id="15" name="Ink 14">
                <a:extLst>
                  <a:ext uri="{FF2B5EF4-FFF2-40B4-BE49-F238E27FC236}">
                    <a16:creationId xmlns:a16="http://schemas.microsoft.com/office/drawing/2014/main" id="{E3D3DA1D-6759-98BD-FC21-244EACFA1841}"/>
                  </a:ext>
                </a:extLst>
              </p:cNvPr>
              <p:cNvPicPr/>
              <p:nvPr/>
            </p:nvPicPr>
            <p:blipFill>
              <a:blip r:embed="rId27"/>
              <a:stretch>
                <a:fillRect/>
              </a:stretch>
            </p:blipFill>
            <p:spPr>
              <a:xfrm>
                <a:off x="6098520" y="2402160"/>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529BC5A3-C861-31C1-549A-39E2531F3B4B}"/>
                  </a:ext>
                </a:extLst>
              </p14:cNvPr>
              <p14:cNvContentPartPr/>
              <p14:nvPr/>
            </p14:nvContentPartPr>
            <p14:xfrm>
              <a:off x="6066480" y="2605920"/>
              <a:ext cx="331560" cy="152640"/>
            </p14:xfrm>
          </p:contentPart>
        </mc:Choice>
        <mc:Fallback xmlns="">
          <p:pic>
            <p:nvPicPr>
              <p:cNvPr id="16" name="Ink 15">
                <a:extLst>
                  <a:ext uri="{FF2B5EF4-FFF2-40B4-BE49-F238E27FC236}">
                    <a16:creationId xmlns:a16="http://schemas.microsoft.com/office/drawing/2014/main" id="{529BC5A3-C861-31C1-549A-39E2531F3B4B}"/>
                  </a:ext>
                </a:extLst>
              </p:cNvPr>
              <p:cNvPicPr/>
              <p:nvPr/>
            </p:nvPicPr>
            <p:blipFill>
              <a:blip r:embed="rId29"/>
              <a:stretch>
                <a:fillRect/>
              </a:stretch>
            </p:blipFill>
            <p:spPr>
              <a:xfrm>
                <a:off x="6062160" y="2601600"/>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E79F5501-DDE3-4D08-514B-74BE7AF8EDF8}"/>
                  </a:ext>
                </a:extLst>
              </p14:cNvPr>
              <p14:cNvContentPartPr/>
              <p14:nvPr/>
            </p14:nvContentPartPr>
            <p14:xfrm>
              <a:off x="6449520" y="2508000"/>
              <a:ext cx="234720" cy="431640"/>
            </p14:xfrm>
          </p:contentPart>
        </mc:Choice>
        <mc:Fallback xmlns="">
          <p:pic>
            <p:nvPicPr>
              <p:cNvPr id="17" name="Ink 16">
                <a:extLst>
                  <a:ext uri="{FF2B5EF4-FFF2-40B4-BE49-F238E27FC236}">
                    <a16:creationId xmlns:a16="http://schemas.microsoft.com/office/drawing/2014/main" id="{E79F5501-DDE3-4D08-514B-74BE7AF8EDF8}"/>
                  </a:ext>
                </a:extLst>
              </p:cNvPr>
              <p:cNvPicPr/>
              <p:nvPr/>
            </p:nvPicPr>
            <p:blipFill>
              <a:blip r:embed="rId31"/>
              <a:stretch>
                <a:fillRect/>
              </a:stretch>
            </p:blipFill>
            <p:spPr>
              <a:xfrm>
                <a:off x="6445200" y="2503680"/>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4C0CB33B-5F99-5939-5AA7-49C0CF2A1DF7}"/>
                  </a:ext>
                </a:extLst>
              </p14:cNvPr>
              <p14:cNvContentPartPr/>
              <p14:nvPr/>
            </p14:nvContentPartPr>
            <p14:xfrm>
              <a:off x="6663000" y="2738400"/>
              <a:ext cx="133200" cy="72000"/>
            </p14:xfrm>
          </p:contentPart>
        </mc:Choice>
        <mc:Fallback xmlns="">
          <p:pic>
            <p:nvPicPr>
              <p:cNvPr id="18" name="Ink 17">
                <a:extLst>
                  <a:ext uri="{FF2B5EF4-FFF2-40B4-BE49-F238E27FC236}">
                    <a16:creationId xmlns:a16="http://schemas.microsoft.com/office/drawing/2014/main" id="{4C0CB33B-5F99-5939-5AA7-49C0CF2A1DF7}"/>
                  </a:ext>
                </a:extLst>
              </p:cNvPr>
              <p:cNvPicPr/>
              <p:nvPr/>
            </p:nvPicPr>
            <p:blipFill>
              <a:blip r:embed="rId33"/>
              <a:stretch>
                <a:fillRect/>
              </a:stretch>
            </p:blipFill>
            <p:spPr>
              <a:xfrm>
                <a:off x="6658680" y="2734080"/>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EBCB4769-93D1-97DC-DD55-20FF7E362328}"/>
                  </a:ext>
                </a:extLst>
              </p14:cNvPr>
              <p14:cNvContentPartPr/>
              <p14:nvPr/>
            </p14:nvContentPartPr>
            <p14:xfrm>
              <a:off x="6701520" y="2660280"/>
              <a:ext cx="37080" cy="15840"/>
            </p14:xfrm>
          </p:contentPart>
        </mc:Choice>
        <mc:Fallback xmlns="">
          <p:pic>
            <p:nvPicPr>
              <p:cNvPr id="19" name="Ink 18">
                <a:extLst>
                  <a:ext uri="{FF2B5EF4-FFF2-40B4-BE49-F238E27FC236}">
                    <a16:creationId xmlns:a16="http://schemas.microsoft.com/office/drawing/2014/main" id="{EBCB4769-93D1-97DC-DD55-20FF7E362328}"/>
                  </a:ext>
                </a:extLst>
              </p:cNvPr>
              <p:cNvPicPr/>
              <p:nvPr/>
            </p:nvPicPr>
            <p:blipFill>
              <a:blip r:embed="rId35"/>
              <a:stretch>
                <a:fillRect/>
              </a:stretch>
            </p:blipFill>
            <p:spPr>
              <a:xfrm>
                <a:off x="6697200" y="2655960"/>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E68EF05C-CB6D-3147-49AC-DDA67ED3BA8D}"/>
                  </a:ext>
                </a:extLst>
              </p14:cNvPr>
              <p14:cNvContentPartPr/>
              <p14:nvPr/>
            </p14:nvContentPartPr>
            <p14:xfrm>
              <a:off x="6799800" y="2679360"/>
              <a:ext cx="113760" cy="116640"/>
            </p14:xfrm>
          </p:contentPart>
        </mc:Choice>
        <mc:Fallback xmlns="">
          <p:pic>
            <p:nvPicPr>
              <p:cNvPr id="20" name="Ink 19">
                <a:extLst>
                  <a:ext uri="{FF2B5EF4-FFF2-40B4-BE49-F238E27FC236}">
                    <a16:creationId xmlns:a16="http://schemas.microsoft.com/office/drawing/2014/main" id="{E68EF05C-CB6D-3147-49AC-DDA67ED3BA8D}"/>
                  </a:ext>
                </a:extLst>
              </p:cNvPr>
              <p:cNvPicPr/>
              <p:nvPr/>
            </p:nvPicPr>
            <p:blipFill>
              <a:blip r:embed="rId37"/>
              <a:stretch>
                <a:fillRect/>
              </a:stretch>
            </p:blipFill>
            <p:spPr>
              <a:xfrm>
                <a:off x="6795480" y="2675040"/>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137696EC-8CAC-F884-4214-5C79F20D47FA}"/>
                  </a:ext>
                </a:extLst>
              </p14:cNvPr>
              <p14:cNvContentPartPr/>
              <p14:nvPr/>
            </p14:nvContentPartPr>
            <p14:xfrm>
              <a:off x="7023000" y="2592960"/>
              <a:ext cx="360" cy="116280"/>
            </p14:xfrm>
          </p:contentPart>
        </mc:Choice>
        <mc:Fallback xmlns="">
          <p:pic>
            <p:nvPicPr>
              <p:cNvPr id="21" name="Ink 20">
                <a:extLst>
                  <a:ext uri="{FF2B5EF4-FFF2-40B4-BE49-F238E27FC236}">
                    <a16:creationId xmlns:a16="http://schemas.microsoft.com/office/drawing/2014/main" id="{137696EC-8CAC-F884-4214-5C79F20D47FA}"/>
                  </a:ext>
                </a:extLst>
              </p:cNvPr>
              <p:cNvPicPr/>
              <p:nvPr/>
            </p:nvPicPr>
            <p:blipFill>
              <a:blip r:embed="rId39"/>
              <a:stretch>
                <a:fillRect/>
              </a:stretch>
            </p:blipFill>
            <p:spPr>
              <a:xfrm>
                <a:off x="7018680" y="2588640"/>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0482C4B3-261C-E68A-AE0D-DBACA1D90A69}"/>
                  </a:ext>
                </a:extLst>
              </p14:cNvPr>
              <p14:cNvContentPartPr/>
              <p14:nvPr/>
            </p14:nvContentPartPr>
            <p14:xfrm>
              <a:off x="7023000" y="2406480"/>
              <a:ext cx="239040" cy="379800"/>
            </p14:xfrm>
          </p:contentPart>
        </mc:Choice>
        <mc:Fallback xmlns="">
          <p:pic>
            <p:nvPicPr>
              <p:cNvPr id="22" name="Ink 21">
                <a:extLst>
                  <a:ext uri="{FF2B5EF4-FFF2-40B4-BE49-F238E27FC236}">
                    <a16:creationId xmlns:a16="http://schemas.microsoft.com/office/drawing/2014/main" id="{0482C4B3-261C-E68A-AE0D-DBACA1D90A69}"/>
                  </a:ext>
                </a:extLst>
              </p:cNvPr>
              <p:cNvPicPr/>
              <p:nvPr/>
            </p:nvPicPr>
            <p:blipFill>
              <a:blip r:embed="rId41"/>
              <a:stretch>
                <a:fillRect/>
              </a:stretch>
            </p:blipFill>
            <p:spPr>
              <a:xfrm>
                <a:off x="7018680" y="2402160"/>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BE623523-A9A0-9BAC-3E98-A9231086436E}"/>
                  </a:ext>
                </a:extLst>
              </p14:cNvPr>
              <p14:cNvContentPartPr/>
              <p14:nvPr/>
            </p14:nvContentPartPr>
            <p14:xfrm>
              <a:off x="7300200" y="2269680"/>
              <a:ext cx="219960" cy="716760"/>
            </p14:xfrm>
          </p:contentPart>
        </mc:Choice>
        <mc:Fallback xmlns="">
          <p:pic>
            <p:nvPicPr>
              <p:cNvPr id="23" name="Ink 22">
                <a:extLst>
                  <a:ext uri="{FF2B5EF4-FFF2-40B4-BE49-F238E27FC236}">
                    <a16:creationId xmlns:a16="http://schemas.microsoft.com/office/drawing/2014/main" id="{BE623523-A9A0-9BAC-3E98-A9231086436E}"/>
                  </a:ext>
                </a:extLst>
              </p:cNvPr>
              <p:cNvPicPr/>
              <p:nvPr/>
            </p:nvPicPr>
            <p:blipFill>
              <a:blip r:embed="rId43"/>
              <a:stretch>
                <a:fillRect/>
              </a:stretch>
            </p:blipFill>
            <p:spPr>
              <a:xfrm>
                <a:off x="7295880" y="2265360"/>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3EB0B253-92A9-77DA-5374-ECC1A610DA31}"/>
                  </a:ext>
                </a:extLst>
              </p14:cNvPr>
              <p14:cNvContentPartPr/>
              <p14:nvPr/>
            </p14:nvContentPartPr>
            <p14:xfrm>
              <a:off x="3257760" y="3424560"/>
              <a:ext cx="166320" cy="195120"/>
            </p14:xfrm>
          </p:contentPart>
        </mc:Choice>
        <mc:Fallback xmlns="">
          <p:pic>
            <p:nvPicPr>
              <p:cNvPr id="24" name="Ink 23">
                <a:extLst>
                  <a:ext uri="{FF2B5EF4-FFF2-40B4-BE49-F238E27FC236}">
                    <a16:creationId xmlns:a16="http://schemas.microsoft.com/office/drawing/2014/main" id="{3EB0B253-92A9-77DA-5374-ECC1A610DA31}"/>
                  </a:ext>
                </a:extLst>
              </p:cNvPr>
              <p:cNvPicPr/>
              <p:nvPr/>
            </p:nvPicPr>
            <p:blipFill>
              <a:blip r:embed="rId45"/>
              <a:stretch>
                <a:fillRect/>
              </a:stretch>
            </p:blipFill>
            <p:spPr>
              <a:xfrm>
                <a:off x="3253440" y="3420240"/>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8E2915CE-A688-E089-3769-13E5C801D8D5}"/>
                  </a:ext>
                </a:extLst>
              </p14:cNvPr>
              <p14:cNvContentPartPr/>
              <p14:nvPr/>
            </p14:nvContentPartPr>
            <p14:xfrm>
              <a:off x="3491760" y="3410880"/>
              <a:ext cx="315000" cy="168120"/>
            </p14:xfrm>
          </p:contentPart>
        </mc:Choice>
        <mc:Fallback xmlns="">
          <p:pic>
            <p:nvPicPr>
              <p:cNvPr id="25" name="Ink 24">
                <a:extLst>
                  <a:ext uri="{FF2B5EF4-FFF2-40B4-BE49-F238E27FC236}">
                    <a16:creationId xmlns:a16="http://schemas.microsoft.com/office/drawing/2014/main" id="{8E2915CE-A688-E089-3769-13E5C801D8D5}"/>
                  </a:ext>
                </a:extLst>
              </p:cNvPr>
              <p:cNvPicPr/>
              <p:nvPr/>
            </p:nvPicPr>
            <p:blipFill>
              <a:blip r:embed="rId47"/>
              <a:stretch>
                <a:fillRect/>
              </a:stretch>
            </p:blipFill>
            <p:spPr>
              <a:xfrm>
                <a:off x="3487440" y="3406560"/>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D3CCB6D6-58AE-93EE-0687-D0D9BC05F08C}"/>
                  </a:ext>
                </a:extLst>
              </p14:cNvPr>
              <p14:cNvContentPartPr/>
              <p14:nvPr/>
            </p14:nvContentPartPr>
            <p14:xfrm>
              <a:off x="3919800" y="3413040"/>
              <a:ext cx="123840" cy="104400"/>
            </p14:xfrm>
          </p:contentPart>
        </mc:Choice>
        <mc:Fallback xmlns="">
          <p:pic>
            <p:nvPicPr>
              <p:cNvPr id="26" name="Ink 25">
                <a:extLst>
                  <a:ext uri="{FF2B5EF4-FFF2-40B4-BE49-F238E27FC236}">
                    <a16:creationId xmlns:a16="http://schemas.microsoft.com/office/drawing/2014/main" id="{D3CCB6D6-58AE-93EE-0687-D0D9BC05F08C}"/>
                  </a:ext>
                </a:extLst>
              </p:cNvPr>
              <p:cNvPicPr/>
              <p:nvPr/>
            </p:nvPicPr>
            <p:blipFill>
              <a:blip r:embed="rId49"/>
              <a:stretch>
                <a:fillRect/>
              </a:stretch>
            </p:blipFill>
            <p:spPr>
              <a:xfrm>
                <a:off x="3915480" y="3408720"/>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F2B07621-7E26-453D-6C20-32147296E59F}"/>
                  </a:ext>
                </a:extLst>
              </p14:cNvPr>
              <p14:cNvContentPartPr/>
              <p14:nvPr/>
            </p14:nvContentPartPr>
            <p14:xfrm>
              <a:off x="4131840" y="3505920"/>
              <a:ext cx="43200" cy="293400"/>
            </p14:xfrm>
          </p:contentPart>
        </mc:Choice>
        <mc:Fallback xmlns="">
          <p:pic>
            <p:nvPicPr>
              <p:cNvPr id="27" name="Ink 26">
                <a:extLst>
                  <a:ext uri="{FF2B5EF4-FFF2-40B4-BE49-F238E27FC236}">
                    <a16:creationId xmlns:a16="http://schemas.microsoft.com/office/drawing/2014/main" id="{F2B07621-7E26-453D-6C20-32147296E59F}"/>
                  </a:ext>
                </a:extLst>
              </p:cNvPr>
              <p:cNvPicPr/>
              <p:nvPr/>
            </p:nvPicPr>
            <p:blipFill>
              <a:blip r:embed="rId51"/>
              <a:stretch>
                <a:fillRect/>
              </a:stretch>
            </p:blipFill>
            <p:spPr>
              <a:xfrm>
                <a:off x="4127520" y="3501600"/>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1297D31A-F9BC-0FA0-EE51-8AF5F6940A93}"/>
                  </a:ext>
                </a:extLst>
              </p14:cNvPr>
              <p14:cNvContentPartPr/>
              <p14:nvPr/>
            </p14:nvContentPartPr>
            <p14:xfrm>
              <a:off x="4173960" y="3475680"/>
              <a:ext cx="140040" cy="76320"/>
            </p14:xfrm>
          </p:contentPart>
        </mc:Choice>
        <mc:Fallback xmlns="">
          <p:pic>
            <p:nvPicPr>
              <p:cNvPr id="28" name="Ink 27">
                <a:extLst>
                  <a:ext uri="{FF2B5EF4-FFF2-40B4-BE49-F238E27FC236}">
                    <a16:creationId xmlns:a16="http://schemas.microsoft.com/office/drawing/2014/main" id="{1297D31A-F9BC-0FA0-EE51-8AF5F6940A93}"/>
                  </a:ext>
                </a:extLst>
              </p:cNvPr>
              <p:cNvPicPr/>
              <p:nvPr/>
            </p:nvPicPr>
            <p:blipFill>
              <a:blip r:embed="rId53"/>
              <a:stretch>
                <a:fillRect/>
              </a:stretch>
            </p:blipFill>
            <p:spPr>
              <a:xfrm>
                <a:off x="4169640" y="3471360"/>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636CBF8C-8D32-C2D4-48B6-0242B9BA3837}"/>
                  </a:ext>
                </a:extLst>
              </p14:cNvPr>
              <p14:cNvContentPartPr/>
              <p14:nvPr/>
            </p14:nvContentPartPr>
            <p14:xfrm>
              <a:off x="4486080" y="3172200"/>
              <a:ext cx="229320" cy="466200"/>
            </p14:xfrm>
          </p:contentPart>
        </mc:Choice>
        <mc:Fallback xmlns="">
          <p:pic>
            <p:nvPicPr>
              <p:cNvPr id="29" name="Ink 28">
                <a:extLst>
                  <a:ext uri="{FF2B5EF4-FFF2-40B4-BE49-F238E27FC236}">
                    <a16:creationId xmlns:a16="http://schemas.microsoft.com/office/drawing/2014/main" id="{636CBF8C-8D32-C2D4-48B6-0242B9BA3837}"/>
                  </a:ext>
                </a:extLst>
              </p:cNvPr>
              <p:cNvPicPr/>
              <p:nvPr/>
            </p:nvPicPr>
            <p:blipFill>
              <a:blip r:embed="rId55"/>
              <a:stretch>
                <a:fillRect/>
              </a:stretch>
            </p:blipFill>
            <p:spPr>
              <a:xfrm>
                <a:off x="4481760" y="3167880"/>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593B414C-F1BB-B84A-F5CC-A93853845E26}"/>
                  </a:ext>
                </a:extLst>
              </p14:cNvPr>
              <p14:cNvContentPartPr/>
              <p14:nvPr/>
            </p14:nvContentPartPr>
            <p14:xfrm>
              <a:off x="4722600" y="3188040"/>
              <a:ext cx="206280" cy="343440"/>
            </p14:xfrm>
          </p:contentPart>
        </mc:Choice>
        <mc:Fallback xmlns="">
          <p:pic>
            <p:nvPicPr>
              <p:cNvPr id="30" name="Ink 29">
                <a:extLst>
                  <a:ext uri="{FF2B5EF4-FFF2-40B4-BE49-F238E27FC236}">
                    <a16:creationId xmlns:a16="http://schemas.microsoft.com/office/drawing/2014/main" id="{593B414C-F1BB-B84A-F5CC-A93853845E26}"/>
                  </a:ext>
                </a:extLst>
              </p:cNvPr>
              <p:cNvPicPr/>
              <p:nvPr/>
            </p:nvPicPr>
            <p:blipFill>
              <a:blip r:embed="rId57"/>
              <a:stretch>
                <a:fillRect/>
              </a:stretch>
            </p:blipFill>
            <p:spPr>
              <a:xfrm>
                <a:off x="4718280" y="3183720"/>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A1167471-ED2C-B7FF-ECD2-91FBC253223B}"/>
                  </a:ext>
                </a:extLst>
              </p14:cNvPr>
              <p14:cNvContentPartPr/>
              <p14:nvPr/>
            </p14:nvContentPartPr>
            <p14:xfrm>
              <a:off x="5013120" y="3409800"/>
              <a:ext cx="179640" cy="87120"/>
            </p14:xfrm>
          </p:contentPart>
        </mc:Choice>
        <mc:Fallback xmlns="">
          <p:pic>
            <p:nvPicPr>
              <p:cNvPr id="31" name="Ink 30">
                <a:extLst>
                  <a:ext uri="{FF2B5EF4-FFF2-40B4-BE49-F238E27FC236}">
                    <a16:creationId xmlns:a16="http://schemas.microsoft.com/office/drawing/2014/main" id="{A1167471-ED2C-B7FF-ECD2-91FBC253223B}"/>
                  </a:ext>
                </a:extLst>
              </p:cNvPr>
              <p:cNvPicPr/>
              <p:nvPr/>
            </p:nvPicPr>
            <p:blipFill>
              <a:blip r:embed="rId59"/>
              <a:stretch>
                <a:fillRect/>
              </a:stretch>
            </p:blipFill>
            <p:spPr>
              <a:xfrm>
                <a:off x="5008800" y="3405480"/>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0CA0191C-AF37-EC87-4B9C-FBEC7B7DDACA}"/>
                  </a:ext>
                </a:extLst>
              </p14:cNvPr>
              <p14:cNvContentPartPr/>
              <p14:nvPr/>
            </p14:nvContentPartPr>
            <p14:xfrm>
              <a:off x="5209680" y="3189480"/>
              <a:ext cx="66240" cy="362880"/>
            </p14:xfrm>
          </p:contentPart>
        </mc:Choice>
        <mc:Fallback xmlns="">
          <p:pic>
            <p:nvPicPr>
              <p:cNvPr id="32" name="Ink 31">
                <a:extLst>
                  <a:ext uri="{FF2B5EF4-FFF2-40B4-BE49-F238E27FC236}">
                    <a16:creationId xmlns:a16="http://schemas.microsoft.com/office/drawing/2014/main" id="{0CA0191C-AF37-EC87-4B9C-FBEC7B7DDACA}"/>
                  </a:ext>
                </a:extLst>
              </p:cNvPr>
              <p:cNvPicPr/>
              <p:nvPr/>
            </p:nvPicPr>
            <p:blipFill>
              <a:blip r:embed="rId61"/>
              <a:stretch>
                <a:fillRect/>
              </a:stretch>
            </p:blipFill>
            <p:spPr>
              <a:xfrm>
                <a:off x="5205360" y="3185160"/>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0DF618FE-1686-89CB-94CC-0CEBE61B7014}"/>
                  </a:ext>
                </a:extLst>
              </p14:cNvPr>
              <p14:cNvContentPartPr/>
              <p14:nvPr/>
            </p14:nvContentPartPr>
            <p14:xfrm>
              <a:off x="5205720" y="3392520"/>
              <a:ext cx="208080" cy="98280"/>
            </p14:xfrm>
          </p:contentPart>
        </mc:Choice>
        <mc:Fallback xmlns="">
          <p:pic>
            <p:nvPicPr>
              <p:cNvPr id="33" name="Ink 32">
                <a:extLst>
                  <a:ext uri="{FF2B5EF4-FFF2-40B4-BE49-F238E27FC236}">
                    <a16:creationId xmlns:a16="http://schemas.microsoft.com/office/drawing/2014/main" id="{0DF618FE-1686-89CB-94CC-0CEBE61B7014}"/>
                  </a:ext>
                </a:extLst>
              </p:cNvPr>
              <p:cNvPicPr/>
              <p:nvPr/>
            </p:nvPicPr>
            <p:blipFill>
              <a:blip r:embed="rId63"/>
              <a:stretch>
                <a:fillRect/>
              </a:stretch>
            </p:blipFill>
            <p:spPr>
              <a:xfrm>
                <a:off x="5201400" y="3388200"/>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3A4EB435-60FD-7716-2312-14B4DE0C6642}"/>
                  </a:ext>
                </a:extLst>
              </p14:cNvPr>
              <p14:cNvContentPartPr/>
              <p14:nvPr/>
            </p14:nvContentPartPr>
            <p14:xfrm>
              <a:off x="5557800" y="3186240"/>
              <a:ext cx="214200" cy="320040"/>
            </p14:xfrm>
          </p:contentPart>
        </mc:Choice>
        <mc:Fallback xmlns="">
          <p:pic>
            <p:nvPicPr>
              <p:cNvPr id="34" name="Ink 33">
                <a:extLst>
                  <a:ext uri="{FF2B5EF4-FFF2-40B4-BE49-F238E27FC236}">
                    <a16:creationId xmlns:a16="http://schemas.microsoft.com/office/drawing/2014/main" id="{3A4EB435-60FD-7716-2312-14B4DE0C6642}"/>
                  </a:ext>
                </a:extLst>
              </p:cNvPr>
              <p:cNvPicPr/>
              <p:nvPr/>
            </p:nvPicPr>
            <p:blipFill>
              <a:blip r:embed="rId65"/>
              <a:stretch>
                <a:fillRect/>
              </a:stretch>
            </p:blipFill>
            <p:spPr>
              <a:xfrm>
                <a:off x="5553480" y="3181920"/>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B6F69746-B5EF-0580-DEAB-86F658254C97}"/>
                  </a:ext>
                </a:extLst>
              </p14:cNvPr>
              <p14:cNvContentPartPr/>
              <p14:nvPr/>
            </p14:nvContentPartPr>
            <p14:xfrm>
              <a:off x="5737080" y="3420960"/>
              <a:ext cx="79200" cy="79200"/>
            </p14:xfrm>
          </p:contentPart>
        </mc:Choice>
        <mc:Fallback xmlns="">
          <p:pic>
            <p:nvPicPr>
              <p:cNvPr id="35" name="Ink 34">
                <a:extLst>
                  <a:ext uri="{FF2B5EF4-FFF2-40B4-BE49-F238E27FC236}">
                    <a16:creationId xmlns:a16="http://schemas.microsoft.com/office/drawing/2014/main" id="{B6F69746-B5EF-0580-DEAB-86F658254C97}"/>
                  </a:ext>
                </a:extLst>
              </p:cNvPr>
              <p:cNvPicPr/>
              <p:nvPr/>
            </p:nvPicPr>
            <p:blipFill>
              <a:blip r:embed="rId67"/>
              <a:stretch>
                <a:fillRect/>
              </a:stretch>
            </p:blipFill>
            <p:spPr>
              <a:xfrm>
                <a:off x="5732760" y="3416640"/>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8A1057E0-F566-330F-940E-84A0625A251D}"/>
                  </a:ext>
                </a:extLst>
              </p14:cNvPr>
              <p14:cNvContentPartPr/>
              <p14:nvPr/>
            </p14:nvContentPartPr>
            <p14:xfrm>
              <a:off x="5841120" y="3326640"/>
              <a:ext cx="360" cy="8280"/>
            </p14:xfrm>
          </p:contentPart>
        </mc:Choice>
        <mc:Fallback xmlns="">
          <p:pic>
            <p:nvPicPr>
              <p:cNvPr id="36" name="Ink 35">
                <a:extLst>
                  <a:ext uri="{FF2B5EF4-FFF2-40B4-BE49-F238E27FC236}">
                    <a16:creationId xmlns:a16="http://schemas.microsoft.com/office/drawing/2014/main" id="{8A1057E0-F566-330F-940E-84A0625A251D}"/>
                  </a:ext>
                </a:extLst>
              </p:cNvPr>
              <p:cNvPicPr/>
              <p:nvPr/>
            </p:nvPicPr>
            <p:blipFill>
              <a:blip r:embed="rId69"/>
              <a:stretch>
                <a:fillRect/>
              </a:stretch>
            </p:blipFill>
            <p:spPr>
              <a:xfrm>
                <a:off x="5836800" y="3322320"/>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FC6001A0-FD80-686A-3839-3B83F4C301F2}"/>
                  </a:ext>
                </a:extLst>
              </p14:cNvPr>
              <p14:cNvContentPartPr/>
              <p14:nvPr/>
            </p14:nvContentPartPr>
            <p14:xfrm>
              <a:off x="5841120" y="3212880"/>
              <a:ext cx="220320" cy="329400"/>
            </p14:xfrm>
          </p:contentPart>
        </mc:Choice>
        <mc:Fallback xmlns="">
          <p:pic>
            <p:nvPicPr>
              <p:cNvPr id="37" name="Ink 36">
                <a:extLst>
                  <a:ext uri="{FF2B5EF4-FFF2-40B4-BE49-F238E27FC236}">
                    <a16:creationId xmlns:a16="http://schemas.microsoft.com/office/drawing/2014/main" id="{FC6001A0-FD80-686A-3839-3B83F4C301F2}"/>
                  </a:ext>
                </a:extLst>
              </p:cNvPr>
              <p:cNvPicPr/>
              <p:nvPr/>
            </p:nvPicPr>
            <p:blipFill>
              <a:blip r:embed="rId71"/>
              <a:stretch>
                <a:fillRect/>
              </a:stretch>
            </p:blipFill>
            <p:spPr>
              <a:xfrm>
                <a:off x="5836800" y="3208560"/>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9559B5CF-3569-AC66-EAC8-C98999B757F5}"/>
                  </a:ext>
                </a:extLst>
              </p14:cNvPr>
              <p14:cNvContentPartPr/>
              <p14:nvPr/>
            </p14:nvContentPartPr>
            <p14:xfrm>
              <a:off x="6097080" y="3555240"/>
              <a:ext cx="152280" cy="121680"/>
            </p14:xfrm>
          </p:contentPart>
        </mc:Choice>
        <mc:Fallback xmlns="">
          <p:pic>
            <p:nvPicPr>
              <p:cNvPr id="38" name="Ink 37">
                <a:extLst>
                  <a:ext uri="{FF2B5EF4-FFF2-40B4-BE49-F238E27FC236}">
                    <a16:creationId xmlns:a16="http://schemas.microsoft.com/office/drawing/2014/main" id="{9559B5CF-3569-AC66-EAC8-C98999B757F5}"/>
                  </a:ext>
                </a:extLst>
              </p:cNvPr>
              <p:cNvPicPr/>
              <p:nvPr/>
            </p:nvPicPr>
            <p:blipFill>
              <a:blip r:embed="rId73"/>
              <a:stretch>
                <a:fillRect/>
              </a:stretch>
            </p:blipFill>
            <p:spPr>
              <a:xfrm>
                <a:off x="6092760" y="3550920"/>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71C9ACBB-84BF-DA45-D8AC-14B4A217E7C4}"/>
                  </a:ext>
                </a:extLst>
              </p14:cNvPr>
              <p14:cNvContentPartPr/>
              <p14:nvPr/>
            </p14:nvContentPartPr>
            <p14:xfrm>
              <a:off x="6285000" y="3099480"/>
              <a:ext cx="245520" cy="412200"/>
            </p14:xfrm>
          </p:contentPart>
        </mc:Choice>
        <mc:Fallback xmlns="">
          <p:pic>
            <p:nvPicPr>
              <p:cNvPr id="39" name="Ink 38">
                <a:extLst>
                  <a:ext uri="{FF2B5EF4-FFF2-40B4-BE49-F238E27FC236}">
                    <a16:creationId xmlns:a16="http://schemas.microsoft.com/office/drawing/2014/main" id="{71C9ACBB-84BF-DA45-D8AC-14B4A217E7C4}"/>
                  </a:ext>
                </a:extLst>
              </p:cNvPr>
              <p:cNvPicPr/>
              <p:nvPr/>
            </p:nvPicPr>
            <p:blipFill>
              <a:blip r:embed="rId75"/>
              <a:stretch>
                <a:fillRect/>
              </a:stretch>
            </p:blipFill>
            <p:spPr>
              <a:xfrm>
                <a:off x="6280680" y="3095160"/>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9E53FA11-3D75-53A0-5A0B-DACEA44F5671}"/>
                  </a:ext>
                </a:extLst>
              </p14:cNvPr>
              <p14:cNvContentPartPr/>
              <p14:nvPr/>
            </p14:nvContentPartPr>
            <p14:xfrm>
              <a:off x="6541680" y="3403680"/>
              <a:ext cx="75600" cy="140760"/>
            </p14:xfrm>
          </p:contentPart>
        </mc:Choice>
        <mc:Fallback xmlns="">
          <p:pic>
            <p:nvPicPr>
              <p:cNvPr id="40" name="Ink 39">
                <a:extLst>
                  <a:ext uri="{FF2B5EF4-FFF2-40B4-BE49-F238E27FC236}">
                    <a16:creationId xmlns:a16="http://schemas.microsoft.com/office/drawing/2014/main" id="{9E53FA11-3D75-53A0-5A0B-DACEA44F5671}"/>
                  </a:ext>
                </a:extLst>
              </p:cNvPr>
              <p:cNvPicPr/>
              <p:nvPr/>
            </p:nvPicPr>
            <p:blipFill>
              <a:blip r:embed="rId77"/>
              <a:stretch>
                <a:fillRect/>
              </a:stretch>
            </p:blipFill>
            <p:spPr>
              <a:xfrm>
                <a:off x="6537360" y="3399360"/>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915E2C4A-DBCC-93A2-4CF8-4A6583B95EBD}"/>
                  </a:ext>
                </a:extLst>
              </p14:cNvPr>
              <p14:cNvContentPartPr/>
              <p14:nvPr/>
            </p14:nvContentPartPr>
            <p14:xfrm>
              <a:off x="6705480" y="3145560"/>
              <a:ext cx="77400" cy="335520"/>
            </p14:xfrm>
          </p:contentPart>
        </mc:Choice>
        <mc:Fallback xmlns="">
          <p:pic>
            <p:nvPicPr>
              <p:cNvPr id="41" name="Ink 40">
                <a:extLst>
                  <a:ext uri="{FF2B5EF4-FFF2-40B4-BE49-F238E27FC236}">
                    <a16:creationId xmlns:a16="http://schemas.microsoft.com/office/drawing/2014/main" id="{915E2C4A-DBCC-93A2-4CF8-4A6583B95EBD}"/>
                  </a:ext>
                </a:extLst>
              </p:cNvPr>
              <p:cNvPicPr/>
              <p:nvPr/>
            </p:nvPicPr>
            <p:blipFill>
              <a:blip r:embed="rId79"/>
              <a:stretch>
                <a:fillRect/>
              </a:stretch>
            </p:blipFill>
            <p:spPr>
              <a:xfrm>
                <a:off x="6701160" y="3141240"/>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811B6881-5EC9-6D0B-5C7E-D72CFAF040C0}"/>
                  </a:ext>
                </a:extLst>
              </p14:cNvPr>
              <p14:cNvContentPartPr/>
              <p14:nvPr/>
            </p14:nvContentPartPr>
            <p14:xfrm>
              <a:off x="6676680" y="3374880"/>
              <a:ext cx="251280" cy="175320"/>
            </p14:xfrm>
          </p:contentPart>
        </mc:Choice>
        <mc:Fallback xmlns="">
          <p:pic>
            <p:nvPicPr>
              <p:cNvPr id="42" name="Ink 41">
                <a:extLst>
                  <a:ext uri="{FF2B5EF4-FFF2-40B4-BE49-F238E27FC236}">
                    <a16:creationId xmlns:a16="http://schemas.microsoft.com/office/drawing/2014/main" id="{811B6881-5EC9-6D0B-5C7E-D72CFAF040C0}"/>
                  </a:ext>
                </a:extLst>
              </p:cNvPr>
              <p:cNvPicPr/>
              <p:nvPr/>
            </p:nvPicPr>
            <p:blipFill>
              <a:blip r:embed="rId81"/>
              <a:stretch>
                <a:fillRect/>
              </a:stretch>
            </p:blipFill>
            <p:spPr>
              <a:xfrm>
                <a:off x="6672360" y="3370560"/>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373DF73E-9742-85B4-436F-36DB700CBCF9}"/>
                  </a:ext>
                </a:extLst>
              </p14:cNvPr>
              <p14:cNvContentPartPr/>
              <p14:nvPr/>
            </p14:nvContentPartPr>
            <p14:xfrm>
              <a:off x="6980160" y="3267600"/>
              <a:ext cx="156960" cy="296280"/>
            </p14:xfrm>
          </p:contentPart>
        </mc:Choice>
        <mc:Fallback xmlns="">
          <p:pic>
            <p:nvPicPr>
              <p:cNvPr id="43" name="Ink 42">
                <a:extLst>
                  <a:ext uri="{FF2B5EF4-FFF2-40B4-BE49-F238E27FC236}">
                    <a16:creationId xmlns:a16="http://schemas.microsoft.com/office/drawing/2014/main" id="{373DF73E-9742-85B4-436F-36DB700CBCF9}"/>
                  </a:ext>
                </a:extLst>
              </p:cNvPr>
              <p:cNvPicPr/>
              <p:nvPr/>
            </p:nvPicPr>
            <p:blipFill>
              <a:blip r:embed="rId83"/>
              <a:stretch>
                <a:fillRect/>
              </a:stretch>
            </p:blipFill>
            <p:spPr>
              <a:xfrm>
                <a:off x="6975840" y="3263280"/>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DC3E7F57-0B7B-D574-DBAA-75C746DF87C5}"/>
                  </a:ext>
                </a:extLst>
              </p14:cNvPr>
              <p14:cNvContentPartPr/>
              <p14:nvPr/>
            </p14:nvContentPartPr>
            <p14:xfrm>
              <a:off x="7154040" y="3466680"/>
              <a:ext cx="50400" cy="83520"/>
            </p14:xfrm>
          </p:contentPart>
        </mc:Choice>
        <mc:Fallback xmlns="">
          <p:pic>
            <p:nvPicPr>
              <p:cNvPr id="44" name="Ink 43">
                <a:extLst>
                  <a:ext uri="{FF2B5EF4-FFF2-40B4-BE49-F238E27FC236}">
                    <a16:creationId xmlns:a16="http://schemas.microsoft.com/office/drawing/2014/main" id="{DC3E7F57-0B7B-D574-DBAA-75C746DF87C5}"/>
                  </a:ext>
                </a:extLst>
              </p:cNvPr>
              <p:cNvPicPr/>
              <p:nvPr/>
            </p:nvPicPr>
            <p:blipFill>
              <a:blip r:embed="rId85"/>
              <a:stretch>
                <a:fillRect/>
              </a:stretch>
            </p:blipFill>
            <p:spPr>
              <a:xfrm>
                <a:off x="7149720" y="3462360"/>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1B80FC53-8234-FCB5-4B8E-A3BB606D99D3}"/>
                  </a:ext>
                </a:extLst>
              </p14:cNvPr>
              <p14:cNvContentPartPr/>
              <p14:nvPr/>
            </p14:nvContentPartPr>
            <p14:xfrm>
              <a:off x="7205880" y="3336000"/>
              <a:ext cx="7920" cy="50760"/>
            </p14:xfrm>
          </p:contentPart>
        </mc:Choice>
        <mc:Fallback xmlns="">
          <p:pic>
            <p:nvPicPr>
              <p:cNvPr id="45" name="Ink 44">
                <a:extLst>
                  <a:ext uri="{FF2B5EF4-FFF2-40B4-BE49-F238E27FC236}">
                    <a16:creationId xmlns:a16="http://schemas.microsoft.com/office/drawing/2014/main" id="{1B80FC53-8234-FCB5-4B8E-A3BB606D99D3}"/>
                  </a:ext>
                </a:extLst>
              </p:cNvPr>
              <p:cNvPicPr/>
              <p:nvPr/>
            </p:nvPicPr>
            <p:blipFill>
              <a:blip r:embed="rId87"/>
              <a:stretch>
                <a:fillRect/>
              </a:stretch>
            </p:blipFill>
            <p:spPr>
              <a:xfrm>
                <a:off x="7201560" y="3331680"/>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4083A6A1-B561-4CEF-028E-765F9EDEF482}"/>
                  </a:ext>
                </a:extLst>
              </p14:cNvPr>
              <p14:cNvContentPartPr/>
              <p14:nvPr/>
            </p14:nvContentPartPr>
            <p14:xfrm>
              <a:off x="7207680" y="3336000"/>
              <a:ext cx="169920" cy="150120"/>
            </p14:xfrm>
          </p:contentPart>
        </mc:Choice>
        <mc:Fallback xmlns="">
          <p:pic>
            <p:nvPicPr>
              <p:cNvPr id="46" name="Ink 45">
                <a:extLst>
                  <a:ext uri="{FF2B5EF4-FFF2-40B4-BE49-F238E27FC236}">
                    <a16:creationId xmlns:a16="http://schemas.microsoft.com/office/drawing/2014/main" id="{4083A6A1-B561-4CEF-028E-765F9EDEF482}"/>
                  </a:ext>
                </a:extLst>
              </p:cNvPr>
              <p:cNvPicPr/>
              <p:nvPr/>
            </p:nvPicPr>
            <p:blipFill>
              <a:blip r:embed="rId89"/>
              <a:stretch>
                <a:fillRect/>
              </a:stretch>
            </p:blipFill>
            <p:spPr>
              <a:xfrm>
                <a:off x="7203360" y="3331680"/>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9B4C928D-1087-B19E-ABC7-1FE9D873FE05}"/>
                  </a:ext>
                </a:extLst>
              </p14:cNvPr>
              <p14:cNvContentPartPr/>
              <p14:nvPr/>
            </p14:nvContentPartPr>
            <p14:xfrm>
              <a:off x="7463640" y="3367320"/>
              <a:ext cx="360" cy="74880"/>
            </p14:xfrm>
          </p:contentPart>
        </mc:Choice>
        <mc:Fallback xmlns="">
          <p:pic>
            <p:nvPicPr>
              <p:cNvPr id="47" name="Ink 46">
                <a:extLst>
                  <a:ext uri="{FF2B5EF4-FFF2-40B4-BE49-F238E27FC236}">
                    <a16:creationId xmlns:a16="http://schemas.microsoft.com/office/drawing/2014/main" id="{9B4C928D-1087-B19E-ABC7-1FE9D873FE05}"/>
                  </a:ext>
                </a:extLst>
              </p:cNvPr>
              <p:cNvPicPr/>
              <p:nvPr/>
            </p:nvPicPr>
            <p:blipFill>
              <a:blip r:embed="rId91"/>
              <a:stretch>
                <a:fillRect/>
              </a:stretch>
            </p:blipFill>
            <p:spPr>
              <a:xfrm>
                <a:off x="7459320" y="3363000"/>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26BD5FDB-E196-4327-09BC-CFDD48476DB3}"/>
                  </a:ext>
                </a:extLst>
              </p14:cNvPr>
              <p14:cNvContentPartPr/>
              <p14:nvPr/>
            </p14:nvContentPartPr>
            <p14:xfrm>
              <a:off x="7425480" y="3193800"/>
              <a:ext cx="147240" cy="358200"/>
            </p14:xfrm>
          </p:contentPart>
        </mc:Choice>
        <mc:Fallback xmlns="">
          <p:pic>
            <p:nvPicPr>
              <p:cNvPr id="48" name="Ink 47">
                <a:extLst>
                  <a:ext uri="{FF2B5EF4-FFF2-40B4-BE49-F238E27FC236}">
                    <a16:creationId xmlns:a16="http://schemas.microsoft.com/office/drawing/2014/main" id="{26BD5FDB-E196-4327-09BC-CFDD48476DB3}"/>
                  </a:ext>
                </a:extLst>
              </p:cNvPr>
              <p:cNvPicPr/>
              <p:nvPr/>
            </p:nvPicPr>
            <p:blipFill>
              <a:blip r:embed="rId93"/>
              <a:stretch>
                <a:fillRect/>
              </a:stretch>
            </p:blipFill>
            <p:spPr>
              <a:xfrm>
                <a:off x="7421160" y="3189480"/>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A0DAB92F-23C5-C5C9-A0B2-6D6A563B0556}"/>
                  </a:ext>
                </a:extLst>
              </p14:cNvPr>
              <p14:cNvContentPartPr/>
              <p14:nvPr/>
            </p14:nvContentPartPr>
            <p14:xfrm>
              <a:off x="2661240" y="2943960"/>
              <a:ext cx="31320" cy="80640"/>
            </p14:xfrm>
          </p:contentPart>
        </mc:Choice>
        <mc:Fallback xmlns="">
          <p:pic>
            <p:nvPicPr>
              <p:cNvPr id="49" name="Ink 48">
                <a:extLst>
                  <a:ext uri="{FF2B5EF4-FFF2-40B4-BE49-F238E27FC236}">
                    <a16:creationId xmlns:a16="http://schemas.microsoft.com/office/drawing/2014/main" id="{A0DAB92F-23C5-C5C9-A0B2-6D6A563B0556}"/>
                  </a:ext>
                </a:extLst>
              </p:cNvPr>
              <p:cNvPicPr/>
              <p:nvPr/>
            </p:nvPicPr>
            <p:blipFill>
              <a:blip r:embed="rId95"/>
              <a:stretch>
                <a:fillRect/>
              </a:stretch>
            </p:blipFill>
            <p:spPr>
              <a:xfrm>
                <a:off x="2656920" y="2939640"/>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A4B3667D-527C-12A7-E2F0-053182F66C27}"/>
                  </a:ext>
                </a:extLst>
              </p14:cNvPr>
              <p14:cNvContentPartPr/>
              <p14:nvPr/>
            </p14:nvContentPartPr>
            <p14:xfrm>
              <a:off x="2688240" y="2630040"/>
              <a:ext cx="13680" cy="13320"/>
            </p14:xfrm>
          </p:contentPart>
        </mc:Choice>
        <mc:Fallback xmlns="">
          <p:pic>
            <p:nvPicPr>
              <p:cNvPr id="50" name="Ink 49">
                <a:extLst>
                  <a:ext uri="{FF2B5EF4-FFF2-40B4-BE49-F238E27FC236}">
                    <a16:creationId xmlns:a16="http://schemas.microsoft.com/office/drawing/2014/main" id="{A4B3667D-527C-12A7-E2F0-053182F66C27}"/>
                  </a:ext>
                </a:extLst>
              </p:cNvPr>
              <p:cNvPicPr/>
              <p:nvPr/>
            </p:nvPicPr>
            <p:blipFill>
              <a:blip r:embed="rId97"/>
              <a:stretch>
                <a:fillRect/>
              </a:stretch>
            </p:blipFill>
            <p:spPr>
              <a:xfrm>
                <a:off x="2683920" y="2625720"/>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C7272698-992C-4540-1B05-6940845AF06A}"/>
                  </a:ext>
                </a:extLst>
              </p14:cNvPr>
              <p14:cNvContentPartPr/>
              <p14:nvPr/>
            </p14:nvContentPartPr>
            <p14:xfrm>
              <a:off x="2727840" y="2717880"/>
              <a:ext cx="172080" cy="433440"/>
            </p14:xfrm>
          </p:contentPart>
        </mc:Choice>
        <mc:Fallback xmlns="">
          <p:pic>
            <p:nvPicPr>
              <p:cNvPr id="51" name="Ink 50">
                <a:extLst>
                  <a:ext uri="{FF2B5EF4-FFF2-40B4-BE49-F238E27FC236}">
                    <a16:creationId xmlns:a16="http://schemas.microsoft.com/office/drawing/2014/main" id="{C7272698-992C-4540-1B05-6940845AF06A}"/>
                  </a:ext>
                </a:extLst>
              </p:cNvPr>
              <p:cNvPicPr/>
              <p:nvPr/>
            </p:nvPicPr>
            <p:blipFill>
              <a:blip r:embed="rId99"/>
              <a:stretch>
                <a:fillRect/>
              </a:stretch>
            </p:blipFill>
            <p:spPr>
              <a:xfrm>
                <a:off x="2723520" y="2713560"/>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0AC8ABDF-D389-A103-BA53-35A7BD832115}"/>
                  </a:ext>
                </a:extLst>
              </p14:cNvPr>
              <p14:cNvContentPartPr/>
              <p14:nvPr/>
            </p14:nvContentPartPr>
            <p14:xfrm>
              <a:off x="2717040" y="2973840"/>
              <a:ext cx="125640" cy="10080"/>
            </p14:xfrm>
          </p:contentPart>
        </mc:Choice>
        <mc:Fallback xmlns="">
          <p:pic>
            <p:nvPicPr>
              <p:cNvPr id="52" name="Ink 51">
                <a:extLst>
                  <a:ext uri="{FF2B5EF4-FFF2-40B4-BE49-F238E27FC236}">
                    <a16:creationId xmlns:a16="http://schemas.microsoft.com/office/drawing/2014/main" id="{0AC8ABDF-D389-A103-BA53-35A7BD832115}"/>
                  </a:ext>
                </a:extLst>
              </p:cNvPr>
              <p:cNvPicPr/>
              <p:nvPr/>
            </p:nvPicPr>
            <p:blipFill>
              <a:blip r:embed="rId101"/>
              <a:stretch>
                <a:fillRect/>
              </a:stretch>
            </p:blipFill>
            <p:spPr>
              <a:xfrm>
                <a:off x="2712720" y="2969520"/>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Ink 52">
                <a:extLst>
                  <a:ext uri="{FF2B5EF4-FFF2-40B4-BE49-F238E27FC236}">
                    <a16:creationId xmlns:a16="http://schemas.microsoft.com/office/drawing/2014/main" id="{C84CB622-A3C0-B601-6335-3D5472C12AF1}"/>
                  </a:ext>
                </a:extLst>
              </p14:cNvPr>
              <p14:cNvContentPartPr/>
              <p14:nvPr/>
            </p14:nvContentPartPr>
            <p14:xfrm>
              <a:off x="1764120" y="2116320"/>
              <a:ext cx="216000" cy="615240"/>
            </p14:xfrm>
          </p:contentPart>
        </mc:Choice>
        <mc:Fallback xmlns="">
          <p:pic>
            <p:nvPicPr>
              <p:cNvPr id="53" name="Ink 52">
                <a:extLst>
                  <a:ext uri="{FF2B5EF4-FFF2-40B4-BE49-F238E27FC236}">
                    <a16:creationId xmlns:a16="http://schemas.microsoft.com/office/drawing/2014/main" id="{C84CB622-A3C0-B601-6335-3D5472C12AF1}"/>
                  </a:ext>
                </a:extLst>
              </p:cNvPr>
              <p:cNvPicPr/>
              <p:nvPr/>
            </p:nvPicPr>
            <p:blipFill>
              <a:blip r:embed="rId103"/>
              <a:stretch>
                <a:fillRect/>
              </a:stretch>
            </p:blipFill>
            <p:spPr>
              <a:xfrm>
                <a:off x="1759800" y="2112000"/>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FC290166-6D0B-9853-562A-2B848788FDA6}"/>
                  </a:ext>
                </a:extLst>
              </p14:cNvPr>
              <p14:cNvContentPartPr/>
              <p14:nvPr/>
            </p14:nvContentPartPr>
            <p14:xfrm>
              <a:off x="1679520" y="2448960"/>
              <a:ext cx="360360" cy="101880"/>
            </p14:xfrm>
          </p:contentPart>
        </mc:Choice>
        <mc:Fallback xmlns="">
          <p:pic>
            <p:nvPicPr>
              <p:cNvPr id="54" name="Ink 53">
                <a:extLst>
                  <a:ext uri="{FF2B5EF4-FFF2-40B4-BE49-F238E27FC236}">
                    <a16:creationId xmlns:a16="http://schemas.microsoft.com/office/drawing/2014/main" id="{FC290166-6D0B-9853-562A-2B848788FDA6}"/>
                  </a:ext>
                </a:extLst>
              </p:cNvPr>
              <p:cNvPicPr/>
              <p:nvPr/>
            </p:nvPicPr>
            <p:blipFill>
              <a:blip r:embed="rId105"/>
              <a:stretch>
                <a:fillRect/>
              </a:stretch>
            </p:blipFill>
            <p:spPr>
              <a:xfrm>
                <a:off x="1675200" y="2444640"/>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Ink 54">
                <a:extLst>
                  <a:ext uri="{FF2B5EF4-FFF2-40B4-BE49-F238E27FC236}">
                    <a16:creationId xmlns:a16="http://schemas.microsoft.com/office/drawing/2014/main" id="{6917C9EE-FD44-FDB4-AC79-DF2F2303EC18}"/>
                  </a:ext>
                </a:extLst>
              </p14:cNvPr>
              <p14:cNvContentPartPr/>
              <p14:nvPr/>
            </p14:nvContentPartPr>
            <p14:xfrm>
              <a:off x="2007840" y="2339160"/>
              <a:ext cx="286200" cy="153720"/>
            </p14:xfrm>
          </p:contentPart>
        </mc:Choice>
        <mc:Fallback xmlns="">
          <p:pic>
            <p:nvPicPr>
              <p:cNvPr id="55" name="Ink 54">
                <a:extLst>
                  <a:ext uri="{FF2B5EF4-FFF2-40B4-BE49-F238E27FC236}">
                    <a16:creationId xmlns:a16="http://schemas.microsoft.com/office/drawing/2014/main" id="{6917C9EE-FD44-FDB4-AC79-DF2F2303EC18}"/>
                  </a:ext>
                </a:extLst>
              </p:cNvPr>
              <p:cNvPicPr/>
              <p:nvPr/>
            </p:nvPicPr>
            <p:blipFill>
              <a:blip r:embed="rId107"/>
              <a:stretch>
                <a:fillRect/>
              </a:stretch>
            </p:blipFill>
            <p:spPr>
              <a:xfrm>
                <a:off x="2003520" y="2334840"/>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8F105CBB-E9D3-220A-C466-ED6AD173B976}"/>
                  </a:ext>
                </a:extLst>
              </p14:cNvPr>
              <p14:cNvContentPartPr/>
              <p14:nvPr/>
            </p14:nvContentPartPr>
            <p14:xfrm>
              <a:off x="2381160" y="2069160"/>
              <a:ext cx="324360" cy="459000"/>
            </p14:xfrm>
          </p:contentPart>
        </mc:Choice>
        <mc:Fallback xmlns="">
          <p:pic>
            <p:nvPicPr>
              <p:cNvPr id="56" name="Ink 55">
                <a:extLst>
                  <a:ext uri="{FF2B5EF4-FFF2-40B4-BE49-F238E27FC236}">
                    <a16:creationId xmlns:a16="http://schemas.microsoft.com/office/drawing/2014/main" id="{8F105CBB-E9D3-220A-C466-ED6AD173B976}"/>
                  </a:ext>
                </a:extLst>
              </p:cNvPr>
              <p:cNvPicPr/>
              <p:nvPr/>
            </p:nvPicPr>
            <p:blipFill>
              <a:blip r:embed="rId109"/>
              <a:stretch>
                <a:fillRect/>
              </a:stretch>
            </p:blipFill>
            <p:spPr>
              <a:xfrm>
                <a:off x="2376840" y="2064840"/>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Ink 56">
                <a:extLst>
                  <a:ext uri="{FF2B5EF4-FFF2-40B4-BE49-F238E27FC236}">
                    <a16:creationId xmlns:a16="http://schemas.microsoft.com/office/drawing/2014/main" id="{A28DED13-F6A2-269B-1D8E-99E96CD186FD}"/>
                  </a:ext>
                </a:extLst>
              </p14:cNvPr>
              <p14:cNvContentPartPr/>
              <p14:nvPr/>
            </p14:nvContentPartPr>
            <p14:xfrm>
              <a:off x="2659080" y="2313960"/>
              <a:ext cx="152640" cy="68400"/>
            </p14:xfrm>
          </p:contentPart>
        </mc:Choice>
        <mc:Fallback xmlns="">
          <p:pic>
            <p:nvPicPr>
              <p:cNvPr id="57" name="Ink 56">
                <a:extLst>
                  <a:ext uri="{FF2B5EF4-FFF2-40B4-BE49-F238E27FC236}">
                    <a16:creationId xmlns:a16="http://schemas.microsoft.com/office/drawing/2014/main" id="{A28DED13-F6A2-269B-1D8E-99E96CD186FD}"/>
                  </a:ext>
                </a:extLst>
              </p:cNvPr>
              <p:cNvPicPr/>
              <p:nvPr/>
            </p:nvPicPr>
            <p:blipFill>
              <a:blip r:embed="rId111"/>
              <a:stretch>
                <a:fillRect/>
              </a:stretch>
            </p:blipFill>
            <p:spPr>
              <a:xfrm>
                <a:off x="2654760" y="2309640"/>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Ink 57">
                <a:extLst>
                  <a:ext uri="{FF2B5EF4-FFF2-40B4-BE49-F238E27FC236}">
                    <a16:creationId xmlns:a16="http://schemas.microsoft.com/office/drawing/2014/main" id="{8CAE710E-B5C4-94DD-7487-ABE6FC342407}"/>
                  </a:ext>
                </a:extLst>
              </p14:cNvPr>
              <p14:cNvContentPartPr/>
              <p14:nvPr/>
            </p14:nvContentPartPr>
            <p14:xfrm>
              <a:off x="2824680" y="2132880"/>
              <a:ext cx="44640" cy="34920"/>
            </p14:xfrm>
          </p:contentPart>
        </mc:Choice>
        <mc:Fallback xmlns="">
          <p:pic>
            <p:nvPicPr>
              <p:cNvPr id="58" name="Ink 57">
                <a:extLst>
                  <a:ext uri="{FF2B5EF4-FFF2-40B4-BE49-F238E27FC236}">
                    <a16:creationId xmlns:a16="http://schemas.microsoft.com/office/drawing/2014/main" id="{8CAE710E-B5C4-94DD-7487-ABE6FC342407}"/>
                  </a:ext>
                </a:extLst>
              </p:cNvPr>
              <p:cNvPicPr/>
              <p:nvPr/>
            </p:nvPicPr>
            <p:blipFill>
              <a:blip r:embed="rId113"/>
              <a:stretch>
                <a:fillRect/>
              </a:stretch>
            </p:blipFill>
            <p:spPr>
              <a:xfrm>
                <a:off x="2820360" y="2128560"/>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Ink 58">
                <a:extLst>
                  <a:ext uri="{FF2B5EF4-FFF2-40B4-BE49-F238E27FC236}">
                    <a16:creationId xmlns:a16="http://schemas.microsoft.com/office/drawing/2014/main" id="{D79303BD-5E16-5E12-87D8-792004EDFB49}"/>
                  </a:ext>
                </a:extLst>
              </p14:cNvPr>
              <p14:cNvContentPartPr/>
              <p14:nvPr/>
            </p14:nvContentPartPr>
            <p14:xfrm>
              <a:off x="2982720" y="2216040"/>
              <a:ext cx="128880" cy="27360"/>
            </p14:xfrm>
          </p:contentPart>
        </mc:Choice>
        <mc:Fallback xmlns="">
          <p:pic>
            <p:nvPicPr>
              <p:cNvPr id="59" name="Ink 58">
                <a:extLst>
                  <a:ext uri="{FF2B5EF4-FFF2-40B4-BE49-F238E27FC236}">
                    <a16:creationId xmlns:a16="http://schemas.microsoft.com/office/drawing/2014/main" id="{D79303BD-5E16-5E12-87D8-792004EDFB49}"/>
                  </a:ext>
                </a:extLst>
              </p:cNvPr>
              <p:cNvPicPr/>
              <p:nvPr/>
            </p:nvPicPr>
            <p:blipFill>
              <a:blip r:embed="rId115"/>
              <a:stretch>
                <a:fillRect/>
              </a:stretch>
            </p:blipFill>
            <p:spPr>
              <a:xfrm>
                <a:off x="2978400" y="2211720"/>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Ink 59">
                <a:extLst>
                  <a:ext uri="{FF2B5EF4-FFF2-40B4-BE49-F238E27FC236}">
                    <a16:creationId xmlns:a16="http://schemas.microsoft.com/office/drawing/2014/main" id="{041FE049-3546-1114-4093-7F2059001D9C}"/>
                  </a:ext>
                </a:extLst>
              </p14:cNvPr>
              <p14:cNvContentPartPr/>
              <p14:nvPr/>
            </p14:nvContentPartPr>
            <p14:xfrm>
              <a:off x="2982720" y="2243040"/>
              <a:ext cx="148680" cy="73080"/>
            </p14:xfrm>
          </p:contentPart>
        </mc:Choice>
        <mc:Fallback xmlns="">
          <p:pic>
            <p:nvPicPr>
              <p:cNvPr id="60" name="Ink 59">
                <a:extLst>
                  <a:ext uri="{FF2B5EF4-FFF2-40B4-BE49-F238E27FC236}">
                    <a16:creationId xmlns:a16="http://schemas.microsoft.com/office/drawing/2014/main" id="{041FE049-3546-1114-4093-7F2059001D9C}"/>
                  </a:ext>
                </a:extLst>
              </p:cNvPr>
              <p:cNvPicPr/>
              <p:nvPr/>
            </p:nvPicPr>
            <p:blipFill>
              <a:blip r:embed="rId117"/>
              <a:stretch>
                <a:fillRect/>
              </a:stretch>
            </p:blipFill>
            <p:spPr>
              <a:xfrm>
                <a:off x="2978400" y="2238720"/>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Ink 60">
                <a:extLst>
                  <a:ext uri="{FF2B5EF4-FFF2-40B4-BE49-F238E27FC236}">
                    <a16:creationId xmlns:a16="http://schemas.microsoft.com/office/drawing/2014/main" id="{610FB18D-2AF6-080B-8FF9-1EABF66C778D}"/>
                  </a:ext>
                </a:extLst>
              </p14:cNvPr>
              <p14:cNvContentPartPr/>
              <p14:nvPr/>
            </p14:nvContentPartPr>
            <p14:xfrm>
              <a:off x="3345960" y="2096520"/>
              <a:ext cx="83520" cy="180360"/>
            </p14:xfrm>
          </p:contentPart>
        </mc:Choice>
        <mc:Fallback xmlns="">
          <p:pic>
            <p:nvPicPr>
              <p:cNvPr id="61" name="Ink 60">
                <a:extLst>
                  <a:ext uri="{FF2B5EF4-FFF2-40B4-BE49-F238E27FC236}">
                    <a16:creationId xmlns:a16="http://schemas.microsoft.com/office/drawing/2014/main" id="{610FB18D-2AF6-080B-8FF9-1EABF66C778D}"/>
                  </a:ext>
                </a:extLst>
              </p:cNvPr>
              <p:cNvPicPr/>
              <p:nvPr/>
            </p:nvPicPr>
            <p:blipFill>
              <a:blip r:embed="rId119"/>
              <a:stretch>
                <a:fillRect/>
              </a:stretch>
            </p:blipFill>
            <p:spPr>
              <a:xfrm>
                <a:off x="3341640" y="2092200"/>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Ink 61">
                <a:extLst>
                  <a:ext uri="{FF2B5EF4-FFF2-40B4-BE49-F238E27FC236}">
                    <a16:creationId xmlns:a16="http://schemas.microsoft.com/office/drawing/2014/main" id="{01F3806F-40F5-D4F5-4300-591F2F101DCF}"/>
                  </a:ext>
                </a:extLst>
              </p14:cNvPr>
              <p14:cNvContentPartPr/>
              <p14:nvPr/>
            </p14:nvContentPartPr>
            <p14:xfrm>
              <a:off x="3548640" y="2252400"/>
              <a:ext cx="111960" cy="256680"/>
            </p14:xfrm>
          </p:contentPart>
        </mc:Choice>
        <mc:Fallback xmlns="">
          <p:pic>
            <p:nvPicPr>
              <p:cNvPr id="62" name="Ink 61">
                <a:extLst>
                  <a:ext uri="{FF2B5EF4-FFF2-40B4-BE49-F238E27FC236}">
                    <a16:creationId xmlns:a16="http://schemas.microsoft.com/office/drawing/2014/main" id="{01F3806F-40F5-D4F5-4300-591F2F101DCF}"/>
                  </a:ext>
                </a:extLst>
              </p:cNvPr>
              <p:cNvPicPr/>
              <p:nvPr/>
            </p:nvPicPr>
            <p:blipFill>
              <a:blip r:embed="rId121"/>
              <a:stretch>
                <a:fillRect/>
              </a:stretch>
            </p:blipFill>
            <p:spPr>
              <a:xfrm>
                <a:off x="3544320" y="2248080"/>
                <a:ext cx="1206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Ink 62">
                <a:extLst>
                  <a:ext uri="{FF2B5EF4-FFF2-40B4-BE49-F238E27FC236}">
                    <a16:creationId xmlns:a16="http://schemas.microsoft.com/office/drawing/2014/main" id="{61C23818-36AB-AA8D-699C-52DE423E0AAF}"/>
                  </a:ext>
                </a:extLst>
              </p14:cNvPr>
              <p14:cNvContentPartPr/>
              <p14:nvPr/>
            </p14:nvContentPartPr>
            <p14:xfrm>
              <a:off x="3966240" y="2127480"/>
              <a:ext cx="162000" cy="108360"/>
            </p14:xfrm>
          </p:contentPart>
        </mc:Choice>
        <mc:Fallback xmlns="">
          <p:pic>
            <p:nvPicPr>
              <p:cNvPr id="63" name="Ink 62">
                <a:extLst>
                  <a:ext uri="{FF2B5EF4-FFF2-40B4-BE49-F238E27FC236}">
                    <a16:creationId xmlns:a16="http://schemas.microsoft.com/office/drawing/2014/main" id="{61C23818-36AB-AA8D-699C-52DE423E0AAF}"/>
                  </a:ext>
                </a:extLst>
              </p:cNvPr>
              <p:cNvPicPr/>
              <p:nvPr/>
            </p:nvPicPr>
            <p:blipFill>
              <a:blip r:embed="rId123"/>
              <a:stretch>
                <a:fillRect/>
              </a:stretch>
            </p:blipFill>
            <p:spPr>
              <a:xfrm>
                <a:off x="3961920" y="2123160"/>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4" name="Ink 63">
                <a:extLst>
                  <a:ext uri="{FF2B5EF4-FFF2-40B4-BE49-F238E27FC236}">
                    <a16:creationId xmlns:a16="http://schemas.microsoft.com/office/drawing/2014/main" id="{F1580588-72DA-3795-4F1F-0148C88FEC60}"/>
                  </a:ext>
                </a:extLst>
              </p14:cNvPr>
              <p14:cNvContentPartPr/>
              <p14:nvPr/>
            </p14:nvContentPartPr>
            <p14:xfrm>
              <a:off x="4135440" y="2015880"/>
              <a:ext cx="11880" cy="23040"/>
            </p14:xfrm>
          </p:contentPart>
        </mc:Choice>
        <mc:Fallback xmlns="">
          <p:pic>
            <p:nvPicPr>
              <p:cNvPr id="64" name="Ink 63">
                <a:extLst>
                  <a:ext uri="{FF2B5EF4-FFF2-40B4-BE49-F238E27FC236}">
                    <a16:creationId xmlns:a16="http://schemas.microsoft.com/office/drawing/2014/main" id="{F1580588-72DA-3795-4F1F-0148C88FEC60}"/>
                  </a:ext>
                </a:extLst>
              </p:cNvPr>
              <p:cNvPicPr/>
              <p:nvPr/>
            </p:nvPicPr>
            <p:blipFill>
              <a:blip r:embed="rId125"/>
              <a:stretch>
                <a:fillRect/>
              </a:stretch>
            </p:blipFill>
            <p:spPr>
              <a:xfrm>
                <a:off x="4131120" y="2011560"/>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5" name="Ink 64">
                <a:extLst>
                  <a:ext uri="{FF2B5EF4-FFF2-40B4-BE49-F238E27FC236}">
                    <a16:creationId xmlns:a16="http://schemas.microsoft.com/office/drawing/2014/main" id="{4768C044-70DF-D930-D21C-F6FDD0850C0E}"/>
                  </a:ext>
                </a:extLst>
              </p14:cNvPr>
              <p14:cNvContentPartPr/>
              <p14:nvPr/>
            </p14:nvContentPartPr>
            <p14:xfrm>
              <a:off x="4303200" y="2100120"/>
              <a:ext cx="275760" cy="158760"/>
            </p14:xfrm>
          </p:contentPart>
        </mc:Choice>
        <mc:Fallback xmlns="">
          <p:pic>
            <p:nvPicPr>
              <p:cNvPr id="65" name="Ink 64">
                <a:extLst>
                  <a:ext uri="{FF2B5EF4-FFF2-40B4-BE49-F238E27FC236}">
                    <a16:creationId xmlns:a16="http://schemas.microsoft.com/office/drawing/2014/main" id="{4768C044-70DF-D930-D21C-F6FDD0850C0E}"/>
                  </a:ext>
                </a:extLst>
              </p:cNvPr>
              <p:cNvPicPr/>
              <p:nvPr/>
            </p:nvPicPr>
            <p:blipFill>
              <a:blip r:embed="rId127"/>
              <a:stretch>
                <a:fillRect/>
              </a:stretch>
            </p:blipFill>
            <p:spPr>
              <a:xfrm>
                <a:off x="4298880" y="2095800"/>
                <a:ext cx="28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6" name="Ink 65">
                <a:extLst>
                  <a:ext uri="{FF2B5EF4-FFF2-40B4-BE49-F238E27FC236}">
                    <a16:creationId xmlns:a16="http://schemas.microsoft.com/office/drawing/2014/main" id="{83414819-0662-C81B-75A4-118D780E1094}"/>
                  </a:ext>
                </a:extLst>
              </p14:cNvPr>
              <p14:cNvContentPartPr/>
              <p14:nvPr/>
            </p14:nvContentPartPr>
            <p14:xfrm>
              <a:off x="4789920" y="2019480"/>
              <a:ext cx="216360" cy="165600"/>
            </p14:xfrm>
          </p:contentPart>
        </mc:Choice>
        <mc:Fallback xmlns="">
          <p:pic>
            <p:nvPicPr>
              <p:cNvPr id="66" name="Ink 65">
                <a:extLst>
                  <a:ext uri="{FF2B5EF4-FFF2-40B4-BE49-F238E27FC236}">
                    <a16:creationId xmlns:a16="http://schemas.microsoft.com/office/drawing/2014/main" id="{83414819-0662-C81B-75A4-118D780E1094}"/>
                  </a:ext>
                </a:extLst>
              </p:cNvPr>
              <p:cNvPicPr/>
              <p:nvPr/>
            </p:nvPicPr>
            <p:blipFill>
              <a:blip r:embed="rId129"/>
              <a:stretch>
                <a:fillRect/>
              </a:stretch>
            </p:blipFill>
            <p:spPr>
              <a:xfrm>
                <a:off x="4785600" y="2015160"/>
                <a:ext cx="22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7" name="Ink 66">
                <a:extLst>
                  <a:ext uri="{FF2B5EF4-FFF2-40B4-BE49-F238E27FC236}">
                    <a16:creationId xmlns:a16="http://schemas.microsoft.com/office/drawing/2014/main" id="{B1FE0C8F-0A24-61EC-DC2F-F92DE0801DE6}"/>
                  </a:ext>
                </a:extLst>
              </p14:cNvPr>
              <p14:cNvContentPartPr/>
              <p14:nvPr/>
            </p14:nvContentPartPr>
            <p14:xfrm>
              <a:off x="5215440" y="2017320"/>
              <a:ext cx="208080" cy="46800"/>
            </p14:xfrm>
          </p:contentPart>
        </mc:Choice>
        <mc:Fallback xmlns="">
          <p:pic>
            <p:nvPicPr>
              <p:cNvPr id="67" name="Ink 66">
                <a:extLst>
                  <a:ext uri="{FF2B5EF4-FFF2-40B4-BE49-F238E27FC236}">
                    <a16:creationId xmlns:a16="http://schemas.microsoft.com/office/drawing/2014/main" id="{B1FE0C8F-0A24-61EC-DC2F-F92DE0801DE6}"/>
                  </a:ext>
                </a:extLst>
              </p:cNvPr>
              <p:cNvPicPr/>
              <p:nvPr/>
            </p:nvPicPr>
            <p:blipFill>
              <a:blip r:embed="rId131"/>
              <a:stretch>
                <a:fillRect/>
              </a:stretch>
            </p:blipFill>
            <p:spPr>
              <a:xfrm>
                <a:off x="5211120" y="2013000"/>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8" name="Ink 67">
                <a:extLst>
                  <a:ext uri="{FF2B5EF4-FFF2-40B4-BE49-F238E27FC236}">
                    <a16:creationId xmlns:a16="http://schemas.microsoft.com/office/drawing/2014/main" id="{F0A89328-31FA-19A5-4473-9458A22F8279}"/>
                  </a:ext>
                </a:extLst>
              </p14:cNvPr>
              <p14:cNvContentPartPr/>
              <p14:nvPr/>
            </p14:nvContentPartPr>
            <p14:xfrm>
              <a:off x="5577240" y="1912200"/>
              <a:ext cx="19800" cy="183240"/>
            </p14:xfrm>
          </p:contentPart>
        </mc:Choice>
        <mc:Fallback xmlns="">
          <p:pic>
            <p:nvPicPr>
              <p:cNvPr id="68" name="Ink 67">
                <a:extLst>
                  <a:ext uri="{FF2B5EF4-FFF2-40B4-BE49-F238E27FC236}">
                    <a16:creationId xmlns:a16="http://schemas.microsoft.com/office/drawing/2014/main" id="{F0A89328-31FA-19A5-4473-9458A22F8279}"/>
                  </a:ext>
                </a:extLst>
              </p:cNvPr>
              <p:cNvPicPr/>
              <p:nvPr/>
            </p:nvPicPr>
            <p:blipFill>
              <a:blip r:embed="rId133"/>
              <a:stretch>
                <a:fillRect/>
              </a:stretch>
            </p:blipFill>
            <p:spPr>
              <a:xfrm>
                <a:off x="5572920" y="1907880"/>
                <a:ext cx="284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9" name="Ink 68">
                <a:extLst>
                  <a:ext uri="{FF2B5EF4-FFF2-40B4-BE49-F238E27FC236}">
                    <a16:creationId xmlns:a16="http://schemas.microsoft.com/office/drawing/2014/main" id="{47978F17-1A90-D605-D747-D7CFE36D42EE}"/>
                  </a:ext>
                </a:extLst>
              </p14:cNvPr>
              <p14:cNvContentPartPr/>
              <p14:nvPr/>
            </p14:nvContentPartPr>
            <p14:xfrm>
              <a:off x="6116520" y="1977000"/>
              <a:ext cx="148680" cy="96480"/>
            </p14:xfrm>
          </p:contentPart>
        </mc:Choice>
        <mc:Fallback xmlns="">
          <p:pic>
            <p:nvPicPr>
              <p:cNvPr id="69" name="Ink 68">
                <a:extLst>
                  <a:ext uri="{FF2B5EF4-FFF2-40B4-BE49-F238E27FC236}">
                    <a16:creationId xmlns:a16="http://schemas.microsoft.com/office/drawing/2014/main" id="{47978F17-1A90-D605-D747-D7CFE36D42EE}"/>
                  </a:ext>
                </a:extLst>
              </p:cNvPr>
              <p:cNvPicPr/>
              <p:nvPr/>
            </p:nvPicPr>
            <p:blipFill>
              <a:blip r:embed="rId135"/>
              <a:stretch>
                <a:fillRect/>
              </a:stretch>
            </p:blipFill>
            <p:spPr>
              <a:xfrm>
                <a:off x="6112200" y="1972680"/>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0" name="Ink 69">
                <a:extLst>
                  <a:ext uri="{FF2B5EF4-FFF2-40B4-BE49-F238E27FC236}">
                    <a16:creationId xmlns:a16="http://schemas.microsoft.com/office/drawing/2014/main" id="{A5FAE428-A242-F16E-FFD6-CD4D0976CD48}"/>
                  </a:ext>
                </a:extLst>
              </p14:cNvPr>
              <p14:cNvContentPartPr/>
              <p14:nvPr/>
            </p14:nvContentPartPr>
            <p14:xfrm>
              <a:off x="6297240" y="1852440"/>
              <a:ext cx="25560" cy="21240"/>
            </p14:xfrm>
          </p:contentPart>
        </mc:Choice>
        <mc:Fallback xmlns="">
          <p:pic>
            <p:nvPicPr>
              <p:cNvPr id="70" name="Ink 69">
                <a:extLst>
                  <a:ext uri="{FF2B5EF4-FFF2-40B4-BE49-F238E27FC236}">
                    <a16:creationId xmlns:a16="http://schemas.microsoft.com/office/drawing/2014/main" id="{A5FAE428-A242-F16E-FFD6-CD4D0976CD48}"/>
                  </a:ext>
                </a:extLst>
              </p:cNvPr>
              <p:cNvPicPr/>
              <p:nvPr/>
            </p:nvPicPr>
            <p:blipFill>
              <a:blip r:embed="rId137"/>
              <a:stretch>
                <a:fillRect/>
              </a:stretch>
            </p:blipFill>
            <p:spPr>
              <a:xfrm>
                <a:off x="6292920" y="1847760"/>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1" name="Ink 70">
                <a:extLst>
                  <a:ext uri="{FF2B5EF4-FFF2-40B4-BE49-F238E27FC236}">
                    <a16:creationId xmlns:a16="http://schemas.microsoft.com/office/drawing/2014/main" id="{22F498FA-71AD-156D-EB72-D14F2AB39EC5}"/>
                  </a:ext>
                </a:extLst>
              </p14:cNvPr>
              <p14:cNvContentPartPr/>
              <p14:nvPr/>
            </p14:nvContentPartPr>
            <p14:xfrm>
              <a:off x="6458880" y="1906080"/>
              <a:ext cx="52200" cy="121680"/>
            </p14:xfrm>
          </p:contentPart>
        </mc:Choice>
        <mc:Fallback xmlns="">
          <p:pic>
            <p:nvPicPr>
              <p:cNvPr id="71" name="Ink 70">
                <a:extLst>
                  <a:ext uri="{FF2B5EF4-FFF2-40B4-BE49-F238E27FC236}">
                    <a16:creationId xmlns:a16="http://schemas.microsoft.com/office/drawing/2014/main" id="{22F498FA-71AD-156D-EB72-D14F2AB39EC5}"/>
                  </a:ext>
                </a:extLst>
              </p:cNvPr>
              <p:cNvPicPr/>
              <p:nvPr/>
            </p:nvPicPr>
            <p:blipFill>
              <a:blip r:embed="rId139"/>
              <a:stretch>
                <a:fillRect/>
              </a:stretch>
            </p:blipFill>
            <p:spPr>
              <a:xfrm>
                <a:off x="6454560" y="1901760"/>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2" name="Ink 71">
                <a:extLst>
                  <a:ext uri="{FF2B5EF4-FFF2-40B4-BE49-F238E27FC236}">
                    <a16:creationId xmlns:a16="http://schemas.microsoft.com/office/drawing/2014/main" id="{9343D07F-54D5-BBFA-446E-DC12F768965B}"/>
                  </a:ext>
                </a:extLst>
              </p14:cNvPr>
              <p14:cNvContentPartPr/>
              <p14:nvPr/>
            </p14:nvContentPartPr>
            <p14:xfrm>
              <a:off x="6391560" y="1906080"/>
              <a:ext cx="314280" cy="177120"/>
            </p14:xfrm>
          </p:contentPart>
        </mc:Choice>
        <mc:Fallback xmlns="">
          <p:pic>
            <p:nvPicPr>
              <p:cNvPr id="72" name="Ink 71">
                <a:extLst>
                  <a:ext uri="{FF2B5EF4-FFF2-40B4-BE49-F238E27FC236}">
                    <a16:creationId xmlns:a16="http://schemas.microsoft.com/office/drawing/2014/main" id="{9343D07F-54D5-BBFA-446E-DC12F768965B}"/>
                  </a:ext>
                </a:extLst>
              </p:cNvPr>
              <p:cNvPicPr/>
              <p:nvPr/>
            </p:nvPicPr>
            <p:blipFill>
              <a:blip r:embed="rId141"/>
              <a:stretch>
                <a:fillRect/>
              </a:stretch>
            </p:blipFill>
            <p:spPr>
              <a:xfrm>
                <a:off x="6387240" y="1901760"/>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3" name="Ink 72">
                <a:extLst>
                  <a:ext uri="{FF2B5EF4-FFF2-40B4-BE49-F238E27FC236}">
                    <a16:creationId xmlns:a16="http://schemas.microsoft.com/office/drawing/2014/main" id="{20595D2A-7FDC-C96E-3798-05B13D48B3B2}"/>
                  </a:ext>
                </a:extLst>
              </p14:cNvPr>
              <p14:cNvContentPartPr/>
              <p14:nvPr/>
            </p14:nvContentPartPr>
            <p14:xfrm>
              <a:off x="6609000" y="1977000"/>
              <a:ext cx="225720" cy="39240"/>
            </p14:xfrm>
          </p:contentPart>
        </mc:Choice>
        <mc:Fallback xmlns="">
          <p:pic>
            <p:nvPicPr>
              <p:cNvPr id="73" name="Ink 72">
                <a:extLst>
                  <a:ext uri="{FF2B5EF4-FFF2-40B4-BE49-F238E27FC236}">
                    <a16:creationId xmlns:a16="http://schemas.microsoft.com/office/drawing/2014/main" id="{20595D2A-7FDC-C96E-3798-05B13D48B3B2}"/>
                  </a:ext>
                </a:extLst>
              </p:cNvPr>
              <p:cNvPicPr/>
              <p:nvPr/>
            </p:nvPicPr>
            <p:blipFill>
              <a:blip r:embed="rId143"/>
              <a:stretch>
                <a:fillRect/>
              </a:stretch>
            </p:blipFill>
            <p:spPr>
              <a:xfrm>
                <a:off x="6604680" y="1972680"/>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4" name="Ink 73">
                <a:extLst>
                  <a:ext uri="{FF2B5EF4-FFF2-40B4-BE49-F238E27FC236}">
                    <a16:creationId xmlns:a16="http://schemas.microsoft.com/office/drawing/2014/main" id="{1B866310-1179-7ECA-E908-D5D27D459FA0}"/>
                  </a:ext>
                </a:extLst>
              </p14:cNvPr>
              <p14:cNvContentPartPr/>
              <p14:nvPr/>
            </p14:nvContentPartPr>
            <p14:xfrm>
              <a:off x="6845880" y="1787280"/>
              <a:ext cx="234360" cy="360000"/>
            </p14:xfrm>
          </p:contentPart>
        </mc:Choice>
        <mc:Fallback xmlns="">
          <p:pic>
            <p:nvPicPr>
              <p:cNvPr id="74" name="Ink 73">
                <a:extLst>
                  <a:ext uri="{FF2B5EF4-FFF2-40B4-BE49-F238E27FC236}">
                    <a16:creationId xmlns:a16="http://schemas.microsoft.com/office/drawing/2014/main" id="{1B866310-1179-7ECA-E908-D5D27D459FA0}"/>
                  </a:ext>
                </a:extLst>
              </p:cNvPr>
              <p:cNvPicPr/>
              <p:nvPr/>
            </p:nvPicPr>
            <p:blipFill>
              <a:blip r:embed="rId145"/>
              <a:stretch>
                <a:fillRect/>
              </a:stretch>
            </p:blipFill>
            <p:spPr>
              <a:xfrm>
                <a:off x="6841560" y="1782960"/>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5" name="Ink 74">
                <a:extLst>
                  <a:ext uri="{FF2B5EF4-FFF2-40B4-BE49-F238E27FC236}">
                    <a16:creationId xmlns:a16="http://schemas.microsoft.com/office/drawing/2014/main" id="{B21069DD-4062-FD78-A398-6AC7E9B6F133}"/>
                  </a:ext>
                </a:extLst>
              </p14:cNvPr>
              <p14:cNvContentPartPr/>
              <p14:nvPr/>
            </p14:nvContentPartPr>
            <p14:xfrm>
              <a:off x="1895160" y="4097400"/>
              <a:ext cx="248760" cy="474120"/>
            </p14:xfrm>
          </p:contentPart>
        </mc:Choice>
        <mc:Fallback xmlns="">
          <p:pic>
            <p:nvPicPr>
              <p:cNvPr id="75" name="Ink 74">
                <a:extLst>
                  <a:ext uri="{FF2B5EF4-FFF2-40B4-BE49-F238E27FC236}">
                    <a16:creationId xmlns:a16="http://schemas.microsoft.com/office/drawing/2014/main" id="{B21069DD-4062-FD78-A398-6AC7E9B6F133}"/>
                  </a:ext>
                </a:extLst>
              </p:cNvPr>
              <p:cNvPicPr/>
              <p:nvPr/>
            </p:nvPicPr>
            <p:blipFill>
              <a:blip r:embed="rId147"/>
              <a:stretch>
                <a:fillRect/>
              </a:stretch>
            </p:blipFill>
            <p:spPr>
              <a:xfrm>
                <a:off x="1890840" y="4093080"/>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6" name="Ink 75">
                <a:extLst>
                  <a:ext uri="{FF2B5EF4-FFF2-40B4-BE49-F238E27FC236}">
                    <a16:creationId xmlns:a16="http://schemas.microsoft.com/office/drawing/2014/main" id="{7547AF32-3B0D-51B1-E914-C1FAA65F0FAB}"/>
                  </a:ext>
                </a:extLst>
              </p14:cNvPr>
              <p14:cNvContentPartPr/>
              <p14:nvPr/>
            </p14:nvContentPartPr>
            <p14:xfrm>
              <a:off x="526080" y="1098240"/>
              <a:ext cx="241200" cy="662040"/>
            </p14:xfrm>
          </p:contentPart>
        </mc:Choice>
        <mc:Fallback xmlns="">
          <p:pic>
            <p:nvPicPr>
              <p:cNvPr id="76" name="Ink 75">
                <a:extLst>
                  <a:ext uri="{FF2B5EF4-FFF2-40B4-BE49-F238E27FC236}">
                    <a16:creationId xmlns:a16="http://schemas.microsoft.com/office/drawing/2014/main" id="{7547AF32-3B0D-51B1-E914-C1FAA65F0FAB}"/>
                  </a:ext>
                </a:extLst>
              </p:cNvPr>
              <p:cNvPicPr/>
              <p:nvPr/>
            </p:nvPicPr>
            <p:blipFill>
              <a:blip r:embed="rId149"/>
              <a:stretch>
                <a:fillRect/>
              </a:stretch>
            </p:blipFill>
            <p:spPr>
              <a:xfrm>
                <a:off x="521760" y="1093920"/>
                <a:ext cx="24984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7" name="Ink 76">
                <a:extLst>
                  <a:ext uri="{FF2B5EF4-FFF2-40B4-BE49-F238E27FC236}">
                    <a16:creationId xmlns:a16="http://schemas.microsoft.com/office/drawing/2014/main" id="{987D0A99-08C4-9E2C-1583-8BABD68DE551}"/>
                  </a:ext>
                </a:extLst>
              </p14:cNvPr>
              <p14:cNvContentPartPr/>
              <p14:nvPr/>
            </p14:nvContentPartPr>
            <p14:xfrm>
              <a:off x="379920" y="1463640"/>
              <a:ext cx="323640" cy="88560"/>
            </p14:xfrm>
          </p:contentPart>
        </mc:Choice>
        <mc:Fallback xmlns="">
          <p:pic>
            <p:nvPicPr>
              <p:cNvPr id="77" name="Ink 76">
                <a:extLst>
                  <a:ext uri="{FF2B5EF4-FFF2-40B4-BE49-F238E27FC236}">
                    <a16:creationId xmlns:a16="http://schemas.microsoft.com/office/drawing/2014/main" id="{987D0A99-08C4-9E2C-1583-8BABD68DE551}"/>
                  </a:ext>
                </a:extLst>
              </p:cNvPr>
              <p:cNvPicPr/>
              <p:nvPr/>
            </p:nvPicPr>
            <p:blipFill>
              <a:blip r:embed="rId151"/>
              <a:stretch>
                <a:fillRect/>
              </a:stretch>
            </p:blipFill>
            <p:spPr>
              <a:xfrm>
                <a:off x="375600" y="1459320"/>
                <a:ext cx="332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8" name="Ink 77">
                <a:extLst>
                  <a:ext uri="{FF2B5EF4-FFF2-40B4-BE49-F238E27FC236}">
                    <a16:creationId xmlns:a16="http://schemas.microsoft.com/office/drawing/2014/main" id="{87D4E4BB-A32F-2A06-5892-55EAFD0B9BF3}"/>
                  </a:ext>
                </a:extLst>
              </p14:cNvPr>
              <p14:cNvContentPartPr/>
              <p14:nvPr/>
            </p14:nvContentPartPr>
            <p14:xfrm>
              <a:off x="681240" y="1405680"/>
              <a:ext cx="106200" cy="136440"/>
            </p14:xfrm>
          </p:contentPart>
        </mc:Choice>
        <mc:Fallback xmlns="">
          <p:pic>
            <p:nvPicPr>
              <p:cNvPr id="78" name="Ink 77">
                <a:extLst>
                  <a:ext uri="{FF2B5EF4-FFF2-40B4-BE49-F238E27FC236}">
                    <a16:creationId xmlns:a16="http://schemas.microsoft.com/office/drawing/2014/main" id="{87D4E4BB-A32F-2A06-5892-55EAFD0B9BF3}"/>
                  </a:ext>
                </a:extLst>
              </p:cNvPr>
              <p:cNvPicPr/>
              <p:nvPr/>
            </p:nvPicPr>
            <p:blipFill>
              <a:blip r:embed="rId153"/>
              <a:stretch>
                <a:fillRect/>
              </a:stretch>
            </p:blipFill>
            <p:spPr>
              <a:xfrm>
                <a:off x="676920" y="1401360"/>
                <a:ext cx="1148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9" name="Ink 78">
                <a:extLst>
                  <a:ext uri="{FF2B5EF4-FFF2-40B4-BE49-F238E27FC236}">
                    <a16:creationId xmlns:a16="http://schemas.microsoft.com/office/drawing/2014/main" id="{579F6D74-EEAC-0F59-08F8-E4360498A34F}"/>
                  </a:ext>
                </a:extLst>
              </p14:cNvPr>
              <p14:cNvContentPartPr/>
              <p14:nvPr/>
            </p14:nvContentPartPr>
            <p14:xfrm>
              <a:off x="868800" y="1357440"/>
              <a:ext cx="106200" cy="136800"/>
            </p14:xfrm>
          </p:contentPart>
        </mc:Choice>
        <mc:Fallback xmlns="">
          <p:pic>
            <p:nvPicPr>
              <p:cNvPr id="79" name="Ink 78">
                <a:extLst>
                  <a:ext uri="{FF2B5EF4-FFF2-40B4-BE49-F238E27FC236}">
                    <a16:creationId xmlns:a16="http://schemas.microsoft.com/office/drawing/2014/main" id="{579F6D74-EEAC-0F59-08F8-E4360498A34F}"/>
                  </a:ext>
                </a:extLst>
              </p:cNvPr>
              <p:cNvPicPr/>
              <p:nvPr/>
            </p:nvPicPr>
            <p:blipFill>
              <a:blip r:embed="rId155"/>
              <a:stretch>
                <a:fillRect/>
              </a:stretch>
            </p:blipFill>
            <p:spPr>
              <a:xfrm>
                <a:off x="864480" y="1353120"/>
                <a:ext cx="1148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0" name="Ink 79">
                <a:extLst>
                  <a:ext uri="{FF2B5EF4-FFF2-40B4-BE49-F238E27FC236}">
                    <a16:creationId xmlns:a16="http://schemas.microsoft.com/office/drawing/2014/main" id="{CC5F5C93-6F26-49B6-DE63-F9E717A6D06A}"/>
                  </a:ext>
                </a:extLst>
              </p14:cNvPr>
              <p14:cNvContentPartPr/>
              <p14:nvPr/>
            </p14:nvContentPartPr>
            <p14:xfrm>
              <a:off x="566936" y="5435448"/>
              <a:ext cx="229320" cy="531720"/>
            </p14:xfrm>
          </p:contentPart>
        </mc:Choice>
        <mc:Fallback xmlns="">
          <p:pic>
            <p:nvPicPr>
              <p:cNvPr id="80" name="Ink 79">
                <a:extLst>
                  <a:ext uri="{FF2B5EF4-FFF2-40B4-BE49-F238E27FC236}">
                    <a16:creationId xmlns:a16="http://schemas.microsoft.com/office/drawing/2014/main" id="{CC5F5C93-6F26-49B6-DE63-F9E717A6D06A}"/>
                  </a:ext>
                </a:extLst>
              </p:cNvPr>
              <p:cNvPicPr/>
              <p:nvPr/>
            </p:nvPicPr>
            <p:blipFill>
              <a:blip r:embed="rId157"/>
              <a:stretch>
                <a:fillRect/>
              </a:stretch>
            </p:blipFill>
            <p:spPr>
              <a:xfrm>
                <a:off x="562616" y="5431128"/>
                <a:ext cx="23796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1" name="Ink 80">
                <a:extLst>
                  <a:ext uri="{FF2B5EF4-FFF2-40B4-BE49-F238E27FC236}">
                    <a16:creationId xmlns:a16="http://schemas.microsoft.com/office/drawing/2014/main" id="{22115910-0538-2F26-2199-5B5FAF483503}"/>
                  </a:ext>
                </a:extLst>
              </p14:cNvPr>
              <p14:cNvContentPartPr/>
              <p14:nvPr/>
            </p14:nvContentPartPr>
            <p14:xfrm>
              <a:off x="7461120" y="751920"/>
              <a:ext cx="239400" cy="416160"/>
            </p14:xfrm>
          </p:contentPart>
        </mc:Choice>
        <mc:Fallback xmlns="">
          <p:pic>
            <p:nvPicPr>
              <p:cNvPr id="81" name="Ink 80">
                <a:extLst>
                  <a:ext uri="{FF2B5EF4-FFF2-40B4-BE49-F238E27FC236}">
                    <a16:creationId xmlns:a16="http://schemas.microsoft.com/office/drawing/2014/main" id="{22115910-0538-2F26-2199-5B5FAF483503}"/>
                  </a:ext>
                </a:extLst>
              </p:cNvPr>
              <p:cNvPicPr/>
              <p:nvPr/>
            </p:nvPicPr>
            <p:blipFill>
              <a:blip r:embed="rId159"/>
              <a:stretch>
                <a:fillRect/>
              </a:stretch>
            </p:blipFill>
            <p:spPr>
              <a:xfrm>
                <a:off x="7456800" y="747600"/>
                <a:ext cx="24804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2" name="Ink 81">
                <a:extLst>
                  <a:ext uri="{FF2B5EF4-FFF2-40B4-BE49-F238E27FC236}">
                    <a16:creationId xmlns:a16="http://schemas.microsoft.com/office/drawing/2014/main" id="{BDA692DD-7DCC-E039-56E1-485148FB3307}"/>
                  </a:ext>
                </a:extLst>
              </p14:cNvPr>
              <p14:cNvContentPartPr/>
              <p14:nvPr/>
            </p14:nvContentPartPr>
            <p14:xfrm>
              <a:off x="7429976" y="1879008"/>
              <a:ext cx="276480" cy="294120"/>
            </p14:xfrm>
          </p:contentPart>
        </mc:Choice>
        <mc:Fallback xmlns="">
          <p:pic>
            <p:nvPicPr>
              <p:cNvPr id="82" name="Ink 81">
                <a:extLst>
                  <a:ext uri="{FF2B5EF4-FFF2-40B4-BE49-F238E27FC236}">
                    <a16:creationId xmlns:a16="http://schemas.microsoft.com/office/drawing/2014/main" id="{BDA692DD-7DCC-E039-56E1-485148FB3307}"/>
                  </a:ext>
                </a:extLst>
              </p:cNvPr>
              <p:cNvPicPr/>
              <p:nvPr/>
            </p:nvPicPr>
            <p:blipFill>
              <a:blip r:embed="rId161"/>
              <a:stretch>
                <a:fillRect/>
              </a:stretch>
            </p:blipFill>
            <p:spPr>
              <a:xfrm>
                <a:off x="7425656" y="1874688"/>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3" name="Ink 82">
                <a:extLst>
                  <a:ext uri="{FF2B5EF4-FFF2-40B4-BE49-F238E27FC236}">
                    <a16:creationId xmlns:a16="http://schemas.microsoft.com/office/drawing/2014/main" id="{C6058C04-D5F1-9F2D-956B-FF19C6D7F67D}"/>
                  </a:ext>
                </a:extLst>
              </p14:cNvPr>
              <p14:cNvContentPartPr/>
              <p14:nvPr/>
            </p14:nvContentPartPr>
            <p14:xfrm>
              <a:off x="7734536" y="2438808"/>
              <a:ext cx="174240" cy="417960"/>
            </p14:xfrm>
          </p:contentPart>
        </mc:Choice>
        <mc:Fallback xmlns="">
          <p:pic>
            <p:nvPicPr>
              <p:cNvPr id="83" name="Ink 82">
                <a:extLst>
                  <a:ext uri="{FF2B5EF4-FFF2-40B4-BE49-F238E27FC236}">
                    <a16:creationId xmlns:a16="http://schemas.microsoft.com/office/drawing/2014/main" id="{C6058C04-D5F1-9F2D-956B-FF19C6D7F67D}"/>
                  </a:ext>
                </a:extLst>
              </p:cNvPr>
              <p:cNvPicPr/>
              <p:nvPr/>
            </p:nvPicPr>
            <p:blipFill>
              <a:blip r:embed="rId163"/>
              <a:stretch>
                <a:fillRect/>
              </a:stretch>
            </p:blipFill>
            <p:spPr>
              <a:xfrm>
                <a:off x="7730216" y="2434488"/>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4" name="Ink 83">
                <a:extLst>
                  <a:ext uri="{FF2B5EF4-FFF2-40B4-BE49-F238E27FC236}">
                    <a16:creationId xmlns:a16="http://schemas.microsoft.com/office/drawing/2014/main" id="{495E87FD-474E-59E1-01BD-26EF3430C7CE}"/>
                  </a:ext>
                </a:extLst>
              </p14:cNvPr>
              <p14:cNvContentPartPr/>
              <p14:nvPr/>
            </p14:nvContentPartPr>
            <p14:xfrm>
              <a:off x="2680496" y="3681888"/>
              <a:ext cx="216000" cy="368640"/>
            </p14:xfrm>
          </p:contentPart>
        </mc:Choice>
        <mc:Fallback xmlns="">
          <p:pic>
            <p:nvPicPr>
              <p:cNvPr id="84" name="Ink 83">
                <a:extLst>
                  <a:ext uri="{FF2B5EF4-FFF2-40B4-BE49-F238E27FC236}">
                    <a16:creationId xmlns:a16="http://schemas.microsoft.com/office/drawing/2014/main" id="{495E87FD-474E-59E1-01BD-26EF3430C7CE}"/>
                  </a:ext>
                </a:extLst>
              </p:cNvPr>
              <p:cNvPicPr/>
              <p:nvPr/>
            </p:nvPicPr>
            <p:blipFill>
              <a:blip r:embed="rId165"/>
              <a:stretch>
                <a:fillRect/>
              </a:stretch>
            </p:blipFill>
            <p:spPr>
              <a:xfrm>
                <a:off x="2676176" y="3677568"/>
                <a:ext cx="224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5" name="Ink 84">
                <a:extLst>
                  <a:ext uri="{FF2B5EF4-FFF2-40B4-BE49-F238E27FC236}">
                    <a16:creationId xmlns:a16="http://schemas.microsoft.com/office/drawing/2014/main" id="{A2111319-996B-8B98-CD6B-9BA349256019}"/>
                  </a:ext>
                </a:extLst>
              </p14:cNvPr>
              <p14:cNvContentPartPr/>
              <p14:nvPr/>
            </p14:nvContentPartPr>
            <p14:xfrm>
              <a:off x="1175160" y="1005720"/>
              <a:ext cx="152280" cy="523440"/>
            </p14:xfrm>
          </p:contentPart>
        </mc:Choice>
        <mc:Fallback xmlns="">
          <p:pic>
            <p:nvPicPr>
              <p:cNvPr id="85" name="Ink 84">
                <a:extLst>
                  <a:ext uri="{FF2B5EF4-FFF2-40B4-BE49-F238E27FC236}">
                    <a16:creationId xmlns:a16="http://schemas.microsoft.com/office/drawing/2014/main" id="{A2111319-996B-8B98-CD6B-9BA349256019}"/>
                  </a:ext>
                </a:extLst>
              </p:cNvPr>
              <p:cNvPicPr/>
              <p:nvPr/>
            </p:nvPicPr>
            <p:blipFill>
              <a:blip r:embed="rId167"/>
              <a:stretch>
                <a:fillRect/>
              </a:stretch>
            </p:blipFill>
            <p:spPr>
              <a:xfrm>
                <a:off x="1170840" y="1001400"/>
                <a:ext cx="1609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6" name="Ink 85">
                <a:extLst>
                  <a:ext uri="{FF2B5EF4-FFF2-40B4-BE49-F238E27FC236}">
                    <a16:creationId xmlns:a16="http://schemas.microsoft.com/office/drawing/2014/main" id="{AD548BC1-1181-7A88-F990-36F76A1DF52B}"/>
                  </a:ext>
                </a:extLst>
              </p14:cNvPr>
              <p14:cNvContentPartPr/>
              <p14:nvPr/>
            </p14:nvContentPartPr>
            <p14:xfrm>
              <a:off x="1476840" y="1260600"/>
              <a:ext cx="31320" cy="105480"/>
            </p14:xfrm>
          </p:contentPart>
        </mc:Choice>
        <mc:Fallback xmlns="">
          <p:pic>
            <p:nvPicPr>
              <p:cNvPr id="86" name="Ink 85">
                <a:extLst>
                  <a:ext uri="{FF2B5EF4-FFF2-40B4-BE49-F238E27FC236}">
                    <a16:creationId xmlns:a16="http://schemas.microsoft.com/office/drawing/2014/main" id="{AD548BC1-1181-7A88-F990-36F76A1DF52B}"/>
                  </a:ext>
                </a:extLst>
              </p:cNvPr>
              <p:cNvPicPr/>
              <p:nvPr/>
            </p:nvPicPr>
            <p:blipFill>
              <a:blip r:embed="rId169"/>
              <a:stretch>
                <a:fillRect/>
              </a:stretch>
            </p:blipFill>
            <p:spPr>
              <a:xfrm>
                <a:off x="1472520" y="1256280"/>
                <a:ext cx="39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7" name="Ink 86">
                <a:extLst>
                  <a:ext uri="{FF2B5EF4-FFF2-40B4-BE49-F238E27FC236}">
                    <a16:creationId xmlns:a16="http://schemas.microsoft.com/office/drawing/2014/main" id="{844EED32-8F6F-AAF1-B774-5D67CD069478}"/>
                  </a:ext>
                </a:extLst>
              </p14:cNvPr>
              <p14:cNvContentPartPr/>
              <p14:nvPr/>
            </p14:nvContentPartPr>
            <p14:xfrm>
              <a:off x="1542360" y="980520"/>
              <a:ext cx="19440" cy="85320"/>
            </p14:xfrm>
          </p:contentPart>
        </mc:Choice>
        <mc:Fallback xmlns="">
          <p:pic>
            <p:nvPicPr>
              <p:cNvPr id="87" name="Ink 86">
                <a:extLst>
                  <a:ext uri="{FF2B5EF4-FFF2-40B4-BE49-F238E27FC236}">
                    <a16:creationId xmlns:a16="http://schemas.microsoft.com/office/drawing/2014/main" id="{844EED32-8F6F-AAF1-B774-5D67CD069478}"/>
                  </a:ext>
                </a:extLst>
              </p:cNvPr>
              <p:cNvPicPr/>
              <p:nvPr/>
            </p:nvPicPr>
            <p:blipFill>
              <a:blip r:embed="rId171"/>
              <a:stretch>
                <a:fillRect/>
              </a:stretch>
            </p:blipFill>
            <p:spPr>
              <a:xfrm>
                <a:off x="1538040" y="976200"/>
                <a:ext cx="2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8" name="Ink 87">
                <a:extLst>
                  <a:ext uri="{FF2B5EF4-FFF2-40B4-BE49-F238E27FC236}">
                    <a16:creationId xmlns:a16="http://schemas.microsoft.com/office/drawing/2014/main" id="{01B9010F-5296-9E26-661C-FF297F2654C9}"/>
                  </a:ext>
                </a:extLst>
              </p14:cNvPr>
              <p14:cNvContentPartPr/>
              <p14:nvPr/>
            </p14:nvContentPartPr>
            <p14:xfrm>
              <a:off x="1592400" y="1199040"/>
              <a:ext cx="156240" cy="93600"/>
            </p14:xfrm>
          </p:contentPart>
        </mc:Choice>
        <mc:Fallback xmlns="">
          <p:pic>
            <p:nvPicPr>
              <p:cNvPr id="88" name="Ink 87">
                <a:extLst>
                  <a:ext uri="{FF2B5EF4-FFF2-40B4-BE49-F238E27FC236}">
                    <a16:creationId xmlns:a16="http://schemas.microsoft.com/office/drawing/2014/main" id="{01B9010F-5296-9E26-661C-FF297F2654C9}"/>
                  </a:ext>
                </a:extLst>
              </p:cNvPr>
              <p:cNvPicPr/>
              <p:nvPr/>
            </p:nvPicPr>
            <p:blipFill>
              <a:blip r:embed="rId173"/>
              <a:stretch>
                <a:fillRect/>
              </a:stretch>
            </p:blipFill>
            <p:spPr>
              <a:xfrm>
                <a:off x="1588080" y="1194720"/>
                <a:ext cx="164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9" name="Ink 88">
                <a:extLst>
                  <a:ext uri="{FF2B5EF4-FFF2-40B4-BE49-F238E27FC236}">
                    <a16:creationId xmlns:a16="http://schemas.microsoft.com/office/drawing/2014/main" id="{1927DCC6-3589-A4D8-C406-CD17861673CF}"/>
                  </a:ext>
                </a:extLst>
              </p14:cNvPr>
              <p14:cNvContentPartPr/>
              <p14:nvPr/>
            </p14:nvContentPartPr>
            <p14:xfrm>
              <a:off x="1904160" y="999600"/>
              <a:ext cx="56520" cy="273960"/>
            </p14:xfrm>
          </p:contentPart>
        </mc:Choice>
        <mc:Fallback xmlns="">
          <p:pic>
            <p:nvPicPr>
              <p:cNvPr id="89" name="Ink 88">
                <a:extLst>
                  <a:ext uri="{FF2B5EF4-FFF2-40B4-BE49-F238E27FC236}">
                    <a16:creationId xmlns:a16="http://schemas.microsoft.com/office/drawing/2014/main" id="{1927DCC6-3589-A4D8-C406-CD17861673CF}"/>
                  </a:ext>
                </a:extLst>
              </p:cNvPr>
              <p:cNvPicPr/>
              <p:nvPr/>
            </p:nvPicPr>
            <p:blipFill>
              <a:blip r:embed="rId175"/>
              <a:stretch>
                <a:fillRect/>
              </a:stretch>
            </p:blipFill>
            <p:spPr>
              <a:xfrm>
                <a:off x="1899840" y="995280"/>
                <a:ext cx="65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0" name="Ink 89">
                <a:extLst>
                  <a:ext uri="{FF2B5EF4-FFF2-40B4-BE49-F238E27FC236}">
                    <a16:creationId xmlns:a16="http://schemas.microsoft.com/office/drawing/2014/main" id="{E4C71AAF-EC8F-B019-96CB-B7B2691F8205}"/>
                  </a:ext>
                </a:extLst>
              </p14:cNvPr>
              <p14:cNvContentPartPr/>
              <p14:nvPr/>
            </p14:nvContentPartPr>
            <p14:xfrm>
              <a:off x="1862040" y="1144320"/>
              <a:ext cx="144720" cy="15840"/>
            </p14:xfrm>
          </p:contentPart>
        </mc:Choice>
        <mc:Fallback xmlns="">
          <p:pic>
            <p:nvPicPr>
              <p:cNvPr id="90" name="Ink 89">
                <a:extLst>
                  <a:ext uri="{FF2B5EF4-FFF2-40B4-BE49-F238E27FC236}">
                    <a16:creationId xmlns:a16="http://schemas.microsoft.com/office/drawing/2014/main" id="{E4C71AAF-EC8F-B019-96CB-B7B2691F8205}"/>
                  </a:ext>
                </a:extLst>
              </p:cNvPr>
              <p:cNvPicPr/>
              <p:nvPr/>
            </p:nvPicPr>
            <p:blipFill>
              <a:blip r:embed="rId177"/>
              <a:stretch>
                <a:fillRect/>
              </a:stretch>
            </p:blipFill>
            <p:spPr>
              <a:xfrm>
                <a:off x="1857720" y="1140000"/>
                <a:ext cx="1533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1" name="Ink 90">
                <a:extLst>
                  <a:ext uri="{FF2B5EF4-FFF2-40B4-BE49-F238E27FC236}">
                    <a16:creationId xmlns:a16="http://schemas.microsoft.com/office/drawing/2014/main" id="{CB0CCF7F-A96A-395F-94C6-09DE57404A88}"/>
                  </a:ext>
                </a:extLst>
              </p14:cNvPr>
              <p14:cNvContentPartPr/>
              <p14:nvPr/>
            </p14:nvContentPartPr>
            <p14:xfrm>
              <a:off x="2185320" y="1240440"/>
              <a:ext cx="133920" cy="240480"/>
            </p14:xfrm>
          </p:contentPart>
        </mc:Choice>
        <mc:Fallback xmlns="">
          <p:pic>
            <p:nvPicPr>
              <p:cNvPr id="91" name="Ink 90">
                <a:extLst>
                  <a:ext uri="{FF2B5EF4-FFF2-40B4-BE49-F238E27FC236}">
                    <a16:creationId xmlns:a16="http://schemas.microsoft.com/office/drawing/2014/main" id="{CB0CCF7F-A96A-395F-94C6-09DE57404A88}"/>
                  </a:ext>
                </a:extLst>
              </p:cNvPr>
              <p:cNvPicPr/>
              <p:nvPr/>
            </p:nvPicPr>
            <p:blipFill>
              <a:blip r:embed="rId179"/>
              <a:stretch>
                <a:fillRect/>
              </a:stretch>
            </p:blipFill>
            <p:spPr>
              <a:xfrm>
                <a:off x="2181000" y="1236120"/>
                <a:ext cx="142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2" name="Ink 91">
                <a:extLst>
                  <a:ext uri="{FF2B5EF4-FFF2-40B4-BE49-F238E27FC236}">
                    <a16:creationId xmlns:a16="http://schemas.microsoft.com/office/drawing/2014/main" id="{88AAF5F9-D4D4-0DDB-8EAF-12348703BC31}"/>
                  </a:ext>
                </a:extLst>
              </p14:cNvPr>
              <p14:cNvContentPartPr/>
              <p14:nvPr/>
            </p14:nvContentPartPr>
            <p14:xfrm>
              <a:off x="2402760" y="1011840"/>
              <a:ext cx="10080" cy="88560"/>
            </p14:xfrm>
          </p:contentPart>
        </mc:Choice>
        <mc:Fallback xmlns="">
          <p:pic>
            <p:nvPicPr>
              <p:cNvPr id="92" name="Ink 91">
                <a:extLst>
                  <a:ext uri="{FF2B5EF4-FFF2-40B4-BE49-F238E27FC236}">
                    <a16:creationId xmlns:a16="http://schemas.microsoft.com/office/drawing/2014/main" id="{88AAF5F9-D4D4-0DDB-8EAF-12348703BC31}"/>
                  </a:ext>
                </a:extLst>
              </p:cNvPr>
              <p:cNvPicPr/>
              <p:nvPr/>
            </p:nvPicPr>
            <p:blipFill>
              <a:blip r:embed="rId181"/>
              <a:stretch>
                <a:fillRect/>
              </a:stretch>
            </p:blipFill>
            <p:spPr>
              <a:xfrm>
                <a:off x="2398440" y="1007520"/>
                <a:ext cx="18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3" name="Ink 92">
                <a:extLst>
                  <a:ext uri="{FF2B5EF4-FFF2-40B4-BE49-F238E27FC236}">
                    <a16:creationId xmlns:a16="http://schemas.microsoft.com/office/drawing/2014/main" id="{57E6123F-DA74-46E8-2D64-EE65F1BA39BB}"/>
                  </a:ext>
                </a:extLst>
              </p14:cNvPr>
              <p14:cNvContentPartPr/>
              <p14:nvPr/>
            </p14:nvContentPartPr>
            <p14:xfrm>
              <a:off x="2599680" y="1144320"/>
              <a:ext cx="164520" cy="58320"/>
            </p14:xfrm>
          </p:contentPart>
        </mc:Choice>
        <mc:Fallback xmlns="">
          <p:pic>
            <p:nvPicPr>
              <p:cNvPr id="93" name="Ink 92">
                <a:extLst>
                  <a:ext uri="{FF2B5EF4-FFF2-40B4-BE49-F238E27FC236}">
                    <a16:creationId xmlns:a16="http://schemas.microsoft.com/office/drawing/2014/main" id="{57E6123F-DA74-46E8-2D64-EE65F1BA39BB}"/>
                  </a:ext>
                </a:extLst>
              </p:cNvPr>
              <p:cNvPicPr/>
              <p:nvPr/>
            </p:nvPicPr>
            <p:blipFill>
              <a:blip r:embed="rId183"/>
              <a:stretch>
                <a:fillRect/>
              </a:stretch>
            </p:blipFill>
            <p:spPr>
              <a:xfrm>
                <a:off x="2595360" y="1140000"/>
                <a:ext cx="173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4" name="Ink 93">
                <a:extLst>
                  <a:ext uri="{FF2B5EF4-FFF2-40B4-BE49-F238E27FC236}">
                    <a16:creationId xmlns:a16="http://schemas.microsoft.com/office/drawing/2014/main" id="{75F855A7-B952-E8B3-1A57-2711120FD5BE}"/>
                  </a:ext>
                </a:extLst>
              </p14:cNvPr>
              <p14:cNvContentPartPr/>
              <p14:nvPr/>
            </p14:nvContentPartPr>
            <p14:xfrm>
              <a:off x="2599320" y="1202280"/>
              <a:ext cx="160200" cy="73080"/>
            </p14:xfrm>
          </p:contentPart>
        </mc:Choice>
        <mc:Fallback xmlns="">
          <p:pic>
            <p:nvPicPr>
              <p:cNvPr id="94" name="Ink 93">
                <a:extLst>
                  <a:ext uri="{FF2B5EF4-FFF2-40B4-BE49-F238E27FC236}">
                    <a16:creationId xmlns:a16="http://schemas.microsoft.com/office/drawing/2014/main" id="{75F855A7-B952-E8B3-1A57-2711120FD5BE}"/>
                  </a:ext>
                </a:extLst>
              </p:cNvPr>
              <p:cNvPicPr/>
              <p:nvPr/>
            </p:nvPicPr>
            <p:blipFill>
              <a:blip r:embed="rId185"/>
              <a:stretch>
                <a:fillRect/>
              </a:stretch>
            </p:blipFill>
            <p:spPr>
              <a:xfrm>
                <a:off x="2595000" y="1197960"/>
                <a:ext cx="168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5" name="Ink 94">
                <a:extLst>
                  <a:ext uri="{FF2B5EF4-FFF2-40B4-BE49-F238E27FC236}">
                    <a16:creationId xmlns:a16="http://schemas.microsoft.com/office/drawing/2014/main" id="{B9D23D5E-7A04-1707-520F-586448AFFE82}"/>
                  </a:ext>
                </a:extLst>
              </p14:cNvPr>
              <p14:cNvContentPartPr/>
              <p14:nvPr/>
            </p14:nvContentPartPr>
            <p14:xfrm>
              <a:off x="2930880" y="994200"/>
              <a:ext cx="153720" cy="260280"/>
            </p14:xfrm>
          </p:contentPart>
        </mc:Choice>
        <mc:Fallback xmlns="">
          <p:pic>
            <p:nvPicPr>
              <p:cNvPr id="95" name="Ink 94">
                <a:extLst>
                  <a:ext uri="{FF2B5EF4-FFF2-40B4-BE49-F238E27FC236}">
                    <a16:creationId xmlns:a16="http://schemas.microsoft.com/office/drawing/2014/main" id="{B9D23D5E-7A04-1707-520F-586448AFFE82}"/>
                  </a:ext>
                </a:extLst>
              </p:cNvPr>
              <p:cNvPicPr/>
              <p:nvPr/>
            </p:nvPicPr>
            <p:blipFill>
              <a:blip r:embed="rId187"/>
              <a:stretch>
                <a:fillRect/>
              </a:stretch>
            </p:blipFill>
            <p:spPr>
              <a:xfrm>
                <a:off x="2926560" y="989880"/>
                <a:ext cx="1623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6" name="Ink 95">
                <a:extLst>
                  <a:ext uri="{FF2B5EF4-FFF2-40B4-BE49-F238E27FC236}">
                    <a16:creationId xmlns:a16="http://schemas.microsoft.com/office/drawing/2014/main" id="{B8755A7A-9907-6B9F-FC0D-51BA601FBA20}"/>
                  </a:ext>
                </a:extLst>
              </p14:cNvPr>
              <p14:cNvContentPartPr/>
              <p14:nvPr/>
            </p14:nvContentPartPr>
            <p14:xfrm>
              <a:off x="3248040" y="1161600"/>
              <a:ext cx="21600" cy="46440"/>
            </p14:xfrm>
          </p:contentPart>
        </mc:Choice>
        <mc:Fallback xmlns="">
          <p:pic>
            <p:nvPicPr>
              <p:cNvPr id="96" name="Ink 95">
                <a:extLst>
                  <a:ext uri="{FF2B5EF4-FFF2-40B4-BE49-F238E27FC236}">
                    <a16:creationId xmlns:a16="http://schemas.microsoft.com/office/drawing/2014/main" id="{B8755A7A-9907-6B9F-FC0D-51BA601FBA20}"/>
                  </a:ext>
                </a:extLst>
              </p:cNvPr>
              <p:cNvPicPr/>
              <p:nvPr/>
            </p:nvPicPr>
            <p:blipFill>
              <a:blip r:embed="rId189"/>
              <a:stretch>
                <a:fillRect/>
              </a:stretch>
            </p:blipFill>
            <p:spPr>
              <a:xfrm>
                <a:off x="3243720" y="1157280"/>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97" name="Ink 96">
                <a:extLst>
                  <a:ext uri="{FF2B5EF4-FFF2-40B4-BE49-F238E27FC236}">
                    <a16:creationId xmlns:a16="http://schemas.microsoft.com/office/drawing/2014/main" id="{88DF6CD6-38B9-C3F9-3300-51C4FF96165C}"/>
                  </a:ext>
                </a:extLst>
              </p14:cNvPr>
              <p14:cNvContentPartPr/>
              <p14:nvPr/>
            </p14:nvContentPartPr>
            <p14:xfrm>
              <a:off x="3103680" y="1164840"/>
              <a:ext cx="181440" cy="293040"/>
            </p14:xfrm>
          </p:contentPart>
        </mc:Choice>
        <mc:Fallback xmlns="">
          <p:pic>
            <p:nvPicPr>
              <p:cNvPr id="97" name="Ink 96">
                <a:extLst>
                  <a:ext uri="{FF2B5EF4-FFF2-40B4-BE49-F238E27FC236}">
                    <a16:creationId xmlns:a16="http://schemas.microsoft.com/office/drawing/2014/main" id="{88DF6CD6-38B9-C3F9-3300-51C4FF96165C}"/>
                  </a:ext>
                </a:extLst>
              </p:cNvPr>
              <p:cNvPicPr/>
              <p:nvPr/>
            </p:nvPicPr>
            <p:blipFill>
              <a:blip r:embed="rId191"/>
              <a:stretch>
                <a:fillRect/>
              </a:stretch>
            </p:blipFill>
            <p:spPr>
              <a:xfrm>
                <a:off x="3099360" y="1160520"/>
                <a:ext cx="1900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98" name="Ink 97">
                <a:extLst>
                  <a:ext uri="{FF2B5EF4-FFF2-40B4-BE49-F238E27FC236}">
                    <a16:creationId xmlns:a16="http://schemas.microsoft.com/office/drawing/2014/main" id="{29870ACE-281F-6421-3091-1F6577529D5D}"/>
                  </a:ext>
                </a:extLst>
              </p14:cNvPr>
              <p14:cNvContentPartPr/>
              <p14:nvPr/>
            </p14:nvContentPartPr>
            <p14:xfrm>
              <a:off x="3527040" y="1101480"/>
              <a:ext cx="118080" cy="293760"/>
            </p14:xfrm>
          </p:contentPart>
        </mc:Choice>
        <mc:Fallback xmlns="">
          <p:pic>
            <p:nvPicPr>
              <p:cNvPr id="98" name="Ink 97">
                <a:extLst>
                  <a:ext uri="{FF2B5EF4-FFF2-40B4-BE49-F238E27FC236}">
                    <a16:creationId xmlns:a16="http://schemas.microsoft.com/office/drawing/2014/main" id="{29870ACE-281F-6421-3091-1F6577529D5D}"/>
                  </a:ext>
                </a:extLst>
              </p:cNvPr>
              <p:cNvPicPr/>
              <p:nvPr/>
            </p:nvPicPr>
            <p:blipFill>
              <a:blip r:embed="rId193"/>
              <a:stretch>
                <a:fillRect/>
              </a:stretch>
            </p:blipFill>
            <p:spPr>
              <a:xfrm>
                <a:off x="3522720" y="1097160"/>
                <a:ext cx="1267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99" name="Ink 98">
                <a:extLst>
                  <a:ext uri="{FF2B5EF4-FFF2-40B4-BE49-F238E27FC236}">
                    <a16:creationId xmlns:a16="http://schemas.microsoft.com/office/drawing/2014/main" id="{D05CA67C-568B-AFD8-DA5B-B7621AE56F14}"/>
                  </a:ext>
                </a:extLst>
              </p14:cNvPr>
              <p14:cNvContentPartPr/>
              <p14:nvPr/>
            </p14:nvContentPartPr>
            <p14:xfrm>
              <a:off x="3621360" y="967560"/>
              <a:ext cx="27360" cy="30600"/>
            </p14:xfrm>
          </p:contentPart>
        </mc:Choice>
        <mc:Fallback xmlns="">
          <p:pic>
            <p:nvPicPr>
              <p:cNvPr id="99" name="Ink 98">
                <a:extLst>
                  <a:ext uri="{FF2B5EF4-FFF2-40B4-BE49-F238E27FC236}">
                    <a16:creationId xmlns:a16="http://schemas.microsoft.com/office/drawing/2014/main" id="{D05CA67C-568B-AFD8-DA5B-B7621AE56F14}"/>
                  </a:ext>
                </a:extLst>
              </p:cNvPr>
              <p:cNvPicPr/>
              <p:nvPr/>
            </p:nvPicPr>
            <p:blipFill>
              <a:blip r:embed="rId195"/>
              <a:stretch>
                <a:fillRect/>
              </a:stretch>
            </p:blipFill>
            <p:spPr>
              <a:xfrm>
                <a:off x="3617040" y="963240"/>
                <a:ext cx="360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0" name="Ink 99">
                <a:extLst>
                  <a:ext uri="{FF2B5EF4-FFF2-40B4-BE49-F238E27FC236}">
                    <a16:creationId xmlns:a16="http://schemas.microsoft.com/office/drawing/2014/main" id="{90F272D5-D5B9-A6AF-C745-1C7D77D27931}"/>
                  </a:ext>
                </a:extLst>
              </p14:cNvPr>
              <p14:cNvContentPartPr/>
              <p14:nvPr/>
            </p14:nvContentPartPr>
            <p14:xfrm>
              <a:off x="3815400" y="950280"/>
              <a:ext cx="275760" cy="230760"/>
            </p14:xfrm>
          </p:contentPart>
        </mc:Choice>
        <mc:Fallback xmlns="">
          <p:pic>
            <p:nvPicPr>
              <p:cNvPr id="100" name="Ink 99">
                <a:extLst>
                  <a:ext uri="{FF2B5EF4-FFF2-40B4-BE49-F238E27FC236}">
                    <a16:creationId xmlns:a16="http://schemas.microsoft.com/office/drawing/2014/main" id="{90F272D5-D5B9-A6AF-C745-1C7D77D27931}"/>
                  </a:ext>
                </a:extLst>
              </p:cNvPr>
              <p:cNvPicPr/>
              <p:nvPr/>
            </p:nvPicPr>
            <p:blipFill>
              <a:blip r:embed="rId197"/>
              <a:stretch>
                <a:fillRect/>
              </a:stretch>
            </p:blipFill>
            <p:spPr>
              <a:xfrm>
                <a:off x="3811080" y="945960"/>
                <a:ext cx="2844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1" name="Ink 100">
                <a:extLst>
                  <a:ext uri="{FF2B5EF4-FFF2-40B4-BE49-F238E27FC236}">
                    <a16:creationId xmlns:a16="http://schemas.microsoft.com/office/drawing/2014/main" id="{9BBBE29B-8A2C-3E2C-F705-D0E6524CB07A}"/>
                  </a:ext>
                </a:extLst>
              </p14:cNvPr>
              <p14:cNvContentPartPr/>
              <p14:nvPr/>
            </p14:nvContentPartPr>
            <p14:xfrm>
              <a:off x="4239120" y="961440"/>
              <a:ext cx="243000" cy="145080"/>
            </p14:xfrm>
          </p:contentPart>
        </mc:Choice>
        <mc:Fallback xmlns="">
          <p:pic>
            <p:nvPicPr>
              <p:cNvPr id="101" name="Ink 100">
                <a:extLst>
                  <a:ext uri="{FF2B5EF4-FFF2-40B4-BE49-F238E27FC236}">
                    <a16:creationId xmlns:a16="http://schemas.microsoft.com/office/drawing/2014/main" id="{9BBBE29B-8A2C-3E2C-F705-D0E6524CB07A}"/>
                  </a:ext>
                </a:extLst>
              </p:cNvPr>
              <p:cNvPicPr/>
              <p:nvPr/>
            </p:nvPicPr>
            <p:blipFill>
              <a:blip r:embed="rId199"/>
              <a:stretch>
                <a:fillRect/>
              </a:stretch>
            </p:blipFill>
            <p:spPr>
              <a:xfrm>
                <a:off x="4234800" y="957120"/>
                <a:ext cx="2516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2" name="Ink 101">
                <a:extLst>
                  <a:ext uri="{FF2B5EF4-FFF2-40B4-BE49-F238E27FC236}">
                    <a16:creationId xmlns:a16="http://schemas.microsoft.com/office/drawing/2014/main" id="{734FF184-DF50-2894-C6DD-24DD04465B04}"/>
                  </a:ext>
                </a:extLst>
              </p14:cNvPr>
              <p14:cNvContentPartPr/>
              <p14:nvPr/>
            </p14:nvContentPartPr>
            <p14:xfrm>
              <a:off x="4707120" y="1030560"/>
              <a:ext cx="100440" cy="9720"/>
            </p14:xfrm>
          </p:contentPart>
        </mc:Choice>
        <mc:Fallback xmlns="">
          <p:pic>
            <p:nvPicPr>
              <p:cNvPr id="102" name="Ink 101">
                <a:extLst>
                  <a:ext uri="{FF2B5EF4-FFF2-40B4-BE49-F238E27FC236}">
                    <a16:creationId xmlns:a16="http://schemas.microsoft.com/office/drawing/2014/main" id="{734FF184-DF50-2894-C6DD-24DD04465B04}"/>
                  </a:ext>
                </a:extLst>
              </p:cNvPr>
              <p:cNvPicPr/>
              <p:nvPr/>
            </p:nvPicPr>
            <p:blipFill>
              <a:blip r:embed="rId201"/>
              <a:stretch>
                <a:fillRect/>
              </a:stretch>
            </p:blipFill>
            <p:spPr>
              <a:xfrm>
                <a:off x="4702800" y="1026240"/>
                <a:ext cx="10908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03" name="Ink 102">
                <a:extLst>
                  <a:ext uri="{FF2B5EF4-FFF2-40B4-BE49-F238E27FC236}">
                    <a16:creationId xmlns:a16="http://schemas.microsoft.com/office/drawing/2014/main" id="{6F8343A4-F122-03CE-805C-A0112FE48FE2}"/>
                  </a:ext>
                </a:extLst>
              </p14:cNvPr>
              <p14:cNvContentPartPr/>
              <p14:nvPr/>
            </p14:nvContentPartPr>
            <p14:xfrm>
              <a:off x="5003400" y="946680"/>
              <a:ext cx="13680" cy="190080"/>
            </p14:xfrm>
          </p:contentPart>
        </mc:Choice>
        <mc:Fallback xmlns="">
          <p:pic>
            <p:nvPicPr>
              <p:cNvPr id="103" name="Ink 102">
                <a:extLst>
                  <a:ext uri="{FF2B5EF4-FFF2-40B4-BE49-F238E27FC236}">
                    <a16:creationId xmlns:a16="http://schemas.microsoft.com/office/drawing/2014/main" id="{6F8343A4-F122-03CE-805C-A0112FE48FE2}"/>
                  </a:ext>
                </a:extLst>
              </p:cNvPr>
              <p:cNvPicPr/>
              <p:nvPr/>
            </p:nvPicPr>
            <p:blipFill>
              <a:blip r:embed="rId203"/>
              <a:stretch>
                <a:fillRect/>
              </a:stretch>
            </p:blipFill>
            <p:spPr>
              <a:xfrm>
                <a:off x="4999080" y="942360"/>
                <a:ext cx="22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04" name="Ink 103">
                <a:extLst>
                  <a:ext uri="{FF2B5EF4-FFF2-40B4-BE49-F238E27FC236}">
                    <a16:creationId xmlns:a16="http://schemas.microsoft.com/office/drawing/2014/main" id="{52BC33F1-CDEC-6A37-2022-9B842A6A27BC}"/>
                  </a:ext>
                </a:extLst>
              </p14:cNvPr>
              <p14:cNvContentPartPr/>
              <p14:nvPr/>
            </p14:nvContentPartPr>
            <p14:xfrm>
              <a:off x="5163240" y="959640"/>
              <a:ext cx="17640" cy="36720"/>
            </p14:xfrm>
          </p:contentPart>
        </mc:Choice>
        <mc:Fallback xmlns="">
          <p:pic>
            <p:nvPicPr>
              <p:cNvPr id="104" name="Ink 103">
                <a:extLst>
                  <a:ext uri="{FF2B5EF4-FFF2-40B4-BE49-F238E27FC236}">
                    <a16:creationId xmlns:a16="http://schemas.microsoft.com/office/drawing/2014/main" id="{52BC33F1-CDEC-6A37-2022-9B842A6A27BC}"/>
                  </a:ext>
                </a:extLst>
              </p:cNvPr>
              <p:cNvPicPr/>
              <p:nvPr/>
            </p:nvPicPr>
            <p:blipFill>
              <a:blip r:embed="rId205"/>
              <a:stretch>
                <a:fillRect/>
              </a:stretch>
            </p:blipFill>
            <p:spPr>
              <a:xfrm>
                <a:off x="5158920" y="955320"/>
                <a:ext cx="262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05" name="Ink 104">
                <a:extLst>
                  <a:ext uri="{FF2B5EF4-FFF2-40B4-BE49-F238E27FC236}">
                    <a16:creationId xmlns:a16="http://schemas.microsoft.com/office/drawing/2014/main" id="{07379D3D-7D3C-6BC3-A9D3-1313C5F94FE5}"/>
                  </a:ext>
                </a:extLst>
              </p14:cNvPr>
              <p14:cNvContentPartPr/>
              <p14:nvPr/>
            </p14:nvContentPartPr>
            <p14:xfrm>
              <a:off x="5072880" y="1120920"/>
              <a:ext cx="135000" cy="185760"/>
            </p14:xfrm>
          </p:contentPart>
        </mc:Choice>
        <mc:Fallback xmlns="">
          <p:pic>
            <p:nvPicPr>
              <p:cNvPr id="105" name="Ink 104">
                <a:extLst>
                  <a:ext uri="{FF2B5EF4-FFF2-40B4-BE49-F238E27FC236}">
                    <a16:creationId xmlns:a16="http://schemas.microsoft.com/office/drawing/2014/main" id="{07379D3D-7D3C-6BC3-A9D3-1313C5F94FE5}"/>
                  </a:ext>
                </a:extLst>
              </p:cNvPr>
              <p:cNvPicPr/>
              <p:nvPr/>
            </p:nvPicPr>
            <p:blipFill>
              <a:blip r:embed="rId207"/>
              <a:stretch>
                <a:fillRect/>
              </a:stretch>
            </p:blipFill>
            <p:spPr>
              <a:xfrm>
                <a:off x="5068560" y="1116600"/>
                <a:ext cx="14364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06" name="Ink 105">
                <a:extLst>
                  <a:ext uri="{FF2B5EF4-FFF2-40B4-BE49-F238E27FC236}">
                    <a16:creationId xmlns:a16="http://schemas.microsoft.com/office/drawing/2014/main" id="{701971AF-A68C-C70B-5820-51DDA1DCB74F}"/>
                  </a:ext>
                </a:extLst>
              </p14:cNvPr>
              <p14:cNvContentPartPr/>
              <p14:nvPr/>
            </p14:nvContentPartPr>
            <p14:xfrm>
              <a:off x="5526840" y="900240"/>
              <a:ext cx="156240" cy="225360"/>
            </p14:xfrm>
          </p:contentPart>
        </mc:Choice>
        <mc:Fallback xmlns="">
          <p:pic>
            <p:nvPicPr>
              <p:cNvPr id="106" name="Ink 105">
                <a:extLst>
                  <a:ext uri="{FF2B5EF4-FFF2-40B4-BE49-F238E27FC236}">
                    <a16:creationId xmlns:a16="http://schemas.microsoft.com/office/drawing/2014/main" id="{701971AF-A68C-C70B-5820-51DDA1DCB74F}"/>
                  </a:ext>
                </a:extLst>
              </p:cNvPr>
              <p:cNvPicPr/>
              <p:nvPr/>
            </p:nvPicPr>
            <p:blipFill>
              <a:blip r:embed="rId209"/>
              <a:stretch>
                <a:fillRect/>
              </a:stretch>
            </p:blipFill>
            <p:spPr>
              <a:xfrm>
                <a:off x="5522520" y="895920"/>
                <a:ext cx="1648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07" name="Ink 106">
                <a:extLst>
                  <a:ext uri="{FF2B5EF4-FFF2-40B4-BE49-F238E27FC236}">
                    <a16:creationId xmlns:a16="http://schemas.microsoft.com/office/drawing/2014/main" id="{6E109BEF-7105-161A-4845-62374DDC402C}"/>
                  </a:ext>
                </a:extLst>
              </p14:cNvPr>
              <p14:cNvContentPartPr/>
              <p14:nvPr/>
            </p14:nvContentPartPr>
            <p14:xfrm>
              <a:off x="5530800" y="782160"/>
              <a:ext cx="33120" cy="56520"/>
            </p14:xfrm>
          </p:contentPart>
        </mc:Choice>
        <mc:Fallback xmlns="">
          <p:pic>
            <p:nvPicPr>
              <p:cNvPr id="107" name="Ink 106">
                <a:extLst>
                  <a:ext uri="{FF2B5EF4-FFF2-40B4-BE49-F238E27FC236}">
                    <a16:creationId xmlns:a16="http://schemas.microsoft.com/office/drawing/2014/main" id="{6E109BEF-7105-161A-4845-62374DDC402C}"/>
                  </a:ext>
                </a:extLst>
              </p:cNvPr>
              <p:cNvPicPr/>
              <p:nvPr/>
            </p:nvPicPr>
            <p:blipFill>
              <a:blip r:embed="rId211"/>
              <a:stretch>
                <a:fillRect/>
              </a:stretch>
            </p:blipFill>
            <p:spPr>
              <a:xfrm>
                <a:off x="5526480" y="777840"/>
                <a:ext cx="41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08" name="Ink 107">
                <a:extLst>
                  <a:ext uri="{FF2B5EF4-FFF2-40B4-BE49-F238E27FC236}">
                    <a16:creationId xmlns:a16="http://schemas.microsoft.com/office/drawing/2014/main" id="{2DB46D27-A726-5A51-A1C7-844930B29032}"/>
                  </a:ext>
                </a:extLst>
              </p14:cNvPr>
              <p14:cNvContentPartPr/>
              <p14:nvPr/>
            </p14:nvContentPartPr>
            <p14:xfrm>
              <a:off x="5873520" y="871080"/>
              <a:ext cx="18000" cy="200520"/>
            </p14:xfrm>
          </p:contentPart>
        </mc:Choice>
        <mc:Fallback xmlns="">
          <p:pic>
            <p:nvPicPr>
              <p:cNvPr id="108" name="Ink 107">
                <a:extLst>
                  <a:ext uri="{FF2B5EF4-FFF2-40B4-BE49-F238E27FC236}">
                    <a16:creationId xmlns:a16="http://schemas.microsoft.com/office/drawing/2014/main" id="{2DB46D27-A726-5A51-A1C7-844930B29032}"/>
                  </a:ext>
                </a:extLst>
              </p:cNvPr>
              <p:cNvPicPr/>
              <p:nvPr/>
            </p:nvPicPr>
            <p:blipFill>
              <a:blip r:embed="rId213"/>
              <a:stretch>
                <a:fillRect/>
              </a:stretch>
            </p:blipFill>
            <p:spPr>
              <a:xfrm>
                <a:off x="5869200" y="866760"/>
                <a:ext cx="26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09" name="Ink 108">
                <a:extLst>
                  <a:ext uri="{FF2B5EF4-FFF2-40B4-BE49-F238E27FC236}">
                    <a16:creationId xmlns:a16="http://schemas.microsoft.com/office/drawing/2014/main" id="{B6EA6AE2-BA4A-8A6D-B3ED-649B234B4053}"/>
                  </a:ext>
                </a:extLst>
              </p14:cNvPr>
              <p14:cNvContentPartPr/>
              <p14:nvPr/>
            </p14:nvContentPartPr>
            <p14:xfrm>
              <a:off x="5821680" y="959640"/>
              <a:ext cx="106200" cy="30600"/>
            </p14:xfrm>
          </p:contentPart>
        </mc:Choice>
        <mc:Fallback xmlns="">
          <p:pic>
            <p:nvPicPr>
              <p:cNvPr id="109" name="Ink 108">
                <a:extLst>
                  <a:ext uri="{FF2B5EF4-FFF2-40B4-BE49-F238E27FC236}">
                    <a16:creationId xmlns:a16="http://schemas.microsoft.com/office/drawing/2014/main" id="{B6EA6AE2-BA4A-8A6D-B3ED-649B234B4053}"/>
                  </a:ext>
                </a:extLst>
              </p:cNvPr>
              <p:cNvPicPr/>
              <p:nvPr/>
            </p:nvPicPr>
            <p:blipFill>
              <a:blip r:embed="rId215"/>
              <a:stretch>
                <a:fillRect/>
              </a:stretch>
            </p:blipFill>
            <p:spPr>
              <a:xfrm>
                <a:off x="5817360" y="955320"/>
                <a:ext cx="114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0" name="Ink 109">
                <a:extLst>
                  <a:ext uri="{FF2B5EF4-FFF2-40B4-BE49-F238E27FC236}">
                    <a16:creationId xmlns:a16="http://schemas.microsoft.com/office/drawing/2014/main" id="{675080FF-9980-7CB8-DDAD-2EC43E3CC211}"/>
                  </a:ext>
                </a:extLst>
              </p14:cNvPr>
              <p14:cNvContentPartPr/>
              <p14:nvPr/>
            </p14:nvContentPartPr>
            <p14:xfrm>
              <a:off x="6089160" y="857400"/>
              <a:ext cx="21600" cy="148320"/>
            </p14:xfrm>
          </p:contentPart>
        </mc:Choice>
        <mc:Fallback xmlns="">
          <p:pic>
            <p:nvPicPr>
              <p:cNvPr id="110" name="Ink 109">
                <a:extLst>
                  <a:ext uri="{FF2B5EF4-FFF2-40B4-BE49-F238E27FC236}">
                    <a16:creationId xmlns:a16="http://schemas.microsoft.com/office/drawing/2014/main" id="{675080FF-9980-7CB8-DDAD-2EC43E3CC211}"/>
                  </a:ext>
                </a:extLst>
              </p:cNvPr>
              <p:cNvPicPr/>
              <p:nvPr/>
            </p:nvPicPr>
            <p:blipFill>
              <a:blip r:embed="rId217"/>
              <a:stretch>
                <a:fillRect/>
              </a:stretch>
            </p:blipFill>
            <p:spPr>
              <a:xfrm>
                <a:off x="6084840" y="853080"/>
                <a:ext cx="30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1" name="Ink 110">
                <a:extLst>
                  <a:ext uri="{FF2B5EF4-FFF2-40B4-BE49-F238E27FC236}">
                    <a16:creationId xmlns:a16="http://schemas.microsoft.com/office/drawing/2014/main" id="{214C0A7F-B8BB-C71D-1C89-3E714DAECC44}"/>
                  </a:ext>
                </a:extLst>
              </p14:cNvPr>
              <p14:cNvContentPartPr/>
              <p14:nvPr/>
            </p14:nvContentPartPr>
            <p14:xfrm>
              <a:off x="6031200" y="950280"/>
              <a:ext cx="181440" cy="15120"/>
            </p14:xfrm>
          </p:contentPart>
        </mc:Choice>
        <mc:Fallback xmlns="">
          <p:pic>
            <p:nvPicPr>
              <p:cNvPr id="111" name="Ink 110">
                <a:extLst>
                  <a:ext uri="{FF2B5EF4-FFF2-40B4-BE49-F238E27FC236}">
                    <a16:creationId xmlns:a16="http://schemas.microsoft.com/office/drawing/2014/main" id="{214C0A7F-B8BB-C71D-1C89-3E714DAECC44}"/>
                  </a:ext>
                </a:extLst>
              </p:cNvPr>
              <p:cNvPicPr/>
              <p:nvPr/>
            </p:nvPicPr>
            <p:blipFill>
              <a:blip r:embed="rId219"/>
              <a:stretch>
                <a:fillRect/>
              </a:stretch>
            </p:blipFill>
            <p:spPr>
              <a:xfrm>
                <a:off x="6026880" y="945960"/>
                <a:ext cx="19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2" name="Ink 111">
                <a:extLst>
                  <a:ext uri="{FF2B5EF4-FFF2-40B4-BE49-F238E27FC236}">
                    <a16:creationId xmlns:a16="http://schemas.microsoft.com/office/drawing/2014/main" id="{3B77B1D4-7420-C8BD-6897-DB22FBBCBCD7}"/>
                  </a:ext>
                </a:extLst>
              </p14:cNvPr>
              <p14:cNvContentPartPr/>
              <p14:nvPr/>
            </p14:nvContentPartPr>
            <p14:xfrm>
              <a:off x="6295080" y="755160"/>
              <a:ext cx="246240" cy="546840"/>
            </p14:xfrm>
          </p:contentPart>
        </mc:Choice>
        <mc:Fallback xmlns="">
          <p:pic>
            <p:nvPicPr>
              <p:cNvPr id="112" name="Ink 111">
                <a:extLst>
                  <a:ext uri="{FF2B5EF4-FFF2-40B4-BE49-F238E27FC236}">
                    <a16:creationId xmlns:a16="http://schemas.microsoft.com/office/drawing/2014/main" id="{3B77B1D4-7420-C8BD-6897-DB22FBBCBCD7}"/>
                  </a:ext>
                </a:extLst>
              </p:cNvPr>
              <p:cNvPicPr/>
              <p:nvPr/>
            </p:nvPicPr>
            <p:blipFill>
              <a:blip r:embed="rId221"/>
              <a:stretch>
                <a:fillRect/>
              </a:stretch>
            </p:blipFill>
            <p:spPr>
              <a:xfrm>
                <a:off x="6290760" y="750840"/>
                <a:ext cx="25488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3" name="Ink 112">
                <a:extLst>
                  <a:ext uri="{FF2B5EF4-FFF2-40B4-BE49-F238E27FC236}">
                    <a16:creationId xmlns:a16="http://schemas.microsoft.com/office/drawing/2014/main" id="{1087B417-0059-F802-1C4E-D969866C3510}"/>
                  </a:ext>
                </a:extLst>
              </p14:cNvPr>
              <p14:cNvContentPartPr/>
              <p14:nvPr/>
            </p14:nvContentPartPr>
            <p14:xfrm>
              <a:off x="5631416" y="2034168"/>
              <a:ext cx="146520" cy="11520"/>
            </p14:xfrm>
          </p:contentPart>
        </mc:Choice>
        <mc:Fallback xmlns="">
          <p:pic>
            <p:nvPicPr>
              <p:cNvPr id="113" name="Ink 112">
                <a:extLst>
                  <a:ext uri="{FF2B5EF4-FFF2-40B4-BE49-F238E27FC236}">
                    <a16:creationId xmlns:a16="http://schemas.microsoft.com/office/drawing/2014/main" id="{1087B417-0059-F802-1C4E-D969866C3510}"/>
                  </a:ext>
                </a:extLst>
              </p:cNvPr>
              <p:cNvPicPr/>
              <p:nvPr/>
            </p:nvPicPr>
            <p:blipFill>
              <a:blip r:embed="rId223"/>
              <a:stretch>
                <a:fillRect/>
              </a:stretch>
            </p:blipFill>
            <p:spPr>
              <a:xfrm>
                <a:off x="5627096" y="2029848"/>
                <a:ext cx="1551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14" name="Ink 113">
                <a:extLst>
                  <a:ext uri="{FF2B5EF4-FFF2-40B4-BE49-F238E27FC236}">
                    <a16:creationId xmlns:a16="http://schemas.microsoft.com/office/drawing/2014/main" id="{CD33966D-E3FE-C721-E712-D10C9E67877C}"/>
                  </a:ext>
                </a:extLst>
              </p14:cNvPr>
              <p14:cNvContentPartPr/>
              <p14:nvPr/>
            </p14:nvContentPartPr>
            <p14:xfrm>
              <a:off x="5665976" y="2018688"/>
              <a:ext cx="281520" cy="303120"/>
            </p14:xfrm>
          </p:contentPart>
        </mc:Choice>
        <mc:Fallback xmlns="">
          <p:pic>
            <p:nvPicPr>
              <p:cNvPr id="114" name="Ink 113">
                <a:extLst>
                  <a:ext uri="{FF2B5EF4-FFF2-40B4-BE49-F238E27FC236}">
                    <a16:creationId xmlns:a16="http://schemas.microsoft.com/office/drawing/2014/main" id="{CD33966D-E3FE-C721-E712-D10C9E67877C}"/>
                  </a:ext>
                </a:extLst>
              </p:cNvPr>
              <p:cNvPicPr/>
              <p:nvPr/>
            </p:nvPicPr>
            <p:blipFill>
              <a:blip r:embed="rId225"/>
              <a:stretch>
                <a:fillRect/>
              </a:stretch>
            </p:blipFill>
            <p:spPr>
              <a:xfrm>
                <a:off x="5661656" y="2014368"/>
                <a:ext cx="2901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5" name="Ink 114">
                <a:extLst>
                  <a:ext uri="{FF2B5EF4-FFF2-40B4-BE49-F238E27FC236}">
                    <a16:creationId xmlns:a16="http://schemas.microsoft.com/office/drawing/2014/main" id="{117B1487-6B50-2BE9-7EE3-457BC3F158DE}"/>
                  </a:ext>
                </a:extLst>
              </p14:cNvPr>
              <p14:cNvContentPartPr/>
              <p14:nvPr/>
            </p14:nvContentPartPr>
            <p14:xfrm>
              <a:off x="5891336" y="1823568"/>
              <a:ext cx="69480" cy="86040"/>
            </p14:xfrm>
          </p:contentPart>
        </mc:Choice>
        <mc:Fallback xmlns="">
          <p:pic>
            <p:nvPicPr>
              <p:cNvPr id="115" name="Ink 114">
                <a:extLst>
                  <a:ext uri="{FF2B5EF4-FFF2-40B4-BE49-F238E27FC236}">
                    <a16:creationId xmlns:a16="http://schemas.microsoft.com/office/drawing/2014/main" id="{117B1487-6B50-2BE9-7EE3-457BC3F158DE}"/>
                  </a:ext>
                </a:extLst>
              </p:cNvPr>
              <p:cNvPicPr/>
              <p:nvPr/>
            </p:nvPicPr>
            <p:blipFill>
              <a:blip r:embed="rId227"/>
              <a:stretch>
                <a:fillRect/>
              </a:stretch>
            </p:blipFill>
            <p:spPr>
              <a:xfrm>
                <a:off x="5887016" y="1819248"/>
                <a:ext cx="781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16" name="Ink 115">
                <a:extLst>
                  <a:ext uri="{FF2B5EF4-FFF2-40B4-BE49-F238E27FC236}">
                    <a16:creationId xmlns:a16="http://schemas.microsoft.com/office/drawing/2014/main" id="{D7E246F0-C97C-F640-6A15-9039EA38B0D5}"/>
                  </a:ext>
                </a:extLst>
              </p14:cNvPr>
              <p14:cNvContentPartPr/>
              <p14:nvPr/>
            </p14:nvContentPartPr>
            <p14:xfrm>
              <a:off x="6077816" y="1914648"/>
              <a:ext cx="61920" cy="49320"/>
            </p14:xfrm>
          </p:contentPart>
        </mc:Choice>
        <mc:Fallback xmlns="">
          <p:pic>
            <p:nvPicPr>
              <p:cNvPr id="116" name="Ink 115">
                <a:extLst>
                  <a:ext uri="{FF2B5EF4-FFF2-40B4-BE49-F238E27FC236}">
                    <a16:creationId xmlns:a16="http://schemas.microsoft.com/office/drawing/2014/main" id="{D7E246F0-C97C-F640-6A15-9039EA38B0D5}"/>
                  </a:ext>
                </a:extLst>
              </p:cNvPr>
              <p:cNvPicPr/>
              <p:nvPr/>
            </p:nvPicPr>
            <p:blipFill>
              <a:blip r:embed="rId229"/>
              <a:stretch>
                <a:fillRect/>
              </a:stretch>
            </p:blipFill>
            <p:spPr>
              <a:xfrm>
                <a:off x="6073496" y="1910328"/>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17" name="Ink 116">
                <a:extLst>
                  <a:ext uri="{FF2B5EF4-FFF2-40B4-BE49-F238E27FC236}">
                    <a16:creationId xmlns:a16="http://schemas.microsoft.com/office/drawing/2014/main" id="{E764D6B6-3AD4-78A0-B335-C83550BB7DF6}"/>
                  </a:ext>
                </a:extLst>
              </p14:cNvPr>
              <p14:cNvContentPartPr/>
              <p14:nvPr/>
            </p14:nvContentPartPr>
            <p14:xfrm>
              <a:off x="6050816" y="2092128"/>
              <a:ext cx="72000" cy="196200"/>
            </p14:xfrm>
          </p:contentPart>
        </mc:Choice>
        <mc:Fallback xmlns="">
          <p:pic>
            <p:nvPicPr>
              <p:cNvPr id="117" name="Ink 116">
                <a:extLst>
                  <a:ext uri="{FF2B5EF4-FFF2-40B4-BE49-F238E27FC236}">
                    <a16:creationId xmlns:a16="http://schemas.microsoft.com/office/drawing/2014/main" id="{E764D6B6-3AD4-78A0-B335-C83550BB7DF6}"/>
                  </a:ext>
                </a:extLst>
              </p:cNvPr>
              <p:cNvPicPr/>
              <p:nvPr/>
            </p:nvPicPr>
            <p:blipFill>
              <a:blip r:embed="rId231"/>
              <a:stretch>
                <a:fillRect/>
              </a:stretch>
            </p:blipFill>
            <p:spPr>
              <a:xfrm>
                <a:off x="6046496" y="2087808"/>
                <a:ext cx="80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18" name="Ink 117">
                <a:extLst>
                  <a:ext uri="{FF2B5EF4-FFF2-40B4-BE49-F238E27FC236}">
                    <a16:creationId xmlns:a16="http://schemas.microsoft.com/office/drawing/2014/main" id="{03F203AF-2A88-CFBF-2EB6-E4BF6C9DBEDA}"/>
                  </a:ext>
                </a:extLst>
              </p14:cNvPr>
              <p14:cNvContentPartPr/>
              <p14:nvPr/>
            </p14:nvContentPartPr>
            <p14:xfrm>
              <a:off x="4287896" y="5541288"/>
              <a:ext cx="19440" cy="360"/>
            </p14:xfrm>
          </p:contentPart>
        </mc:Choice>
        <mc:Fallback xmlns="">
          <p:pic>
            <p:nvPicPr>
              <p:cNvPr id="118" name="Ink 117">
                <a:extLst>
                  <a:ext uri="{FF2B5EF4-FFF2-40B4-BE49-F238E27FC236}">
                    <a16:creationId xmlns:a16="http://schemas.microsoft.com/office/drawing/2014/main" id="{03F203AF-2A88-CFBF-2EB6-E4BF6C9DBEDA}"/>
                  </a:ext>
                </a:extLst>
              </p:cNvPr>
              <p:cNvPicPr/>
              <p:nvPr/>
            </p:nvPicPr>
            <p:blipFill>
              <a:blip r:embed="rId233"/>
              <a:stretch>
                <a:fillRect/>
              </a:stretch>
            </p:blipFill>
            <p:spPr>
              <a:xfrm>
                <a:off x="4283576" y="5536968"/>
                <a:ext cx="28080" cy="9000"/>
              </a:xfrm>
              <a:prstGeom prst="rect">
                <a:avLst/>
              </a:prstGeom>
            </p:spPr>
          </p:pic>
        </mc:Fallback>
      </mc:AlternateContent>
      <p:grpSp>
        <p:nvGrpSpPr>
          <p:cNvPr id="148" name="Group 147">
            <a:extLst>
              <a:ext uri="{FF2B5EF4-FFF2-40B4-BE49-F238E27FC236}">
                <a16:creationId xmlns:a16="http://schemas.microsoft.com/office/drawing/2014/main" id="{BCA82480-20AB-FFAA-BBD9-3E7CBBC4FE98}"/>
              </a:ext>
            </a:extLst>
          </p:cNvPr>
          <p:cNvGrpSpPr/>
          <p:nvPr/>
        </p:nvGrpSpPr>
        <p:grpSpPr>
          <a:xfrm>
            <a:off x="1638480" y="1542480"/>
            <a:ext cx="1359720" cy="447480"/>
            <a:chOff x="1638480" y="1542480"/>
            <a:chExt cx="1359720" cy="447480"/>
          </a:xfrm>
        </p:grpSpPr>
        <mc:AlternateContent xmlns:mc="http://schemas.openxmlformats.org/markup-compatibility/2006" xmlns:p14="http://schemas.microsoft.com/office/powerpoint/2010/main">
          <mc:Choice Requires="p14">
            <p:contentPart p14:bwMode="auto" r:id="rId234">
              <p14:nvContentPartPr>
                <p14:cNvPr id="119" name="Ink 118">
                  <a:extLst>
                    <a:ext uri="{FF2B5EF4-FFF2-40B4-BE49-F238E27FC236}">
                      <a16:creationId xmlns:a16="http://schemas.microsoft.com/office/drawing/2014/main" id="{852B7CA7-BC11-CA9D-C0F9-2C0C94C32DBB}"/>
                    </a:ext>
                  </a:extLst>
                </p14:cNvPr>
                <p14:cNvContentPartPr/>
                <p14:nvPr/>
              </p14:nvContentPartPr>
              <p14:xfrm>
                <a:off x="1638480" y="1542480"/>
                <a:ext cx="151200" cy="447480"/>
              </p14:xfrm>
            </p:contentPart>
          </mc:Choice>
          <mc:Fallback xmlns="">
            <p:pic>
              <p:nvPicPr>
                <p:cNvPr id="119" name="Ink 118">
                  <a:extLst>
                    <a:ext uri="{FF2B5EF4-FFF2-40B4-BE49-F238E27FC236}">
                      <a16:creationId xmlns:a16="http://schemas.microsoft.com/office/drawing/2014/main" id="{852B7CA7-BC11-CA9D-C0F9-2C0C94C32DBB}"/>
                    </a:ext>
                  </a:extLst>
                </p:cNvPr>
                <p:cNvPicPr/>
                <p:nvPr/>
              </p:nvPicPr>
              <p:blipFill>
                <a:blip r:embed="rId235"/>
                <a:stretch>
                  <a:fillRect/>
                </a:stretch>
              </p:blipFill>
              <p:spPr>
                <a:xfrm>
                  <a:off x="1634160" y="1538160"/>
                  <a:ext cx="15984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20" name="Ink 119">
                  <a:extLst>
                    <a:ext uri="{FF2B5EF4-FFF2-40B4-BE49-F238E27FC236}">
                      <a16:creationId xmlns:a16="http://schemas.microsoft.com/office/drawing/2014/main" id="{691FB909-3311-6EDD-F9D2-5DBCA3447317}"/>
                    </a:ext>
                  </a:extLst>
                </p14:cNvPr>
                <p14:cNvContentPartPr/>
                <p14:nvPr/>
              </p14:nvContentPartPr>
              <p14:xfrm>
                <a:off x="1946280" y="1811760"/>
                <a:ext cx="114480" cy="129600"/>
              </p14:xfrm>
            </p:contentPart>
          </mc:Choice>
          <mc:Fallback xmlns="">
            <p:pic>
              <p:nvPicPr>
                <p:cNvPr id="120" name="Ink 119">
                  <a:extLst>
                    <a:ext uri="{FF2B5EF4-FFF2-40B4-BE49-F238E27FC236}">
                      <a16:creationId xmlns:a16="http://schemas.microsoft.com/office/drawing/2014/main" id="{691FB909-3311-6EDD-F9D2-5DBCA3447317}"/>
                    </a:ext>
                  </a:extLst>
                </p:cNvPr>
                <p:cNvPicPr/>
                <p:nvPr/>
              </p:nvPicPr>
              <p:blipFill>
                <a:blip r:embed="rId237"/>
                <a:stretch>
                  <a:fillRect/>
                </a:stretch>
              </p:blipFill>
              <p:spPr>
                <a:xfrm>
                  <a:off x="1941960" y="1807440"/>
                  <a:ext cx="1231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21" name="Ink 120">
                  <a:extLst>
                    <a:ext uri="{FF2B5EF4-FFF2-40B4-BE49-F238E27FC236}">
                      <a16:creationId xmlns:a16="http://schemas.microsoft.com/office/drawing/2014/main" id="{BEAC2C7E-45C8-1618-C8BB-C6721FCD67B2}"/>
                    </a:ext>
                  </a:extLst>
                </p14:cNvPr>
                <p14:cNvContentPartPr/>
                <p14:nvPr/>
              </p14:nvContentPartPr>
              <p14:xfrm>
                <a:off x="2148600" y="1811760"/>
                <a:ext cx="114120" cy="116640"/>
              </p14:xfrm>
            </p:contentPart>
          </mc:Choice>
          <mc:Fallback xmlns="">
            <p:pic>
              <p:nvPicPr>
                <p:cNvPr id="121" name="Ink 120">
                  <a:extLst>
                    <a:ext uri="{FF2B5EF4-FFF2-40B4-BE49-F238E27FC236}">
                      <a16:creationId xmlns:a16="http://schemas.microsoft.com/office/drawing/2014/main" id="{BEAC2C7E-45C8-1618-C8BB-C6721FCD67B2}"/>
                    </a:ext>
                  </a:extLst>
                </p:cNvPr>
                <p:cNvPicPr/>
                <p:nvPr/>
              </p:nvPicPr>
              <p:blipFill>
                <a:blip r:embed="rId239"/>
                <a:stretch>
                  <a:fillRect/>
                </a:stretch>
              </p:blipFill>
              <p:spPr>
                <a:xfrm>
                  <a:off x="2144280" y="1807440"/>
                  <a:ext cx="1227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22" name="Ink 121">
                  <a:extLst>
                    <a:ext uri="{FF2B5EF4-FFF2-40B4-BE49-F238E27FC236}">
                      <a16:creationId xmlns:a16="http://schemas.microsoft.com/office/drawing/2014/main" id="{D0B37C57-4B8D-FCB8-115F-C3B2D6590343}"/>
                    </a:ext>
                  </a:extLst>
                </p14:cNvPr>
                <p14:cNvContentPartPr/>
                <p14:nvPr/>
              </p14:nvContentPartPr>
              <p14:xfrm>
                <a:off x="2331480" y="1605840"/>
                <a:ext cx="98640" cy="318240"/>
              </p14:xfrm>
            </p:contentPart>
          </mc:Choice>
          <mc:Fallback xmlns="">
            <p:pic>
              <p:nvPicPr>
                <p:cNvPr id="122" name="Ink 121">
                  <a:extLst>
                    <a:ext uri="{FF2B5EF4-FFF2-40B4-BE49-F238E27FC236}">
                      <a16:creationId xmlns:a16="http://schemas.microsoft.com/office/drawing/2014/main" id="{D0B37C57-4B8D-FCB8-115F-C3B2D6590343}"/>
                    </a:ext>
                  </a:extLst>
                </p:cNvPr>
                <p:cNvPicPr/>
                <p:nvPr/>
              </p:nvPicPr>
              <p:blipFill>
                <a:blip r:embed="rId241"/>
                <a:stretch>
                  <a:fillRect/>
                </a:stretch>
              </p:blipFill>
              <p:spPr>
                <a:xfrm>
                  <a:off x="2327160" y="1601520"/>
                  <a:ext cx="10728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23" name="Ink 122">
                  <a:extLst>
                    <a:ext uri="{FF2B5EF4-FFF2-40B4-BE49-F238E27FC236}">
                      <a16:creationId xmlns:a16="http://schemas.microsoft.com/office/drawing/2014/main" id="{787B5413-CE08-FD5A-27A0-DA4B8AFF9E12}"/>
                    </a:ext>
                  </a:extLst>
                </p14:cNvPr>
                <p14:cNvContentPartPr/>
                <p14:nvPr/>
              </p14:nvContentPartPr>
              <p14:xfrm>
                <a:off x="2437320" y="1792320"/>
                <a:ext cx="143280" cy="123840"/>
              </p14:xfrm>
            </p:contentPart>
          </mc:Choice>
          <mc:Fallback xmlns="">
            <p:pic>
              <p:nvPicPr>
                <p:cNvPr id="123" name="Ink 122">
                  <a:extLst>
                    <a:ext uri="{FF2B5EF4-FFF2-40B4-BE49-F238E27FC236}">
                      <a16:creationId xmlns:a16="http://schemas.microsoft.com/office/drawing/2014/main" id="{787B5413-CE08-FD5A-27A0-DA4B8AFF9E12}"/>
                    </a:ext>
                  </a:extLst>
                </p:cNvPr>
                <p:cNvPicPr/>
                <p:nvPr/>
              </p:nvPicPr>
              <p:blipFill>
                <a:blip r:embed="rId243"/>
                <a:stretch>
                  <a:fillRect/>
                </a:stretch>
              </p:blipFill>
              <p:spPr>
                <a:xfrm>
                  <a:off x="2433000" y="1788000"/>
                  <a:ext cx="1519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24" name="Ink 123">
                  <a:extLst>
                    <a:ext uri="{FF2B5EF4-FFF2-40B4-BE49-F238E27FC236}">
                      <a16:creationId xmlns:a16="http://schemas.microsoft.com/office/drawing/2014/main" id="{B01D0956-6FD2-495B-BC04-B9B666DF8F1F}"/>
                    </a:ext>
                  </a:extLst>
                </p14:cNvPr>
                <p14:cNvContentPartPr/>
                <p14:nvPr/>
              </p14:nvContentPartPr>
              <p14:xfrm>
                <a:off x="2631360" y="1750200"/>
                <a:ext cx="147240" cy="150840"/>
              </p14:xfrm>
            </p:contentPart>
          </mc:Choice>
          <mc:Fallback xmlns="">
            <p:pic>
              <p:nvPicPr>
                <p:cNvPr id="124" name="Ink 123">
                  <a:extLst>
                    <a:ext uri="{FF2B5EF4-FFF2-40B4-BE49-F238E27FC236}">
                      <a16:creationId xmlns:a16="http://schemas.microsoft.com/office/drawing/2014/main" id="{B01D0956-6FD2-495B-BC04-B9B666DF8F1F}"/>
                    </a:ext>
                  </a:extLst>
                </p:cNvPr>
                <p:cNvPicPr/>
                <p:nvPr/>
              </p:nvPicPr>
              <p:blipFill>
                <a:blip r:embed="rId245"/>
                <a:stretch>
                  <a:fillRect/>
                </a:stretch>
              </p:blipFill>
              <p:spPr>
                <a:xfrm>
                  <a:off x="2627040" y="1745880"/>
                  <a:ext cx="1558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25" name="Ink 124">
                  <a:extLst>
                    <a:ext uri="{FF2B5EF4-FFF2-40B4-BE49-F238E27FC236}">
                      <a16:creationId xmlns:a16="http://schemas.microsoft.com/office/drawing/2014/main" id="{44605EF7-3F27-D4D6-AD5D-D598E490EF3D}"/>
                    </a:ext>
                  </a:extLst>
                </p14:cNvPr>
                <p14:cNvContentPartPr/>
                <p14:nvPr/>
              </p14:nvContentPartPr>
              <p14:xfrm>
                <a:off x="2882280" y="1808520"/>
                <a:ext cx="115920" cy="75960"/>
              </p14:xfrm>
            </p:contentPart>
          </mc:Choice>
          <mc:Fallback xmlns="">
            <p:pic>
              <p:nvPicPr>
                <p:cNvPr id="125" name="Ink 124">
                  <a:extLst>
                    <a:ext uri="{FF2B5EF4-FFF2-40B4-BE49-F238E27FC236}">
                      <a16:creationId xmlns:a16="http://schemas.microsoft.com/office/drawing/2014/main" id="{44605EF7-3F27-D4D6-AD5D-D598E490EF3D}"/>
                    </a:ext>
                  </a:extLst>
                </p:cNvPr>
                <p:cNvPicPr/>
                <p:nvPr/>
              </p:nvPicPr>
              <p:blipFill>
                <a:blip r:embed="rId247"/>
                <a:stretch>
                  <a:fillRect/>
                </a:stretch>
              </p:blipFill>
              <p:spPr>
                <a:xfrm>
                  <a:off x="2877960" y="1804200"/>
                  <a:ext cx="124560" cy="84600"/>
                </a:xfrm>
                <a:prstGeom prst="rect">
                  <a:avLst/>
                </a:prstGeom>
              </p:spPr>
            </p:pic>
          </mc:Fallback>
        </mc:AlternateContent>
      </p:grpSp>
      <p:grpSp>
        <p:nvGrpSpPr>
          <p:cNvPr id="147" name="Group 146">
            <a:extLst>
              <a:ext uri="{FF2B5EF4-FFF2-40B4-BE49-F238E27FC236}">
                <a16:creationId xmlns:a16="http://schemas.microsoft.com/office/drawing/2014/main" id="{AF6C9E02-2DB1-B97D-4B05-06C47520B932}"/>
              </a:ext>
            </a:extLst>
          </p:cNvPr>
          <p:cNvGrpSpPr/>
          <p:nvPr/>
        </p:nvGrpSpPr>
        <p:grpSpPr>
          <a:xfrm>
            <a:off x="3369000" y="1681080"/>
            <a:ext cx="424080" cy="173160"/>
            <a:chOff x="3369000" y="1681080"/>
            <a:chExt cx="424080" cy="173160"/>
          </a:xfrm>
        </p:grpSpPr>
        <mc:AlternateContent xmlns:mc="http://schemas.openxmlformats.org/markup-compatibility/2006" xmlns:p14="http://schemas.microsoft.com/office/powerpoint/2010/main">
          <mc:Choice Requires="p14">
            <p:contentPart p14:bwMode="auto" r:id="rId248">
              <p14:nvContentPartPr>
                <p14:cNvPr id="126" name="Ink 125">
                  <a:extLst>
                    <a:ext uri="{FF2B5EF4-FFF2-40B4-BE49-F238E27FC236}">
                      <a16:creationId xmlns:a16="http://schemas.microsoft.com/office/drawing/2014/main" id="{0C1CB1CB-DCE5-11FE-EBCE-64826C8B3F18}"/>
                    </a:ext>
                  </a:extLst>
                </p14:cNvPr>
                <p14:cNvContentPartPr/>
                <p14:nvPr/>
              </p14:nvContentPartPr>
              <p14:xfrm>
                <a:off x="3369000" y="1681080"/>
                <a:ext cx="133200" cy="173160"/>
              </p14:xfrm>
            </p:contentPart>
          </mc:Choice>
          <mc:Fallback xmlns="">
            <p:pic>
              <p:nvPicPr>
                <p:cNvPr id="126" name="Ink 125">
                  <a:extLst>
                    <a:ext uri="{FF2B5EF4-FFF2-40B4-BE49-F238E27FC236}">
                      <a16:creationId xmlns:a16="http://schemas.microsoft.com/office/drawing/2014/main" id="{0C1CB1CB-DCE5-11FE-EBCE-64826C8B3F18}"/>
                    </a:ext>
                  </a:extLst>
                </p:cNvPr>
                <p:cNvPicPr/>
                <p:nvPr/>
              </p:nvPicPr>
              <p:blipFill>
                <a:blip r:embed="rId249"/>
                <a:stretch>
                  <a:fillRect/>
                </a:stretch>
              </p:blipFill>
              <p:spPr>
                <a:xfrm>
                  <a:off x="3364680" y="1676760"/>
                  <a:ext cx="14184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27" name="Ink 126">
                  <a:extLst>
                    <a:ext uri="{FF2B5EF4-FFF2-40B4-BE49-F238E27FC236}">
                      <a16:creationId xmlns:a16="http://schemas.microsoft.com/office/drawing/2014/main" id="{B9DDADFD-60AC-4B9C-693E-84E85E3B5663}"/>
                    </a:ext>
                  </a:extLst>
                </p14:cNvPr>
                <p14:cNvContentPartPr/>
                <p14:nvPr/>
              </p14:nvContentPartPr>
              <p14:xfrm>
                <a:off x="3644400" y="1708080"/>
                <a:ext cx="148680" cy="114120"/>
              </p14:xfrm>
            </p:contentPart>
          </mc:Choice>
          <mc:Fallback xmlns="">
            <p:pic>
              <p:nvPicPr>
                <p:cNvPr id="127" name="Ink 126">
                  <a:extLst>
                    <a:ext uri="{FF2B5EF4-FFF2-40B4-BE49-F238E27FC236}">
                      <a16:creationId xmlns:a16="http://schemas.microsoft.com/office/drawing/2014/main" id="{B9DDADFD-60AC-4B9C-693E-84E85E3B5663}"/>
                    </a:ext>
                  </a:extLst>
                </p:cNvPr>
                <p:cNvPicPr/>
                <p:nvPr/>
              </p:nvPicPr>
              <p:blipFill>
                <a:blip r:embed="rId251"/>
                <a:stretch>
                  <a:fillRect/>
                </a:stretch>
              </p:blipFill>
              <p:spPr>
                <a:xfrm>
                  <a:off x="3640080" y="1703760"/>
                  <a:ext cx="157320" cy="122760"/>
                </a:xfrm>
                <a:prstGeom prst="rect">
                  <a:avLst/>
                </a:prstGeom>
              </p:spPr>
            </p:pic>
          </mc:Fallback>
        </mc:AlternateContent>
      </p:grpSp>
      <p:grpSp>
        <p:nvGrpSpPr>
          <p:cNvPr id="146" name="Group 145">
            <a:extLst>
              <a:ext uri="{FF2B5EF4-FFF2-40B4-BE49-F238E27FC236}">
                <a16:creationId xmlns:a16="http://schemas.microsoft.com/office/drawing/2014/main" id="{B8475A62-3075-8BBE-8CD1-3608422841F8}"/>
              </a:ext>
            </a:extLst>
          </p:cNvPr>
          <p:cNvGrpSpPr/>
          <p:nvPr/>
        </p:nvGrpSpPr>
        <p:grpSpPr>
          <a:xfrm>
            <a:off x="3954360" y="1454280"/>
            <a:ext cx="1047240" cy="518400"/>
            <a:chOff x="3954360" y="1454280"/>
            <a:chExt cx="1047240" cy="518400"/>
          </a:xfrm>
        </p:grpSpPr>
        <mc:AlternateContent xmlns:mc="http://schemas.openxmlformats.org/markup-compatibility/2006" xmlns:p14="http://schemas.microsoft.com/office/powerpoint/2010/main">
          <mc:Choice Requires="p14">
            <p:contentPart p14:bwMode="auto" r:id="rId252">
              <p14:nvContentPartPr>
                <p14:cNvPr id="128" name="Ink 127">
                  <a:extLst>
                    <a:ext uri="{FF2B5EF4-FFF2-40B4-BE49-F238E27FC236}">
                      <a16:creationId xmlns:a16="http://schemas.microsoft.com/office/drawing/2014/main" id="{D71199CC-D4C9-3D7F-DCD5-BBE253F7E30E}"/>
                    </a:ext>
                  </a:extLst>
                </p14:cNvPr>
                <p14:cNvContentPartPr/>
                <p14:nvPr/>
              </p14:nvContentPartPr>
              <p14:xfrm>
                <a:off x="3954360" y="1633560"/>
                <a:ext cx="113760" cy="127440"/>
              </p14:xfrm>
            </p:contentPart>
          </mc:Choice>
          <mc:Fallback xmlns="">
            <p:pic>
              <p:nvPicPr>
                <p:cNvPr id="128" name="Ink 127">
                  <a:extLst>
                    <a:ext uri="{FF2B5EF4-FFF2-40B4-BE49-F238E27FC236}">
                      <a16:creationId xmlns:a16="http://schemas.microsoft.com/office/drawing/2014/main" id="{D71199CC-D4C9-3D7F-DCD5-BBE253F7E30E}"/>
                    </a:ext>
                  </a:extLst>
                </p:cNvPr>
                <p:cNvPicPr/>
                <p:nvPr/>
              </p:nvPicPr>
              <p:blipFill>
                <a:blip r:embed="rId253"/>
                <a:stretch>
                  <a:fillRect/>
                </a:stretch>
              </p:blipFill>
              <p:spPr>
                <a:xfrm>
                  <a:off x="3950040" y="1629240"/>
                  <a:ext cx="1224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29" name="Ink 128">
                  <a:extLst>
                    <a:ext uri="{FF2B5EF4-FFF2-40B4-BE49-F238E27FC236}">
                      <a16:creationId xmlns:a16="http://schemas.microsoft.com/office/drawing/2014/main" id="{1DBB1241-1920-1C56-DCB1-591D30CD42CD}"/>
                    </a:ext>
                  </a:extLst>
                </p14:cNvPr>
                <p14:cNvContentPartPr/>
                <p14:nvPr/>
              </p14:nvContentPartPr>
              <p14:xfrm>
                <a:off x="4067760" y="1633560"/>
                <a:ext cx="137160" cy="339120"/>
              </p14:xfrm>
            </p:contentPart>
          </mc:Choice>
          <mc:Fallback xmlns="">
            <p:pic>
              <p:nvPicPr>
                <p:cNvPr id="129" name="Ink 128">
                  <a:extLst>
                    <a:ext uri="{FF2B5EF4-FFF2-40B4-BE49-F238E27FC236}">
                      <a16:creationId xmlns:a16="http://schemas.microsoft.com/office/drawing/2014/main" id="{1DBB1241-1920-1C56-DCB1-591D30CD42CD}"/>
                    </a:ext>
                  </a:extLst>
                </p:cNvPr>
                <p:cNvPicPr/>
                <p:nvPr/>
              </p:nvPicPr>
              <p:blipFill>
                <a:blip r:embed="rId255"/>
                <a:stretch>
                  <a:fillRect/>
                </a:stretch>
              </p:blipFill>
              <p:spPr>
                <a:xfrm>
                  <a:off x="4063440" y="1629240"/>
                  <a:ext cx="14580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30" name="Ink 129">
                  <a:extLst>
                    <a:ext uri="{FF2B5EF4-FFF2-40B4-BE49-F238E27FC236}">
                      <a16:creationId xmlns:a16="http://schemas.microsoft.com/office/drawing/2014/main" id="{2B00663E-E3A1-E995-25B6-55CA3B474057}"/>
                    </a:ext>
                  </a:extLst>
                </p14:cNvPr>
                <p14:cNvContentPartPr/>
                <p14:nvPr/>
              </p14:nvContentPartPr>
              <p14:xfrm>
                <a:off x="4206360" y="1678560"/>
                <a:ext cx="82080" cy="99360"/>
              </p14:xfrm>
            </p:contentPart>
          </mc:Choice>
          <mc:Fallback xmlns="">
            <p:pic>
              <p:nvPicPr>
                <p:cNvPr id="130" name="Ink 129">
                  <a:extLst>
                    <a:ext uri="{FF2B5EF4-FFF2-40B4-BE49-F238E27FC236}">
                      <a16:creationId xmlns:a16="http://schemas.microsoft.com/office/drawing/2014/main" id="{2B00663E-E3A1-E995-25B6-55CA3B474057}"/>
                    </a:ext>
                  </a:extLst>
                </p:cNvPr>
                <p:cNvPicPr/>
                <p:nvPr/>
              </p:nvPicPr>
              <p:blipFill>
                <a:blip r:embed="rId257"/>
                <a:stretch>
                  <a:fillRect/>
                </a:stretch>
              </p:blipFill>
              <p:spPr>
                <a:xfrm>
                  <a:off x="4202040" y="1674240"/>
                  <a:ext cx="907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31" name="Ink 130">
                  <a:extLst>
                    <a:ext uri="{FF2B5EF4-FFF2-40B4-BE49-F238E27FC236}">
                      <a16:creationId xmlns:a16="http://schemas.microsoft.com/office/drawing/2014/main" id="{B60D946F-7842-2B59-CFB9-22F6C94E1540}"/>
                    </a:ext>
                  </a:extLst>
                </p14:cNvPr>
                <p14:cNvContentPartPr/>
                <p14:nvPr/>
              </p14:nvContentPartPr>
              <p14:xfrm>
                <a:off x="4398960" y="1696560"/>
                <a:ext cx="15840" cy="254160"/>
              </p14:xfrm>
            </p:contentPart>
          </mc:Choice>
          <mc:Fallback xmlns="">
            <p:pic>
              <p:nvPicPr>
                <p:cNvPr id="131" name="Ink 130">
                  <a:extLst>
                    <a:ext uri="{FF2B5EF4-FFF2-40B4-BE49-F238E27FC236}">
                      <a16:creationId xmlns:a16="http://schemas.microsoft.com/office/drawing/2014/main" id="{B60D946F-7842-2B59-CFB9-22F6C94E1540}"/>
                    </a:ext>
                  </a:extLst>
                </p:cNvPr>
                <p:cNvPicPr/>
                <p:nvPr/>
              </p:nvPicPr>
              <p:blipFill>
                <a:blip r:embed="rId259"/>
                <a:stretch>
                  <a:fillRect/>
                </a:stretch>
              </p:blipFill>
              <p:spPr>
                <a:xfrm>
                  <a:off x="4394640" y="1692240"/>
                  <a:ext cx="2448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32" name="Ink 131">
                  <a:extLst>
                    <a:ext uri="{FF2B5EF4-FFF2-40B4-BE49-F238E27FC236}">
                      <a16:creationId xmlns:a16="http://schemas.microsoft.com/office/drawing/2014/main" id="{687DD889-BF27-92B9-C807-45145EF524BD}"/>
                    </a:ext>
                  </a:extLst>
                </p14:cNvPr>
                <p14:cNvContentPartPr/>
                <p14:nvPr/>
              </p14:nvContentPartPr>
              <p14:xfrm>
                <a:off x="4435680" y="1627800"/>
                <a:ext cx="80280" cy="106200"/>
              </p14:xfrm>
            </p:contentPart>
          </mc:Choice>
          <mc:Fallback xmlns="">
            <p:pic>
              <p:nvPicPr>
                <p:cNvPr id="132" name="Ink 131">
                  <a:extLst>
                    <a:ext uri="{FF2B5EF4-FFF2-40B4-BE49-F238E27FC236}">
                      <a16:creationId xmlns:a16="http://schemas.microsoft.com/office/drawing/2014/main" id="{687DD889-BF27-92B9-C807-45145EF524BD}"/>
                    </a:ext>
                  </a:extLst>
                </p:cNvPr>
                <p:cNvPicPr/>
                <p:nvPr/>
              </p:nvPicPr>
              <p:blipFill>
                <a:blip r:embed="rId261"/>
                <a:stretch>
                  <a:fillRect/>
                </a:stretch>
              </p:blipFill>
              <p:spPr>
                <a:xfrm>
                  <a:off x="4431360" y="1623480"/>
                  <a:ext cx="889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33" name="Ink 132">
                  <a:extLst>
                    <a:ext uri="{FF2B5EF4-FFF2-40B4-BE49-F238E27FC236}">
                      <a16:creationId xmlns:a16="http://schemas.microsoft.com/office/drawing/2014/main" id="{CFEC276C-A3BA-4BF1-DC4B-1820DFCA79F4}"/>
                    </a:ext>
                  </a:extLst>
                </p14:cNvPr>
                <p14:cNvContentPartPr/>
                <p14:nvPr/>
              </p14:nvContentPartPr>
              <p14:xfrm>
                <a:off x="4641960" y="1600080"/>
                <a:ext cx="117360" cy="120240"/>
              </p14:xfrm>
            </p:contentPart>
          </mc:Choice>
          <mc:Fallback xmlns="">
            <p:pic>
              <p:nvPicPr>
                <p:cNvPr id="133" name="Ink 132">
                  <a:extLst>
                    <a:ext uri="{FF2B5EF4-FFF2-40B4-BE49-F238E27FC236}">
                      <a16:creationId xmlns:a16="http://schemas.microsoft.com/office/drawing/2014/main" id="{CFEC276C-A3BA-4BF1-DC4B-1820DFCA79F4}"/>
                    </a:ext>
                  </a:extLst>
                </p:cNvPr>
                <p:cNvPicPr/>
                <p:nvPr/>
              </p:nvPicPr>
              <p:blipFill>
                <a:blip r:embed="rId263"/>
                <a:stretch>
                  <a:fillRect/>
                </a:stretch>
              </p:blipFill>
              <p:spPr>
                <a:xfrm>
                  <a:off x="4637640" y="1595760"/>
                  <a:ext cx="1260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34" name="Ink 133">
                  <a:extLst>
                    <a:ext uri="{FF2B5EF4-FFF2-40B4-BE49-F238E27FC236}">
                      <a16:creationId xmlns:a16="http://schemas.microsoft.com/office/drawing/2014/main" id="{191C726B-B43F-23B7-4AA1-77C4D8908F49}"/>
                    </a:ext>
                  </a:extLst>
                </p14:cNvPr>
                <p14:cNvContentPartPr/>
                <p14:nvPr/>
              </p14:nvContentPartPr>
              <p14:xfrm>
                <a:off x="4814400" y="1454280"/>
                <a:ext cx="187200" cy="333000"/>
              </p14:xfrm>
            </p:contentPart>
          </mc:Choice>
          <mc:Fallback xmlns="">
            <p:pic>
              <p:nvPicPr>
                <p:cNvPr id="134" name="Ink 133">
                  <a:extLst>
                    <a:ext uri="{FF2B5EF4-FFF2-40B4-BE49-F238E27FC236}">
                      <a16:creationId xmlns:a16="http://schemas.microsoft.com/office/drawing/2014/main" id="{191C726B-B43F-23B7-4AA1-77C4D8908F49}"/>
                    </a:ext>
                  </a:extLst>
                </p:cNvPr>
                <p:cNvPicPr/>
                <p:nvPr/>
              </p:nvPicPr>
              <p:blipFill>
                <a:blip r:embed="rId265"/>
                <a:stretch>
                  <a:fillRect/>
                </a:stretch>
              </p:blipFill>
              <p:spPr>
                <a:xfrm>
                  <a:off x="4810080" y="1449960"/>
                  <a:ext cx="195840" cy="341640"/>
                </a:xfrm>
                <a:prstGeom prst="rect">
                  <a:avLst/>
                </a:prstGeom>
              </p:spPr>
            </p:pic>
          </mc:Fallback>
        </mc:AlternateContent>
      </p:grpSp>
      <p:grpSp>
        <p:nvGrpSpPr>
          <p:cNvPr id="145" name="Group 144">
            <a:extLst>
              <a:ext uri="{FF2B5EF4-FFF2-40B4-BE49-F238E27FC236}">
                <a16:creationId xmlns:a16="http://schemas.microsoft.com/office/drawing/2014/main" id="{E01F981B-D1CD-9383-CF85-0003B342F44E}"/>
              </a:ext>
            </a:extLst>
          </p:cNvPr>
          <p:cNvGrpSpPr/>
          <p:nvPr/>
        </p:nvGrpSpPr>
        <p:grpSpPr>
          <a:xfrm>
            <a:off x="5226600" y="1657680"/>
            <a:ext cx="185040" cy="100800"/>
            <a:chOff x="5226600" y="1657680"/>
            <a:chExt cx="185040" cy="100800"/>
          </a:xfrm>
        </p:grpSpPr>
        <mc:AlternateContent xmlns:mc="http://schemas.openxmlformats.org/markup-compatibility/2006" xmlns:p14="http://schemas.microsoft.com/office/powerpoint/2010/main">
          <mc:Choice Requires="p14">
            <p:contentPart p14:bwMode="auto" r:id="rId266">
              <p14:nvContentPartPr>
                <p14:cNvPr id="135" name="Ink 134">
                  <a:extLst>
                    <a:ext uri="{FF2B5EF4-FFF2-40B4-BE49-F238E27FC236}">
                      <a16:creationId xmlns:a16="http://schemas.microsoft.com/office/drawing/2014/main" id="{BD966EB3-D86C-44B0-46B2-ABA7A6182A24}"/>
                    </a:ext>
                  </a:extLst>
                </p14:cNvPr>
                <p14:cNvContentPartPr/>
                <p14:nvPr/>
              </p14:nvContentPartPr>
              <p14:xfrm>
                <a:off x="5226600" y="1657680"/>
                <a:ext cx="140760" cy="360"/>
              </p14:xfrm>
            </p:contentPart>
          </mc:Choice>
          <mc:Fallback xmlns="">
            <p:pic>
              <p:nvPicPr>
                <p:cNvPr id="135" name="Ink 134">
                  <a:extLst>
                    <a:ext uri="{FF2B5EF4-FFF2-40B4-BE49-F238E27FC236}">
                      <a16:creationId xmlns:a16="http://schemas.microsoft.com/office/drawing/2014/main" id="{BD966EB3-D86C-44B0-46B2-ABA7A6182A24}"/>
                    </a:ext>
                  </a:extLst>
                </p:cNvPr>
                <p:cNvPicPr/>
                <p:nvPr/>
              </p:nvPicPr>
              <p:blipFill>
                <a:blip r:embed="rId267"/>
                <a:stretch>
                  <a:fillRect/>
                </a:stretch>
              </p:blipFill>
              <p:spPr>
                <a:xfrm>
                  <a:off x="5222280" y="1653360"/>
                  <a:ext cx="1494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36" name="Ink 135">
                  <a:extLst>
                    <a:ext uri="{FF2B5EF4-FFF2-40B4-BE49-F238E27FC236}">
                      <a16:creationId xmlns:a16="http://schemas.microsoft.com/office/drawing/2014/main" id="{B1BFD5E9-31F5-1141-C131-B1369FEA4F44}"/>
                    </a:ext>
                  </a:extLst>
                </p14:cNvPr>
                <p14:cNvContentPartPr/>
                <p14:nvPr/>
              </p14:nvContentPartPr>
              <p14:xfrm>
                <a:off x="5226600" y="1657680"/>
                <a:ext cx="185040" cy="100800"/>
              </p14:xfrm>
            </p:contentPart>
          </mc:Choice>
          <mc:Fallback xmlns="">
            <p:pic>
              <p:nvPicPr>
                <p:cNvPr id="136" name="Ink 135">
                  <a:extLst>
                    <a:ext uri="{FF2B5EF4-FFF2-40B4-BE49-F238E27FC236}">
                      <a16:creationId xmlns:a16="http://schemas.microsoft.com/office/drawing/2014/main" id="{B1BFD5E9-31F5-1141-C131-B1369FEA4F44}"/>
                    </a:ext>
                  </a:extLst>
                </p:cNvPr>
                <p:cNvPicPr/>
                <p:nvPr/>
              </p:nvPicPr>
              <p:blipFill>
                <a:blip r:embed="rId269"/>
                <a:stretch>
                  <a:fillRect/>
                </a:stretch>
              </p:blipFill>
              <p:spPr>
                <a:xfrm>
                  <a:off x="5222280" y="1653360"/>
                  <a:ext cx="193680" cy="109440"/>
                </a:xfrm>
                <a:prstGeom prst="rect">
                  <a:avLst/>
                </a:prstGeom>
              </p:spPr>
            </p:pic>
          </mc:Fallback>
        </mc:AlternateContent>
      </p:grpSp>
      <p:grpSp>
        <p:nvGrpSpPr>
          <p:cNvPr id="144" name="Group 143">
            <a:extLst>
              <a:ext uri="{FF2B5EF4-FFF2-40B4-BE49-F238E27FC236}">
                <a16:creationId xmlns:a16="http://schemas.microsoft.com/office/drawing/2014/main" id="{9EE138B9-AFB4-975A-B618-3313440DA0EF}"/>
              </a:ext>
            </a:extLst>
          </p:cNvPr>
          <p:cNvGrpSpPr/>
          <p:nvPr/>
        </p:nvGrpSpPr>
        <p:grpSpPr>
          <a:xfrm>
            <a:off x="5636640" y="1331160"/>
            <a:ext cx="1067040" cy="500040"/>
            <a:chOff x="5636640" y="1331160"/>
            <a:chExt cx="1067040" cy="500040"/>
          </a:xfrm>
        </p:grpSpPr>
        <mc:AlternateContent xmlns:mc="http://schemas.openxmlformats.org/markup-compatibility/2006" xmlns:p14="http://schemas.microsoft.com/office/powerpoint/2010/main">
          <mc:Choice Requires="p14">
            <p:contentPart p14:bwMode="auto" r:id="rId270">
              <p14:nvContentPartPr>
                <p14:cNvPr id="137" name="Ink 136">
                  <a:extLst>
                    <a:ext uri="{FF2B5EF4-FFF2-40B4-BE49-F238E27FC236}">
                      <a16:creationId xmlns:a16="http://schemas.microsoft.com/office/drawing/2014/main" id="{96E376FE-D8B3-68EB-AB93-E7529497514B}"/>
                    </a:ext>
                  </a:extLst>
                </p14:cNvPr>
                <p14:cNvContentPartPr/>
                <p14:nvPr/>
              </p14:nvContentPartPr>
              <p14:xfrm>
                <a:off x="5694600" y="1354920"/>
                <a:ext cx="200520" cy="438120"/>
              </p14:xfrm>
            </p:contentPart>
          </mc:Choice>
          <mc:Fallback xmlns="">
            <p:pic>
              <p:nvPicPr>
                <p:cNvPr id="137" name="Ink 136">
                  <a:extLst>
                    <a:ext uri="{FF2B5EF4-FFF2-40B4-BE49-F238E27FC236}">
                      <a16:creationId xmlns:a16="http://schemas.microsoft.com/office/drawing/2014/main" id="{96E376FE-D8B3-68EB-AB93-E7529497514B}"/>
                    </a:ext>
                  </a:extLst>
                </p:cNvPr>
                <p:cNvPicPr/>
                <p:nvPr/>
              </p:nvPicPr>
              <p:blipFill>
                <a:blip r:embed="rId271"/>
                <a:stretch>
                  <a:fillRect/>
                </a:stretch>
              </p:blipFill>
              <p:spPr>
                <a:xfrm>
                  <a:off x="5690280" y="1350600"/>
                  <a:ext cx="20916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38" name="Ink 137">
                  <a:extLst>
                    <a:ext uri="{FF2B5EF4-FFF2-40B4-BE49-F238E27FC236}">
                      <a16:creationId xmlns:a16="http://schemas.microsoft.com/office/drawing/2014/main" id="{7D0F8EFF-F0BB-3572-A421-F1D4AB74CD48}"/>
                    </a:ext>
                  </a:extLst>
                </p14:cNvPr>
                <p14:cNvContentPartPr/>
                <p14:nvPr/>
              </p14:nvContentPartPr>
              <p14:xfrm>
                <a:off x="5636640" y="1581360"/>
                <a:ext cx="383400" cy="118080"/>
              </p14:xfrm>
            </p:contentPart>
          </mc:Choice>
          <mc:Fallback xmlns="">
            <p:pic>
              <p:nvPicPr>
                <p:cNvPr id="138" name="Ink 137">
                  <a:extLst>
                    <a:ext uri="{FF2B5EF4-FFF2-40B4-BE49-F238E27FC236}">
                      <a16:creationId xmlns:a16="http://schemas.microsoft.com/office/drawing/2014/main" id="{7D0F8EFF-F0BB-3572-A421-F1D4AB74CD48}"/>
                    </a:ext>
                  </a:extLst>
                </p:cNvPr>
                <p:cNvPicPr/>
                <p:nvPr/>
              </p:nvPicPr>
              <p:blipFill>
                <a:blip r:embed="rId273"/>
                <a:stretch>
                  <a:fillRect/>
                </a:stretch>
              </p:blipFill>
              <p:spPr>
                <a:xfrm>
                  <a:off x="5632320" y="1577040"/>
                  <a:ext cx="3920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39" name="Ink 138">
                  <a:extLst>
                    <a:ext uri="{FF2B5EF4-FFF2-40B4-BE49-F238E27FC236}">
                      <a16:creationId xmlns:a16="http://schemas.microsoft.com/office/drawing/2014/main" id="{FFC6FD85-3014-912F-138A-7D706F74A3A2}"/>
                    </a:ext>
                  </a:extLst>
                </p14:cNvPr>
                <p14:cNvContentPartPr/>
                <p14:nvPr/>
              </p14:nvContentPartPr>
              <p14:xfrm>
                <a:off x="6177000" y="1331160"/>
                <a:ext cx="48960" cy="285480"/>
              </p14:xfrm>
            </p:contentPart>
          </mc:Choice>
          <mc:Fallback xmlns="">
            <p:pic>
              <p:nvPicPr>
                <p:cNvPr id="139" name="Ink 138">
                  <a:extLst>
                    <a:ext uri="{FF2B5EF4-FFF2-40B4-BE49-F238E27FC236}">
                      <a16:creationId xmlns:a16="http://schemas.microsoft.com/office/drawing/2014/main" id="{FFC6FD85-3014-912F-138A-7D706F74A3A2}"/>
                    </a:ext>
                  </a:extLst>
                </p:cNvPr>
                <p:cNvPicPr/>
                <p:nvPr/>
              </p:nvPicPr>
              <p:blipFill>
                <a:blip r:embed="rId275"/>
                <a:stretch>
                  <a:fillRect/>
                </a:stretch>
              </p:blipFill>
              <p:spPr>
                <a:xfrm>
                  <a:off x="6172680" y="1326840"/>
                  <a:ext cx="576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40" name="Ink 139">
                  <a:extLst>
                    <a:ext uri="{FF2B5EF4-FFF2-40B4-BE49-F238E27FC236}">
                      <a16:creationId xmlns:a16="http://schemas.microsoft.com/office/drawing/2014/main" id="{A6060200-E5D0-22C8-FCA0-4B5499F3ABD0}"/>
                    </a:ext>
                  </a:extLst>
                </p14:cNvPr>
                <p14:cNvContentPartPr/>
                <p14:nvPr/>
              </p14:nvContentPartPr>
              <p14:xfrm>
                <a:off x="6291120" y="1506120"/>
                <a:ext cx="96120" cy="163800"/>
              </p14:xfrm>
            </p:contentPart>
          </mc:Choice>
          <mc:Fallback xmlns="">
            <p:pic>
              <p:nvPicPr>
                <p:cNvPr id="140" name="Ink 139">
                  <a:extLst>
                    <a:ext uri="{FF2B5EF4-FFF2-40B4-BE49-F238E27FC236}">
                      <a16:creationId xmlns:a16="http://schemas.microsoft.com/office/drawing/2014/main" id="{A6060200-E5D0-22C8-FCA0-4B5499F3ABD0}"/>
                    </a:ext>
                  </a:extLst>
                </p:cNvPr>
                <p:cNvPicPr/>
                <p:nvPr/>
              </p:nvPicPr>
              <p:blipFill>
                <a:blip r:embed="rId277"/>
                <a:stretch>
                  <a:fillRect/>
                </a:stretch>
              </p:blipFill>
              <p:spPr>
                <a:xfrm>
                  <a:off x="6286800" y="1501800"/>
                  <a:ext cx="1047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41" name="Ink 140">
                  <a:extLst>
                    <a:ext uri="{FF2B5EF4-FFF2-40B4-BE49-F238E27FC236}">
                      <a16:creationId xmlns:a16="http://schemas.microsoft.com/office/drawing/2014/main" id="{8F642E4F-5484-927B-764B-4C7B8DCCF537}"/>
                    </a:ext>
                  </a:extLst>
                </p14:cNvPr>
                <p14:cNvContentPartPr/>
                <p14:nvPr/>
              </p14:nvContentPartPr>
              <p14:xfrm>
                <a:off x="6441240" y="1521600"/>
                <a:ext cx="102240" cy="134640"/>
              </p14:xfrm>
            </p:contentPart>
          </mc:Choice>
          <mc:Fallback xmlns="">
            <p:pic>
              <p:nvPicPr>
                <p:cNvPr id="141" name="Ink 140">
                  <a:extLst>
                    <a:ext uri="{FF2B5EF4-FFF2-40B4-BE49-F238E27FC236}">
                      <a16:creationId xmlns:a16="http://schemas.microsoft.com/office/drawing/2014/main" id="{8F642E4F-5484-927B-764B-4C7B8DCCF537}"/>
                    </a:ext>
                  </a:extLst>
                </p:cNvPr>
                <p:cNvPicPr/>
                <p:nvPr/>
              </p:nvPicPr>
              <p:blipFill>
                <a:blip r:embed="rId279"/>
                <a:stretch>
                  <a:fillRect/>
                </a:stretch>
              </p:blipFill>
              <p:spPr>
                <a:xfrm>
                  <a:off x="6436920" y="1517280"/>
                  <a:ext cx="110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42" name="Ink 141">
                  <a:extLst>
                    <a:ext uri="{FF2B5EF4-FFF2-40B4-BE49-F238E27FC236}">
                      <a16:creationId xmlns:a16="http://schemas.microsoft.com/office/drawing/2014/main" id="{4310EFC4-7148-21E6-5265-AA81A83A7179}"/>
                    </a:ext>
                  </a:extLst>
                </p14:cNvPr>
                <p14:cNvContentPartPr/>
                <p14:nvPr/>
              </p14:nvContentPartPr>
              <p14:xfrm>
                <a:off x="6691440" y="1504320"/>
                <a:ext cx="11880" cy="27360"/>
              </p14:xfrm>
            </p:contentPart>
          </mc:Choice>
          <mc:Fallback xmlns="">
            <p:pic>
              <p:nvPicPr>
                <p:cNvPr id="142" name="Ink 141">
                  <a:extLst>
                    <a:ext uri="{FF2B5EF4-FFF2-40B4-BE49-F238E27FC236}">
                      <a16:creationId xmlns:a16="http://schemas.microsoft.com/office/drawing/2014/main" id="{4310EFC4-7148-21E6-5265-AA81A83A7179}"/>
                    </a:ext>
                  </a:extLst>
                </p:cNvPr>
                <p:cNvPicPr/>
                <p:nvPr/>
              </p:nvPicPr>
              <p:blipFill>
                <a:blip r:embed="rId281"/>
                <a:stretch>
                  <a:fillRect/>
                </a:stretch>
              </p:blipFill>
              <p:spPr>
                <a:xfrm>
                  <a:off x="6687120" y="1500000"/>
                  <a:ext cx="20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43" name="Ink 142">
                  <a:extLst>
                    <a:ext uri="{FF2B5EF4-FFF2-40B4-BE49-F238E27FC236}">
                      <a16:creationId xmlns:a16="http://schemas.microsoft.com/office/drawing/2014/main" id="{9012C2AC-6574-4997-0C03-5C7BFA246C62}"/>
                    </a:ext>
                  </a:extLst>
                </p14:cNvPr>
                <p14:cNvContentPartPr/>
                <p14:nvPr/>
              </p14:nvContentPartPr>
              <p14:xfrm>
                <a:off x="6593520" y="1668120"/>
                <a:ext cx="110160" cy="163080"/>
              </p14:xfrm>
            </p:contentPart>
          </mc:Choice>
          <mc:Fallback xmlns="">
            <p:pic>
              <p:nvPicPr>
                <p:cNvPr id="143" name="Ink 142">
                  <a:extLst>
                    <a:ext uri="{FF2B5EF4-FFF2-40B4-BE49-F238E27FC236}">
                      <a16:creationId xmlns:a16="http://schemas.microsoft.com/office/drawing/2014/main" id="{9012C2AC-6574-4997-0C03-5C7BFA246C62}"/>
                    </a:ext>
                  </a:extLst>
                </p:cNvPr>
                <p:cNvPicPr/>
                <p:nvPr/>
              </p:nvPicPr>
              <p:blipFill>
                <a:blip r:embed="rId283"/>
                <a:stretch>
                  <a:fillRect/>
                </a:stretch>
              </p:blipFill>
              <p:spPr>
                <a:xfrm>
                  <a:off x="6589200" y="1663800"/>
                  <a:ext cx="118800" cy="171720"/>
                </a:xfrm>
                <a:prstGeom prst="rect">
                  <a:avLst/>
                </a:prstGeom>
              </p:spPr>
            </p:pic>
          </mc:Fallback>
        </mc:AlternateContent>
      </p:grpSp>
      <p:grpSp>
        <p:nvGrpSpPr>
          <p:cNvPr id="167" name="Group 166">
            <a:extLst>
              <a:ext uri="{FF2B5EF4-FFF2-40B4-BE49-F238E27FC236}">
                <a16:creationId xmlns:a16="http://schemas.microsoft.com/office/drawing/2014/main" id="{4DBC37F3-04C9-E6DF-BD62-CB92BE037130}"/>
              </a:ext>
            </a:extLst>
          </p:cNvPr>
          <p:cNvGrpSpPr/>
          <p:nvPr/>
        </p:nvGrpSpPr>
        <p:grpSpPr>
          <a:xfrm>
            <a:off x="3114480" y="3178680"/>
            <a:ext cx="430560" cy="189000"/>
            <a:chOff x="3114480" y="3178680"/>
            <a:chExt cx="430560" cy="189000"/>
          </a:xfrm>
        </p:grpSpPr>
        <mc:AlternateContent xmlns:mc="http://schemas.openxmlformats.org/markup-compatibility/2006" xmlns:p14="http://schemas.microsoft.com/office/powerpoint/2010/main">
          <mc:Choice Requires="p14">
            <p:contentPart p14:bwMode="auto" r:id="rId284">
              <p14:nvContentPartPr>
                <p14:cNvPr id="149" name="Ink 148">
                  <a:extLst>
                    <a:ext uri="{FF2B5EF4-FFF2-40B4-BE49-F238E27FC236}">
                      <a16:creationId xmlns:a16="http://schemas.microsoft.com/office/drawing/2014/main" id="{86B52804-5002-5B15-BA2F-7D135E8909C7}"/>
                    </a:ext>
                  </a:extLst>
                </p14:cNvPr>
                <p14:cNvContentPartPr/>
                <p14:nvPr/>
              </p14:nvContentPartPr>
              <p14:xfrm>
                <a:off x="3114480" y="3222240"/>
                <a:ext cx="119520" cy="145440"/>
              </p14:xfrm>
            </p:contentPart>
          </mc:Choice>
          <mc:Fallback xmlns="">
            <p:pic>
              <p:nvPicPr>
                <p:cNvPr id="149" name="Ink 148">
                  <a:extLst>
                    <a:ext uri="{FF2B5EF4-FFF2-40B4-BE49-F238E27FC236}">
                      <a16:creationId xmlns:a16="http://schemas.microsoft.com/office/drawing/2014/main" id="{86B52804-5002-5B15-BA2F-7D135E8909C7}"/>
                    </a:ext>
                  </a:extLst>
                </p:cNvPr>
                <p:cNvPicPr/>
                <p:nvPr/>
              </p:nvPicPr>
              <p:blipFill>
                <a:blip r:embed="rId285"/>
                <a:stretch>
                  <a:fillRect/>
                </a:stretch>
              </p:blipFill>
              <p:spPr>
                <a:xfrm>
                  <a:off x="3110160" y="3217920"/>
                  <a:ext cx="1281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50" name="Ink 149">
                  <a:extLst>
                    <a:ext uri="{FF2B5EF4-FFF2-40B4-BE49-F238E27FC236}">
                      <a16:creationId xmlns:a16="http://schemas.microsoft.com/office/drawing/2014/main" id="{092BF86E-A9C9-3DEE-18AB-3896D2F17DEA}"/>
                    </a:ext>
                  </a:extLst>
                </p14:cNvPr>
                <p14:cNvContentPartPr/>
                <p14:nvPr/>
              </p14:nvContentPartPr>
              <p14:xfrm>
                <a:off x="3344880" y="3178680"/>
                <a:ext cx="200160" cy="106200"/>
              </p14:xfrm>
            </p:contentPart>
          </mc:Choice>
          <mc:Fallback xmlns="">
            <p:pic>
              <p:nvPicPr>
                <p:cNvPr id="150" name="Ink 149">
                  <a:extLst>
                    <a:ext uri="{FF2B5EF4-FFF2-40B4-BE49-F238E27FC236}">
                      <a16:creationId xmlns:a16="http://schemas.microsoft.com/office/drawing/2014/main" id="{092BF86E-A9C9-3DEE-18AB-3896D2F17DEA}"/>
                    </a:ext>
                  </a:extLst>
                </p:cNvPr>
                <p:cNvPicPr/>
                <p:nvPr/>
              </p:nvPicPr>
              <p:blipFill>
                <a:blip r:embed="rId287"/>
                <a:stretch>
                  <a:fillRect/>
                </a:stretch>
              </p:blipFill>
              <p:spPr>
                <a:xfrm>
                  <a:off x="3340560" y="3174360"/>
                  <a:ext cx="208800" cy="114840"/>
                </a:xfrm>
                <a:prstGeom prst="rect">
                  <a:avLst/>
                </a:prstGeom>
              </p:spPr>
            </p:pic>
          </mc:Fallback>
        </mc:AlternateContent>
      </p:grpSp>
      <p:grpSp>
        <p:nvGrpSpPr>
          <p:cNvPr id="166" name="Group 165">
            <a:extLst>
              <a:ext uri="{FF2B5EF4-FFF2-40B4-BE49-F238E27FC236}">
                <a16:creationId xmlns:a16="http://schemas.microsoft.com/office/drawing/2014/main" id="{576199EC-8AC2-A7B3-83F8-642ECD08F129}"/>
              </a:ext>
            </a:extLst>
          </p:cNvPr>
          <p:cNvGrpSpPr/>
          <p:nvPr/>
        </p:nvGrpSpPr>
        <p:grpSpPr>
          <a:xfrm>
            <a:off x="3709920" y="2923080"/>
            <a:ext cx="1161000" cy="438480"/>
            <a:chOff x="3709920" y="2923080"/>
            <a:chExt cx="1161000" cy="438480"/>
          </a:xfrm>
        </p:grpSpPr>
        <mc:AlternateContent xmlns:mc="http://schemas.openxmlformats.org/markup-compatibility/2006" xmlns:p14="http://schemas.microsoft.com/office/powerpoint/2010/main">
          <mc:Choice Requires="p14">
            <p:contentPart p14:bwMode="auto" r:id="rId288">
              <p14:nvContentPartPr>
                <p14:cNvPr id="151" name="Ink 150">
                  <a:extLst>
                    <a:ext uri="{FF2B5EF4-FFF2-40B4-BE49-F238E27FC236}">
                      <a16:creationId xmlns:a16="http://schemas.microsoft.com/office/drawing/2014/main" id="{BC65EA23-A6DB-F58C-C9FC-5A6F12C3F29A}"/>
                    </a:ext>
                  </a:extLst>
                </p14:cNvPr>
                <p14:cNvContentPartPr/>
                <p14:nvPr/>
              </p14:nvContentPartPr>
              <p14:xfrm>
                <a:off x="3709920" y="3188400"/>
                <a:ext cx="146520" cy="87480"/>
              </p14:xfrm>
            </p:contentPart>
          </mc:Choice>
          <mc:Fallback xmlns="">
            <p:pic>
              <p:nvPicPr>
                <p:cNvPr id="151" name="Ink 150">
                  <a:extLst>
                    <a:ext uri="{FF2B5EF4-FFF2-40B4-BE49-F238E27FC236}">
                      <a16:creationId xmlns:a16="http://schemas.microsoft.com/office/drawing/2014/main" id="{BC65EA23-A6DB-F58C-C9FC-5A6F12C3F29A}"/>
                    </a:ext>
                  </a:extLst>
                </p:cNvPr>
                <p:cNvPicPr/>
                <p:nvPr/>
              </p:nvPicPr>
              <p:blipFill>
                <a:blip r:embed="rId289"/>
                <a:stretch>
                  <a:fillRect/>
                </a:stretch>
              </p:blipFill>
              <p:spPr>
                <a:xfrm>
                  <a:off x="3705600" y="3184080"/>
                  <a:ext cx="1551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52" name="Ink 151">
                  <a:extLst>
                    <a:ext uri="{FF2B5EF4-FFF2-40B4-BE49-F238E27FC236}">
                      <a16:creationId xmlns:a16="http://schemas.microsoft.com/office/drawing/2014/main" id="{4294868B-9A9F-D87D-FEDB-2AEF45FBE60C}"/>
                    </a:ext>
                  </a:extLst>
                </p14:cNvPr>
                <p14:cNvContentPartPr/>
                <p14:nvPr/>
              </p14:nvContentPartPr>
              <p14:xfrm>
                <a:off x="3850320" y="3189840"/>
                <a:ext cx="138960" cy="171720"/>
              </p14:xfrm>
            </p:contentPart>
          </mc:Choice>
          <mc:Fallback xmlns="">
            <p:pic>
              <p:nvPicPr>
                <p:cNvPr id="152" name="Ink 151">
                  <a:extLst>
                    <a:ext uri="{FF2B5EF4-FFF2-40B4-BE49-F238E27FC236}">
                      <a16:creationId xmlns:a16="http://schemas.microsoft.com/office/drawing/2014/main" id="{4294868B-9A9F-D87D-FEDB-2AEF45FBE60C}"/>
                    </a:ext>
                  </a:extLst>
                </p:cNvPr>
                <p:cNvPicPr/>
                <p:nvPr/>
              </p:nvPicPr>
              <p:blipFill>
                <a:blip r:embed="rId291"/>
                <a:stretch>
                  <a:fillRect/>
                </a:stretch>
              </p:blipFill>
              <p:spPr>
                <a:xfrm>
                  <a:off x="3846000" y="3185520"/>
                  <a:ext cx="1476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53" name="Ink 152">
                  <a:extLst>
                    <a:ext uri="{FF2B5EF4-FFF2-40B4-BE49-F238E27FC236}">
                      <a16:creationId xmlns:a16="http://schemas.microsoft.com/office/drawing/2014/main" id="{9691525B-FAA8-66CB-08BB-85A3577BDE73}"/>
                    </a:ext>
                  </a:extLst>
                </p14:cNvPr>
                <p14:cNvContentPartPr/>
                <p14:nvPr/>
              </p14:nvContentPartPr>
              <p14:xfrm>
                <a:off x="4017720" y="3111000"/>
                <a:ext cx="90000" cy="96480"/>
              </p14:xfrm>
            </p:contentPart>
          </mc:Choice>
          <mc:Fallback xmlns="">
            <p:pic>
              <p:nvPicPr>
                <p:cNvPr id="153" name="Ink 152">
                  <a:extLst>
                    <a:ext uri="{FF2B5EF4-FFF2-40B4-BE49-F238E27FC236}">
                      <a16:creationId xmlns:a16="http://schemas.microsoft.com/office/drawing/2014/main" id="{9691525B-FAA8-66CB-08BB-85A3577BDE73}"/>
                    </a:ext>
                  </a:extLst>
                </p:cNvPr>
                <p:cNvPicPr/>
                <p:nvPr/>
              </p:nvPicPr>
              <p:blipFill>
                <a:blip r:embed="rId293"/>
                <a:stretch>
                  <a:fillRect/>
                </a:stretch>
              </p:blipFill>
              <p:spPr>
                <a:xfrm>
                  <a:off x="4013400" y="3106680"/>
                  <a:ext cx="986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54" name="Ink 153">
                  <a:extLst>
                    <a:ext uri="{FF2B5EF4-FFF2-40B4-BE49-F238E27FC236}">
                      <a16:creationId xmlns:a16="http://schemas.microsoft.com/office/drawing/2014/main" id="{809C16B3-1D7A-F651-97D6-6B09083F3314}"/>
                    </a:ext>
                  </a:extLst>
                </p14:cNvPr>
                <p14:cNvContentPartPr/>
                <p14:nvPr/>
              </p14:nvContentPartPr>
              <p14:xfrm>
                <a:off x="4208520" y="3112440"/>
                <a:ext cx="137520" cy="207000"/>
              </p14:xfrm>
            </p:contentPart>
          </mc:Choice>
          <mc:Fallback xmlns="">
            <p:pic>
              <p:nvPicPr>
                <p:cNvPr id="154" name="Ink 153">
                  <a:extLst>
                    <a:ext uri="{FF2B5EF4-FFF2-40B4-BE49-F238E27FC236}">
                      <a16:creationId xmlns:a16="http://schemas.microsoft.com/office/drawing/2014/main" id="{809C16B3-1D7A-F651-97D6-6B09083F3314}"/>
                    </a:ext>
                  </a:extLst>
                </p:cNvPr>
                <p:cNvPicPr/>
                <p:nvPr/>
              </p:nvPicPr>
              <p:blipFill>
                <a:blip r:embed="rId295"/>
                <a:stretch>
                  <a:fillRect/>
                </a:stretch>
              </p:blipFill>
              <p:spPr>
                <a:xfrm>
                  <a:off x="4204200" y="3108120"/>
                  <a:ext cx="1461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55" name="Ink 154">
                  <a:extLst>
                    <a:ext uri="{FF2B5EF4-FFF2-40B4-BE49-F238E27FC236}">
                      <a16:creationId xmlns:a16="http://schemas.microsoft.com/office/drawing/2014/main" id="{E192655A-A71A-DC63-E9AE-36F8A51C5213}"/>
                    </a:ext>
                  </a:extLst>
                </p14:cNvPr>
                <p14:cNvContentPartPr/>
                <p14:nvPr/>
              </p14:nvContentPartPr>
              <p14:xfrm>
                <a:off x="4402920" y="3117120"/>
                <a:ext cx="65880" cy="52200"/>
              </p14:xfrm>
            </p:contentPart>
          </mc:Choice>
          <mc:Fallback xmlns="">
            <p:pic>
              <p:nvPicPr>
                <p:cNvPr id="155" name="Ink 154">
                  <a:extLst>
                    <a:ext uri="{FF2B5EF4-FFF2-40B4-BE49-F238E27FC236}">
                      <a16:creationId xmlns:a16="http://schemas.microsoft.com/office/drawing/2014/main" id="{E192655A-A71A-DC63-E9AE-36F8A51C5213}"/>
                    </a:ext>
                  </a:extLst>
                </p:cNvPr>
                <p:cNvPicPr/>
                <p:nvPr/>
              </p:nvPicPr>
              <p:blipFill>
                <a:blip r:embed="rId297"/>
                <a:stretch>
                  <a:fillRect/>
                </a:stretch>
              </p:blipFill>
              <p:spPr>
                <a:xfrm>
                  <a:off x="4398600" y="3112800"/>
                  <a:ext cx="745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56" name="Ink 155">
                  <a:extLst>
                    <a:ext uri="{FF2B5EF4-FFF2-40B4-BE49-F238E27FC236}">
                      <a16:creationId xmlns:a16="http://schemas.microsoft.com/office/drawing/2014/main" id="{6769F0DE-841A-0D07-0A32-9EC75F996776}"/>
                    </a:ext>
                  </a:extLst>
                </p14:cNvPr>
                <p14:cNvContentPartPr/>
                <p14:nvPr/>
              </p14:nvContentPartPr>
              <p14:xfrm>
                <a:off x="4551960" y="2923080"/>
                <a:ext cx="318960" cy="230400"/>
              </p14:xfrm>
            </p:contentPart>
          </mc:Choice>
          <mc:Fallback xmlns="">
            <p:pic>
              <p:nvPicPr>
                <p:cNvPr id="156" name="Ink 155">
                  <a:extLst>
                    <a:ext uri="{FF2B5EF4-FFF2-40B4-BE49-F238E27FC236}">
                      <a16:creationId xmlns:a16="http://schemas.microsoft.com/office/drawing/2014/main" id="{6769F0DE-841A-0D07-0A32-9EC75F996776}"/>
                    </a:ext>
                  </a:extLst>
                </p:cNvPr>
                <p:cNvPicPr/>
                <p:nvPr/>
              </p:nvPicPr>
              <p:blipFill>
                <a:blip r:embed="rId299"/>
                <a:stretch>
                  <a:fillRect/>
                </a:stretch>
              </p:blipFill>
              <p:spPr>
                <a:xfrm>
                  <a:off x="4547640" y="2918760"/>
                  <a:ext cx="327600" cy="239040"/>
                </a:xfrm>
                <a:prstGeom prst="rect">
                  <a:avLst/>
                </a:prstGeom>
              </p:spPr>
            </p:pic>
          </mc:Fallback>
        </mc:AlternateContent>
      </p:grpSp>
      <p:grpSp>
        <p:nvGrpSpPr>
          <p:cNvPr id="165" name="Group 164">
            <a:extLst>
              <a:ext uri="{FF2B5EF4-FFF2-40B4-BE49-F238E27FC236}">
                <a16:creationId xmlns:a16="http://schemas.microsoft.com/office/drawing/2014/main" id="{C76202C7-D451-10E9-AC20-7EC9BB046A11}"/>
              </a:ext>
            </a:extLst>
          </p:cNvPr>
          <p:cNvGrpSpPr/>
          <p:nvPr/>
        </p:nvGrpSpPr>
        <p:grpSpPr>
          <a:xfrm>
            <a:off x="5049480" y="2895360"/>
            <a:ext cx="1195920" cy="370080"/>
            <a:chOff x="5049480" y="2895360"/>
            <a:chExt cx="1195920" cy="370080"/>
          </a:xfrm>
        </p:grpSpPr>
        <mc:AlternateContent xmlns:mc="http://schemas.openxmlformats.org/markup-compatibility/2006" xmlns:p14="http://schemas.microsoft.com/office/powerpoint/2010/main">
          <mc:Choice Requires="p14">
            <p:contentPart p14:bwMode="auto" r:id="rId300">
              <p14:nvContentPartPr>
                <p14:cNvPr id="157" name="Ink 156">
                  <a:extLst>
                    <a:ext uri="{FF2B5EF4-FFF2-40B4-BE49-F238E27FC236}">
                      <a16:creationId xmlns:a16="http://schemas.microsoft.com/office/drawing/2014/main" id="{953B9894-F36C-27AE-5E29-F9A67ED548A2}"/>
                    </a:ext>
                  </a:extLst>
                </p14:cNvPr>
                <p14:cNvContentPartPr/>
                <p14:nvPr/>
              </p14:nvContentPartPr>
              <p14:xfrm>
                <a:off x="5061000" y="3003720"/>
                <a:ext cx="139320" cy="28800"/>
              </p14:xfrm>
            </p:contentPart>
          </mc:Choice>
          <mc:Fallback xmlns="">
            <p:pic>
              <p:nvPicPr>
                <p:cNvPr id="157" name="Ink 156">
                  <a:extLst>
                    <a:ext uri="{FF2B5EF4-FFF2-40B4-BE49-F238E27FC236}">
                      <a16:creationId xmlns:a16="http://schemas.microsoft.com/office/drawing/2014/main" id="{953B9894-F36C-27AE-5E29-F9A67ED548A2}"/>
                    </a:ext>
                  </a:extLst>
                </p:cNvPr>
                <p:cNvPicPr/>
                <p:nvPr/>
              </p:nvPicPr>
              <p:blipFill>
                <a:blip r:embed="rId301"/>
                <a:stretch>
                  <a:fillRect/>
                </a:stretch>
              </p:blipFill>
              <p:spPr>
                <a:xfrm>
                  <a:off x="5056680" y="2999400"/>
                  <a:ext cx="1479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58" name="Ink 157">
                  <a:extLst>
                    <a:ext uri="{FF2B5EF4-FFF2-40B4-BE49-F238E27FC236}">
                      <a16:creationId xmlns:a16="http://schemas.microsoft.com/office/drawing/2014/main" id="{DCEA402B-0F2A-4845-4AB4-D4D33EC8E78A}"/>
                    </a:ext>
                  </a:extLst>
                </p14:cNvPr>
                <p14:cNvContentPartPr/>
                <p14:nvPr/>
              </p14:nvContentPartPr>
              <p14:xfrm>
                <a:off x="5049480" y="3003720"/>
                <a:ext cx="156240" cy="111960"/>
              </p14:xfrm>
            </p:contentPart>
          </mc:Choice>
          <mc:Fallback xmlns="">
            <p:pic>
              <p:nvPicPr>
                <p:cNvPr id="158" name="Ink 157">
                  <a:extLst>
                    <a:ext uri="{FF2B5EF4-FFF2-40B4-BE49-F238E27FC236}">
                      <a16:creationId xmlns:a16="http://schemas.microsoft.com/office/drawing/2014/main" id="{DCEA402B-0F2A-4845-4AB4-D4D33EC8E78A}"/>
                    </a:ext>
                  </a:extLst>
                </p:cNvPr>
                <p:cNvPicPr/>
                <p:nvPr/>
              </p:nvPicPr>
              <p:blipFill>
                <a:blip r:embed="rId303"/>
                <a:stretch>
                  <a:fillRect/>
                </a:stretch>
              </p:blipFill>
              <p:spPr>
                <a:xfrm>
                  <a:off x="5045160" y="2999400"/>
                  <a:ext cx="1648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59" name="Ink 158">
                  <a:extLst>
                    <a:ext uri="{FF2B5EF4-FFF2-40B4-BE49-F238E27FC236}">
                      <a16:creationId xmlns:a16="http://schemas.microsoft.com/office/drawing/2014/main" id="{44178F83-65D2-E6CC-D54D-B7F88964A21A}"/>
                    </a:ext>
                  </a:extLst>
                </p14:cNvPr>
                <p14:cNvContentPartPr/>
                <p14:nvPr/>
              </p14:nvContentPartPr>
              <p14:xfrm>
                <a:off x="5324880" y="2895360"/>
                <a:ext cx="113760" cy="281880"/>
              </p14:xfrm>
            </p:contentPart>
          </mc:Choice>
          <mc:Fallback xmlns="">
            <p:pic>
              <p:nvPicPr>
                <p:cNvPr id="159" name="Ink 158">
                  <a:extLst>
                    <a:ext uri="{FF2B5EF4-FFF2-40B4-BE49-F238E27FC236}">
                      <a16:creationId xmlns:a16="http://schemas.microsoft.com/office/drawing/2014/main" id="{44178F83-65D2-E6CC-D54D-B7F88964A21A}"/>
                    </a:ext>
                  </a:extLst>
                </p:cNvPr>
                <p:cNvPicPr/>
                <p:nvPr/>
              </p:nvPicPr>
              <p:blipFill>
                <a:blip r:embed="rId305"/>
                <a:stretch>
                  <a:fillRect/>
                </a:stretch>
              </p:blipFill>
              <p:spPr>
                <a:xfrm>
                  <a:off x="5320560" y="2891040"/>
                  <a:ext cx="1224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60" name="Ink 159">
                  <a:extLst>
                    <a:ext uri="{FF2B5EF4-FFF2-40B4-BE49-F238E27FC236}">
                      <a16:creationId xmlns:a16="http://schemas.microsoft.com/office/drawing/2014/main" id="{EC7C0FD0-12F0-3858-B2F2-61C53A9DEEED}"/>
                    </a:ext>
                  </a:extLst>
                </p14:cNvPr>
                <p14:cNvContentPartPr/>
                <p14:nvPr/>
              </p14:nvContentPartPr>
              <p14:xfrm>
                <a:off x="5386440" y="3011640"/>
                <a:ext cx="208080" cy="64440"/>
              </p14:xfrm>
            </p:contentPart>
          </mc:Choice>
          <mc:Fallback xmlns="">
            <p:pic>
              <p:nvPicPr>
                <p:cNvPr id="160" name="Ink 159">
                  <a:extLst>
                    <a:ext uri="{FF2B5EF4-FFF2-40B4-BE49-F238E27FC236}">
                      <a16:creationId xmlns:a16="http://schemas.microsoft.com/office/drawing/2014/main" id="{EC7C0FD0-12F0-3858-B2F2-61C53A9DEEED}"/>
                    </a:ext>
                  </a:extLst>
                </p:cNvPr>
                <p:cNvPicPr/>
                <p:nvPr/>
              </p:nvPicPr>
              <p:blipFill>
                <a:blip r:embed="rId307"/>
                <a:stretch>
                  <a:fillRect/>
                </a:stretch>
              </p:blipFill>
              <p:spPr>
                <a:xfrm>
                  <a:off x="5382120" y="3007320"/>
                  <a:ext cx="2167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61" name="Ink 160">
                  <a:extLst>
                    <a:ext uri="{FF2B5EF4-FFF2-40B4-BE49-F238E27FC236}">
                      <a16:creationId xmlns:a16="http://schemas.microsoft.com/office/drawing/2014/main" id="{4CE3D0EB-1580-D60F-9AC0-CAA6E2BE969F}"/>
                    </a:ext>
                  </a:extLst>
                </p14:cNvPr>
                <p14:cNvContentPartPr/>
                <p14:nvPr/>
              </p14:nvContentPartPr>
              <p14:xfrm>
                <a:off x="5683080" y="3026400"/>
                <a:ext cx="171720" cy="49320"/>
              </p14:xfrm>
            </p:contentPart>
          </mc:Choice>
          <mc:Fallback xmlns="">
            <p:pic>
              <p:nvPicPr>
                <p:cNvPr id="161" name="Ink 160">
                  <a:extLst>
                    <a:ext uri="{FF2B5EF4-FFF2-40B4-BE49-F238E27FC236}">
                      <a16:creationId xmlns:a16="http://schemas.microsoft.com/office/drawing/2014/main" id="{4CE3D0EB-1580-D60F-9AC0-CAA6E2BE969F}"/>
                    </a:ext>
                  </a:extLst>
                </p:cNvPr>
                <p:cNvPicPr/>
                <p:nvPr/>
              </p:nvPicPr>
              <p:blipFill>
                <a:blip r:embed="rId309"/>
                <a:stretch>
                  <a:fillRect/>
                </a:stretch>
              </p:blipFill>
              <p:spPr>
                <a:xfrm>
                  <a:off x="5678760" y="3022080"/>
                  <a:ext cx="1803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62" name="Ink 161">
                  <a:extLst>
                    <a:ext uri="{FF2B5EF4-FFF2-40B4-BE49-F238E27FC236}">
                      <a16:creationId xmlns:a16="http://schemas.microsoft.com/office/drawing/2014/main" id="{D7E6A775-C7CB-9DD9-9DBB-45E826DD942E}"/>
                    </a:ext>
                  </a:extLst>
                </p14:cNvPr>
                <p14:cNvContentPartPr/>
                <p14:nvPr/>
              </p14:nvContentPartPr>
              <p14:xfrm>
                <a:off x="5894400" y="2994000"/>
                <a:ext cx="100440" cy="104760"/>
              </p14:xfrm>
            </p:contentPart>
          </mc:Choice>
          <mc:Fallback xmlns="">
            <p:pic>
              <p:nvPicPr>
                <p:cNvPr id="162" name="Ink 161">
                  <a:extLst>
                    <a:ext uri="{FF2B5EF4-FFF2-40B4-BE49-F238E27FC236}">
                      <a16:creationId xmlns:a16="http://schemas.microsoft.com/office/drawing/2014/main" id="{D7E6A775-C7CB-9DD9-9DBB-45E826DD942E}"/>
                    </a:ext>
                  </a:extLst>
                </p:cNvPr>
                <p:cNvPicPr/>
                <p:nvPr/>
              </p:nvPicPr>
              <p:blipFill>
                <a:blip r:embed="rId311"/>
                <a:stretch>
                  <a:fillRect/>
                </a:stretch>
              </p:blipFill>
              <p:spPr>
                <a:xfrm>
                  <a:off x="5890080" y="2989680"/>
                  <a:ext cx="1090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63" name="Ink 162">
                  <a:extLst>
                    <a:ext uri="{FF2B5EF4-FFF2-40B4-BE49-F238E27FC236}">
                      <a16:creationId xmlns:a16="http://schemas.microsoft.com/office/drawing/2014/main" id="{8CADB9D1-90FE-DF59-6B33-5EACBC8AEE27}"/>
                    </a:ext>
                  </a:extLst>
                </p14:cNvPr>
                <p14:cNvContentPartPr/>
                <p14:nvPr/>
              </p14:nvContentPartPr>
              <p14:xfrm>
                <a:off x="6202560" y="3001920"/>
                <a:ext cx="2160" cy="19440"/>
              </p14:xfrm>
            </p:contentPart>
          </mc:Choice>
          <mc:Fallback xmlns="">
            <p:pic>
              <p:nvPicPr>
                <p:cNvPr id="163" name="Ink 162">
                  <a:extLst>
                    <a:ext uri="{FF2B5EF4-FFF2-40B4-BE49-F238E27FC236}">
                      <a16:creationId xmlns:a16="http://schemas.microsoft.com/office/drawing/2014/main" id="{8CADB9D1-90FE-DF59-6B33-5EACBC8AEE27}"/>
                    </a:ext>
                  </a:extLst>
                </p:cNvPr>
                <p:cNvPicPr/>
                <p:nvPr/>
              </p:nvPicPr>
              <p:blipFill>
                <a:blip r:embed="rId313"/>
                <a:stretch>
                  <a:fillRect/>
                </a:stretch>
              </p:blipFill>
              <p:spPr>
                <a:xfrm>
                  <a:off x="6198240" y="2997600"/>
                  <a:ext cx="108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64" name="Ink 163">
                  <a:extLst>
                    <a:ext uri="{FF2B5EF4-FFF2-40B4-BE49-F238E27FC236}">
                      <a16:creationId xmlns:a16="http://schemas.microsoft.com/office/drawing/2014/main" id="{72555EAF-31F9-78C8-A16C-62632EFD1107}"/>
                    </a:ext>
                  </a:extLst>
                </p14:cNvPr>
                <p14:cNvContentPartPr/>
                <p14:nvPr/>
              </p14:nvContentPartPr>
              <p14:xfrm>
                <a:off x="6054600" y="3001920"/>
                <a:ext cx="190800" cy="263520"/>
              </p14:xfrm>
            </p:contentPart>
          </mc:Choice>
          <mc:Fallback xmlns="">
            <p:pic>
              <p:nvPicPr>
                <p:cNvPr id="164" name="Ink 163">
                  <a:extLst>
                    <a:ext uri="{FF2B5EF4-FFF2-40B4-BE49-F238E27FC236}">
                      <a16:creationId xmlns:a16="http://schemas.microsoft.com/office/drawing/2014/main" id="{72555EAF-31F9-78C8-A16C-62632EFD1107}"/>
                    </a:ext>
                  </a:extLst>
                </p:cNvPr>
                <p:cNvPicPr/>
                <p:nvPr/>
              </p:nvPicPr>
              <p:blipFill>
                <a:blip r:embed="rId315"/>
                <a:stretch>
                  <a:fillRect/>
                </a:stretch>
              </p:blipFill>
              <p:spPr>
                <a:xfrm>
                  <a:off x="6050280" y="2997600"/>
                  <a:ext cx="199440" cy="272160"/>
                </a:xfrm>
                <a:prstGeom prst="rect">
                  <a:avLst/>
                </a:prstGeom>
              </p:spPr>
            </p:pic>
          </mc:Fallback>
        </mc:AlternateContent>
      </p:grpSp>
      <p:grpSp>
        <p:nvGrpSpPr>
          <p:cNvPr id="172" name="Group 171">
            <a:extLst>
              <a:ext uri="{FF2B5EF4-FFF2-40B4-BE49-F238E27FC236}">
                <a16:creationId xmlns:a16="http://schemas.microsoft.com/office/drawing/2014/main" id="{25680033-7282-7A13-FD12-867C672A9B0E}"/>
              </a:ext>
            </a:extLst>
          </p:cNvPr>
          <p:cNvGrpSpPr/>
          <p:nvPr/>
        </p:nvGrpSpPr>
        <p:grpSpPr>
          <a:xfrm>
            <a:off x="1706160" y="4723800"/>
            <a:ext cx="316080" cy="392040"/>
            <a:chOff x="1706160" y="4723800"/>
            <a:chExt cx="316080" cy="392040"/>
          </a:xfrm>
        </p:grpSpPr>
        <mc:AlternateContent xmlns:mc="http://schemas.openxmlformats.org/markup-compatibility/2006" xmlns:p14="http://schemas.microsoft.com/office/powerpoint/2010/main">
          <mc:Choice Requires="p14">
            <p:contentPart p14:bwMode="auto" r:id="rId316">
              <p14:nvContentPartPr>
                <p14:cNvPr id="168" name="Ink 167">
                  <a:extLst>
                    <a:ext uri="{FF2B5EF4-FFF2-40B4-BE49-F238E27FC236}">
                      <a16:creationId xmlns:a16="http://schemas.microsoft.com/office/drawing/2014/main" id="{76D1CC28-6960-B9BF-44CA-BFAA5EE17803}"/>
                    </a:ext>
                  </a:extLst>
                </p14:cNvPr>
                <p14:cNvContentPartPr/>
                <p14:nvPr/>
              </p14:nvContentPartPr>
              <p14:xfrm>
                <a:off x="1706160" y="4932240"/>
                <a:ext cx="29160" cy="88920"/>
              </p14:xfrm>
            </p:contentPart>
          </mc:Choice>
          <mc:Fallback xmlns="">
            <p:pic>
              <p:nvPicPr>
                <p:cNvPr id="168" name="Ink 167">
                  <a:extLst>
                    <a:ext uri="{FF2B5EF4-FFF2-40B4-BE49-F238E27FC236}">
                      <a16:creationId xmlns:a16="http://schemas.microsoft.com/office/drawing/2014/main" id="{76D1CC28-6960-B9BF-44CA-BFAA5EE17803}"/>
                    </a:ext>
                  </a:extLst>
                </p:cNvPr>
                <p:cNvPicPr/>
                <p:nvPr/>
              </p:nvPicPr>
              <p:blipFill>
                <a:blip r:embed="rId317"/>
                <a:stretch>
                  <a:fillRect/>
                </a:stretch>
              </p:blipFill>
              <p:spPr>
                <a:xfrm>
                  <a:off x="1701840" y="4927920"/>
                  <a:ext cx="3780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69" name="Ink 168">
                  <a:extLst>
                    <a:ext uri="{FF2B5EF4-FFF2-40B4-BE49-F238E27FC236}">
                      <a16:creationId xmlns:a16="http://schemas.microsoft.com/office/drawing/2014/main" id="{3E09CB21-3E38-A571-AC5C-46CF82C14AD8}"/>
                    </a:ext>
                  </a:extLst>
                </p14:cNvPr>
                <p14:cNvContentPartPr/>
                <p14:nvPr/>
              </p14:nvContentPartPr>
              <p14:xfrm>
                <a:off x="1750440" y="4731720"/>
                <a:ext cx="27360" cy="69480"/>
              </p14:xfrm>
            </p:contentPart>
          </mc:Choice>
          <mc:Fallback xmlns="">
            <p:pic>
              <p:nvPicPr>
                <p:cNvPr id="169" name="Ink 168">
                  <a:extLst>
                    <a:ext uri="{FF2B5EF4-FFF2-40B4-BE49-F238E27FC236}">
                      <a16:creationId xmlns:a16="http://schemas.microsoft.com/office/drawing/2014/main" id="{3E09CB21-3E38-A571-AC5C-46CF82C14AD8}"/>
                    </a:ext>
                  </a:extLst>
                </p:cNvPr>
                <p:cNvPicPr/>
                <p:nvPr/>
              </p:nvPicPr>
              <p:blipFill>
                <a:blip r:embed="rId319"/>
                <a:stretch>
                  <a:fillRect/>
                </a:stretch>
              </p:blipFill>
              <p:spPr>
                <a:xfrm>
                  <a:off x="1746120" y="4727400"/>
                  <a:ext cx="360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70" name="Ink 169">
                  <a:extLst>
                    <a:ext uri="{FF2B5EF4-FFF2-40B4-BE49-F238E27FC236}">
                      <a16:creationId xmlns:a16="http://schemas.microsoft.com/office/drawing/2014/main" id="{4A8D61C4-52B5-1857-8B8E-34278CADD2D6}"/>
                    </a:ext>
                  </a:extLst>
                </p14:cNvPr>
                <p14:cNvContentPartPr/>
                <p14:nvPr/>
              </p14:nvContentPartPr>
              <p14:xfrm>
                <a:off x="1861320" y="4723800"/>
                <a:ext cx="160920" cy="392040"/>
              </p14:xfrm>
            </p:contentPart>
          </mc:Choice>
          <mc:Fallback xmlns="">
            <p:pic>
              <p:nvPicPr>
                <p:cNvPr id="170" name="Ink 169">
                  <a:extLst>
                    <a:ext uri="{FF2B5EF4-FFF2-40B4-BE49-F238E27FC236}">
                      <a16:creationId xmlns:a16="http://schemas.microsoft.com/office/drawing/2014/main" id="{4A8D61C4-52B5-1857-8B8E-34278CADD2D6}"/>
                    </a:ext>
                  </a:extLst>
                </p:cNvPr>
                <p:cNvPicPr/>
                <p:nvPr/>
              </p:nvPicPr>
              <p:blipFill>
                <a:blip r:embed="rId321"/>
                <a:stretch>
                  <a:fillRect/>
                </a:stretch>
              </p:blipFill>
              <p:spPr>
                <a:xfrm>
                  <a:off x="1857000" y="4719480"/>
                  <a:ext cx="16956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71" name="Ink 170">
                  <a:extLst>
                    <a:ext uri="{FF2B5EF4-FFF2-40B4-BE49-F238E27FC236}">
                      <a16:creationId xmlns:a16="http://schemas.microsoft.com/office/drawing/2014/main" id="{851FB6F7-CF1A-6318-CDD7-FE4D7C9A3532}"/>
                    </a:ext>
                  </a:extLst>
                </p14:cNvPr>
                <p14:cNvContentPartPr/>
                <p14:nvPr/>
              </p14:nvContentPartPr>
              <p14:xfrm>
                <a:off x="1815600" y="4951680"/>
                <a:ext cx="179280" cy="11520"/>
              </p14:xfrm>
            </p:contentPart>
          </mc:Choice>
          <mc:Fallback xmlns="">
            <p:pic>
              <p:nvPicPr>
                <p:cNvPr id="171" name="Ink 170">
                  <a:extLst>
                    <a:ext uri="{FF2B5EF4-FFF2-40B4-BE49-F238E27FC236}">
                      <a16:creationId xmlns:a16="http://schemas.microsoft.com/office/drawing/2014/main" id="{851FB6F7-CF1A-6318-CDD7-FE4D7C9A3532}"/>
                    </a:ext>
                  </a:extLst>
                </p:cNvPr>
                <p:cNvPicPr/>
                <p:nvPr/>
              </p:nvPicPr>
              <p:blipFill>
                <a:blip r:embed="rId323"/>
                <a:stretch>
                  <a:fillRect/>
                </a:stretch>
              </p:blipFill>
              <p:spPr>
                <a:xfrm>
                  <a:off x="1811280" y="4947360"/>
                  <a:ext cx="187920" cy="20160"/>
                </a:xfrm>
                <a:prstGeom prst="rect">
                  <a:avLst/>
                </a:prstGeom>
              </p:spPr>
            </p:pic>
          </mc:Fallback>
        </mc:AlternateContent>
      </p:grpSp>
      <p:grpSp>
        <p:nvGrpSpPr>
          <p:cNvPr id="188" name="Group 187">
            <a:extLst>
              <a:ext uri="{FF2B5EF4-FFF2-40B4-BE49-F238E27FC236}">
                <a16:creationId xmlns:a16="http://schemas.microsoft.com/office/drawing/2014/main" id="{9B932E6C-022F-D80B-C78C-2731AEDBF563}"/>
              </a:ext>
            </a:extLst>
          </p:cNvPr>
          <p:cNvGrpSpPr/>
          <p:nvPr/>
        </p:nvGrpSpPr>
        <p:grpSpPr>
          <a:xfrm>
            <a:off x="2288640" y="4638120"/>
            <a:ext cx="364680" cy="386640"/>
            <a:chOff x="2288640" y="4638120"/>
            <a:chExt cx="364680" cy="386640"/>
          </a:xfrm>
        </p:grpSpPr>
        <mc:AlternateContent xmlns:mc="http://schemas.openxmlformats.org/markup-compatibility/2006" xmlns:p14="http://schemas.microsoft.com/office/powerpoint/2010/main">
          <mc:Choice Requires="p14">
            <p:contentPart p14:bwMode="auto" r:id="rId324">
              <p14:nvContentPartPr>
                <p14:cNvPr id="173" name="Ink 172">
                  <a:extLst>
                    <a:ext uri="{FF2B5EF4-FFF2-40B4-BE49-F238E27FC236}">
                      <a16:creationId xmlns:a16="http://schemas.microsoft.com/office/drawing/2014/main" id="{7587ED75-A7EA-AB42-2C3B-BF7E250D2634}"/>
                    </a:ext>
                  </a:extLst>
                </p14:cNvPr>
                <p14:cNvContentPartPr/>
                <p14:nvPr/>
              </p14:nvContentPartPr>
              <p14:xfrm>
                <a:off x="2288640" y="4679520"/>
                <a:ext cx="185040" cy="345240"/>
              </p14:xfrm>
            </p:contentPart>
          </mc:Choice>
          <mc:Fallback xmlns="">
            <p:pic>
              <p:nvPicPr>
                <p:cNvPr id="173" name="Ink 172">
                  <a:extLst>
                    <a:ext uri="{FF2B5EF4-FFF2-40B4-BE49-F238E27FC236}">
                      <a16:creationId xmlns:a16="http://schemas.microsoft.com/office/drawing/2014/main" id="{7587ED75-A7EA-AB42-2C3B-BF7E250D2634}"/>
                    </a:ext>
                  </a:extLst>
                </p:cNvPr>
                <p:cNvPicPr/>
                <p:nvPr/>
              </p:nvPicPr>
              <p:blipFill>
                <a:blip r:embed="rId325"/>
                <a:stretch>
                  <a:fillRect/>
                </a:stretch>
              </p:blipFill>
              <p:spPr>
                <a:xfrm>
                  <a:off x="2284320" y="4675200"/>
                  <a:ext cx="19368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74" name="Ink 173">
                  <a:extLst>
                    <a:ext uri="{FF2B5EF4-FFF2-40B4-BE49-F238E27FC236}">
                      <a16:creationId xmlns:a16="http://schemas.microsoft.com/office/drawing/2014/main" id="{218EEF82-85B0-B338-3FA8-732920D9C67E}"/>
                    </a:ext>
                  </a:extLst>
                </p14:cNvPr>
                <p14:cNvContentPartPr/>
                <p14:nvPr/>
              </p14:nvContentPartPr>
              <p14:xfrm>
                <a:off x="2631720" y="4638120"/>
                <a:ext cx="21600" cy="213840"/>
              </p14:xfrm>
            </p:contentPart>
          </mc:Choice>
          <mc:Fallback xmlns="">
            <p:pic>
              <p:nvPicPr>
                <p:cNvPr id="174" name="Ink 173">
                  <a:extLst>
                    <a:ext uri="{FF2B5EF4-FFF2-40B4-BE49-F238E27FC236}">
                      <a16:creationId xmlns:a16="http://schemas.microsoft.com/office/drawing/2014/main" id="{218EEF82-85B0-B338-3FA8-732920D9C67E}"/>
                    </a:ext>
                  </a:extLst>
                </p:cNvPr>
                <p:cNvPicPr/>
                <p:nvPr/>
              </p:nvPicPr>
              <p:blipFill>
                <a:blip r:embed="rId327"/>
                <a:stretch>
                  <a:fillRect/>
                </a:stretch>
              </p:blipFill>
              <p:spPr>
                <a:xfrm>
                  <a:off x="2627400" y="4633800"/>
                  <a:ext cx="302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75" name="Ink 174">
                  <a:extLst>
                    <a:ext uri="{FF2B5EF4-FFF2-40B4-BE49-F238E27FC236}">
                      <a16:creationId xmlns:a16="http://schemas.microsoft.com/office/drawing/2014/main" id="{72A034EB-E634-8FF8-F2A1-A33483F2570E}"/>
                    </a:ext>
                  </a:extLst>
                </p14:cNvPr>
                <p14:cNvContentPartPr/>
                <p14:nvPr/>
              </p14:nvContentPartPr>
              <p14:xfrm>
                <a:off x="2603280" y="4946640"/>
                <a:ext cx="34200" cy="30600"/>
              </p14:xfrm>
            </p:contentPart>
          </mc:Choice>
          <mc:Fallback xmlns="">
            <p:pic>
              <p:nvPicPr>
                <p:cNvPr id="175" name="Ink 174">
                  <a:extLst>
                    <a:ext uri="{FF2B5EF4-FFF2-40B4-BE49-F238E27FC236}">
                      <a16:creationId xmlns:a16="http://schemas.microsoft.com/office/drawing/2014/main" id="{72A034EB-E634-8FF8-F2A1-A33483F2570E}"/>
                    </a:ext>
                  </a:extLst>
                </p:cNvPr>
                <p:cNvPicPr/>
                <p:nvPr/>
              </p:nvPicPr>
              <p:blipFill>
                <a:blip r:embed="rId329"/>
                <a:stretch>
                  <a:fillRect/>
                </a:stretch>
              </p:blipFill>
              <p:spPr>
                <a:xfrm>
                  <a:off x="2598960" y="4942320"/>
                  <a:ext cx="42840" cy="3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0">
            <p14:nvContentPartPr>
              <p14:cNvPr id="186" name="Ink 185">
                <a:extLst>
                  <a:ext uri="{FF2B5EF4-FFF2-40B4-BE49-F238E27FC236}">
                    <a16:creationId xmlns:a16="http://schemas.microsoft.com/office/drawing/2014/main" id="{03DFD5B8-1042-886D-0AB5-C2AB78B099BF}"/>
                  </a:ext>
                </a:extLst>
              </p14:cNvPr>
              <p14:cNvContentPartPr/>
              <p14:nvPr/>
            </p14:nvContentPartPr>
            <p14:xfrm>
              <a:off x="4671480" y="4474680"/>
              <a:ext cx="241920" cy="485280"/>
            </p14:xfrm>
          </p:contentPart>
        </mc:Choice>
        <mc:Fallback xmlns="">
          <p:pic>
            <p:nvPicPr>
              <p:cNvPr id="186" name="Ink 185">
                <a:extLst>
                  <a:ext uri="{FF2B5EF4-FFF2-40B4-BE49-F238E27FC236}">
                    <a16:creationId xmlns:a16="http://schemas.microsoft.com/office/drawing/2014/main" id="{03DFD5B8-1042-886D-0AB5-C2AB78B099BF}"/>
                  </a:ext>
                </a:extLst>
              </p:cNvPr>
              <p:cNvPicPr/>
              <p:nvPr/>
            </p:nvPicPr>
            <p:blipFill>
              <a:blip r:embed="rId331"/>
              <a:stretch>
                <a:fillRect/>
              </a:stretch>
            </p:blipFill>
            <p:spPr>
              <a:xfrm>
                <a:off x="4667160" y="4470360"/>
                <a:ext cx="250560" cy="493920"/>
              </a:xfrm>
              <a:prstGeom prst="rect">
                <a:avLst/>
              </a:prstGeom>
            </p:spPr>
          </p:pic>
        </mc:Fallback>
      </mc:AlternateContent>
      <p:grpSp>
        <p:nvGrpSpPr>
          <p:cNvPr id="197" name="Group 196">
            <a:extLst>
              <a:ext uri="{FF2B5EF4-FFF2-40B4-BE49-F238E27FC236}">
                <a16:creationId xmlns:a16="http://schemas.microsoft.com/office/drawing/2014/main" id="{177B0A99-C7DF-CAB1-0883-E63C96FB9608}"/>
              </a:ext>
            </a:extLst>
          </p:cNvPr>
          <p:cNvGrpSpPr/>
          <p:nvPr/>
        </p:nvGrpSpPr>
        <p:grpSpPr>
          <a:xfrm>
            <a:off x="2843040" y="4514640"/>
            <a:ext cx="1619640" cy="970200"/>
            <a:chOff x="2843040" y="4514640"/>
            <a:chExt cx="1619640" cy="970200"/>
          </a:xfrm>
        </p:grpSpPr>
        <mc:AlternateContent xmlns:mc="http://schemas.openxmlformats.org/markup-compatibility/2006" xmlns:p14="http://schemas.microsoft.com/office/powerpoint/2010/main">
          <mc:Choice Requires="p14">
            <p:contentPart p14:bwMode="auto" r:id="rId332">
              <p14:nvContentPartPr>
                <p14:cNvPr id="176" name="Ink 175">
                  <a:extLst>
                    <a:ext uri="{FF2B5EF4-FFF2-40B4-BE49-F238E27FC236}">
                      <a16:creationId xmlns:a16="http://schemas.microsoft.com/office/drawing/2014/main" id="{49FDE947-1CF3-CC0D-9104-F13BCC56BA6D}"/>
                    </a:ext>
                  </a:extLst>
                </p14:cNvPr>
                <p14:cNvContentPartPr/>
                <p14:nvPr/>
              </p14:nvContentPartPr>
              <p14:xfrm>
                <a:off x="2843040" y="4753320"/>
                <a:ext cx="162720" cy="167400"/>
              </p14:xfrm>
            </p:contentPart>
          </mc:Choice>
          <mc:Fallback xmlns="">
            <p:pic>
              <p:nvPicPr>
                <p:cNvPr id="176" name="Ink 175">
                  <a:extLst>
                    <a:ext uri="{FF2B5EF4-FFF2-40B4-BE49-F238E27FC236}">
                      <a16:creationId xmlns:a16="http://schemas.microsoft.com/office/drawing/2014/main" id="{49FDE947-1CF3-CC0D-9104-F13BCC56BA6D}"/>
                    </a:ext>
                  </a:extLst>
                </p:cNvPr>
                <p:cNvPicPr/>
                <p:nvPr/>
              </p:nvPicPr>
              <p:blipFill>
                <a:blip r:embed="rId333"/>
                <a:stretch>
                  <a:fillRect/>
                </a:stretch>
              </p:blipFill>
              <p:spPr>
                <a:xfrm>
                  <a:off x="2838720" y="4749000"/>
                  <a:ext cx="1713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77" name="Ink 176">
                  <a:extLst>
                    <a:ext uri="{FF2B5EF4-FFF2-40B4-BE49-F238E27FC236}">
                      <a16:creationId xmlns:a16="http://schemas.microsoft.com/office/drawing/2014/main" id="{492BE0C2-D8AD-0D37-D7FB-9A4371824912}"/>
                    </a:ext>
                  </a:extLst>
                </p14:cNvPr>
                <p14:cNvContentPartPr/>
                <p14:nvPr/>
              </p14:nvContentPartPr>
              <p14:xfrm>
                <a:off x="3005400" y="4753320"/>
                <a:ext cx="360" cy="360"/>
              </p14:xfrm>
            </p:contentPart>
          </mc:Choice>
          <mc:Fallback xmlns="">
            <p:pic>
              <p:nvPicPr>
                <p:cNvPr id="177" name="Ink 176">
                  <a:extLst>
                    <a:ext uri="{FF2B5EF4-FFF2-40B4-BE49-F238E27FC236}">
                      <a16:creationId xmlns:a16="http://schemas.microsoft.com/office/drawing/2014/main" id="{492BE0C2-D8AD-0D37-D7FB-9A4371824912}"/>
                    </a:ext>
                  </a:extLst>
                </p:cNvPr>
                <p:cNvPicPr/>
                <p:nvPr/>
              </p:nvPicPr>
              <p:blipFill>
                <a:blip r:embed="rId335"/>
                <a:stretch>
                  <a:fillRect/>
                </a:stretch>
              </p:blipFill>
              <p:spPr>
                <a:xfrm>
                  <a:off x="3001080" y="47490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78" name="Ink 177">
                  <a:extLst>
                    <a:ext uri="{FF2B5EF4-FFF2-40B4-BE49-F238E27FC236}">
                      <a16:creationId xmlns:a16="http://schemas.microsoft.com/office/drawing/2014/main" id="{F8243CB1-86DD-4608-760A-4B395EBDCC2C}"/>
                    </a:ext>
                  </a:extLst>
                </p14:cNvPr>
                <p14:cNvContentPartPr/>
                <p14:nvPr/>
              </p14:nvContentPartPr>
              <p14:xfrm>
                <a:off x="3005400" y="4738200"/>
                <a:ext cx="237960" cy="138960"/>
              </p14:xfrm>
            </p:contentPart>
          </mc:Choice>
          <mc:Fallback xmlns="">
            <p:pic>
              <p:nvPicPr>
                <p:cNvPr id="178" name="Ink 177">
                  <a:extLst>
                    <a:ext uri="{FF2B5EF4-FFF2-40B4-BE49-F238E27FC236}">
                      <a16:creationId xmlns:a16="http://schemas.microsoft.com/office/drawing/2014/main" id="{F8243CB1-86DD-4608-760A-4B395EBDCC2C}"/>
                    </a:ext>
                  </a:extLst>
                </p:cNvPr>
                <p:cNvPicPr/>
                <p:nvPr/>
              </p:nvPicPr>
              <p:blipFill>
                <a:blip r:embed="rId337"/>
                <a:stretch>
                  <a:fillRect/>
                </a:stretch>
              </p:blipFill>
              <p:spPr>
                <a:xfrm>
                  <a:off x="3001080" y="4733880"/>
                  <a:ext cx="2466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79" name="Ink 178">
                  <a:extLst>
                    <a:ext uri="{FF2B5EF4-FFF2-40B4-BE49-F238E27FC236}">
                      <a16:creationId xmlns:a16="http://schemas.microsoft.com/office/drawing/2014/main" id="{1362E0B9-9307-C119-02B0-A849839045F1}"/>
                    </a:ext>
                  </a:extLst>
                </p14:cNvPr>
                <p14:cNvContentPartPr/>
                <p14:nvPr/>
              </p14:nvContentPartPr>
              <p14:xfrm>
                <a:off x="3326880" y="4731720"/>
                <a:ext cx="158040" cy="165960"/>
              </p14:xfrm>
            </p:contentPart>
          </mc:Choice>
          <mc:Fallback xmlns="">
            <p:pic>
              <p:nvPicPr>
                <p:cNvPr id="179" name="Ink 178">
                  <a:extLst>
                    <a:ext uri="{FF2B5EF4-FFF2-40B4-BE49-F238E27FC236}">
                      <a16:creationId xmlns:a16="http://schemas.microsoft.com/office/drawing/2014/main" id="{1362E0B9-9307-C119-02B0-A849839045F1}"/>
                    </a:ext>
                  </a:extLst>
                </p:cNvPr>
                <p:cNvPicPr/>
                <p:nvPr/>
              </p:nvPicPr>
              <p:blipFill>
                <a:blip r:embed="rId339"/>
                <a:stretch>
                  <a:fillRect/>
                </a:stretch>
              </p:blipFill>
              <p:spPr>
                <a:xfrm>
                  <a:off x="3322560" y="4727400"/>
                  <a:ext cx="1666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80" name="Ink 179">
                  <a:extLst>
                    <a:ext uri="{FF2B5EF4-FFF2-40B4-BE49-F238E27FC236}">
                      <a16:creationId xmlns:a16="http://schemas.microsoft.com/office/drawing/2014/main" id="{72EF10C9-5FDC-6DD4-5415-F095555BD8B4}"/>
                    </a:ext>
                  </a:extLst>
                </p14:cNvPr>
                <p14:cNvContentPartPr/>
                <p14:nvPr/>
              </p14:nvContentPartPr>
              <p14:xfrm>
                <a:off x="3498240" y="4801200"/>
                <a:ext cx="90720" cy="345240"/>
              </p14:xfrm>
            </p:contentPart>
          </mc:Choice>
          <mc:Fallback xmlns="">
            <p:pic>
              <p:nvPicPr>
                <p:cNvPr id="180" name="Ink 179">
                  <a:extLst>
                    <a:ext uri="{FF2B5EF4-FFF2-40B4-BE49-F238E27FC236}">
                      <a16:creationId xmlns:a16="http://schemas.microsoft.com/office/drawing/2014/main" id="{72EF10C9-5FDC-6DD4-5415-F095555BD8B4}"/>
                    </a:ext>
                  </a:extLst>
                </p:cNvPr>
                <p:cNvPicPr/>
                <p:nvPr/>
              </p:nvPicPr>
              <p:blipFill>
                <a:blip r:embed="rId341"/>
                <a:stretch>
                  <a:fillRect/>
                </a:stretch>
              </p:blipFill>
              <p:spPr>
                <a:xfrm>
                  <a:off x="3493920" y="4796880"/>
                  <a:ext cx="9936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81" name="Ink 180">
                  <a:extLst>
                    <a:ext uri="{FF2B5EF4-FFF2-40B4-BE49-F238E27FC236}">
                      <a16:creationId xmlns:a16="http://schemas.microsoft.com/office/drawing/2014/main" id="{F2133336-05E6-BCF9-1C59-256BDAF5EEA3}"/>
                    </a:ext>
                  </a:extLst>
                </p14:cNvPr>
                <p14:cNvContentPartPr/>
                <p14:nvPr/>
              </p14:nvContentPartPr>
              <p14:xfrm>
                <a:off x="3567360" y="4747920"/>
                <a:ext cx="108000" cy="122760"/>
              </p14:xfrm>
            </p:contentPart>
          </mc:Choice>
          <mc:Fallback xmlns="">
            <p:pic>
              <p:nvPicPr>
                <p:cNvPr id="181" name="Ink 180">
                  <a:extLst>
                    <a:ext uri="{FF2B5EF4-FFF2-40B4-BE49-F238E27FC236}">
                      <a16:creationId xmlns:a16="http://schemas.microsoft.com/office/drawing/2014/main" id="{F2133336-05E6-BCF9-1C59-256BDAF5EEA3}"/>
                    </a:ext>
                  </a:extLst>
                </p:cNvPr>
                <p:cNvPicPr/>
                <p:nvPr/>
              </p:nvPicPr>
              <p:blipFill>
                <a:blip r:embed="rId343"/>
                <a:stretch>
                  <a:fillRect/>
                </a:stretch>
              </p:blipFill>
              <p:spPr>
                <a:xfrm>
                  <a:off x="3563040" y="4743600"/>
                  <a:ext cx="1166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82" name="Ink 181">
                  <a:extLst>
                    <a:ext uri="{FF2B5EF4-FFF2-40B4-BE49-F238E27FC236}">
                      <a16:creationId xmlns:a16="http://schemas.microsoft.com/office/drawing/2014/main" id="{DE1026B0-A15B-F640-85B7-E6AF6AFA87E0}"/>
                    </a:ext>
                  </a:extLst>
                </p14:cNvPr>
                <p14:cNvContentPartPr/>
                <p14:nvPr/>
              </p14:nvContentPartPr>
              <p14:xfrm>
                <a:off x="3742680" y="4788960"/>
                <a:ext cx="69480" cy="339120"/>
              </p14:xfrm>
            </p:contentPart>
          </mc:Choice>
          <mc:Fallback xmlns="">
            <p:pic>
              <p:nvPicPr>
                <p:cNvPr id="182" name="Ink 181">
                  <a:extLst>
                    <a:ext uri="{FF2B5EF4-FFF2-40B4-BE49-F238E27FC236}">
                      <a16:creationId xmlns:a16="http://schemas.microsoft.com/office/drawing/2014/main" id="{DE1026B0-A15B-F640-85B7-E6AF6AFA87E0}"/>
                    </a:ext>
                  </a:extLst>
                </p:cNvPr>
                <p:cNvPicPr/>
                <p:nvPr/>
              </p:nvPicPr>
              <p:blipFill>
                <a:blip r:embed="rId345"/>
                <a:stretch>
                  <a:fillRect/>
                </a:stretch>
              </p:blipFill>
              <p:spPr>
                <a:xfrm>
                  <a:off x="3738360" y="4784640"/>
                  <a:ext cx="781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83" name="Ink 182">
                  <a:extLst>
                    <a:ext uri="{FF2B5EF4-FFF2-40B4-BE49-F238E27FC236}">
                      <a16:creationId xmlns:a16="http://schemas.microsoft.com/office/drawing/2014/main" id="{BFED13D9-1BC9-36C7-B619-CDB22BE53983}"/>
                    </a:ext>
                  </a:extLst>
                </p14:cNvPr>
                <p14:cNvContentPartPr/>
                <p14:nvPr/>
              </p14:nvContentPartPr>
              <p14:xfrm>
                <a:off x="3810000" y="4701120"/>
                <a:ext cx="97200" cy="158400"/>
              </p14:xfrm>
            </p:contentPart>
          </mc:Choice>
          <mc:Fallback xmlns="">
            <p:pic>
              <p:nvPicPr>
                <p:cNvPr id="183" name="Ink 182">
                  <a:extLst>
                    <a:ext uri="{FF2B5EF4-FFF2-40B4-BE49-F238E27FC236}">
                      <a16:creationId xmlns:a16="http://schemas.microsoft.com/office/drawing/2014/main" id="{BFED13D9-1BC9-36C7-B619-CDB22BE53983}"/>
                    </a:ext>
                  </a:extLst>
                </p:cNvPr>
                <p:cNvPicPr/>
                <p:nvPr/>
              </p:nvPicPr>
              <p:blipFill>
                <a:blip r:embed="rId347"/>
                <a:stretch>
                  <a:fillRect/>
                </a:stretch>
              </p:blipFill>
              <p:spPr>
                <a:xfrm>
                  <a:off x="3805680" y="4696800"/>
                  <a:ext cx="1058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84" name="Ink 183">
                  <a:extLst>
                    <a:ext uri="{FF2B5EF4-FFF2-40B4-BE49-F238E27FC236}">
                      <a16:creationId xmlns:a16="http://schemas.microsoft.com/office/drawing/2014/main" id="{81D6DD06-6C25-38B6-2787-9D2C2D157E2B}"/>
                    </a:ext>
                  </a:extLst>
                </p14:cNvPr>
                <p14:cNvContentPartPr/>
                <p14:nvPr/>
              </p14:nvContentPartPr>
              <p14:xfrm>
                <a:off x="3977400" y="4731720"/>
                <a:ext cx="110160" cy="146880"/>
              </p14:xfrm>
            </p:contentPart>
          </mc:Choice>
          <mc:Fallback xmlns="">
            <p:pic>
              <p:nvPicPr>
                <p:cNvPr id="184" name="Ink 183">
                  <a:extLst>
                    <a:ext uri="{FF2B5EF4-FFF2-40B4-BE49-F238E27FC236}">
                      <a16:creationId xmlns:a16="http://schemas.microsoft.com/office/drawing/2014/main" id="{81D6DD06-6C25-38B6-2787-9D2C2D157E2B}"/>
                    </a:ext>
                  </a:extLst>
                </p:cNvPr>
                <p:cNvPicPr/>
                <p:nvPr/>
              </p:nvPicPr>
              <p:blipFill>
                <a:blip r:embed="rId349"/>
                <a:stretch>
                  <a:fillRect/>
                </a:stretch>
              </p:blipFill>
              <p:spPr>
                <a:xfrm>
                  <a:off x="3973080" y="4727400"/>
                  <a:ext cx="1188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185" name="Ink 184">
                  <a:extLst>
                    <a:ext uri="{FF2B5EF4-FFF2-40B4-BE49-F238E27FC236}">
                      <a16:creationId xmlns:a16="http://schemas.microsoft.com/office/drawing/2014/main" id="{A2806B94-D08A-DB80-45D3-8FA675030D87}"/>
                    </a:ext>
                  </a:extLst>
                </p14:cNvPr>
                <p14:cNvContentPartPr/>
                <p14:nvPr/>
              </p14:nvContentPartPr>
              <p14:xfrm>
                <a:off x="4190160" y="4514640"/>
                <a:ext cx="272520" cy="341640"/>
              </p14:xfrm>
            </p:contentPart>
          </mc:Choice>
          <mc:Fallback xmlns="">
            <p:pic>
              <p:nvPicPr>
                <p:cNvPr id="185" name="Ink 184">
                  <a:extLst>
                    <a:ext uri="{FF2B5EF4-FFF2-40B4-BE49-F238E27FC236}">
                      <a16:creationId xmlns:a16="http://schemas.microsoft.com/office/drawing/2014/main" id="{A2806B94-D08A-DB80-45D3-8FA675030D87}"/>
                    </a:ext>
                  </a:extLst>
                </p:cNvPr>
                <p:cNvPicPr/>
                <p:nvPr/>
              </p:nvPicPr>
              <p:blipFill>
                <a:blip r:embed="rId351"/>
                <a:stretch>
                  <a:fillRect/>
                </a:stretch>
              </p:blipFill>
              <p:spPr>
                <a:xfrm>
                  <a:off x="4185840" y="4510320"/>
                  <a:ext cx="28116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189" name="Ink 188">
                  <a:extLst>
                    <a:ext uri="{FF2B5EF4-FFF2-40B4-BE49-F238E27FC236}">
                      <a16:creationId xmlns:a16="http://schemas.microsoft.com/office/drawing/2014/main" id="{94C1115C-3821-3013-4E5D-4011CD01DB29}"/>
                    </a:ext>
                  </a:extLst>
                </p14:cNvPr>
                <p14:cNvContentPartPr/>
                <p14:nvPr/>
              </p14:nvContentPartPr>
              <p14:xfrm>
                <a:off x="2868600" y="5212680"/>
                <a:ext cx="154440" cy="166320"/>
              </p14:xfrm>
            </p:contentPart>
          </mc:Choice>
          <mc:Fallback xmlns="">
            <p:pic>
              <p:nvPicPr>
                <p:cNvPr id="189" name="Ink 188">
                  <a:extLst>
                    <a:ext uri="{FF2B5EF4-FFF2-40B4-BE49-F238E27FC236}">
                      <a16:creationId xmlns:a16="http://schemas.microsoft.com/office/drawing/2014/main" id="{94C1115C-3821-3013-4E5D-4011CD01DB29}"/>
                    </a:ext>
                  </a:extLst>
                </p:cNvPr>
                <p:cNvPicPr/>
                <p:nvPr/>
              </p:nvPicPr>
              <p:blipFill>
                <a:blip r:embed="rId353"/>
                <a:stretch>
                  <a:fillRect/>
                </a:stretch>
              </p:blipFill>
              <p:spPr>
                <a:xfrm>
                  <a:off x="2864280" y="5208360"/>
                  <a:ext cx="1630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190" name="Ink 189">
                  <a:extLst>
                    <a:ext uri="{FF2B5EF4-FFF2-40B4-BE49-F238E27FC236}">
                      <a16:creationId xmlns:a16="http://schemas.microsoft.com/office/drawing/2014/main" id="{D4C94A1E-2F6B-E22A-1860-614EF416221F}"/>
                    </a:ext>
                  </a:extLst>
                </p14:cNvPr>
                <p14:cNvContentPartPr/>
                <p14:nvPr/>
              </p14:nvContentPartPr>
              <p14:xfrm>
                <a:off x="3130320" y="5119800"/>
                <a:ext cx="29160" cy="217080"/>
              </p14:xfrm>
            </p:contentPart>
          </mc:Choice>
          <mc:Fallback xmlns="">
            <p:pic>
              <p:nvPicPr>
                <p:cNvPr id="190" name="Ink 189">
                  <a:extLst>
                    <a:ext uri="{FF2B5EF4-FFF2-40B4-BE49-F238E27FC236}">
                      <a16:creationId xmlns:a16="http://schemas.microsoft.com/office/drawing/2014/main" id="{D4C94A1E-2F6B-E22A-1860-614EF416221F}"/>
                    </a:ext>
                  </a:extLst>
                </p:cNvPr>
                <p:cNvPicPr/>
                <p:nvPr/>
              </p:nvPicPr>
              <p:blipFill>
                <a:blip r:embed="rId355"/>
                <a:stretch>
                  <a:fillRect/>
                </a:stretch>
              </p:blipFill>
              <p:spPr>
                <a:xfrm>
                  <a:off x="3126000" y="5115480"/>
                  <a:ext cx="378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191" name="Ink 190">
                  <a:extLst>
                    <a:ext uri="{FF2B5EF4-FFF2-40B4-BE49-F238E27FC236}">
                      <a16:creationId xmlns:a16="http://schemas.microsoft.com/office/drawing/2014/main" id="{4F76E6E2-5AE7-0D5D-28BC-8ECEC9A0F7C6}"/>
                    </a:ext>
                  </a:extLst>
                </p14:cNvPr>
                <p14:cNvContentPartPr/>
                <p14:nvPr/>
              </p14:nvContentPartPr>
              <p14:xfrm>
                <a:off x="3142200" y="5170920"/>
                <a:ext cx="278280" cy="129960"/>
              </p14:xfrm>
            </p:contentPart>
          </mc:Choice>
          <mc:Fallback xmlns="">
            <p:pic>
              <p:nvPicPr>
                <p:cNvPr id="191" name="Ink 190">
                  <a:extLst>
                    <a:ext uri="{FF2B5EF4-FFF2-40B4-BE49-F238E27FC236}">
                      <a16:creationId xmlns:a16="http://schemas.microsoft.com/office/drawing/2014/main" id="{4F76E6E2-5AE7-0D5D-28BC-8ECEC9A0F7C6}"/>
                    </a:ext>
                  </a:extLst>
                </p:cNvPr>
                <p:cNvPicPr/>
                <p:nvPr/>
              </p:nvPicPr>
              <p:blipFill>
                <a:blip r:embed="rId357"/>
                <a:stretch>
                  <a:fillRect/>
                </a:stretch>
              </p:blipFill>
              <p:spPr>
                <a:xfrm>
                  <a:off x="3137880" y="5166600"/>
                  <a:ext cx="2869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192" name="Ink 191">
                  <a:extLst>
                    <a:ext uri="{FF2B5EF4-FFF2-40B4-BE49-F238E27FC236}">
                      <a16:creationId xmlns:a16="http://schemas.microsoft.com/office/drawing/2014/main" id="{35B5F099-9672-24F2-AFB4-A2726AEB1DEE}"/>
                    </a:ext>
                  </a:extLst>
                </p14:cNvPr>
                <p14:cNvContentPartPr/>
                <p14:nvPr/>
              </p14:nvContentPartPr>
              <p14:xfrm>
                <a:off x="3475200" y="5213400"/>
                <a:ext cx="75600" cy="235080"/>
              </p14:xfrm>
            </p:contentPart>
          </mc:Choice>
          <mc:Fallback xmlns="">
            <p:pic>
              <p:nvPicPr>
                <p:cNvPr id="192" name="Ink 191">
                  <a:extLst>
                    <a:ext uri="{FF2B5EF4-FFF2-40B4-BE49-F238E27FC236}">
                      <a16:creationId xmlns:a16="http://schemas.microsoft.com/office/drawing/2014/main" id="{35B5F099-9672-24F2-AFB4-A2726AEB1DEE}"/>
                    </a:ext>
                  </a:extLst>
                </p:cNvPr>
                <p:cNvPicPr/>
                <p:nvPr/>
              </p:nvPicPr>
              <p:blipFill>
                <a:blip r:embed="rId359"/>
                <a:stretch>
                  <a:fillRect/>
                </a:stretch>
              </p:blipFill>
              <p:spPr>
                <a:xfrm>
                  <a:off x="3470880" y="5209080"/>
                  <a:ext cx="842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193" name="Ink 192">
                  <a:extLst>
                    <a:ext uri="{FF2B5EF4-FFF2-40B4-BE49-F238E27FC236}">
                      <a16:creationId xmlns:a16="http://schemas.microsoft.com/office/drawing/2014/main" id="{2DF55820-97F7-CF61-354A-F05C0FDB7ECE}"/>
                    </a:ext>
                  </a:extLst>
                </p14:cNvPr>
                <p14:cNvContentPartPr/>
                <p14:nvPr/>
              </p14:nvContentPartPr>
              <p14:xfrm>
                <a:off x="3538560" y="5152200"/>
                <a:ext cx="122040" cy="118080"/>
              </p14:xfrm>
            </p:contentPart>
          </mc:Choice>
          <mc:Fallback xmlns="">
            <p:pic>
              <p:nvPicPr>
                <p:cNvPr id="193" name="Ink 192">
                  <a:extLst>
                    <a:ext uri="{FF2B5EF4-FFF2-40B4-BE49-F238E27FC236}">
                      <a16:creationId xmlns:a16="http://schemas.microsoft.com/office/drawing/2014/main" id="{2DF55820-97F7-CF61-354A-F05C0FDB7ECE}"/>
                    </a:ext>
                  </a:extLst>
                </p:cNvPr>
                <p:cNvPicPr/>
                <p:nvPr/>
              </p:nvPicPr>
              <p:blipFill>
                <a:blip r:embed="rId361"/>
                <a:stretch>
                  <a:fillRect/>
                </a:stretch>
              </p:blipFill>
              <p:spPr>
                <a:xfrm>
                  <a:off x="3534240" y="5147880"/>
                  <a:ext cx="13068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194" name="Ink 193">
                  <a:extLst>
                    <a:ext uri="{FF2B5EF4-FFF2-40B4-BE49-F238E27FC236}">
                      <a16:creationId xmlns:a16="http://schemas.microsoft.com/office/drawing/2014/main" id="{0DF1CBE2-D192-F44D-D30E-6EDBE05FDE2E}"/>
                    </a:ext>
                  </a:extLst>
                </p14:cNvPr>
                <p14:cNvContentPartPr/>
                <p14:nvPr/>
              </p14:nvContentPartPr>
              <p14:xfrm>
                <a:off x="3867600" y="5187840"/>
                <a:ext cx="2160" cy="27720"/>
              </p14:xfrm>
            </p:contentPart>
          </mc:Choice>
          <mc:Fallback xmlns="">
            <p:pic>
              <p:nvPicPr>
                <p:cNvPr id="194" name="Ink 193">
                  <a:extLst>
                    <a:ext uri="{FF2B5EF4-FFF2-40B4-BE49-F238E27FC236}">
                      <a16:creationId xmlns:a16="http://schemas.microsoft.com/office/drawing/2014/main" id="{0DF1CBE2-D192-F44D-D30E-6EDBE05FDE2E}"/>
                    </a:ext>
                  </a:extLst>
                </p:cNvPr>
                <p:cNvPicPr/>
                <p:nvPr/>
              </p:nvPicPr>
              <p:blipFill>
                <a:blip r:embed="rId363"/>
                <a:stretch>
                  <a:fillRect/>
                </a:stretch>
              </p:blipFill>
              <p:spPr>
                <a:xfrm>
                  <a:off x="3863280" y="5183520"/>
                  <a:ext cx="108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195" name="Ink 194">
                  <a:extLst>
                    <a:ext uri="{FF2B5EF4-FFF2-40B4-BE49-F238E27FC236}">
                      <a16:creationId xmlns:a16="http://schemas.microsoft.com/office/drawing/2014/main" id="{C14CB7B0-ADC8-015C-3EE3-AD02A83B52A2}"/>
                    </a:ext>
                  </a:extLst>
                </p14:cNvPr>
                <p14:cNvContentPartPr/>
                <p14:nvPr/>
              </p14:nvContentPartPr>
              <p14:xfrm>
                <a:off x="3686880" y="5188200"/>
                <a:ext cx="183240" cy="296640"/>
              </p14:xfrm>
            </p:contentPart>
          </mc:Choice>
          <mc:Fallback xmlns="">
            <p:pic>
              <p:nvPicPr>
                <p:cNvPr id="195" name="Ink 194">
                  <a:extLst>
                    <a:ext uri="{FF2B5EF4-FFF2-40B4-BE49-F238E27FC236}">
                      <a16:creationId xmlns:a16="http://schemas.microsoft.com/office/drawing/2014/main" id="{C14CB7B0-ADC8-015C-3EE3-AD02A83B52A2}"/>
                    </a:ext>
                  </a:extLst>
                </p:cNvPr>
                <p:cNvPicPr/>
                <p:nvPr/>
              </p:nvPicPr>
              <p:blipFill>
                <a:blip r:embed="rId365"/>
                <a:stretch>
                  <a:fillRect/>
                </a:stretch>
              </p:blipFill>
              <p:spPr>
                <a:xfrm>
                  <a:off x="3682560" y="5183880"/>
                  <a:ext cx="19188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196" name="Ink 195">
                  <a:extLst>
                    <a:ext uri="{FF2B5EF4-FFF2-40B4-BE49-F238E27FC236}">
                      <a16:creationId xmlns:a16="http://schemas.microsoft.com/office/drawing/2014/main" id="{F4533CFC-52D8-E008-CB57-AF6A33E79D4A}"/>
                    </a:ext>
                  </a:extLst>
                </p14:cNvPr>
                <p14:cNvContentPartPr/>
                <p14:nvPr/>
              </p14:nvContentPartPr>
              <p14:xfrm>
                <a:off x="3870120" y="5052120"/>
                <a:ext cx="40320" cy="49680"/>
              </p14:xfrm>
            </p:contentPart>
          </mc:Choice>
          <mc:Fallback xmlns="">
            <p:pic>
              <p:nvPicPr>
                <p:cNvPr id="196" name="Ink 195">
                  <a:extLst>
                    <a:ext uri="{FF2B5EF4-FFF2-40B4-BE49-F238E27FC236}">
                      <a16:creationId xmlns:a16="http://schemas.microsoft.com/office/drawing/2014/main" id="{F4533CFC-52D8-E008-CB57-AF6A33E79D4A}"/>
                    </a:ext>
                  </a:extLst>
                </p:cNvPr>
                <p:cNvPicPr/>
                <p:nvPr/>
              </p:nvPicPr>
              <p:blipFill>
                <a:blip r:embed="rId367"/>
                <a:stretch>
                  <a:fillRect/>
                </a:stretch>
              </p:blipFill>
              <p:spPr>
                <a:xfrm>
                  <a:off x="3865800" y="5047800"/>
                  <a:ext cx="48960" cy="58320"/>
                </a:xfrm>
                <a:prstGeom prst="rect">
                  <a:avLst/>
                </a:prstGeom>
              </p:spPr>
            </p:pic>
          </mc:Fallback>
        </mc:AlternateContent>
      </p:grpSp>
    </p:spTree>
    <p:extLst>
      <p:ext uri="{BB962C8B-B14F-4D97-AF65-F5344CB8AC3E}">
        <p14:creationId xmlns:p14="http://schemas.microsoft.com/office/powerpoint/2010/main" val="570692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C142D6-6952-E7E5-36A7-EA4A160FC569}"/>
              </a:ext>
            </a:extLst>
          </p:cNvPr>
          <p:cNvSpPr>
            <a:spLocks noGrp="1"/>
          </p:cNvSpPr>
          <p:nvPr>
            <p:ph type="sldNum" sz="quarter" idx="12"/>
          </p:nvPr>
        </p:nvSpPr>
        <p:spPr/>
        <p:txBody>
          <a:bodyPr/>
          <a:lstStyle/>
          <a:p>
            <a:fld id="{AD2B2EE5-B8BC-4D24-A25E-F2DF61737E68}" type="slidenum">
              <a:rPr lang="en-US" smtClean="0"/>
              <a:pPr/>
              <a:t>29</a:t>
            </a:fld>
            <a:endParaRPr lang="en-US"/>
          </a:p>
        </p:txBody>
      </p:sp>
      <p:grpSp>
        <p:nvGrpSpPr>
          <p:cNvPr id="17" name="Group 16">
            <a:extLst>
              <a:ext uri="{FF2B5EF4-FFF2-40B4-BE49-F238E27FC236}">
                <a16:creationId xmlns:a16="http://schemas.microsoft.com/office/drawing/2014/main" id="{E46CCCC6-AB61-21C7-6C37-3F78B42EB198}"/>
              </a:ext>
            </a:extLst>
          </p:cNvPr>
          <p:cNvGrpSpPr/>
          <p:nvPr/>
        </p:nvGrpSpPr>
        <p:grpSpPr>
          <a:xfrm>
            <a:off x="611040" y="953520"/>
            <a:ext cx="849240" cy="506520"/>
            <a:chOff x="611040" y="953520"/>
            <a:chExt cx="849240" cy="50652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6EE81A5-DCAE-8CF5-8610-F8BA44F4504E}"/>
                    </a:ext>
                  </a:extLst>
                </p14:cNvPr>
                <p14:cNvContentPartPr/>
                <p14:nvPr/>
              </p14:nvContentPartPr>
              <p14:xfrm>
                <a:off x="611040" y="953520"/>
                <a:ext cx="406080" cy="506520"/>
              </p14:xfrm>
            </p:contentPart>
          </mc:Choice>
          <mc:Fallback xmlns="">
            <p:pic>
              <p:nvPicPr>
                <p:cNvPr id="3" name="Ink 2">
                  <a:extLst>
                    <a:ext uri="{FF2B5EF4-FFF2-40B4-BE49-F238E27FC236}">
                      <a16:creationId xmlns:a16="http://schemas.microsoft.com/office/drawing/2014/main" id="{46EE81A5-DCAE-8CF5-8610-F8BA44F4504E}"/>
                    </a:ext>
                  </a:extLst>
                </p:cNvPr>
                <p:cNvPicPr/>
                <p:nvPr/>
              </p:nvPicPr>
              <p:blipFill>
                <a:blip r:embed="rId3"/>
                <a:stretch>
                  <a:fillRect/>
                </a:stretch>
              </p:blipFill>
              <p:spPr>
                <a:xfrm>
                  <a:off x="606720" y="949200"/>
                  <a:ext cx="4147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4C371EA-CC95-5478-41FC-BB9FA6C94A36}"/>
                    </a:ext>
                  </a:extLst>
                </p14:cNvPr>
                <p14:cNvContentPartPr/>
                <p14:nvPr/>
              </p14:nvContentPartPr>
              <p14:xfrm>
                <a:off x="1061400" y="1219560"/>
                <a:ext cx="6120" cy="65160"/>
              </p14:xfrm>
            </p:contentPart>
          </mc:Choice>
          <mc:Fallback xmlns="">
            <p:pic>
              <p:nvPicPr>
                <p:cNvPr id="4" name="Ink 3">
                  <a:extLst>
                    <a:ext uri="{FF2B5EF4-FFF2-40B4-BE49-F238E27FC236}">
                      <a16:creationId xmlns:a16="http://schemas.microsoft.com/office/drawing/2014/main" id="{84C371EA-CC95-5478-41FC-BB9FA6C94A36}"/>
                    </a:ext>
                  </a:extLst>
                </p:cNvPr>
                <p:cNvPicPr/>
                <p:nvPr/>
              </p:nvPicPr>
              <p:blipFill>
                <a:blip r:embed="rId5"/>
                <a:stretch>
                  <a:fillRect/>
                </a:stretch>
              </p:blipFill>
              <p:spPr>
                <a:xfrm>
                  <a:off x="1057080" y="1215240"/>
                  <a:ext cx="147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B452EB3A-345E-FAD2-6802-D377705392C4}"/>
                    </a:ext>
                  </a:extLst>
                </p14:cNvPr>
                <p14:cNvContentPartPr/>
                <p14:nvPr/>
              </p14:nvContentPartPr>
              <p14:xfrm>
                <a:off x="1151760" y="1015080"/>
                <a:ext cx="7920" cy="98280"/>
              </p14:xfrm>
            </p:contentPart>
          </mc:Choice>
          <mc:Fallback xmlns="">
            <p:pic>
              <p:nvPicPr>
                <p:cNvPr id="5" name="Ink 4">
                  <a:extLst>
                    <a:ext uri="{FF2B5EF4-FFF2-40B4-BE49-F238E27FC236}">
                      <a16:creationId xmlns:a16="http://schemas.microsoft.com/office/drawing/2014/main" id="{B452EB3A-345E-FAD2-6802-D377705392C4}"/>
                    </a:ext>
                  </a:extLst>
                </p:cNvPr>
                <p:cNvPicPr/>
                <p:nvPr/>
              </p:nvPicPr>
              <p:blipFill>
                <a:blip r:embed="rId7"/>
                <a:stretch>
                  <a:fillRect/>
                </a:stretch>
              </p:blipFill>
              <p:spPr>
                <a:xfrm>
                  <a:off x="1147440" y="1010760"/>
                  <a:ext cx="165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F65EC05-CAA3-9E3D-CF08-A058BC7210A6}"/>
                    </a:ext>
                  </a:extLst>
                </p14:cNvPr>
                <p14:cNvContentPartPr/>
                <p14:nvPr/>
              </p14:nvContentPartPr>
              <p14:xfrm>
                <a:off x="1151400" y="1188240"/>
                <a:ext cx="164520" cy="223560"/>
              </p14:xfrm>
            </p:contentPart>
          </mc:Choice>
          <mc:Fallback xmlns="">
            <p:pic>
              <p:nvPicPr>
                <p:cNvPr id="6" name="Ink 5">
                  <a:extLst>
                    <a:ext uri="{FF2B5EF4-FFF2-40B4-BE49-F238E27FC236}">
                      <a16:creationId xmlns:a16="http://schemas.microsoft.com/office/drawing/2014/main" id="{5F65EC05-CAA3-9E3D-CF08-A058BC7210A6}"/>
                    </a:ext>
                  </a:extLst>
                </p:cNvPr>
                <p:cNvPicPr/>
                <p:nvPr/>
              </p:nvPicPr>
              <p:blipFill>
                <a:blip r:embed="rId9"/>
                <a:stretch>
                  <a:fillRect/>
                </a:stretch>
              </p:blipFill>
              <p:spPr>
                <a:xfrm>
                  <a:off x="1147080" y="1183920"/>
                  <a:ext cx="1731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7E4B3CB-2CA3-FA37-B045-F85592651B42}"/>
                    </a:ext>
                  </a:extLst>
                </p14:cNvPr>
                <p14:cNvContentPartPr/>
                <p14:nvPr/>
              </p14:nvContentPartPr>
              <p14:xfrm>
                <a:off x="1367400" y="1186440"/>
                <a:ext cx="92880" cy="137520"/>
              </p14:xfrm>
            </p:contentPart>
          </mc:Choice>
          <mc:Fallback xmlns="">
            <p:pic>
              <p:nvPicPr>
                <p:cNvPr id="7" name="Ink 6">
                  <a:extLst>
                    <a:ext uri="{FF2B5EF4-FFF2-40B4-BE49-F238E27FC236}">
                      <a16:creationId xmlns:a16="http://schemas.microsoft.com/office/drawing/2014/main" id="{37E4B3CB-2CA3-FA37-B045-F85592651B42}"/>
                    </a:ext>
                  </a:extLst>
                </p:cNvPr>
                <p:cNvPicPr/>
                <p:nvPr/>
              </p:nvPicPr>
              <p:blipFill>
                <a:blip r:embed="rId11"/>
                <a:stretch>
                  <a:fillRect/>
                </a:stretch>
              </p:blipFill>
              <p:spPr>
                <a:xfrm>
                  <a:off x="1363080" y="1182120"/>
                  <a:ext cx="101520" cy="146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83722A2-8EF3-B71E-CC08-1F1BACD2C3D9}"/>
                  </a:ext>
                </a:extLst>
              </p14:cNvPr>
              <p14:cNvContentPartPr/>
              <p14:nvPr/>
            </p14:nvContentPartPr>
            <p14:xfrm>
              <a:off x="1640640" y="1182480"/>
              <a:ext cx="165960" cy="170280"/>
            </p14:xfrm>
          </p:contentPart>
        </mc:Choice>
        <mc:Fallback xmlns="">
          <p:pic>
            <p:nvPicPr>
              <p:cNvPr id="8" name="Ink 7">
                <a:extLst>
                  <a:ext uri="{FF2B5EF4-FFF2-40B4-BE49-F238E27FC236}">
                    <a16:creationId xmlns:a16="http://schemas.microsoft.com/office/drawing/2014/main" id="{283722A2-8EF3-B71E-CC08-1F1BACD2C3D9}"/>
                  </a:ext>
                </a:extLst>
              </p:cNvPr>
              <p:cNvPicPr/>
              <p:nvPr/>
            </p:nvPicPr>
            <p:blipFill>
              <a:blip r:embed="rId13"/>
              <a:stretch>
                <a:fillRect/>
              </a:stretch>
            </p:blipFill>
            <p:spPr>
              <a:xfrm>
                <a:off x="1636320" y="1178160"/>
                <a:ext cx="1746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4817C109-7ABB-185B-475E-CE37B0EB25EE}"/>
                  </a:ext>
                </a:extLst>
              </p14:cNvPr>
              <p14:cNvContentPartPr/>
              <p14:nvPr/>
            </p14:nvContentPartPr>
            <p14:xfrm>
              <a:off x="2543880" y="1178880"/>
              <a:ext cx="182880" cy="121680"/>
            </p14:xfrm>
          </p:contentPart>
        </mc:Choice>
        <mc:Fallback xmlns="">
          <p:pic>
            <p:nvPicPr>
              <p:cNvPr id="9" name="Ink 8">
                <a:extLst>
                  <a:ext uri="{FF2B5EF4-FFF2-40B4-BE49-F238E27FC236}">
                    <a16:creationId xmlns:a16="http://schemas.microsoft.com/office/drawing/2014/main" id="{4817C109-7ABB-185B-475E-CE37B0EB25EE}"/>
                  </a:ext>
                </a:extLst>
              </p:cNvPr>
              <p:cNvPicPr/>
              <p:nvPr/>
            </p:nvPicPr>
            <p:blipFill>
              <a:blip r:embed="rId15"/>
              <a:stretch>
                <a:fillRect/>
              </a:stretch>
            </p:blipFill>
            <p:spPr>
              <a:xfrm>
                <a:off x="2539560" y="1174560"/>
                <a:ext cx="1915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9759F4F8-D9D7-A6CC-5B67-C740DCBE3F33}"/>
                  </a:ext>
                </a:extLst>
              </p14:cNvPr>
              <p14:cNvContentPartPr/>
              <p14:nvPr/>
            </p14:nvContentPartPr>
            <p14:xfrm>
              <a:off x="2986680" y="1180680"/>
              <a:ext cx="191520" cy="28440"/>
            </p14:xfrm>
          </p:contentPart>
        </mc:Choice>
        <mc:Fallback xmlns="">
          <p:pic>
            <p:nvPicPr>
              <p:cNvPr id="10" name="Ink 9">
                <a:extLst>
                  <a:ext uri="{FF2B5EF4-FFF2-40B4-BE49-F238E27FC236}">
                    <a16:creationId xmlns:a16="http://schemas.microsoft.com/office/drawing/2014/main" id="{9759F4F8-D9D7-A6CC-5B67-C740DCBE3F33}"/>
                  </a:ext>
                </a:extLst>
              </p:cNvPr>
              <p:cNvPicPr/>
              <p:nvPr/>
            </p:nvPicPr>
            <p:blipFill>
              <a:blip r:embed="rId17"/>
              <a:stretch>
                <a:fillRect/>
              </a:stretch>
            </p:blipFill>
            <p:spPr>
              <a:xfrm>
                <a:off x="2982360" y="1176360"/>
                <a:ext cx="2001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26690B2-9129-AAF9-31A3-4CA4C8941355}"/>
                  </a:ext>
                </a:extLst>
              </p14:cNvPr>
              <p14:cNvContentPartPr/>
              <p14:nvPr/>
            </p14:nvContentPartPr>
            <p14:xfrm>
              <a:off x="2976600" y="1350240"/>
              <a:ext cx="237240" cy="11520"/>
            </p14:xfrm>
          </p:contentPart>
        </mc:Choice>
        <mc:Fallback xmlns="">
          <p:pic>
            <p:nvPicPr>
              <p:cNvPr id="11" name="Ink 10">
                <a:extLst>
                  <a:ext uri="{FF2B5EF4-FFF2-40B4-BE49-F238E27FC236}">
                    <a16:creationId xmlns:a16="http://schemas.microsoft.com/office/drawing/2014/main" id="{C26690B2-9129-AAF9-31A3-4CA4C8941355}"/>
                  </a:ext>
                </a:extLst>
              </p:cNvPr>
              <p:cNvPicPr/>
              <p:nvPr/>
            </p:nvPicPr>
            <p:blipFill>
              <a:blip r:embed="rId19"/>
              <a:stretch>
                <a:fillRect/>
              </a:stretch>
            </p:blipFill>
            <p:spPr>
              <a:xfrm>
                <a:off x="2972280" y="1345920"/>
                <a:ext cx="245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358D4DCC-CBC8-2BE3-7A12-44AFB4CCB102}"/>
                  </a:ext>
                </a:extLst>
              </p14:cNvPr>
              <p14:cNvContentPartPr/>
              <p14:nvPr/>
            </p14:nvContentPartPr>
            <p14:xfrm>
              <a:off x="3519480" y="1061160"/>
              <a:ext cx="46440" cy="283680"/>
            </p14:xfrm>
          </p:contentPart>
        </mc:Choice>
        <mc:Fallback xmlns="">
          <p:pic>
            <p:nvPicPr>
              <p:cNvPr id="12" name="Ink 11">
                <a:extLst>
                  <a:ext uri="{FF2B5EF4-FFF2-40B4-BE49-F238E27FC236}">
                    <a16:creationId xmlns:a16="http://schemas.microsoft.com/office/drawing/2014/main" id="{358D4DCC-CBC8-2BE3-7A12-44AFB4CCB102}"/>
                  </a:ext>
                </a:extLst>
              </p:cNvPr>
              <p:cNvPicPr/>
              <p:nvPr/>
            </p:nvPicPr>
            <p:blipFill>
              <a:blip r:embed="rId21"/>
              <a:stretch>
                <a:fillRect/>
              </a:stretch>
            </p:blipFill>
            <p:spPr>
              <a:xfrm>
                <a:off x="3515160" y="1056840"/>
                <a:ext cx="55080" cy="292320"/>
              </a:xfrm>
              <a:prstGeom prst="rect">
                <a:avLst/>
              </a:prstGeom>
            </p:spPr>
          </p:pic>
        </mc:Fallback>
      </mc:AlternateContent>
      <p:grpSp>
        <p:nvGrpSpPr>
          <p:cNvPr id="16" name="Group 15">
            <a:extLst>
              <a:ext uri="{FF2B5EF4-FFF2-40B4-BE49-F238E27FC236}">
                <a16:creationId xmlns:a16="http://schemas.microsoft.com/office/drawing/2014/main" id="{38F6EAF3-B5D8-59D2-56E6-1D9A8A9B01A6}"/>
              </a:ext>
            </a:extLst>
          </p:cNvPr>
          <p:cNvGrpSpPr/>
          <p:nvPr/>
        </p:nvGrpSpPr>
        <p:grpSpPr>
          <a:xfrm>
            <a:off x="3779040" y="1016520"/>
            <a:ext cx="428760" cy="218520"/>
            <a:chOff x="3779040" y="1016520"/>
            <a:chExt cx="428760" cy="218520"/>
          </a:xfrm>
        </p:grpSpPr>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D4C5FA7D-B22B-6B09-A2FC-D1D6EED47AE2}"/>
                    </a:ext>
                  </a:extLst>
                </p14:cNvPr>
                <p14:cNvContentPartPr/>
                <p14:nvPr/>
              </p14:nvContentPartPr>
              <p14:xfrm>
                <a:off x="3779040" y="1042080"/>
                <a:ext cx="117000" cy="192960"/>
              </p14:xfrm>
            </p:contentPart>
          </mc:Choice>
          <mc:Fallback xmlns="">
            <p:pic>
              <p:nvPicPr>
                <p:cNvPr id="13" name="Ink 12">
                  <a:extLst>
                    <a:ext uri="{FF2B5EF4-FFF2-40B4-BE49-F238E27FC236}">
                      <a16:creationId xmlns:a16="http://schemas.microsoft.com/office/drawing/2014/main" id="{D4C5FA7D-B22B-6B09-A2FC-D1D6EED47AE2}"/>
                    </a:ext>
                  </a:extLst>
                </p:cNvPr>
                <p:cNvPicPr/>
                <p:nvPr/>
              </p:nvPicPr>
              <p:blipFill>
                <a:blip r:embed="rId23"/>
                <a:stretch>
                  <a:fillRect/>
                </a:stretch>
              </p:blipFill>
              <p:spPr>
                <a:xfrm>
                  <a:off x="3774720" y="1037760"/>
                  <a:ext cx="12564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245D5E3-7BF9-1E9A-915F-C46C1BBDA44D}"/>
                    </a:ext>
                  </a:extLst>
                </p14:cNvPr>
                <p14:cNvContentPartPr/>
                <p14:nvPr/>
              </p14:nvContentPartPr>
              <p14:xfrm>
                <a:off x="4062000" y="1016520"/>
                <a:ext cx="145800" cy="205200"/>
              </p14:xfrm>
            </p:contentPart>
          </mc:Choice>
          <mc:Fallback xmlns="">
            <p:pic>
              <p:nvPicPr>
                <p:cNvPr id="14" name="Ink 13">
                  <a:extLst>
                    <a:ext uri="{FF2B5EF4-FFF2-40B4-BE49-F238E27FC236}">
                      <a16:creationId xmlns:a16="http://schemas.microsoft.com/office/drawing/2014/main" id="{6245D5E3-7BF9-1E9A-915F-C46C1BBDA44D}"/>
                    </a:ext>
                  </a:extLst>
                </p:cNvPr>
                <p:cNvPicPr/>
                <p:nvPr/>
              </p:nvPicPr>
              <p:blipFill>
                <a:blip r:embed="rId25"/>
                <a:stretch>
                  <a:fillRect/>
                </a:stretch>
              </p:blipFill>
              <p:spPr>
                <a:xfrm>
                  <a:off x="4057680" y="1012200"/>
                  <a:ext cx="154440" cy="21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260791B3-ED9C-8EF8-6557-0E24B87F03A8}"/>
                  </a:ext>
                </a:extLst>
              </p14:cNvPr>
              <p14:cNvContentPartPr/>
              <p14:nvPr/>
            </p14:nvContentPartPr>
            <p14:xfrm>
              <a:off x="4414440" y="959640"/>
              <a:ext cx="129960" cy="244080"/>
            </p14:xfrm>
          </p:contentPart>
        </mc:Choice>
        <mc:Fallback xmlns="">
          <p:pic>
            <p:nvPicPr>
              <p:cNvPr id="15" name="Ink 14">
                <a:extLst>
                  <a:ext uri="{FF2B5EF4-FFF2-40B4-BE49-F238E27FC236}">
                    <a16:creationId xmlns:a16="http://schemas.microsoft.com/office/drawing/2014/main" id="{260791B3-ED9C-8EF8-6557-0E24B87F03A8}"/>
                  </a:ext>
                </a:extLst>
              </p:cNvPr>
              <p:cNvPicPr/>
              <p:nvPr/>
            </p:nvPicPr>
            <p:blipFill>
              <a:blip r:embed="rId27"/>
              <a:stretch>
                <a:fillRect/>
              </a:stretch>
            </p:blipFill>
            <p:spPr>
              <a:xfrm>
                <a:off x="4410120" y="955320"/>
                <a:ext cx="138600" cy="252720"/>
              </a:xfrm>
              <a:prstGeom prst="rect">
                <a:avLst/>
              </a:prstGeom>
            </p:spPr>
          </p:pic>
        </mc:Fallback>
      </mc:AlternateContent>
      <p:grpSp>
        <p:nvGrpSpPr>
          <p:cNvPr id="32" name="Group 31">
            <a:extLst>
              <a:ext uri="{FF2B5EF4-FFF2-40B4-BE49-F238E27FC236}">
                <a16:creationId xmlns:a16="http://schemas.microsoft.com/office/drawing/2014/main" id="{BA2B3A8C-2AE3-F792-D03C-C64557E8314E}"/>
              </a:ext>
            </a:extLst>
          </p:cNvPr>
          <p:cNvGrpSpPr/>
          <p:nvPr/>
        </p:nvGrpSpPr>
        <p:grpSpPr>
          <a:xfrm>
            <a:off x="1009200" y="2014440"/>
            <a:ext cx="1224720" cy="685800"/>
            <a:chOff x="1009200" y="2014440"/>
            <a:chExt cx="1224720" cy="685800"/>
          </a:xfrm>
        </p:grpSpPr>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8905CBA2-2F21-575F-B6FF-A904B5159FB3}"/>
                    </a:ext>
                  </a:extLst>
                </p14:cNvPr>
                <p14:cNvContentPartPr/>
                <p14:nvPr/>
              </p14:nvContentPartPr>
              <p14:xfrm>
                <a:off x="1284600" y="2060520"/>
                <a:ext cx="42840" cy="404640"/>
              </p14:xfrm>
            </p:contentPart>
          </mc:Choice>
          <mc:Fallback xmlns="">
            <p:pic>
              <p:nvPicPr>
                <p:cNvPr id="18" name="Ink 17">
                  <a:extLst>
                    <a:ext uri="{FF2B5EF4-FFF2-40B4-BE49-F238E27FC236}">
                      <a16:creationId xmlns:a16="http://schemas.microsoft.com/office/drawing/2014/main" id="{8905CBA2-2F21-575F-B6FF-A904B5159FB3}"/>
                    </a:ext>
                  </a:extLst>
                </p:cNvPr>
                <p:cNvPicPr/>
                <p:nvPr/>
              </p:nvPicPr>
              <p:blipFill>
                <a:blip r:embed="rId29"/>
                <a:stretch>
                  <a:fillRect/>
                </a:stretch>
              </p:blipFill>
              <p:spPr>
                <a:xfrm>
                  <a:off x="1280280" y="2056200"/>
                  <a:ext cx="514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576F84B-BD35-22F0-0C1F-B1125865566D}"/>
                    </a:ext>
                  </a:extLst>
                </p14:cNvPr>
                <p14:cNvContentPartPr/>
                <p14:nvPr/>
              </p14:nvContentPartPr>
              <p14:xfrm>
                <a:off x="1009200" y="2029560"/>
                <a:ext cx="52200" cy="360"/>
              </p14:xfrm>
            </p:contentPart>
          </mc:Choice>
          <mc:Fallback xmlns="">
            <p:pic>
              <p:nvPicPr>
                <p:cNvPr id="19" name="Ink 18">
                  <a:extLst>
                    <a:ext uri="{FF2B5EF4-FFF2-40B4-BE49-F238E27FC236}">
                      <a16:creationId xmlns:a16="http://schemas.microsoft.com/office/drawing/2014/main" id="{A576F84B-BD35-22F0-0C1F-B1125865566D}"/>
                    </a:ext>
                  </a:extLst>
                </p:cNvPr>
                <p:cNvPicPr/>
                <p:nvPr/>
              </p:nvPicPr>
              <p:blipFill>
                <a:blip r:embed="rId31"/>
                <a:stretch>
                  <a:fillRect/>
                </a:stretch>
              </p:blipFill>
              <p:spPr>
                <a:xfrm>
                  <a:off x="1004880" y="2025240"/>
                  <a:ext cx="608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F8E301D9-8E17-A1DF-DDA8-EA4DCE38E80A}"/>
                    </a:ext>
                  </a:extLst>
                </p14:cNvPr>
                <p14:cNvContentPartPr/>
                <p14:nvPr/>
              </p14:nvContentPartPr>
              <p14:xfrm>
                <a:off x="1032240" y="2014440"/>
                <a:ext cx="768960" cy="685800"/>
              </p14:xfrm>
            </p:contentPart>
          </mc:Choice>
          <mc:Fallback xmlns="">
            <p:pic>
              <p:nvPicPr>
                <p:cNvPr id="20" name="Ink 19">
                  <a:extLst>
                    <a:ext uri="{FF2B5EF4-FFF2-40B4-BE49-F238E27FC236}">
                      <a16:creationId xmlns:a16="http://schemas.microsoft.com/office/drawing/2014/main" id="{F8E301D9-8E17-A1DF-DDA8-EA4DCE38E80A}"/>
                    </a:ext>
                  </a:extLst>
                </p:cNvPr>
                <p:cNvPicPr/>
                <p:nvPr/>
              </p:nvPicPr>
              <p:blipFill>
                <a:blip r:embed="rId33"/>
                <a:stretch>
                  <a:fillRect/>
                </a:stretch>
              </p:blipFill>
              <p:spPr>
                <a:xfrm>
                  <a:off x="1027920" y="2010120"/>
                  <a:ext cx="777600" cy="694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378703D0-37D2-D89A-474B-34E1A4B1BFA9}"/>
                    </a:ext>
                  </a:extLst>
                </p14:cNvPr>
                <p14:cNvContentPartPr/>
                <p14:nvPr/>
              </p14:nvContentPartPr>
              <p14:xfrm>
                <a:off x="1554600" y="2191560"/>
                <a:ext cx="196920" cy="266040"/>
              </p14:xfrm>
            </p:contentPart>
          </mc:Choice>
          <mc:Fallback xmlns="">
            <p:pic>
              <p:nvPicPr>
                <p:cNvPr id="21" name="Ink 20">
                  <a:extLst>
                    <a:ext uri="{FF2B5EF4-FFF2-40B4-BE49-F238E27FC236}">
                      <a16:creationId xmlns:a16="http://schemas.microsoft.com/office/drawing/2014/main" id="{378703D0-37D2-D89A-474B-34E1A4B1BFA9}"/>
                    </a:ext>
                  </a:extLst>
                </p:cNvPr>
                <p:cNvPicPr/>
                <p:nvPr/>
              </p:nvPicPr>
              <p:blipFill>
                <a:blip r:embed="rId35"/>
                <a:stretch>
                  <a:fillRect/>
                </a:stretch>
              </p:blipFill>
              <p:spPr>
                <a:xfrm>
                  <a:off x="1550280" y="2187240"/>
                  <a:ext cx="20556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A1E5DFC0-D01D-2EAD-AC78-593CD88688C1}"/>
                    </a:ext>
                  </a:extLst>
                </p14:cNvPr>
                <p14:cNvContentPartPr/>
                <p14:nvPr/>
              </p14:nvContentPartPr>
              <p14:xfrm>
                <a:off x="1742520" y="2270400"/>
                <a:ext cx="212040" cy="100800"/>
              </p14:xfrm>
            </p:contentPart>
          </mc:Choice>
          <mc:Fallback xmlns="">
            <p:pic>
              <p:nvPicPr>
                <p:cNvPr id="22" name="Ink 21">
                  <a:extLst>
                    <a:ext uri="{FF2B5EF4-FFF2-40B4-BE49-F238E27FC236}">
                      <a16:creationId xmlns:a16="http://schemas.microsoft.com/office/drawing/2014/main" id="{A1E5DFC0-D01D-2EAD-AC78-593CD88688C1}"/>
                    </a:ext>
                  </a:extLst>
                </p:cNvPr>
                <p:cNvPicPr/>
                <p:nvPr/>
              </p:nvPicPr>
              <p:blipFill>
                <a:blip r:embed="rId37"/>
                <a:stretch>
                  <a:fillRect/>
                </a:stretch>
              </p:blipFill>
              <p:spPr>
                <a:xfrm>
                  <a:off x="1738200" y="2266080"/>
                  <a:ext cx="2206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AFAC631A-3562-9438-8F57-7FA6B58D9F6B}"/>
                    </a:ext>
                  </a:extLst>
                </p14:cNvPr>
                <p14:cNvContentPartPr/>
                <p14:nvPr/>
              </p14:nvContentPartPr>
              <p14:xfrm>
                <a:off x="2031240" y="2175720"/>
                <a:ext cx="202680" cy="277560"/>
              </p14:xfrm>
            </p:contentPart>
          </mc:Choice>
          <mc:Fallback xmlns="">
            <p:pic>
              <p:nvPicPr>
                <p:cNvPr id="23" name="Ink 22">
                  <a:extLst>
                    <a:ext uri="{FF2B5EF4-FFF2-40B4-BE49-F238E27FC236}">
                      <a16:creationId xmlns:a16="http://schemas.microsoft.com/office/drawing/2014/main" id="{AFAC631A-3562-9438-8F57-7FA6B58D9F6B}"/>
                    </a:ext>
                  </a:extLst>
                </p:cNvPr>
                <p:cNvPicPr/>
                <p:nvPr/>
              </p:nvPicPr>
              <p:blipFill>
                <a:blip r:embed="rId39"/>
                <a:stretch>
                  <a:fillRect/>
                </a:stretch>
              </p:blipFill>
              <p:spPr>
                <a:xfrm>
                  <a:off x="2026920" y="2171400"/>
                  <a:ext cx="211320" cy="28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685EDC7D-C122-C26A-E814-2560DE2BD439}"/>
                  </a:ext>
                </a:extLst>
              </p14:cNvPr>
              <p14:cNvContentPartPr/>
              <p14:nvPr/>
            </p14:nvContentPartPr>
            <p14:xfrm>
              <a:off x="2872560" y="2185440"/>
              <a:ext cx="160920" cy="25920"/>
            </p14:xfrm>
          </p:contentPart>
        </mc:Choice>
        <mc:Fallback xmlns="">
          <p:pic>
            <p:nvPicPr>
              <p:cNvPr id="24" name="Ink 23">
                <a:extLst>
                  <a:ext uri="{FF2B5EF4-FFF2-40B4-BE49-F238E27FC236}">
                    <a16:creationId xmlns:a16="http://schemas.microsoft.com/office/drawing/2014/main" id="{685EDC7D-C122-C26A-E814-2560DE2BD439}"/>
                  </a:ext>
                </a:extLst>
              </p:cNvPr>
              <p:cNvPicPr/>
              <p:nvPr/>
            </p:nvPicPr>
            <p:blipFill>
              <a:blip r:embed="rId41"/>
              <a:stretch>
                <a:fillRect/>
              </a:stretch>
            </p:blipFill>
            <p:spPr>
              <a:xfrm>
                <a:off x="2868240" y="2181120"/>
                <a:ext cx="169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188DC060-889F-F6BD-D229-2AE3B446F61B}"/>
                  </a:ext>
                </a:extLst>
              </p14:cNvPr>
              <p14:cNvContentPartPr/>
              <p14:nvPr/>
            </p14:nvContentPartPr>
            <p14:xfrm>
              <a:off x="2853120" y="2343120"/>
              <a:ext cx="160200" cy="2880"/>
            </p14:xfrm>
          </p:contentPart>
        </mc:Choice>
        <mc:Fallback xmlns="">
          <p:pic>
            <p:nvPicPr>
              <p:cNvPr id="25" name="Ink 24">
                <a:extLst>
                  <a:ext uri="{FF2B5EF4-FFF2-40B4-BE49-F238E27FC236}">
                    <a16:creationId xmlns:a16="http://schemas.microsoft.com/office/drawing/2014/main" id="{188DC060-889F-F6BD-D229-2AE3B446F61B}"/>
                  </a:ext>
                </a:extLst>
              </p:cNvPr>
              <p:cNvPicPr/>
              <p:nvPr/>
            </p:nvPicPr>
            <p:blipFill>
              <a:blip r:embed="rId43"/>
              <a:stretch>
                <a:fillRect/>
              </a:stretch>
            </p:blipFill>
            <p:spPr>
              <a:xfrm>
                <a:off x="2848800" y="2338800"/>
                <a:ext cx="168840" cy="11520"/>
              </a:xfrm>
              <a:prstGeom prst="rect">
                <a:avLst/>
              </a:prstGeom>
            </p:spPr>
          </p:pic>
        </mc:Fallback>
      </mc:AlternateContent>
      <p:grpSp>
        <p:nvGrpSpPr>
          <p:cNvPr id="31" name="Group 30">
            <a:extLst>
              <a:ext uri="{FF2B5EF4-FFF2-40B4-BE49-F238E27FC236}">
                <a16:creationId xmlns:a16="http://schemas.microsoft.com/office/drawing/2014/main" id="{A703EBD1-0ED9-790D-7A2B-3151BE3FF9F8}"/>
              </a:ext>
            </a:extLst>
          </p:cNvPr>
          <p:cNvGrpSpPr/>
          <p:nvPr/>
        </p:nvGrpSpPr>
        <p:grpSpPr>
          <a:xfrm>
            <a:off x="3507240" y="1917600"/>
            <a:ext cx="1138680" cy="475920"/>
            <a:chOff x="3507240" y="1917600"/>
            <a:chExt cx="1138680" cy="475920"/>
          </a:xfrm>
        </p:grpSpPr>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929C9C0E-1175-9C0C-E8E3-2A51F3B2393F}"/>
                    </a:ext>
                  </a:extLst>
                </p14:cNvPr>
                <p14:cNvContentPartPr/>
                <p14:nvPr/>
              </p14:nvContentPartPr>
              <p14:xfrm>
                <a:off x="3507240" y="1985640"/>
                <a:ext cx="275400" cy="382680"/>
              </p14:xfrm>
            </p:contentPart>
          </mc:Choice>
          <mc:Fallback xmlns="">
            <p:pic>
              <p:nvPicPr>
                <p:cNvPr id="26" name="Ink 25">
                  <a:extLst>
                    <a:ext uri="{FF2B5EF4-FFF2-40B4-BE49-F238E27FC236}">
                      <a16:creationId xmlns:a16="http://schemas.microsoft.com/office/drawing/2014/main" id="{929C9C0E-1175-9C0C-E8E3-2A51F3B2393F}"/>
                    </a:ext>
                  </a:extLst>
                </p:cNvPr>
                <p:cNvPicPr/>
                <p:nvPr/>
              </p:nvPicPr>
              <p:blipFill>
                <a:blip r:embed="rId45"/>
                <a:stretch>
                  <a:fillRect/>
                </a:stretch>
              </p:blipFill>
              <p:spPr>
                <a:xfrm>
                  <a:off x="3502920" y="1981320"/>
                  <a:ext cx="28404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410124DA-5F64-1121-59D1-0A67C96F0743}"/>
                    </a:ext>
                  </a:extLst>
                </p14:cNvPr>
                <p14:cNvContentPartPr/>
                <p14:nvPr/>
              </p14:nvContentPartPr>
              <p14:xfrm>
                <a:off x="3907560" y="1917600"/>
                <a:ext cx="295560" cy="450720"/>
              </p14:xfrm>
            </p:contentPart>
          </mc:Choice>
          <mc:Fallback xmlns="">
            <p:pic>
              <p:nvPicPr>
                <p:cNvPr id="27" name="Ink 26">
                  <a:extLst>
                    <a:ext uri="{FF2B5EF4-FFF2-40B4-BE49-F238E27FC236}">
                      <a16:creationId xmlns:a16="http://schemas.microsoft.com/office/drawing/2014/main" id="{410124DA-5F64-1121-59D1-0A67C96F0743}"/>
                    </a:ext>
                  </a:extLst>
                </p:cNvPr>
                <p:cNvPicPr/>
                <p:nvPr/>
              </p:nvPicPr>
              <p:blipFill>
                <a:blip r:embed="rId47"/>
                <a:stretch>
                  <a:fillRect/>
                </a:stretch>
              </p:blipFill>
              <p:spPr>
                <a:xfrm>
                  <a:off x="3903240" y="1913280"/>
                  <a:ext cx="30420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F2FD7184-6702-E490-2BB0-54EFAE5DEE24}"/>
                    </a:ext>
                  </a:extLst>
                </p14:cNvPr>
                <p14:cNvContentPartPr/>
                <p14:nvPr/>
              </p14:nvContentPartPr>
              <p14:xfrm>
                <a:off x="4183320" y="2131440"/>
                <a:ext cx="154440" cy="121680"/>
              </p14:xfrm>
            </p:contentPart>
          </mc:Choice>
          <mc:Fallback xmlns="">
            <p:pic>
              <p:nvPicPr>
                <p:cNvPr id="28" name="Ink 27">
                  <a:extLst>
                    <a:ext uri="{FF2B5EF4-FFF2-40B4-BE49-F238E27FC236}">
                      <a16:creationId xmlns:a16="http://schemas.microsoft.com/office/drawing/2014/main" id="{F2FD7184-6702-E490-2BB0-54EFAE5DEE24}"/>
                    </a:ext>
                  </a:extLst>
                </p:cNvPr>
                <p:cNvPicPr/>
                <p:nvPr/>
              </p:nvPicPr>
              <p:blipFill>
                <a:blip r:embed="rId49"/>
                <a:stretch>
                  <a:fillRect/>
                </a:stretch>
              </p:blipFill>
              <p:spPr>
                <a:xfrm>
                  <a:off x="4179000" y="2127120"/>
                  <a:ext cx="1630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5801139E-B34A-5429-1F37-E363E73C4322}"/>
                    </a:ext>
                  </a:extLst>
                </p14:cNvPr>
                <p14:cNvContentPartPr/>
                <p14:nvPr/>
              </p14:nvContentPartPr>
              <p14:xfrm>
                <a:off x="4327680" y="1961880"/>
                <a:ext cx="104400" cy="133920"/>
              </p14:xfrm>
            </p:contentPart>
          </mc:Choice>
          <mc:Fallback xmlns="">
            <p:pic>
              <p:nvPicPr>
                <p:cNvPr id="29" name="Ink 28">
                  <a:extLst>
                    <a:ext uri="{FF2B5EF4-FFF2-40B4-BE49-F238E27FC236}">
                      <a16:creationId xmlns:a16="http://schemas.microsoft.com/office/drawing/2014/main" id="{5801139E-B34A-5429-1F37-E363E73C4322}"/>
                    </a:ext>
                  </a:extLst>
                </p:cNvPr>
                <p:cNvPicPr/>
                <p:nvPr/>
              </p:nvPicPr>
              <p:blipFill>
                <a:blip r:embed="rId51"/>
                <a:stretch>
                  <a:fillRect/>
                </a:stretch>
              </p:blipFill>
              <p:spPr>
                <a:xfrm>
                  <a:off x="4323360" y="1957560"/>
                  <a:ext cx="1130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7493DA03-0A47-9181-0304-967CC16E78F6}"/>
                    </a:ext>
                  </a:extLst>
                </p14:cNvPr>
                <p14:cNvContentPartPr/>
                <p14:nvPr/>
              </p14:nvContentPartPr>
              <p14:xfrm>
                <a:off x="4481760" y="1927320"/>
                <a:ext cx="164160" cy="466200"/>
              </p14:xfrm>
            </p:contentPart>
          </mc:Choice>
          <mc:Fallback xmlns="">
            <p:pic>
              <p:nvPicPr>
                <p:cNvPr id="30" name="Ink 29">
                  <a:extLst>
                    <a:ext uri="{FF2B5EF4-FFF2-40B4-BE49-F238E27FC236}">
                      <a16:creationId xmlns:a16="http://schemas.microsoft.com/office/drawing/2014/main" id="{7493DA03-0A47-9181-0304-967CC16E78F6}"/>
                    </a:ext>
                  </a:extLst>
                </p:cNvPr>
                <p:cNvPicPr/>
                <p:nvPr/>
              </p:nvPicPr>
              <p:blipFill>
                <a:blip r:embed="rId53"/>
                <a:stretch>
                  <a:fillRect/>
                </a:stretch>
              </p:blipFill>
              <p:spPr>
                <a:xfrm>
                  <a:off x="4477440" y="1923000"/>
                  <a:ext cx="172800" cy="474840"/>
                </a:xfrm>
                <a:prstGeom prst="rect">
                  <a:avLst/>
                </a:prstGeom>
              </p:spPr>
            </p:pic>
          </mc:Fallback>
        </mc:AlternateContent>
      </p:grpSp>
      <p:grpSp>
        <p:nvGrpSpPr>
          <p:cNvPr id="35" name="Group 34">
            <a:extLst>
              <a:ext uri="{FF2B5EF4-FFF2-40B4-BE49-F238E27FC236}">
                <a16:creationId xmlns:a16="http://schemas.microsoft.com/office/drawing/2014/main" id="{2857CAEA-ADE3-8DDF-6232-855BBB33B76B}"/>
              </a:ext>
            </a:extLst>
          </p:cNvPr>
          <p:cNvGrpSpPr/>
          <p:nvPr/>
        </p:nvGrpSpPr>
        <p:grpSpPr>
          <a:xfrm>
            <a:off x="5082240" y="2070240"/>
            <a:ext cx="481320" cy="225720"/>
            <a:chOff x="5082240" y="2070240"/>
            <a:chExt cx="481320" cy="225720"/>
          </a:xfrm>
        </p:grpSpPr>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EC25EE60-938D-A9E9-D9D9-C0039B949670}"/>
                    </a:ext>
                  </a:extLst>
                </p14:cNvPr>
                <p14:cNvContentPartPr/>
                <p14:nvPr/>
              </p14:nvContentPartPr>
              <p14:xfrm>
                <a:off x="5082240" y="2070240"/>
                <a:ext cx="447120" cy="78840"/>
              </p14:xfrm>
            </p:contentPart>
          </mc:Choice>
          <mc:Fallback xmlns="">
            <p:pic>
              <p:nvPicPr>
                <p:cNvPr id="33" name="Ink 32">
                  <a:extLst>
                    <a:ext uri="{FF2B5EF4-FFF2-40B4-BE49-F238E27FC236}">
                      <a16:creationId xmlns:a16="http://schemas.microsoft.com/office/drawing/2014/main" id="{EC25EE60-938D-A9E9-D9D9-C0039B949670}"/>
                    </a:ext>
                  </a:extLst>
                </p:cNvPr>
                <p:cNvPicPr/>
                <p:nvPr/>
              </p:nvPicPr>
              <p:blipFill>
                <a:blip r:embed="rId55"/>
                <a:stretch>
                  <a:fillRect/>
                </a:stretch>
              </p:blipFill>
              <p:spPr>
                <a:xfrm>
                  <a:off x="5077920" y="2065920"/>
                  <a:ext cx="4557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01EC204C-5A57-8F58-FD94-129A9698E44B}"/>
                    </a:ext>
                  </a:extLst>
                </p14:cNvPr>
                <p14:cNvContentPartPr/>
                <p14:nvPr/>
              </p14:nvContentPartPr>
              <p14:xfrm>
                <a:off x="5157480" y="2204880"/>
                <a:ext cx="406080" cy="91080"/>
              </p14:xfrm>
            </p:contentPart>
          </mc:Choice>
          <mc:Fallback xmlns="">
            <p:pic>
              <p:nvPicPr>
                <p:cNvPr id="34" name="Ink 33">
                  <a:extLst>
                    <a:ext uri="{FF2B5EF4-FFF2-40B4-BE49-F238E27FC236}">
                      <a16:creationId xmlns:a16="http://schemas.microsoft.com/office/drawing/2014/main" id="{01EC204C-5A57-8F58-FD94-129A9698E44B}"/>
                    </a:ext>
                  </a:extLst>
                </p:cNvPr>
                <p:cNvPicPr/>
                <p:nvPr/>
              </p:nvPicPr>
              <p:blipFill>
                <a:blip r:embed="rId57"/>
                <a:stretch>
                  <a:fillRect/>
                </a:stretch>
              </p:blipFill>
              <p:spPr>
                <a:xfrm>
                  <a:off x="5153160" y="2200560"/>
                  <a:ext cx="414720" cy="99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4954F280-F4FD-40A1-04EC-4B7276A2BA5E}"/>
                  </a:ext>
                </a:extLst>
              </p14:cNvPr>
              <p14:cNvContentPartPr/>
              <p14:nvPr/>
            </p14:nvContentPartPr>
            <p14:xfrm>
              <a:off x="6169800" y="1803480"/>
              <a:ext cx="87480" cy="325080"/>
            </p14:xfrm>
          </p:contentPart>
        </mc:Choice>
        <mc:Fallback xmlns="">
          <p:pic>
            <p:nvPicPr>
              <p:cNvPr id="36" name="Ink 35">
                <a:extLst>
                  <a:ext uri="{FF2B5EF4-FFF2-40B4-BE49-F238E27FC236}">
                    <a16:creationId xmlns:a16="http://schemas.microsoft.com/office/drawing/2014/main" id="{4954F280-F4FD-40A1-04EC-4B7276A2BA5E}"/>
                  </a:ext>
                </a:extLst>
              </p:cNvPr>
              <p:cNvPicPr/>
              <p:nvPr/>
            </p:nvPicPr>
            <p:blipFill>
              <a:blip r:embed="rId59"/>
              <a:stretch>
                <a:fillRect/>
              </a:stretch>
            </p:blipFill>
            <p:spPr>
              <a:xfrm>
                <a:off x="6165480" y="1799160"/>
                <a:ext cx="96120" cy="333720"/>
              </a:xfrm>
              <a:prstGeom prst="rect">
                <a:avLst/>
              </a:prstGeom>
            </p:spPr>
          </p:pic>
        </mc:Fallback>
      </mc:AlternateContent>
      <p:grpSp>
        <p:nvGrpSpPr>
          <p:cNvPr id="44" name="Group 43">
            <a:extLst>
              <a:ext uri="{FF2B5EF4-FFF2-40B4-BE49-F238E27FC236}">
                <a16:creationId xmlns:a16="http://schemas.microsoft.com/office/drawing/2014/main" id="{1AF8400C-F9E6-6BD0-A3D8-B82BD2B2813A}"/>
              </a:ext>
            </a:extLst>
          </p:cNvPr>
          <p:cNvGrpSpPr/>
          <p:nvPr/>
        </p:nvGrpSpPr>
        <p:grpSpPr>
          <a:xfrm>
            <a:off x="6555000" y="1844520"/>
            <a:ext cx="687960" cy="219240"/>
            <a:chOff x="6555000" y="1844520"/>
            <a:chExt cx="687960" cy="219240"/>
          </a:xfrm>
        </p:grpSpPr>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ED4A2AE5-91D5-3B55-E17C-F9D0B961CDAB}"/>
                    </a:ext>
                  </a:extLst>
                </p14:cNvPr>
                <p14:cNvContentPartPr/>
                <p14:nvPr/>
              </p14:nvContentPartPr>
              <p14:xfrm>
                <a:off x="6555000" y="1898520"/>
                <a:ext cx="192960" cy="150480"/>
              </p14:xfrm>
            </p:contentPart>
          </mc:Choice>
          <mc:Fallback xmlns="">
            <p:pic>
              <p:nvPicPr>
                <p:cNvPr id="37" name="Ink 36">
                  <a:extLst>
                    <a:ext uri="{FF2B5EF4-FFF2-40B4-BE49-F238E27FC236}">
                      <a16:creationId xmlns:a16="http://schemas.microsoft.com/office/drawing/2014/main" id="{ED4A2AE5-91D5-3B55-E17C-F9D0B961CDAB}"/>
                    </a:ext>
                  </a:extLst>
                </p:cNvPr>
                <p:cNvPicPr/>
                <p:nvPr/>
              </p:nvPicPr>
              <p:blipFill>
                <a:blip r:embed="rId61"/>
                <a:stretch>
                  <a:fillRect/>
                </a:stretch>
              </p:blipFill>
              <p:spPr>
                <a:xfrm>
                  <a:off x="6550680" y="1894200"/>
                  <a:ext cx="2016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11FA7895-3E2F-04C6-CAE9-599F1F059F55}"/>
                    </a:ext>
                  </a:extLst>
                </p14:cNvPr>
                <p14:cNvContentPartPr/>
                <p14:nvPr/>
              </p14:nvContentPartPr>
              <p14:xfrm>
                <a:off x="6851280" y="1872600"/>
                <a:ext cx="152280" cy="191160"/>
              </p14:xfrm>
            </p:contentPart>
          </mc:Choice>
          <mc:Fallback xmlns="">
            <p:pic>
              <p:nvPicPr>
                <p:cNvPr id="38" name="Ink 37">
                  <a:extLst>
                    <a:ext uri="{FF2B5EF4-FFF2-40B4-BE49-F238E27FC236}">
                      <a16:creationId xmlns:a16="http://schemas.microsoft.com/office/drawing/2014/main" id="{11FA7895-3E2F-04C6-CAE9-599F1F059F55}"/>
                    </a:ext>
                  </a:extLst>
                </p:cNvPr>
                <p:cNvPicPr/>
                <p:nvPr/>
              </p:nvPicPr>
              <p:blipFill>
                <a:blip r:embed="rId63"/>
                <a:stretch>
                  <a:fillRect/>
                </a:stretch>
              </p:blipFill>
              <p:spPr>
                <a:xfrm>
                  <a:off x="6846960" y="1868280"/>
                  <a:ext cx="1609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381DEFDC-A38A-AC49-C9BF-9538BACCC705}"/>
                    </a:ext>
                  </a:extLst>
                </p14:cNvPr>
                <p14:cNvContentPartPr/>
                <p14:nvPr/>
              </p14:nvContentPartPr>
              <p14:xfrm>
                <a:off x="7086000" y="1844520"/>
                <a:ext cx="156960" cy="183960"/>
              </p14:xfrm>
            </p:contentPart>
          </mc:Choice>
          <mc:Fallback xmlns="">
            <p:pic>
              <p:nvPicPr>
                <p:cNvPr id="39" name="Ink 38">
                  <a:extLst>
                    <a:ext uri="{FF2B5EF4-FFF2-40B4-BE49-F238E27FC236}">
                      <a16:creationId xmlns:a16="http://schemas.microsoft.com/office/drawing/2014/main" id="{381DEFDC-A38A-AC49-C9BF-9538BACCC705}"/>
                    </a:ext>
                  </a:extLst>
                </p:cNvPr>
                <p:cNvPicPr/>
                <p:nvPr/>
              </p:nvPicPr>
              <p:blipFill>
                <a:blip r:embed="rId65"/>
                <a:stretch>
                  <a:fillRect/>
                </a:stretch>
              </p:blipFill>
              <p:spPr>
                <a:xfrm>
                  <a:off x="7081680" y="1840200"/>
                  <a:ext cx="165600" cy="192600"/>
                </a:xfrm>
                <a:prstGeom prst="rect">
                  <a:avLst/>
                </a:prstGeom>
              </p:spPr>
            </p:pic>
          </mc:Fallback>
        </mc:AlternateContent>
      </p:grpSp>
      <p:grpSp>
        <p:nvGrpSpPr>
          <p:cNvPr id="43" name="Group 42">
            <a:extLst>
              <a:ext uri="{FF2B5EF4-FFF2-40B4-BE49-F238E27FC236}">
                <a16:creationId xmlns:a16="http://schemas.microsoft.com/office/drawing/2014/main" id="{C4988AAA-0D19-5F68-1D3A-FFBB6621000E}"/>
              </a:ext>
            </a:extLst>
          </p:cNvPr>
          <p:cNvGrpSpPr/>
          <p:nvPr/>
        </p:nvGrpSpPr>
        <p:grpSpPr>
          <a:xfrm>
            <a:off x="7584600" y="1769280"/>
            <a:ext cx="798120" cy="249480"/>
            <a:chOff x="7584600" y="1769280"/>
            <a:chExt cx="798120" cy="249480"/>
          </a:xfrm>
        </p:grpSpPr>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9677D9C6-E5A6-212A-A3F8-86CEC1A2A6DF}"/>
                    </a:ext>
                  </a:extLst>
                </p14:cNvPr>
                <p14:cNvContentPartPr/>
                <p14:nvPr/>
              </p14:nvContentPartPr>
              <p14:xfrm>
                <a:off x="7584600" y="1839840"/>
                <a:ext cx="150840" cy="169200"/>
              </p14:xfrm>
            </p:contentPart>
          </mc:Choice>
          <mc:Fallback xmlns="">
            <p:pic>
              <p:nvPicPr>
                <p:cNvPr id="40" name="Ink 39">
                  <a:extLst>
                    <a:ext uri="{FF2B5EF4-FFF2-40B4-BE49-F238E27FC236}">
                      <a16:creationId xmlns:a16="http://schemas.microsoft.com/office/drawing/2014/main" id="{9677D9C6-E5A6-212A-A3F8-86CEC1A2A6DF}"/>
                    </a:ext>
                  </a:extLst>
                </p:cNvPr>
                <p:cNvPicPr/>
                <p:nvPr/>
              </p:nvPicPr>
              <p:blipFill>
                <a:blip r:embed="rId67"/>
                <a:stretch>
                  <a:fillRect/>
                </a:stretch>
              </p:blipFill>
              <p:spPr>
                <a:xfrm>
                  <a:off x="7580280" y="1835520"/>
                  <a:ext cx="1594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947AE57B-5C54-C5C1-2B31-8520AF6401AF}"/>
                    </a:ext>
                  </a:extLst>
                </p14:cNvPr>
                <p14:cNvContentPartPr/>
                <p14:nvPr/>
              </p14:nvContentPartPr>
              <p14:xfrm>
                <a:off x="7795920" y="1817520"/>
                <a:ext cx="232920" cy="193680"/>
              </p14:xfrm>
            </p:contentPart>
          </mc:Choice>
          <mc:Fallback xmlns="">
            <p:pic>
              <p:nvPicPr>
                <p:cNvPr id="41" name="Ink 40">
                  <a:extLst>
                    <a:ext uri="{FF2B5EF4-FFF2-40B4-BE49-F238E27FC236}">
                      <a16:creationId xmlns:a16="http://schemas.microsoft.com/office/drawing/2014/main" id="{947AE57B-5C54-C5C1-2B31-8520AF6401AF}"/>
                    </a:ext>
                  </a:extLst>
                </p:cNvPr>
                <p:cNvPicPr/>
                <p:nvPr/>
              </p:nvPicPr>
              <p:blipFill>
                <a:blip r:embed="rId69"/>
                <a:stretch>
                  <a:fillRect/>
                </a:stretch>
              </p:blipFill>
              <p:spPr>
                <a:xfrm>
                  <a:off x="7791600" y="1813200"/>
                  <a:ext cx="2415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2602920B-8588-DD1D-4EEC-09ED5BF3729D}"/>
                    </a:ext>
                  </a:extLst>
                </p14:cNvPr>
                <p14:cNvContentPartPr/>
                <p14:nvPr/>
              </p14:nvContentPartPr>
              <p14:xfrm>
                <a:off x="8150520" y="1769280"/>
                <a:ext cx="232200" cy="249480"/>
              </p14:xfrm>
            </p:contentPart>
          </mc:Choice>
          <mc:Fallback xmlns="">
            <p:pic>
              <p:nvPicPr>
                <p:cNvPr id="42" name="Ink 41">
                  <a:extLst>
                    <a:ext uri="{FF2B5EF4-FFF2-40B4-BE49-F238E27FC236}">
                      <a16:creationId xmlns:a16="http://schemas.microsoft.com/office/drawing/2014/main" id="{2602920B-8588-DD1D-4EEC-09ED5BF3729D}"/>
                    </a:ext>
                  </a:extLst>
                </p:cNvPr>
                <p:cNvPicPr/>
                <p:nvPr/>
              </p:nvPicPr>
              <p:blipFill>
                <a:blip r:embed="rId71"/>
                <a:stretch>
                  <a:fillRect/>
                </a:stretch>
              </p:blipFill>
              <p:spPr>
                <a:xfrm>
                  <a:off x="8146200" y="1764960"/>
                  <a:ext cx="240840" cy="258120"/>
                </a:xfrm>
                <a:prstGeom prst="rect">
                  <a:avLst/>
                </a:prstGeom>
              </p:spPr>
            </p:pic>
          </mc:Fallback>
        </mc:AlternateContent>
      </p:grpSp>
      <p:grpSp>
        <p:nvGrpSpPr>
          <p:cNvPr id="58" name="Group 57">
            <a:extLst>
              <a:ext uri="{FF2B5EF4-FFF2-40B4-BE49-F238E27FC236}">
                <a16:creationId xmlns:a16="http://schemas.microsoft.com/office/drawing/2014/main" id="{33CE1DC5-0608-E59B-2F70-E0CAEC1BD883}"/>
              </a:ext>
            </a:extLst>
          </p:cNvPr>
          <p:cNvGrpSpPr/>
          <p:nvPr/>
        </p:nvGrpSpPr>
        <p:grpSpPr>
          <a:xfrm>
            <a:off x="701400" y="3344280"/>
            <a:ext cx="543240" cy="529200"/>
            <a:chOff x="701400" y="3344280"/>
            <a:chExt cx="543240" cy="529200"/>
          </a:xfrm>
        </p:grpSpPr>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937695C4-3FE9-7B72-F896-58D12A988D32}"/>
                    </a:ext>
                  </a:extLst>
                </p14:cNvPr>
                <p14:cNvContentPartPr/>
                <p14:nvPr/>
              </p14:nvContentPartPr>
              <p14:xfrm>
                <a:off x="701400" y="3393600"/>
                <a:ext cx="71640" cy="479880"/>
              </p14:xfrm>
            </p:contentPart>
          </mc:Choice>
          <mc:Fallback xmlns="">
            <p:pic>
              <p:nvPicPr>
                <p:cNvPr id="45" name="Ink 44">
                  <a:extLst>
                    <a:ext uri="{FF2B5EF4-FFF2-40B4-BE49-F238E27FC236}">
                      <a16:creationId xmlns:a16="http://schemas.microsoft.com/office/drawing/2014/main" id="{937695C4-3FE9-7B72-F896-58D12A988D32}"/>
                    </a:ext>
                  </a:extLst>
                </p:cNvPr>
                <p:cNvPicPr/>
                <p:nvPr/>
              </p:nvPicPr>
              <p:blipFill>
                <a:blip r:embed="rId73"/>
                <a:stretch>
                  <a:fillRect/>
                </a:stretch>
              </p:blipFill>
              <p:spPr>
                <a:xfrm>
                  <a:off x="697080" y="3389280"/>
                  <a:ext cx="80280"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F1D44FCB-BB38-C59E-39E0-85DA570FF688}"/>
                    </a:ext>
                  </a:extLst>
                </p14:cNvPr>
                <p14:cNvContentPartPr/>
                <p14:nvPr/>
              </p14:nvContentPartPr>
              <p14:xfrm>
                <a:off x="822360" y="3344280"/>
                <a:ext cx="254520" cy="63720"/>
              </p14:xfrm>
            </p:contentPart>
          </mc:Choice>
          <mc:Fallback xmlns="">
            <p:pic>
              <p:nvPicPr>
                <p:cNvPr id="46" name="Ink 45">
                  <a:extLst>
                    <a:ext uri="{FF2B5EF4-FFF2-40B4-BE49-F238E27FC236}">
                      <a16:creationId xmlns:a16="http://schemas.microsoft.com/office/drawing/2014/main" id="{F1D44FCB-BB38-C59E-39E0-85DA570FF688}"/>
                    </a:ext>
                  </a:extLst>
                </p:cNvPr>
                <p:cNvPicPr/>
                <p:nvPr/>
              </p:nvPicPr>
              <p:blipFill>
                <a:blip r:embed="rId75"/>
                <a:stretch>
                  <a:fillRect/>
                </a:stretch>
              </p:blipFill>
              <p:spPr>
                <a:xfrm>
                  <a:off x="818040" y="3339960"/>
                  <a:ext cx="2631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3FFE8624-14A1-0F3A-6CD2-AEB9A5DB5369}"/>
                    </a:ext>
                  </a:extLst>
                </p14:cNvPr>
                <p14:cNvContentPartPr/>
                <p14:nvPr/>
              </p14:nvContentPartPr>
              <p14:xfrm>
                <a:off x="718680" y="3590880"/>
                <a:ext cx="212040" cy="55800"/>
              </p14:xfrm>
            </p:contentPart>
          </mc:Choice>
          <mc:Fallback xmlns="">
            <p:pic>
              <p:nvPicPr>
                <p:cNvPr id="47" name="Ink 46">
                  <a:extLst>
                    <a:ext uri="{FF2B5EF4-FFF2-40B4-BE49-F238E27FC236}">
                      <a16:creationId xmlns:a16="http://schemas.microsoft.com/office/drawing/2014/main" id="{3FFE8624-14A1-0F3A-6CD2-AEB9A5DB5369}"/>
                    </a:ext>
                  </a:extLst>
                </p:cNvPr>
                <p:cNvPicPr/>
                <p:nvPr/>
              </p:nvPicPr>
              <p:blipFill>
                <a:blip r:embed="rId77"/>
                <a:stretch>
                  <a:fillRect/>
                </a:stretch>
              </p:blipFill>
              <p:spPr>
                <a:xfrm>
                  <a:off x="714360" y="3586560"/>
                  <a:ext cx="2206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6AFB1FA5-B1D2-B203-D999-D745D57B991B}"/>
                    </a:ext>
                  </a:extLst>
                </p14:cNvPr>
                <p14:cNvContentPartPr/>
                <p14:nvPr/>
              </p14:nvContentPartPr>
              <p14:xfrm>
                <a:off x="955560" y="3603840"/>
                <a:ext cx="145080" cy="153720"/>
              </p14:xfrm>
            </p:contentPart>
          </mc:Choice>
          <mc:Fallback xmlns="">
            <p:pic>
              <p:nvPicPr>
                <p:cNvPr id="48" name="Ink 47">
                  <a:extLst>
                    <a:ext uri="{FF2B5EF4-FFF2-40B4-BE49-F238E27FC236}">
                      <a16:creationId xmlns:a16="http://schemas.microsoft.com/office/drawing/2014/main" id="{6AFB1FA5-B1D2-B203-D999-D745D57B991B}"/>
                    </a:ext>
                  </a:extLst>
                </p:cNvPr>
                <p:cNvPicPr/>
                <p:nvPr/>
              </p:nvPicPr>
              <p:blipFill>
                <a:blip r:embed="rId79"/>
                <a:stretch>
                  <a:fillRect/>
                </a:stretch>
              </p:blipFill>
              <p:spPr>
                <a:xfrm>
                  <a:off x="951240" y="3599520"/>
                  <a:ext cx="1537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210F4345-81FC-E668-D7EA-81D394AF61EC}"/>
                    </a:ext>
                  </a:extLst>
                </p14:cNvPr>
                <p14:cNvContentPartPr/>
                <p14:nvPr/>
              </p14:nvContentPartPr>
              <p14:xfrm>
                <a:off x="1140240" y="3536520"/>
                <a:ext cx="104400" cy="127440"/>
              </p14:xfrm>
            </p:contentPart>
          </mc:Choice>
          <mc:Fallback xmlns="">
            <p:pic>
              <p:nvPicPr>
                <p:cNvPr id="49" name="Ink 48">
                  <a:extLst>
                    <a:ext uri="{FF2B5EF4-FFF2-40B4-BE49-F238E27FC236}">
                      <a16:creationId xmlns:a16="http://schemas.microsoft.com/office/drawing/2014/main" id="{210F4345-81FC-E668-D7EA-81D394AF61EC}"/>
                    </a:ext>
                  </a:extLst>
                </p:cNvPr>
                <p:cNvPicPr/>
                <p:nvPr/>
              </p:nvPicPr>
              <p:blipFill>
                <a:blip r:embed="rId81"/>
                <a:stretch>
                  <a:fillRect/>
                </a:stretch>
              </p:blipFill>
              <p:spPr>
                <a:xfrm>
                  <a:off x="1135920" y="3532200"/>
                  <a:ext cx="113040" cy="136080"/>
                </a:xfrm>
                <a:prstGeom prst="rect">
                  <a:avLst/>
                </a:prstGeom>
              </p:spPr>
            </p:pic>
          </mc:Fallback>
        </mc:AlternateContent>
      </p:grpSp>
      <p:grpSp>
        <p:nvGrpSpPr>
          <p:cNvPr id="57" name="Group 56">
            <a:extLst>
              <a:ext uri="{FF2B5EF4-FFF2-40B4-BE49-F238E27FC236}">
                <a16:creationId xmlns:a16="http://schemas.microsoft.com/office/drawing/2014/main" id="{7EC7342C-EECD-C206-396F-7B201DF1FEE8}"/>
              </a:ext>
            </a:extLst>
          </p:cNvPr>
          <p:cNvGrpSpPr/>
          <p:nvPr/>
        </p:nvGrpSpPr>
        <p:grpSpPr>
          <a:xfrm>
            <a:off x="1919640" y="3150240"/>
            <a:ext cx="1145520" cy="515880"/>
            <a:chOff x="1919640" y="3150240"/>
            <a:chExt cx="1145520" cy="515880"/>
          </a:xfrm>
        </p:grpSpPr>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ACA27C4C-AD2B-E63C-42BF-B5F230580A4B}"/>
                    </a:ext>
                  </a:extLst>
                </p14:cNvPr>
                <p14:cNvContentPartPr/>
                <p14:nvPr/>
              </p14:nvContentPartPr>
              <p14:xfrm>
                <a:off x="1919640" y="3430680"/>
                <a:ext cx="40680" cy="164160"/>
              </p14:xfrm>
            </p:contentPart>
          </mc:Choice>
          <mc:Fallback xmlns="">
            <p:pic>
              <p:nvPicPr>
                <p:cNvPr id="50" name="Ink 49">
                  <a:extLst>
                    <a:ext uri="{FF2B5EF4-FFF2-40B4-BE49-F238E27FC236}">
                      <a16:creationId xmlns:a16="http://schemas.microsoft.com/office/drawing/2014/main" id="{ACA27C4C-AD2B-E63C-42BF-B5F230580A4B}"/>
                    </a:ext>
                  </a:extLst>
                </p:cNvPr>
                <p:cNvPicPr/>
                <p:nvPr/>
              </p:nvPicPr>
              <p:blipFill>
                <a:blip r:embed="rId83"/>
                <a:stretch>
                  <a:fillRect/>
                </a:stretch>
              </p:blipFill>
              <p:spPr>
                <a:xfrm>
                  <a:off x="1915320" y="3426360"/>
                  <a:ext cx="493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00328954-EE71-1558-4248-24D77ED5074D}"/>
                    </a:ext>
                  </a:extLst>
                </p14:cNvPr>
                <p14:cNvContentPartPr/>
                <p14:nvPr/>
              </p14:nvContentPartPr>
              <p14:xfrm>
                <a:off x="1919640" y="3296400"/>
                <a:ext cx="156600" cy="369720"/>
              </p14:xfrm>
            </p:contentPart>
          </mc:Choice>
          <mc:Fallback xmlns="">
            <p:pic>
              <p:nvPicPr>
                <p:cNvPr id="51" name="Ink 50">
                  <a:extLst>
                    <a:ext uri="{FF2B5EF4-FFF2-40B4-BE49-F238E27FC236}">
                      <a16:creationId xmlns:a16="http://schemas.microsoft.com/office/drawing/2014/main" id="{00328954-EE71-1558-4248-24D77ED5074D}"/>
                    </a:ext>
                  </a:extLst>
                </p:cNvPr>
                <p:cNvPicPr/>
                <p:nvPr/>
              </p:nvPicPr>
              <p:blipFill>
                <a:blip r:embed="rId85"/>
                <a:stretch>
                  <a:fillRect/>
                </a:stretch>
              </p:blipFill>
              <p:spPr>
                <a:xfrm>
                  <a:off x="1915320" y="3292080"/>
                  <a:ext cx="16524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102F0AF6-7CE9-16A8-994E-A2C25D29A6EF}"/>
                    </a:ext>
                  </a:extLst>
                </p14:cNvPr>
                <p14:cNvContentPartPr/>
                <p14:nvPr/>
              </p14:nvContentPartPr>
              <p14:xfrm>
                <a:off x="2163360" y="3548400"/>
                <a:ext cx="116640" cy="55800"/>
              </p14:xfrm>
            </p:contentPart>
          </mc:Choice>
          <mc:Fallback xmlns="">
            <p:pic>
              <p:nvPicPr>
                <p:cNvPr id="52" name="Ink 51">
                  <a:extLst>
                    <a:ext uri="{FF2B5EF4-FFF2-40B4-BE49-F238E27FC236}">
                      <a16:creationId xmlns:a16="http://schemas.microsoft.com/office/drawing/2014/main" id="{102F0AF6-7CE9-16A8-994E-A2C25D29A6EF}"/>
                    </a:ext>
                  </a:extLst>
                </p:cNvPr>
                <p:cNvPicPr/>
                <p:nvPr/>
              </p:nvPicPr>
              <p:blipFill>
                <a:blip r:embed="rId87"/>
                <a:stretch>
                  <a:fillRect/>
                </a:stretch>
              </p:blipFill>
              <p:spPr>
                <a:xfrm>
                  <a:off x="2159040" y="3544080"/>
                  <a:ext cx="1252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44CB46F6-FF85-0FAF-1AFE-2B7260B8254F}"/>
                    </a:ext>
                  </a:extLst>
                </p14:cNvPr>
                <p14:cNvContentPartPr/>
                <p14:nvPr/>
              </p14:nvContentPartPr>
              <p14:xfrm>
                <a:off x="2369280" y="3265440"/>
                <a:ext cx="144360" cy="295920"/>
              </p14:xfrm>
            </p:contentPart>
          </mc:Choice>
          <mc:Fallback xmlns="">
            <p:pic>
              <p:nvPicPr>
                <p:cNvPr id="53" name="Ink 52">
                  <a:extLst>
                    <a:ext uri="{FF2B5EF4-FFF2-40B4-BE49-F238E27FC236}">
                      <a16:creationId xmlns:a16="http://schemas.microsoft.com/office/drawing/2014/main" id="{44CB46F6-FF85-0FAF-1AFE-2B7260B8254F}"/>
                    </a:ext>
                  </a:extLst>
                </p:cNvPr>
                <p:cNvPicPr/>
                <p:nvPr/>
              </p:nvPicPr>
              <p:blipFill>
                <a:blip r:embed="rId89"/>
                <a:stretch>
                  <a:fillRect/>
                </a:stretch>
              </p:blipFill>
              <p:spPr>
                <a:xfrm>
                  <a:off x="2364960" y="3261120"/>
                  <a:ext cx="15300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1A0BEEA4-30BB-6FBF-28A1-365131099DE6}"/>
                    </a:ext>
                  </a:extLst>
                </p14:cNvPr>
                <p14:cNvContentPartPr/>
                <p14:nvPr/>
              </p14:nvContentPartPr>
              <p14:xfrm>
                <a:off x="2636400" y="3197760"/>
                <a:ext cx="123840" cy="292320"/>
              </p14:xfrm>
            </p:contentPart>
          </mc:Choice>
          <mc:Fallback xmlns="">
            <p:pic>
              <p:nvPicPr>
                <p:cNvPr id="54" name="Ink 53">
                  <a:extLst>
                    <a:ext uri="{FF2B5EF4-FFF2-40B4-BE49-F238E27FC236}">
                      <a16:creationId xmlns:a16="http://schemas.microsoft.com/office/drawing/2014/main" id="{1A0BEEA4-30BB-6FBF-28A1-365131099DE6}"/>
                    </a:ext>
                  </a:extLst>
                </p:cNvPr>
                <p:cNvPicPr/>
                <p:nvPr/>
              </p:nvPicPr>
              <p:blipFill>
                <a:blip r:embed="rId91"/>
                <a:stretch>
                  <a:fillRect/>
                </a:stretch>
              </p:blipFill>
              <p:spPr>
                <a:xfrm>
                  <a:off x="2632080" y="3193440"/>
                  <a:ext cx="1324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4EE8DE10-69CB-8DF8-8ECE-1A09EE6F4329}"/>
                    </a:ext>
                  </a:extLst>
                </p14:cNvPr>
                <p14:cNvContentPartPr/>
                <p14:nvPr/>
              </p14:nvContentPartPr>
              <p14:xfrm>
                <a:off x="2865000" y="3150240"/>
                <a:ext cx="44640" cy="292320"/>
              </p14:xfrm>
            </p:contentPart>
          </mc:Choice>
          <mc:Fallback xmlns="">
            <p:pic>
              <p:nvPicPr>
                <p:cNvPr id="55" name="Ink 54">
                  <a:extLst>
                    <a:ext uri="{FF2B5EF4-FFF2-40B4-BE49-F238E27FC236}">
                      <a16:creationId xmlns:a16="http://schemas.microsoft.com/office/drawing/2014/main" id="{4EE8DE10-69CB-8DF8-8ECE-1A09EE6F4329}"/>
                    </a:ext>
                  </a:extLst>
                </p:cNvPr>
                <p:cNvPicPr/>
                <p:nvPr/>
              </p:nvPicPr>
              <p:blipFill>
                <a:blip r:embed="rId93"/>
                <a:stretch>
                  <a:fillRect/>
                </a:stretch>
              </p:blipFill>
              <p:spPr>
                <a:xfrm>
                  <a:off x="2860680" y="3145920"/>
                  <a:ext cx="532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1FC6FA19-3C40-746C-A638-5E497ED5FFBE}"/>
                    </a:ext>
                  </a:extLst>
                </p14:cNvPr>
                <p14:cNvContentPartPr/>
                <p14:nvPr/>
              </p14:nvContentPartPr>
              <p14:xfrm>
                <a:off x="2930160" y="3361200"/>
                <a:ext cx="135000" cy="71640"/>
              </p14:xfrm>
            </p:contentPart>
          </mc:Choice>
          <mc:Fallback xmlns="">
            <p:pic>
              <p:nvPicPr>
                <p:cNvPr id="56" name="Ink 55">
                  <a:extLst>
                    <a:ext uri="{FF2B5EF4-FFF2-40B4-BE49-F238E27FC236}">
                      <a16:creationId xmlns:a16="http://schemas.microsoft.com/office/drawing/2014/main" id="{1FC6FA19-3C40-746C-A638-5E497ED5FFBE}"/>
                    </a:ext>
                  </a:extLst>
                </p:cNvPr>
                <p:cNvPicPr/>
                <p:nvPr/>
              </p:nvPicPr>
              <p:blipFill>
                <a:blip r:embed="rId95"/>
                <a:stretch>
                  <a:fillRect/>
                </a:stretch>
              </p:blipFill>
              <p:spPr>
                <a:xfrm>
                  <a:off x="2925840" y="3356880"/>
                  <a:ext cx="143640" cy="80280"/>
                </a:xfrm>
                <a:prstGeom prst="rect">
                  <a:avLst/>
                </a:prstGeom>
              </p:spPr>
            </p:pic>
          </mc:Fallback>
        </mc:AlternateContent>
      </p:grpSp>
      <p:grpSp>
        <p:nvGrpSpPr>
          <p:cNvPr id="81" name="Group 80">
            <a:extLst>
              <a:ext uri="{FF2B5EF4-FFF2-40B4-BE49-F238E27FC236}">
                <a16:creationId xmlns:a16="http://schemas.microsoft.com/office/drawing/2014/main" id="{73277FE9-6A44-02E6-9ADE-F8CB22808396}"/>
              </a:ext>
            </a:extLst>
          </p:cNvPr>
          <p:cNvGrpSpPr/>
          <p:nvPr/>
        </p:nvGrpSpPr>
        <p:grpSpPr>
          <a:xfrm>
            <a:off x="3503280" y="3093720"/>
            <a:ext cx="782640" cy="351360"/>
            <a:chOff x="3503280" y="3093720"/>
            <a:chExt cx="782640" cy="351360"/>
          </a:xfrm>
        </p:grpSpPr>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0EC078A5-847E-0D3D-ECD1-39DE8BD15AF7}"/>
                    </a:ext>
                  </a:extLst>
                </p14:cNvPr>
                <p14:cNvContentPartPr/>
                <p14:nvPr/>
              </p14:nvContentPartPr>
              <p14:xfrm>
                <a:off x="3503280" y="3093720"/>
                <a:ext cx="203040" cy="299520"/>
              </p14:xfrm>
            </p:contentPart>
          </mc:Choice>
          <mc:Fallback xmlns="">
            <p:pic>
              <p:nvPicPr>
                <p:cNvPr id="59" name="Ink 58">
                  <a:extLst>
                    <a:ext uri="{FF2B5EF4-FFF2-40B4-BE49-F238E27FC236}">
                      <a16:creationId xmlns:a16="http://schemas.microsoft.com/office/drawing/2014/main" id="{0EC078A5-847E-0D3D-ECD1-39DE8BD15AF7}"/>
                    </a:ext>
                  </a:extLst>
                </p:cNvPr>
                <p:cNvPicPr/>
                <p:nvPr/>
              </p:nvPicPr>
              <p:blipFill>
                <a:blip r:embed="rId97"/>
                <a:stretch>
                  <a:fillRect/>
                </a:stretch>
              </p:blipFill>
              <p:spPr>
                <a:xfrm>
                  <a:off x="3498960" y="3089400"/>
                  <a:ext cx="2116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5EBDD66E-2939-6FA9-EE6B-380EA2B508E3}"/>
                    </a:ext>
                  </a:extLst>
                </p14:cNvPr>
                <p14:cNvContentPartPr/>
                <p14:nvPr/>
              </p14:nvContentPartPr>
              <p14:xfrm>
                <a:off x="3692280" y="3273720"/>
                <a:ext cx="270000" cy="171360"/>
              </p14:xfrm>
            </p:contentPart>
          </mc:Choice>
          <mc:Fallback xmlns="">
            <p:pic>
              <p:nvPicPr>
                <p:cNvPr id="60" name="Ink 59">
                  <a:extLst>
                    <a:ext uri="{FF2B5EF4-FFF2-40B4-BE49-F238E27FC236}">
                      <a16:creationId xmlns:a16="http://schemas.microsoft.com/office/drawing/2014/main" id="{5EBDD66E-2939-6FA9-EE6B-380EA2B508E3}"/>
                    </a:ext>
                  </a:extLst>
                </p:cNvPr>
                <p:cNvPicPr/>
                <p:nvPr/>
              </p:nvPicPr>
              <p:blipFill>
                <a:blip r:embed="rId99"/>
                <a:stretch>
                  <a:fillRect/>
                </a:stretch>
              </p:blipFill>
              <p:spPr>
                <a:xfrm>
                  <a:off x="3687960" y="3269400"/>
                  <a:ext cx="2786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9880D7D9-70D3-E427-0D13-FA61F15F31BD}"/>
                    </a:ext>
                  </a:extLst>
                </p14:cNvPr>
                <p14:cNvContentPartPr/>
                <p14:nvPr/>
              </p14:nvContentPartPr>
              <p14:xfrm>
                <a:off x="4150560" y="3105960"/>
                <a:ext cx="56160" cy="287640"/>
              </p14:xfrm>
            </p:contentPart>
          </mc:Choice>
          <mc:Fallback xmlns="">
            <p:pic>
              <p:nvPicPr>
                <p:cNvPr id="61" name="Ink 60">
                  <a:extLst>
                    <a:ext uri="{FF2B5EF4-FFF2-40B4-BE49-F238E27FC236}">
                      <a16:creationId xmlns:a16="http://schemas.microsoft.com/office/drawing/2014/main" id="{9880D7D9-70D3-E427-0D13-FA61F15F31BD}"/>
                    </a:ext>
                  </a:extLst>
                </p:cNvPr>
                <p:cNvPicPr/>
                <p:nvPr/>
              </p:nvPicPr>
              <p:blipFill>
                <a:blip r:embed="rId101"/>
                <a:stretch>
                  <a:fillRect/>
                </a:stretch>
              </p:blipFill>
              <p:spPr>
                <a:xfrm>
                  <a:off x="4146240" y="3101640"/>
                  <a:ext cx="6480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C36EC197-9E64-61E2-230A-60BE79787273}"/>
                    </a:ext>
                  </a:extLst>
                </p14:cNvPr>
                <p14:cNvContentPartPr/>
                <p14:nvPr/>
              </p14:nvContentPartPr>
              <p14:xfrm>
                <a:off x="4137240" y="3230520"/>
                <a:ext cx="148680" cy="2160"/>
              </p14:xfrm>
            </p:contentPart>
          </mc:Choice>
          <mc:Fallback xmlns="">
            <p:pic>
              <p:nvPicPr>
                <p:cNvPr id="62" name="Ink 61">
                  <a:extLst>
                    <a:ext uri="{FF2B5EF4-FFF2-40B4-BE49-F238E27FC236}">
                      <a16:creationId xmlns:a16="http://schemas.microsoft.com/office/drawing/2014/main" id="{C36EC197-9E64-61E2-230A-60BE79787273}"/>
                    </a:ext>
                  </a:extLst>
                </p:cNvPr>
                <p:cNvPicPr/>
                <p:nvPr/>
              </p:nvPicPr>
              <p:blipFill>
                <a:blip r:embed="rId103"/>
                <a:stretch>
                  <a:fillRect/>
                </a:stretch>
              </p:blipFill>
              <p:spPr>
                <a:xfrm>
                  <a:off x="4132920" y="3226200"/>
                  <a:ext cx="157320" cy="10800"/>
                </a:xfrm>
                <a:prstGeom prst="rect">
                  <a:avLst/>
                </a:prstGeom>
              </p:spPr>
            </p:pic>
          </mc:Fallback>
        </mc:AlternateContent>
      </p:grpSp>
      <p:grpSp>
        <p:nvGrpSpPr>
          <p:cNvPr id="80" name="Group 79">
            <a:extLst>
              <a:ext uri="{FF2B5EF4-FFF2-40B4-BE49-F238E27FC236}">
                <a16:creationId xmlns:a16="http://schemas.microsoft.com/office/drawing/2014/main" id="{2FEAE3CB-5296-C095-9DB3-2DD372690196}"/>
              </a:ext>
            </a:extLst>
          </p:cNvPr>
          <p:cNvGrpSpPr/>
          <p:nvPr/>
        </p:nvGrpSpPr>
        <p:grpSpPr>
          <a:xfrm>
            <a:off x="4823400" y="3144120"/>
            <a:ext cx="998640" cy="471600"/>
            <a:chOff x="4823400" y="3144120"/>
            <a:chExt cx="998640" cy="471600"/>
          </a:xfrm>
        </p:grpSpPr>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1289A961-A103-79A8-0F41-AD529E063FDC}"/>
                    </a:ext>
                  </a:extLst>
                </p14:cNvPr>
                <p14:cNvContentPartPr/>
                <p14:nvPr/>
              </p14:nvContentPartPr>
              <p14:xfrm>
                <a:off x="4823400" y="3157800"/>
                <a:ext cx="103680" cy="180360"/>
              </p14:xfrm>
            </p:contentPart>
          </mc:Choice>
          <mc:Fallback xmlns="">
            <p:pic>
              <p:nvPicPr>
                <p:cNvPr id="63" name="Ink 62">
                  <a:extLst>
                    <a:ext uri="{FF2B5EF4-FFF2-40B4-BE49-F238E27FC236}">
                      <a16:creationId xmlns:a16="http://schemas.microsoft.com/office/drawing/2014/main" id="{1289A961-A103-79A8-0F41-AD529E063FDC}"/>
                    </a:ext>
                  </a:extLst>
                </p:cNvPr>
                <p:cNvPicPr/>
                <p:nvPr/>
              </p:nvPicPr>
              <p:blipFill>
                <a:blip r:embed="rId105"/>
                <a:stretch>
                  <a:fillRect/>
                </a:stretch>
              </p:blipFill>
              <p:spPr>
                <a:xfrm>
                  <a:off x="4819080" y="3153480"/>
                  <a:ext cx="1123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BEEA69F5-1651-4059-0AF4-FEA8987303CB}"/>
                    </a:ext>
                  </a:extLst>
                </p14:cNvPr>
                <p14:cNvContentPartPr/>
                <p14:nvPr/>
              </p14:nvContentPartPr>
              <p14:xfrm>
                <a:off x="4959120" y="3176880"/>
                <a:ext cx="231840" cy="438840"/>
              </p14:xfrm>
            </p:contentPart>
          </mc:Choice>
          <mc:Fallback xmlns="">
            <p:pic>
              <p:nvPicPr>
                <p:cNvPr id="64" name="Ink 63">
                  <a:extLst>
                    <a:ext uri="{FF2B5EF4-FFF2-40B4-BE49-F238E27FC236}">
                      <a16:creationId xmlns:a16="http://schemas.microsoft.com/office/drawing/2014/main" id="{BEEA69F5-1651-4059-0AF4-FEA8987303CB}"/>
                    </a:ext>
                  </a:extLst>
                </p:cNvPr>
                <p:cNvPicPr/>
                <p:nvPr/>
              </p:nvPicPr>
              <p:blipFill>
                <a:blip r:embed="rId107"/>
                <a:stretch>
                  <a:fillRect/>
                </a:stretch>
              </p:blipFill>
              <p:spPr>
                <a:xfrm>
                  <a:off x="4954800" y="3172560"/>
                  <a:ext cx="24048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9DDBF7D8-676A-66BF-16E6-A6A402DDE5DB}"/>
                    </a:ext>
                  </a:extLst>
                </p14:cNvPr>
                <p14:cNvContentPartPr/>
                <p14:nvPr/>
              </p14:nvContentPartPr>
              <p14:xfrm>
                <a:off x="5269080" y="3202080"/>
                <a:ext cx="187200" cy="105120"/>
              </p14:xfrm>
            </p:contentPart>
          </mc:Choice>
          <mc:Fallback xmlns="">
            <p:pic>
              <p:nvPicPr>
                <p:cNvPr id="65" name="Ink 64">
                  <a:extLst>
                    <a:ext uri="{FF2B5EF4-FFF2-40B4-BE49-F238E27FC236}">
                      <a16:creationId xmlns:a16="http://schemas.microsoft.com/office/drawing/2014/main" id="{9DDBF7D8-676A-66BF-16E6-A6A402DDE5DB}"/>
                    </a:ext>
                  </a:extLst>
                </p:cNvPr>
                <p:cNvPicPr/>
                <p:nvPr/>
              </p:nvPicPr>
              <p:blipFill>
                <a:blip r:embed="rId109"/>
                <a:stretch>
                  <a:fillRect/>
                </a:stretch>
              </p:blipFill>
              <p:spPr>
                <a:xfrm>
                  <a:off x="5264760" y="3197760"/>
                  <a:ext cx="1958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6CF01ABA-4D87-F8A4-A72A-0ACD3F9B4508}"/>
                    </a:ext>
                  </a:extLst>
                </p14:cNvPr>
                <p14:cNvContentPartPr/>
                <p14:nvPr/>
              </p14:nvContentPartPr>
              <p14:xfrm>
                <a:off x="5530800" y="3147360"/>
                <a:ext cx="77400" cy="110520"/>
              </p14:xfrm>
            </p:contentPart>
          </mc:Choice>
          <mc:Fallback xmlns="">
            <p:pic>
              <p:nvPicPr>
                <p:cNvPr id="66" name="Ink 65">
                  <a:extLst>
                    <a:ext uri="{FF2B5EF4-FFF2-40B4-BE49-F238E27FC236}">
                      <a16:creationId xmlns:a16="http://schemas.microsoft.com/office/drawing/2014/main" id="{6CF01ABA-4D87-F8A4-A72A-0ACD3F9B4508}"/>
                    </a:ext>
                  </a:extLst>
                </p:cNvPr>
                <p:cNvPicPr/>
                <p:nvPr/>
              </p:nvPicPr>
              <p:blipFill>
                <a:blip r:embed="rId111"/>
                <a:stretch>
                  <a:fillRect/>
                </a:stretch>
              </p:blipFill>
              <p:spPr>
                <a:xfrm>
                  <a:off x="5526480" y="3143040"/>
                  <a:ext cx="8604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ABF1EF04-371E-CF19-029A-393A65C09C6D}"/>
                    </a:ext>
                  </a:extLst>
                </p14:cNvPr>
                <p14:cNvContentPartPr/>
                <p14:nvPr/>
              </p14:nvContentPartPr>
              <p14:xfrm>
                <a:off x="5607840" y="3144120"/>
                <a:ext cx="214200" cy="98280"/>
              </p14:xfrm>
            </p:contentPart>
          </mc:Choice>
          <mc:Fallback xmlns="">
            <p:pic>
              <p:nvPicPr>
                <p:cNvPr id="67" name="Ink 66">
                  <a:extLst>
                    <a:ext uri="{FF2B5EF4-FFF2-40B4-BE49-F238E27FC236}">
                      <a16:creationId xmlns:a16="http://schemas.microsoft.com/office/drawing/2014/main" id="{ABF1EF04-371E-CF19-029A-393A65C09C6D}"/>
                    </a:ext>
                  </a:extLst>
                </p:cNvPr>
                <p:cNvPicPr/>
                <p:nvPr/>
              </p:nvPicPr>
              <p:blipFill>
                <a:blip r:embed="rId113"/>
                <a:stretch>
                  <a:fillRect/>
                </a:stretch>
              </p:blipFill>
              <p:spPr>
                <a:xfrm>
                  <a:off x="5603520" y="3139800"/>
                  <a:ext cx="222840" cy="106920"/>
                </a:xfrm>
                <a:prstGeom prst="rect">
                  <a:avLst/>
                </a:prstGeom>
              </p:spPr>
            </p:pic>
          </mc:Fallback>
        </mc:AlternateContent>
      </p:grpSp>
      <p:grpSp>
        <p:nvGrpSpPr>
          <p:cNvPr id="79" name="Group 78">
            <a:extLst>
              <a:ext uri="{FF2B5EF4-FFF2-40B4-BE49-F238E27FC236}">
                <a16:creationId xmlns:a16="http://schemas.microsoft.com/office/drawing/2014/main" id="{67248EF3-866C-D420-C65A-35DAF34CF688}"/>
              </a:ext>
            </a:extLst>
          </p:cNvPr>
          <p:cNvGrpSpPr/>
          <p:nvPr/>
        </p:nvGrpSpPr>
        <p:grpSpPr>
          <a:xfrm>
            <a:off x="6163320" y="2811480"/>
            <a:ext cx="2205360" cy="838800"/>
            <a:chOff x="6163320" y="2811480"/>
            <a:chExt cx="2205360" cy="838800"/>
          </a:xfrm>
        </p:grpSpPr>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46FC04FF-E82B-6063-35C9-A1D81761706C}"/>
                    </a:ext>
                  </a:extLst>
                </p14:cNvPr>
                <p14:cNvContentPartPr/>
                <p14:nvPr/>
              </p14:nvContentPartPr>
              <p14:xfrm>
                <a:off x="6163320" y="3043320"/>
                <a:ext cx="235800" cy="212040"/>
              </p14:xfrm>
            </p:contentPart>
          </mc:Choice>
          <mc:Fallback xmlns="">
            <p:pic>
              <p:nvPicPr>
                <p:cNvPr id="68" name="Ink 67">
                  <a:extLst>
                    <a:ext uri="{FF2B5EF4-FFF2-40B4-BE49-F238E27FC236}">
                      <a16:creationId xmlns:a16="http://schemas.microsoft.com/office/drawing/2014/main" id="{46FC04FF-E82B-6063-35C9-A1D81761706C}"/>
                    </a:ext>
                  </a:extLst>
                </p:cNvPr>
                <p:cNvPicPr/>
                <p:nvPr/>
              </p:nvPicPr>
              <p:blipFill>
                <a:blip r:embed="rId115"/>
                <a:stretch>
                  <a:fillRect/>
                </a:stretch>
              </p:blipFill>
              <p:spPr>
                <a:xfrm>
                  <a:off x="6159000" y="3039000"/>
                  <a:ext cx="2444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66388D49-65E7-FB11-2469-AC384C62BF6E}"/>
                    </a:ext>
                  </a:extLst>
                </p14:cNvPr>
                <p14:cNvContentPartPr/>
                <p14:nvPr/>
              </p14:nvContentPartPr>
              <p14:xfrm>
                <a:off x="6349080" y="3049800"/>
                <a:ext cx="163800" cy="203040"/>
              </p14:xfrm>
            </p:contentPart>
          </mc:Choice>
          <mc:Fallback xmlns="">
            <p:pic>
              <p:nvPicPr>
                <p:cNvPr id="69" name="Ink 68">
                  <a:extLst>
                    <a:ext uri="{FF2B5EF4-FFF2-40B4-BE49-F238E27FC236}">
                      <a16:creationId xmlns:a16="http://schemas.microsoft.com/office/drawing/2014/main" id="{66388D49-65E7-FB11-2469-AC384C62BF6E}"/>
                    </a:ext>
                  </a:extLst>
                </p:cNvPr>
                <p:cNvPicPr/>
                <p:nvPr/>
              </p:nvPicPr>
              <p:blipFill>
                <a:blip r:embed="rId117"/>
                <a:stretch>
                  <a:fillRect/>
                </a:stretch>
              </p:blipFill>
              <p:spPr>
                <a:xfrm>
                  <a:off x="6344760" y="3045480"/>
                  <a:ext cx="1724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2AD2B975-D4D3-7848-50C5-BC12FE0EAC22}"/>
                    </a:ext>
                  </a:extLst>
                </p14:cNvPr>
                <p14:cNvContentPartPr/>
                <p14:nvPr/>
              </p14:nvContentPartPr>
              <p14:xfrm>
                <a:off x="6470760" y="3099840"/>
                <a:ext cx="367200" cy="151560"/>
              </p14:xfrm>
            </p:contentPart>
          </mc:Choice>
          <mc:Fallback xmlns="">
            <p:pic>
              <p:nvPicPr>
                <p:cNvPr id="70" name="Ink 69">
                  <a:extLst>
                    <a:ext uri="{FF2B5EF4-FFF2-40B4-BE49-F238E27FC236}">
                      <a16:creationId xmlns:a16="http://schemas.microsoft.com/office/drawing/2014/main" id="{2AD2B975-D4D3-7848-50C5-BC12FE0EAC22}"/>
                    </a:ext>
                  </a:extLst>
                </p:cNvPr>
                <p:cNvPicPr/>
                <p:nvPr/>
              </p:nvPicPr>
              <p:blipFill>
                <a:blip r:embed="rId119"/>
                <a:stretch>
                  <a:fillRect/>
                </a:stretch>
              </p:blipFill>
              <p:spPr>
                <a:xfrm>
                  <a:off x="6466440" y="3095520"/>
                  <a:ext cx="3758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1" name="Ink 70">
                  <a:extLst>
                    <a:ext uri="{FF2B5EF4-FFF2-40B4-BE49-F238E27FC236}">
                      <a16:creationId xmlns:a16="http://schemas.microsoft.com/office/drawing/2014/main" id="{3BC1374B-9DF4-95B5-5988-D4E72B12F4D9}"/>
                    </a:ext>
                  </a:extLst>
                </p14:cNvPr>
                <p14:cNvContentPartPr/>
                <p14:nvPr/>
              </p14:nvContentPartPr>
              <p14:xfrm>
                <a:off x="6949200" y="3059160"/>
                <a:ext cx="222120" cy="400680"/>
              </p14:xfrm>
            </p:contentPart>
          </mc:Choice>
          <mc:Fallback xmlns="">
            <p:pic>
              <p:nvPicPr>
                <p:cNvPr id="71" name="Ink 70">
                  <a:extLst>
                    <a:ext uri="{FF2B5EF4-FFF2-40B4-BE49-F238E27FC236}">
                      <a16:creationId xmlns:a16="http://schemas.microsoft.com/office/drawing/2014/main" id="{3BC1374B-9DF4-95B5-5988-D4E72B12F4D9}"/>
                    </a:ext>
                  </a:extLst>
                </p:cNvPr>
                <p:cNvPicPr/>
                <p:nvPr/>
              </p:nvPicPr>
              <p:blipFill>
                <a:blip r:embed="rId121"/>
                <a:stretch>
                  <a:fillRect/>
                </a:stretch>
              </p:blipFill>
              <p:spPr>
                <a:xfrm>
                  <a:off x="6944880" y="3054840"/>
                  <a:ext cx="23076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2" name="Ink 71">
                  <a:extLst>
                    <a:ext uri="{FF2B5EF4-FFF2-40B4-BE49-F238E27FC236}">
                      <a16:creationId xmlns:a16="http://schemas.microsoft.com/office/drawing/2014/main" id="{7984A24F-57DB-6BCD-DAF2-F09D0685EB3B}"/>
                    </a:ext>
                  </a:extLst>
                </p14:cNvPr>
                <p14:cNvContentPartPr/>
                <p14:nvPr/>
              </p14:nvContentPartPr>
              <p14:xfrm>
                <a:off x="7215240" y="2811480"/>
                <a:ext cx="167760" cy="340920"/>
              </p14:xfrm>
            </p:contentPart>
          </mc:Choice>
          <mc:Fallback xmlns="">
            <p:pic>
              <p:nvPicPr>
                <p:cNvPr id="72" name="Ink 71">
                  <a:extLst>
                    <a:ext uri="{FF2B5EF4-FFF2-40B4-BE49-F238E27FC236}">
                      <a16:creationId xmlns:a16="http://schemas.microsoft.com/office/drawing/2014/main" id="{7984A24F-57DB-6BCD-DAF2-F09D0685EB3B}"/>
                    </a:ext>
                  </a:extLst>
                </p:cNvPr>
                <p:cNvPicPr/>
                <p:nvPr/>
              </p:nvPicPr>
              <p:blipFill>
                <a:blip r:embed="rId123"/>
                <a:stretch>
                  <a:fillRect/>
                </a:stretch>
              </p:blipFill>
              <p:spPr>
                <a:xfrm>
                  <a:off x="7210920" y="2807160"/>
                  <a:ext cx="17640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F2D54FBB-05C5-4899-320B-4FB437EB4304}"/>
                    </a:ext>
                  </a:extLst>
                </p14:cNvPr>
                <p14:cNvContentPartPr/>
                <p14:nvPr/>
              </p14:nvContentPartPr>
              <p14:xfrm>
                <a:off x="7253760" y="3087600"/>
                <a:ext cx="203040" cy="154440"/>
              </p14:xfrm>
            </p:contentPart>
          </mc:Choice>
          <mc:Fallback xmlns="">
            <p:pic>
              <p:nvPicPr>
                <p:cNvPr id="73" name="Ink 72">
                  <a:extLst>
                    <a:ext uri="{FF2B5EF4-FFF2-40B4-BE49-F238E27FC236}">
                      <a16:creationId xmlns:a16="http://schemas.microsoft.com/office/drawing/2014/main" id="{F2D54FBB-05C5-4899-320B-4FB437EB4304}"/>
                    </a:ext>
                  </a:extLst>
                </p:cNvPr>
                <p:cNvPicPr/>
                <p:nvPr/>
              </p:nvPicPr>
              <p:blipFill>
                <a:blip r:embed="rId125"/>
                <a:stretch>
                  <a:fillRect/>
                </a:stretch>
              </p:blipFill>
              <p:spPr>
                <a:xfrm>
                  <a:off x="7249440" y="3083280"/>
                  <a:ext cx="2116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52F8D1C6-C7D3-D245-968B-8670A354EBB7}"/>
                    </a:ext>
                  </a:extLst>
                </p14:cNvPr>
                <p14:cNvContentPartPr/>
                <p14:nvPr/>
              </p14:nvContentPartPr>
              <p14:xfrm>
                <a:off x="7490280" y="3063480"/>
                <a:ext cx="187200" cy="146880"/>
              </p14:xfrm>
            </p:contentPart>
          </mc:Choice>
          <mc:Fallback xmlns="">
            <p:pic>
              <p:nvPicPr>
                <p:cNvPr id="74" name="Ink 73">
                  <a:extLst>
                    <a:ext uri="{FF2B5EF4-FFF2-40B4-BE49-F238E27FC236}">
                      <a16:creationId xmlns:a16="http://schemas.microsoft.com/office/drawing/2014/main" id="{52F8D1C6-C7D3-D245-968B-8670A354EBB7}"/>
                    </a:ext>
                  </a:extLst>
                </p:cNvPr>
                <p:cNvPicPr/>
                <p:nvPr/>
              </p:nvPicPr>
              <p:blipFill>
                <a:blip r:embed="rId127"/>
                <a:stretch>
                  <a:fillRect/>
                </a:stretch>
              </p:blipFill>
              <p:spPr>
                <a:xfrm>
                  <a:off x="7485960" y="3059160"/>
                  <a:ext cx="1958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5" name="Ink 74">
                  <a:extLst>
                    <a:ext uri="{FF2B5EF4-FFF2-40B4-BE49-F238E27FC236}">
                      <a16:creationId xmlns:a16="http://schemas.microsoft.com/office/drawing/2014/main" id="{7058C3B4-83B4-6603-F48B-44972A8B3B6F}"/>
                    </a:ext>
                  </a:extLst>
                </p14:cNvPr>
                <p14:cNvContentPartPr/>
                <p14:nvPr/>
              </p14:nvContentPartPr>
              <p14:xfrm>
                <a:off x="7786920" y="2920560"/>
                <a:ext cx="177480" cy="291240"/>
              </p14:xfrm>
            </p:contentPart>
          </mc:Choice>
          <mc:Fallback xmlns="">
            <p:pic>
              <p:nvPicPr>
                <p:cNvPr id="75" name="Ink 74">
                  <a:extLst>
                    <a:ext uri="{FF2B5EF4-FFF2-40B4-BE49-F238E27FC236}">
                      <a16:creationId xmlns:a16="http://schemas.microsoft.com/office/drawing/2014/main" id="{7058C3B4-83B4-6603-F48B-44972A8B3B6F}"/>
                    </a:ext>
                  </a:extLst>
                </p:cNvPr>
                <p:cNvPicPr/>
                <p:nvPr/>
              </p:nvPicPr>
              <p:blipFill>
                <a:blip r:embed="rId129"/>
                <a:stretch>
                  <a:fillRect/>
                </a:stretch>
              </p:blipFill>
              <p:spPr>
                <a:xfrm>
                  <a:off x="7782600" y="2916240"/>
                  <a:ext cx="18612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6" name="Ink 75">
                  <a:extLst>
                    <a:ext uri="{FF2B5EF4-FFF2-40B4-BE49-F238E27FC236}">
                      <a16:creationId xmlns:a16="http://schemas.microsoft.com/office/drawing/2014/main" id="{0C8888E0-C795-CB88-3260-A64D681CB1B3}"/>
                    </a:ext>
                  </a:extLst>
                </p14:cNvPr>
                <p14:cNvContentPartPr/>
                <p14:nvPr/>
              </p14:nvContentPartPr>
              <p14:xfrm>
                <a:off x="7998600" y="2947560"/>
                <a:ext cx="113760" cy="299160"/>
              </p14:xfrm>
            </p:contentPart>
          </mc:Choice>
          <mc:Fallback xmlns="">
            <p:pic>
              <p:nvPicPr>
                <p:cNvPr id="76" name="Ink 75">
                  <a:extLst>
                    <a:ext uri="{FF2B5EF4-FFF2-40B4-BE49-F238E27FC236}">
                      <a16:creationId xmlns:a16="http://schemas.microsoft.com/office/drawing/2014/main" id="{0C8888E0-C795-CB88-3260-A64D681CB1B3}"/>
                    </a:ext>
                  </a:extLst>
                </p:cNvPr>
                <p:cNvPicPr/>
                <p:nvPr/>
              </p:nvPicPr>
              <p:blipFill>
                <a:blip r:embed="rId131"/>
                <a:stretch>
                  <a:fillRect/>
                </a:stretch>
              </p:blipFill>
              <p:spPr>
                <a:xfrm>
                  <a:off x="7994280" y="2943240"/>
                  <a:ext cx="1224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7" name="Ink 76">
                  <a:extLst>
                    <a:ext uri="{FF2B5EF4-FFF2-40B4-BE49-F238E27FC236}">
                      <a16:creationId xmlns:a16="http://schemas.microsoft.com/office/drawing/2014/main" id="{359E879F-3058-C044-3E36-861CFCB59AD9}"/>
                    </a:ext>
                  </a:extLst>
                </p14:cNvPr>
                <p14:cNvContentPartPr/>
                <p14:nvPr/>
              </p14:nvContentPartPr>
              <p14:xfrm>
                <a:off x="7898520" y="3117120"/>
                <a:ext cx="360360" cy="104400"/>
              </p14:xfrm>
            </p:contentPart>
          </mc:Choice>
          <mc:Fallback xmlns="">
            <p:pic>
              <p:nvPicPr>
                <p:cNvPr id="77" name="Ink 76">
                  <a:extLst>
                    <a:ext uri="{FF2B5EF4-FFF2-40B4-BE49-F238E27FC236}">
                      <a16:creationId xmlns:a16="http://schemas.microsoft.com/office/drawing/2014/main" id="{359E879F-3058-C044-3E36-861CFCB59AD9}"/>
                    </a:ext>
                  </a:extLst>
                </p:cNvPr>
                <p:cNvPicPr/>
                <p:nvPr/>
              </p:nvPicPr>
              <p:blipFill>
                <a:blip r:embed="rId133"/>
                <a:stretch>
                  <a:fillRect/>
                </a:stretch>
              </p:blipFill>
              <p:spPr>
                <a:xfrm>
                  <a:off x="7894200" y="3112800"/>
                  <a:ext cx="3690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8" name="Ink 77">
                  <a:extLst>
                    <a:ext uri="{FF2B5EF4-FFF2-40B4-BE49-F238E27FC236}">
                      <a16:creationId xmlns:a16="http://schemas.microsoft.com/office/drawing/2014/main" id="{E9EA9D65-FA27-D156-4329-414E9B0143F5}"/>
                    </a:ext>
                  </a:extLst>
                </p14:cNvPr>
                <p14:cNvContentPartPr/>
                <p14:nvPr/>
              </p14:nvContentPartPr>
              <p14:xfrm>
                <a:off x="7786920" y="3130080"/>
                <a:ext cx="581760" cy="520200"/>
              </p14:xfrm>
            </p:contentPart>
          </mc:Choice>
          <mc:Fallback xmlns="">
            <p:pic>
              <p:nvPicPr>
                <p:cNvPr id="78" name="Ink 77">
                  <a:extLst>
                    <a:ext uri="{FF2B5EF4-FFF2-40B4-BE49-F238E27FC236}">
                      <a16:creationId xmlns:a16="http://schemas.microsoft.com/office/drawing/2014/main" id="{E9EA9D65-FA27-D156-4329-414E9B0143F5}"/>
                    </a:ext>
                  </a:extLst>
                </p:cNvPr>
                <p:cNvPicPr/>
                <p:nvPr/>
              </p:nvPicPr>
              <p:blipFill>
                <a:blip r:embed="rId135"/>
                <a:stretch>
                  <a:fillRect/>
                </a:stretch>
              </p:blipFill>
              <p:spPr>
                <a:xfrm>
                  <a:off x="7782600" y="3125760"/>
                  <a:ext cx="590400" cy="528840"/>
                </a:xfrm>
                <a:prstGeom prst="rect">
                  <a:avLst/>
                </a:prstGeom>
              </p:spPr>
            </p:pic>
          </mc:Fallback>
        </mc:AlternateContent>
      </p:grpSp>
      <p:grpSp>
        <p:nvGrpSpPr>
          <p:cNvPr id="88" name="Group 87">
            <a:extLst>
              <a:ext uri="{FF2B5EF4-FFF2-40B4-BE49-F238E27FC236}">
                <a16:creationId xmlns:a16="http://schemas.microsoft.com/office/drawing/2014/main" id="{1134F03D-6927-89F0-2F24-5E05821C782C}"/>
              </a:ext>
            </a:extLst>
          </p:cNvPr>
          <p:cNvGrpSpPr/>
          <p:nvPr/>
        </p:nvGrpSpPr>
        <p:grpSpPr>
          <a:xfrm>
            <a:off x="1524000" y="4071840"/>
            <a:ext cx="980640" cy="383040"/>
            <a:chOff x="1524000" y="4071840"/>
            <a:chExt cx="980640" cy="383040"/>
          </a:xfrm>
        </p:grpSpPr>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DC6BAF8A-49B5-50F9-9957-E52F247A6BA6}"/>
                    </a:ext>
                  </a:extLst>
                </p14:cNvPr>
                <p14:cNvContentPartPr/>
                <p14:nvPr/>
              </p14:nvContentPartPr>
              <p14:xfrm>
                <a:off x="1524000" y="4161840"/>
                <a:ext cx="245880" cy="281160"/>
              </p14:xfrm>
            </p:contentPart>
          </mc:Choice>
          <mc:Fallback xmlns="">
            <p:pic>
              <p:nvPicPr>
                <p:cNvPr id="82" name="Ink 81">
                  <a:extLst>
                    <a:ext uri="{FF2B5EF4-FFF2-40B4-BE49-F238E27FC236}">
                      <a16:creationId xmlns:a16="http://schemas.microsoft.com/office/drawing/2014/main" id="{DC6BAF8A-49B5-50F9-9957-E52F247A6BA6}"/>
                    </a:ext>
                  </a:extLst>
                </p:cNvPr>
                <p:cNvPicPr/>
                <p:nvPr/>
              </p:nvPicPr>
              <p:blipFill>
                <a:blip r:embed="rId137"/>
                <a:stretch>
                  <a:fillRect/>
                </a:stretch>
              </p:blipFill>
              <p:spPr>
                <a:xfrm>
                  <a:off x="1519680" y="4157520"/>
                  <a:ext cx="25452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F589FDDD-6103-8467-733C-1B7604BE279C}"/>
                    </a:ext>
                  </a:extLst>
                </p14:cNvPr>
                <p14:cNvContentPartPr/>
                <p14:nvPr/>
              </p14:nvContentPartPr>
              <p14:xfrm>
                <a:off x="1886880" y="4158240"/>
                <a:ext cx="217800" cy="282960"/>
              </p14:xfrm>
            </p:contentPart>
          </mc:Choice>
          <mc:Fallback xmlns="">
            <p:pic>
              <p:nvPicPr>
                <p:cNvPr id="83" name="Ink 82">
                  <a:extLst>
                    <a:ext uri="{FF2B5EF4-FFF2-40B4-BE49-F238E27FC236}">
                      <a16:creationId xmlns:a16="http://schemas.microsoft.com/office/drawing/2014/main" id="{F589FDDD-6103-8467-733C-1B7604BE279C}"/>
                    </a:ext>
                  </a:extLst>
                </p:cNvPr>
                <p:cNvPicPr/>
                <p:nvPr/>
              </p:nvPicPr>
              <p:blipFill>
                <a:blip r:embed="rId139"/>
                <a:stretch>
                  <a:fillRect/>
                </a:stretch>
              </p:blipFill>
              <p:spPr>
                <a:xfrm>
                  <a:off x="1882560" y="4153920"/>
                  <a:ext cx="22644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8DC319ED-4560-D51C-4E03-AD23B62FB132}"/>
                    </a:ext>
                  </a:extLst>
                </p14:cNvPr>
                <p14:cNvContentPartPr/>
                <p14:nvPr/>
              </p14:nvContentPartPr>
              <p14:xfrm>
                <a:off x="2121960" y="4246800"/>
                <a:ext cx="167760" cy="154440"/>
              </p14:xfrm>
            </p:contentPart>
          </mc:Choice>
          <mc:Fallback xmlns="">
            <p:pic>
              <p:nvPicPr>
                <p:cNvPr id="84" name="Ink 83">
                  <a:extLst>
                    <a:ext uri="{FF2B5EF4-FFF2-40B4-BE49-F238E27FC236}">
                      <a16:creationId xmlns:a16="http://schemas.microsoft.com/office/drawing/2014/main" id="{8DC319ED-4560-D51C-4E03-AD23B62FB132}"/>
                    </a:ext>
                  </a:extLst>
                </p:cNvPr>
                <p:cNvPicPr/>
                <p:nvPr/>
              </p:nvPicPr>
              <p:blipFill>
                <a:blip r:embed="rId141"/>
                <a:stretch>
                  <a:fillRect/>
                </a:stretch>
              </p:blipFill>
              <p:spPr>
                <a:xfrm>
                  <a:off x="2117640" y="4242480"/>
                  <a:ext cx="1764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0175C7DD-214A-6951-4F58-3150089AAE91}"/>
                    </a:ext>
                  </a:extLst>
                </p14:cNvPr>
                <p14:cNvContentPartPr/>
                <p14:nvPr/>
              </p14:nvContentPartPr>
              <p14:xfrm>
                <a:off x="2395920" y="4071840"/>
                <a:ext cx="108720" cy="383040"/>
              </p14:xfrm>
            </p:contentPart>
          </mc:Choice>
          <mc:Fallback xmlns="">
            <p:pic>
              <p:nvPicPr>
                <p:cNvPr id="85" name="Ink 84">
                  <a:extLst>
                    <a:ext uri="{FF2B5EF4-FFF2-40B4-BE49-F238E27FC236}">
                      <a16:creationId xmlns:a16="http://schemas.microsoft.com/office/drawing/2014/main" id="{0175C7DD-214A-6951-4F58-3150089AAE91}"/>
                    </a:ext>
                  </a:extLst>
                </p:cNvPr>
                <p:cNvPicPr/>
                <p:nvPr/>
              </p:nvPicPr>
              <p:blipFill>
                <a:blip r:embed="rId143"/>
                <a:stretch>
                  <a:fillRect/>
                </a:stretch>
              </p:blipFill>
              <p:spPr>
                <a:xfrm>
                  <a:off x="2391600" y="4067520"/>
                  <a:ext cx="117360" cy="39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611CDDBC-159D-363D-BFD0-B4F297B79E3C}"/>
                  </a:ext>
                </a:extLst>
              </p14:cNvPr>
              <p14:cNvContentPartPr/>
              <p14:nvPr/>
            </p14:nvContentPartPr>
            <p14:xfrm>
              <a:off x="2932320" y="4214400"/>
              <a:ext cx="169920" cy="21240"/>
            </p14:xfrm>
          </p:contentPart>
        </mc:Choice>
        <mc:Fallback xmlns="">
          <p:pic>
            <p:nvPicPr>
              <p:cNvPr id="86" name="Ink 85">
                <a:extLst>
                  <a:ext uri="{FF2B5EF4-FFF2-40B4-BE49-F238E27FC236}">
                    <a16:creationId xmlns:a16="http://schemas.microsoft.com/office/drawing/2014/main" id="{611CDDBC-159D-363D-BFD0-B4F297B79E3C}"/>
                  </a:ext>
                </a:extLst>
              </p:cNvPr>
              <p:cNvPicPr/>
              <p:nvPr/>
            </p:nvPicPr>
            <p:blipFill>
              <a:blip r:embed="rId145"/>
              <a:stretch>
                <a:fillRect/>
              </a:stretch>
            </p:blipFill>
            <p:spPr>
              <a:xfrm>
                <a:off x="2928000" y="4210080"/>
                <a:ext cx="1785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573AC214-9143-086D-A61A-D849B6FF1BF2}"/>
                  </a:ext>
                </a:extLst>
              </p14:cNvPr>
              <p14:cNvContentPartPr/>
              <p14:nvPr/>
            </p14:nvContentPartPr>
            <p14:xfrm>
              <a:off x="2989920" y="4353360"/>
              <a:ext cx="169920" cy="28800"/>
            </p14:xfrm>
          </p:contentPart>
        </mc:Choice>
        <mc:Fallback xmlns="">
          <p:pic>
            <p:nvPicPr>
              <p:cNvPr id="87" name="Ink 86">
                <a:extLst>
                  <a:ext uri="{FF2B5EF4-FFF2-40B4-BE49-F238E27FC236}">
                    <a16:creationId xmlns:a16="http://schemas.microsoft.com/office/drawing/2014/main" id="{573AC214-9143-086D-A61A-D849B6FF1BF2}"/>
                  </a:ext>
                </a:extLst>
              </p:cNvPr>
              <p:cNvPicPr/>
              <p:nvPr/>
            </p:nvPicPr>
            <p:blipFill>
              <a:blip r:embed="rId147"/>
              <a:stretch>
                <a:fillRect/>
              </a:stretch>
            </p:blipFill>
            <p:spPr>
              <a:xfrm>
                <a:off x="2985600" y="4349040"/>
                <a:ext cx="178560" cy="37440"/>
              </a:xfrm>
              <a:prstGeom prst="rect">
                <a:avLst/>
              </a:prstGeom>
            </p:spPr>
          </p:pic>
        </mc:Fallback>
      </mc:AlternateContent>
      <p:grpSp>
        <p:nvGrpSpPr>
          <p:cNvPr id="91" name="Group 90">
            <a:extLst>
              <a:ext uri="{FF2B5EF4-FFF2-40B4-BE49-F238E27FC236}">
                <a16:creationId xmlns:a16="http://schemas.microsoft.com/office/drawing/2014/main" id="{D88DD558-28A5-9D52-3D5A-1CA236772AED}"/>
              </a:ext>
            </a:extLst>
          </p:cNvPr>
          <p:cNvGrpSpPr/>
          <p:nvPr/>
        </p:nvGrpSpPr>
        <p:grpSpPr>
          <a:xfrm>
            <a:off x="3613440" y="4025760"/>
            <a:ext cx="333360" cy="410040"/>
            <a:chOff x="3613440" y="4025760"/>
            <a:chExt cx="333360" cy="410040"/>
          </a:xfrm>
        </p:grpSpPr>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08651C31-6FBA-468D-0017-28C3BD01EF43}"/>
                    </a:ext>
                  </a:extLst>
                </p14:cNvPr>
                <p14:cNvContentPartPr/>
                <p14:nvPr/>
              </p14:nvContentPartPr>
              <p14:xfrm>
                <a:off x="3613440" y="4025760"/>
                <a:ext cx="333360" cy="299160"/>
              </p14:xfrm>
            </p:contentPart>
          </mc:Choice>
          <mc:Fallback xmlns="">
            <p:pic>
              <p:nvPicPr>
                <p:cNvPr id="89" name="Ink 88">
                  <a:extLst>
                    <a:ext uri="{FF2B5EF4-FFF2-40B4-BE49-F238E27FC236}">
                      <a16:creationId xmlns:a16="http://schemas.microsoft.com/office/drawing/2014/main" id="{08651C31-6FBA-468D-0017-28C3BD01EF43}"/>
                    </a:ext>
                  </a:extLst>
                </p:cNvPr>
                <p:cNvPicPr/>
                <p:nvPr/>
              </p:nvPicPr>
              <p:blipFill>
                <a:blip r:embed="rId149"/>
                <a:stretch>
                  <a:fillRect/>
                </a:stretch>
              </p:blipFill>
              <p:spPr>
                <a:xfrm>
                  <a:off x="3609120" y="4021440"/>
                  <a:ext cx="3420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E7E23026-CDF9-165C-5BE2-093BC861BD31}"/>
                    </a:ext>
                  </a:extLst>
                </p14:cNvPr>
                <p14:cNvContentPartPr/>
                <p14:nvPr/>
              </p14:nvContentPartPr>
              <p14:xfrm>
                <a:off x="3773280" y="4183440"/>
                <a:ext cx="24840" cy="252360"/>
              </p14:xfrm>
            </p:contentPart>
          </mc:Choice>
          <mc:Fallback xmlns="">
            <p:pic>
              <p:nvPicPr>
                <p:cNvPr id="90" name="Ink 89">
                  <a:extLst>
                    <a:ext uri="{FF2B5EF4-FFF2-40B4-BE49-F238E27FC236}">
                      <a16:creationId xmlns:a16="http://schemas.microsoft.com/office/drawing/2014/main" id="{E7E23026-CDF9-165C-5BE2-093BC861BD31}"/>
                    </a:ext>
                  </a:extLst>
                </p:cNvPr>
                <p:cNvPicPr/>
                <p:nvPr/>
              </p:nvPicPr>
              <p:blipFill>
                <a:blip r:embed="rId151"/>
                <a:stretch>
                  <a:fillRect/>
                </a:stretch>
              </p:blipFill>
              <p:spPr>
                <a:xfrm>
                  <a:off x="3768960" y="4179120"/>
                  <a:ext cx="33480" cy="261000"/>
                </a:xfrm>
                <a:prstGeom prst="rect">
                  <a:avLst/>
                </a:prstGeom>
              </p:spPr>
            </p:pic>
          </mc:Fallback>
        </mc:AlternateContent>
      </p:grpSp>
      <p:grpSp>
        <p:nvGrpSpPr>
          <p:cNvPr id="97" name="Group 96">
            <a:extLst>
              <a:ext uri="{FF2B5EF4-FFF2-40B4-BE49-F238E27FC236}">
                <a16:creationId xmlns:a16="http://schemas.microsoft.com/office/drawing/2014/main" id="{9CEE1E67-2784-575C-F99A-0BE7E77EE6BF}"/>
              </a:ext>
            </a:extLst>
          </p:cNvPr>
          <p:cNvGrpSpPr/>
          <p:nvPr/>
        </p:nvGrpSpPr>
        <p:grpSpPr>
          <a:xfrm>
            <a:off x="6117600" y="3899760"/>
            <a:ext cx="792000" cy="438120"/>
            <a:chOff x="6117600" y="3899760"/>
            <a:chExt cx="792000" cy="438120"/>
          </a:xfrm>
        </p:grpSpPr>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28F85A9C-3DB6-0629-9B26-E178C5B85C5B}"/>
                    </a:ext>
                  </a:extLst>
                </p14:cNvPr>
                <p14:cNvContentPartPr/>
                <p14:nvPr/>
              </p14:nvContentPartPr>
              <p14:xfrm>
                <a:off x="6117600" y="3967440"/>
                <a:ext cx="329760" cy="370440"/>
              </p14:xfrm>
            </p:contentPart>
          </mc:Choice>
          <mc:Fallback xmlns="">
            <p:pic>
              <p:nvPicPr>
                <p:cNvPr id="92" name="Ink 91">
                  <a:extLst>
                    <a:ext uri="{FF2B5EF4-FFF2-40B4-BE49-F238E27FC236}">
                      <a16:creationId xmlns:a16="http://schemas.microsoft.com/office/drawing/2014/main" id="{28F85A9C-3DB6-0629-9B26-E178C5B85C5B}"/>
                    </a:ext>
                  </a:extLst>
                </p:cNvPr>
                <p:cNvPicPr/>
                <p:nvPr/>
              </p:nvPicPr>
              <p:blipFill>
                <a:blip r:embed="rId153"/>
                <a:stretch>
                  <a:fillRect/>
                </a:stretch>
              </p:blipFill>
              <p:spPr>
                <a:xfrm>
                  <a:off x="6113280" y="3963120"/>
                  <a:ext cx="33840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6F3DE97F-F836-BD15-3BA2-C4A798EC9EF5}"/>
                    </a:ext>
                  </a:extLst>
                </p14:cNvPr>
                <p14:cNvContentPartPr/>
                <p14:nvPr/>
              </p14:nvContentPartPr>
              <p14:xfrm>
                <a:off x="6575160" y="3899760"/>
                <a:ext cx="334440" cy="426600"/>
              </p14:xfrm>
            </p:contentPart>
          </mc:Choice>
          <mc:Fallback xmlns="">
            <p:pic>
              <p:nvPicPr>
                <p:cNvPr id="93" name="Ink 92">
                  <a:extLst>
                    <a:ext uri="{FF2B5EF4-FFF2-40B4-BE49-F238E27FC236}">
                      <a16:creationId xmlns:a16="http://schemas.microsoft.com/office/drawing/2014/main" id="{6F3DE97F-F836-BD15-3BA2-C4A798EC9EF5}"/>
                    </a:ext>
                  </a:extLst>
                </p:cNvPr>
                <p:cNvPicPr/>
                <p:nvPr/>
              </p:nvPicPr>
              <p:blipFill>
                <a:blip r:embed="rId155"/>
                <a:stretch>
                  <a:fillRect/>
                </a:stretch>
              </p:blipFill>
              <p:spPr>
                <a:xfrm>
                  <a:off x="6570840" y="3895440"/>
                  <a:ext cx="343080" cy="435240"/>
                </a:xfrm>
                <a:prstGeom prst="rect">
                  <a:avLst/>
                </a:prstGeom>
              </p:spPr>
            </p:pic>
          </mc:Fallback>
        </mc:AlternateContent>
      </p:grpSp>
      <p:grpSp>
        <p:nvGrpSpPr>
          <p:cNvPr id="96" name="Group 95">
            <a:extLst>
              <a:ext uri="{FF2B5EF4-FFF2-40B4-BE49-F238E27FC236}">
                <a16:creationId xmlns:a16="http://schemas.microsoft.com/office/drawing/2014/main" id="{5236B6A8-8F57-E22E-BF34-9A36B3924C5B}"/>
              </a:ext>
            </a:extLst>
          </p:cNvPr>
          <p:cNvGrpSpPr/>
          <p:nvPr/>
        </p:nvGrpSpPr>
        <p:grpSpPr>
          <a:xfrm>
            <a:off x="7122720" y="3842880"/>
            <a:ext cx="369000" cy="512280"/>
            <a:chOff x="7122720" y="3842880"/>
            <a:chExt cx="369000" cy="512280"/>
          </a:xfrm>
        </p:grpSpPr>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EA840382-3E79-6AF2-97CD-A0B08F56ED60}"/>
                    </a:ext>
                  </a:extLst>
                </p14:cNvPr>
                <p14:cNvContentPartPr/>
                <p14:nvPr/>
              </p14:nvContentPartPr>
              <p14:xfrm>
                <a:off x="7122720" y="3921720"/>
                <a:ext cx="17640" cy="376920"/>
              </p14:xfrm>
            </p:contentPart>
          </mc:Choice>
          <mc:Fallback xmlns="">
            <p:pic>
              <p:nvPicPr>
                <p:cNvPr id="94" name="Ink 93">
                  <a:extLst>
                    <a:ext uri="{FF2B5EF4-FFF2-40B4-BE49-F238E27FC236}">
                      <a16:creationId xmlns:a16="http://schemas.microsoft.com/office/drawing/2014/main" id="{EA840382-3E79-6AF2-97CD-A0B08F56ED60}"/>
                    </a:ext>
                  </a:extLst>
                </p:cNvPr>
                <p:cNvPicPr/>
                <p:nvPr/>
              </p:nvPicPr>
              <p:blipFill>
                <a:blip r:embed="rId157"/>
                <a:stretch>
                  <a:fillRect/>
                </a:stretch>
              </p:blipFill>
              <p:spPr>
                <a:xfrm>
                  <a:off x="7118400" y="3917400"/>
                  <a:ext cx="2628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5" name="Ink 94">
                  <a:extLst>
                    <a:ext uri="{FF2B5EF4-FFF2-40B4-BE49-F238E27FC236}">
                      <a16:creationId xmlns:a16="http://schemas.microsoft.com/office/drawing/2014/main" id="{E3F3F9F3-578D-593E-EFC8-13EA6A05F489}"/>
                    </a:ext>
                  </a:extLst>
                </p14:cNvPr>
                <p14:cNvContentPartPr/>
                <p14:nvPr/>
              </p14:nvContentPartPr>
              <p14:xfrm>
                <a:off x="7278240" y="3842880"/>
                <a:ext cx="213480" cy="512280"/>
              </p14:xfrm>
            </p:contentPart>
          </mc:Choice>
          <mc:Fallback xmlns="">
            <p:pic>
              <p:nvPicPr>
                <p:cNvPr id="95" name="Ink 94">
                  <a:extLst>
                    <a:ext uri="{FF2B5EF4-FFF2-40B4-BE49-F238E27FC236}">
                      <a16:creationId xmlns:a16="http://schemas.microsoft.com/office/drawing/2014/main" id="{E3F3F9F3-578D-593E-EFC8-13EA6A05F489}"/>
                    </a:ext>
                  </a:extLst>
                </p:cNvPr>
                <p:cNvPicPr/>
                <p:nvPr/>
              </p:nvPicPr>
              <p:blipFill>
                <a:blip r:embed="rId159"/>
                <a:stretch>
                  <a:fillRect/>
                </a:stretch>
              </p:blipFill>
              <p:spPr>
                <a:xfrm>
                  <a:off x="7273920" y="3838560"/>
                  <a:ext cx="222120" cy="520920"/>
                </a:xfrm>
                <a:prstGeom prst="rect">
                  <a:avLst/>
                </a:prstGeom>
              </p:spPr>
            </p:pic>
          </mc:Fallback>
        </mc:AlternateContent>
      </p:grpSp>
    </p:spTree>
    <p:extLst>
      <p:ext uri="{BB962C8B-B14F-4D97-AF65-F5344CB8AC3E}">
        <p14:creationId xmlns:p14="http://schemas.microsoft.com/office/powerpoint/2010/main" val="249362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BEBA79-13EC-B957-3F9F-A2455EA11919}"/>
              </a:ext>
            </a:extLst>
          </p:cNvPr>
          <p:cNvSpPr>
            <a:spLocks noGrp="1"/>
          </p:cNvSpPr>
          <p:nvPr>
            <p:ph type="sldNum" sz="quarter" idx="12"/>
          </p:nvPr>
        </p:nvSpPr>
        <p:spPr/>
        <p:txBody>
          <a:bodyPr/>
          <a:lstStyle/>
          <a:p>
            <a:fld id="{AD2B2EE5-B8BC-4D24-A25E-F2DF61737E68}" type="slidenum">
              <a:rPr lang="en-US" smtClean="0"/>
              <a:pPr/>
              <a:t>30</a:t>
            </a:fld>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C958640-5C60-37F4-44F0-9C5CBBFAF406}"/>
                  </a:ext>
                </a:extLst>
              </p14:cNvPr>
              <p14:cNvContentPartPr/>
              <p14:nvPr/>
            </p14:nvContentPartPr>
            <p14:xfrm>
              <a:off x="3064984" y="2080392"/>
              <a:ext cx="281520" cy="518400"/>
            </p14:xfrm>
          </p:contentPart>
        </mc:Choice>
        <mc:Fallback xmlns="">
          <p:pic>
            <p:nvPicPr>
              <p:cNvPr id="3" name="Ink 2">
                <a:extLst>
                  <a:ext uri="{FF2B5EF4-FFF2-40B4-BE49-F238E27FC236}">
                    <a16:creationId xmlns:a16="http://schemas.microsoft.com/office/drawing/2014/main" id="{BC958640-5C60-37F4-44F0-9C5CBBFAF406}"/>
                  </a:ext>
                </a:extLst>
              </p:cNvPr>
              <p:cNvPicPr/>
              <p:nvPr/>
            </p:nvPicPr>
            <p:blipFill>
              <a:blip r:embed="rId4"/>
              <a:stretch>
                <a:fillRect/>
              </a:stretch>
            </p:blipFill>
            <p:spPr>
              <a:xfrm>
                <a:off x="3060664" y="2076072"/>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739DEC5-557A-3C53-1FBB-60CF876826BC}"/>
                  </a:ext>
                </a:extLst>
              </p14:cNvPr>
              <p14:cNvContentPartPr/>
              <p14:nvPr/>
            </p14:nvContentPartPr>
            <p14:xfrm>
              <a:off x="3408064" y="2079672"/>
              <a:ext cx="259560" cy="294480"/>
            </p14:xfrm>
          </p:contentPart>
        </mc:Choice>
        <mc:Fallback xmlns="">
          <p:pic>
            <p:nvPicPr>
              <p:cNvPr id="4" name="Ink 3">
                <a:extLst>
                  <a:ext uri="{FF2B5EF4-FFF2-40B4-BE49-F238E27FC236}">
                    <a16:creationId xmlns:a16="http://schemas.microsoft.com/office/drawing/2014/main" id="{7739DEC5-557A-3C53-1FBB-60CF876826BC}"/>
                  </a:ext>
                </a:extLst>
              </p:cNvPr>
              <p:cNvPicPr/>
              <p:nvPr/>
            </p:nvPicPr>
            <p:blipFill>
              <a:blip r:embed="rId6"/>
              <a:stretch>
                <a:fillRect/>
              </a:stretch>
            </p:blipFill>
            <p:spPr>
              <a:xfrm>
                <a:off x="3403744" y="2075352"/>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F35CA34D-E630-7207-AE0C-8910CAF6CDED}"/>
                  </a:ext>
                </a:extLst>
              </p14:cNvPr>
              <p14:cNvContentPartPr/>
              <p14:nvPr/>
            </p14:nvContentPartPr>
            <p14:xfrm>
              <a:off x="3669424" y="2258952"/>
              <a:ext cx="152280" cy="93240"/>
            </p14:xfrm>
          </p:contentPart>
        </mc:Choice>
        <mc:Fallback xmlns="">
          <p:pic>
            <p:nvPicPr>
              <p:cNvPr id="5" name="Ink 4">
                <a:extLst>
                  <a:ext uri="{FF2B5EF4-FFF2-40B4-BE49-F238E27FC236}">
                    <a16:creationId xmlns:a16="http://schemas.microsoft.com/office/drawing/2014/main" id="{F35CA34D-E630-7207-AE0C-8910CAF6CDED}"/>
                  </a:ext>
                </a:extLst>
              </p:cNvPr>
              <p:cNvPicPr/>
              <p:nvPr/>
            </p:nvPicPr>
            <p:blipFill>
              <a:blip r:embed="rId8"/>
              <a:stretch>
                <a:fillRect/>
              </a:stretch>
            </p:blipFill>
            <p:spPr>
              <a:xfrm>
                <a:off x="3665104" y="2254632"/>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330F1EB4-3DBB-E51D-9D04-C4E6E3A51929}"/>
                  </a:ext>
                </a:extLst>
              </p14:cNvPr>
              <p14:cNvContentPartPr/>
              <p14:nvPr/>
            </p14:nvContentPartPr>
            <p14:xfrm>
              <a:off x="3909904" y="2049072"/>
              <a:ext cx="104400" cy="272520"/>
            </p14:xfrm>
          </p:contentPart>
        </mc:Choice>
        <mc:Fallback xmlns="">
          <p:pic>
            <p:nvPicPr>
              <p:cNvPr id="6" name="Ink 5">
                <a:extLst>
                  <a:ext uri="{FF2B5EF4-FFF2-40B4-BE49-F238E27FC236}">
                    <a16:creationId xmlns:a16="http://schemas.microsoft.com/office/drawing/2014/main" id="{330F1EB4-3DBB-E51D-9D04-C4E6E3A51929}"/>
                  </a:ext>
                </a:extLst>
              </p:cNvPr>
              <p:cNvPicPr/>
              <p:nvPr/>
            </p:nvPicPr>
            <p:blipFill>
              <a:blip r:embed="rId10"/>
              <a:stretch>
                <a:fillRect/>
              </a:stretch>
            </p:blipFill>
            <p:spPr>
              <a:xfrm>
                <a:off x="3905584" y="2044752"/>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0450A1E2-76CD-F0EF-60C4-904AA7261766}"/>
                  </a:ext>
                </a:extLst>
              </p14:cNvPr>
              <p14:cNvContentPartPr/>
              <p14:nvPr/>
            </p14:nvContentPartPr>
            <p14:xfrm>
              <a:off x="3848344" y="2207472"/>
              <a:ext cx="343080" cy="142560"/>
            </p14:xfrm>
          </p:contentPart>
        </mc:Choice>
        <mc:Fallback xmlns="">
          <p:pic>
            <p:nvPicPr>
              <p:cNvPr id="7" name="Ink 6">
                <a:extLst>
                  <a:ext uri="{FF2B5EF4-FFF2-40B4-BE49-F238E27FC236}">
                    <a16:creationId xmlns:a16="http://schemas.microsoft.com/office/drawing/2014/main" id="{0450A1E2-76CD-F0EF-60C4-904AA7261766}"/>
                  </a:ext>
                </a:extLst>
              </p:cNvPr>
              <p:cNvPicPr/>
              <p:nvPr/>
            </p:nvPicPr>
            <p:blipFill>
              <a:blip r:embed="rId12"/>
              <a:stretch>
                <a:fillRect/>
              </a:stretch>
            </p:blipFill>
            <p:spPr>
              <a:xfrm>
                <a:off x="3844024" y="2203152"/>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F748B270-D4A3-3FD9-E31D-7989678F5981}"/>
                  </a:ext>
                </a:extLst>
              </p14:cNvPr>
              <p14:cNvContentPartPr/>
              <p14:nvPr/>
            </p14:nvContentPartPr>
            <p14:xfrm>
              <a:off x="4337224" y="2047272"/>
              <a:ext cx="244800" cy="399240"/>
            </p14:xfrm>
          </p:contentPart>
        </mc:Choice>
        <mc:Fallback xmlns="">
          <p:pic>
            <p:nvPicPr>
              <p:cNvPr id="8" name="Ink 7">
                <a:extLst>
                  <a:ext uri="{FF2B5EF4-FFF2-40B4-BE49-F238E27FC236}">
                    <a16:creationId xmlns:a16="http://schemas.microsoft.com/office/drawing/2014/main" id="{F748B270-D4A3-3FD9-E31D-7989678F5981}"/>
                  </a:ext>
                </a:extLst>
              </p:cNvPr>
              <p:cNvPicPr/>
              <p:nvPr/>
            </p:nvPicPr>
            <p:blipFill>
              <a:blip r:embed="rId14"/>
              <a:stretch>
                <a:fillRect/>
              </a:stretch>
            </p:blipFill>
            <p:spPr>
              <a:xfrm>
                <a:off x="4332904" y="2042952"/>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04121AD9-01F5-B9A1-CFA1-FEC41157279A}"/>
                  </a:ext>
                </a:extLst>
              </p14:cNvPr>
              <p14:cNvContentPartPr/>
              <p14:nvPr/>
            </p14:nvContentPartPr>
            <p14:xfrm>
              <a:off x="4583824" y="2254632"/>
              <a:ext cx="169920" cy="93960"/>
            </p14:xfrm>
          </p:contentPart>
        </mc:Choice>
        <mc:Fallback xmlns="">
          <p:pic>
            <p:nvPicPr>
              <p:cNvPr id="9" name="Ink 8">
                <a:extLst>
                  <a:ext uri="{FF2B5EF4-FFF2-40B4-BE49-F238E27FC236}">
                    <a16:creationId xmlns:a16="http://schemas.microsoft.com/office/drawing/2014/main" id="{04121AD9-01F5-B9A1-CFA1-FEC41157279A}"/>
                  </a:ext>
                </a:extLst>
              </p:cNvPr>
              <p:cNvPicPr/>
              <p:nvPr/>
            </p:nvPicPr>
            <p:blipFill>
              <a:blip r:embed="rId16"/>
              <a:stretch>
                <a:fillRect/>
              </a:stretch>
            </p:blipFill>
            <p:spPr>
              <a:xfrm>
                <a:off x="4579504" y="2250312"/>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442D2EB3-0193-2216-41A1-61D492D0059D}"/>
                  </a:ext>
                </a:extLst>
              </p14:cNvPr>
              <p14:cNvContentPartPr/>
              <p14:nvPr/>
            </p14:nvContentPartPr>
            <p14:xfrm>
              <a:off x="4739704" y="2103792"/>
              <a:ext cx="7920" cy="34920"/>
            </p14:xfrm>
          </p:contentPart>
        </mc:Choice>
        <mc:Fallback xmlns="">
          <p:pic>
            <p:nvPicPr>
              <p:cNvPr id="10" name="Ink 9">
                <a:extLst>
                  <a:ext uri="{FF2B5EF4-FFF2-40B4-BE49-F238E27FC236}">
                    <a16:creationId xmlns:a16="http://schemas.microsoft.com/office/drawing/2014/main" id="{442D2EB3-0193-2216-41A1-61D492D0059D}"/>
                  </a:ext>
                </a:extLst>
              </p:cNvPr>
              <p:cNvPicPr/>
              <p:nvPr/>
            </p:nvPicPr>
            <p:blipFill>
              <a:blip r:embed="rId18"/>
              <a:stretch>
                <a:fillRect/>
              </a:stretch>
            </p:blipFill>
            <p:spPr>
              <a:xfrm>
                <a:off x="4735384" y="2099472"/>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0E90FC3C-71CB-7505-7F58-D586775F9E3B}"/>
                  </a:ext>
                </a:extLst>
              </p14:cNvPr>
              <p14:cNvContentPartPr/>
              <p14:nvPr/>
            </p14:nvContentPartPr>
            <p14:xfrm>
              <a:off x="4770304" y="2012352"/>
              <a:ext cx="216720" cy="330120"/>
            </p14:xfrm>
          </p:contentPart>
        </mc:Choice>
        <mc:Fallback xmlns="">
          <p:pic>
            <p:nvPicPr>
              <p:cNvPr id="11" name="Ink 10">
                <a:extLst>
                  <a:ext uri="{FF2B5EF4-FFF2-40B4-BE49-F238E27FC236}">
                    <a16:creationId xmlns:a16="http://schemas.microsoft.com/office/drawing/2014/main" id="{0E90FC3C-71CB-7505-7F58-D586775F9E3B}"/>
                  </a:ext>
                </a:extLst>
              </p:cNvPr>
              <p:cNvPicPr/>
              <p:nvPr/>
            </p:nvPicPr>
            <p:blipFill>
              <a:blip r:embed="rId20"/>
              <a:stretch>
                <a:fillRect/>
              </a:stretch>
            </p:blipFill>
            <p:spPr>
              <a:xfrm>
                <a:off x="4765984" y="2008032"/>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Ink 11">
                <a:extLst>
                  <a:ext uri="{FF2B5EF4-FFF2-40B4-BE49-F238E27FC236}">
                    <a16:creationId xmlns:a16="http://schemas.microsoft.com/office/drawing/2014/main" id="{5114F640-0C01-ADF0-5512-206D2EEAAB20}"/>
                  </a:ext>
                </a:extLst>
              </p14:cNvPr>
              <p14:cNvContentPartPr/>
              <p14:nvPr/>
            </p14:nvContentPartPr>
            <p14:xfrm>
              <a:off x="5170984" y="2075712"/>
              <a:ext cx="289440" cy="154800"/>
            </p14:xfrm>
          </p:contentPart>
        </mc:Choice>
        <mc:Fallback xmlns="">
          <p:pic>
            <p:nvPicPr>
              <p:cNvPr id="12" name="Ink 11">
                <a:extLst>
                  <a:ext uri="{FF2B5EF4-FFF2-40B4-BE49-F238E27FC236}">
                    <a16:creationId xmlns:a16="http://schemas.microsoft.com/office/drawing/2014/main" id="{5114F640-0C01-ADF0-5512-206D2EEAAB20}"/>
                  </a:ext>
                </a:extLst>
              </p:cNvPr>
              <p:cNvPicPr/>
              <p:nvPr/>
            </p:nvPicPr>
            <p:blipFill>
              <a:blip r:embed="rId22"/>
              <a:stretch>
                <a:fillRect/>
              </a:stretch>
            </p:blipFill>
            <p:spPr>
              <a:xfrm>
                <a:off x="5166664" y="2071392"/>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Ink 12">
                <a:extLst>
                  <a:ext uri="{FF2B5EF4-FFF2-40B4-BE49-F238E27FC236}">
                    <a16:creationId xmlns:a16="http://schemas.microsoft.com/office/drawing/2014/main" id="{BCEC43CD-0F36-D073-EAD3-BCF1C906C34A}"/>
                  </a:ext>
                </a:extLst>
              </p14:cNvPr>
              <p14:cNvContentPartPr/>
              <p14:nvPr/>
            </p14:nvContentPartPr>
            <p14:xfrm>
              <a:off x="5549344" y="1875912"/>
              <a:ext cx="345600" cy="388440"/>
            </p14:xfrm>
          </p:contentPart>
        </mc:Choice>
        <mc:Fallback xmlns="">
          <p:pic>
            <p:nvPicPr>
              <p:cNvPr id="13" name="Ink 12">
                <a:extLst>
                  <a:ext uri="{FF2B5EF4-FFF2-40B4-BE49-F238E27FC236}">
                    <a16:creationId xmlns:a16="http://schemas.microsoft.com/office/drawing/2014/main" id="{BCEC43CD-0F36-D073-EAD3-BCF1C906C34A}"/>
                  </a:ext>
                </a:extLst>
              </p:cNvPr>
              <p:cNvPicPr/>
              <p:nvPr/>
            </p:nvPicPr>
            <p:blipFill>
              <a:blip r:embed="rId24"/>
              <a:stretch>
                <a:fillRect/>
              </a:stretch>
            </p:blipFill>
            <p:spPr>
              <a:xfrm>
                <a:off x="5545024" y="1871592"/>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 name="Ink 13">
                <a:extLst>
                  <a:ext uri="{FF2B5EF4-FFF2-40B4-BE49-F238E27FC236}">
                    <a16:creationId xmlns:a16="http://schemas.microsoft.com/office/drawing/2014/main" id="{BF71F73D-F090-47FB-1D39-AE2EE89B2B98}"/>
                  </a:ext>
                </a:extLst>
              </p14:cNvPr>
              <p14:cNvContentPartPr/>
              <p14:nvPr/>
            </p14:nvContentPartPr>
            <p14:xfrm>
              <a:off x="5850304" y="2158512"/>
              <a:ext cx="152280" cy="120600"/>
            </p14:xfrm>
          </p:contentPart>
        </mc:Choice>
        <mc:Fallback xmlns="">
          <p:pic>
            <p:nvPicPr>
              <p:cNvPr id="14" name="Ink 13">
                <a:extLst>
                  <a:ext uri="{FF2B5EF4-FFF2-40B4-BE49-F238E27FC236}">
                    <a16:creationId xmlns:a16="http://schemas.microsoft.com/office/drawing/2014/main" id="{BF71F73D-F090-47FB-1D39-AE2EE89B2B98}"/>
                  </a:ext>
                </a:extLst>
              </p:cNvPr>
              <p:cNvPicPr/>
              <p:nvPr/>
            </p:nvPicPr>
            <p:blipFill>
              <a:blip r:embed="rId26"/>
              <a:stretch>
                <a:fillRect/>
              </a:stretch>
            </p:blipFill>
            <p:spPr>
              <a:xfrm>
                <a:off x="5845984" y="2154192"/>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 name="Ink 14">
                <a:extLst>
                  <a:ext uri="{FF2B5EF4-FFF2-40B4-BE49-F238E27FC236}">
                    <a16:creationId xmlns:a16="http://schemas.microsoft.com/office/drawing/2014/main" id="{C4AAA8E5-B7A1-ECFF-C51C-C770B8FA80DC}"/>
                  </a:ext>
                </a:extLst>
              </p14:cNvPr>
              <p14:cNvContentPartPr/>
              <p14:nvPr/>
            </p14:nvContentPartPr>
            <p14:xfrm>
              <a:off x="6038944" y="1897512"/>
              <a:ext cx="110160" cy="358200"/>
            </p14:xfrm>
          </p:contentPart>
        </mc:Choice>
        <mc:Fallback xmlns="">
          <p:pic>
            <p:nvPicPr>
              <p:cNvPr id="15" name="Ink 14">
                <a:extLst>
                  <a:ext uri="{FF2B5EF4-FFF2-40B4-BE49-F238E27FC236}">
                    <a16:creationId xmlns:a16="http://schemas.microsoft.com/office/drawing/2014/main" id="{C4AAA8E5-B7A1-ECFF-C51C-C770B8FA80DC}"/>
                  </a:ext>
                </a:extLst>
              </p:cNvPr>
              <p:cNvPicPr/>
              <p:nvPr/>
            </p:nvPicPr>
            <p:blipFill>
              <a:blip r:embed="rId28"/>
              <a:stretch>
                <a:fillRect/>
              </a:stretch>
            </p:blipFill>
            <p:spPr>
              <a:xfrm>
                <a:off x="6034624" y="1893192"/>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6" name="Ink 15">
                <a:extLst>
                  <a:ext uri="{FF2B5EF4-FFF2-40B4-BE49-F238E27FC236}">
                    <a16:creationId xmlns:a16="http://schemas.microsoft.com/office/drawing/2014/main" id="{94A500AA-0C06-4D20-241B-D178B89F3D37}"/>
                  </a:ext>
                </a:extLst>
              </p14:cNvPr>
              <p14:cNvContentPartPr/>
              <p14:nvPr/>
            </p14:nvContentPartPr>
            <p14:xfrm>
              <a:off x="6002584" y="2096952"/>
              <a:ext cx="331560" cy="152640"/>
            </p14:xfrm>
          </p:contentPart>
        </mc:Choice>
        <mc:Fallback xmlns="">
          <p:pic>
            <p:nvPicPr>
              <p:cNvPr id="16" name="Ink 15">
                <a:extLst>
                  <a:ext uri="{FF2B5EF4-FFF2-40B4-BE49-F238E27FC236}">
                    <a16:creationId xmlns:a16="http://schemas.microsoft.com/office/drawing/2014/main" id="{94A500AA-0C06-4D20-241B-D178B89F3D37}"/>
                  </a:ext>
                </a:extLst>
              </p:cNvPr>
              <p:cNvPicPr/>
              <p:nvPr/>
            </p:nvPicPr>
            <p:blipFill>
              <a:blip r:embed="rId30"/>
              <a:stretch>
                <a:fillRect/>
              </a:stretch>
            </p:blipFill>
            <p:spPr>
              <a:xfrm>
                <a:off x="5998264" y="2092632"/>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7" name="Ink 16">
                <a:extLst>
                  <a:ext uri="{FF2B5EF4-FFF2-40B4-BE49-F238E27FC236}">
                    <a16:creationId xmlns:a16="http://schemas.microsoft.com/office/drawing/2014/main" id="{F0E6CB0F-0132-290A-A840-BA359282BD9F}"/>
                  </a:ext>
                </a:extLst>
              </p14:cNvPr>
              <p14:cNvContentPartPr/>
              <p14:nvPr/>
            </p14:nvContentPartPr>
            <p14:xfrm>
              <a:off x="6385624" y="1999032"/>
              <a:ext cx="234720" cy="431640"/>
            </p14:xfrm>
          </p:contentPart>
        </mc:Choice>
        <mc:Fallback xmlns="">
          <p:pic>
            <p:nvPicPr>
              <p:cNvPr id="17" name="Ink 16">
                <a:extLst>
                  <a:ext uri="{FF2B5EF4-FFF2-40B4-BE49-F238E27FC236}">
                    <a16:creationId xmlns:a16="http://schemas.microsoft.com/office/drawing/2014/main" id="{F0E6CB0F-0132-290A-A840-BA359282BD9F}"/>
                  </a:ext>
                </a:extLst>
              </p:cNvPr>
              <p:cNvPicPr/>
              <p:nvPr/>
            </p:nvPicPr>
            <p:blipFill>
              <a:blip r:embed="rId32"/>
              <a:stretch>
                <a:fillRect/>
              </a:stretch>
            </p:blipFill>
            <p:spPr>
              <a:xfrm>
                <a:off x="6381304" y="1994712"/>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 name="Ink 17">
                <a:extLst>
                  <a:ext uri="{FF2B5EF4-FFF2-40B4-BE49-F238E27FC236}">
                    <a16:creationId xmlns:a16="http://schemas.microsoft.com/office/drawing/2014/main" id="{9472A26B-4869-6E3E-7713-EF32CAAE9DF4}"/>
                  </a:ext>
                </a:extLst>
              </p14:cNvPr>
              <p14:cNvContentPartPr/>
              <p14:nvPr/>
            </p14:nvContentPartPr>
            <p14:xfrm>
              <a:off x="6599104" y="2229432"/>
              <a:ext cx="133200" cy="72000"/>
            </p14:xfrm>
          </p:contentPart>
        </mc:Choice>
        <mc:Fallback xmlns="">
          <p:pic>
            <p:nvPicPr>
              <p:cNvPr id="18" name="Ink 17">
                <a:extLst>
                  <a:ext uri="{FF2B5EF4-FFF2-40B4-BE49-F238E27FC236}">
                    <a16:creationId xmlns:a16="http://schemas.microsoft.com/office/drawing/2014/main" id="{9472A26B-4869-6E3E-7713-EF32CAAE9DF4}"/>
                  </a:ext>
                </a:extLst>
              </p:cNvPr>
              <p:cNvPicPr/>
              <p:nvPr/>
            </p:nvPicPr>
            <p:blipFill>
              <a:blip r:embed="rId34"/>
              <a:stretch>
                <a:fillRect/>
              </a:stretch>
            </p:blipFill>
            <p:spPr>
              <a:xfrm>
                <a:off x="6594784" y="2225112"/>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9" name="Ink 18">
                <a:extLst>
                  <a:ext uri="{FF2B5EF4-FFF2-40B4-BE49-F238E27FC236}">
                    <a16:creationId xmlns:a16="http://schemas.microsoft.com/office/drawing/2014/main" id="{8FDBC609-BAA1-5A67-821D-8A52C674B868}"/>
                  </a:ext>
                </a:extLst>
              </p14:cNvPr>
              <p14:cNvContentPartPr/>
              <p14:nvPr/>
            </p14:nvContentPartPr>
            <p14:xfrm>
              <a:off x="6637624" y="2151312"/>
              <a:ext cx="37080" cy="15840"/>
            </p14:xfrm>
          </p:contentPart>
        </mc:Choice>
        <mc:Fallback xmlns="">
          <p:pic>
            <p:nvPicPr>
              <p:cNvPr id="19" name="Ink 18">
                <a:extLst>
                  <a:ext uri="{FF2B5EF4-FFF2-40B4-BE49-F238E27FC236}">
                    <a16:creationId xmlns:a16="http://schemas.microsoft.com/office/drawing/2014/main" id="{8FDBC609-BAA1-5A67-821D-8A52C674B868}"/>
                  </a:ext>
                </a:extLst>
              </p:cNvPr>
              <p:cNvPicPr/>
              <p:nvPr/>
            </p:nvPicPr>
            <p:blipFill>
              <a:blip r:embed="rId36"/>
              <a:stretch>
                <a:fillRect/>
              </a:stretch>
            </p:blipFill>
            <p:spPr>
              <a:xfrm>
                <a:off x="6633304" y="2146992"/>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Ink 19">
                <a:extLst>
                  <a:ext uri="{FF2B5EF4-FFF2-40B4-BE49-F238E27FC236}">
                    <a16:creationId xmlns:a16="http://schemas.microsoft.com/office/drawing/2014/main" id="{953B39E8-2094-3CB4-73AE-ED27755F109F}"/>
                  </a:ext>
                </a:extLst>
              </p14:cNvPr>
              <p14:cNvContentPartPr/>
              <p14:nvPr/>
            </p14:nvContentPartPr>
            <p14:xfrm>
              <a:off x="6735904" y="2170392"/>
              <a:ext cx="113760" cy="116640"/>
            </p14:xfrm>
          </p:contentPart>
        </mc:Choice>
        <mc:Fallback xmlns="">
          <p:pic>
            <p:nvPicPr>
              <p:cNvPr id="20" name="Ink 19">
                <a:extLst>
                  <a:ext uri="{FF2B5EF4-FFF2-40B4-BE49-F238E27FC236}">
                    <a16:creationId xmlns:a16="http://schemas.microsoft.com/office/drawing/2014/main" id="{953B39E8-2094-3CB4-73AE-ED27755F109F}"/>
                  </a:ext>
                </a:extLst>
              </p:cNvPr>
              <p:cNvPicPr/>
              <p:nvPr/>
            </p:nvPicPr>
            <p:blipFill>
              <a:blip r:embed="rId38"/>
              <a:stretch>
                <a:fillRect/>
              </a:stretch>
            </p:blipFill>
            <p:spPr>
              <a:xfrm>
                <a:off x="6731584" y="2166072"/>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1" name="Ink 20">
                <a:extLst>
                  <a:ext uri="{FF2B5EF4-FFF2-40B4-BE49-F238E27FC236}">
                    <a16:creationId xmlns:a16="http://schemas.microsoft.com/office/drawing/2014/main" id="{8403C472-6315-397C-716C-D589A2629B14}"/>
                  </a:ext>
                </a:extLst>
              </p14:cNvPr>
              <p14:cNvContentPartPr/>
              <p14:nvPr/>
            </p14:nvContentPartPr>
            <p14:xfrm>
              <a:off x="6959104" y="2083992"/>
              <a:ext cx="360" cy="116280"/>
            </p14:xfrm>
          </p:contentPart>
        </mc:Choice>
        <mc:Fallback xmlns="">
          <p:pic>
            <p:nvPicPr>
              <p:cNvPr id="21" name="Ink 20">
                <a:extLst>
                  <a:ext uri="{FF2B5EF4-FFF2-40B4-BE49-F238E27FC236}">
                    <a16:creationId xmlns:a16="http://schemas.microsoft.com/office/drawing/2014/main" id="{8403C472-6315-397C-716C-D589A2629B14}"/>
                  </a:ext>
                </a:extLst>
              </p:cNvPr>
              <p:cNvPicPr/>
              <p:nvPr/>
            </p:nvPicPr>
            <p:blipFill>
              <a:blip r:embed="rId40"/>
              <a:stretch>
                <a:fillRect/>
              </a:stretch>
            </p:blipFill>
            <p:spPr>
              <a:xfrm>
                <a:off x="6954784" y="2079672"/>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Ink 21">
                <a:extLst>
                  <a:ext uri="{FF2B5EF4-FFF2-40B4-BE49-F238E27FC236}">
                    <a16:creationId xmlns:a16="http://schemas.microsoft.com/office/drawing/2014/main" id="{05ED7803-34CE-F5F4-D885-B221FB33901B}"/>
                  </a:ext>
                </a:extLst>
              </p14:cNvPr>
              <p14:cNvContentPartPr/>
              <p14:nvPr/>
            </p14:nvContentPartPr>
            <p14:xfrm>
              <a:off x="6959104" y="1897512"/>
              <a:ext cx="239040" cy="379800"/>
            </p14:xfrm>
          </p:contentPart>
        </mc:Choice>
        <mc:Fallback xmlns="">
          <p:pic>
            <p:nvPicPr>
              <p:cNvPr id="22" name="Ink 21">
                <a:extLst>
                  <a:ext uri="{FF2B5EF4-FFF2-40B4-BE49-F238E27FC236}">
                    <a16:creationId xmlns:a16="http://schemas.microsoft.com/office/drawing/2014/main" id="{05ED7803-34CE-F5F4-D885-B221FB33901B}"/>
                  </a:ext>
                </a:extLst>
              </p:cNvPr>
              <p:cNvPicPr/>
              <p:nvPr/>
            </p:nvPicPr>
            <p:blipFill>
              <a:blip r:embed="rId42"/>
              <a:stretch>
                <a:fillRect/>
              </a:stretch>
            </p:blipFill>
            <p:spPr>
              <a:xfrm>
                <a:off x="6954784" y="1893192"/>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 name="Ink 22">
                <a:extLst>
                  <a:ext uri="{FF2B5EF4-FFF2-40B4-BE49-F238E27FC236}">
                    <a16:creationId xmlns:a16="http://schemas.microsoft.com/office/drawing/2014/main" id="{18EA954C-55BC-A4D0-9CA1-5B0925DB3C4B}"/>
                  </a:ext>
                </a:extLst>
              </p14:cNvPr>
              <p14:cNvContentPartPr/>
              <p14:nvPr/>
            </p14:nvContentPartPr>
            <p14:xfrm>
              <a:off x="7236304" y="1760712"/>
              <a:ext cx="219960" cy="716760"/>
            </p14:xfrm>
          </p:contentPart>
        </mc:Choice>
        <mc:Fallback xmlns="">
          <p:pic>
            <p:nvPicPr>
              <p:cNvPr id="23" name="Ink 22">
                <a:extLst>
                  <a:ext uri="{FF2B5EF4-FFF2-40B4-BE49-F238E27FC236}">
                    <a16:creationId xmlns:a16="http://schemas.microsoft.com/office/drawing/2014/main" id="{18EA954C-55BC-A4D0-9CA1-5B0925DB3C4B}"/>
                  </a:ext>
                </a:extLst>
              </p:cNvPr>
              <p:cNvPicPr/>
              <p:nvPr/>
            </p:nvPicPr>
            <p:blipFill>
              <a:blip r:embed="rId44"/>
              <a:stretch>
                <a:fillRect/>
              </a:stretch>
            </p:blipFill>
            <p:spPr>
              <a:xfrm>
                <a:off x="7231984" y="1756392"/>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4" name="Ink 23">
                <a:extLst>
                  <a:ext uri="{FF2B5EF4-FFF2-40B4-BE49-F238E27FC236}">
                    <a16:creationId xmlns:a16="http://schemas.microsoft.com/office/drawing/2014/main" id="{FC1D15DF-BB5F-2F5C-EDB4-5D0840EDB021}"/>
                  </a:ext>
                </a:extLst>
              </p14:cNvPr>
              <p14:cNvContentPartPr/>
              <p14:nvPr/>
            </p14:nvContentPartPr>
            <p14:xfrm>
              <a:off x="3193864" y="2915592"/>
              <a:ext cx="166320" cy="195120"/>
            </p14:xfrm>
          </p:contentPart>
        </mc:Choice>
        <mc:Fallback xmlns="">
          <p:pic>
            <p:nvPicPr>
              <p:cNvPr id="24" name="Ink 23">
                <a:extLst>
                  <a:ext uri="{FF2B5EF4-FFF2-40B4-BE49-F238E27FC236}">
                    <a16:creationId xmlns:a16="http://schemas.microsoft.com/office/drawing/2014/main" id="{FC1D15DF-BB5F-2F5C-EDB4-5D0840EDB021}"/>
                  </a:ext>
                </a:extLst>
              </p:cNvPr>
              <p:cNvPicPr/>
              <p:nvPr/>
            </p:nvPicPr>
            <p:blipFill>
              <a:blip r:embed="rId46"/>
              <a:stretch>
                <a:fillRect/>
              </a:stretch>
            </p:blipFill>
            <p:spPr>
              <a:xfrm>
                <a:off x="3189544" y="2911272"/>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5" name="Ink 24">
                <a:extLst>
                  <a:ext uri="{FF2B5EF4-FFF2-40B4-BE49-F238E27FC236}">
                    <a16:creationId xmlns:a16="http://schemas.microsoft.com/office/drawing/2014/main" id="{03B49DD7-F3F0-AC28-70D2-8E8F767518BB}"/>
                  </a:ext>
                </a:extLst>
              </p14:cNvPr>
              <p14:cNvContentPartPr/>
              <p14:nvPr/>
            </p14:nvContentPartPr>
            <p14:xfrm>
              <a:off x="3427864" y="2901912"/>
              <a:ext cx="315000" cy="168120"/>
            </p14:xfrm>
          </p:contentPart>
        </mc:Choice>
        <mc:Fallback xmlns="">
          <p:pic>
            <p:nvPicPr>
              <p:cNvPr id="25" name="Ink 24">
                <a:extLst>
                  <a:ext uri="{FF2B5EF4-FFF2-40B4-BE49-F238E27FC236}">
                    <a16:creationId xmlns:a16="http://schemas.microsoft.com/office/drawing/2014/main" id="{03B49DD7-F3F0-AC28-70D2-8E8F767518BB}"/>
                  </a:ext>
                </a:extLst>
              </p:cNvPr>
              <p:cNvPicPr/>
              <p:nvPr/>
            </p:nvPicPr>
            <p:blipFill>
              <a:blip r:embed="rId48"/>
              <a:stretch>
                <a:fillRect/>
              </a:stretch>
            </p:blipFill>
            <p:spPr>
              <a:xfrm>
                <a:off x="3423544" y="2897592"/>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6" name="Ink 25">
                <a:extLst>
                  <a:ext uri="{FF2B5EF4-FFF2-40B4-BE49-F238E27FC236}">
                    <a16:creationId xmlns:a16="http://schemas.microsoft.com/office/drawing/2014/main" id="{FCF39BEC-9367-6E8F-C183-F396CC1FB811}"/>
                  </a:ext>
                </a:extLst>
              </p14:cNvPr>
              <p14:cNvContentPartPr/>
              <p14:nvPr/>
            </p14:nvContentPartPr>
            <p14:xfrm>
              <a:off x="3855904" y="2904072"/>
              <a:ext cx="123840" cy="104400"/>
            </p14:xfrm>
          </p:contentPart>
        </mc:Choice>
        <mc:Fallback xmlns="">
          <p:pic>
            <p:nvPicPr>
              <p:cNvPr id="26" name="Ink 25">
                <a:extLst>
                  <a:ext uri="{FF2B5EF4-FFF2-40B4-BE49-F238E27FC236}">
                    <a16:creationId xmlns:a16="http://schemas.microsoft.com/office/drawing/2014/main" id="{FCF39BEC-9367-6E8F-C183-F396CC1FB811}"/>
                  </a:ext>
                </a:extLst>
              </p:cNvPr>
              <p:cNvPicPr/>
              <p:nvPr/>
            </p:nvPicPr>
            <p:blipFill>
              <a:blip r:embed="rId50"/>
              <a:stretch>
                <a:fillRect/>
              </a:stretch>
            </p:blipFill>
            <p:spPr>
              <a:xfrm>
                <a:off x="3851584" y="2899752"/>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7" name="Ink 26">
                <a:extLst>
                  <a:ext uri="{FF2B5EF4-FFF2-40B4-BE49-F238E27FC236}">
                    <a16:creationId xmlns:a16="http://schemas.microsoft.com/office/drawing/2014/main" id="{D5635698-7503-BCC7-D57E-A55F697F11CB}"/>
                  </a:ext>
                </a:extLst>
              </p14:cNvPr>
              <p14:cNvContentPartPr/>
              <p14:nvPr/>
            </p14:nvContentPartPr>
            <p14:xfrm>
              <a:off x="4067944" y="2996952"/>
              <a:ext cx="43200" cy="293400"/>
            </p14:xfrm>
          </p:contentPart>
        </mc:Choice>
        <mc:Fallback xmlns="">
          <p:pic>
            <p:nvPicPr>
              <p:cNvPr id="27" name="Ink 26">
                <a:extLst>
                  <a:ext uri="{FF2B5EF4-FFF2-40B4-BE49-F238E27FC236}">
                    <a16:creationId xmlns:a16="http://schemas.microsoft.com/office/drawing/2014/main" id="{D5635698-7503-BCC7-D57E-A55F697F11CB}"/>
                  </a:ext>
                </a:extLst>
              </p:cNvPr>
              <p:cNvPicPr/>
              <p:nvPr/>
            </p:nvPicPr>
            <p:blipFill>
              <a:blip r:embed="rId52"/>
              <a:stretch>
                <a:fillRect/>
              </a:stretch>
            </p:blipFill>
            <p:spPr>
              <a:xfrm>
                <a:off x="4063624" y="2992632"/>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8" name="Ink 27">
                <a:extLst>
                  <a:ext uri="{FF2B5EF4-FFF2-40B4-BE49-F238E27FC236}">
                    <a16:creationId xmlns:a16="http://schemas.microsoft.com/office/drawing/2014/main" id="{E5FC81F1-5B01-512E-A70F-CD654C7D73E5}"/>
                  </a:ext>
                </a:extLst>
              </p14:cNvPr>
              <p14:cNvContentPartPr/>
              <p14:nvPr/>
            </p14:nvContentPartPr>
            <p14:xfrm>
              <a:off x="4110064" y="2966712"/>
              <a:ext cx="140040" cy="76320"/>
            </p14:xfrm>
          </p:contentPart>
        </mc:Choice>
        <mc:Fallback xmlns="">
          <p:pic>
            <p:nvPicPr>
              <p:cNvPr id="28" name="Ink 27">
                <a:extLst>
                  <a:ext uri="{FF2B5EF4-FFF2-40B4-BE49-F238E27FC236}">
                    <a16:creationId xmlns:a16="http://schemas.microsoft.com/office/drawing/2014/main" id="{E5FC81F1-5B01-512E-A70F-CD654C7D73E5}"/>
                  </a:ext>
                </a:extLst>
              </p:cNvPr>
              <p:cNvPicPr/>
              <p:nvPr/>
            </p:nvPicPr>
            <p:blipFill>
              <a:blip r:embed="rId54"/>
              <a:stretch>
                <a:fillRect/>
              </a:stretch>
            </p:blipFill>
            <p:spPr>
              <a:xfrm>
                <a:off x="4105744" y="2962392"/>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9" name="Ink 28">
                <a:extLst>
                  <a:ext uri="{FF2B5EF4-FFF2-40B4-BE49-F238E27FC236}">
                    <a16:creationId xmlns:a16="http://schemas.microsoft.com/office/drawing/2014/main" id="{FB4E13EF-EFDD-CAF1-5076-476D8818F108}"/>
                  </a:ext>
                </a:extLst>
              </p14:cNvPr>
              <p14:cNvContentPartPr/>
              <p14:nvPr/>
            </p14:nvContentPartPr>
            <p14:xfrm>
              <a:off x="4422184" y="2663232"/>
              <a:ext cx="229320" cy="466200"/>
            </p14:xfrm>
          </p:contentPart>
        </mc:Choice>
        <mc:Fallback xmlns="">
          <p:pic>
            <p:nvPicPr>
              <p:cNvPr id="29" name="Ink 28">
                <a:extLst>
                  <a:ext uri="{FF2B5EF4-FFF2-40B4-BE49-F238E27FC236}">
                    <a16:creationId xmlns:a16="http://schemas.microsoft.com/office/drawing/2014/main" id="{FB4E13EF-EFDD-CAF1-5076-476D8818F108}"/>
                  </a:ext>
                </a:extLst>
              </p:cNvPr>
              <p:cNvPicPr/>
              <p:nvPr/>
            </p:nvPicPr>
            <p:blipFill>
              <a:blip r:embed="rId56"/>
              <a:stretch>
                <a:fillRect/>
              </a:stretch>
            </p:blipFill>
            <p:spPr>
              <a:xfrm>
                <a:off x="4417864" y="2658912"/>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0" name="Ink 29">
                <a:extLst>
                  <a:ext uri="{FF2B5EF4-FFF2-40B4-BE49-F238E27FC236}">
                    <a16:creationId xmlns:a16="http://schemas.microsoft.com/office/drawing/2014/main" id="{B6B0307A-2DBE-AA40-4729-DC6A80DEE9E0}"/>
                  </a:ext>
                </a:extLst>
              </p14:cNvPr>
              <p14:cNvContentPartPr/>
              <p14:nvPr/>
            </p14:nvContentPartPr>
            <p14:xfrm>
              <a:off x="4658704" y="2679072"/>
              <a:ext cx="206280" cy="343440"/>
            </p14:xfrm>
          </p:contentPart>
        </mc:Choice>
        <mc:Fallback xmlns="">
          <p:pic>
            <p:nvPicPr>
              <p:cNvPr id="30" name="Ink 29">
                <a:extLst>
                  <a:ext uri="{FF2B5EF4-FFF2-40B4-BE49-F238E27FC236}">
                    <a16:creationId xmlns:a16="http://schemas.microsoft.com/office/drawing/2014/main" id="{B6B0307A-2DBE-AA40-4729-DC6A80DEE9E0}"/>
                  </a:ext>
                </a:extLst>
              </p:cNvPr>
              <p:cNvPicPr/>
              <p:nvPr/>
            </p:nvPicPr>
            <p:blipFill>
              <a:blip r:embed="rId58"/>
              <a:stretch>
                <a:fillRect/>
              </a:stretch>
            </p:blipFill>
            <p:spPr>
              <a:xfrm>
                <a:off x="4654384" y="2674752"/>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1" name="Ink 30">
                <a:extLst>
                  <a:ext uri="{FF2B5EF4-FFF2-40B4-BE49-F238E27FC236}">
                    <a16:creationId xmlns:a16="http://schemas.microsoft.com/office/drawing/2014/main" id="{06791CB4-94FE-5F56-1BE7-124300945C4A}"/>
                  </a:ext>
                </a:extLst>
              </p14:cNvPr>
              <p14:cNvContentPartPr/>
              <p14:nvPr/>
            </p14:nvContentPartPr>
            <p14:xfrm>
              <a:off x="4949224" y="2900832"/>
              <a:ext cx="179640" cy="87120"/>
            </p14:xfrm>
          </p:contentPart>
        </mc:Choice>
        <mc:Fallback xmlns="">
          <p:pic>
            <p:nvPicPr>
              <p:cNvPr id="31" name="Ink 30">
                <a:extLst>
                  <a:ext uri="{FF2B5EF4-FFF2-40B4-BE49-F238E27FC236}">
                    <a16:creationId xmlns:a16="http://schemas.microsoft.com/office/drawing/2014/main" id="{06791CB4-94FE-5F56-1BE7-124300945C4A}"/>
                  </a:ext>
                </a:extLst>
              </p:cNvPr>
              <p:cNvPicPr/>
              <p:nvPr/>
            </p:nvPicPr>
            <p:blipFill>
              <a:blip r:embed="rId60"/>
              <a:stretch>
                <a:fillRect/>
              </a:stretch>
            </p:blipFill>
            <p:spPr>
              <a:xfrm>
                <a:off x="4944904" y="2896512"/>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2" name="Ink 31">
                <a:extLst>
                  <a:ext uri="{FF2B5EF4-FFF2-40B4-BE49-F238E27FC236}">
                    <a16:creationId xmlns:a16="http://schemas.microsoft.com/office/drawing/2014/main" id="{8DC8C283-8D81-1EFB-3EDB-1B153F690A34}"/>
                  </a:ext>
                </a:extLst>
              </p14:cNvPr>
              <p14:cNvContentPartPr/>
              <p14:nvPr/>
            </p14:nvContentPartPr>
            <p14:xfrm>
              <a:off x="5145784" y="2680512"/>
              <a:ext cx="66240" cy="362880"/>
            </p14:xfrm>
          </p:contentPart>
        </mc:Choice>
        <mc:Fallback xmlns="">
          <p:pic>
            <p:nvPicPr>
              <p:cNvPr id="32" name="Ink 31">
                <a:extLst>
                  <a:ext uri="{FF2B5EF4-FFF2-40B4-BE49-F238E27FC236}">
                    <a16:creationId xmlns:a16="http://schemas.microsoft.com/office/drawing/2014/main" id="{8DC8C283-8D81-1EFB-3EDB-1B153F690A34}"/>
                  </a:ext>
                </a:extLst>
              </p:cNvPr>
              <p:cNvPicPr/>
              <p:nvPr/>
            </p:nvPicPr>
            <p:blipFill>
              <a:blip r:embed="rId62"/>
              <a:stretch>
                <a:fillRect/>
              </a:stretch>
            </p:blipFill>
            <p:spPr>
              <a:xfrm>
                <a:off x="5141464" y="2676192"/>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3" name="Ink 32">
                <a:extLst>
                  <a:ext uri="{FF2B5EF4-FFF2-40B4-BE49-F238E27FC236}">
                    <a16:creationId xmlns:a16="http://schemas.microsoft.com/office/drawing/2014/main" id="{0BBAF95E-8C1D-8C84-A250-36CD4973878D}"/>
                  </a:ext>
                </a:extLst>
              </p14:cNvPr>
              <p14:cNvContentPartPr/>
              <p14:nvPr/>
            </p14:nvContentPartPr>
            <p14:xfrm>
              <a:off x="5141824" y="2883552"/>
              <a:ext cx="208080" cy="98280"/>
            </p14:xfrm>
          </p:contentPart>
        </mc:Choice>
        <mc:Fallback xmlns="">
          <p:pic>
            <p:nvPicPr>
              <p:cNvPr id="33" name="Ink 32">
                <a:extLst>
                  <a:ext uri="{FF2B5EF4-FFF2-40B4-BE49-F238E27FC236}">
                    <a16:creationId xmlns:a16="http://schemas.microsoft.com/office/drawing/2014/main" id="{0BBAF95E-8C1D-8C84-A250-36CD4973878D}"/>
                  </a:ext>
                </a:extLst>
              </p:cNvPr>
              <p:cNvPicPr/>
              <p:nvPr/>
            </p:nvPicPr>
            <p:blipFill>
              <a:blip r:embed="rId64"/>
              <a:stretch>
                <a:fillRect/>
              </a:stretch>
            </p:blipFill>
            <p:spPr>
              <a:xfrm>
                <a:off x="5137504" y="2879232"/>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4" name="Ink 33">
                <a:extLst>
                  <a:ext uri="{FF2B5EF4-FFF2-40B4-BE49-F238E27FC236}">
                    <a16:creationId xmlns:a16="http://schemas.microsoft.com/office/drawing/2014/main" id="{878135FD-9D4E-7ECB-988F-6D2C50FB1611}"/>
                  </a:ext>
                </a:extLst>
              </p14:cNvPr>
              <p14:cNvContentPartPr/>
              <p14:nvPr/>
            </p14:nvContentPartPr>
            <p14:xfrm>
              <a:off x="5493904" y="2677272"/>
              <a:ext cx="214200" cy="320040"/>
            </p14:xfrm>
          </p:contentPart>
        </mc:Choice>
        <mc:Fallback xmlns="">
          <p:pic>
            <p:nvPicPr>
              <p:cNvPr id="34" name="Ink 33">
                <a:extLst>
                  <a:ext uri="{FF2B5EF4-FFF2-40B4-BE49-F238E27FC236}">
                    <a16:creationId xmlns:a16="http://schemas.microsoft.com/office/drawing/2014/main" id="{878135FD-9D4E-7ECB-988F-6D2C50FB1611}"/>
                  </a:ext>
                </a:extLst>
              </p:cNvPr>
              <p:cNvPicPr/>
              <p:nvPr/>
            </p:nvPicPr>
            <p:blipFill>
              <a:blip r:embed="rId66"/>
              <a:stretch>
                <a:fillRect/>
              </a:stretch>
            </p:blipFill>
            <p:spPr>
              <a:xfrm>
                <a:off x="5489584" y="2672952"/>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5" name="Ink 34">
                <a:extLst>
                  <a:ext uri="{FF2B5EF4-FFF2-40B4-BE49-F238E27FC236}">
                    <a16:creationId xmlns:a16="http://schemas.microsoft.com/office/drawing/2014/main" id="{5BDB7D15-E170-7841-8379-B178E7E36411}"/>
                  </a:ext>
                </a:extLst>
              </p14:cNvPr>
              <p14:cNvContentPartPr/>
              <p14:nvPr/>
            </p14:nvContentPartPr>
            <p14:xfrm>
              <a:off x="5673184" y="2911992"/>
              <a:ext cx="79200" cy="79200"/>
            </p14:xfrm>
          </p:contentPart>
        </mc:Choice>
        <mc:Fallback xmlns="">
          <p:pic>
            <p:nvPicPr>
              <p:cNvPr id="35" name="Ink 34">
                <a:extLst>
                  <a:ext uri="{FF2B5EF4-FFF2-40B4-BE49-F238E27FC236}">
                    <a16:creationId xmlns:a16="http://schemas.microsoft.com/office/drawing/2014/main" id="{5BDB7D15-E170-7841-8379-B178E7E36411}"/>
                  </a:ext>
                </a:extLst>
              </p:cNvPr>
              <p:cNvPicPr/>
              <p:nvPr/>
            </p:nvPicPr>
            <p:blipFill>
              <a:blip r:embed="rId68"/>
              <a:stretch>
                <a:fillRect/>
              </a:stretch>
            </p:blipFill>
            <p:spPr>
              <a:xfrm>
                <a:off x="5668864" y="2907672"/>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6" name="Ink 35">
                <a:extLst>
                  <a:ext uri="{FF2B5EF4-FFF2-40B4-BE49-F238E27FC236}">
                    <a16:creationId xmlns:a16="http://schemas.microsoft.com/office/drawing/2014/main" id="{9B99ADE0-074D-76AA-B4AF-3A3142F787C6}"/>
                  </a:ext>
                </a:extLst>
              </p14:cNvPr>
              <p14:cNvContentPartPr/>
              <p14:nvPr/>
            </p14:nvContentPartPr>
            <p14:xfrm>
              <a:off x="5777224" y="2817672"/>
              <a:ext cx="360" cy="8280"/>
            </p14:xfrm>
          </p:contentPart>
        </mc:Choice>
        <mc:Fallback xmlns="">
          <p:pic>
            <p:nvPicPr>
              <p:cNvPr id="36" name="Ink 35">
                <a:extLst>
                  <a:ext uri="{FF2B5EF4-FFF2-40B4-BE49-F238E27FC236}">
                    <a16:creationId xmlns:a16="http://schemas.microsoft.com/office/drawing/2014/main" id="{9B99ADE0-074D-76AA-B4AF-3A3142F787C6}"/>
                  </a:ext>
                </a:extLst>
              </p:cNvPr>
              <p:cNvPicPr/>
              <p:nvPr/>
            </p:nvPicPr>
            <p:blipFill>
              <a:blip r:embed="rId70"/>
              <a:stretch>
                <a:fillRect/>
              </a:stretch>
            </p:blipFill>
            <p:spPr>
              <a:xfrm>
                <a:off x="5772904" y="2813352"/>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7" name="Ink 36">
                <a:extLst>
                  <a:ext uri="{FF2B5EF4-FFF2-40B4-BE49-F238E27FC236}">
                    <a16:creationId xmlns:a16="http://schemas.microsoft.com/office/drawing/2014/main" id="{B38E9D30-5B45-99AB-0B26-0050130771B9}"/>
                  </a:ext>
                </a:extLst>
              </p14:cNvPr>
              <p14:cNvContentPartPr/>
              <p14:nvPr/>
            </p14:nvContentPartPr>
            <p14:xfrm>
              <a:off x="5777224" y="2703912"/>
              <a:ext cx="220320" cy="329400"/>
            </p14:xfrm>
          </p:contentPart>
        </mc:Choice>
        <mc:Fallback xmlns="">
          <p:pic>
            <p:nvPicPr>
              <p:cNvPr id="37" name="Ink 36">
                <a:extLst>
                  <a:ext uri="{FF2B5EF4-FFF2-40B4-BE49-F238E27FC236}">
                    <a16:creationId xmlns:a16="http://schemas.microsoft.com/office/drawing/2014/main" id="{B38E9D30-5B45-99AB-0B26-0050130771B9}"/>
                  </a:ext>
                </a:extLst>
              </p:cNvPr>
              <p:cNvPicPr/>
              <p:nvPr/>
            </p:nvPicPr>
            <p:blipFill>
              <a:blip r:embed="rId72"/>
              <a:stretch>
                <a:fillRect/>
              </a:stretch>
            </p:blipFill>
            <p:spPr>
              <a:xfrm>
                <a:off x="5772904" y="2699592"/>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8" name="Ink 37">
                <a:extLst>
                  <a:ext uri="{FF2B5EF4-FFF2-40B4-BE49-F238E27FC236}">
                    <a16:creationId xmlns:a16="http://schemas.microsoft.com/office/drawing/2014/main" id="{33A2829A-5CC6-766B-878C-FAE3FBD019B1}"/>
                  </a:ext>
                </a:extLst>
              </p14:cNvPr>
              <p14:cNvContentPartPr/>
              <p14:nvPr/>
            </p14:nvContentPartPr>
            <p14:xfrm>
              <a:off x="6033184" y="3046272"/>
              <a:ext cx="152280" cy="121680"/>
            </p14:xfrm>
          </p:contentPart>
        </mc:Choice>
        <mc:Fallback xmlns="">
          <p:pic>
            <p:nvPicPr>
              <p:cNvPr id="38" name="Ink 37">
                <a:extLst>
                  <a:ext uri="{FF2B5EF4-FFF2-40B4-BE49-F238E27FC236}">
                    <a16:creationId xmlns:a16="http://schemas.microsoft.com/office/drawing/2014/main" id="{33A2829A-5CC6-766B-878C-FAE3FBD019B1}"/>
                  </a:ext>
                </a:extLst>
              </p:cNvPr>
              <p:cNvPicPr/>
              <p:nvPr/>
            </p:nvPicPr>
            <p:blipFill>
              <a:blip r:embed="rId74"/>
              <a:stretch>
                <a:fillRect/>
              </a:stretch>
            </p:blipFill>
            <p:spPr>
              <a:xfrm>
                <a:off x="6028864" y="3041952"/>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9" name="Ink 38">
                <a:extLst>
                  <a:ext uri="{FF2B5EF4-FFF2-40B4-BE49-F238E27FC236}">
                    <a16:creationId xmlns:a16="http://schemas.microsoft.com/office/drawing/2014/main" id="{4F533613-EC46-DF93-A6E5-80AD6A191482}"/>
                  </a:ext>
                </a:extLst>
              </p14:cNvPr>
              <p14:cNvContentPartPr/>
              <p14:nvPr/>
            </p14:nvContentPartPr>
            <p14:xfrm>
              <a:off x="6221104" y="2590512"/>
              <a:ext cx="245520" cy="412200"/>
            </p14:xfrm>
          </p:contentPart>
        </mc:Choice>
        <mc:Fallback xmlns="">
          <p:pic>
            <p:nvPicPr>
              <p:cNvPr id="39" name="Ink 38">
                <a:extLst>
                  <a:ext uri="{FF2B5EF4-FFF2-40B4-BE49-F238E27FC236}">
                    <a16:creationId xmlns:a16="http://schemas.microsoft.com/office/drawing/2014/main" id="{4F533613-EC46-DF93-A6E5-80AD6A191482}"/>
                  </a:ext>
                </a:extLst>
              </p:cNvPr>
              <p:cNvPicPr/>
              <p:nvPr/>
            </p:nvPicPr>
            <p:blipFill>
              <a:blip r:embed="rId76"/>
              <a:stretch>
                <a:fillRect/>
              </a:stretch>
            </p:blipFill>
            <p:spPr>
              <a:xfrm>
                <a:off x="6216784" y="2586192"/>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0" name="Ink 39">
                <a:extLst>
                  <a:ext uri="{FF2B5EF4-FFF2-40B4-BE49-F238E27FC236}">
                    <a16:creationId xmlns:a16="http://schemas.microsoft.com/office/drawing/2014/main" id="{F131E978-3DD0-C2A0-1734-8A13B27FBD6E}"/>
                  </a:ext>
                </a:extLst>
              </p14:cNvPr>
              <p14:cNvContentPartPr/>
              <p14:nvPr/>
            </p14:nvContentPartPr>
            <p14:xfrm>
              <a:off x="6477784" y="2894712"/>
              <a:ext cx="75600" cy="140760"/>
            </p14:xfrm>
          </p:contentPart>
        </mc:Choice>
        <mc:Fallback xmlns="">
          <p:pic>
            <p:nvPicPr>
              <p:cNvPr id="40" name="Ink 39">
                <a:extLst>
                  <a:ext uri="{FF2B5EF4-FFF2-40B4-BE49-F238E27FC236}">
                    <a16:creationId xmlns:a16="http://schemas.microsoft.com/office/drawing/2014/main" id="{F131E978-3DD0-C2A0-1734-8A13B27FBD6E}"/>
                  </a:ext>
                </a:extLst>
              </p:cNvPr>
              <p:cNvPicPr/>
              <p:nvPr/>
            </p:nvPicPr>
            <p:blipFill>
              <a:blip r:embed="rId78"/>
              <a:stretch>
                <a:fillRect/>
              </a:stretch>
            </p:blipFill>
            <p:spPr>
              <a:xfrm>
                <a:off x="6473464" y="2890392"/>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1" name="Ink 40">
                <a:extLst>
                  <a:ext uri="{FF2B5EF4-FFF2-40B4-BE49-F238E27FC236}">
                    <a16:creationId xmlns:a16="http://schemas.microsoft.com/office/drawing/2014/main" id="{4D5CAA92-2CBF-CC96-77B6-F5A33E6DC7A3}"/>
                  </a:ext>
                </a:extLst>
              </p14:cNvPr>
              <p14:cNvContentPartPr/>
              <p14:nvPr/>
            </p14:nvContentPartPr>
            <p14:xfrm>
              <a:off x="6641584" y="2636592"/>
              <a:ext cx="77400" cy="335520"/>
            </p14:xfrm>
          </p:contentPart>
        </mc:Choice>
        <mc:Fallback xmlns="">
          <p:pic>
            <p:nvPicPr>
              <p:cNvPr id="41" name="Ink 40">
                <a:extLst>
                  <a:ext uri="{FF2B5EF4-FFF2-40B4-BE49-F238E27FC236}">
                    <a16:creationId xmlns:a16="http://schemas.microsoft.com/office/drawing/2014/main" id="{4D5CAA92-2CBF-CC96-77B6-F5A33E6DC7A3}"/>
                  </a:ext>
                </a:extLst>
              </p:cNvPr>
              <p:cNvPicPr/>
              <p:nvPr/>
            </p:nvPicPr>
            <p:blipFill>
              <a:blip r:embed="rId80"/>
              <a:stretch>
                <a:fillRect/>
              </a:stretch>
            </p:blipFill>
            <p:spPr>
              <a:xfrm>
                <a:off x="6637264" y="2632272"/>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2" name="Ink 41">
                <a:extLst>
                  <a:ext uri="{FF2B5EF4-FFF2-40B4-BE49-F238E27FC236}">
                    <a16:creationId xmlns:a16="http://schemas.microsoft.com/office/drawing/2014/main" id="{80260BDB-0FB1-A0E9-6B52-4151A852A1B3}"/>
                  </a:ext>
                </a:extLst>
              </p14:cNvPr>
              <p14:cNvContentPartPr/>
              <p14:nvPr/>
            </p14:nvContentPartPr>
            <p14:xfrm>
              <a:off x="6612784" y="2865912"/>
              <a:ext cx="251280" cy="175320"/>
            </p14:xfrm>
          </p:contentPart>
        </mc:Choice>
        <mc:Fallback xmlns="">
          <p:pic>
            <p:nvPicPr>
              <p:cNvPr id="42" name="Ink 41">
                <a:extLst>
                  <a:ext uri="{FF2B5EF4-FFF2-40B4-BE49-F238E27FC236}">
                    <a16:creationId xmlns:a16="http://schemas.microsoft.com/office/drawing/2014/main" id="{80260BDB-0FB1-A0E9-6B52-4151A852A1B3}"/>
                  </a:ext>
                </a:extLst>
              </p:cNvPr>
              <p:cNvPicPr/>
              <p:nvPr/>
            </p:nvPicPr>
            <p:blipFill>
              <a:blip r:embed="rId82"/>
              <a:stretch>
                <a:fillRect/>
              </a:stretch>
            </p:blipFill>
            <p:spPr>
              <a:xfrm>
                <a:off x="6608464" y="2861592"/>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3" name="Ink 42">
                <a:extLst>
                  <a:ext uri="{FF2B5EF4-FFF2-40B4-BE49-F238E27FC236}">
                    <a16:creationId xmlns:a16="http://schemas.microsoft.com/office/drawing/2014/main" id="{413C524E-C07A-5681-D598-77BF13EE6F4C}"/>
                  </a:ext>
                </a:extLst>
              </p14:cNvPr>
              <p14:cNvContentPartPr/>
              <p14:nvPr/>
            </p14:nvContentPartPr>
            <p14:xfrm>
              <a:off x="6916264" y="2758632"/>
              <a:ext cx="156960" cy="296280"/>
            </p14:xfrm>
          </p:contentPart>
        </mc:Choice>
        <mc:Fallback xmlns="">
          <p:pic>
            <p:nvPicPr>
              <p:cNvPr id="43" name="Ink 42">
                <a:extLst>
                  <a:ext uri="{FF2B5EF4-FFF2-40B4-BE49-F238E27FC236}">
                    <a16:creationId xmlns:a16="http://schemas.microsoft.com/office/drawing/2014/main" id="{413C524E-C07A-5681-D598-77BF13EE6F4C}"/>
                  </a:ext>
                </a:extLst>
              </p:cNvPr>
              <p:cNvPicPr/>
              <p:nvPr/>
            </p:nvPicPr>
            <p:blipFill>
              <a:blip r:embed="rId84"/>
              <a:stretch>
                <a:fillRect/>
              </a:stretch>
            </p:blipFill>
            <p:spPr>
              <a:xfrm>
                <a:off x="6911944" y="2754312"/>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4" name="Ink 43">
                <a:extLst>
                  <a:ext uri="{FF2B5EF4-FFF2-40B4-BE49-F238E27FC236}">
                    <a16:creationId xmlns:a16="http://schemas.microsoft.com/office/drawing/2014/main" id="{3D74E90D-7A7F-1B79-A072-ECB68A89E9D7}"/>
                  </a:ext>
                </a:extLst>
              </p14:cNvPr>
              <p14:cNvContentPartPr/>
              <p14:nvPr/>
            </p14:nvContentPartPr>
            <p14:xfrm>
              <a:off x="7090144" y="2957712"/>
              <a:ext cx="50400" cy="83520"/>
            </p14:xfrm>
          </p:contentPart>
        </mc:Choice>
        <mc:Fallback xmlns="">
          <p:pic>
            <p:nvPicPr>
              <p:cNvPr id="44" name="Ink 43">
                <a:extLst>
                  <a:ext uri="{FF2B5EF4-FFF2-40B4-BE49-F238E27FC236}">
                    <a16:creationId xmlns:a16="http://schemas.microsoft.com/office/drawing/2014/main" id="{3D74E90D-7A7F-1B79-A072-ECB68A89E9D7}"/>
                  </a:ext>
                </a:extLst>
              </p:cNvPr>
              <p:cNvPicPr/>
              <p:nvPr/>
            </p:nvPicPr>
            <p:blipFill>
              <a:blip r:embed="rId86"/>
              <a:stretch>
                <a:fillRect/>
              </a:stretch>
            </p:blipFill>
            <p:spPr>
              <a:xfrm>
                <a:off x="7085824" y="2953392"/>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5" name="Ink 44">
                <a:extLst>
                  <a:ext uri="{FF2B5EF4-FFF2-40B4-BE49-F238E27FC236}">
                    <a16:creationId xmlns:a16="http://schemas.microsoft.com/office/drawing/2014/main" id="{6DFF9B06-A8EB-9B14-6612-2987D46F3AA4}"/>
                  </a:ext>
                </a:extLst>
              </p14:cNvPr>
              <p14:cNvContentPartPr/>
              <p14:nvPr/>
            </p14:nvContentPartPr>
            <p14:xfrm>
              <a:off x="7141984" y="2827032"/>
              <a:ext cx="7920" cy="50760"/>
            </p14:xfrm>
          </p:contentPart>
        </mc:Choice>
        <mc:Fallback xmlns="">
          <p:pic>
            <p:nvPicPr>
              <p:cNvPr id="45" name="Ink 44">
                <a:extLst>
                  <a:ext uri="{FF2B5EF4-FFF2-40B4-BE49-F238E27FC236}">
                    <a16:creationId xmlns:a16="http://schemas.microsoft.com/office/drawing/2014/main" id="{6DFF9B06-A8EB-9B14-6612-2987D46F3AA4}"/>
                  </a:ext>
                </a:extLst>
              </p:cNvPr>
              <p:cNvPicPr/>
              <p:nvPr/>
            </p:nvPicPr>
            <p:blipFill>
              <a:blip r:embed="rId88"/>
              <a:stretch>
                <a:fillRect/>
              </a:stretch>
            </p:blipFill>
            <p:spPr>
              <a:xfrm>
                <a:off x="7137664" y="2822712"/>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6" name="Ink 45">
                <a:extLst>
                  <a:ext uri="{FF2B5EF4-FFF2-40B4-BE49-F238E27FC236}">
                    <a16:creationId xmlns:a16="http://schemas.microsoft.com/office/drawing/2014/main" id="{835709EA-FD70-DD37-06B5-56698FFBAB2F}"/>
                  </a:ext>
                </a:extLst>
              </p14:cNvPr>
              <p14:cNvContentPartPr/>
              <p14:nvPr/>
            </p14:nvContentPartPr>
            <p14:xfrm>
              <a:off x="7143784" y="2827032"/>
              <a:ext cx="169920" cy="150120"/>
            </p14:xfrm>
          </p:contentPart>
        </mc:Choice>
        <mc:Fallback xmlns="">
          <p:pic>
            <p:nvPicPr>
              <p:cNvPr id="46" name="Ink 45">
                <a:extLst>
                  <a:ext uri="{FF2B5EF4-FFF2-40B4-BE49-F238E27FC236}">
                    <a16:creationId xmlns:a16="http://schemas.microsoft.com/office/drawing/2014/main" id="{835709EA-FD70-DD37-06B5-56698FFBAB2F}"/>
                  </a:ext>
                </a:extLst>
              </p:cNvPr>
              <p:cNvPicPr/>
              <p:nvPr/>
            </p:nvPicPr>
            <p:blipFill>
              <a:blip r:embed="rId90"/>
              <a:stretch>
                <a:fillRect/>
              </a:stretch>
            </p:blipFill>
            <p:spPr>
              <a:xfrm>
                <a:off x="7139464" y="2822712"/>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7" name="Ink 46">
                <a:extLst>
                  <a:ext uri="{FF2B5EF4-FFF2-40B4-BE49-F238E27FC236}">
                    <a16:creationId xmlns:a16="http://schemas.microsoft.com/office/drawing/2014/main" id="{E19F1C94-9181-D624-F76E-1160F363C99B}"/>
                  </a:ext>
                </a:extLst>
              </p14:cNvPr>
              <p14:cNvContentPartPr/>
              <p14:nvPr/>
            </p14:nvContentPartPr>
            <p14:xfrm>
              <a:off x="7399744" y="2858352"/>
              <a:ext cx="360" cy="74880"/>
            </p14:xfrm>
          </p:contentPart>
        </mc:Choice>
        <mc:Fallback xmlns="">
          <p:pic>
            <p:nvPicPr>
              <p:cNvPr id="47" name="Ink 46">
                <a:extLst>
                  <a:ext uri="{FF2B5EF4-FFF2-40B4-BE49-F238E27FC236}">
                    <a16:creationId xmlns:a16="http://schemas.microsoft.com/office/drawing/2014/main" id="{E19F1C94-9181-D624-F76E-1160F363C99B}"/>
                  </a:ext>
                </a:extLst>
              </p:cNvPr>
              <p:cNvPicPr/>
              <p:nvPr/>
            </p:nvPicPr>
            <p:blipFill>
              <a:blip r:embed="rId92"/>
              <a:stretch>
                <a:fillRect/>
              </a:stretch>
            </p:blipFill>
            <p:spPr>
              <a:xfrm>
                <a:off x="7395424" y="2854032"/>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8" name="Ink 47">
                <a:extLst>
                  <a:ext uri="{FF2B5EF4-FFF2-40B4-BE49-F238E27FC236}">
                    <a16:creationId xmlns:a16="http://schemas.microsoft.com/office/drawing/2014/main" id="{9620AEF6-3B6D-1A99-F743-9F73958B1863}"/>
                  </a:ext>
                </a:extLst>
              </p14:cNvPr>
              <p14:cNvContentPartPr/>
              <p14:nvPr/>
            </p14:nvContentPartPr>
            <p14:xfrm>
              <a:off x="7361584" y="2684832"/>
              <a:ext cx="147240" cy="358200"/>
            </p14:xfrm>
          </p:contentPart>
        </mc:Choice>
        <mc:Fallback xmlns="">
          <p:pic>
            <p:nvPicPr>
              <p:cNvPr id="48" name="Ink 47">
                <a:extLst>
                  <a:ext uri="{FF2B5EF4-FFF2-40B4-BE49-F238E27FC236}">
                    <a16:creationId xmlns:a16="http://schemas.microsoft.com/office/drawing/2014/main" id="{9620AEF6-3B6D-1A99-F743-9F73958B1863}"/>
                  </a:ext>
                </a:extLst>
              </p:cNvPr>
              <p:cNvPicPr/>
              <p:nvPr/>
            </p:nvPicPr>
            <p:blipFill>
              <a:blip r:embed="rId94"/>
              <a:stretch>
                <a:fillRect/>
              </a:stretch>
            </p:blipFill>
            <p:spPr>
              <a:xfrm>
                <a:off x="7357264" y="2680512"/>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9" name="Ink 48">
                <a:extLst>
                  <a:ext uri="{FF2B5EF4-FFF2-40B4-BE49-F238E27FC236}">
                    <a16:creationId xmlns:a16="http://schemas.microsoft.com/office/drawing/2014/main" id="{26DC8A8B-F59D-B60F-3D6C-62759617C891}"/>
                  </a:ext>
                </a:extLst>
              </p14:cNvPr>
              <p14:cNvContentPartPr/>
              <p14:nvPr/>
            </p14:nvContentPartPr>
            <p14:xfrm>
              <a:off x="2597344" y="2434992"/>
              <a:ext cx="31320" cy="80640"/>
            </p14:xfrm>
          </p:contentPart>
        </mc:Choice>
        <mc:Fallback xmlns="">
          <p:pic>
            <p:nvPicPr>
              <p:cNvPr id="49" name="Ink 48">
                <a:extLst>
                  <a:ext uri="{FF2B5EF4-FFF2-40B4-BE49-F238E27FC236}">
                    <a16:creationId xmlns:a16="http://schemas.microsoft.com/office/drawing/2014/main" id="{26DC8A8B-F59D-B60F-3D6C-62759617C891}"/>
                  </a:ext>
                </a:extLst>
              </p:cNvPr>
              <p:cNvPicPr/>
              <p:nvPr/>
            </p:nvPicPr>
            <p:blipFill>
              <a:blip r:embed="rId96"/>
              <a:stretch>
                <a:fillRect/>
              </a:stretch>
            </p:blipFill>
            <p:spPr>
              <a:xfrm>
                <a:off x="2593024" y="2430672"/>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0" name="Ink 49">
                <a:extLst>
                  <a:ext uri="{FF2B5EF4-FFF2-40B4-BE49-F238E27FC236}">
                    <a16:creationId xmlns:a16="http://schemas.microsoft.com/office/drawing/2014/main" id="{DDCC944D-A1AE-DC14-F3A9-7BFB78FB8A40}"/>
                  </a:ext>
                </a:extLst>
              </p14:cNvPr>
              <p14:cNvContentPartPr/>
              <p14:nvPr/>
            </p14:nvContentPartPr>
            <p14:xfrm>
              <a:off x="2624344" y="2121072"/>
              <a:ext cx="13680" cy="13320"/>
            </p14:xfrm>
          </p:contentPart>
        </mc:Choice>
        <mc:Fallback xmlns="">
          <p:pic>
            <p:nvPicPr>
              <p:cNvPr id="50" name="Ink 49">
                <a:extLst>
                  <a:ext uri="{FF2B5EF4-FFF2-40B4-BE49-F238E27FC236}">
                    <a16:creationId xmlns:a16="http://schemas.microsoft.com/office/drawing/2014/main" id="{DDCC944D-A1AE-DC14-F3A9-7BFB78FB8A40}"/>
                  </a:ext>
                </a:extLst>
              </p:cNvPr>
              <p:cNvPicPr/>
              <p:nvPr/>
            </p:nvPicPr>
            <p:blipFill>
              <a:blip r:embed="rId98"/>
              <a:stretch>
                <a:fillRect/>
              </a:stretch>
            </p:blipFill>
            <p:spPr>
              <a:xfrm>
                <a:off x="2620024" y="2116752"/>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1" name="Ink 50">
                <a:extLst>
                  <a:ext uri="{FF2B5EF4-FFF2-40B4-BE49-F238E27FC236}">
                    <a16:creationId xmlns:a16="http://schemas.microsoft.com/office/drawing/2014/main" id="{9936D818-17B4-F4E6-D969-05F1F9C540F9}"/>
                  </a:ext>
                </a:extLst>
              </p14:cNvPr>
              <p14:cNvContentPartPr/>
              <p14:nvPr/>
            </p14:nvContentPartPr>
            <p14:xfrm>
              <a:off x="2663944" y="2208912"/>
              <a:ext cx="172080" cy="433440"/>
            </p14:xfrm>
          </p:contentPart>
        </mc:Choice>
        <mc:Fallback xmlns="">
          <p:pic>
            <p:nvPicPr>
              <p:cNvPr id="51" name="Ink 50">
                <a:extLst>
                  <a:ext uri="{FF2B5EF4-FFF2-40B4-BE49-F238E27FC236}">
                    <a16:creationId xmlns:a16="http://schemas.microsoft.com/office/drawing/2014/main" id="{9936D818-17B4-F4E6-D969-05F1F9C540F9}"/>
                  </a:ext>
                </a:extLst>
              </p:cNvPr>
              <p:cNvPicPr/>
              <p:nvPr/>
            </p:nvPicPr>
            <p:blipFill>
              <a:blip r:embed="rId100"/>
              <a:stretch>
                <a:fillRect/>
              </a:stretch>
            </p:blipFill>
            <p:spPr>
              <a:xfrm>
                <a:off x="2659624" y="2204592"/>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2" name="Ink 51">
                <a:extLst>
                  <a:ext uri="{FF2B5EF4-FFF2-40B4-BE49-F238E27FC236}">
                    <a16:creationId xmlns:a16="http://schemas.microsoft.com/office/drawing/2014/main" id="{E58F58E8-ECC5-7F41-6D4C-8EA429BCB0B5}"/>
                  </a:ext>
                </a:extLst>
              </p14:cNvPr>
              <p14:cNvContentPartPr/>
              <p14:nvPr/>
            </p14:nvContentPartPr>
            <p14:xfrm>
              <a:off x="2653144" y="2464872"/>
              <a:ext cx="125640" cy="10080"/>
            </p14:xfrm>
          </p:contentPart>
        </mc:Choice>
        <mc:Fallback xmlns="">
          <p:pic>
            <p:nvPicPr>
              <p:cNvPr id="52" name="Ink 51">
                <a:extLst>
                  <a:ext uri="{FF2B5EF4-FFF2-40B4-BE49-F238E27FC236}">
                    <a16:creationId xmlns:a16="http://schemas.microsoft.com/office/drawing/2014/main" id="{E58F58E8-ECC5-7F41-6D4C-8EA429BCB0B5}"/>
                  </a:ext>
                </a:extLst>
              </p:cNvPr>
              <p:cNvPicPr/>
              <p:nvPr/>
            </p:nvPicPr>
            <p:blipFill>
              <a:blip r:embed="rId102"/>
              <a:stretch>
                <a:fillRect/>
              </a:stretch>
            </p:blipFill>
            <p:spPr>
              <a:xfrm>
                <a:off x="2648824" y="2460552"/>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3" name="Ink 52">
                <a:extLst>
                  <a:ext uri="{FF2B5EF4-FFF2-40B4-BE49-F238E27FC236}">
                    <a16:creationId xmlns:a16="http://schemas.microsoft.com/office/drawing/2014/main" id="{D491F3A0-D765-62AD-272C-4C20DFF8033C}"/>
                  </a:ext>
                </a:extLst>
              </p14:cNvPr>
              <p14:cNvContentPartPr/>
              <p14:nvPr/>
            </p14:nvContentPartPr>
            <p14:xfrm>
              <a:off x="1700224" y="1607352"/>
              <a:ext cx="216000" cy="615240"/>
            </p14:xfrm>
          </p:contentPart>
        </mc:Choice>
        <mc:Fallback xmlns="">
          <p:pic>
            <p:nvPicPr>
              <p:cNvPr id="53" name="Ink 52">
                <a:extLst>
                  <a:ext uri="{FF2B5EF4-FFF2-40B4-BE49-F238E27FC236}">
                    <a16:creationId xmlns:a16="http://schemas.microsoft.com/office/drawing/2014/main" id="{D491F3A0-D765-62AD-272C-4C20DFF8033C}"/>
                  </a:ext>
                </a:extLst>
              </p:cNvPr>
              <p:cNvPicPr/>
              <p:nvPr/>
            </p:nvPicPr>
            <p:blipFill>
              <a:blip r:embed="rId104"/>
              <a:stretch>
                <a:fillRect/>
              </a:stretch>
            </p:blipFill>
            <p:spPr>
              <a:xfrm>
                <a:off x="1695904" y="1603032"/>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4" name="Ink 53">
                <a:extLst>
                  <a:ext uri="{FF2B5EF4-FFF2-40B4-BE49-F238E27FC236}">
                    <a16:creationId xmlns:a16="http://schemas.microsoft.com/office/drawing/2014/main" id="{D7C54CE1-BB63-4886-9EC3-C2648084BE08}"/>
                  </a:ext>
                </a:extLst>
              </p14:cNvPr>
              <p14:cNvContentPartPr/>
              <p14:nvPr/>
            </p14:nvContentPartPr>
            <p14:xfrm>
              <a:off x="1615624" y="1939992"/>
              <a:ext cx="360360" cy="101880"/>
            </p14:xfrm>
          </p:contentPart>
        </mc:Choice>
        <mc:Fallback xmlns="">
          <p:pic>
            <p:nvPicPr>
              <p:cNvPr id="54" name="Ink 53">
                <a:extLst>
                  <a:ext uri="{FF2B5EF4-FFF2-40B4-BE49-F238E27FC236}">
                    <a16:creationId xmlns:a16="http://schemas.microsoft.com/office/drawing/2014/main" id="{D7C54CE1-BB63-4886-9EC3-C2648084BE08}"/>
                  </a:ext>
                </a:extLst>
              </p:cNvPr>
              <p:cNvPicPr/>
              <p:nvPr/>
            </p:nvPicPr>
            <p:blipFill>
              <a:blip r:embed="rId106"/>
              <a:stretch>
                <a:fillRect/>
              </a:stretch>
            </p:blipFill>
            <p:spPr>
              <a:xfrm>
                <a:off x="1611304" y="1935672"/>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5" name="Ink 54">
                <a:extLst>
                  <a:ext uri="{FF2B5EF4-FFF2-40B4-BE49-F238E27FC236}">
                    <a16:creationId xmlns:a16="http://schemas.microsoft.com/office/drawing/2014/main" id="{4F033F39-5128-7C40-D51B-D9672BAF26DE}"/>
                  </a:ext>
                </a:extLst>
              </p14:cNvPr>
              <p14:cNvContentPartPr/>
              <p14:nvPr/>
            </p14:nvContentPartPr>
            <p14:xfrm>
              <a:off x="1943944" y="1830192"/>
              <a:ext cx="286200" cy="153720"/>
            </p14:xfrm>
          </p:contentPart>
        </mc:Choice>
        <mc:Fallback xmlns="">
          <p:pic>
            <p:nvPicPr>
              <p:cNvPr id="55" name="Ink 54">
                <a:extLst>
                  <a:ext uri="{FF2B5EF4-FFF2-40B4-BE49-F238E27FC236}">
                    <a16:creationId xmlns:a16="http://schemas.microsoft.com/office/drawing/2014/main" id="{4F033F39-5128-7C40-D51B-D9672BAF26DE}"/>
                  </a:ext>
                </a:extLst>
              </p:cNvPr>
              <p:cNvPicPr/>
              <p:nvPr/>
            </p:nvPicPr>
            <p:blipFill>
              <a:blip r:embed="rId108"/>
              <a:stretch>
                <a:fillRect/>
              </a:stretch>
            </p:blipFill>
            <p:spPr>
              <a:xfrm>
                <a:off x="1939624" y="1825872"/>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6" name="Ink 55">
                <a:extLst>
                  <a:ext uri="{FF2B5EF4-FFF2-40B4-BE49-F238E27FC236}">
                    <a16:creationId xmlns:a16="http://schemas.microsoft.com/office/drawing/2014/main" id="{4C31992D-31DE-7FC1-0239-AD21288A4A76}"/>
                  </a:ext>
                </a:extLst>
              </p14:cNvPr>
              <p14:cNvContentPartPr/>
              <p14:nvPr/>
            </p14:nvContentPartPr>
            <p14:xfrm>
              <a:off x="2317264" y="1560192"/>
              <a:ext cx="324360" cy="459000"/>
            </p14:xfrm>
          </p:contentPart>
        </mc:Choice>
        <mc:Fallback xmlns="">
          <p:pic>
            <p:nvPicPr>
              <p:cNvPr id="56" name="Ink 55">
                <a:extLst>
                  <a:ext uri="{FF2B5EF4-FFF2-40B4-BE49-F238E27FC236}">
                    <a16:creationId xmlns:a16="http://schemas.microsoft.com/office/drawing/2014/main" id="{4C31992D-31DE-7FC1-0239-AD21288A4A76}"/>
                  </a:ext>
                </a:extLst>
              </p:cNvPr>
              <p:cNvPicPr/>
              <p:nvPr/>
            </p:nvPicPr>
            <p:blipFill>
              <a:blip r:embed="rId110"/>
              <a:stretch>
                <a:fillRect/>
              </a:stretch>
            </p:blipFill>
            <p:spPr>
              <a:xfrm>
                <a:off x="2312944" y="1555872"/>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7" name="Ink 56">
                <a:extLst>
                  <a:ext uri="{FF2B5EF4-FFF2-40B4-BE49-F238E27FC236}">
                    <a16:creationId xmlns:a16="http://schemas.microsoft.com/office/drawing/2014/main" id="{3017877D-1C52-72F2-3C9F-6B2A8611A02B}"/>
                  </a:ext>
                </a:extLst>
              </p14:cNvPr>
              <p14:cNvContentPartPr/>
              <p14:nvPr/>
            </p14:nvContentPartPr>
            <p14:xfrm>
              <a:off x="2595184" y="1804992"/>
              <a:ext cx="152640" cy="68400"/>
            </p14:xfrm>
          </p:contentPart>
        </mc:Choice>
        <mc:Fallback xmlns="">
          <p:pic>
            <p:nvPicPr>
              <p:cNvPr id="57" name="Ink 56">
                <a:extLst>
                  <a:ext uri="{FF2B5EF4-FFF2-40B4-BE49-F238E27FC236}">
                    <a16:creationId xmlns:a16="http://schemas.microsoft.com/office/drawing/2014/main" id="{3017877D-1C52-72F2-3C9F-6B2A8611A02B}"/>
                  </a:ext>
                </a:extLst>
              </p:cNvPr>
              <p:cNvPicPr/>
              <p:nvPr/>
            </p:nvPicPr>
            <p:blipFill>
              <a:blip r:embed="rId112"/>
              <a:stretch>
                <a:fillRect/>
              </a:stretch>
            </p:blipFill>
            <p:spPr>
              <a:xfrm>
                <a:off x="2590864" y="1800672"/>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8" name="Ink 57">
                <a:extLst>
                  <a:ext uri="{FF2B5EF4-FFF2-40B4-BE49-F238E27FC236}">
                    <a16:creationId xmlns:a16="http://schemas.microsoft.com/office/drawing/2014/main" id="{A8778DBC-8D54-679E-CC43-FA5E4873B09C}"/>
                  </a:ext>
                </a:extLst>
              </p14:cNvPr>
              <p14:cNvContentPartPr/>
              <p14:nvPr/>
            </p14:nvContentPartPr>
            <p14:xfrm>
              <a:off x="2760784" y="1623912"/>
              <a:ext cx="44640" cy="34920"/>
            </p14:xfrm>
          </p:contentPart>
        </mc:Choice>
        <mc:Fallback xmlns="">
          <p:pic>
            <p:nvPicPr>
              <p:cNvPr id="58" name="Ink 57">
                <a:extLst>
                  <a:ext uri="{FF2B5EF4-FFF2-40B4-BE49-F238E27FC236}">
                    <a16:creationId xmlns:a16="http://schemas.microsoft.com/office/drawing/2014/main" id="{A8778DBC-8D54-679E-CC43-FA5E4873B09C}"/>
                  </a:ext>
                </a:extLst>
              </p:cNvPr>
              <p:cNvPicPr/>
              <p:nvPr/>
            </p:nvPicPr>
            <p:blipFill>
              <a:blip r:embed="rId114"/>
              <a:stretch>
                <a:fillRect/>
              </a:stretch>
            </p:blipFill>
            <p:spPr>
              <a:xfrm>
                <a:off x="2756464" y="1619592"/>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59" name="Ink 58">
                <a:extLst>
                  <a:ext uri="{FF2B5EF4-FFF2-40B4-BE49-F238E27FC236}">
                    <a16:creationId xmlns:a16="http://schemas.microsoft.com/office/drawing/2014/main" id="{02D28B17-3E89-92B2-FC5F-82A68FA6EFE4}"/>
                  </a:ext>
                </a:extLst>
              </p14:cNvPr>
              <p14:cNvContentPartPr/>
              <p14:nvPr/>
            </p14:nvContentPartPr>
            <p14:xfrm>
              <a:off x="2918824" y="1707072"/>
              <a:ext cx="128880" cy="27360"/>
            </p14:xfrm>
          </p:contentPart>
        </mc:Choice>
        <mc:Fallback xmlns="">
          <p:pic>
            <p:nvPicPr>
              <p:cNvPr id="59" name="Ink 58">
                <a:extLst>
                  <a:ext uri="{FF2B5EF4-FFF2-40B4-BE49-F238E27FC236}">
                    <a16:creationId xmlns:a16="http://schemas.microsoft.com/office/drawing/2014/main" id="{02D28B17-3E89-92B2-FC5F-82A68FA6EFE4}"/>
                  </a:ext>
                </a:extLst>
              </p:cNvPr>
              <p:cNvPicPr/>
              <p:nvPr/>
            </p:nvPicPr>
            <p:blipFill>
              <a:blip r:embed="rId116"/>
              <a:stretch>
                <a:fillRect/>
              </a:stretch>
            </p:blipFill>
            <p:spPr>
              <a:xfrm>
                <a:off x="2914504" y="1702752"/>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0" name="Ink 59">
                <a:extLst>
                  <a:ext uri="{FF2B5EF4-FFF2-40B4-BE49-F238E27FC236}">
                    <a16:creationId xmlns:a16="http://schemas.microsoft.com/office/drawing/2014/main" id="{EDB5F86C-EC0D-DADF-0DBD-937FDAA40763}"/>
                  </a:ext>
                </a:extLst>
              </p14:cNvPr>
              <p14:cNvContentPartPr/>
              <p14:nvPr/>
            </p14:nvContentPartPr>
            <p14:xfrm>
              <a:off x="2918824" y="1734072"/>
              <a:ext cx="148680" cy="73080"/>
            </p14:xfrm>
          </p:contentPart>
        </mc:Choice>
        <mc:Fallback xmlns="">
          <p:pic>
            <p:nvPicPr>
              <p:cNvPr id="60" name="Ink 59">
                <a:extLst>
                  <a:ext uri="{FF2B5EF4-FFF2-40B4-BE49-F238E27FC236}">
                    <a16:creationId xmlns:a16="http://schemas.microsoft.com/office/drawing/2014/main" id="{EDB5F86C-EC0D-DADF-0DBD-937FDAA40763}"/>
                  </a:ext>
                </a:extLst>
              </p:cNvPr>
              <p:cNvPicPr/>
              <p:nvPr/>
            </p:nvPicPr>
            <p:blipFill>
              <a:blip r:embed="rId118"/>
              <a:stretch>
                <a:fillRect/>
              </a:stretch>
            </p:blipFill>
            <p:spPr>
              <a:xfrm>
                <a:off x="2914504" y="1729752"/>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1" name="Ink 60">
                <a:extLst>
                  <a:ext uri="{FF2B5EF4-FFF2-40B4-BE49-F238E27FC236}">
                    <a16:creationId xmlns:a16="http://schemas.microsoft.com/office/drawing/2014/main" id="{5DCA033D-B73C-B70F-EB8A-16F8BC17DF9C}"/>
                  </a:ext>
                </a:extLst>
              </p14:cNvPr>
              <p14:cNvContentPartPr/>
              <p14:nvPr/>
            </p14:nvContentPartPr>
            <p14:xfrm>
              <a:off x="3282064" y="1587552"/>
              <a:ext cx="83520" cy="180360"/>
            </p14:xfrm>
          </p:contentPart>
        </mc:Choice>
        <mc:Fallback xmlns="">
          <p:pic>
            <p:nvPicPr>
              <p:cNvPr id="61" name="Ink 60">
                <a:extLst>
                  <a:ext uri="{FF2B5EF4-FFF2-40B4-BE49-F238E27FC236}">
                    <a16:creationId xmlns:a16="http://schemas.microsoft.com/office/drawing/2014/main" id="{5DCA033D-B73C-B70F-EB8A-16F8BC17DF9C}"/>
                  </a:ext>
                </a:extLst>
              </p:cNvPr>
              <p:cNvPicPr/>
              <p:nvPr/>
            </p:nvPicPr>
            <p:blipFill>
              <a:blip r:embed="rId120"/>
              <a:stretch>
                <a:fillRect/>
              </a:stretch>
            </p:blipFill>
            <p:spPr>
              <a:xfrm>
                <a:off x="3277744" y="1583232"/>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2" name="Ink 61">
                <a:extLst>
                  <a:ext uri="{FF2B5EF4-FFF2-40B4-BE49-F238E27FC236}">
                    <a16:creationId xmlns:a16="http://schemas.microsoft.com/office/drawing/2014/main" id="{379DD40D-9F54-0720-F6C4-B7AE53427D1C}"/>
                  </a:ext>
                </a:extLst>
              </p14:cNvPr>
              <p14:cNvContentPartPr/>
              <p14:nvPr/>
            </p14:nvContentPartPr>
            <p14:xfrm>
              <a:off x="3484744" y="1743432"/>
              <a:ext cx="111960" cy="256680"/>
            </p14:xfrm>
          </p:contentPart>
        </mc:Choice>
        <mc:Fallback xmlns="">
          <p:pic>
            <p:nvPicPr>
              <p:cNvPr id="62" name="Ink 61">
                <a:extLst>
                  <a:ext uri="{FF2B5EF4-FFF2-40B4-BE49-F238E27FC236}">
                    <a16:creationId xmlns:a16="http://schemas.microsoft.com/office/drawing/2014/main" id="{379DD40D-9F54-0720-F6C4-B7AE53427D1C}"/>
                  </a:ext>
                </a:extLst>
              </p:cNvPr>
              <p:cNvPicPr/>
              <p:nvPr/>
            </p:nvPicPr>
            <p:blipFill>
              <a:blip r:embed="rId122"/>
              <a:stretch>
                <a:fillRect/>
              </a:stretch>
            </p:blipFill>
            <p:spPr>
              <a:xfrm>
                <a:off x="3480424" y="1739112"/>
                <a:ext cx="1206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3" name="Ink 62">
                <a:extLst>
                  <a:ext uri="{FF2B5EF4-FFF2-40B4-BE49-F238E27FC236}">
                    <a16:creationId xmlns:a16="http://schemas.microsoft.com/office/drawing/2014/main" id="{B9801810-F367-C36F-5B86-7C5509A87273}"/>
                  </a:ext>
                </a:extLst>
              </p14:cNvPr>
              <p14:cNvContentPartPr/>
              <p14:nvPr/>
            </p14:nvContentPartPr>
            <p14:xfrm>
              <a:off x="3902344" y="1618512"/>
              <a:ext cx="162000" cy="108360"/>
            </p14:xfrm>
          </p:contentPart>
        </mc:Choice>
        <mc:Fallback xmlns="">
          <p:pic>
            <p:nvPicPr>
              <p:cNvPr id="63" name="Ink 62">
                <a:extLst>
                  <a:ext uri="{FF2B5EF4-FFF2-40B4-BE49-F238E27FC236}">
                    <a16:creationId xmlns:a16="http://schemas.microsoft.com/office/drawing/2014/main" id="{B9801810-F367-C36F-5B86-7C5509A87273}"/>
                  </a:ext>
                </a:extLst>
              </p:cNvPr>
              <p:cNvPicPr/>
              <p:nvPr/>
            </p:nvPicPr>
            <p:blipFill>
              <a:blip r:embed="rId124"/>
              <a:stretch>
                <a:fillRect/>
              </a:stretch>
            </p:blipFill>
            <p:spPr>
              <a:xfrm>
                <a:off x="3898024" y="1614192"/>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4" name="Ink 63">
                <a:extLst>
                  <a:ext uri="{FF2B5EF4-FFF2-40B4-BE49-F238E27FC236}">
                    <a16:creationId xmlns:a16="http://schemas.microsoft.com/office/drawing/2014/main" id="{772F7BE9-8E70-8E54-51E3-CC4A613FA1AE}"/>
                  </a:ext>
                </a:extLst>
              </p14:cNvPr>
              <p14:cNvContentPartPr/>
              <p14:nvPr/>
            </p14:nvContentPartPr>
            <p14:xfrm>
              <a:off x="4071544" y="1506912"/>
              <a:ext cx="11880" cy="23040"/>
            </p14:xfrm>
          </p:contentPart>
        </mc:Choice>
        <mc:Fallback xmlns="">
          <p:pic>
            <p:nvPicPr>
              <p:cNvPr id="64" name="Ink 63">
                <a:extLst>
                  <a:ext uri="{FF2B5EF4-FFF2-40B4-BE49-F238E27FC236}">
                    <a16:creationId xmlns:a16="http://schemas.microsoft.com/office/drawing/2014/main" id="{772F7BE9-8E70-8E54-51E3-CC4A613FA1AE}"/>
                  </a:ext>
                </a:extLst>
              </p:cNvPr>
              <p:cNvPicPr/>
              <p:nvPr/>
            </p:nvPicPr>
            <p:blipFill>
              <a:blip r:embed="rId126"/>
              <a:stretch>
                <a:fillRect/>
              </a:stretch>
            </p:blipFill>
            <p:spPr>
              <a:xfrm>
                <a:off x="4067224" y="1502592"/>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5" name="Ink 64">
                <a:extLst>
                  <a:ext uri="{FF2B5EF4-FFF2-40B4-BE49-F238E27FC236}">
                    <a16:creationId xmlns:a16="http://schemas.microsoft.com/office/drawing/2014/main" id="{318D2824-EF3C-9615-57F5-098662675049}"/>
                  </a:ext>
                </a:extLst>
              </p14:cNvPr>
              <p14:cNvContentPartPr/>
              <p14:nvPr/>
            </p14:nvContentPartPr>
            <p14:xfrm>
              <a:off x="4239304" y="1591152"/>
              <a:ext cx="275760" cy="158760"/>
            </p14:xfrm>
          </p:contentPart>
        </mc:Choice>
        <mc:Fallback xmlns="">
          <p:pic>
            <p:nvPicPr>
              <p:cNvPr id="65" name="Ink 64">
                <a:extLst>
                  <a:ext uri="{FF2B5EF4-FFF2-40B4-BE49-F238E27FC236}">
                    <a16:creationId xmlns:a16="http://schemas.microsoft.com/office/drawing/2014/main" id="{318D2824-EF3C-9615-57F5-098662675049}"/>
                  </a:ext>
                </a:extLst>
              </p:cNvPr>
              <p:cNvPicPr/>
              <p:nvPr/>
            </p:nvPicPr>
            <p:blipFill>
              <a:blip r:embed="rId128"/>
              <a:stretch>
                <a:fillRect/>
              </a:stretch>
            </p:blipFill>
            <p:spPr>
              <a:xfrm>
                <a:off x="4234984" y="1586832"/>
                <a:ext cx="28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6" name="Ink 65">
                <a:extLst>
                  <a:ext uri="{FF2B5EF4-FFF2-40B4-BE49-F238E27FC236}">
                    <a16:creationId xmlns:a16="http://schemas.microsoft.com/office/drawing/2014/main" id="{F072CA7A-633B-B772-E923-70C9340692CA}"/>
                  </a:ext>
                </a:extLst>
              </p14:cNvPr>
              <p14:cNvContentPartPr/>
              <p14:nvPr/>
            </p14:nvContentPartPr>
            <p14:xfrm>
              <a:off x="4726024" y="1510512"/>
              <a:ext cx="216360" cy="165600"/>
            </p14:xfrm>
          </p:contentPart>
        </mc:Choice>
        <mc:Fallback xmlns="">
          <p:pic>
            <p:nvPicPr>
              <p:cNvPr id="66" name="Ink 65">
                <a:extLst>
                  <a:ext uri="{FF2B5EF4-FFF2-40B4-BE49-F238E27FC236}">
                    <a16:creationId xmlns:a16="http://schemas.microsoft.com/office/drawing/2014/main" id="{F072CA7A-633B-B772-E923-70C9340692CA}"/>
                  </a:ext>
                </a:extLst>
              </p:cNvPr>
              <p:cNvPicPr/>
              <p:nvPr/>
            </p:nvPicPr>
            <p:blipFill>
              <a:blip r:embed="rId130"/>
              <a:stretch>
                <a:fillRect/>
              </a:stretch>
            </p:blipFill>
            <p:spPr>
              <a:xfrm>
                <a:off x="4721704" y="1506192"/>
                <a:ext cx="22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67" name="Ink 66">
                <a:extLst>
                  <a:ext uri="{FF2B5EF4-FFF2-40B4-BE49-F238E27FC236}">
                    <a16:creationId xmlns:a16="http://schemas.microsoft.com/office/drawing/2014/main" id="{2D8F3E45-CF60-FA4C-6901-C15405F8FE43}"/>
                  </a:ext>
                </a:extLst>
              </p14:cNvPr>
              <p14:cNvContentPartPr/>
              <p14:nvPr/>
            </p14:nvContentPartPr>
            <p14:xfrm>
              <a:off x="5151544" y="1508352"/>
              <a:ext cx="208080" cy="46800"/>
            </p14:xfrm>
          </p:contentPart>
        </mc:Choice>
        <mc:Fallback xmlns="">
          <p:pic>
            <p:nvPicPr>
              <p:cNvPr id="67" name="Ink 66">
                <a:extLst>
                  <a:ext uri="{FF2B5EF4-FFF2-40B4-BE49-F238E27FC236}">
                    <a16:creationId xmlns:a16="http://schemas.microsoft.com/office/drawing/2014/main" id="{2D8F3E45-CF60-FA4C-6901-C15405F8FE43}"/>
                  </a:ext>
                </a:extLst>
              </p:cNvPr>
              <p:cNvPicPr/>
              <p:nvPr/>
            </p:nvPicPr>
            <p:blipFill>
              <a:blip r:embed="rId132"/>
              <a:stretch>
                <a:fillRect/>
              </a:stretch>
            </p:blipFill>
            <p:spPr>
              <a:xfrm>
                <a:off x="5147224" y="1504032"/>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68" name="Ink 67">
                <a:extLst>
                  <a:ext uri="{FF2B5EF4-FFF2-40B4-BE49-F238E27FC236}">
                    <a16:creationId xmlns:a16="http://schemas.microsoft.com/office/drawing/2014/main" id="{01303708-6C59-3793-9553-FCC0C52AA620}"/>
                  </a:ext>
                </a:extLst>
              </p14:cNvPr>
              <p14:cNvContentPartPr/>
              <p14:nvPr/>
            </p14:nvContentPartPr>
            <p14:xfrm>
              <a:off x="5513344" y="1403232"/>
              <a:ext cx="19800" cy="183240"/>
            </p14:xfrm>
          </p:contentPart>
        </mc:Choice>
        <mc:Fallback xmlns="">
          <p:pic>
            <p:nvPicPr>
              <p:cNvPr id="68" name="Ink 67">
                <a:extLst>
                  <a:ext uri="{FF2B5EF4-FFF2-40B4-BE49-F238E27FC236}">
                    <a16:creationId xmlns:a16="http://schemas.microsoft.com/office/drawing/2014/main" id="{01303708-6C59-3793-9553-FCC0C52AA620}"/>
                  </a:ext>
                </a:extLst>
              </p:cNvPr>
              <p:cNvPicPr/>
              <p:nvPr/>
            </p:nvPicPr>
            <p:blipFill>
              <a:blip r:embed="rId134"/>
              <a:stretch>
                <a:fillRect/>
              </a:stretch>
            </p:blipFill>
            <p:spPr>
              <a:xfrm>
                <a:off x="5509024" y="1398912"/>
                <a:ext cx="284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69" name="Ink 68">
                <a:extLst>
                  <a:ext uri="{FF2B5EF4-FFF2-40B4-BE49-F238E27FC236}">
                    <a16:creationId xmlns:a16="http://schemas.microsoft.com/office/drawing/2014/main" id="{87688481-1F36-9757-AEFA-FB92247F60F4}"/>
                  </a:ext>
                </a:extLst>
              </p14:cNvPr>
              <p14:cNvContentPartPr/>
              <p14:nvPr/>
            </p14:nvContentPartPr>
            <p14:xfrm>
              <a:off x="6052624" y="1468032"/>
              <a:ext cx="148680" cy="96480"/>
            </p14:xfrm>
          </p:contentPart>
        </mc:Choice>
        <mc:Fallback xmlns="">
          <p:pic>
            <p:nvPicPr>
              <p:cNvPr id="69" name="Ink 68">
                <a:extLst>
                  <a:ext uri="{FF2B5EF4-FFF2-40B4-BE49-F238E27FC236}">
                    <a16:creationId xmlns:a16="http://schemas.microsoft.com/office/drawing/2014/main" id="{87688481-1F36-9757-AEFA-FB92247F60F4}"/>
                  </a:ext>
                </a:extLst>
              </p:cNvPr>
              <p:cNvPicPr/>
              <p:nvPr/>
            </p:nvPicPr>
            <p:blipFill>
              <a:blip r:embed="rId136"/>
              <a:stretch>
                <a:fillRect/>
              </a:stretch>
            </p:blipFill>
            <p:spPr>
              <a:xfrm>
                <a:off x="6048304" y="1463712"/>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0" name="Ink 69">
                <a:extLst>
                  <a:ext uri="{FF2B5EF4-FFF2-40B4-BE49-F238E27FC236}">
                    <a16:creationId xmlns:a16="http://schemas.microsoft.com/office/drawing/2014/main" id="{324B8150-4485-00C4-4911-E2D1DD7B5065}"/>
                  </a:ext>
                </a:extLst>
              </p14:cNvPr>
              <p14:cNvContentPartPr/>
              <p14:nvPr/>
            </p14:nvContentPartPr>
            <p14:xfrm>
              <a:off x="6233344" y="1343472"/>
              <a:ext cx="25560" cy="21240"/>
            </p14:xfrm>
          </p:contentPart>
        </mc:Choice>
        <mc:Fallback xmlns="">
          <p:pic>
            <p:nvPicPr>
              <p:cNvPr id="70" name="Ink 69">
                <a:extLst>
                  <a:ext uri="{FF2B5EF4-FFF2-40B4-BE49-F238E27FC236}">
                    <a16:creationId xmlns:a16="http://schemas.microsoft.com/office/drawing/2014/main" id="{324B8150-4485-00C4-4911-E2D1DD7B5065}"/>
                  </a:ext>
                </a:extLst>
              </p:cNvPr>
              <p:cNvPicPr/>
              <p:nvPr/>
            </p:nvPicPr>
            <p:blipFill>
              <a:blip r:embed="rId138"/>
              <a:stretch>
                <a:fillRect/>
              </a:stretch>
            </p:blipFill>
            <p:spPr>
              <a:xfrm>
                <a:off x="6229024" y="1338792"/>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1" name="Ink 70">
                <a:extLst>
                  <a:ext uri="{FF2B5EF4-FFF2-40B4-BE49-F238E27FC236}">
                    <a16:creationId xmlns:a16="http://schemas.microsoft.com/office/drawing/2014/main" id="{76BC932B-A139-78F1-7D33-C081932FFA91}"/>
                  </a:ext>
                </a:extLst>
              </p14:cNvPr>
              <p14:cNvContentPartPr/>
              <p14:nvPr/>
            </p14:nvContentPartPr>
            <p14:xfrm>
              <a:off x="6394984" y="1397112"/>
              <a:ext cx="52200" cy="121680"/>
            </p14:xfrm>
          </p:contentPart>
        </mc:Choice>
        <mc:Fallback xmlns="">
          <p:pic>
            <p:nvPicPr>
              <p:cNvPr id="71" name="Ink 70">
                <a:extLst>
                  <a:ext uri="{FF2B5EF4-FFF2-40B4-BE49-F238E27FC236}">
                    <a16:creationId xmlns:a16="http://schemas.microsoft.com/office/drawing/2014/main" id="{76BC932B-A139-78F1-7D33-C081932FFA91}"/>
                  </a:ext>
                </a:extLst>
              </p:cNvPr>
              <p:cNvPicPr/>
              <p:nvPr/>
            </p:nvPicPr>
            <p:blipFill>
              <a:blip r:embed="rId140"/>
              <a:stretch>
                <a:fillRect/>
              </a:stretch>
            </p:blipFill>
            <p:spPr>
              <a:xfrm>
                <a:off x="6390664" y="1392792"/>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2" name="Ink 71">
                <a:extLst>
                  <a:ext uri="{FF2B5EF4-FFF2-40B4-BE49-F238E27FC236}">
                    <a16:creationId xmlns:a16="http://schemas.microsoft.com/office/drawing/2014/main" id="{E0DDBD18-6CBD-E4D2-50F5-3E9DB57A3CCE}"/>
                  </a:ext>
                </a:extLst>
              </p14:cNvPr>
              <p14:cNvContentPartPr/>
              <p14:nvPr/>
            </p14:nvContentPartPr>
            <p14:xfrm>
              <a:off x="6327664" y="1397112"/>
              <a:ext cx="314280" cy="177120"/>
            </p14:xfrm>
          </p:contentPart>
        </mc:Choice>
        <mc:Fallback xmlns="">
          <p:pic>
            <p:nvPicPr>
              <p:cNvPr id="72" name="Ink 71">
                <a:extLst>
                  <a:ext uri="{FF2B5EF4-FFF2-40B4-BE49-F238E27FC236}">
                    <a16:creationId xmlns:a16="http://schemas.microsoft.com/office/drawing/2014/main" id="{E0DDBD18-6CBD-E4D2-50F5-3E9DB57A3CCE}"/>
                  </a:ext>
                </a:extLst>
              </p:cNvPr>
              <p:cNvPicPr/>
              <p:nvPr/>
            </p:nvPicPr>
            <p:blipFill>
              <a:blip r:embed="rId142"/>
              <a:stretch>
                <a:fillRect/>
              </a:stretch>
            </p:blipFill>
            <p:spPr>
              <a:xfrm>
                <a:off x="6323344" y="1392792"/>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3" name="Ink 72">
                <a:extLst>
                  <a:ext uri="{FF2B5EF4-FFF2-40B4-BE49-F238E27FC236}">
                    <a16:creationId xmlns:a16="http://schemas.microsoft.com/office/drawing/2014/main" id="{10B322E5-0D1E-8958-CECC-D8D032A9F831}"/>
                  </a:ext>
                </a:extLst>
              </p14:cNvPr>
              <p14:cNvContentPartPr/>
              <p14:nvPr/>
            </p14:nvContentPartPr>
            <p14:xfrm>
              <a:off x="6545104" y="1468032"/>
              <a:ext cx="225720" cy="39240"/>
            </p14:xfrm>
          </p:contentPart>
        </mc:Choice>
        <mc:Fallback xmlns="">
          <p:pic>
            <p:nvPicPr>
              <p:cNvPr id="73" name="Ink 72">
                <a:extLst>
                  <a:ext uri="{FF2B5EF4-FFF2-40B4-BE49-F238E27FC236}">
                    <a16:creationId xmlns:a16="http://schemas.microsoft.com/office/drawing/2014/main" id="{10B322E5-0D1E-8958-CECC-D8D032A9F831}"/>
                  </a:ext>
                </a:extLst>
              </p:cNvPr>
              <p:cNvPicPr/>
              <p:nvPr/>
            </p:nvPicPr>
            <p:blipFill>
              <a:blip r:embed="rId144"/>
              <a:stretch>
                <a:fillRect/>
              </a:stretch>
            </p:blipFill>
            <p:spPr>
              <a:xfrm>
                <a:off x="6540784" y="1463712"/>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4" name="Ink 73">
                <a:extLst>
                  <a:ext uri="{FF2B5EF4-FFF2-40B4-BE49-F238E27FC236}">
                    <a16:creationId xmlns:a16="http://schemas.microsoft.com/office/drawing/2014/main" id="{468DAD75-CB03-B773-61D1-A91E59F57CDF}"/>
                  </a:ext>
                </a:extLst>
              </p14:cNvPr>
              <p14:cNvContentPartPr/>
              <p14:nvPr/>
            </p14:nvContentPartPr>
            <p14:xfrm>
              <a:off x="6781984" y="1278312"/>
              <a:ext cx="234360" cy="360000"/>
            </p14:xfrm>
          </p:contentPart>
        </mc:Choice>
        <mc:Fallback xmlns="">
          <p:pic>
            <p:nvPicPr>
              <p:cNvPr id="74" name="Ink 73">
                <a:extLst>
                  <a:ext uri="{FF2B5EF4-FFF2-40B4-BE49-F238E27FC236}">
                    <a16:creationId xmlns:a16="http://schemas.microsoft.com/office/drawing/2014/main" id="{468DAD75-CB03-B773-61D1-A91E59F57CDF}"/>
                  </a:ext>
                </a:extLst>
              </p:cNvPr>
              <p:cNvPicPr/>
              <p:nvPr/>
            </p:nvPicPr>
            <p:blipFill>
              <a:blip r:embed="rId146"/>
              <a:stretch>
                <a:fillRect/>
              </a:stretch>
            </p:blipFill>
            <p:spPr>
              <a:xfrm>
                <a:off x="6777664" y="1273992"/>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5" name="Ink 74">
                <a:extLst>
                  <a:ext uri="{FF2B5EF4-FFF2-40B4-BE49-F238E27FC236}">
                    <a16:creationId xmlns:a16="http://schemas.microsoft.com/office/drawing/2014/main" id="{8B2AFEE3-5147-F514-6783-D44FC67CEA37}"/>
                  </a:ext>
                </a:extLst>
              </p14:cNvPr>
              <p14:cNvContentPartPr/>
              <p14:nvPr/>
            </p14:nvContentPartPr>
            <p14:xfrm>
              <a:off x="1831264" y="3588432"/>
              <a:ext cx="248760" cy="474120"/>
            </p14:xfrm>
          </p:contentPart>
        </mc:Choice>
        <mc:Fallback xmlns="">
          <p:pic>
            <p:nvPicPr>
              <p:cNvPr id="75" name="Ink 74">
                <a:extLst>
                  <a:ext uri="{FF2B5EF4-FFF2-40B4-BE49-F238E27FC236}">
                    <a16:creationId xmlns:a16="http://schemas.microsoft.com/office/drawing/2014/main" id="{8B2AFEE3-5147-F514-6783-D44FC67CEA37}"/>
                  </a:ext>
                </a:extLst>
              </p:cNvPr>
              <p:cNvPicPr/>
              <p:nvPr/>
            </p:nvPicPr>
            <p:blipFill>
              <a:blip r:embed="rId148"/>
              <a:stretch>
                <a:fillRect/>
              </a:stretch>
            </p:blipFill>
            <p:spPr>
              <a:xfrm>
                <a:off x="1826944" y="3584112"/>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6" name="Ink 75">
                <a:extLst>
                  <a:ext uri="{FF2B5EF4-FFF2-40B4-BE49-F238E27FC236}">
                    <a16:creationId xmlns:a16="http://schemas.microsoft.com/office/drawing/2014/main" id="{8FE30CC3-BCF3-104E-E04E-68F60E2EED45}"/>
                  </a:ext>
                </a:extLst>
              </p14:cNvPr>
              <p14:cNvContentPartPr/>
              <p14:nvPr/>
            </p14:nvContentPartPr>
            <p14:xfrm>
              <a:off x="526080" y="1098240"/>
              <a:ext cx="241200" cy="662040"/>
            </p14:xfrm>
          </p:contentPart>
        </mc:Choice>
        <mc:Fallback xmlns="">
          <p:pic>
            <p:nvPicPr>
              <p:cNvPr id="76" name="Ink 75">
                <a:extLst>
                  <a:ext uri="{FF2B5EF4-FFF2-40B4-BE49-F238E27FC236}">
                    <a16:creationId xmlns:a16="http://schemas.microsoft.com/office/drawing/2014/main" id="{8FE30CC3-BCF3-104E-E04E-68F60E2EED45}"/>
                  </a:ext>
                </a:extLst>
              </p:cNvPr>
              <p:cNvPicPr/>
              <p:nvPr/>
            </p:nvPicPr>
            <p:blipFill>
              <a:blip r:embed="rId150"/>
              <a:stretch>
                <a:fillRect/>
              </a:stretch>
            </p:blipFill>
            <p:spPr>
              <a:xfrm>
                <a:off x="521760" y="1093920"/>
                <a:ext cx="24984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7" name="Ink 76">
                <a:extLst>
                  <a:ext uri="{FF2B5EF4-FFF2-40B4-BE49-F238E27FC236}">
                    <a16:creationId xmlns:a16="http://schemas.microsoft.com/office/drawing/2014/main" id="{9C2B5D81-B22F-B893-18D1-73D04EE4BF82}"/>
                  </a:ext>
                </a:extLst>
              </p14:cNvPr>
              <p14:cNvContentPartPr/>
              <p14:nvPr/>
            </p14:nvContentPartPr>
            <p14:xfrm>
              <a:off x="379920" y="1463640"/>
              <a:ext cx="323640" cy="88560"/>
            </p14:xfrm>
          </p:contentPart>
        </mc:Choice>
        <mc:Fallback xmlns="">
          <p:pic>
            <p:nvPicPr>
              <p:cNvPr id="77" name="Ink 76">
                <a:extLst>
                  <a:ext uri="{FF2B5EF4-FFF2-40B4-BE49-F238E27FC236}">
                    <a16:creationId xmlns:a16="http://schemas.microsoft.com/office/drawing/2014/main" id="{9C2B5D81-B22F-B893-18D1-73D04EE4BF82}"/>
                  </a:ext>
                </a:extLst>
              </p:cNvPr>
              <p:cNvPicPr/>
              <p:nvPr/>
            </p:nvPicPr>
            <p:blipFill>
              <a:blip r:embed="rId152"/>
              <a:stretch>
                <a:fillRect/>
              </a:stretch>
            </p:blipFill>
            <p:spPr>
              <a:xfrm>
                <a:off x="375600" y="1459320"/>
                <a:ext cx="332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8" name="Ink 77">
                <a:extLst>
                  <a:ext uri="{FF2B5EF4-FFF2-40B4-BE49-F238E27FC236}">
                    <a16:creationId xmlns:a16="http://schemas.microsoft.com/office/drawing/2014/main" id="{34B46A8C-2C16-E515-FA32-E331F1A0EDC5}"/>
                  </a:ext>
                </a:extLst>
              </p14:cNvPr>
              <p14:cNvContentPartPr/>
              <p14:nvPr/>
            </p14:nvContentPartPr>
            <p14:xfrm>
              <a:off x="681240" y="1405680"/>
              <a:ext cx="106200" cy="136440"/>
            </p14:xfrm>
          </p:contentPart>
        </mc:Choice>
        <mc:Fallback xmlns="">
          <p:pic>
            <p:nvPicPr>
              <p:cNvPr id="78" name="Ink 77">
                <a:extLst>
                  <a:ext uri="{FF2B5EF4-FFF2-40B4-BE49-F238E27FC236}">
                    <a16:creationId xmlns:a16="http://schemas.microsoft.com/office/drawing/2014/main" id="{34B46A8C-2C16-E515-FA32-E331F1A0EDC5}"/>
                  </a:ext>
                </a:extLst>
              </p:cNvPr>
              <p:cNvPicPr/>
              <p:nvPr/>
            </p:nvPicPr>
            <p:blipFill>
              <a:blip r:embed="rId154"/>
              <a:stretch>
                <a:fillRect/>
              </a:stretch>
            </p:blipFill>
            <p:spPr>
              <a:xfrm>
                <a:off x="676920" y="1401360"/>
                <a:ext cx="1148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79" name="Ink 78">
                <a:extLst>
                  <a:ext uri="{FF2B5EF4-FFF2-40B4-BE49-F238E27FC236}">
                    <a16:creationId xmlns:a16="http://schemas.microsoft.com/office/drawing/2014/main" id="{AF5D8466-DB2D-8A84-3554-62D7DD3907A1}"/>
                  </a:ext>
                </a:extLst>
              </p14:cNvPr>
              <p14:cNvContentPartPr/>
              <p14:nvPr/>
            </p14:nvContentPartPr>
            <p14:xfrm>
              <a:off x="868800" y="1357440"/>
              <a:ext cx="106200" cy="136800"/>
            </p14:xfrm>
          </p:contentPart>
        </mc:Choice>
        <mc:Fallback xmlns="">
          <p:pic>
            <p:nvPicPr>
              <p:cNvPr id="79" name="Ink 78">
                <a:extLst>
                  <a:ext uri="{FF2B5EF4-FFF2-40B4-BE49-F238E27FC236}">
                    <a16:creationId xmlns:a16="http://schemas.microsoft.com/office/drawing/2014/main" id="{AF5D8466-DB2D-8A84-3554-62D7DD3907A1}"/>
                  </a:ext>
                </a:extLst>
              </p:cNvPr>
              <p:cNvPicPr/>
              <p:nvPr/>
            </p:nvPicPr>
            <p:blipFill>
              <a:blip r:embed="rId156"/>
              <a:stretch>
                <a:fillRect/>
              </a:stretch>
            </p:blipFill>
            <p:spPr>
              <a:xfrm>
                <a:off x="864480" y="1353120"/>
                <a:ext cx="1148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1" name="Ink 80">
                <a:extLst>
                  <a:ext uri="{FF2B5EF4-FFF2-40B4-BE49-F238E27FC236}">
                    <a16:creationId xmlns:a16="http://schemas.microsoft.com/office/drawing/2014/main" id="{08935001-4059-6A90-946E-468DA8331F8C}"/>
                  </a:ext>
                </a:extLst>
              </p14:cNvPr>
              <p14:cNvContentPartPr/>
              <p14:nvPr/>
            </p14:nvContentPartPr>
            <p14:xfrm>
              <a:off x="7461120" y="751920"/>
              <a:ext cx="239400" cy="416160"/>
            </p14:xfrm>
          </p:contentPart>
        </mc:Choice>
        <mc:Fallback xmlns="">
          <p:pic>
            <p:nvPicPr>
              <p:cNvPr id="81" name="Ink 80">
                <a:extLst>
                  <a:ext uri="{FF2B5EF4-FFF2-40B4-BE49-F238E27FC236}">
                    <a16:creationId xmlns:a16="http://schemas.microsoft.com/office/drawing/2014/main" id="{08935001-4059-6A90-946E-468DA8331F8C}"/>
                  </a:ext>
                </a:extLst>
              </p:cNvPr>
              <p:cNvPicPr/>
              <p:nvPr/>
            </p:nvPicPr>
            <p:blipFill>
              <a:blip r:embed="rId158"/>
              <a:stretch>
                <a:fillRect/>
              </a:stretch>
            </p:blipFill>
            <p:spPr>
              <a:xfrm>
                <a:off x="7456800" y="747600"/>
                <a:ext cx="24804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2" name="Ink 81">
                <a:extLst>
                  <a:ext uri="{FF2B5EF4-FFF2-40B4-BE49-F238E27FC236}">
                    <a16:creationId xmlns:a16="http://schemas.microsoft.com/office/drawing/2014/main" id="{5C9F9E07-6C2A-FB0A-2B36-4010A578AAC6}"/>
                  </a:ext>
                </a:extLst>
              </p14:cNvPr>
              <p14:cNvContentPartPr/>
              <p14:nvPr/>
            </p14:nvContentPartPr>
            <p14:xfrm>
              <a:off x="7366080" y="1370040"/>
              <a:ext cx="276480" cy="294120"/>
            </p14:xfrm>
          </p:contentPart>
        </mc:Choice>
        <mc:Fallback xmlns="">
          <p:pic>
            <p:nvPicPr>
              <p:cNvPr id="82" name="Ink 81">
                <a:extLst>
                  <a:ext uri="{FF2B5EF4-FFF2-40B4-BE49-F238E27FC236}">
                    <a16:creationId xmlns:a16="http://schemas.microsoft.com/office/drawing/2014/main" id="{5C9F9E07-6C2A-FB0A-2B36-4010A578AAC6}"/>
                  </a:ext>
                </a:extLst>
              </p:cNvPr>
              <p:cNvPicPr/>
              <p:nvPr/>
            </p:nvPicPr>
            <p:blipFill>
              <a:blip r:embed="rId160"/>
              <a:stretch>
                <a:fillRect/>
              </a:stretch>
            </p:blipFill>
            <p:spPr>
              <a:xfrm>
                <a:off x="7361760" y="1365720"/>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83" name="Ink 82">
                <a:extLst>
                  <a:ext uri="{FF2B5EF4-FFF2-40B4-BE49-F238E27FC236}">
                    <a16:creationId xmlns:a16="http://schemas.microsoft.com/office/drawing/2014/main" id="{6E235B7C-8F29-A771-D6CA-06956B1DE188}"/>
                  </a:ext>
                </a:extLst>
              </p14:cNvPr>
              <p14:cNvContentPartPr/>
              <p14:nvPr/>
            </p14:nvContentPartPr>
            <p14:xfrm>
              <a:off x="7670640" y="1929840"/>
              <a:ext cx="174240" cy="417960"/>
            </p14:xfrm>
          </p:contentPart>
        </mc:Choice>
        <mc:Fallback xmlns="">
          <p:pic>
            <p:nvPicPr>
              <p:cNvPr id="83" name="Ink 82">
                <a:extLst>
                  <a:ext uri="{FF2B5EF4-FFF2-40B4-BE49-F238E27FC236}">
                    <a16:creationId xmlns:a16="http://schemas.microsoft.com/office/drawing/2014/main" id="{6E235B7C-8F29-A771-D6CA-06956B1DE188}"/>
                  </a:ext>
                </a:extLst>
              </p:cNvPr>
              <p:cNvPicPr/>
              <p:nvPr/>
            </p:nvPicPr>
            <p:blipFill>
              <a:blip r:embed="rId162"/>
              <a:stretch>
                <a:fillRect/>
              </a:stretch>
            </p:blipFill>
            <p:spPr>
              <a:xfrm>
                <a:off x="7666320" y="1925520"/>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84" name="Ink 83">
                <a:extLst>
                  <a:ext uri="{FF2B5EF4-FFF2-40B4-BE49-F238E27FC236}">
                    <a16:creationId xmlns:a16="http://schemas.microsoft.com/office/drawing/2014/main" id="{B5E5747F-A129-200D-752D-1EB711239D0A}"/>
                  </a:ext>
                </a:extLst>
              </p14:cNvPr>
              <p14:cNvContentPartPr/>
              <p14:nvPr/>
            </p14:nvContentPartPr>
            <p14:xfrm>
              <a:off x="2616600" y="3172920"/>
              <a:ext cx="216000" cy="368640"/>
            </p14:xfrm>
          </p:contentPart>
        </mc:Choice>
        <mc:Fallback xmlns="">
          <p:pic>
            <p:nvPicPr>
              <p:cNvPr id="84" name="Ink 83">
                <a:extLst>
                  <a:ext uri="{FF2B5EF4-FFF2-40B4-BE49-F238E27FC236}">
                    <a16:creationId xmlns:a16="http://schemas.microsoft.com/office/drawing/2014/main" id="{B5E5747F-A129-200D-752D-1EB711239D0A}"/>
                  </a:ext>
                </a:extLst>
              </p:cNvPr>
              <p:cNvPicPr/>
              <p:nvPr/>
            </p:nvPicPr>
            <p:blipFill>
              <a:blip r:embed="rId164"/>
              <a:stretch>
                <a:fillRect/>
              </a:stretch>
            </p:blipFill>
            <p:spPr>
              <a:xfrm>
                <a:off x="2612280" y="3168600"/>
                <a:ext cx="224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85" name="Ink 84">
                <a:extLst>
                  <a:ext uri="{FF2B5EF4-FFF2-40B4-BE49-F238E27FC236}">
                    <a16:creationId xmlns:a16="http://schemas.microsoft.com/office/drawing/2014/main" id="{2308A5A6-9078-7364-6D53-37CE336DC1D4}"/>
                  </a:ext>
                </a:extLst>
              </p14:cNvPr>
              <p14:cNvContentPartPr/>
              <p14:nvPr/>
            </p14:nvContentPartPr>
            <p14:xfrm>
              <a:off x="1175160" y="1005720"/>
              <a:ext cx="152280" cy="523440"/>
            </p14:xfrm>
          </p:contentPart>
        </mc:Choice>
        <mc:Fallback xmlns="">
          <p:pic>
            <p:nvPicPr>
              <p:cNvPr id="85" name="Ink 84">
                <a:extLst>
                  <a:ext uri="{FF2B5EF4-FFF2-40B4-BE49-F238E27FC236}">
                    <a16:creationId xmlns:a16="http://schemas.microsoft.com/office/drawing/2014/main" id="{2308A5A6-9078-7364-6D53-37CE336DC1D4}"/>
                  </a:ext>
                </a:extLst>
              </p:cNvPr>
              <p:cNvPicPr/>
              <p:nvPr/>
            </p:nvPicPr>
            <p:blipFill>
              <a:blip r:embed="rId166"/>
              <a:stretch>
                <a:fillRect/>
              </a:stretch>
            </p:blipFill>
            <p:spPr>
              <a:xfrm>
                <a:off x="1170840" y="1001400"/>
                <a:ext cx="1609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86" name="Ink 85">
                <a:extLst>
                  <a:ext uri="{FF2B5EF4-FFF2-40B4-BE49-F238E27FC236}">
                    <a16:creationId xmlns:a16="http://schemas.microsoft.com/office/drawing/2014/main" id="{0682FA8A-4A9A-4C65-FBE5-D42B9B7B2514}"/>
                  </a:ext>
                </a:extLst>
              </p14:cNvPr>
              <p14:cNvContentPartPr/>
              <p14:nvPr/>
            </p14:nvContentPartPr>
            <p14:xfrm>
              <a:off x="1476840" y="1260600"/>
              <a:ext cx="31320" cy="105480"/>
            </p14:xfrm>
          </p:contentPart>
        </mc:Choice>
        <mc:Fallback xmlns="">
          <p:pic>
            <p:nvPicPr>
              <p:cNvPr id="86" name="Ink 85">
                <a:extLst>
                  <a:ext uri="{FF2B5EF4-FFF2-40B4-BE49-F238E27FC236}">
                    <a16:creationId xmlns:a16="http://schemas.microsoft.com/office/drawing/2014/main" id="{0682FA8A-4A9A-4C65-FBE5-D42B9B7B2514}"/>
                  </a:ext>
                </a:extLst>
              </p:cNvPr>
              <p:cNvPicPr/>
              <p:nvPr/>
            </p:nvPicPr>
            <p:blipFill>
              <a:blip r:embed="rId168"/>
              <a:stretch>
                <a:fillRect/>
              </a:stretch>
            </p:blipFill>
            <p:spPr>
              <a:xfrm>
                <a:off x="1472520" y="1256280"/>
                <a:ext cx="39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87" name="Ink 86">
                <a:extLst>
                  <a:ext uri="{FF2B5EF4-FFF2-40B4-BE49-F238E27FC236}">
                    <a16:creationId xmlns:a16="http://schemas.microsoft.com/office/drawing/2014/main" id="{B223F6D3-310A-D6BB-A8C1-6E67E1285D56}"/>
                  </a:ext>
                </a:extLst>
              </p14:cNvPr>
              <p14:cNvContentPartPr/>
              <p14:nvPr/>
            </p14:nvContentPartPr>
            <p14:xfrm>
              <a:off x="1542360" y="980520"/>
              <a:ext cx="19440" cy="85320"/>
            </p14:xfrm>
          </p:contentPart>
        </mc:Choice>
        <mc:Fallback xmlns="">
          <p:pic>
            <p:nvPicPr>
              <p:cNvPr id="87" name="Ink 86">
                <a:extLst>
                  <a:ext uri="{FF2B5EF4-FFF2-40B4-BE49-F238E27FC236}">
                    <a16:creationId xmlns:a16="http://schemas.microsoft.com/office/drawing/2014/main" id="{B223F6D3-310A-D6BB-A8C1-6E67E1285D56}"/>
                  </a:ext>
                </a:extLst>
              </p:cNvPr>
              <p:cNvPicPr/>
              <p:nvPr/>
            </p:nvPicPr>
            <p:blipFill>
              <a:blip r:embed="rId170"/>
              <a:stretch>
                <a:fillRect/>
              </a:stretch>
            </p:blipFill>
            <p:spPr>
              <a:xfrm>
                <a:off x="1538040" y="976200"/>
                <a:ext cx="2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88" name="Ink 87">
                <a:extLst>
                  <a:ext uri="{FF2B5EF4-FFF2-40B4-BE49-F238E27FC236}">
                    <a16:creationId xmlns:a16="http://schemas.microsoft.com/office/drawing/2014/main" id="{DA12C26F-628A-7C30-0474-1C315E1A854D}"/>
                  </a:ext>
                </a:extLst>
              </p14:cNvPr>
              <p14:cNvContentPartPr/>
              <p14:nvPr/>
            </p14:nvContentPartPr>
            <p14:xfrm>
              <a:off x="1592400" y="1199040"/>
              <a:ext cx="156240" cy="93600"/>
            </p14:xfrm>
          </p:contentPart>
        </mc:Choice>
        <mc:Fallback xmlns="">
          <p:pic>
            <p:nvPicPr>
              <p:cNvPr id="88" name="Ink 87">
                <a:extLst>
                  <a:ext uri="{FF2B5EF4-FFF2-40B4-BE49-F238E27FC236}">
                    <a16:creationId xmlns:a16="http://schemas.microsoft.com/office/drawing/2014/main" id="{DA12C26F-628A-7C30-0474-1C315E1A854D}"/>
                  </a:ext>
                </a:extLst>
              </p:cNvPr>
              <p:cNvPicPr/>
              <p:nvPr/>
            </p:nvPicPr>
            <p:blipFill>
              <a:blip r:embed="rId172"/>
              <a:stretch>
                <a:fillRect/>
              </a:stretch>
            </p:blipFill>
            <p:spPr>
              <a:xfrm>
                <a:off x="1588080" y="1194720"/>
                <a:ext cx="164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89" name="Ink 88">
                <a:extLst>
                  <a:ext uri="{FF2B5EF4-FFF2-40B4-BE49-F238E27FC236}">
                    <a16:creationId xmlns:a16="http://schemas.microsoft.com/office/drawing/2014/main" id="{AC7B7FBE-3714-CC30-2011-290DA36829B2}"/>
                  </a:ext>
                </a:extLst>
              </p14:cNvPr>
              <p14:cNvContentPartPr/>
              <p14:nvPr/>
            </p14:nvContentPartPr>
            <p14:xfrm>
              <a:off x="1904160" y="999600"/>
              <a:ext cx="56520" cy="273960"/>
            </p14:xfrm>
          </p:contentPart>
        </mc:Choice>
        <mc:Fallback xmlns="">
          <p:pic>
            <p:nvPicPr>
              <p:cNvPr id="89" name="Ink 88">
                <a:extLst>
                  <a:ext uri="{FF2B5EF4-FFF2-40B4-BE49-F238E27FC236}">
                    <a16:creationId xmlns:a16="http://schemas.microsoft.com/office/drawing/2014/main" id="{AC7B7FBE-3714-CC30-2011-290DA36829B2}"/>
                  </a:ext>
                </a:extLst>
              </p:cNvPr>
              <p:cNvPicPr/>
              <p:nvPr/>
            </p:nvPicPr>
            <p:blipFill>
              <a:blip r:embed="rId174"/>
              <a:stretch>
                <a:fillRect/>
              </a:stretch>
            </p:blipFill>
            <p:spPr>
              <a:xfrm>
                <a:off x="1899840" y="995280"/>
                <a:ext cx="65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0" name="Ink 89">
                <a:extLst>
                  <a:ext uri="{FF2B5EF4-FFF2-40B4-BE49-F238E27FC236}">
                    <a16:creationId xmlns:a16="http://schemas.microsoft.com/office/drawing/2014/main" id="{F2FC0289-C430-D511-518E-656D1621805B}"/>
                  </a:ext>
                </a:extLst>
              </p14:cNvPr>
              <p14:cNvContentPartPr/>
              <p14:nvPr/>
            </p14:nvContentPartPr>
            <p14:xfrm>
              <a:off x="1862040" y="1144320"/>
              <a:ext cx="144720" cy="15840"/>
            </p14:xfrm>
          </p:contentPart>
        </mc:Choice>
        <mc:Fallback xmlns="">
          <p:pic>
            <p:nvPicPr>
              <p:cNvPr id="90" name="Ink 89">
                <a:extLst>
                  <a:ext uri="{FF2B5EF4-FFF2-40B4-BE49-F238E27FC236}">
                    <a16:creationId xmlns:a16="http://schemas.microsoft.com/office/drawing/2014/main" id="{F2FC0289-C430-D511-518E-656D1621805B}"/>
                  </a:ext>
                </a:extLst>
              </p:cNvPr>
              <p:cNvPicPr/>
              <p:nvPr/>
            </p:nvPicPr>
            <p:blipFill>
              <a:blip r:embed="rId176"/>
              <a:stretch>
                <a:fillRect/>
              </a:stretch>
            </p:blipFill>
            <p:spPr>
              <a:xfrm>
                <a:off x="1857720" y="1140000"/>
                <a:ext cx="1533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1" name="Ink 90">
                <a:extLst>
                  <a:ext uri="{FF2B5EF4-FFF2-40B4-BE49-F238E27FC236}">
                    <a16:creationId xmlns:a16="http://schemas.microsoft.com/office/drawing/2014/main" id="{6971AF33-7AFE-AA29-9145-6FD3B1CBB471}"/>
                  </a:ext>
                </a:extLst>
              </p14:cNvPr>
              <p14:cNvContentPartPr/>
              <p14:nvPr/>
            </p14:nvContentPartPr>
            <p14:xfrm>
              <a:off x="2185320" y="1240440"/>
              <a:ext cx="133920" cy="240480"/>
            </p14:xfrm>
          </p:contentPart>
        </mc:Choice>
        <mc:Fallback xmlns="">
          <p:pic>
            <p:nvPicPr>
              <p:cNvPr id="91" name="Ink 90">
                <a:extLst>
                  <a:ext uri="{FF2B5EF4-FFF2-40B4-BE49-F238E27FC236}">
                    <a16:creationId xmlns:a16="http://schemas.microsoft.com/office/drawing/2014/main" id="{6971AF33-7AFE-AA29-9145-6FD3B1CBB471}"/>
                  </a:ext>
                </a:extLst>
              </p:cNvPr>
              <p:cNvPicPr/>
              <p:nvPr/>
            </p:nvPicPr>
            <p:blipFill>
              <a:blip r:embed="rId178"/>
              <a:stretch>
                <a:fillRect/>
              </a:stretch>
            </p:blipFill>
            <p:spPr>
              <a:xfrm>
                <a:off x="2181000" y="1236120"/>
                <a:ext cx="142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92" name="Ink 91">
                <a:extLst>
                  <a:ext uri="{FF2B5EF4-FFF2-40B4-BE49-F238E27FC236}">
                    <a16:creationId xmlns:a16="http://schemas.microsoft.com/office/drawing/2014/main" id="{5DFF3FCA-660F-1E19-5448-23F8F54B974A}"/>
                  </a:ext>
                </a:extLst>
              </p14:cNvPr>
              <p14:cNvContentPartPr/>
              <p14:nvPr/>
            </p14:nvContentPartPr>
            <p14:xfrm>
              <a:off x="2402760" y="1011840"/>
              <a:ext cx="10080" cy="88560"/>
            </p14:xfrm>
          </p:contentPart>
        </mc:Choice>
        <mc:Fallback xmlns="">
          <p:pic>
            <p:nvPicPr>
              <p:cNvPr id="92" name="Ink 91">
                <a:extLst>
                  <a:ext uri="{FF2B5EF4-FFF2-40B4-BE49-F238E27FC236}">
                    <a16:creationId xmlns:a16="http://schemas.microsoft.com/office/drawing/2014/main" id="{5DFF3FCA-660F-1E19-5448-23F8F54B974A}"/>
                  </a:ext>
                </a:extLst>
              </p:cNvPr>
              <p:cNvPicPr/>
              <p:nvPr/>
            </p:nvPicPr>
            <p:blipFill>
              <a:blip r:embed="rId180"/>
              <a:stretch>
                <a:fillRect/>
              </a:stretch>
            </p:blipFill>
            <p:spPr>
              <a:xfrm>
                <a:off x="2398440" y="1007520"/>
                <a:ext cx="18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3" name="Ink 92">
                <a:extLst>
                  <a:ext uri="{FF2B5EF4-FFF2-40B4-BE49-F238E27FC236}">
                    <a16:creationId xmlns:a16="http://schemas.microsoft.com/office/drawing/2014/main" id="{7B9CA203-7BEF-F224-FDE6-2EC6A28905BC}"/>
                  </a:ext>
                </a:extLst>
              </p14:cNvPr>
              <p14:cNvContentPartPr/>
              <p14:nvPr/>
            </p14:nvContentPartPr>
            <p14:xfrm>
              <a:off x="2599680" y="1144320"/>
              <a:ext cx="164520" cy="58320"/>
            </p14:xfrm>
          </p:contentPart>
        </mc:Choice>
        <mc:Fallback xmlns="">
          <p:pic>
            <p:nvPicPr>
              <p:cNvPr id="93" name="Ink 92">
                <a:extLst>
                  <a:ext uri="{FF2B5EF4-FFF2-40B4-BE49-F238E27FC236}">
                    <a16:creationId xmlns:a16="http://schemas.microsoft.com/office/drawing/2014/main" id="{7B9CA203-7BEF-F224-FDE6-2EC6A28905BC}"/>
                  </a:ext>
                </a:extLst>
              </p:cNvPr>
              <p:cNvPicPr/>
              <p:nvPr/>
            </p:nvPicPr>
            <p:blipFill>
              <a:blip r:embed="rId182"/>
              <a:stretch>
                <a:fillRect/>
              </a:stretch>
            </p:blipFill>
            <p:spPr>
              <a:xfrm>
                <a:off x="2595360" y="1140000"/>
                <a:ext cx="173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4" name="Ink 93">
                <a:extLst>
                  <a:ext uri="{FF2B5EF4-FFF2-40B4-BE49-F238E27FC236}">
                    <a16:creationId xmlns:a16="http://schemas.microsoft.com/office/drawing/2014/main" id="{FB1967F6-5948-A880-EEF2-47FE688AAC9E}"/>
                  </a:ext>
                </a:extLst>
              </p14:cNvPr>
              <p14:cNvContentPartPr/>
              <p14:nvPr/>
            </p14:nvContentPartPr>
            <p14:xfrm>
              <a:off x="2599320" y="1202280"/>
              <a:ext cx="160200" cy="73080"/>
            </p14:xfrm>
          </p:contentPart>
        </mc:Choice>
        <mc:Fallback xmlns="">
          <p:pic>
            <p:nvPicPr>
              <p:cNvPr id="94" name="Ink 93">
                <a:extLst>
                  <a:ext uri="{FF2B5EF4-FFF2-40B4-BE49-F238E27FC236}">
                    <a16:creationId xmlns:a16="http://schemas.microsoft.com/office/drawing/2014/main" id="{FB1967F6-5948-A880-EEF2-47FE688AAC9E}"/>
                  </a:ext>
                </a:extLst>
              </p:cNvPr>
              <p:cNvPicPr/>
              <p:nvPr/>
            </p:nvPicPr>
            <p:blipFill>
              <a:blip r:embed="rId184"/>
              <a:stretch>
                <a:fillRect/>
              </a:stretch>
            </p:blipFill>
            <p:spPr>
              <a:xfrm>
                <a:off x="2595000" y="1197960"/>
                <a:ext cx="168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5" name="Ink 94">
                <a:extLst>
                  <a:ext uri="{FF2B5EF4-FFF2-40B4-BE49-F238E27FC236}">
                    <a16:creationId xmlns:a16="http://schemas.microsoft.com/office/drawing/2014/main" id="{6B1AD5F6-1B1E-AB83-0C62-2233F7A66295}"/>
                  </a:ext>
                </a:extLst>
              </p14:cNvPr>
              <p14:cNvContentPartPr/>
              <p14:nvPr/>
            </p14:nvContentPartPr>
            <p14:xfrm>
              <a:off x="2930880" y="994200"/>
              <a:ext cx="153720" cy="260280"/>
            </p14:xfrm>
          </p:contentPart>
        </mc:Choice>
        <mc:Fallback xmlns="">
          <p:pic>
            <p:nvPicPr>
              <p:cNvPr id="95" name="Ink 94">
                <a:extLst>
                  <a:ext uri="{FF2B5EF4-FFF2-40B4-BE49-F238E27FC236}">
                    <a16:creationId xmlns:a16="http://schemas.microsoft.com/office/drawing/2014/main" id="{6B1AD5F6-1B1E-AB83-0C62-2233F7A66295}"/>
                  </a:ext>
                </a:extLst>
              </p:cNvPr>
              <p:cNvPicPr/>
              <p:nvPr/>
            </p:nvPicPr>
            <p:blipFill>
              <a:blip r:embed="rId186"/>
              <a:stretch>
                <a:fillRect/>
              </a:stretch>
            </p:blipFill>
            <p:spPr>
              <a:xfrm>
                <a:off x="2926560" y="989880"/>
                <a:ext cx="1623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96" name="Ink 95">
                <a:extLst>
                  <a:ext uri="{FF2B5EF4-FFF2-40B4-BE49-F238E27FC236}">
                    <a16:creationId xmlns:a16="http://schemas.microsoft.com/office/drawing/2014/main" id="{3394E069-66C0-F0F0-DA23-87E9B0007F84}"/>
                  </a:ext>
                </a:extLst>
              </p14:cNvPr>
              <p14:cNvContentPartPr/>
              <p14:nvPr/>
            </p14:nvContentPartPr>
            <p14:xfrm>
              <a:off x="3248040" y="1161600"/>
              <a:ext cx="21600" cy="46440"/>
            </p14:xfrm>
          </p:contentPart>
        </mc:Choice>
        <mc:Fallback xmlns="">
          <p:pic>
            <p:nvPicPr>
              <p:cNvPr id="96" name="Ink 95">
                <a:extLst>
                  <a:ext uri="{FF2B5EF4-FFF2-40B4-BE49-F238E27FC236}">
                    <a16:creationId xmlns:a16="http://schemas.microsoft.com/office/drawing/2014/main" id="{3394E069-66C0-F0F0-DA23-87E9B0007F84}"/>
                  </a:ext>
                </a:extLst>
              </p:cNvPr>
              <p:cNvPicPr/>
              <p:nvPr/>
            </p:nvPicPr>
            <p:blipFill>
              <a:blip r:embed="rId188"/>
              <a:stretch>
                <a:fillRect/>
              </a:stretch>
            </p:blipFill>
            <p:spPr>
              <a:xfrm>
                <a:off x="3243720" y="1157280"/>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7" name="Ink 96">
                <a:extLst>
                  <a:ext uri="{FF2B5EF4-FFF2-40B4-BE49-F238E27FC236}">
                    <a16:creationId xmlns:a16="http://schemas.microsoft.com/office/drawing/2014/main" id="{156F4C91-31FC-A5B6-F2D7-D77964DA7286}"/>
                  </a:ext>
                </a:extLst>
              </p14:cNvPr>
              <p14:cNvContentPartPr/>
              <p14:nvPr/>
            </p14:nvContentPartPr>
            <p14:xfrm>
              <a:off x="3103680" y="1164840"/>
              <a:ext cx="181440" cy="293040"/>
            </p14:xfrm>
          </p:contentPart>
        </mc:Choice>
        <mc:Fallback xmlns="">
          <p:pic>
            <p:nvPicPr>
              <p:cNvPr id="97" name="Ink 96">
                <a:extLst>
                  <a:ext uri="{FF2B5EF4-FFF2-40B4-BE49-F238E27FC236}">
                    <a16:creationId xmlns:a16="http://schemas.microsoft.com/office/drawing/2014/main" id="{156F4C91-31FC-A5B6-F2D7-D77964DA7286}"/>
                  </a:ext>
                </a:extLst>
              </p:cNvPr>
              <p:cNvPicPr/>
              <p:nvPr/>
            </p:nvPicPr>
            <p:blipFill>
              <a:blip r:embed="rId190"/>
              <a:stretch>
                <a:fillRect/>
              </a:stretch>
            </p:blipFill>
            <p:spPr>
              <a:xfrm>
                <a:off x="3099360" y="1160520"/>
                <a:ext cx="1900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8" name="Ink 97">
                <a:extLst>
                  <a:ext uri="{FF2B5EF4-FFF2-40B4-BE49-F238E27FC236}">
                    <a16:creationId xmlns:a16="http://schemas.microsoft.com/office/drawing/2014/main" id="{ED1F913D-E8DF-4EE1-6F86-F36B102DFBD2}"/>
                  </a:ext>
                </a:extLst>
              </p14:cNvPr>
              <p14:cNvContentPartPr/>
              <p14:nvPr/>
            </p14:nvContentPartPr>
            <p14:xfrm>
              <a:off x="3527040" y="1101480"/>
              <a:ext cx="118080" cy="293760"/>
            </p14:xfrm>
          </p:contentPart>
        </mc:Choice>
        <mc:Fallback xmlns="">
          <p:pic>
            <p:nvPicPr>
              <p:cNvPr id="98" name="Ink 97">
                <a:extLst>
                  <a:ext uri="{FF2B5EF4-FFF2-40B4-BE49-F238E27FC236}">
                    <a16:creationId xmlns:a16="http://schemas.microsoft.com/office/drawing/2014/main" id="{ED1F913D-E8DF-4EE1-6F86-F36B102DFBD2}"/>
                  </a:ext>
                </a:extLst>
              </p:cNvPr>
              <p:cNvPicPr/>
              <p:nvPr/>
            </p:nvPicPr>
            <p:blipFill>
              <a:blip r:embed="rId192"/>
              <a:stretch>
                <a:fillRect/>
              </a:stretch>
            </p:blipFill>
            <p:spPr>
              <a:xfrm>
                <a:off x="3522720" y="1097160"/>
                <a:ext cx="1267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99" name="Ink 98">
                <a:extLst>
                  <a:ext uri="{FF2B5EF4-FFF2-40B4-BE49-F238E27FC236}">
                    <a16:creationId xmlns:a16="http://schemas.microsoft.com/office/drawing/2014/main" id="{69152D05-D8BE-EF22-D4F1-B989E2B39CF4}"/>
                  </a:ext>
                </a:extLst>
              </p14:cNvPr>
              <p14:cNvContentPartPr/>
              <p14:nvPr/>
            </p14:nvContentPartPr>
            <p14:xfrm>
              <a:off x="3621360" y="967560"/>
              <a:ext cx="27360" cy="30600"/>
            </p14:xfrm>
          </p:contentPart>
        </mc:Choice>
        <mc:Fallback xmlns="">
          <p:pic>
            <p:nvPicPr>
              <p:cNvPr id="99" name="Ink 98">
                <a:extLst>
                  <a:ext uri="{FF2B5EF4-FFF2-40B4-BE49-F238E27FC236}">
                    <a16:creationId xmlns:a16="http://schemas.microsoft.com/office/drawing/2014/main" id="{69152D05-D8BE-EF22-D4F1-B989E2B39CF4}"/>
                  </a:ext>
                </a:extLst>
              </p:cNvPr>
              <p:cNvPicPr/>
              <p:nvPr/>
            </p:nvPicPr>
            <p:blipFill>
              <a:blip r:embed="rId194"/>
              <a:stretch>
                <a:fillRect/>
              </a:stretch>
            </p:blipFill>
            <p:spPr>
              <a:xfrm>
                <a:off x="3617040" y="963240"/>
                <a:ext cx="360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00" name="Ink 99">
                <a:extLst>
                  <a:ext uri="{FF2B5EF4-FFF2-40B4-BE49-F238E27FC236}">
                    <a16:creationId xmlns:a16="http://schemas.microsoft.com/office/drawing/2014/main" id="{9B910764-73FD-3B61-744D-F2D407619444}"/>
                  </a:ext>
                </a:extLst>
              </p14:cNvPr>
              <p14:cNvContentPartPr/>
              <p14:nvPr/>
            </p14:nvContentPartPr>
            <p14:xfrm>
              <a:off x="3815400" y="950280"/>
              <a:ext cx="275760" cy="230760"/>
            </p14:xfrm>
          </p:contentPart>
        </mc:Choice>
        <mc:Fallback xmlns="">
          <p:pic>
            <p:nvPicPr>
              <p:cNvPr id="100" name="Ink 99">
                <a:extLst>
                  <a:ext uri="{FF2B5EF4-FFF2-40B4-BE49-F238E27FC236}">
                    <a16:creationId xmlns:a16="http://schemas.microsoft.com/office/drawing/2014/main" id="{9B910764-73FD-3B61-744D-F2D407619444}"/>
                  </a:ext>
                </a:extLst>
              </p:cNvPr>
              <p:cNvPicPr/>
              <p:nvPr/>
            </p:nvPicPr>
            <p:blipFill>
              <a:blip r:embed="rId196"/>
              <a:stretch>
                <a:fillRect/>
              </a:stretch>
            </p:blipFill>
            <p:spPr>
              <a:xfrm>
                <a:off x="3811080" y="945960"/>
                <a:ext cx="2844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6" name="Ink 105">
                <a:extLst>
                  <a:ext uri="{FF2B5EF4-FFF2-40B4-BE49-F238E27FC236}">
                    <a16:creationId xmlns:a16="http://schemas.microsoft.com/office/drawing/2014/main" id="{F92B84E9-B980-DCC2-4E4C-A5712E59BDF8}"/>
                  </a:ext>
                </a:extLst>
              </p14:cNvPr>
              <p14:cNvContentPartPr/>
              <p14:nvPr/>
            </p14:nvContentPartPr>
            <p14:xfrm>
              <a:off x="5526840" y="900240"/>
              <a:ext cx="156240" cy="225360"/>
            </p14:xfrm>
          </p:contentPart>
        </mc:Choice>
        <mc:Fallback xmlns="">
          <p:pic>
            <p:nvPicPr>
              <p:cNvPr id="106" name="Ink 105">
                <a:extLst>
                  <a:ext uri="{FF2B5EF4-FFF2-40B4-BE49-F238E27FC236}">
                    <a16:creationId xmlns:a16="http://schemas.microsoft.com/office/drawing/2014/main" id="{F92B84E9-B980-DCC2-4E4C-A5712E59BDF8}"/>
                  </a:ext>
                </a:extLst>
              </p:cNvPr>
              <p:cNvPicPr/>
              <p:nvPr/>
            </p:nvPicPr>
            <p:blipFill>
              <a:blip r:embed="rId198"/>
              <a:stretch>
                <a:fillRect/>
              </a:stretch>
            </p:blipFill>
            <p:spPr>
              <a:xfrm>
                <a:off x="5522520" y="895920"/>
                <a:ext cx="1648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7" name="Ink 106">
                <a:extLst>
                  <a:ext uri="{FF2B5EF4-FFF2-40B4-BE49-F238E27FC236}">
                    <a16:creationId xmlns:a16="http://schemas.microsoft.com/office/drawing/2014/main" id="{3C94FD8C-B5F4-0CCD-4569-6132FE2EF24F}"/>
                  </a:ext>
                </a:extLst>
              </p14:cNvPr>
              <p14:cNvContentPartPr/>
              <p14:nvPr/>
            </p14:nvContentPartPr>
            <p14:xfrm>
              <a:off x="5530800" y="782160"/>
              <a:ext cx="33120" cy="56520"/>
            </p14:xfrm>
          </p:contentPart>
        </mc:Choice>
        <mc:Fallback xmlns="">
          <p:pic>
            <p:nvPicPr>
              <p:cNvPr id="107" name="Ink 106">
                <a:extLst>
                  <a:ext uri="{FF2B5EF4-FFF2-40B4-BE49-F238E27FC236}">
                    <a16:creationId xmlns:a16="http://schemas.microsoft.com/office/drawing/2014/main" id="{3C94FD8C-B5F4-0CCD-4569-6132FE2EF24F}"/>
                  </a:ext>
                </a:extLst>
              </p:cNvPr>
              <p:cNvPicPr/>
              <p:nvPr/>
            </p:nvPicPr>
            <p:blipFill>
              <a:blip r:embed="rId200"/>
              <a:stretch>
                <a:fillRect/>
              </a:stretch>
            </p:blipFill>
            <p:spPr>
              <a:xfrm>
                <a:off x="5526480" y="777840"/>
                <a:ext cx="41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08" name="Ink 107">
                <a:extLst>
                  <a:ext uri="{FF2B5EF4-FFF2-40B4-BE49-F238E27FC236}">
                    <a16:creationId xmlns:a16="http://schemas.microsoft.com/office/drawing/2014/main" id="{133C8A6B-699E-3C55-5BC8-FB2FAC3FE597}"/>
                  </a:ext>
                </a:extLst>
              </p14:cNvPr>
              <p14:cNvContentPartPr/>
              <p14:nvPr/>
            </p14:nvContentPartPr>
            <p14:xfrm>
              <a:off x="5873520" y="871080"/>
              <a:ext cx="18000" cy="200520"/>
            </p14:xfrm>
          </p:contentPart>
        </mc:Choice>
        <mc:Fallback xmlns="">
          <p:pic>
            <p:nvPicPr>
              <p:cNvPr id="108" name="Ink 107">
                <a:extLst>
                  <a:ext uri="{FF2B5EF4-FFF2-40B4-BE49-F238E27FC236}">
                    <a16:creationId xmlns:a16="http://schemas.microsoft.com/office/drawing/2014/main" id="{133C8A6B-699E-3C55-5BC8-FB2FAC3FE597}"/>
                  </a:ext>
                </a:extLst>
              </p:cNvPr>
              <p:cNvPicPr/>
              <p:nvPr/>
            </p:nvPicPr>
            <p:blipFill>
              <a:blip r:embed="rId202"/>
              <a:stretch>
                <a:fillRect/>
              </a:stretch>
            </p:blipFill>
            <p:spPr>
              <a:xfrm>
                <a:off x="5869200" y="866760"/>
                <a:ext cx="26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9" name="Ink 108">
                <a:extLst>
                  <a:ext uri="{FF2B5EF4-FFF2-40B4-BE49-F238E27FC236}">
                    <a16:creationId xmlns:a16="http://schemas.microsoft.com/office/drawing/2014/main" id="{25E8F30C-DD99-165F-1986-DCF24B72FEE3}"/>
                  </a:ext>
                </a:extLst>
              </p14:cNvPr>
              <p14:cNvContentPartPr/>
              <p14:nvPr/>
            </p14:nvContentPartPr>
            <p14:xfrm>
              <a:off x="5821680" y="959640"/>
              <a:ext cx="106200" cy="30600"/>
            </p14:xfrm>
          </p:contentPart>
        </mc:Choice>
        <mc:Fallback xmlns="">
          <p:pic>
            <p:nvPicPr>
              <p:cNvPr id="109" name="Ink 108">
                <a:extLst>
                  <a:ext uri="{FF2B5EF4-FFF2-40B4-BE49-F238E27FC236}">
                    <a16:creationId xmlns:a16="http://schemas.microsoft.com/office/drawing/2014/main" id="{25E8F30C-DD99-165F-1986-DCF24B72FEE3}"/>
                  </a:ext>
                </a:extLst>
              </p:cNvPr>
              <p:cNvPicPr/>
              <p:nvPr/>
            </p:nvPicPr>
            <p:blipFill>
              <a:blip r:embed="rId204"/>
              <a:stretch>
                <a:fillRect/>
              </a:stretch>
            </p:blipFill>
            <p:spPr>
              <a:xfrm>
                <a:off x="5817360" y="955320"/>
                <a:ext cx="114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0" name="Ink 109">
                <a:extLst>
                  <a:ext uri="{FF2B5EF4-FFF2-40B4-BE49-F238E27FC236}">
                    <a16:creationId xmlns:a16="http://schemas.microsoft.com/office/drawing/2014/main" id="{00BB1172-4332-4123-7459-459E47233A5E}"/>
                  </a:ext>
                </a:extLst>
              </p14:cNvPr>
              <p14:cNvContentPartPr/>
              <p14:nvPr/>
            </p14:nvContentPartPr>
            <p14:xfrm>
              <a:off x="6089160" y="857400"/>
              <a:ext cx="21600" cy="148320"/>
            </p14:xfrm>
          </p:contentPart>
        </mc:Choice>
        <mc:Fallback xmlns="">
          <p:pic>
            <p:nvPicPr>
              <p:cNvPr id="110" name="Ink 109">
                <a:extLst>
                  <a:ext uri="{FF2B5EF4-FFF2-40B4-BE49-F238E27FC236}">
                    <a16:creationId xmlns:a16="http://schemas.microsoft.com/office/drawing/2014/main" id="{00BB1172-4332-4123-7459-459E47233A5E}"/>
                  </a:ext>
                </a:extLst>
              </p:cNvPr>
              <p:cNvPicPr/>
              <p:nvPr/>
            </p:nvPicPr>
            <p:blipFill>
              <a:blip r:embed="rId206"/>
              <a:stretch>
                <a:fillRect/>
              </a:stretch>
            </p:blipFill>
            <p:spPr>
              <a:xfrm>
                <a:off x="6084840" y="853080"/>
                <a:ext cx="30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11" name="Ink 110">
                <a:extLst>
                  <a:ext uri="{FF2B5EF4-FFF2-40B4-BE49-F238E27FC236}">
                    <a16:creationId xmlns:a16="http://schemas.microsoft.com/office/drawing/2014/main" id="{5FD30654-CFC9-4886-4A7B-D5D6EC5E172A}"/>
                  </a:ext>
                </a:extLst>
              </p14:cNvPr>
              <p14:cNvContentPartPr/>
              <p14:nvPr/>
            </p14:nvContentPartPr>
            <p14:xfrm>
              <a:off x="6031200" y="950280"/>
              <a:ext cx="181440" cy="15120"/>
            </p14:xfrm>
          </p:contentPart>
        </mc:Choice>
        <mc:Fallback xmlns="">
          <p:pic>
            <p:nvPicPr>
              <p:cNvPr id="111" name="Ink 110">
                <a:extLst>
                  <a:ext uri="{FF2B5EF4-FFF2-40B4-BE49-F238E27FC236}">
                    <a16:creationId xmlns:a16="http://schemas.microsoft.com/office/drawing/2014/main" id="{5FD30654-CFC9-4886-4A7B-D5D6EC5E172A}"/>
                  </a:ext>
                </a:extLst>
              </p:cNvPr>
              <p:cNvPicPr/>
              <p:nvPr/>
            </p:nvPicPr>
            <p:blipFill>
              <a:blip r:embed="rId208"/>
              <a:stretch>
                <a:fillRect/>
              </a:stretch>
            </p:blipFill>
            <p:spPr>
              <a:xfrm>
                <a:off x="6026880" y="945960"/>
                <a:ext cx="19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2" name="Ink 111">
                <a:extLst>
                  <a:ext uri="{FF2B5EF4-FFF2-40B4-BE49-F238E27FC236}">
                    <a16:creationId xmlns:a16="http://schemas.microsoft.com/office/drawing/2014/main" id="{74EA66EC-6B6C-35EC-1D88-09AF56791E4A}"/>
                  </a:ext>
                </a:extLst>
              </p14:cNvPr>
              <p14:cNvContentPartPr/>
              <p14:nvPr/>
            </p14:nvContentPartPr>
            <p14:xfrm>
              <a:off x="6295080" y="755160"/>
              <a:ext cx="246240" cy="546840"/>
            </p14:xfrm>
          </p:contentPart>
        </mc:Choice>
        <mc:Fallback xmlns="">
          <p:pic>
            <p:nvPicPr>
              <p:cNvPr id="112" name="Ink 111">
                <a:extLst>
                  <a:ext uri="{FF2B5EF4-FFF2-40B4-BE49-F238E27FC236}">
                    <a16:creationId xmlns:a16="http://schemas.microsoft.com/office/drawing/2014/main" id="{74EA66EC-6B6C-35EC-1D88-09AF56791E4A}"/>
                  </a:ext>
                </a:extLst>
              </p:cNvPr>
              <p:cNvPicPr/>
              <p:nvPr/>
            </p:nvPicPr>
            <p:blipFill>
              <a:blip r:embed="rId210"/>
              <a:stretch>
                <a:fillRect/>
              </a:stretch>
            </p:blipFill>
            <p:spPr>
              <a:xfrm>
                <a:off x="6290760" y="750840"/>
                <a:ext cx="25488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6" name="Ink 115">
                <a:extLst>
                  <a:ext uri="{FF2B5EF4-FFF2-40B4-BE49-F238E27FC236}">
                    <a16:creationId xmlns:a16="http://schemas.microsoft.com/office/drawing/2014/main" id="{D4525032-5F0A-F93F-9CD1-AD23DD787EEF}"/>
                  </a:ext>
                </a:extLst>
              </p14:cNvPr>
              <p14:cNvContentPartPr/>
              <p14:nvPr/>
            </p14:nvContentPartPr>
            <p14:xfrm>
              <a:off x="6013920" y="1405680"/>
              <a:ext cx="61920" cy="49320"/>
            </p14:xfrm>
          </p:contentPart>
        </mc:Choice>
        <mc:Fallback xmlns="">
          <p:pic>
            <p:nvPicPr>
              <p:cNvPr id="116" name="Ink 115">
                <a:extLst>
                  <a:ext uri="{FF2B5EF4-FFF2-40B4-BE49-F238E27FC236}">
                    <a16:creationId xmlns:a16="http://schemas.microsoft.com/office/drawing/2014/main" id="{D4525032-5F0A-F93F-9CD1-AD23DD787EEF}"/>
                  </a:ext>
                </a:extLst>
              </p:cNvPr>
              <p:cNvPicPr/>
              <p:nvPr/>
            </p:nvPicPr>
            <p:blipFill>
              <a:blip r:embed="rId212"/>
              <a:stretch>
                <a:fillRect/>
              </a:stretch>
            </p:blipFill>
            <p:spPr>
              <a:xfrm>
                <a:off x="6009600" y="1401360"/>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17" name="Ink 116">
                <a:extLst>
                  <a:ext uri="{FF2B5EF4-FFF2-40B4-BE49-F238E27FC236}">
                    <a16:creationId xmlns:a16="http://schemas.microsoft.com/office/drawing/2014/main" id="{6E694BA9-C240-3DC8-D685-63FEB3F760FA}"/>
                  </a:ext>
                </a:extLst>
              </p14:cNvPr>
              <p14:cNvContentPartPr/>
              <p14:nvPr/>
            </p14:nvContentPartPr>
            <p14:xfrm>
              <a:off x="5986920" y="1583160"/>
              <a:ext cx="72000" cy="196200"/>
            </p14:xfrm>
          </p:contentPart>
        </mc:Choice>
        <mc:Fallback xmlns="">
          <p:pic>
            <p:nvPicPr>
              <p:cNvPr id="117" name="Ink 116">
                <a:extLst>
                  <a:ext uri="{FF2B5EF4-FFF2-40B4-BE49-F238E27FC236}">
                    <a16:creationId xmlns:a16="http://schemas.microsoft.com/office/drawing/2014/main" id="{6E694BA9-C240-3DC8-D685-63FEB3F760FA}"/>
                  </a:ext>
                </a:extLst>
              </p:cNvPr>
              <p:cNvPicPr/>
              <p:nvPr/>
            </p:nvPicPr>
            <p:blipFill>
              <a:blip r:embed="rId214"/>
              <a:stretch>
                <a:fillRect/>
              </a:stretch>
            </p:blipFill>
            <p:spPr>
              <a:xfrm>
                <a:off x="5982600" y="1578840"/>
                <a:ext cx="80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18" name="Ink 117">
                <a:extLst>
                  <a:ext uri="{FF2B5EF4-FFF2-40B4-BE49-F238E27FC236}">
                    <a16:creationId xmlns:a16="http://schemas.microsoft.com/office/drawing/2014/main" id="{24172B17-E599-87EB-6BFC-FD94ACF9DB88}"/>
                  </a:ext>
                </a:extLst>
              </p14:cNvPr>
              <p14:cNvContentPartPr/>
              <p14:nvPr/>
            </p14:nvContentPartPr>
            <p14:xfrm>
              <a:off x="3873360" y="4718760"/>
              <a:ext cx="90720" cy="25560"/>
            </p14:xfrm>
          </p:contentPart>
        </mc:Choice>
        <mc:Fallback xmlns="">
          <p:pic>
            <p:nvPicPr>
              <p:cNvPr id="118" name="Ink 117">
                <a:extLst>
                  <a:ext uri="{FF2B5EF4-FFF2-40B4-BE49-F238E27FC236}">
                    <a16:creationId xmlns:a16="http://schemas.microsoft.com/office/drawing/2014/main" id="{24172B17-E599-87EB-6BFC-FD94ACF9DB88}"/>
                  </a:ext>
                </a:extLst>
              </p:cNvPr>
              <p:cNvPicPr/>
              <p:nvPr/>
            </p:nvPicPr>
            <p:blipFill>
              <a:blip r:embed="rId216"/>
              <a:stretch>
                <a:fillRect/>
              </a:stretch>
            </p:blipFill>
            <p:spPr>
              <a:xfrm>
                <a:off x="3869040" y="4714440"/>
                <a:ext cx="993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19" name="Ink 118">
                <a:extLst>
                  <a:ext uri="{FF2B5EF4-FFF2-40B4-BE49-F238E27FC236}">
                    <a16:creationId xmlns:a16="http://schemas.microsoft.com/office/drawing/2014/main" id="{350375CE-FF8D-C10C-89F4-A5E63AA3D130}"/>
                  </a:ext>
                </a:extLst>
              </p14:cNvPr>
              <p14:cNvContentPartPr/>
              <p14:nvPr/>
            </p14:nvContentPartPr>
            <p14:xfrm>
              <a:off x="3166864" y="4396870"/>
              <a:ext cx="281520" cy="518400"/>
            </p14:xfrm>
          </p:contentPart>
        </mc:Choice>
        <mc:Fallback xmlns="">
          <p:pic>
            <p:nvPicPr>
              <p:cNvPr id="119" name="Ink 118">
                <a:extLst>
                  <a:ext uri="{FF2B5EF4-FFF2-40B4-BE49-F238E27FC236}">
                    <a16:creationId xmlns:a16="http://schemas.microsoft.com/office/drawing/2014/main" id="{350375CE-FF8D-C10C-89F4-A5E63AA3D130}"/>
                  </a:ext>
                </a:extLst>
              </p:cNvPr>
              <p:cNvPicPr/>
              <p:nvPr/>
            </p:nvPicPr>
            <p:blipFill>
              <a:blip r:embed="rId4"/>
              <a:stretch>
                <a:fillRect/>
              </a:stretch>
            </p:blipFill>
            <p:spPr>
              <a:xfrm>
                <a:off x="3162544" y="4392550"/>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0" name="Ink 119">
                <a:extLst>
                  <a:ext uri="{FF2B5EF4-FFF2-40B4-BE49-F238E27FC236}">
                    <a16:creationId xmlns:a16="http://schemas.microsoft.com/office/drawing/2014/main" id="{496A753F-53F0-F0EA-6461-6BFE587473BA}"/>
                  </a:ext>
                </a:extLst>
              </p14:cNvPr>
              <p14:cNvContentPartPr/>
              <p14:nvPr/>
            </p14:nvContentPartPr>
            <p14:xfrm>
              <a:off x="3509944" y="4396150"/>
              <a:ext cx="259560" cy="294480"/>
            </p14:xfrm>
          </p:contentPart>
        </mc:Choice>
        <mc:Fallback xmlns="">
          <p:pic>
            <p:nvPicPr>
              <p:cNvPr id="120" name="Ink 119">
                <a:extLst>
                  <a:ext uri="{FF2B5EF4-FFF2-40B4-BE49-F238E27FC236}">
                    <a16:creationId xmlns:a16="http://schemas.microsoft.com/office/drawing/2014/main" id="{496A753F-53F0-F0EA-6461-6BFE587473BA}"/>
                  </a:ext>
                </a:extLst>
              </p:cNvPr>
              <p:cNvPicPr/>
              <p:nvPr/>
            </p:nvPicPr>
            <p:blipFill>
              <a:blip r:embed="rId6"/>
              <a:stretch>
                <a:fillRect/>
              </a:stretch>
            </p:blipFill>
            <p:spPr>
              <a:xfrm>
                <a:off x="3505624" y="4391830"/>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1" name="Ink 120">
                <a:extLst>
                  <a:ext uri="{FF2B5EF4-FFF2-40B4-BE49-F238E27FC236}">
                    <a16:creationId xmlns:a16="http://schemas.microsoft.com/office/drawing/2014/main" id="{D00BA36E-DF42-4955-D8C8-37E4940A9233}"/>
                  </a:ext>
                </a:extLst>
              </p14:cNvPr>
              <p14:cNvContentPartPr/>
              <p14:nvPr/>
            </p14:nvContentPartPr>
            <p14:xfrm>
              <a:off x="3771304" y="4575430"/>
              <a:ext cx="152280" cy="93240"/>
            </p14:xfrm>
          </p:contentPart>
        </mc:Choice>
        <mc:Fallback xmlns="">
          <p:pic>
            <p:nvPicPr>
              <p:cNvPr id="121" name="Ink 120">
                <a:extLst>
                  <a:ext uri="{FF2B5EF4-FFF2-40B4-BE49-F238E27FC236}">
                    <a16:creationId xmlns:a16="http://schemas.microsoft.com/office/drawing/2014/main" id="{D00BA36E-DF42-4955-D8C8-37E4940A9233}"/>
                  </a:ext>
                </a:extLst>
              </p:cNvPr>
              <p:cNvPicPr/>
              <p:nvPr/>
            </p:nvPicPr>
            <p:blipFill>
              <a:blip r:embed="rId8"/>
              <a:stretch>
                <a:fillRect/>
              </a:stretch>
            </p:blipFill>
            <p:spPr>
              <a:xfrm>
                <a:off x="3766984" y="4571110"/>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2" name="Ink 121">
                <a:extLst>
                  <a:ext uri="{FF2B5EF4-FFF2-40B4-BE49-F238E27FC236}">
                    <a16:creationId xmlns:a16="http://schemas.microsoft.com/office/drawing/2014/main" id="{4D4B507D-C0AA-3403-A6B4-80175D3A8429}"/>
                  </a:ext>
                </a:extLst>
              </p14:cNvPr>
              <p14:cNvContentPartPr/>
              <p14:nvPr/>
            </p14:nvContentPartPr>
            <p14:xfrm>
              <a:off x="4011784" y="4365550"/>
              <a:ext cx="104400" cy="272520"/>
            </p14:xfrm>
          </p:contentPart>
        </mc:Choice>
        <mc:Fallback xmlns="">
          <p:pic>
            <p:nvPicPr>
              <p:cNvPr id="122" name="Ink 121">
                <a:extLst>
                  <a:ext uri="{FF2B5EF4-FFF2-40B4-BE49-F238E27FC236}">
                    <a16:creationId xmlns:a16="http://schemas.microsoft.com/office/drawing/2014/main" id="{4D4B507D-C0AA-3403-A6B4-80175D3A8429}"/>
                  </a:ext>
                </a:extLst>
              </p:cNvPr>
              <p:cNvPicPr/>
              <p:nvPr/>
            </p:nvPicPr>
            <p:blipFill>
              <a:blip r:embed="rId10"/>
              <a:stretch>
                <a:fillRect/>
              </a:stretch>
            </p:blipFill>
            <p:spPr>
              <a:xfrm>
                <a:off x="4007464" y="4361230"/>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3" name="Ink 122">
                <a:extLst>
                  <a:ext uri="{FF2B5EF4-FFF2-40B4-BE49-F238E27FC236}">
                    <a16:creationId xmlns:a16="http://schemas.microsoft.com/office/drawing/2014/main" id="{EB5DE859-6BF7-93B6-C367-84B7F6A4E6E7}"/>
                  </a:ext>
                </a:extLst>
              </p14:cNvPr>
              <p14:cNvContentPartPr/>
              <p14:nvPr/>
            </p14:nvContentPartPr>
            <p14:xfrm>
              <a:off x="3950224" y="4523950"/>
              <a:ext cx="343080" cy="142560"/>
            </p14:xfrm>
          </p:contentPart>
        </mc:Choice>
        <mc:Fallback xmlns="">
          <p:pic>
            <p:nvPicPr>
              <p:cNvPr id="123" name="Ink 122">
                <a:extLst>
                  <a:ext uri="{FF2B5EF4-FFF2-40B4-BE49-F238E27FC236}">
                    <a16:creationId xmlns:a16="http://schemas.microsoft.com/office/drawing/2014/main" id="{EB5DE859-6BF7-93B6-C367-84B7F6A4E6E7}"/>
                  </a:ext>
                </a:extLst>
              </p:cNvPr>
              <p:cNvPicPr/>
              <p:nvPr/>
            </p:nvPicPr>
            <p:blipFill>
              <a:blip r:embed="rId12"/>
              <a:stretch>
                <a:fillRect/>
              </a:stretch>
            </p:blipFill>
            <p:spPr>
              <a:xfrm>
                <a:off x="3945904" y="4519630"/>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4" name="Ink 123">
                <a:extLst>
                  <a:ext uri="{FF2B5EF4-FFF2-40B4-BE49-F238E27FC236}">
                    <a16:creationId xmlns:a16="http://schemas.microsoft.com/office/drawing/2014/main" id="{733B466A-F3D9-E772-A829-24AF314318B1}"/>
                  </a:ext>
                </a:extLst>
              </p14:cNvPr>
              <p14:cNvContentPartPr/>
              <p14:nvPr/>
            </p14:nvContentPartPr>
            <p14:xfrm>
              <a:off x="4439104" y="4363750"/>
              <a:ext cx="244800" cy="399240"/>
            </p14:xfrm>
          </p:contentPart>
        </mc:Choice>
        <mc:Fallback xmlns="">
          <p:pic>
            <p:nvPicPr>
              <p:cNvPr id="124" name="Ink 123">
                <a:extLst>
                  <a:ext uri="{FF2B5EF4-FFF2-40B4-BE49-F238E27FC236}">
                    <a16:creationId xmlns:a16="http://schemas.microsoft.com/office/drawing/2014/main" id="{733B466A-F3D9-E772-A829-24AF314318B1}"/>
                  </a:ext>
                </a:extLst>
              </p:cNvPr>
              <p:cNvPicPr/>
              <p:nvPr/>
            </p:nvPicPr>
            <p:blipFill>
              <a:blip r:embed="rId14"/>
              <a:stretch>
                <a:fillRect/>
              </a:stretch>
            </p:blipFill>
            <p:spPr>
              <a:xfrm>
                <a:off x="4434784" y="4359430"/>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5" name="Ink 124">
                <a:extLst>
                  <a:ext uri="{FF2B5EF4-FFF2-40B4-BE49-F238E27FC236}">
                    <a16:creationId xmlns:a16="http://schemas.microsoft.com/office/drawing/2014/main" id="{856D78DD-933A-F366-EAB0-5E616120B0BC}"/>
                  </a:ext>
                </a:extLst>
              </p14:cNvPr>
              <p14:cNvContentPartPr/>
              <p14:nvPr/>
            </p14:nvContentPartPr>
            <p14:xfrm>
              <a:off x="4685704" y="4571110"/>
              <a:ext cx="169920" cy="93960"/>
            </p14:xfrm>
          </p:contentPart>
        </mc:Choice>
        <mc:Fallback xmlns="">
          <p:pic>
            <p:nvPicPr>
              <p:cNvPr id="125" name="Ink 124">
                <a:extLst>
                  <a:ext uri="{FF2B5EF4-FFF2-40B4-BE49-F238E27FC236}">
                    <a16:creationId xmlns:a16="http://schemas.microsoft.com/office/drawing/2014/main" id="{856D78DD-933A-F366-EAB0-5E616120B0BC}"/>
                  </a:ext>
                </a:extLst>
              </p:cNvPr>
              <p:cNvPicPr/>
              <p:nvPr/>
            </p:nvPicPr>
            <p:blipFill>
              <a:blip r:embed="rId16"/>
              <a:stretch>
                <a:fillRect/>
              </a:stretch>
            </p:blipFill>
            <p:spPr>
              <a:xfrm>
                <a:off x="4681384" y="4566790"/>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6" name="Ink 125">
                <a:extLst>
                  <a:ext uri="{FF2B5EF4-FFF2-40B4-BE49-F238E27FC236}">
                    <a16:creationId xmlns:a16="http://schemas.microsoft.com/office/drawing/2014/main" id="{62095D21-72DF-674B-8256-D6CD91E89AB1}"/>
                  </a:ext>
                </a:extLst>
              </p14:cNvPr>
              <p14:cNvContentPartPr/>
              <p14:nvPr/>
            </p14:nvContentPartPr>
            <p14:xfrm>
              <a:off x="4841584" y="4420270"/>
              <a:ext cx="7920" cy="34920"/>
            </p14:xfrm>
          </p:contentPart>
        </mc:Choice>
        <mc:Fallback xmlns="">
          <p:pic>
            <p:nvPicPr>
              <p:cNvPr id="126" name="Ink 125">
                <a:extLst>
                  <a:ext uri="{FF2B5EF4-FFF2-40B4-BE49-F238E27FC236}">
                    <a16:creationId xmlns:a16="http://schemas.microsoft.com/office/drawing/2014/main" id="{62095D21-72DF-674B-8256-D6CD91E89AB1}"/>
                  </a:ext>
                </a:extLst>
              </p:cNvPr>
              <p:cNvPicPr/>
              <p:nvPr/>
            </p:nvPicPr>
            <p:blipFill>
              <a:blip r:embed="rId18"/>
              <a:stretch>
                <a:fillRect/>
              </a:stretch>
            </p:blipFill>
            <p:spPr>
              <a:xfrm>
                <a:off x="4837264" y="4415950"/>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27" name="Ink 126">
                <a:extLst>
                  <a:ext uri="{FF2B5EF4-FFF2-40B4-BE49-F238E27FC236}">
                    <a16:creationId xmlns:a16="http://schemas.microsoft.com/office/drawing/2014/main" id="{FCAC96BB-28A7-DC5F-ACC1-72C1696D4CA9}"/>
                  </a:ext>
                </a:extLst>
              </p14:cNvPr>
              <p14:cNvContentPartPr/>
              <p14:nvPr/>
            </p14:nvContentPartPr>
            <p14:xfrm>
              <a:off x="4872184" y="4328830"/>
              <a:ext cx="216720" cy="330120"/>
            </p14:xfrm>
          </p:contentPart>
        </mc:Choice>
        <mc:Fallback xmlns="">
          <p:pic>
            <p:nvPicPr>
              <p:cNvPr id="127" name="Ink 126">
                <a:extLst>
                  <a:ext uri="{FF2B5EF4-FFF2-40B4-BE49-F238E27FC236}">
                    <a16:creationId xmlns:a16="http://schemas.microsoft.com/office/drawing/2014/main" id="{FCAC96BB-28A7-DC5F-ACC1-72C1696D4CA9}"/>
                  </a:ext>
                </a:extLst>
              </p:cNvPr>
              <p:cNvPicPr/>
              <p:nvPr/>
            </p:nvPicPr>
            <p:blipFill>
              <a:blip r:embed="rId20"/>
              <a:stretch>
                <a:fillRect/>
              </a:stretch>
            </p:blipFill>
            <p:spPr>
              <a:xfrm>
                <a:off x="4867864" y="4324510"/>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8" name="Ink 127">
                <a:extLst>
                  <a:ext uri="{FF2B5EF4-FFF2-40B4-BE49-F238E27FC236}">
                    <a16:creationId xmlns:a16="http://schemas.microsoft.com/office/drawing/2014/main" id="{18C829EA-C5D9-1A9D-E2C6-92B0726205A9}"/>
                  </a:ext>
                </a:extLst>
              </p14:cNvPr>
              <p14:cNvContentPartPr/>
              <p14:nvPr/>
            </p14:nvContentPartPr>
            <p14:xfrm>
              <a:off x="5272864" y="4392190"/>
              <a:ext cx="289440" cy="154800"/>
            </p14:xfrm>
          </p:contentPart>
        </mc:Choice>
        <mc:Fallback xmlns="">
          <p:pic>
            <p:nvPicPr>
              <p:cNvPr id="128" name="Ink 127">
                <a:extLst>
                  <a:ext uri="{FF2B5EF4-FFF2-40B4-BE49-F238E27FC236}">
                    <a16:creationId xmlns:a16="http://schemas.microsoft.com/office/drawing/2014/main" id="{18C829EA-C5D9-1A9D-E2C6-92B0726205A9}"/>
                  </a:ext>
                </a:extLst>
              </p:cNvPr>
              <p:cNvPicPr/>
              <p:nvPr/>
            </p:nvPicPr>
            <p:blipFill>
              <a:blip r:embed="rId22"/>
              <a:stretch>
                <a:fillRect/>
              </a:stretch>
            </p:blipFill>
            <p:spPr>
              <a:xfrm>
                <a:off x="5268544" y="4387870"/>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9" name="Ink 128">
                <a:extLst>
                  <a:ext uri="{FF2B5EF4-FFF2-40B4-BE49-F238E27FC236}">
                    <a16:creationId xmlns:a16="http://schemas.microsoft.com/office/drawing/2014/main" id="{67C22E51-B3F4-7CEC-7BF5-D778815399EA}"/>
                  </a:ext>
                </a:extLst>
              </p14:cNvPr>
              <p14:cNvContentPartPr/>
              <p14:nvPr/>
            </p14:nvContentPartPr>
            <p14:xfrm>
              <a:off x="5651224" y="4192390"/>
              <a:ext cx="345600" cy="388440"/>
            </p14:xfrm>
          </p:contentPart>
        </mc:Choice>
        <mc:Fallback xmlns="">
          <p:pic>
            <p:nvPicPr>
              <p:cNvPr id="129" name="Ink 128">
                <a:extLst>
                  <a:ext uri="{FF2B5EF4-FFF2-40B4-BE49-F238E27FC236}">
                    <a16:creationId xmlns:a16="http://schemas.microsoft.com/office/drawing/2014/main" id="{67C22E51-B3F4-7CEC-7BF5-D778815399EA}"/>
                  </a:ext>
                </a:extLst>
              </p:cNvPr>
              <p:cNvPicPr/>
              <p:nvPr/>
            </p:nvPicPr>
            <p:blipFill>
              <a:blip r:embed="rId24"/>
              <a:stretch>
                <a:fillRect/>
              </a:stretch>
            </p:blipFill>
            <p:spPr>
              <a:xfrm>
                <a:off x="5646904" y="4188070"/>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0" name="Ink 129">
                <a:extLst>
                  <a:ext uri="{FF2B5EF4-FFF2-40B4-BE49-F238E27FC236}">
                    <a16:creationId xmlns:a16="http://schemas.microsoft.com/office/drawing/2014/main" id="{A40E34A6-2E88-2692-6245-DD2C83AA4D99}"/>
                  </a:ext>
                </a:extLst>
              </p14:cNvPr>
              <p14:cNvContentPartPr/>
              <p14:nvPr/>
            </p14:nvContentPartPr>
            <p14:xfrm>
              <a:off x="5952184" y="4474990"/>
              <a:ext cx="152280" cy="120600"/>
            </p14:xfrm>
          </p:contentPart>
        </mc:Choice>
        <mc:Fallback xmlns="">
          <p:pic>
            <p:nvPicPr>
              <p:cNvPr id="130" name="Ink 129">
                <a:extLst>
                  <a:ext uri="{FF2B5EF4-FFF2-40B4-BE49-F238E27FC236}">
                    <a16:creationId xmlns:a16="http://schemas.microsoft.com/office/drawing/2014/main" id="{A40E34A6-2E88-2692-6245-DD2C83AA4D99}"/>
                  </a:ext>
                </a:extLst>
              </p:cNvPr>
              <p:cNvPicPr/>
              <p:nvPr/>
            </p:nvPicPr>
            <p:blipFill>
              <a:blip r:embed="rId26"/>
              <a:stretch>
                <a:fillRect/>
              </a:stretch>
            </p:blipFill>
            <p:spPr>
              <a:xfrm>
                <a:off x="5947864" y="4470670"/>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1" name="Ink 130">
                <a:extLst>
                  <a:ext uri="{FF2B5EF4-FFF2-40B4-BE49-F238E27FC236}">
                    <a16:creationId xmlns:a16="http://schemas.microsoft.com/office/drawing/2014/main" id="{4B956BB1-5292-37E2-3FA7-A4F2ACC9861F}"/>
                  </a:ext>
                </a:extLst>
              </p14:cNvPr>
              <p14:cNvContentPartPr/>
              <p14:nvPr/>
            </p14:nvContentPartPr>
            <p14:xfrm>
              <a:off x="6140824" y="4213990"/>
              <a:ext cx="110160" cy="358200"/>
            </p14:xfrm>
          </p:contentPart>
        </mc:Choice>
        <mc:Fallback xmlns="">
          <p:pic>
            <p:nvPicPr>
              <p:cNvPr id="131" name="Ink 130">
                <a:extLst>
                  <a:ext uri="{FF2B5EF4-FFF2-40B4-BE49-F238E27FC236}">
                    <a16:creationId xmlns:a16="http://schemas.microsoft.com/office/drawing/2014/main" id="{4B956BB1-5292-37E2-3FA7-A4F2ACC9861F}"/>
                  </a:ext>
                </a:extLst>
              </p:cNvPr>
              <p:cNvPicPr/>
              <p:nvPr/>
            </p:nvPicPr>
            <p:blipFill>
              <a:blip r:embed="rId28"/>
              <a:stretch>
                <a:fillRect/>
              </a:stretch>
            </p:blipFill>
            <p:spPr>
              <a:xfrm>
                <a:off x="6136504" y="4209670"/>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2" name="Ink 131">
                <a:extLst>
                  <a:ext uri="{FF2B5EF4-FFF2-40B4-BE49-F238E27FC236}">
                    <a16:creationId xmlns:a16="http://schemas.microsoft.com/office/drawing/2014/main" id="{0C982A3B-5C42-C2FC-964D-14FDC100D0DC}"/>
                  </a:ext>
                </a:extLst>
              </p14:cNvPr>
              <p14:cNvContentPartPr/>
              <p14:nvPr/>
            </p14:nvContentPartPr>
            <p14:xfrm>
              <a:off x="6104464" y="4413430"/>
              <a:ext cx="331560" cy="152640"/>
            </p14:xfrm>
          </p:contentPart>
        </mc:Choice>
        <mc:Fallback xmlns="">
          <p:pic>
            <p:nvPicPr>
              <p:cNvPr id="132" name="Ink 131">
                <a:extLst>
                  <a:ext uri="{FF2B5EF4-FFF2-40B4-BE49-F238E27FC236}">
                    <a16:creationId xmlns:a16="http://schemas.microsoft.com/office/drawing/2014/main" id="{0C982A3B-5C42-C2FC-964D-14FDC100D0DC}"/>
                  </a:ext>
                </a:extLst>
              </p:cNvPr>
              <p:cNvPicPr/>
              <p:nvPr/>
            </p:nvPicPr>
            <p:blipFill>
              <a:blip r:embed="rId30"/>
              <a:stretch>
                <a:fillRect/>
              </a:stretch>
            </p:blipFill>
            <p:spPr>
              <a:xfrm>
                <a:off x="6100144" y="4409110"/>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3" name="Ink 132">
                <a:extLst>
                  <a:ext uri="{FF2B5EF4-FFF2-40B4-BE49-F238E27FC236}">
                    <a16:creationId xmlns:a16="http://schemas.microsoft.com/office/drawing/2014/main" id="{89055113-3243-0CAA-485C-1D23A64B338A}"/>
                  </a:ext>
                </a:extLst>
              </p14:cNvPr>
              <p14:cNvContentPartPr/>
              <p14:nvPr/>
            </p14:nvContentPartPr>
            <p14:xfrm>
              <a:off x="6487504" y="4315510"/>
              <a:ext cx="234720" cy="431640"/>
            </p14:xfrm>
          </p:contentPart>
        </mc:Choice>
        <mc:Fallback xmlns="">
          <p:pic>
            <p:nvPicPr>
              <p:cNvPr id="133" name="Ink 132">
                <a:extLst>
                  <a:ext uri="{FF2B5EF4-FFF2-40B4-BE49-F238E27FC236}">
                    <a16:creationId xmlns:a16="http://schemas.microsoft.com/office/drawing/2014/main" id="{89055113-3243-0CAA-485C-1D23A64B338A}"/>
                  </a:ext>
                </a:extLst>
              </p:cNvPr>
              <p:cNvPicPr/>
              <p:nvPr/>
            </p:nvPicPr>
            <p:blipFill>
              <a:blip r:embed="rId32"/>
              <a:stretch>
                <a:fillRect/>
              </a:stretch>
            </p:blipFill>
            <p:spPr>
              <a:xfrm>
                <a:off x="6483184" y="4311190"/>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4" name="Ink 133">
                <a:extLst>
                  <a:ext uri="{FF2B5EF4-FFF2-40B4-BE49-F238E27FC236}">
                    <a16:creationId xmlns:a16="http://schemas.microsoft.com/office/drawing/2014/main" id="{5C924FE7-1A49-3CF4-2A3F-D322D071FF9B}"/>
                  </a:ext>
                </a:extLst>
              </p14:cNvPr>
              <p14:cNvContentPartPr/>
              <p14:nvPr/>
            </p14:nvContentPartPr>
            <p14:xfrm>
              <a:off x="6700984" y="4545910"/>
              <a:ext cx="133200" cy="72000"/>
            </p14:xfrm>
          </p:contentPart>
        </mc:Choice>
        <mc:Fallback xmlns="">
          <p:pic>
            <p:nvPicPr>
              <p:cNvPr id="134" name="Ink 133">
                <a:extLst>
                  <a:ext uri="{FF2B5EF4-FFF2-40B4-BE49-F238E27FC236}">
                    <a16:creationId xmlns:a16="http://schemas.microsoft.com/office/drawing/2014/main" id="{5C924FE7-1A49-3CF4-2A3F-D322D071FF9B}"/>
                  </a:ext>
                </a:extLst>
              </p:cNvPr>
              <p:cNvPicPr/>
              <p:nvPr/>
            </p:nvPicPr>
            <p:blipFill>
              <a:blip r:embed="rId34"/>
              <a:stretch>
                <a:fillRect/>
              </a:stretch>
            </p:blipFill>
            <p:spPr>
              <a:xfrm>
                <a:off x="6696664" y="4541590"/>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5" name="Ink 134">
                <a:extLst>
                  <a:ext uri="{FF2B5EF4-FFF2-40B4-BE49-F238E27FC236}">
                    <a16:creationId xmlns:a16="http://schemas.microsoft.com/office/drawing/2014/main" id="{8F086D2F-644C-0F85-E347-6B74C6940157}"/>
                  </a:ext>
                </a:extLst>
              </p14:cNvPr>
              <p14:cNvContentPartPr/>
              <p14:nvPr/>
            </p14:nvContentPartPr>
            <p14:xfrm>
              <a:off x="6739504" y="4467790"/>
              <a:ext cx="37080" cy="15840"/>
            </p14:xfrm>
          </p:contentPart>
        </mc:Choice>
        <mc:Fallback xmlns="">
          <p:pic>
            <p:nvPicPr>
              <p:cNvPr id="135" name="Ink 134">
                <a:extLst>
                  <a:ext uri="{FF2B5EF4-FFF2-40B4-BE49-F238E27FC236}">
                    <a16:creationId xmlns:a16="http://schemas.microsoft.com/office/drawing/2014/main" id="{8F086D2F-644C-0F85-E347-6B74C6940157}"/>
                  </a:ext>
                </a:extLst>
              </p:cNvPr>
              <p:cNvPicPr/>
              <p:nvPr/>
            </p:nvPicPr>
            <p:blipFill>
              <a:blip r:embed="rId36"/>
              <a:stretch>
                <a:fillRect/>
              </a:stretch>
            </p:blipFill>
            <p:spPr>
              <a:xfrm>
                <a:off x="6735184" y="4463470"/>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6" name="Ink 135">
                <a:extLst>
                  <a:ext uri="{FF2B5EF4-FFF2-40B4-BE49-F238E27FC236}">
                    <a16:creationId xmlns:a16="http://schemas.microsoft.com/office/drawing/2014/main" id="{D5B62C09-C67E-5508-C254-543F62006CCD}"/>
                  </a:ext>
                </a:extLst>
              </p14:cNvPr>
              <p14:cNvContentPartPr/>
              <p14:nvPr/>
            </p14:nvContentPartPr>
            <p14:xfrm>
              <a:off x="6837784" y="4486870"/>
              <a:ext cx="113760" cy="116640"/>
            </p14:xfrm>
          </p:contentPart>
        </mc:Choice>
        <mc:Fallback xmlns="">
          <p:pic>
            <p:nvPicPr>
              <p:cNvPr id="136" name="Ink 135">
                <a:extLst>
                  <a:ext uri="{FF2B5EF4-FFF2-40B4-BE49-F238E27FC236}">
                    <a16:creationId xmlns:a16="http://schemas.microsoft.com/office/drawing/2014/main" id="{D5B62C09-C67E-5508-C254-543F62006CCD}"/>
                  </a:ext>
                </a:extLst>
              </p:cNvPr>
              <p:cNvPicPr/>
              <p:nvPr/>
            </p:nvPicPr>
            <p:blipFill>
              <a:blip r:embed="rId38"/>
              <a:stretch>
                <a:fillRect/>
              </a:stretch>
            </p:blipFill>
            <p:spPr>
              <a:xfrm>
                <a:off x="6833464" y="4482550"/>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7" name="Ink 136">
                <a:extLst>
                  <a:ext uri="{FF2B5EF4-FFF2-40B4-BE49-F238E27FC236}">
                    <a16:creationId xmlns:a16="http://schemas.microsoft.com/office/drawing/2014/main" id="{B9DE2996-3490-1B99-02B1-05E61A918AA7}"/>
                  </a:ext>
                </a:extLst>
              </p14:cNvPr>
              <p14:cNvContentPartPr/>
              <p14:nvPr/>
            </p14:nvContentPartPr>
            <p14:xfrm>
              <a:off x="7060984" y="4400470"/>
              <a:ext cx="360" cy="116280"/>
            </p14:xfrm>
          </p:contentPart>
        </mc:Choice>
        <mc:Fallback xmlns="">
          <p:pic>
            <p:nvPicPr>
              <p:cNvPr id="137" name="Ink 136">
                <a:extLst>
                  <a:ext uri="{FF2B5EF4-FFF2-40B4-BE49-F238E27FC236}">
                    <a16:creationId xmlns:a16="http://schemas.microsoft.com/office/drawing/2014/main" id="{B9DE2996-3490-1B99-02B1-05E61A918AA7}"/>
                  </a:ext>
                </a:extLst>
              </p:cNvPr>
              <p:cNvPicPr/>
              <p:nvPr/>
            </p:nvPicPr>
            <p:blipFill>
              <a:blip r:embed="rId40"/>
              <a:stretch>
                <a:fillRect/>
              </a:stretch>
            </p:blipFill>
            <p:spPr>
              <a:xfrm>
                <a:off x="7056664" y="4396150"/>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8" name="Ink 137">
                <a:extLst>
                  <a:ext uri="{FF2B5EF4-FFF2-40B4-BE49-F238E27FC236}">
                    <a16:creationId xmlns:a16="http://schemas.microsoft.com/office/drawing/2014/main" id="{E755C6B0-A375-F8B5-4F71-E294ABC12BC1}"/>
                  </a:ext>
                </a:extLst>
              </p14:cNvPr>
              <p14:cNvContentPartPr/>
              <p14:nvPr/>
            </p14:nvContentPartPr>
            <p14:xfrm>
              <a:off x="7060984" y="4213990"/>
              <a:ext cx="239040" cy="379800"/>
            </p14:xfrm>
          </p:contentPart>
        </mc:Choice>
        <mc:Fallback xmlns="">
          <p:pic>
            <p:nvPicPr>
              <p:cNvPr id="138" name="Ink 137">
                <a:extLst>
                  <a:ext uri="{FF2B5EF4-FFF2-40B4-BE49-F238E27FC236}">
                    <a16:creationId xmlns:a16="http://schemas.microsoft.com/office/drawing/2014/main" id="{E755C6B0-A375-F8B5-4F71-E294ABC12BC1}"/>
                  </a:ext>
                </a:extLst>
              </p:cNvPr>
              <p:cNvPicPr/>
              <p:nvPr/>
            </p:nvPicPr>
            <p:blipFill>
              <a:blip r:embed="rId42"/>
              <a:stretch>
                <a:fillRect/>
              </a:stretch>
            </p:blipFill>
            <p:spPr>
              <a:xfrm>
                <a:off x="7056664" y="4209670"/>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9" name="Ink 138">
                <a:extLst>
                  <a:ext uri="{FF2B5EF4-FFF2-40B4-BE49-F238E27FC236}">
                    <a16:creationId xmlns:a16="http://schemas.microsoft.com/office/drawing/2014/main" id="{51F19EF1-D427-9F03-2426-442272C45F39}"/>
                  </a:ext>
                </a:extLst>
              </p14:cNvPr>
              <p14:cNvContentPartPr/>
              <p14:nvPr/>
            </p14:nvContentPartPr>
            <p14:xfrm>
              <a:off x="7338184" y="4077190"/>
              <a:ext cx="219960" cy="716760"/>
            </p14:xfrm>
          </p:contentPart>
        </mc:Choice>
        <mc:Fallback xmlns="">
          <p:pic>
            <p:nvPicPr>
              <p:cNvPr id="139" name="Ink 138">
                <a:extLst>
                  <a:ext uri="{FF2B5EF4-FFF2-40B4-BE49-F238E27FC236}">
                    <a16:creationId xmlns:a16="http://schemas.microsoft.com/office/drawing/2014/main" id="{51F19EF1-D427-9F03-2426-442272C45F39}"/>
                  </a:ext>
                </a:extLst>
              </p:cNvPr>
              <p:cNvPicPr/>
              <p:nvPr/>
            </p:nvPicPr>
            <p:blipFill>
              <a:blip r:embed="rId44"/>
              <a:stretch>
                <a:fillRect/>
              </a:stretch>
            </p:blipFill>
            <p:spPr>
              <a:xfrm>
                <a:off x="7333864" y="4072870"/>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0" name="Ink 139">
                <a:extLst>
                  <a:ext uri="{FF2B5EF4-FFF2-40B4-BE49-F238E27FC236}">
                    <a16:creationId xmlns:a16="http://schemas.microsoft.com/office/drawing/2014/main" id="{BBDB10B8-8440-BFD4-7E34-B5FC9B166634}"/>
                  </a:ext>
                </a:extLst>
              </p14:cNvPr>
              <p14:cNvContentPartPr/>
              <p14:nvPr/>
            </p14:nvContentPartPr>
            <p14:xfrm>
              <a:off x="3295744" y="5232070"/>
              <a:ext cx="166320" cy="195120"/>
            </p14:xfrm>
          </p:contentPart>
        </mc:Choice>
        <mc:Fallback xmlns="">
          <p:pic>
            <p:nvPicPr>
              <p:cNvPr id="140" name="Ink 139">
                <a:extLst>
                  <a:ext uri="{FF2B5EF4-FFF2-40B4-BE49-F238E27FC236}">
                    <a16:creationId xmlns:a16="http://schemas.microsoft.com/office/drawing/2014/main" id="{BBDB10B8-8440-BFD4-7E34-B5FC9B166634}"/>
                  </a:ext>
                </a:extLst>
              </p:cNvPr>
              <p:cNvPicPr/>
              <p:nvPr/>
            </p:nvPicPr>
            <p:blipFill>
              <a:blip r:embed="rId46"/>
              <a:stretch>
                <a:fillRect/>
              </a:stretch>
            </p:blipFill>
            <p:spPr>
              <a:xfrm>
                <a:off x="3291424" y="5227750"/>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1" name="Ink 140">
                <a:extLst>
                  <a:ext uri="{FF2B5EF4-FFF2-40B4-BE49-F238E27FC236}">
                    <a16:creationId xmlns:a16="http://schemas.microsoft.com/office/drawing/2014/main" id="{6567A717-52D9-5360-ED82-A4D558BF980E}"/>
                  </a:ext>
                </a:extLst>
              </p14:cNvPr>
              <p14:cNvContentPartPr/>
              <p14:nvPr/>
            </p14:nvContentPartPr>
            <p14:xfrm>
              <a:off x="3529744" y="5218390"/>
              <a:ext cx="315000" cy="168120"/>
            </p14:xfrm>
          </p:contentPart>
        </mc:Choice>
        <mc:Fallback xmlns="">
          <p:pic>
            <p:nvPicPr>
              <p:cNvPr id="141" name="Ink 140">
                <a:extLst>
                  <a:ext uri="{FF2B5EF4-FFF2-40B4-BE49-F238E27FC236}">
                    <a16:creationId xmlns:a16="http://schemas.microsoft.com/office/drawing/2014/main" id="{6567A717-52D9-5360-ED82-A4D558BF980E}"/>
                  </a:ext>
                </a:extLst>
              </p:cNvPr>
              <p:cNvPicPr/>
              <p:nvPr/>
            </p:nvPicPr>
            <p:blipFill>
              <a:blip r:embed="rId48"/>
              <a:stretch>
                <a:fillRect/>
              </a:stretch>
            </p:blipFill>
            <p:spPr>
              <a:xfrm>
                <a:off x="3525424" y="5214070"/>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2" name="Ink 141">
                <a:extLst>
                  <a:ext uri="{FF2B5EF4-FFF2-40B4-BE49-F238E27FC236}">
                    <a16:creationId xmlns:a16="http://schemas.microsoft.com/office/drawing/2014/main" id="{B63657A0-7928-E310-870D-D840F3F45659}"/>
                  </a:ext>
                </a:extLst>
              </p14:cNvPr>
              <p14:cNvContentPartPr/>
              <p14:nvPr/>
            </p14:nvContentPartPr>
            <p14:xfrm>
              <a:off x="3957784" y="5220550"/>
              <a:ext cx="123840" cy="104400"/>
            </p14:xfrm>
          </p:contentPart>
        </mc:Choice>
        <mc:Fallback xmlns="">
          <p:pic>
            <p:nvPicPr>
              <p:cNvPr id="142" name="Ink 141">
                <a:extLst>
                  <a:ext uri="{FF2B5EF4-FFF2-40B4-BE49-F238E27FC236}">
                    <a16:creationId xmlns:a16="http://schemas.microsoft.com/office/drawing/2014/main" id="{B63657A0-7928-E310-870D-D840F3F45659}"/>
                  </a:ext>
                </a:extLst>
              </p:cNvPr>
              <p:cNvPicPr/>
              <p:nvPr/>
            </p:nvPicPr>
            <p:blipFill>
              <a:blip r:embed="rId50"/>
              <a:stretch>
                <a:fillRect/>
              </a:stretch>
            </p:blipFill>
            <p:spPr>
              <a:xfrm>
                <a:off x="3953464" y="5216230"/>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3" name="Ink 142">
                <a:extLst>
                  <a:ext uri="{FF2B5EF4-FFF2-40B4-BE49-F238E27FC236}">
                    <a16:creationId xmlns:a16="http://schemas.microsoft.com/office/drawing/2014/main" id="{5D227735-2BD7-5BFC-61C8-9E3FCAE9C878}"/>
                  </a:ext>
                </a:extLst>
              </p14:cNvPr>
              <p14:cNvContentPartPr/>
              <p14:nvPr/>
            </p14:nvContentPartPr>
            <p14:xfrm>
              <a:off x="4169824" y="5313430"/>
              <a:ext cx="43200" cy="293400"/>
            </p14:xfrm>
          </p:contentPart>
        </mc:Choice>
        <mc:Fallback xmlns="">
          <p:pic>
            <p:nvPicPr>
              <p:cNvPr id="143" name="Ink 142">
                <a:extLst>
                  <a:ext uri="{FF2B5EF4-FFF2-40B4-BE49-F238E27FC236}">
                    <a16:creationId xmlns:a16="http://schemas.microsoft.com/office/drawing/2014/main" id="{5D227735-2BD7-5BFC-61C8-9E3FCAE9C878}"/>
                  </a:ext>
                </a:extLst>
              </p:cNvPr>
              <p:cNvPicPr/>
              <p:nvPr/>
            </p:nvPicPr>
            <p:blipFill>
              <a:blip r:embed="rId52"/>
              <a:stretch>
                <a:fillRect/>
              </a:stretch>
            </p:blipFill>
            <p:spPr>
              <a:xfrm>
                <a:off x="4165504" y="5309110"/>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4" name="Ink 143">
                <a:extLst>
                  <a:ext uri="{FF2B5EF4-FFF2-40B4-BE49-F238E27FC236}">
                    <a16:creationId xmlns:a16="http://schemas.microsoft.com/office/drawing/2014/main" id="{1EBC069F-2176-52FD-3296-3821FA1BDAC2}"/>
                  </a:ext>
                </a:extLst>
              </p14:cNvPr>
              <p14:cNvContentPartPr/>
              <p14:nvPr/>
            </p14:nvContentPartPr>
            <p14:xfrm>
              <a:off x="4211944" y="5283190"/>
              <a:ext cx="140040" cy="76320"/>
            </p14:xfrm>
          </p:contentPart>
        </mc:Choice>
        <mc:Fallback xmlns="">
          <p:pic>
            <p:nvPicPr>
              <p:cNvPr id="144" name="Ink 143">
                <a:extLst>
                  <a:ext uri="{FF2B5EF4-FFF2-40B4-BE49-F238E27FC236}">
                    <a16:creationId xmlns:a16="http://schemas.microsoft.com/office/drawing/2014/main" id="{1EBC069F-2176-52FD-3296-3821FA1BDAC2}"/>
                  </a:ext>
                </a:extLst>
              </p:cNvPr>
              <p:cNvPicPr/>
              <p:nvPr/>
            </p:nvPicPr>
            <p:blipFill>
              <a:blip r:embed="rId54"/>
              <a:stretch>
                <a:fillRect/>
              </a:stretch>
            </p:blipFill>
            <p:spPr>
              <a:xfrm>
                <a:off x="4207624" y="5278870"/>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5" name="Ink 144">
                <a:extLst>
                  <a:ext uri="{FF2B5EF4-FFF2-40B4-BE49-F238E27FC236}">
                    <a16:creationId xmlns:a16="http://schemas.microsoft.com/office/drawing/2014/main" id="{B409BC90-D429-5AD5-7CF2-AAF57D435205}"/>
                  </a:ext>
                </a:extLst>
              </p14:cNvPr>
              <p14:cNvContentPartPr/>
              <p14:nvPr/>
            </p14:nvContentPartPr>
            <p14:xfrm>
              <a:off x="4524064" y="4979710"/>
              <a:ext cx="229320" cy="466200"/>
            </p14:xfrm>
          </p:contentPart>
        </mc:Choice>
        <mc:Fallback xmlns="">
          <p:pic>
            <p:nvPicPr>
              <p:cNvPr id="145" name="Ink 144">
                <a:extLst>
                  <a:ext uri="{FF2B5EF4-FFF2-40B4-BE49-F238E27FC236}">
                    <a16:creationId xmlns:a16="http://schemas.microsoft.com/office/drawing/2014/main" id="{B409BC90-D429-5AD5-7CF2-AAF57D435205}"/>
                  </a:ext>
                </a:extLst>
              </p:cNvPr>
              <p:cNvPicPr/>
              <p:nvPr/>
            </p:nvPicPr>
            <p:blipFill>
              <a:blip r:embed="rId56"/>
              <a:stretch>
                <a:fillRect/>
              </a:stretch>
            </p:blipFill>
            <p:spPr>
              <a:xfrm>
                <a:off x="4519744" y="4975390"/>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6" name="Ink 145">
                <a:extLst>
                  <a:ext uri="{FF2B5EF4-FFF2-40B4-BE49-F238E27FC236}">
                    <a16:creationId xmlns:a16="http://schemas.microsoft.com/office/drawing/2014/main" id="{F177F34B-26DD-75AC-21D0-5C8A6AB94107}"/>
                  </a:ext>
                </a:extLst>
              </p14:cNvPr>
              <p14:cNvContentPartPr/>
              <p14:nvPr/>
            </p14:nvContentPartPr>
            <p14:xfrm>
              <a:off x="4760584" y="4995550"/>
              <a:ext cx="206280" cy="343440"/>
            </p14:xfrm>
          </p:contentPart>
        </mc:Choice>
        <mc:Fallback xmlns="">
          <p:pic>
            <p:nvPicPr>
              <p:cNvPr id="146" name="Ink 145">
                <a:extLst>
                  <a:ext uri="{FF2B5EF4-FFF2-40B4-BE49-F238E27FC236}">
                    <a16:creationId xmlns:a16="http://schemas.microsoft.com/office/drawing/2014/main" id="{F177F34B-26DD-75AC-21D0-5C8A6AB94107}"/>
                  </a:ext>
                </a:extLst>
              </p:cNvPr>
              <p:cNvPicPr/>
              <p:nvPr/>
            </p:nvPicPr>
            <p:blipFill>
              <a:blip r:embed="rId58"/>
              <a:stretch>
                <a:fillRect/>
              </a:stretch>
            </p:blipFill>
            <p:spPr>
              <a:xfrm>
                <a:off x="4756264" y="4991230"/>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7" name="Ink 146">
                <a:extLst>
                  <a:ext uri="{FF2B5EF4-FFF2-40B4-BE49-F238E27FC236}">
                    <a16:creationId xmlns:a16="http://schemas.microsoft.com/office/drawing/2014/main" id="{452FD6F5-1E75-A271-4090-C7EE640B2288}"/>
                  </a:ext>
                </a:extLst>
              </p14:cNvPr>
              <p14:cNvContentPartPr/>
              <p14:nvPr/>
            </p14:nvContentPartPr>
            <p14:xfrm>
              <a:off x="5051104" y="5217310"/>
              <a:ext cx="179640" cy="87120"/>
            </p14:xfrm>
          </p:contentPart>
        </mc:Choice>
        <mc:Fallback xmlns="">
          <p:pic>
            <p:nvPicPr>
              <p:cNvPr id="147" name="Ink 146">
                <a:extLst>
                  <a:ext uri="{FF2B5EF4-FFF2-40B4-BE49-F238E27FC236}">
                    <a16:creationId xmlns:a16="http://schemas.microsoft.com/office/drawing/2014/main" id="{452FD6F5-1E75-A271-4090-C7EE640B2288}"/>
                  </a:ext>
                </a:extLst>
              </p:cNvPr>
              <p:cNvPicPr/>
              <p:nvPr/>
            </p:nvPicPr>
            <p:blipFill>
              <a:blip r:embed="rId60"/>
              <a:stretch>
                <a:fillRect/>
              </a:stretch>
            </p:blipFill>
            <p:spPr>
              <a:xfrm>
                <a:off x="5046784" y="5212990"/>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4D4C7D89-8F32-C9DA-9D91-C70ECC4DBD70}"/>
                  </a:ext>
                </a:extLst>
              </p14:cNvPr>
              <p14:cNvContentPartPr/>
              <p14:nvPr/>
            </p14:nvContentPartPr>
            <p14:xfrm>
              <a:off x="5247664" y="4996990"/>
              <a:ext cx="66240" cy="362880"/>
            </p14:xfrm>
          </p:contentPart>
        </mc:Choice>
        <mc:Fallback xmlns="">
          <p:pic>
            <p:nvPicPr>
              <p:cNvPr id="148" name="Ink 147">
                <a:extLst>
                  <a:ext uri="{FF2B5EF4-FFF2-40B4-BE49-F238E27FC236}">
                    <a16:creationId xmlns:a16="http://schemas.microsoft.com/office/drawing/2014/main" id="{4D4C7D89-8F32-C9DA-9D91-C70ECC4DBD70}"/>
                  </a:ext>
                </a:extLst>
              </p:cNvPr>
              <p:cNvPicPr/>
              <p:nvPr/>
            </p:nvPicPr>
            <p:blipFill>
              <a:blip r:embed="rId62"/>
              <a:stretch>
                <a:fillRect/>
              </a:stretch>
            </p:blipFill>
            <p:spPr>
              <a:xfrm>
                <a:off x="5243344" y="4992670"/>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9" name="Ink 148">
                <a:extLst>
                  <a:ext uri="{FF2B5EF4-FFF2-40B4-BE49-F238E27FC236}">
                    <a16:creationId xmlns:a16="http://schemas.microsoft.com/office/drawing/2014/main" id="{C06CB18F-120E-502E-3325-5FBDDF6059C6}"/>
                  </a:ext>
                </a:extLst>
              </p14:cNvPr>
              <p14:cNvContentPartPr/>
              <p14:nvPr/>
            </p14:nvContentPartPr>
            <p14:xfrm>
              <a:off x="5243704" y="5200030"/>
              <a:ext cx="208080" cy="98280"/>
            </p14:xfrm>
          </p:contentPart>
        </mc:Choice>
        <mc:Fallback xmlns="">
          <p:pic>
            <p:nvPicPr>
              <p:cNvPr id="149" name="Ink 148">
                <a:extLst>
                  <a:ext uri="{FF2B5EF4-FFF2-40B4-BE49-F238E27FC236}">
                    <a16:creationId xmlns:a16="http://schemas.microsoft.com/office/drawing/2014/main" id="{C06CB18F-120E-502E-3325-5FBDDF6059C6}"/>
                  </a:ext>
                </a:extLst>
              </p:cNvPr>
              <p:cNvPicPr/>
              <p:nvPr/>
            </p:nvPicPr>
            <p:blipFill>
              <a:blip r:embed="rId64"/>
              <a:stretch>
                <a:fillRect/>
              </a:stretch>
            </p:blipFill>
            <p:spPr>
              <a:xfrm>
                <a:off x="5239384" y="5195710"/>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0" name="Ink 149">
                <a:extLst>
                  <a:ext uri="{FF2B5EF4-FFF2-40B4-BE49-F238E27FC236}">
                    <a16:creationId xmlns:a16="http://schemas.microsoft.com/office/drawing/2014/main" id="{0F9F090B-4CD7-D698-34AB-74C5459BECEC}"/>
                  </a:ext>
                </a:extLst>
              </p14:cNvPr>
              <p14:cNvContentPartPr/>
              <p14:nvPr/>
            </p14:nvContentPartPr>
            <p14:xfrm>
              <a:off x="5595784" y="4993750"/>
              <a:ext cx="214200" cy="320040"/>
            </p14:xfrm>
          </p:contentPart>
        </mc:Choice>
        <mc:Fallback xmlns="">
          <p:pic>
            <p:nvPicPr>
              <p:cNvPr id="150" name="Ink 149">
                <a:extLst>
                  <a:ext uri="{FF2B5EF4-FFF2-40B4-BE49-F238E27FC236}">
                    <a16:creationId xmlns:a16="http://schemas.microsoft.com/office/drawing/2014/main" id="{0F9F090B-4CD7-D698-34AB-74C5459BECEC}"/>
                  </a:ext>
                </a:extLst>
              </p:cNvPr>
              <p:cNvPicPr/>
              <p:nvPr/>
            </p:nvPicPr>
            <p:blipFill>
              <a:blip r:embed="rId66"/>
              <a:stretch>
                <a:fillRect/>
              </a:stretch>
            </p:blipFill>
            <p:spPr>
              <a:xfrm>
                <a:off x="5591464" y="4989430"/>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1" name="Ink 150">
                <a:extLst>
                  <a:ext uri="{FF2B5EF4-FFF2-40B4-BE49-F238E27FC236}">
                    <a16:creationId xmlns:a16="http://schemas.microsoft.com/office/drawing/2014/main" id="{13EA7C85-CE4B-52F7-1B9C-184FF5A1B3AF}"/>
                  </a:ext>
                </a:extLst>
              </p14:cNvPr>
              <p14:cNvContentPartPr/>
              <p14:nvPr/>
            </p14:nvContentPartPr>
            <p14:xfrm>
              <a:off x="5775064" y="5228470"/>
              <a:ext cx="79200" cy="79200"/>
            </p14:xfrm>
          </p:contentPart>
        </mc:Choice>
        <mc:Fallback xmlns="">
          <p:pic>
            <p:nvPicPr>
              <p:cNvPr id="151" name="Ink 150">
                <a:extLst>
                  <a:ext uri="{FF2B5EF4-FFF2-40B4-BE49-F238E27FC236}">
                    <a16:creationId xmlns:a16="http://schemas.microsoft.com/office/drawing/2014/main" id="{13EA7C85-CE4B-52F7-1B9C-184FF5A1B3AF}"/>
                  </a:ext>
                </a:extLst>
              </p:cNvPr>
              <p:cNvPicPr/>
              <p:nvPr/>
            </p:nvPicPr>
            <p:blipFill>
              <a:blip r:embed="rId68"/>
              <a:stretch>
                <a:fillRect/>
              </a:stretch>
            </p:blipFill>
            <p:spPr>
              <a:xfrm>
                <a:off x="5770744" y="5224150"/>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2" name="Ink 151">
                <a:extLst>
                  <a:ext uri="{FF2B5EF4-FFF2-40B4-BE49-F238E27FC236}">
                    <a16:creationId xmlns:a16="http://schemas.microsoft.com/office/drawing/2014/main" id="{2308DD7C-A320-28E2-E7FF-DE738A0924FE}"/>
                  </a:ext>
                </a:extLst>
              </p14:cNvPr>
              <p14:cNvContentPartPr/>
              <p14:nvPr/>
            </p14:nvContentPartPr>
            <p14:xfrm>
              <a:off x="5879104" y="5134150"/>
              <a:ext cx="360" cy="8280"/>
            </p14:xfrm>
          </p:contentPart>
        </mc:Choice>
        <mc:Fallback xmlns="">
          <p:pic>
            <p:nvPicPr>
              <p:cNvPr id="152" name="Ink 151">
                <a:extLst>
                  <a:ext uri="{FF2B5EF4-FFF2-40B4-BE49-F238E27FC236}">
                    <a16:creationId xmlns:a16="http://schemas.microsoft.com/office/drawing/2014/main" id="{2308DD7C-A320-28E2-E7FF-DE738A0924FE}"/>
                  </a:ext>
                </a:extLst>
              </p:cNvPr>
              <p:cNvPicPr/>
              <p:nvPr/>
            </p:nvPicPr>
            <p:blipFill>
              <a:blip r:embed="rId70"/>
              <a:stretch>
                <a:fillRect/>
              </a:stretch>
            </p:blipFill>
            <p:spPr>
              <a:xfrm>
                <a:off x="5874784" y="5129830"/>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3" name="Ink 152">
                <a:extLst>
                  <a:ext uri="{FF2B5EF4-FFF2-40B4-BE49-F238E27FC236}">
                    <a16:creationId xmlns:a16="http://schemas.microsoft.com/office/drawing/2014/main" id="{EC834933-ED12-02F6-1F3D-A2DC2F76D3C3}"/>
                  </a:ext>
                </a:extLst>
              </p14:cNvPr>
              <p14:cNvContentPartPr/>
              <p14:nvPr/>
            </p14:nvContentPartPr>
            <p14:xfrm>
              <a:off x="5879104" y="5020390"/>
              <a:ext cx="220320" cy="329400"/>
            </p14:xfrm>
          </p:contentPart>
        </mc:Choice>
        <mc:Fallback xmlns="">
          <p:pic>
            <p:nvPicPr>
              <p:cNvPr id="153" name="Ink 152">
                <a:extLst>
                  <a:ext uri="{FF2B5EF4-FFF2-40B4-BE49-F238E27FC236}">
                    <a16:creationId xmlns:a16="http://schemas.microsoft.com/office/drawing/2014/main" id="{EC834933-ED12-02F6-1F3D-A2DC2F76D3C3}"/>
                  </a:ext>
                </a:extLst>
              </p:cNvPr>
              <p:cNvPicPr/>
              <p:nvPr/>
            </p:nvPicPr>
            <p:blipFill>
              <a:blip r:embed="rId72"/>
              <a:stretch>
                <a:fillRect/>
              </a:stretch>
            </p:blipFill>
            <p:spPr>
              <a:xfrm>
                <a:off x="5874784" y="5016070"/>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4" name="Ink 153">
                <a:extLst>
                  <a:ext uri="{FF2B5EF4-FFF2-40B4-BE49-F238E27FC236}">
                    <a16:creationId xmlns:a16="http://schemas.microsoft.com/office/drawing/2014/main" id="{7310E901-43CB-5D6F-60BB-CD1028B9DEE8}"/>
                  </a:ext>
                </a:extLst>
              </p14:cNvPr>
              <p14:cNvContentPartPr/>
              <p14:nvPr/>
            </p14:nvContentPartPr>
            <p14:xfrm>
              <a:off x="6135064" y="5362750"/>
              <a:ext cx="152280" cy="121680"/>
            </p14:xfrm>
          </p:contentPart>
        </mc:Choice>
        <mc:Fallback xmlns="">
          <p:pic>
            <p:nvPicPr>
              <p:cNvPr id="154" name="Ink 153">
                <a:extLst>
                  <a:ext uri="{FF2B5EF4-FFF2-40B4-BE49-F238E27FC236}">
                    <a16:creationId xmlns:a16="http://schemas.microsoft.com/office/drawing/2014/main" id="{7310E901-43CB-5D6F-60BB-CD1028B9DEE8}"/>
                  </a:ext>
                </a:extLst>
              </p:cNvPr>
              <p:cNvPicPr/>
              <p:nvPr/>
            </p:nvPicPr>
            <p:blipFill>
              <a:blip r:embed="rId74"/>
              <a:stretch>
                <a:fillRect/>
              </a:stretch>
            </p:blipFill>
            <p:spPr>
              <a:xfrm>
                <a:off x="6130744" y="5358430"/>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5" name="Ink 154">
                <a:extLst>
                  <a:ext uri="{FF2B5EF4-FFF2-40B4-BE49-F238E27FC236}">
                    <a16:creationId xmlns:a16="http://schemas.microsoft.com/office/drawing/2014/main" id="{AF5872D9-A545-123F-6F53-87063AEE23C0}"/>
                  </a:ext>
                </a:extLst>
              </p14:cNvPr>
              <p14:cNvContentPartPr/>
              <p14:nvPr/>
            </p14:nvContentPartPr>
            <p14:xfrm>
              <a:off x="6322984" y="4906990"/>
              <a:ext cx="245520" cy="412200"/>
            </p14:xfrm>
          </p:contentPart>
        </mc:Choice>
        <mc:Fallback xmlns="">
          <p:pic>
            <p:nvPicPr>
              <p:cNvPr id="155" name="Ink 154">
                <a:extLst>
                  <a:ext uri="{FF2B5EF4-FFF2-40B4-BE49-F238E27FC236}">
                    <a16:creationId xmlns:a16="http://schemas.microsoft.com/office/drawing/2014/main" id="{AF5872D9-A545-123F-6F53-87063AEE23C0}"/>
                  </a:ext>
                </a:extLst>
              </p:cNvPr>
              <p:cNvPicPr/>
              <p:nvPr/>
            </p:nvPicPr>
            <p:blipFill>
              <a:blip r:embed="rId76"/>
              <a:stretch>
                <a:fillRect/>
              </a:stretch>
            </p:blipFill>
            <p:spPr>
              <a:xfrm>
                <a:off x="6318664" y="4902670"/>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F42FD3A1-D76F-C509-EC8B-74DF7BB9B9A5}"/>
                  </a:ext>
                </a:extLst>
              </p14:cNvPr>
              <p14:cNvContentPartPr/>
              <p14:nvPr/>
            </p14:nvContentPartPr>
            <p14:xfrm>
              <a:off x="6579664" y="5211190"/>
              <a:ext cx="75600" cy="140760"/>
            </p14:xfrm>
          </p:contentPart>
        </mc:Choice>
        <mc:Fallback xmlns="">
          <p:pic>
            <p:nvPicPr>
              <p:cNvPr id="156" name="Ink 155">
                <a:extLst>
                  <a:ext uri="{FF2B5EF4-FFF2-40B4-BE49-F238E27FC236}">
                    <a16:creationId xmlns:a16="http://schemas.microsoft.com/office/drawing/2014/main" id="{F42FD3A1-D76F-C509-EC8B-74DF7BB9B9A5}"/>
                  </a:ext>
                </a:extLst>
              </p:cNvPr>
              <p:cNvPicPr/>
              <p:nvPr/>
            </p:nvPicPr>
            <p:blipFill>
              <a:blip r:embed="rId78"/>
              <a:stretch>
                <a:fillRect/>
              </a:stretch>
            </p:blipFill>
            <p:spPr>
              <a:xfrm>
                <a:off x="6575344" y="5206870"/>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7" name="Ink 156">
                <a:extLst>
                  <a:ext uri="{FF2B5EF4-FFF2-40B4-BE49-F238E27FC236}">
                    <a16:creationId xmlns:a16="http://schemas.microsoft.com/office/drawing/2014/main" id="{96A52F49-2B5E-BB08-D345-55168F65FB86}"/>
                  </a:ext>
                </a:extLst>
              </p14:cNvPr>
              <p14:cNvContentPartPr/>
              <p14:nvPr/>
            </p14:nvContentPartPr>
            <p14:xfrm>
              <a:off x="6743464" y="4953070"/>
              <a:ext cx="77400" cy="335520"/>
            </p14:xfrm>
          </p:contentPart>
        </mc:Choice>
        <mc:Fallback xmlns="">
          <p:pic>
            <p:nvPicPr>
              <p:cNvPr id="157" name="Ink 156">
                <a:extLst>
                  <a:ext uri="{FF2B5EF4-FFF2-40B4-BE49-F238E27FC236}">
                    <a16:creationId xmlns:a16="http://schemas.microsoft.com/office/drawing/2014/main" id="{96A52F49-2B5E-BB08-D345-55168F65FB86}"/>
                  </a:ext>
                </a:extLst>
              </p:cNvPr>
              <p:cNvPicPr/>
              <p:nvPr/>
            </p:nvPicPr>
            <p:blipFill>
              <a:blip r:embed="rId80"/>
              <a:stretch>
                <a:fillRect/>
              </a:stretch>
            </p:blipFill>
            <p:spPr>
              <a:xfrm>
                <a:off x="6739144" y="4948750"/>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8" name="Ink 157">
                <a:extLst>
                  <a:ext uri="{FF2B5EF4-FFF2-40B4-BE49-F238E27FC236}">
                    <a16:creationId xmlns:a16="http://schemas.microsoft.com/office/drawing/2014/main" id="{35B05FE0-1A2E-C0E5-E0C6-28863EBE8AA6}"/>
                  </a:ext>
                </a:extLst>
              </p14:cNvPr>
              <p14:cNvContentPartPr/>
              <p14:nvPr/>
            </p14:nvContentPartPr>
            <p14:xfrm>
              <a:off x="6714664" y="5182390"/>
              <a:ext cx="251280" cy="175320"/>
            </p14:xfrm>
          </p:contentPart>
        </mc:Choice>
        <mc:Fallback xmlns="">
          <p:pic>
            <p:nvPicPr>
              <p:cNvPr id="158" name="Ink 157">
                <a:extLst>
                  <a:ext uri="{FF2B5EF4-FFF2-40B4-BE49-F238E27FC236}">
                    <a16:creationId xmlns:a16="http://schemas.microsoft.com/office/drawing/2014/main" id="{35B05FE0-1A2E-C0E5-E0C6-28863EBE8AA6}"/>
                  </a:ext>
                </a:extLst>
              </p:cNvPr>
              <p:cNvPicPr/>
              <p:nvPr/>
            </p:nvPicPr>
            <p:blipFill>
              <a:blip r:embed="rId82"/>
              <a:stretch>
                <a:fillRect/>
              </a:stretch>
            </p:blipFill>
            <p:spPr>
              <a:xfrm>
                <a:off x="6710344" y="5178070"/>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9" name="Ink 158">
                <a:extLst>
                  <a:ext uri="{FF2B5EF4-FFF2-40B4-BE49-F238E27FC236}">
                    <a16:creationId xmlns:a16="http://schemas.microsoft.com/office/drawing/2014/main" id="{67D29F50-C92E-3C5C-278D-04C10EEF3C59}"/>
                  </a:ext>
                </a:extLst>
              </p14:cNvPr>
              <p14:cNvContentPartPr/>
              <p14:nvPr/>
            </p14:nvContentPartPr>
            <p14:xfrm>
              <a:off x="7018144" y="5075110"/>
              <a:ext cx="156960" cy="296280"/>
            </p14:xfrm>
          </p:contentPart>
        </mc:Choice>
        <mc:Fallback xmlns="">
          <p:pic>
            <p:nvPicPr>
              <p:cNvPr id="159" name="Ink 158">
                <a:extLst>
                  <a:ext uri="{FF2B5EF4-FFF2-40B4-BE49-F238E27FC236}">
                    <a16:creationId xmlns:a16="http://schemas.microsoft.com/office/drawing/2014/main" id="{67D29F50-C92E-3C5C-278D-04C10EEF3C59}"/>
                  </a:ext>
                </a:extLst>
              </p:cNvPr>
              <p:cNvPicPr/>
              <p:nvPr/>
            </p:nvPicPr>
            <p:blipFill>
              <a:blip r:embed="rId84"/>
              <a:stretch>
                <a:fillRect/>
              </a:stretch>
            </p:blipFill>
            <p:spPr>
              <a:xfrm>
                <a:off x="7013824" y="5070790"/>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0" name="Ink 159">
                <a:extLst>
                  <a:ext uri="{FF2B5EF4-FFF2-40B4-BE49-F238E27FC236}">
                    <a16:creationId xmlns:a16="http://schemas.microsoft.com/office/drawing/2014/main" id="{1828175D-D7D2-36D5-6340-E00ECC13C79C}"/>
                  </a:ext>
                </a:extLst>
              </p14:cNvPr>
              <p14:cNvContentPartPr/>
              <p14:nvPr/>
            </p14:nvContentPartPr>
            <p14:xfrm>
              <a:off x="7192024" y="5274190"/>
              <a:ext cx="50400" cy="83520"/>
            </p14:xfrm>
          </p:contentPart>
        </mc:Choice>
        <mc:Fallback xmlns="">
          <p:pic>
            <p:nvPicPr>
              <p:cNvPr id="160" name="Ink 159">
                <a:extLst>
                  <a:ext uri="{FF2B5EF4-FFF2-40B4-BE49-F238E27FC236}">
                    <a16:creationId xmlns:a16="http://schemas.microsoft.com/office/drawing/2014/main" id="{1828175D-D7D2-36D5-6340-E00ECC13C79C}"/>
                  </a:ext>
                </a:extLst>
              </p:cNvPr>
              <p:cNvPicPr/>
              <p:nvPr/>
            </p:nvPicPr>
            <p:blipFill>
              <a:blip r:embed="rId86"/>
              <a:stretch>
                <a:fillRect/>
              </a:stretch>
            </p:blipFill>
            <p:spPr>
              <a:xfrm>
                <a:off x="7187704" y="5269870"/>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61" name="Ink 160">
                <a:extLst>
                  <a:ext uri="{FF2B5EF4-FFF2-40B4-BE49-F238E27FC236}">
                    <a16:creationId xmlns:a16="http://schemas.microsoft.com/office/drawing/2014/main" id="{8005310F-C8F4-7847-5F6C-61AFA7E140FA}"/>
                  </a:ext>
                </a:extLst>
              </p14:cNvPr>
              <p14:cNvContentPartPr/>
              <p14:nvPr/>
            </p14:nvContentPartPr>
            <p14:xfrm>
              <a:off x="7243864" y="5143510"/>
              <a:ext cx="7920" cy="50760"/>
            </p14:xfrm>
          </p:contentPart>
        </mc:Choice>
        <mc:Fallback xmlns="">
          <p:pic>
            <p:nvPicPr>
              <p:cNvPr id="161" name="Ink 160">
                <a:extLst>
                  <a:ext uri="{FF2B5EF4-FFF2-40B4-BE49-F238E27FC236}">
                    <a16:creationId xmlns:a16="http://schemas.microsoft.com/office/drawing/2014/main" id="{8005310F-C8F4-7847-5F6C-61AFA7E140FA}"/>
                  </a:ext>
                </a:extLst>
              </p:cNvPr>
              <p:cNvPicPr/>
              <p:nvPr/>
            </p:nvPicPr>
            <p:blipFill>
              <a:blip r:embed="rId88"/>
              <a:stretch>
                <a:fillRect/>
              </a:stretch>
            </p:blipFill>
            <p:spPr>
              <a:xfrm>
                <a:off x="7239544" y="5139190"/>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2" name="Ink 161">
                <a:extLst>
                  <a:ext uri="{FF2B5EF4-FFF2-40B4-BE49-F238E27FC236}">
                    <a16:creationId xmlns:a16="http://schemas.microsoft.com/office/drawing/2014/main" id="{426EFD29-2A52-DBE7-F46E-3C5DED90F820}"/>
                  </a:ext>
                </a:extLst>
              </p14:cNvPr>
              <p14:cNvContentPartPr/>
              <p14:nvPr/>
            </p14:nvContentPartPr>
            <p14:xfrm>
              <a:off x="7245664" y="5143510"/>
              <a:ext cx="169920" cy="150120"/>
            </p14:xfrm>
          </p:contentPart>
        </mc:Choice>
        <mc:Fallback xmlns="">
          <p:pic>
            <p:nvPicPr>
              <p:cNvPr id="162" name="Ink 161">
                <a:extLst>
                  <a:ext uri="{FF2B5EF4-FFF2-40B4-BE49-F238E27FC236}">
                    <a16:creationId xmlns:a16="http://schemas.microsoft.com/office/drawing/2014/main" id="{426EFD29-2A52-DBE7-F46E-3C5DED90F820}"/>
                  </a:ext>
                </a:extLst>
              </p:cNvPr>
              <p:cNvPicPr/>
              <p:nvPr/>
            </p:nvPicPr>
            <p:blipFill>
              <a:blip r:embed="rId90"/>
              <a:stretch>
                <a:fillRect/>
              </a:stretch>
            </p:blipFill>
            <p:spPr>
              <a:xfrm>
                <a:off x="7241344" y="5139190"/>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63" name="Ink 162">
                <a:extLst>
                  <a:ext uri="{FF2B5EF4-FFF2-40B4-BE49-F238E27FC236}">
                    <a16:creationId xmlns:a16="http://schemas.microsoft.com/office/drawing/2014/main" id="{3E1DDA22-5C22-9DB4-9CB5-69E15D2DBAFA}"/>
                  </a:ext>
                </a:extLst>
              </p14:cNvPr>
              <p14:cNvContentPartPr/>
              <p14:nvPr/>
            </p14:nvContentPartPr>
            <p14:xfrm>
              <a:off x="7501624" y="5174830"/>
              <a:ext cx="360" cy="74880"/>
            </p14:xfrm>
          </p:contentPart>
        </mc:Choice>
        <mc:Fallback xmlns="">
          <p:pic>
            <p:nvPicPr>
              <p:cNvPr id="163" name="Ink 162">
                <a:extLst>
                  <a:ext uri="{FF2B5EF4-FFF2-40B4-BE49-F238E27FC236}">
                    <a16:creationId xmlns:a16="http://schemas.microsoft.com/office/drawing/2014/main" id="{3E1DDA22-5C22-9DB4-9CB5-69E15D2DBAFA}"/>
                  </a:ext>
                </a:extLst>
              </p:cNvPr>
              <p:cNvPicPr/>
              <p:nvPr/>
            </p:nvPicPr>
            <p:blipFill>
              <a:blip r:embed="rId92"/>
              <a:stretch>
                <a:fillRect/>
              </a:stretch>
            </p:blipFill>
            <p:spPr>
              <a:xfrm>
                <a:off x="7497304" y="5170510"/>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4" name="Ink 163">
                <a:extLst>
                  <a:ext uri="{FF2B5EF4-FFF2-40B4-BE49-F238E27FC236}">
                    <a16:creationId xmlns:a16="http://schemas.microsoft.com/office/drawing/2014/main" id="{10667B22-9ACA-B98A-54E4-3F8B8E384930}"/>
                  </a:ext>
                </a:extLst>
              </p14:cNvPr>
              <p14:cNvContentPartPr/>
              <p14:nvPr/>
            </p14:nvContentPartPr>
            <p14:xfrm>
              <a:off x="7463464" y="5001310"/>
              <a:ext cx="147240" cy="358200"/>
            </p14:xfrm>
          </p:contentPart>
        </mc:Choice>
        <mc:Fallback xmlns="">
          <p:pic>
            <p:nvPicPr>
              <p:cNvPr id="164" name="Ink 163">
                <a:extLst>
                  <a:ext uri="{FF2B5EF4-FFF2-40B4-BE49-F238E27FC236}">
                    <a16:creationId xmlns:a16="http://schemas.microsoft.com/office/drawing/2014/main" id="{10667B22-9ACA-B98A-54E4-3F8B8E384930}"/>
                  </a:ext>
                </a:extLst>
              </p:cNvPr>
              <p:cNvPicPr/>
              <p:nvPr/>
            </p:nvPicPr>
            <p:blipFill>
              <a:blip r:embed="rId94"/>
              <a:stretch>
                <a:fillRect/>
              </a:stretch>
            </p:blipFill>
            <p:spPr>
              <a:xfrm>
                <a:off x="7459144" y="4996990"/>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65" name="Ink 164">
                <a:extLst>
                  <a:ext uri="{FF2B5EF4-FFF2-40B4-BE49-F238E27FC236}">
                    <a16:creationId xmlns:a16="http://schemas.microsoft.com/office/drawing/2014/main" id="{2D59ACE9-EFD5-CBEC-093E-BC64E45DEFAF}"/>
                  </a:ext>
                </a:extLst>
              </p14:cNvPr>
              <p14:cNvContentPartPr/>
              <p14:nvPr/>
            </p14:nvContentPartPr>
            <p14:xfrm>
              <a:off x="2699224" y="4751470"/>
              <a:ext cx="31320" cy="80640"/>
            </p14:xfrm>
          </p:contentPart>
        </mc:Choice>
        <mc:Fallback xmlns="">
          <p:pic>
            <p:nvPicPr>
              <p:cNvPr id="165" name="Ink 164">
                <a:extLst>
                  <a:ext uri="{FF2B5EF4-FFF2-40B4-BE49-F238E27FC236}">
                    <a16:creationId xmlns:a16="http://schemas.microsoft.com/office/drawing/2014/main" id="{2D59ACE9-EFD5-CBEC-093E-BC64E45DEFAF}"/>
                  </a:ext>
                </a:extLst>
              </p:cNvPr>
              <p:cNvPicPr/>
              <p:nvPr/>
            </p:nvPicPr>
            <p:blipFill>
              <a:blip r:embed="rId96"/>
              <a:stretch>
                <a:fillRect/>
              </a:stretch>
            </p:blipFill>
            <p:spPr>
              <a:xfrm>
                <a:off x="2694904" y="4747150"/>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6" name="Ink 165">
                <a:extLst>
                  <a:ext uri="{FF2B5EF4-FFF2-40B4-BE49-F238E27FC236}">
                    <a16:creationId xmlns:a16="http://schemas.microsoft.com/office/drawing/2014/main" id="{7D3F75B0-23A4-D396-9457-5AF03A78E065}"/>
                  </a:ext>
                </a:extLst>
              </p14:cNvPr>
              <p14:cNvContentPartPr/>
              <p14:nvPr/>
            </p14:nvContentPartPr>
            <p14:xfrm>
              <a:off x="2726224" y="4437550"/>
              <a:ext cx="13680" cy="13320"/>
            </p14:xfrm>
          </p:contentPart>
        </mc:Choice>
        <mc:Fallback xmlns="">
          <p:pic>
            <p:nvPicPr>
              <p:cNvPr id="166" name="Ink 165">
                <a:extLst>
                  <a:ext uri="{FF2B5EF4-FFF2-40B4-BE49-F238E27FC236}">
                    <a16:creationId xmlns:a16="http://schemas.microsoft.com/office/drawing/2014/main" id="{7D3F75B0-23A4-D396-9457-5AF03A78E065}"/>
                  </a:ext>
                </a:extLst>
              </p:cNvPr>
              <p:cNvPicPr/>
              <p:nvPr/>
            </p:nvPicPr>
            <p:blipFill>
              <a:blip r:embed="rId98"/>
              <a:stretch>
                <a:fillRect/>
              </a:stretch>
            </p:blipFill>
            <p:spPr>
              <a:xfrm>
                <a:off x="2721904" y="4433230"/>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7" name="Ink 166">
                <a:extLst>
                  <a:ext uri="{FF2B5EF4-FFF2-40B4-BE49-F238E27FC236}">
                    <a16:creationId xmlns:a16="http://schemas.microsoft.com/office/drawing/2014/main" id="{5A1AA4CD-5164-DC17-D38F-5B0CBAE1F595}"/>
                  </a:ext>
                </a:extLst>
              </p14:cNvPr>
              <p14:cNvContentPartPr/>
              <p14:nvPr/>
            </p14:nvContentPartPr>
            <p14:xfrm>
              <a:off x="2765824" y="4525390"/>
              <a:ext cx="172080" cy="433440"/>
            </p14:xfrm>
          </p:contentPart>
        </mc:Choice>
        <mc:Fallback xmlns="">
          <p:pic>
            <p:nvPicPr>
              <p:cNvPr id="167" name="Ink 166">
                <a:extLst>
                  <a:ext uri="{FF2B5EF4-FFF2-40B4-BE49-F238E27FC236}">
                    <a16:creationId xmlns:a16="http://schemas.microsoft.com/office/drawing/2014/main" id="{5A1AA4CD-5164-DC17-D38F-5B0CBAE1F595}"/>
                  </a:ext>
                </a:extLst>
              </p:cNvPr>
              <p:cNvPicPr/>
              <p:nvPr/>
            </p:nvPicPr>
            <p:blipFill>
              <a:blip r:embed="rId100"/>
              <a:stretch>
                <a:fillRect/>
              </a:stretch>
            </p:blipFill>
            <p:spPr>
              <a:xfrm>
                <a:off x="2761504" y="4521070"/>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8" name="Ink 167">
                <a:extLst>
                  <a:ext uri="{FF2B5EF4-FFF2-40B4-BE49-F238E27FC236}">
                    <a16:creationId xmlns:a16="http://schemas.microsoft.com/office/drawing/2014/main" id="{E7AE773F-914A-011A-1428-466022580272}"/>
                  </a:ext>
                </a:extLst>
              </p14:cNvPr>
              <p14:cNvContentPartPr/>
              <p14:nvPr/>
            </p14:nvContentPartPr>
            <p14:xfrm>
              <a:off x="2755024" y="4781350"/>
              <a:ext cx="125640" cy="10080"/>
            </p14:xfrm>
          </p:contentPart>
        </mc:Choice>
        <mc:Fallback xmlns="">
          <p:pic>
            <p:nvPicPr>
              <p:cNvPr id="168" name="Ink 167">
                <a:extLst>
                  <a:ext uri="{FF2B5EF4-FFF2-40B4-BE49-F238E27FC236}">
                    <a16:creationId xmlns:a16="http://schemas.microsoft.com/office/drawing/2014/main" id="{E7AE773F-914A-011A-1428-466022580272}"/>
                  </a:ext>
                </a:extLst>
              </p:cNvPr>
              <p:cNvPicPr/>
              <p:nvPr/>
            </p:nvPicPr>
            <p:blipFill>
              <a:blip r:embed="rId102"/>
              <a:stretch>
                <a:fillRect/>
              </a:stretch>
            </p:blipFill>
            <p:spPr>
              <a:xfrm>
                <a:off x="2750704" y="4777030"/>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69" name="Ink 168">
                <a:extLst>
                  <a:ext uri="{FF2B5EF4-FFF2-40B4-BE49-F238E27FC236}">
                    <a16:creationId xmlns:a16="http://schemas.microsoft.com/office/drawing/2014/main" id="{54881384-868C-C4B2-DE8A-356ACA68801D}"/>
                  </a:ext>
                </a:extLst>
              </p14:cNvPr>
              <p14:cNvContentPartPr/>
              <p14:nvPr/>
            </p14:nvContentPartPr>
            <p14:xfrm>
              <a:off x="1717504" y="4256470"/>
              <a:ext cx="360360" cy="101880"/>
            </p14:xfrm>
          </p:contentPart>
        </mc:Choice>
        <mc:Fallback xmlns="">
          <p:pic>
            <p:nvPicPr>
              <p:cNvPr id="169" name="Ink 168">
                <a:extLst>
                  <a:ext uri="{FF2B5EF4-FFF2-40B4-BE49-F238E27FC236}">
                    <a16:creationId xmlns:a16="http://schemas.microsoft.com/office/drawing/2014/main" id="{54881384-868C-C4B2-DE8A-356ACA68801D}"/>
                  </a:ext>
                </a:extLst>
              </p:cNvPr>
              <p:cNvPicPr/>
              <p:nvPr/>
            </p:nvPicPr>
            <p:blipFill>
              <a:blip r:embed="rId106"/>
              <a:stretch>
                <a:fillRect/>
              </a:stretch>
            </p:blipFill>
            <p:spPr>
              <a:xfrm>
                <a:off x="1713184" y="4252150"/>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0" name="Ink 169">
                <a:extLst>
                  <a:ext uri="{FF2B5EF4-FFF2-40B4-BE49-F238E27FC236}">
                    <a16:creationId xmlns:a16="http://schemas.microsoft.com/office/drawing/2014/main" id="{700B413E-238F-A784-3D24-413CE0E703C0}"/>
                  </a:ext>
                </a:extLst>
              </p14:cNvPr>
              <p14:cNvContentPartPr/>
              <p14:nvPr/>
            </p14:nvContentPartPr>
            <p14:xfrm>
              <a:off x="2045824" y="4146670"/>
              <a:ext cx="286200" cy="153720"/>
            </p14:xfrm>
          </p:contentPart>
        </mc:Choice>
        <mc:Fallback xmlns="">
          <p:pic>
            <p:nvPicPr>
              <p:cNvPr id="170" name="Ink 169">
                <a:extLst>
                  <a:ext uri="{FF2B5EF4-FFF2-40B4-BE49-F238E27FC236}">
                    <a16:creationId xmlns:a16="http://schemas.microsoft.com/office/drawing/2014/main" id="{700B413E-238F-A784-3D24-413CE0E703C0}"/>
                  </a:ext>
                </a:extLst>
              </p:cNvPr>
              <p:cNvPicPr/>
              <p:nvPr/>
            </p:nvPicPr>
            <p:blipFill>
              <a:blip r:embed="rId108"/>
              <a:stretch>
                <a:fillRect/>
              </a:stretch>
            </p:blipFill>
            <p:spPr>
              <a:xfrm>
                <a:off x="2041504" y="4142350"/>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71" name="Ink 170">
                <a:extLst>
                  <a:ext uri="{FF2B5EF4-FFF2-40B4-BE49-F238E27FC236}">
                    <a16:creationId xmlns:a16="http://schemas.microsoft.com/office/drawing/2014/main" id="{15C97111-399C-589B-AA0E-F5F9F9C7B1D7}"/>
                  </a:ext>
                </a:extLst>
              </p14:cNvPr>
              <p14:cNvContentPartPr/>
              <p14:nvPr/>
            </p14:nvContentPartPr>
            <p14:xfrm>
              <a:off x="2419144" y="3876670"/>
              <a:ext cx="324360" cy="459000"/>
            </p14:xfrm>
          </p:contentPart>
        </mc:Choice>
        <mc:Fallback xmlns="">
          <p:pic>
            <p:nvPicPr>
              <p:cNvPr id="171" name="Ink 170">
                <a:extLst>
                  <a:ext uri="{FF2B5EF4-FFF2-40B4-BE49-F238E27FC236}">
                    <a16:creationId xmlns:a16="http://schemas.microsoft.com/office/drawing/2014/main" id="{15C97111-399C-589B-AA0E-F5F9F9C7B1D7}"/>
                  </a:ext>
                </a:extLst>
              </p:cNvPr>
              <p:cNvPicPr/>
              <p:nvPr/>
            </p:nvPicPr>
            <p:blipFill>
              <a:blip r:embed="rId110"/>
              <a:stretch>
                <a:fillRect/>
              </a:stretch>
            </p:blipFill>
            <p:spPr>
              <a:xfrm>
                <a:off x="2414824" y="3872350"/>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2" name="Ink 171">
                <a:extLst>
                  <a:ext uri="{FF2B5EF4-FFF2-40B4-BE49-F238E27FC236}">
                    <a16:creationId xmlns:a16="http://schemas.microsoft.com/office/drawing/2014/main" id="{DF60583A-530F-F59E-B898-485DAACD52E5}"/>
                  </a:ext>
                </a:extLst>
              </p14:cNvPr>
              <p14:cNvContentPartPr/>
              <p14:nvPr/>
            </p14:nvContentPartPr>
            <p14:xfrm>
              <a:off x="2697064" y="4121470"/>
              <a:ext cx="152640" cy="68400"/>
            </p14:xfrm>
          </p:contentPart>
        </mc:Choice>
        <mc:Fallback xmlns="">
          <p:pic>
            <p:nvPicPr>
              <p:cNvPr id="172" name="Ink 171">
                <a:extLst>
                  <a:ext uri="{FF2B5EF4-FFF2-40B4-BE49-F238E27FC236}">
                    <a16:creationId xmlns:a16="http://schemas.microsoft.com/office/drawing/2014/main" id="{DF60583A-530F-F59E-B898-485DAACD52E5}"/>
                  </a:ext>
                </a:extLst>
              </p:cNvPr>
              <p:cNvPicPr/>
              <p:nvPr/>
            </p:nvPicPr>
            <p:blipFill>
              <a:blip r:embed="rId112"/>
              <a:stretch>
                <a:fillRect/>
              </a:stretch>
            </p:blipFill>
            <p:spPr>
              <a:xfrm>
                <a:off x="2692744" y="4117150"/>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73" name="Ink 172">
                <a:extLst>
                  <a:ext uri="{FF2B5EF4-FFF2-40B4-BE49-F238E27FC236}">
                    <a16:creationId xmlns:a16="http://schemas.microsoft.com/office/drawing/2014/main" id="{A1ED3CBF-DD84-2122-9389-277FE94764D7}"/>
                  </a:ext>
                </a:extLst>
              </p14:cNvPr>
              <p14:cNvContentPartPr/>
              <p14:nvPr/>
            </p14:nvContentPartPr>
            <p14:xfrm>
              <a:off x="2862664" y="3940390"/>
              <a:ext cx="44640" cy="34920"/>
            </p14:xfrm>
          </p:contentPart>
        </mc:Choice>
        <mc:Fallback xmlns="">
          <p:pic>
            <p:nvPicPr>
              <p:cNvPr id="173" name="Ink 172">
                <a:extLst>
                  <a:ext uri="{FF2B5EF4-FFF2-40B4-BE49-F238E27FC236}">
                    <a16:creationId xmlns:a16="http://schemas.microsoft.com/office/drawing/2014/main" id="{A1ED3CBF-DD84-2122-9389-277FE94764D7}"/>
                  </a:ext>
                </a:extLst>
              </p:cNvPr>
              <p:cNvPicPr/>
              <p:nvPr/>
            </p:nvPicPr>
            <p:blipFill>
              <a:blip r:embed="rId114"/>
              <a:stretch>
                <a:fillRect/>
              </a:stretch>
            </p:blipFill>
            <p:spPr>
              <a:xfrm>
                <a:off x="2858344" y="3936070"/>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4" name="Ink 173">
                <a:extLst>
                  <a:ext uri="{FF2B5EF4-FFF2-40B4-BE49-F238E27FC236}">
                    <a16:creationId xmlns:a16="http://schemas.microsoft.com/office/drawing/2014/main" id="{DC139E6F-CBF5-2525-3618-BF26D2C047E6}"/>
                  </a:ext>
                </a:extLst>
              </p14:cNvPr>
              <p14:cNvContentPartPr/>
              <p14:nvPr/>
            </p14:nvContentPartPr>
            <p14:xfrm>
              <a:off x="3020704" y="4023550"/>
              <a:ext cx="128880" cy="27360"/>
            </p14:xfrm>
          </p:contentPart>
        </mc:Choice>
        <mc:Fallback xmlns="">
          <p:pic>
            <p:nvPicPr>
              <p:cNvPr id="174" name="Ink 173">
                <a:extLst>
                  <a:ext uri="{FF2B5EF4-FFF2-40B4-BE49-F238E27FC236}">
                    <a16:creationId xmlns:a16="http://schemas.microsoft.com/office/drawing/2014/main" id="{DC139E6F-CBF5-2525-3618-BF26D2C047E6}"/>
                  </a:ext>
                </a:extLst>
              </p:cNvPr>
              <p:cNvPicPr/>
              <p:nvPr/>
            </p:nvPicPr>
            <p:blipFill>
              <a:blip r:embed="rId116"/>
              <a:stretch>
                <a:fillRect/>
              </a:stretch>
            </p:blipFill>
            <p:spPr>
              <a:xfrm>
                <a:off x="3016384" y="4019230"/>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5" name="Ink 174">
                <a:extLst>
                  <a:ext uri="{FF2B5EF4-FFF2-40B4-BE49-F238E27FC236}">
                    <a16:creationId xmlns:a16="http://schemas.microsoft.com/office/drawing/2014/main" id="{7D83807C-32C1-28BB-2986-E3A926460659}"/>
                  </a:ext>
                </a:extLst>
              </p14:cNvPr>
              <p14:cNvContentPartPr/>
              <p14:nvPr/>
            </p14:nvContentPartPr>
            <p14:xfrm>
              <a:off x="3020704" y="4050550"/>
              <a:ext cx="148680" cy="73080"/>
            </p14:xfrm>
          </p:contentPart>
        </mc:Choice>
        <mc:Fallback xmlns="">
          <p:pic>
            <p:nvPicPr>
              <p:cNvPr id="175" name="Ink 174">
                <a:extLst>
                  <a:ext uri="{FF2B5EF4-FFF2-40B4-BE49-F238E27FC236}">
                    <a16:creationId xmlns:a16="http://schemas.microsoft.com/office/drawing/2014/main" id="{7D83807C-32C1-28BB-2986-E3A926460659}"/>
                  </a:ext>
                </a:extLst>
              </p:cNvPr>
              <p:cNvPicPr/>
              <p:nvPr/>
            </p:nvPicPr>
            <p:blipFill>
              <a:blip r:embed="rId118"/>
              <a:stretch>
                <a:fillRect/>
              </a:stretch>
            </p:blipFill>
            <p:spPr>
              <a:xfrm>
                <a:off x="3016384" y="4046230"/>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4" name="Ink 183">
                <a:extLst>
                  <a:ext uri="{FF2B5EF4-FFF2-40B4-BE49-F238E27FC236}">
                    <a16:creationId xmlns:a16="http://schemas.microsoft.com/office/drawing/2014/main" id="{310AF688-F381-82F1-8E14-EAB3F4F73E4B}"/>
                  </a:ext>
                </a:extLst>
              </p14:cNvPr>
              <p14:cNvContentPartPr/>
              <p14:nvPr/>
            </p14:nvContentPartPr>
            <p14:xfrm>
              <a:off x="6154504" y="3784510"/>
              <a:ext cx="148680" cy="96480"/>
            </p14:xfrm>
          </p:contentPart>
        </mc:Choice>
        <mc:Fallback xmlns="">
          <p:pic>
            <p:nvPicPr>
              <p:cNvPr id="184" name="Ink 183">
                <a:extLst>
                  <a:ext uri="{FF2B5EF4-FFF2-40B4-BE49-F238E27FC236}">
                    <a16:creationId xmlns:a16="http://schemas.microsoft.com/office/drawing/2014/main" id="{310AF688-F381-82F1-8E14-EAB3F4F73E4B}"/>
                  </a:ext>
                </a:extLst>
              </p:cNvPr>
              <p:cNvPicPr/>
              <p:nvPr/>
            </p:nvPicPr>
            <p:blipFill>
              <a:blip r:embed="rId136"/>
              <a:stretch>
                <a:fillRect/>
              </a:stretch>
            </p:blipFill>
            <p:spPr>
              <a:xfrm>
                <a:off x="6150184" y="3780190"/>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85" name="Ink 184">
                <a:extLst>
                  <a:ext uri="{FF2B5EF4-FFF2-40B4-BE49-F238E27FC236}">
                    <a16:creationId xmlns:a16="http://schemas.microsoft.com/office/drawing/2014/main" id="{1174F477-F347-6286-8004-4448209B2DF6}"/>
                  </a:ext>
                </a:extLst>
              </p14:cNvPr>
              <p14:cNvContentPartPr/>
              <p14:nvPr/>
            </p14:nvContentPartPr>
            <p14:xfrm>
              <a:off x="6335224" y="3659950"/>
              <a:ext cx="25560" cy="21240"/>
            </p14:xfrm>
          </p:contentPart>
        </mc:Choice>
        <mc:Fallback xmlns="">
          <p:pic>
            <p:nvPicPr>
              <p:cNvPr id="185" name="Ink 184">
                <a:extLst>
                  <a:ext uri="{FF2B5EF4-FFF2-40B4-BE49-F238E27FC236}">
                    <a16:creationId xmlns:a16="http://schemas.microsoft.com/office/drawing/2014/main" id="{1174F477-F347-6286-8004-4448209B2DF6}"/>
                  </a:ext>
                </a:extLst>
              </p:cNvPr>
              <p:cNvPicPr/>
              <p:nvPr/>
            </p:nvPicPr>
            <p:blipFill>
              <a:blip r:embed="rId138"/>
              <a:stretch>
                <a:fillRect/>
              </a:stretch>
            </p:blipFill>
            <p:spPr>
              <a:xfrm>
                <a:off x="6330904" y="3655270"/>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9" name="Ink 188">
                <a:extLst>
                  <a:ext uri="{FF2B5EF4-FFF2-40B4-BE49-F238E27FC236}">
                    <a16:creationId xmlns:a16="http://schemas.microsoft.com/office/drawing/2014/main" id="{7DA1B9D0-030B-DCC6-D70C-A4C355D20569}"/>
                  </a:ext>
                </a:extLst>
              </p14:cNvPr>
              <p14:cNvContentPartPr/>
              <p14:nvPr/>
            </p14:nvContentPartPr>
            <p14:xfrm>
              <a:off x="6883864" y="3594790"/>
              <a:ext cx="234360" cy="360000"/>
            </p14:xfrm>
          </p:contentPart>
        </mc:Choice>
        <mc:Fallback xmlns="">
          <p:pic>
            <p:nvPicPr>
              <p:cNvPr id="189" name="Ink 188">
                <a:extLst>
                  <a:ext uri="{FF2B5EF4-FFF2-40B4-BE49-F238E27FC236}">
                    <a16:creationId xmlns:a16="http://schemas.microsoft.com/office/drawing/2014/main" id="{7DA1B9D0-030B-DCC6-D70C-A4C355D20569}"/>
                  </a:ext>
                </a:extLst>
              </p:cNvPr>
              <p:cNvPicPr/>
              <p:nvPr/>
            </p:nvPicPr>
            <p:blipFill>
              <a:blip r:embed="rId146"/>
              <a:stretch>
                <a:fillRect/>
              </a:stretch>
            </p:blipFill>
            <p:spPr>
              <a:xfrm>
                <a:off x="6879544" y="3590470"/>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90" name="Ink 189">
                <a:extLst>
                  <a:ext uri="{FF2B5EF4-FFF2-40B4-BE49-F238E27FC236}">
                    <a16:creationId xmlns:a16="http://schemas.microsoft.com/office/drawing/2014/main" id="{C378D85C-CEF1-8F13-F08D-C6BCEC885DA8}"/>
                  </a:ext>
                </a:extLst>
              </p14:cNvPr>
              <p14:cNvContentPartPr/>
              <p14:nvPr/>
            </p14:nvContentPartPr>
            <p14:xfrm>
              <a:off x="1933144" y="5904910"/>
              <a:ext cx="248760" cy="474120"/>
            </p14:xfrm>
          </p:contentPart>
        </mc:Choice>
        <mc:Fallback xmlns="">
          <p:pic>
            <p:nvPicPr>
              <p:cNvPr id="190" name="Ink 189">
                <a:extLst>
                  <a:ext uri="{FF2B5EF4-FFF2-40B4-BE49-F238E27FC236}">
                    <a16:creationId xmlns:a16="http://schemas.microsoft.com/office/drawing/2014/main" id="{C378D85C-CEF1-8F13-F08D-C6BCEC885DA8}"/>
                  </a:ext>
                </a:extLst>
              </p:cNvPr>
              <p:cNvPicPr/>
              <p:nvPr/>
            </p:nvPicPr>
            <p:blipFill>
              <a:blip r:embed="rId148"/>
              <a:stretch>
                <a:fillRect/>
              </a:stretch>
            </p:blipFill>
            <p:spPr>
              <a:xfrm>
                <a:off x="1928824" y="5900590"/>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91" name="Ink 190">
                <a:extLst>
                  <a:ext uri="{FF2B5EF4-FFF2-40B4-BE49-F238E27FC236}">
                    <a16:creationId xmlns:a16="http://schemas.microsoft.com/office/drawing/2014/main" id="{DF163D7E-E930-A05B-7E9F-493B56078BCD}"/>
                  </a:ext>
                </a:extLst>
              </p14:cNvPr>
              <p14:cNvContentPartPr/>
              <p14:nvPr/>
            </p14:nvContentPartPr>
            <p14:xfrm>
              <a:off x="7467960" y="3686518"/>
              <a:ext cx="276480" cy="294120"/>
            </p14:xfrm>
          </p:contentPart>
        </mc:Choice>
        <mc:Fallback xmlns="">
          <p:pic>
            <p:nvPicPr>
              <p:cNvPr id="191" name="Ink 190">
                <a:extLst>
                  <a:ext uri="{FF2B5EF4-FFF2-40B4-BE49-F238E27FC236}">
                    <a16:creationId xmlns:a16="http://schemas.microsoft.com/office/drawing/2014/main" id="{DF163D7E-E930-A05B-7E9F-493B56078BCD}"/>
                  </a:ext>
                </a:extLst>
              </p:cNvPr>
              <p:cNvPicPr/>
              <p:nvPr/>
            </p:nvPicPr>
            <p:blipFill>
              <a:blip r:embed="rId160"/>
              <a:stretch>
                <a:fillRect/>
              </a:stretch>
            </p:blipFill>
            <p:spPr>
              <a:xfrm>
                <a:off x="7463640" y="3682198"/>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92" name="Ink 191">
                <a:extLst>
                  <a:ext uri="{FF2B5EF4-FFF2-40B4-BE49-F238E27FC236}">
                    <a16:creationId xmlns:a16="http://schemas.microsoft.com/office/drawing/2014/main" id="{27FB8F39-B344-B9FF-4A1F-45DB2159630E}"/>
                  </a:ext>
                </a:extLst>
              </p14:cNvPr>
              <p14:cNvContentPartPr/>
              <p14:nvPr/>
            </p14:nvContentPartPr>
            <p14:xfrm>
              <a:off x="7772520" y="4246318"/>
              <a:ext cx="174240" cy="417960"/>
            </p14:xfrm>
          </p:contentPart>
        </mc:Choice>
        <mc:Fallback xmlns="">
          <p:pic>
            <p:nvPicPr>
              <p:cNvPr id="192" name="Ink 191">
                <a:extLst>
                  <a:ext uri="{FF2B5EF4-FFF2-40B4-BE49-F238E27FC236}">
                    <a16:creationId xmlns:a16="http://schemas.microsoft.com/office/drawing/2014/main" id="{27FB8F39-B344-B9FF-4A1F-45DB2159630E}"/>
                  </a:ext>
                </a:extLst>
              </p:cNvPr>
              <p:cNvPicPr/>
              <p:nvPr/>
            </p:nvPicPr>
            <p:blipFill>
              <a:blip r:embed="rId162"/>
              <a:stretch>
                <a:fillRect/>
              </a:stretch>
            </p:blipFill>
            <p:spPr>
              <a:xfrm>
                <a:off x="7768200" y="4241998"/>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3" name="Ink 192">
                <a:extLst>
                  <a:ext uri="{FF2B5EF4-FFF2-40B4-BE49-F238E27FC236}">
                    <a16:creationId xmlns:a16="http://schemas.microsoft.com/office/drawing/2014/main" id="{604E455B-20FE-F2BB-6EE5-BEC62764FCAE}"/>
                  </a:ext>
                </a:extLst>
              </p14:cNvPr>
              <p14:cNvContentPartPr/>
              <p14:nvPr/>
            </p14:nvContentPartPr>
            <p14:xfrm>
              <a:off x="2718480" y="5489398"/>
              <a:ext cx="216000" cy="368640"/>
            </p14:xfrm>
          </p:contentPart>
        </mc:Choice>
        <mc:Fallback xmlns="">
          <p:pic>
            <p:nvPicPr>
              <p:cNvPr id="193" name="Ink 192">
                <a:extLst>
                  <a:ext uri="{FF2B5EF4-FFF2-40B4-BE49-F238E27FC236}">
                    <a16:creationId xmlns:a16="http://schemas.microsoft.com/office/drawing/2014/main" id="{604E455B-20FE-F2BB-6EE5-BEC62764FCAE}"/>
                  </a:ext>
                </a:extLst>
              </p:cNvPr>
              <p:cNvPicPr/>
              <p:nvPr/>
            </p:nvPicPr>
            <p:blipFill>
              <a:blip r:embed="rId164"/>
              <a:stretch>
                <a:fillRect/>
              </a:stretch>
            </p:blipFill>
            <p:spPr>
              <a:xfrm>
                <a:off x="2714160" y="5485078"/>
                <a:ext cx="224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97" name="Ink 196">
                <a:extLst>
                  <a:ext uri="{FF2B5EF4-FFF2-40B4-BE49-F238E27FC236}">
                    <a16:creationId xmlns:a16="http://schemas.microsoft.com/office/drawing/2014/main" id="{98284388-DE58-9A1D-2573-050ED3F8C85C}"/>
                  </a:ext>
                </a:extLst>
              </p14:cNvPr>
              <p14:cNvContentPartPr/>
              <p14:nvPr/>
            </p14:nvContentPartPr>
            <p14:xfrm>
              <a:off x="6115800" y="3722158"/>
              <a:ext cx="61920" cy="49320"/>
            </p14:xfrm>
          </p:contentPart>
        </mc:Choice>
        <mc:Fallback xmlns="">
          <p:pic>
            <p:nvPicPr>
              <p:cNvPr id="197" name="Ink 196">
                <a:extLst>
                  <a:ext uri="{FF2B5EF4-FFF2-40B4-BE49-F238E27FC236}">
                    <a16:creationId xmlns:a16="http://schemas.microsoft.com/office/drawing/2014/main" id="{98284388-DE58-9A1D-2573-050ED3F8C85C}"/>
                  </a:ext>
                </a:extLst>
              </p:cNvPr>
              <p:cNvPicPr/>
              <p:nvPr/>
            </p:nvPicPr>
            <p:blipFill>
              <a:blip r:embed="rId212"/>
              <a:stretch>
                <a:fillRect/>
              </a:stretch>
            </p:blipFill>
            <p:spPr>
              <a:xfrm>
                <a:off x="6111480" y="3717838"/>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8" name="Ink 197">
                <a:extLst>
                  <a:ext uri="{FF2B5EF4-FFF2-40B4-BE49-F238E27FC236}">
                    <a16:creationId xmlns:a16="http://schemas.microsoft.com/office/drawing/2014/main" id="{D9D7A3B5-BCD6-53BB-7120-7523BCF136E2}"/>
                  </a:ext>
                </a:extLst>
              </p14:cNvPr>
              <p14:cNvContentPartPr/>
              <p14:nvPr/>
            </p14:nvContentPartPr>
            <p14:xfrm>
              <a:off x="6088800" y="3899638"/>
              <a:ext cx="72000" cy="196200"/>
            </p14:xfrm>
          </p:contentPart>
        </mc:Choice>
        <mc:Fallback xmlns="">
          <p:pic>
            <p:nvPicPr>
              <p:cNvPr id="198" name="Ink 197">
                <a:extLst>
                  <a:ext uri="{FF2B5EF4-FFF2-40B4-BE49-F238E27FC236}">
                    <a16:creationId xmlns:a16="http://schemas.microsoft.com/office/drawing/2014/main" id="{D9D7A3B5-BCD6-53BB-7120-7523BCF136E2}"/>
                  </a:ext>
                </a:extLst>
              </p:cNvPr>
              <p:cNvPicPr/>
              <p:nvPr/>
            </p:nvPicPr>
            <p:blipFill>
              <a:blip r:embed="rId214"/>
              <a:stretch>
                <a:fillRect/>
              </a:stretch>
            </p:blipFill>
            <p:spPr>
              <a:xfrm>
                <a:off x="6084480" y="3895318"/>
                <a:ext cx="80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99" name="Ink 198">
                <a:extLst>
                  <a:ext uri="{FF2B5EF4-FFF2-40B4-BE49-F238E27FC236}">
                    <a16:creationId xmlns:a16="http://schemas.microsoft.com/office/drawing/2014/main" id="{F010BAD2-8A45-17CD-7E9F-50F00A96ACFA}"/>
                  </a:ext>
                </a:extLst>
              </p14:cNvPr>
              <p14:cNvContentPartPr/>
              <p14:nvPr/>
            </p14:nvContentPartPr>
            <p14:xfrm>
              <a:off x="9007320" y="5533680"/>
              <a:ext cx="4320" cy="360"/>
            </p14:xfrm>
          </p:contentPart>
        </mc:Choice>
        <mc:Fallback xmlns="">
          <p:pic>
            <p:nvPicPr>
              <p:cNvPr id="199" name="Ink 198">
                <a:extLst>
                  <a:ext uri="{FF2B5EF4-FFF2-40B4-BE49-F238E27FC236}">
                    <a16:creationId xmlns:a16="http://schemas.microsoft.com/office/drawing/2014/main" id="{F010BAD2-8A45-17CD-7E9F-50F00A96ACFA}"/>
                  </a:ext>
                </a:extLst>
              </p:cNvPr>
              <p:cNvPicPr/>
              <p:nvPr/>
            </p:nvPicPr>
            <p:blipFill>
              <a:blip r:embed="rId284"/>
              <a:stretch>
                <a:fillRect/>
              </a:stretch>
            </p:blipFill>
            <p:spPr>
              <a:xfrm>
                <a:off x="9003000" y="5529360"/>
                <a:ext cx="12960" cy="9000"/>
              </a:xfrm>
              <a:prstGeom prst="rect">
                <a:avLst/>
              </a:prstGeom>
            </p:spPr>
          </p:pic>
        </mc:Fallback>
      </mc:AlternateContent>
      <p:grpSp>
        <p:nvGrpSpPr>
          <p:cNvPr id="202" name="Group 201">
            <a:extLst>
              <a:ext uri="{FF2B5EF4-FFF2-40B4-BE49-F238E27FC236}">
                <a16:creationId xmlns:a16="http://schemas.microsoft.com/office/drawing/2014/main" id="{808B67B8-7305-22CB-3458-1B8D1F01A30B}"/>
              </a:ext>
            </a:extLst>
          </p:cNvPr>
          <p:cNvGrpSpPr/>
          <p:nvPr/>
        </p:nvGrpSpPr>
        <p:grpSpPr>
          <a:xfrm>
            <a:off x="1794720" y="4200960"/>
            <a:ext cx="125640" cy="397440"/>
            <a:chOff x="1794720" y="4200960"/>
            <a:chExt cx="125640" cy="397440"/>
          </a:xfrm>
        </p:grpSpPr>
        <mc:AlternateContent xmlns:mc="http://schemas.openxmlformats.org/markup-compatibility/2006" xmlns:p14="http://schemas.microsoft.com/office/powerpoint/2010/main">
          <mc:Choice Requires="p14">
            <p:contentPart p14:bwMode="auto" r:id="rId285">
              <p14:nvContentPartPr>
                <p14:cNvPr id="200" name="Ink 199">
                  <a:extLst>
                    <a:ext uri="{FF2B5EF4-FFF2-40B4-BE49-F238E27FC236}">
                      <a16:creationId xmlns:a16="http://schemas.microsoft.com/office/drawing/2014/main" id="{43E9840D-6E15-4EF0-12DE-B54B3A175CE0}"/>
                    </a:ext>
                  </a:extLst>
                </p14:cNvPr>
                <p14:cNvContentPartPr/>
                <p14:nvPr/>
              </p14:nvContentPartPr>
              <p14:xfrm>
                <a:off x="1825320" y="4200960"/>
                <a:ext cx="89640" cy="397440"/>
              </p14:xfrm>
            </p:contentPart>
          </mc:Choice>
          <mc:Fallback xmlns="">
            <p:pic>
              <p:nvPicPr>
                <p:cNvPr id="200" name="Ink 199">
                  <a:extLst>
                    <a:ext uri="{FF2B5EF4-FFF2-40B4-BE49-F238E27FC236}">
                      <a16:creationId xmlns:a16="http://schemas.microsoft.com/office/drawing/2014/main" id="{43E9840D-6E15-4EF0-12DE-B54B3A175CE0}"/>
                    </a:ext>
                  </a:extLst>
                </p:cNvPr>
                <p:cNvPicPr/>
                <p:nvPr/>
              </p:nvPicPr>
              <p:blipFill>
                <a:blip r:embed="rId286"/>
                <a:stretch>
                  <a:fillRect/>
                </a:stretch>
              </p:blipFill>
              <p:spPr>
                <a:xfrm>
                  <a:off x="1821000" y="4196640"/>
                  <a:ext cx="9828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01" name="Ink 200">
                  <a:extLst>
                    <a:ext uri="{FF2B5EF4-FFF2-40B4-BE49-F238E27FC236}">
                      <a16:creationId xmlns:a16="http://schemas.microsoft.com/office/drawing/2014/main" id="{520BC2CD-F8FB-E521-7658-C14226E163F6}"/>
                    </a:ext>
                  </a:extLst>
                </p14:cNvPr>
                <p14:cNvContentPartPr/>
                <p14:nvPr/>
              </p14:nvContentPartPr>
              <p14:xfrm>
                <a:off x="1794720" y="4450080"/>
                <a:ext cx="125640" cy="9720"/>
              </p14:xfrm>
            </p:contentPart>
          </mc:Choice>
          <mc:Fallback xmlns="">
            <p:pic>
              <p:nvPicPr>
                <p:cNvPr id="201" name="Ink 200">
                  <a:extLst>
                    <a:ext uri="{FF2B5EF4-FFF2-40B4-BE49-F238E27FC236}">
                      <a16:creationId xmlns:a16="http://schemas.microsoft.com/office/drawing/2014/main" id="{520BC2CD-F8FB-E521-7658-C14226E163F6}"/>
                    </a:ext>
                  </a:extLst>
                </p:cNvPr>
                <p:cNvPicPr/>
                <p:nvPr/>
              </p:nvPicPr>
              <p:blipFill>
                <a:blip r:embed="rId288"/>
                <a:stretch>
                  <a:fillRect/>
                </a:stretch>
              </p:blipFill>
              <p:spPr>
                <a:xfrm>
                  <a:off x="1790400" y="4445760"/>
                  <a:ext cx="134280" cy="18360"/>
                </a:xfrm>
                <a:prstGeom prst="rect">
                  <a:avLst/>
                </a:prstGeom>
              </p:spPr>
            </p:pic>
          </mc:Fallback>
        </mc:AlternateContent>
      </p:grpSp>
      <p:grpSp>
        <p:nvGrpSpPr>
          <p:cNvPr id="205" name="Group 204">
            <a:extLst>
              <a:ext uri="{FF2B5EF4-FFF2-40B4-BE49-F238E27FC236}">
                <a16:creationId xmlns:a16="http://schemas.microsoft.com/office/drawing/2014/main" id="{B918CE04-ADA7-A6F3-0B5E-A70CF05B3B63}"/>
              </a:ext>
            </a:extLst>
          </p:cNvPr>
          <p:cNvGrpSpPr/>
          <p:nvPr/>
        </p:nvGrpSpPr>
        <p:grpSpPr>
          <a:xfrm>
            <a:off x="6450960" y="3745560"/>
            <a:ext cx="444240" cy="79920"/>
            <a:chOff x="6450960" y="3745560"/>
            <a:chExt cx="444240" cy="79920"/>
          </a:xfrm>
        </p:grpSpPr>
        <mc:AlternateContent xmlns:mc="http://schemas.openxmlformats.org/markup-compatibility/2006" xmlns:p14="http://schemas.microsoft.com/office/powerpoint/2010/main">
          <mc:Choice Requires="p14">
            <p:contentPart p14:bwMode="auto" r:id="rId289">
              <p14:nvContentPartPr>
                <p14:cNvPr id="203" name="Ink 202">
                  <a:extLst>
                    <a:ext uri="{FF2B5EF4-FFF2-40B4-BE49-F238E27FC236}">
                      <a16:creationId xmlns:a16="http://schemas.microsoft.com/office/drawing/2014/main" id="{652E71E0-6C36-DC7F-AACD-E40159962B7E}"/>
                    </a:ext>
                  </a:extLst>
                </p14:cNvPr>
                <p14:cNvContentPartPr/>
                <p14:nvPr/>
              </p14:nvContentPartPr>
              <p14:xfrm>
                <a:off x="6450960" y="3784080"/>
                <a:ext cx="175680" cy="41400"/>
              </p14:xfrm>
            </p:contentPart>
          </mc:Choice>
          <mc:Fallback xmlns="">
            <p:pic>
              <p:nvPicPr>
                <p:cNvPr id="203" name="Ink 202">
                  <a:extLst>
                    <a:ext uri="{FF2B5EF4-FFF2-40B4-BE49-F238E27FC236}">
                      <a16:creationId xmlns:a16="http://schemas.microsoft.com/office/drawing/2014/main" id="{652E71E0-6C36-DC7F-AACD-E40159962B7E}"/>
                    </a:ext>
                  </a:extLst>
                </p:cNvPr>
                <p:cNvPicPr/>
                <p:nvPr/>
              </p:nvPicPr>
              <p:blipFill>
                <a:blip r:embed="rId290"/>
                <a:stretch>
                  <a:fillRect/>
                </a:stretch>
              </p:blipFill>
              <p:spPr>
                <a:xfrm>
                  <a:off x="6446640" y="3779760"/>
                  <a:ext cx="1843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04" name="Ink 203">
                  <a:extLst>
                    <a:ext uri="{FF2B5EF4-FFF2-40B4-BE49-F238E27FC236}">
                      <a16:creationId xmlns:a16="http://schemas.microsoft.com/office/drawing/2014/main" id="{54A074FC-B3F4-B007-EFED-46916BA6308D}"/>
                    </a:ext>
                  </a:extLst>
                </p14:cNvPr>
                <p14:cNvContentPartPr/>
                <p14:nvPr/>
              </p14:nvContentPartPr>
              <p14:xfrm>
                <a:off x="6702600" y="3745560"/>
                <a:ext cx="192600" cy="51840"/>
              </p14:xfrm>
            </p:contentPart>
          </mc:Choice>
          <mc:Fallback xmlns="">
            <p:pic>
              <p:nvPicPr>
                <p:cNvPr id="204" name="Ink 203">
                  <a:extLst>
                    <a:ext uri="{FF2B5EF4-FFF2-40B4-BE49-F238E27FC236}">
                      <a16:creationId xmlns:a16="http://schemas.microsoft.com/office/drawing/2014/main" id="{54A074FC-B3F4-B007-EFED-46916BA6308D}"/>
                    </a:ext>
                  </a:extLst>
                </p:cNvPr>
                <p:cNvPicPr/>
                <p:nvPr/>
              </p:nvPicPr>
              <p:blipFill>
                <a:blip r:embed="rId292"/>
                <a:stretch>
                  <a:fillRect/>
                </a:stretch>
              </p:blipFill>
              <p:spPr>
                <a:xfrm>
                  <a:off x="6698280" y="3741240"/>
                  <a:ext cx="201240" cy="60480"/>
                </a:xfrm>
                <a:prstGeom prst="rect">
                  <a:avLst/>
                </a:prstGeom>
              </p:spPr>
            </p:pic>
          </mc:Fallback>
        </mc:AlternateContent>
      </p:grpSp>
      <p:grpSp>
        <p:nvGrpSpPr>
          <p:cNvPr id="219" name="Group 218">
            <a:extLst>
              <a:ext uri="{FF2B5EF4-FFF2-40B4-BE49-F238E27FC236}">
                <a16:creationId xmlns:a16="http://schemas.microsoft.com/office/drawing/2014/main" id="{60D9D5D8-07B0-1E8E-2DB9-41AEE1815E93}"/>
              </a:ext>
            </a:extLst>
          </p:cNvPr>
          <p:cNvGrpSpPr/>
          <p:nvPr/>
        </p:nvGrpSpPr>
        <p:grpSpPr>
          <a:xfrm>
            <a:off x="3344160" y="3880200"/>
            <a:ext cx="824400" cy="298440"/>
            <a:chOff x="3344160" y="3880200"/>
            <a:chExt cx="824400" cy="298440"/>
          </a:xfrm>
        </p:grpSpPr>
        <mc:AlternateContent xmlns:mc="http://schemas.openxmlformats.org/markup-compatibility/2006" xmlns:p14="http://schemas.microsoft.com/office/powerpoint/2010/main">
          <mc:Choice Requires="p14">
            <p:contentPart p14:bwMode="auto" r:id="rId293">
              <p14:nvContentPartPr>
                <p14:cNvPr id="208" name="Ink 207">
                  <a:extLst>
                    <a:ext uri="{FF2B5EF4-FFF2-40B4-BE49-F238E27FC236}">
                      <a16:creationId xmlns:a16="http://schemas.microsoft.com/office/drawing/2014/main" id="{CB66D145-7FCA-4081-54D2-51B4895C4C77}"/>
                    </a:ext>
                  </a:extLst>
                </p14:cNvPr>
                <p14:cNvContentPartPr/>
                <p14:nvPr/>
              </p14:nvContentPartPr>
              <p14:xfrm>
                <a:off x="3344160" y="3951120"/>
                <a:ext cx="243000" cy="129240"/>
              </p14:xfrm>
            </p:contentPart>
          </mc:Choice>
          <mc:Fallback xmlns="">
            <p:pic>
              <p:nvPicPr>
                <p:cNvPr id="208" name="Ink 207">
                  <a:extLst>
                    <a:ext uri="{FF2B5EF4-FFF2-40B4-BE49-F238E27FC236}">
                      <a16:creationId xmlns:a16="http://schemas.microsoft.com/office/drawing/2014/main" id="{CB66D145-7FCA-4081-54D2-51B4895C4C77}"/>
                    </a:ext>
                  </a:extLst>
                </p:cNvPr>
                <p:cNvPicPr/>
                <p:nvPr/>
              </p:nvPicPr>
              <p:blipFill>
                <a:blip r:embed="rId294"/>
                <a:stretch>
                  <a:fillRect/>
                </a:stretch>
              </p:blipFill>
              <p:spPr>
                <a:xfrm>
                  <a:off x="3339840" y="3946800"/>
                  <a:ext cx="2516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09" name="Ink 208">
                  <a:extLst>
                    <a:ext uri="{FF2B5EF4-FFF2-40B4-BE49-F238E27FC236}">
                      <a16:creationId xmlns:a16="http://schemas.microsoft.com/office/drawing/2014/main" id="{85F3062B-3F67-0415-C50C-8698E8CCD137}"/>
                    </a:ext>
                  </a:extLst>
                </p14:cNvPr>
                <p14:cNvContentPartPr/>
                <p14:nvPr/>
              </p14:nvContentPartPr>
              <p14:xfrm>
                <a:off x="3719640" y="3960480"/>
                <a:ext cx="117720" cy="8280"/>
              </p14:xfrm>
            </p:contentPart>
          </mc:Choice>
          <mc:Fallback xmlns="">
            <p:pic>
              <p:nvPicPr>
                <p:cNvPr id="209" name="Ink 208">
                  <a:extLst>
                    <a:ext uri="{FF2B5EF4-FFF2-40B4-BE49-F238E27FC236}">
                      <a16:creationId xmlns:a16="http://schemas.microsoft.com/office/drawing/2014/main" id="{85F3062B-3F67-0415-C50C-8698E8CCD137}"/>
                    </a:ext>
                  </a:extLst>
                </p:cNvPr>
                <p:cNvPicPr/>
                <p:nvPr/>
              </p:nvPicPr>
              <p:blipFill>
                <a:blip r:embed="rId296"/>
                <a:stretch>
                  <a:fillRect/>
                </a:stretch>
              </p:blipFill>
              <p:spPr>
                <a:xfrm>
                  <a:off x="3715320" y="3956160"/>
                  <a:ext cx="12636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10" name="Ink 209">
                  <a:extLst>
                    <a:ext uri="{FF2B5EF4-FFF2-40B4-BE49-F238E27FC236}">
                      <a16:creationId xmlns:a16="http://schemas.microsoft.com/office/drawing/2014/main" id="{3E007760-B862-9608-A3FE-5917282AF1E6}"/>
                    </a:ext>
                  </a:extLst>
                </p14:cNvPr>
                <p14:cNvContentPartPr/>
                <p14:nvPr/>
              </p14:nvContentPartPr>
              <p14:xfrm>
                <a:off x="3967680" y="3880200"/>
                <a:ext cx="11880" cy="148320"/>
              </p14:xfrm>
            </p:contentPart>
          </mc:Choice>
          <mc:Fallback xmlns="">
            <p:pic>
              <p:nvPicPr>
                <p:cNvPr id="210" name="Ink 209">
                  <a:extLst>
                    <a:ext uri="{FF2B5EF4-FFF2-40B4-BE49-F238E27FC236}">
                      <a16:creationId xmlns:a16="http://schemas.microsoft.com/office/drawing/2014/main" id="{3E007760-B862-9608-A3FE-5917282AF1E6}"/>
                    </a:ext>
                  </a:extLst>
                </p:cNvPr>
                <p:cNvPicPr/>
                <p:nvPr/>
              </p:nvPicPr>
              <p:blipFill>
                <a:blip r:embed="rId298"/>
                <a:stretch>
                  <a:fillRect/>
                </a:stretch>
              </p:blipFill>
              <p:spPr>
                <a:xfrm>
                  <a:off x="3963360" y="3875880"/>
                  <a:ext cx="205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11" name="Ink 210">
                  <a:extLst>
                    <a:ext uri="{FF2B5EF4-FFF2-40B4-BE49-F238E27FC236}">
                      <a16:creationId xmlns:a16="http://schemas.microsoft.com/office/drawing/2014/main" id="{A5DFE845-7FD8-48F5-D00C-EE7B325141CB}"/>
                    </a:ext>
                  </a:extLst>
                </p14:cNvPr>
                <p14:cNvContentPartPr/>
                <p14:nvPr/>
              </p14:nvContentPartPr>
              <p14:xfrm>
                <a:off x="4143000" y="3908640"/>
                <a:ext cx="25560" cy="96480"/>
              </p14:xfrm>
            </p:contentPart>
          </mc:Choice>
          <mc:Fallback xmlns="">
            <p:pic>
              <p:nvPicPr>
                <p:cNvPr id="211" name="Ink 210">
                  <a:extLst>
                    <a:ext uri="{FF2B5EF4-FFF2-40B4-BE49-F238E27FC236}">
                      <a16:creationId xmlns:a16="http://schemas.microsoft.com/office/drawing/2014/main" id="{A5DFE845-7FD8-48F5-D00C-EE7B325141CB}"/>
                    </a:ext>
                  </a:extLst>
                </p:cNvPr>
                <p:cNvPicPr/>
                <p:nvPr/>
              </p:nvPicPr>
              <p:blipFill>
                <a:blip r:embed="rId300"/>
                <a:stretch>
                  <a:fillRect/>
                </a:stretch>
              </p:blipFill>
              <p:spPr>
                <a:xfrm>
                  <a:off x="4138680" y="3904320"/>
                  <a:ext cx="34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12" name="Ink 211">
                  <a:extLst>
                    <a:ext uri="{FF2B5EF4-FFF2-40B4-BE49-F238E27FC236}">
                      <a16:creationId xmlns:a16="http://schemas.microsoft.com/office/drawing/2014/main" id="{1C2E9CD8-90D7-0030-C34D-2C7CDE074CE7}"/>
                    </a:ext>
                  </a:extLst>
                </p14:cNvPr>
                <p14:cNvContentPartPr/>
                <p14:nvPr/>
              </p14:nvContentPartPr>
              <p14:xfrm>
                <a:off x="4073520" y="4116720"/>
                <a:ext cx="56160" cy="61920"/>
              </p14:xfrm>
            </p:contentPart>
          </mc:Choice>
          <mc:Fallback xmlns="">
            <p:pic>
              <p:nvPicPr>
                <p:cNvPr id="212" name="Ink 211">
                  <a:extLst>
                    <a:ext uri="{FF2B5EF4-FFF2-40B4-BE49-F238E27FC236}">
                      <a16:creationId xmlns:a16="http://schemas.microsoft.com/office/drawing/2014/main" id="{1C2E9CD8-90D7-0030-C34D-2C7CDE074CE7}"/>
                    </a:ext>
                  </a:extLst>
                </p:cNvPr>
                <p:cNvPicPr/>
                <p:nvPr/>
              </p:nvPicPr>
              <p:blipFill>
                <a:blip r:embed="rId302"/>
                <a:stretch>
                  <a:fillRect/>
                </a:stretch>
              </p:blipFill>
              <p:spPr>
                <a:xfrm>
                  <a:off x="4069200" y="4112400"/>
                  <a:ext cx="64800" cy="7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3">
            <p14:nvContentPartPr>
              <p14:cNvPr id="213" name="Ink 212">
                <a:extLst>
                  <a:ext uri="{FF2B5EF4-FFF2-40B4-BE49-F238E27FC236}">
                    <a16:creationId xmlns:a16="http://schemas.microsoft.com/office/drawing/2014/main" id="{3CABD11B-44A5-0399-82A8-5978466BE47F}"/>
                  </a:ext>
                </a:extLst>
              </p14:cNvPr>
              <p14:cNvContentPartPr/>
              <p14:nvPr/>
            </p14:nvContentPartPr>
            <p14:xfrm>
              <a:off x="4503000" y="3890640"/>
              <a:ext cx="102240" cy="122040"/>
            </p14:xfrm>
          </p:contentPart>
        </mc:Choice>
        <mc:Fallback xmlns="">
          <p:pic>
            <p:nvPicPr>
              <p:cNvPr id="213" name="Ink 212">
                <a:extLst>
                  <a:ext uri="{FF2B5EF4-FFF2-40B4-BE49-F238E27FC236}">
                    <a16:creationId xmlns:a16="http://schemas.microsoft.com/office/drawing/2014/main" id="{3CABD11B-44A5-0399-82A8-5978466BE47F}"/>
                  </a:ext>
                </a:extLst>
              </p:cNvPr>
              <p:cNvPicPr/>
              <p:nvPr/>
            </p:nvPicPr>
            <p:blipFill>
              <a:blip r:embed="rId304"/>
              <a:stretch>
                <a:fillRect/>
              </a:stretch>
            </p:blipFill>
            <p:spPr>
              <a:xfrm>
                <a:off x="4498680" y="3886320"/>
                <a:ext cx="1108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14" name="Ink 213">
                <a:extLst>
                  <a:ext uri="{FF2B5EF4-FFF2-40B4-BE49-F238E27FC236}">
                    <a16:creationId xmlns:a16="http://schemas.microsoft.com/office/drawing/2014/main" id="{5A045937-F09C-5EDF-5A98-E5D2D0B9FAFB}"/>
                  </a:ext>
                </a:extLst>
              </p14:cNvPr>
              <p14:cNvContentPartPr/>
              <p14:nvPr/>
            </p14:nvContentPartPr>
            <p14:xfrm>
              <a:off x="4693440" y="3689400"/>
              <a:ext cx="46440" cy="77400"/>
            </p14:xfrm>
          </p:contentPart>
        </mc:Choice>
        <mc:Fallback xmlns="">
          <p:pic>
            <p:nvPicPr>
              <p:cNvPr id="214" name="Ink 213">
                <a:extLst>
                  <a:ext uri="{FF2B5EF4-FFF2-40B4-BE49-F238E27FC236}">
                    <a16:creationId xmlns:a16="http://schemas.microsoft.com/office/drawing/2014/main" id="{5A045937-F09C-5EDF-5A98-E5D2D0B9FAFB}"/>
                  </a:ext>
                </a:extLst>
              </p:cNvPr>
              <p:cNvPicPr/>
              <p:nvPr/>
            </p:nvPicPr>
            <p:blipFill>
              <a:blip r:embed="rId306"/>
              <a:stretch>
                <a:fillRect/>
              </a:stretch>
            </p:blipFill>
            <p:spPr>
              <a:xfrm>
                <a:off x="4689120" y="3685080"/>
                <a:ext cx="55080" cy="86040"/>
              </a:xfrm>
              <a:prstGeom prst="rect">
                <a:avLst/>
              </a:prstGeom>
            </p:spPr>
          </p:pic>
        </mc:Fallback>
      </mc:AlternateContent>
      <p:grpSp>
        <p:nvGrpSpPr>
          <p:cNvPr id="218" name="Group 217">
            <a:extLst>
              <a:ext uri="{FF2B5EF4-FFF2-40B4-BE49-F238E27FC236}">
                <a16:creationId xmlns:a16="http://schemas.microsoft.com/office/drawing/2014/main" id="{0B945257-7109-5F62-D109-03C8C477D142}"/>
              </a:ext>
            </a:extLst>
          </p:cNvPr>
          <p:cNvGrpSpPr/>
          <p:nvPr/>
        </p:nvGrpSpPr>
        <p:grpSpPr>
          <a:xfrm>
            <a:off x="4814760" y="3866160"/>
            <a:ext cx="572040" cy="159120"/>
            <a:chOff x="4814760" y="3866160"/>
            <a:chExt cx="572040" cy="159120"/>
          </a:xfrm>
        </p:grpSpPr>
        <mc:AlternateContent xmlns:mc="http://schemas.openxmlformats.org/markup-compatibility/2006" xmlns:p14="http://schemas.microsoft.com/office/powerpoint/2010/main">
          <mc:Choice Requires="p14">
            <p:contentPart p14:bwMode="auto" r:id="rId307">
              <p14:nvContentPartPr>
                <p14:cNvPr id="215" name="Ink 214">
                  <a:extLst>
                    <a:ext uri="{FF2B5EF4-FFF2-40B4-BE49-F238E27FC236}">
                      <a16:creationId xmlns:a16="http://schemas.microsoft.com/office/drawing/2014/main" id="{02B45B80-9B1E-070B-5DEE-008A16CE0B65}"/>
                    </a:ext>
                  </a:extLst>
                </p14:cNvPr>
                <p14:cNvContentPartPr/>
                <p14:nvPr/>
              </p14:nvContentPartPr>
              <p14:xfrm>
                <a:off x="4814760" y="3874080"/>
                <a:ext cx="258480" cy="151200"/>
              </p14:xfrm>
            </p:contentPart>
          </mc:Choice>
          <mc:Fallback xmlns="">
            <p:pic>
              <p:nvPicPr>
                <p:cNvPr id="215" name="Ink 214">
                  <a:extLst>
                    <a:ext uri="{FF2B5EF4-FFF2-40B4-BE49-F238E27FC236}">
                      <a16:creationId xmlns:a16="http://schemas.microsoft.com/office/drawing/2014/main" id="{02B45B80-9B1E-070B-5DEE-008A16CE0B65}"/>
                    </a:ext>
                  </a:extLst>
                </p:cNvPr>
                <p:cNvPicPr/>
                <p:nvPr/>
              </p:nvPicPr>
              <p:blipFill>
                <a:blip r:embed="rId308"/>
                <a:stretch>
                  <a:fillRect/>
                </a:stretch>
              </p:blipFill>
              <p:spPr>
                <a:xfrm>
                  <a:off x="4810440" y="3869760"/>
                  <a:ext cx="267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16" name="Ink 215">
                  <a:extLst>
                    <a:ext uri="{FF2B5EF4-FFF2-40B4-BE49-F238E27FC236}">
                      <a16:creationId xmlns:a16="http://schemas.microsoft.com/office/drawing/2014/main" id="{024738BB-EAF2-F355-23EA-FBF982A96D4D}"/>
                    </a:ext>
                  </a:extLst>
                </p14:cNvPr>
                <p14:cNvContentPartPr/>
                <p14:nvPr/>
              </p14:nvContentPartPr>
              <p14:xfrm>
                <a:off x="5238120" y="3866160"/>
                <a:ext cx="131400" cy="58320"/>
              </p14:xfrm>
            </p:contentPart>
          </mc:Choice>
          <mc:Fallback xmlns="">
            <p:pic>
              <p:nvPicPr>
                <p:cNvPr id="216" name="Ink 215">
                  <a:extLst>
                    <a:ext uri="{FF2B5EF4-FFF2-40B4-BE49-F238E27FC236}">
                      <a16:creationId xmlns:a16="http://schemas.microsoft.com/office/drawing/2014/main" id="{024738BB-EAF2-F355-23EA-FBF982A96D4D}"/>
                    </a:ext>
                  </a:extLst>
                </p:cNvPr>
                <p:cNvPicPr/>
                <p:nvPr/>
              </p:nvPicPr>
              <p:blipFill>
                <a:blip r:embed="rId310"/>
                <a:stretch>
                  <a:fillRect/>
                </a:stretch>
              </p:blipFill>
              <p:spPr>
                <a:xfrm>
                  <a:off x="5233800" y="3861840"/>
                  <a:ext cx="1400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7" name="Ink 216">
                  <a:extLst>
                    <a:ext uri="{FF2B5EF4-FFF2-40B4-BE49-F238E27FC236}">
                      <a16:creationId xmlns:a16="http://schemas.microsoft.com/office/drawing/2014/main" id="{CB5A76D0-1491-49AA-640E-20E0A54CC3D0}"/>
                    </a:ext>
                  </a:extLst>
                </p14:cNvPr>
                <p14:cNvContentPartPr/>
                <p14:nvPr/>
              </p14:nvContentPartPr>
              <p14:xfrm>
                <a:off x="5209320" y="3866160"/>
                <a:ext cx="177480" cy="118080"/>
              </p14:xfrm>
            </p:contentPart>
          </mc:Choice>
          <mc:Fallback xmlns="">
            <p:pic>
              <p:nvPicPr>
                <p:cNvPr id="217" name="Ink 216">
                  <a:extLst>
                    <a:ext uri="{FF2B5EF4-FFF2-40B4-BE49-F238E27FC236}">
                      <a16:creationId xmlns:a16="http://schemas.microsoft.com/office/drawing/2014/main" id="{CB5A76D0-1491-49AA-640E-20E0A54CC3D0}"/>
                    </a:ext>
                  </a:extLst>
                </p:cNvPr>
                <p:cNvPicPr/>
                <p:nvPr/>
              </p:nvPicPr>
              <p:blipFill>
                <a:blip r:embed="rId312"/>
                <a:stretch>
                  <a:fillRect/>
                </a:stretch>
              </p:blipFill>
              <p:spPr>
                <a:xfrm>
                  <a:off x="5205000" y="3861840"/>
                  <a:ext cx="186120" cy="126720"/>
                </a:xfrm>
                <a:prstGeom prst="rect">
                  <a:avLst/>
                </a:prstGeom>
              </p:spPr>
            </p:pic>
          </mc:Fallback>
        </mc:AlternateContent>
      </p:grpSp>
      <p:grpSp>
        <p:nvGrpSpPr>
          <p:cNvPr id="223" name="Group 222">
            <a:extLst>
              <a:ext uri="{FF2B5EF4-FFF2-40B4-BE49-F238E27FC236}">
                <a16:creationId xmlns:a16="http://schemas.microsoft.com/office/drawing/2014/main" id="{4FFBFCF6-1CB8-3300-DF7B-2DC60F5B61B3}"/>
              </a:ext>
            </a:extLst>
          </p:cNvPr>
          <p:cNvGrpSpPr/>
          <p:nvPr/>
        </p:nvGrpSpPr>
        <p:grpSpPr>
          <a:xfrm>
            <a:off x="5574720" y="3816840"/>
            <a:ext cx="316440" cy="145080"/>
            <a:chOff x="5574720" y="3816840"/>
            <a:chExt cx="316440" cy="145080"/>
          </a:xfrm>
        </p:grpSpPr>
        <mc:AlternateContent xmlns:mc="http://schemas.openxmlformats.org/markup-compatibility/2006" xmlns:p14="http://schemas.microsoft.com/office/powerpoint/2010/main">
          <mc:Choice Requires="p14">
            <p:contentPart p14:bwMode="auto" r:id="rId313">
              <p14:nvContentPartPr>
                <p14:cNvPr id="220" name="Ink 219">
                  <a:extLst>
                    <a:ext uri="{FF2B5EF4-FFF2-40B4-BE49-F238E27FC236}">
                      <a16:creationId xmlns:a16="http://schemas.microsoft.com/office/drawing/2014/main" id="{756B03AE-2249-AB39-04FF-9CADA52FB16B}"/>
                    </a:ext>
                  </a:extLst>
                </p14:cNvPr>
                <p14:cNvContentPartPr/>
                <p14:nvPr/>
              </p14:nvContentPartPr>
              <p14:xfrm>
                <a:off x="5574720" y="3816840"/>
                <a:ext cx="168480" cy="145080"/>
              </p14:xfrm>
            </p:contentPart>
          </mc:Choice>
          <mc:Fallback xmlns="">
            <p:pic>
              <p:nvPicPr>
                <p:cNvPr id="220" name="Ink 219">
                  <a:extLst>
                    <a:ext uri="{FF2B5EF4-FFF2-40B4-BE49-F238E27FC236}">
                      <a16:creationId xmlns:a16="http://schemas.microsoft.com/office/drawing/2014/main" id="{756B03AE-2249-AB39-04FF-9CADA52FB16B}"/>
                    </a:ext>
                  </a:extLst>
                </p:cNvPr>
                <p:cNvPicPr/>
                <p:nvPr/>
              </p:nvPicPr>
              <p:blipFill>
                <a:blip r:embed="rId314"/>
                <a:stretch>
                  <a:fillRect/>
                </a:stretch>
              </p:blipFill>
              <p:spPr>
                <a:xfrm>
                  <a:off x="5570400" y="3812520"/>
                  <a:ext cx="1771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21" name="Ink 220">
                  <a:extLst>
                    <a:ext uri="{FF2B5EF4-FFF2-40B4-BE49-F238E27FC236}">
                      <a16:creationId xmlns:a16="http://schemas.microsoft.com/office/drawing/2014/main" id="{CF5EEF86-4EDD-3117-81CB-5D83901AB8D9}"/>
                    </a:ext>
                  </a:extLst>
                </p14:cNvPr>
                <p14:cNvContentPartPr/>
                <p14:nvPr/>
              </p14:nvContentPartPr>
              <p14:xfrm>
                <a:off x="5883240" y="3861120"/>
                <a:ext cx="7920" cy="32400"/>
              </p14:xfrm>
            </p:contentPart>
          </mc:Choice>
          <mc:Fallback xmlns="">
            <p:pic>
              <p:nvPicPr>
                <p:cNvPr id="221" name="Ink 220">
                  <a:extLst>
                    <a:ext uri="{FF2B5EF4-FFF2-40B4-BE49-F238E27FC236}">
                      <a16:creationId xmlns:a16="http://schemas.microsoft.com/office/drawing/2014/main" id="{CF5EEF86-4EDD-3117-81CB-5D83901AB8D9}"/>
                    </a:ext>
                  </a:extLst>
                </p:cNvPr>
                <p:cNvPicPr/>
                <p:nvPr/>
              </p:nvPicPr>
              <p:blipFill>
                <a:blip r:embed="rId316"/>
                <a:stretch>
                  <a:fillRect/>
                </a:stretch>
              </p:blipFill>
              <p:spPr>
                <a:xfrm>
                  <a:off x="5878920" y="3856800"/>
                  <a:ext cx="16560" cy="41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7">
            <p14:nvContentPartPr>
              <p14:cNvPr id="222" name="Ink 221">
                <a:extLst>
                  <a:ext uri="{FF2B5EF4-FFF2-40B4-BE49-F238E27FC236}">
                    <a16:creationId xmlns:a16="http://schemas.microsoft.com/office/drawing/2014/main" id="{838D13C6-FCED-B1C6-A8DA-DDB8ABD1C864}"/>
                  </a:ext>
                </a:extLst>
              </p14:cNvPr>
              <p14:cNvContentPartPr/>
              <p14:nvPr/>
            </p14:nvContentPartPr>
            <p14:xfrm>
              <a:off x="5683080" y="4039320"/>
              <a:ext cx="229320" cy="181440"/>
            </p14:xfrm>
          </p:contentPart>
        </mc:Choice>
        <mc:Fallback xmlns="">
          <p:pic>
            <p:nvPicPr>
              <p:cNvPr id="222" name="Ink 221">
                <a:extLst>
                  <a:ext uri="{FF2B5EF4-FFF2-40B4-BE49-F238E27FC236}">
                    <a16:creationId xmlns:a16="http://schemas.microsoft.com/office/drawing/2014/main" id="{838D13C6-FCED-B1C6-A8DA-DDB8ABD1C864}"/>
                  </a:ext>
                </a:extLst>
              </p:cNvPr>
              <p:cNvPicPr/>
              <p:nvPr/>
            </p:nvPicPr>
            <p:blipFill>
              <a:blip r:embed="rId318"/>
              <a:stretch>
                <a:fillRect/>
              </a:stretch>
            </p:blipFill>
            <p:spPr>
              <a:xfrm>
                <a:off x="5678760" y="4035000"/>
                <a:ext cx="2379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24" name="Ink 223">
                <a:extLst>
                  <a:ext uri="{FF2B5EF4-FFF2-40B4-BE49-F238E27FC236}">
                    <a16:creationId xmlns:a16="http://schemas.microsoft.com/office/drawing/2014/main" id="{841321BA-279F-5C45-8534-A1E7162258B6}"/>
                  </a:ext>
                </a:extLst>
              </p14:cNvPr>
              <p14:cNvContentPartPr/>
              <p14:nvPr/>
            </p14:nvContentPartPr>
            <p14:xfrm>
              <a:off x="1519320" y="6380760"/>
              <a:ext cx="279360" cy="367560"/>
            </p14:xfrm>
          </p:contentPart>
        </mc:Choice>
        <mc:Fallback xmlns="">
          <p:pic>
            <p:nvPicPr>
              <p:cNvPr id="224" name="Ink 223">
                <a:extLst>
                  <a:ext uri="{FF2B5EF4-FFF2-40B4-BE49-F238E27FC236}">
                    <a16:creationId xmlns:a16="http://schemas.microsoft.com/office/drawing/2014/main" id="{841321BA-279F-5C45-8534-A1E7162258B6}"/>
                  </a:ext>
                </a:extLst>
              </p:cNvPr>
              <p:cNvPicPr/>
              <p:nvPr/>
            </p:nvPicPr>
            <p:blipFill>
              <a:blip r:embed="rId320"/>
              <a:stretch>
                <a:fillRect/>
              </a:stretch>
            </p:blipFill>
            <p:spPr>
              <a:xfrm>
                <a:off x="1515000" y="6376440"/>
                <a:ext cx="288000" cy="376200"/>
              </a:xfrm>
              <a:prstGeom prst="rect">
                <a:avLst/>
              </a:prstGeom>
            </p:spPr>
          </p:pic>
        </mc:Fallback>
      </mc:AlternateContent>
      <p:grpSp>
        <p:nvGrpSpPr>
          <p:cNvPr id="234" name="Group 233">
            <a:extLst>
              <a:ext uri="{FF2B5EF4-FFF2-40B4-BE49-F238E27FC236}">
                <a16:creationId xmlns:a16="http://schemas.microsoft.com/office/drawing/2014/main" id="{BD187BB2-04EC-6AB0-53E8-5432A347E1D6}"/>
              </a:ext>
            </a:extLst>
          </p:cNvPr>
          <p:cNvGrpSpPr/>
          <p:nvPr/>
        </p:nvGrpSpPr>
        <p:grpSpPr>
          <a:xfrm>
            <a:off x="4212480" y="701160"/>
            <a:ext cx="1228320" cy="674280"/>
            <a:chOff x="4212480" y="701160"/>
            <a:chExt cx="1228320" cy="674280"/>
          </a:xfrm>
        </p:grpSpPr>
        <mc:AlternateContent xmlns:mc="http://schemas.openxmlformats.org/markup-compatibility/2006" xmlns:p14="http://schemas.microsoft.com/office/powerpoint/2010/main">
          <mc:Choice Requires="p14">
            <p:contentPart p14:bwMode="auto" r:id="rId321">
              <p14:nvContentPartPr>
                <p14:cNvPr id="225" name="Ink 224">
                  <a:extLst>
                    <a:ext uri="{FF2B5EF4-FFF2-40B4-BE49-F238E27FC236}">
                      <a16:creationId xmlns:a16="http://schemas.microsoft.com/office/drawing/2014/main" id="{0DAFF9CB-D680-700A-BE0C-3739C8D99E74}"/>
                    </a:ext>
                  </a:extLst>
                </p14:cNvPr>
                <p14:cNvContentPartPr/>
                <p14:nvPr/>
              </p14:nvContentPartPr>
              <p14:xfrm>
                <a:off x="4212480" y="768480"/>
                <a:ext cx="98640" cy="426960"/>
              </p14:xfrm>
            </p:contentPart>
          </mc:Choice>
          <mc:Fallback xmlns="">
            <p:pic>
              <p:nvPicPr>
                <p:cNvPr id="225" name="Ink 224">
                  <a:extLst>
                    <a:ext uri="{FF2B5EF4-FFF2-40B4-BE49-F238E27FC236}">
                      <a16:creationId xmlns:a16="http://schemas.microsoft.com/office/drawing/2014/main" id="{0DAFF9CB-D680-700A-BE0C-3739C8D99E74}"/>
                    </a:ext>
                  </a:extLst>
                </p:cNvPr>
                <p:cNvPicPr/>
                <p:nvPr/>
              </p:nvPicPr>
              <p:blipFill>
                <a:blip r:embed="rId322"/>
                <a:stretch>
                  <a:fillRect/>
                </a:stretch>
              </p:blipFill>
              <p:spPr>
                <a:xfrm>
                  <a:off x="4208160" y="764160"/>
                  <a:ext cx="10728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26" name="Ink 225">
                  <a:extLst>
                    <a:ext uri="{FF2B5EF4-FFF2-40B4-BE49-F238E27FC236}">
                      <a16:creationId xmlns:a16="http://schemas.microsoft.com/office/drawing/2014/main" id="{C6DB5C40-18F7-1A1E-054C-9996B3817FE4}"/>
                    </a:ext>
                  </a:extLst>
                </p14:cNvPr>
                <p14:cNvContentPartPr/>
                <p14:nvPr/>
              </p14:nvContentPartPr>
              <p14:xfrm>
                <a:off x="4294920" y="1001400"/>
                <a:ext cx="146520" cy="131400"/>
              </p14:xfrm>
            </p:contentPart>
          </mc:Choice>
          <mc:Fallback xmlns="">
            <p:pic>
              <p:nvPicPr>
                <p:cNvPr id="226" name="Ink 225">
                  <a:extLst>
                    <a:ext uri="{FF2B5EF4-FFF2-40B4-BE49-F238E27FC236}">
                      <a16:creationId xmlns:a16="http://schemas.microsoft.com/office/drawing/2014/main" id="{C6DB5C40-18F7-1A1E-054C-9996B3817FE4}"/>
                    </a:ext>
                  </a:extLst>
                </p:cNvPr>
                <p:cNvPicPr/>
                <p:nvPr/>
              </p:nvPicPr>
              <p:blipFill>
                <a:blip r:embed="rId324"/>
                <a:stretch>
                  <a:fillRect/>
                </a:stretch>
              </p:blipFill>
              <p:spPr>
                <a:xfrm>
                  <a:off x="4290600" y="997080"/>
                  <a:ext cx="1551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27" name="Ink 226">
                  <a:extLst>
                    <a:ext uri="{FF2B5EF4-FFF2-40B4-BE49-F238E27FC236}">
                      <a16:creationId xmlns:a16="http://schemas.microsoft.com/office/drawing/2014/main" id="{B044EA6F-B628-E470-C9D2-6E38AB946A96}"/>
                    </a:ext>
                  </a:extLst>
                </p14:cNvPr>
                <p14:cNvContentPartPr/>
                <p14:nvPr/>
              </p14:nvContentPartPr>
              <p14:xfrm>
                <a:off x="4530000" y="953520"/>
                <a:ext cx="154440" cy="12960"/>
              </p14:xfrm>
            </p:contentPart>
          </mc:Choice>
          <mc:Fallback xmlns="">
            <p:pic>
              <p:nvPicPr>
                <p:cNvPr id="227" name="Ink 226">
                  <a:extLst>
                    <a:ext uri="{FF2B5EF4-FFF2-40B4-BE49-F238E27FC236}">
                      <a16:creationId xmlns:a16="http://schemas.microsoft.com/office/drawing/2014/main" id="{B044EA6F-B628-E470-C9D2-6E38AB946A96}"/>
                    </a:ext>
                  </a:extLst>
                </p:cNvPr>
                <p:cNvPicPr/>
                <p:nvPr/>
              </p:nvPicPr>
              <p:blipFill>
                <a:blip r:embed="rId326"/>
                <a:stretch>
                  <a:fillRect/>
                </a:stretch>
              </p:blipFill>
              <p:spPr>
                <a:xfrm>
                  <a:off x="4525680" y="949200"/>
                  <a:ext cx="1630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8" name="Ink 227">
                  <a:extLst>
                    <a:ext uri="{FF2B5EF4-FFF2-40B4-BE49-F238E27FC236}">
                      <a16:creationId xmlns:a16="http://schemas.microsoft.com/office/drawing/2014/main" id="{3459EF69-04EE-9178-7FE8-B3967236D854}"/>
                    </a:ext>
                  </a:extLst>
                </p14:cNvPr>
                <p14:cNvContentPartPr/>
                <p14:nvPr/>
              </p14:nvContentPartPr>
              <p14:xfrm>
                <a:off x="4774440" y="853800"/>
                <a:ext cx="16560" cy="213480"/>
              </p14:xfrm>
            </p:contentPart>
          </mc:Choice>
          <mc:Fallback xmlns="">
            <p:pic>
              <p:nvPicPr>
                <p:cNvPr id="228" name="Ink 227">
                  <a:extLst>
                    <a:ext uri="{FF2B5EF4-FFF2-40B4-BE49-F238E27FC236}">
                      <a16:creationId xmlns:a16="http://schemas.microsoft.com/office/drawing/2014/main" id="{3459EF69-04EE-9178-7FE8-B3967236D854}"/>
                    </a:ext>
                  </a:extLst>
                </p:cNvPr>
                <p:cNvPicPr/>
                <p:nvPr/>
              </p:nvPicPr>
              <p:blipFill>
                <a:blip r:embed="rId328"/>
                <a:stretch>
                  <a:fillRect/>
                </a:stretch>
              </p:blipFill>
              <p:spPr>
                <a:xfrm>
                  <a:off x="4770120" y="849480"/>
                  <a:ext cx="252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9" name="Ink 228">
                  <a:extLst>
                    <a:ext uri="{FF2B5EF4-FFF2-40B4-BE49-F238E27FC236}">
                      <a16:creationId xmlns:a16="http://schemas.microsoft.com/office/drawing/2014/main" id="{0A1BAA5F-FD75-AE3D-F594-78462AC7714D}"/>
                    </a:ext>
                  </a:extLst>
                </p14:cNvPr>
                <p14:cNvContentPartPr/>
                <p14:nvPr/>
              </p14:nvContentPartPr>
              <p14:xfrm>
                <a:off x="4836000" y="701160"/>
                <a:ext cx="123480" cy="581400"/>
              </p14:xfrm>
            </p:contentPart>
          </mc:Choice>
          <mc:Fallback xmlns="">
            <p:pic>
              <p:nvPicPr>
                <p:cNvPr id="229" name="Ink 228">
                  <a:extLst>
                    <a:ext uri="{FF2B5EF4-FFF2-40B4-BE49-F238E27FC236}">
                      <a16:creationId xmlns:a16="http://schemas.microsoft.com/office/drawing/2014/main" id="{0A1BAA5F-FD75-AE3D-F594-78462AC7714D}"/>
                    </a:ext>
                  </a:extLst>
                </p:cNvPr>
                <p:cNvPicPr/>
                <p:nvPr/>
              </p:nvPicPr>
              <p:blipFill>
                <a:blip r:embed="rId330"/>
                <a:stretch>
                  <a:fillRect/>
                </a:stretch>
              </p:blipFill>
              <p:spPr>
                <a:xfrm>
                  <a:off x="4831680" y="696840"/>
                  <a:ext cx="132120" cy="59004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30" name="Ink 229">
                  <a:extLst>
                    <a:ext uri="{FF2B5EF4-FFF2-40B4-BE49-F238E27FC236}">
                      <a16:creationId xmlns:a16="http://schemas.microsoft.com/office/drawing/2014/main" id="{6E812EA0-346E-C116-97D2-4A25CAF636A5}"/>
                    </a:ext>
                  </a:extLst>
                </p14:cNvPr>
                <p14:cNvContentPartPr/>
                <p14:nvPr/>
              </p14:nvContentPartPr>
              <p14:xfrm>
                <a:off x="5045880" y="710880"/>
                <a:ext cx="223560" cy="453960"/>
              </p14:xfrm>
            </p:contentPart>
          </mc:Choice>
          <mc:Fallback xmlns="">
            <p:pic>
              <p:nvPicPr>
                <p:cNvPr id="230" name="Ink 229">
                  <a:extLst>
                    <a:ext uri="{FF2B5EF4-FFF2-40B4-BE49-F238E27FC236}">
                      <a16:creationId xmlns:a16="http://schemas.microsoft.com/office/drawing/2014/main" id="{6E812EA0-346E-C116-97D2-4A25CAF636A5}"/>
                    </a:ext>
                  </a:extLst>
                </p:cNvPr>
                <p:cNvPicPr/>
                <p:nvPr/>
              </p:nvPicPr>
              <p:blipFill>
                <a:blip r:embed="rId332"/>
                <a:stretch>
                  <a:fillRect/>
                </a:stretch>
              </p:blipFill>
              <p:spPr>
                <a:xfrm>
                  <a:off x="5041560" y="706560"/>
                  <a:ext cx="23220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31" name="Ink 230">
                  <a:extLst>
                    <a:ext uri="{FF2B5EF4-FFF2-40B4-BE49-F238E27FC236}">
                      <a16:creationId xmlns:a16="http://schemas.microsoft.com/office/drawing/2014/main" id="{43301115-F03D-D0F1-E89A-9A364971EC98}"/>
                    </a:ext>
                  </a:extLst>
                </p14:cNvPr>
                <p14:cNvContentPartPr/>
                <p14:nvPr/>
              </p14:nvContentPartPr>
              <p14:xfrm>
                <a:off x="5192040" y="951720"/>
                <a:ext cx="94680" cy="183240"/>
              </p14:xfrm>
            </p:contentPart>
          </mc:Choice>
          <mc:Fallback xmlns="">
            <p:pic>
              <p:nvPicPr>
                <p:cNvPr id="231" name="Ink 230">
                  <a:extLst>
                    <a:ext uri="{FF2B5EF4-FFF2-40B4-BE49-F238E27FC236}">
                      <a16:creationId xmlns:a16="http://schemas.microsoft.com/office/drawing/2014/main" id="{43301115-F03D-D0F1-E89A-9A364971EC98}"/>
                    </a:ext>
                  </a:extLst>
                </p:cNvPr>
                <p:cNvPicPr/>
                <p:nvPr/>
              </p:nvPicPr>
              <p:blipFill>
                <a:blip r:embed="rId334"/>
                <a:stretch>
                  <a:fillRect/>
                </a:stretch>
              </p:blipFill>
              <p:spPr>
                <a:xfrm>
                  <a:off x="5187720" y="947400"/>
                  <a:ext cx="103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32" name="Ink 231">
                  <a:extLst>
                    <a:ext uri="{FF2B5EF4-FFF2-40B4-BE49-F238E27FC236}">
                      <a16:creationId xmlns:a16="http://schemas.microsoft.com/office/drawing/2014/main" id="{193A52F1-E423-8391-B404-19B3770C71B8}"/>
                    </a:ext>
                  </a:extLst>
                </p14:cNvPr>
                <p14:cNvContentPartPr/>
                <p14:nvPr/>
              </p14:nvContentPartPr>
              <p14:xfrm>
                <a:off x="5397960" y="994200"/>
                <a:ext cx="23400" cy="21240"/>
              </p14:xfrm>
            </p:contentPart>
          </mc:Choice>
          <mc:Fallback xmlns="">
            <p:pic>
              <p:nvPicPr>
                <p:cNvPr id="232" name="Ink 231">
                  <a:extLst>
                    <a:ext uri="{FF2B5EF4-FFF2-40B4-BE49-F238E27FC236}">
                      <a16:creationId xmlns:a16="http://schemas.microsoft.com/office/drawing/2014/main" id="{193A52F1-E423-8391-B404-19B3770C71B8}"/>
                    </a:ext>
                  </a:extLst>
                </p:cNvPr>
                <p:cNvPicPr/>
                <p:nvPr/>
              </p:nvPicPr>
              <p:blipFill>
                <a:blip r:embed="rId336"/>
                <a:stretch>
                  <a:fillRect/>
                </a:stretch>
              </p:blipFill>
              <p:spPr>
                <a:xfrm>
                  <a:off x="5393640" y="989880"/>
                  <a:ext cx="320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33" name="Ink 232">
                  <a:extLst>
                    <a:ext uri="{FF2B5EF4-FFF2-40B4-BE49-F238E27FC236}">
                      <a16:creationId xmlns:a16="http://schemas.microsoft.com/office/drawing/2014/main" id="{D6A71109-2C88-22E1-0AFB-44D3868F329E}"/>
                    </a:ext>
                  </a:extLst>
                </p14:cNvPr>
                <p14:cNvContentPartPr/>
                <p14:nvPr/>
              </p14:nvContentPartPr>
              <p14:xfrm>
                <a:off x="5309400" y="1170600"/>
                <a:ext cx="131400" cy="204840"/>
              </p14:xfrm>
            </p:contentPart>
          </mc:Choice>
          <mc:Fallback xmlns="">
            <p:pic>
              <p:nvPicPr>
                <p:cNvPr id="233" name="Ink 232">
                  <a:extLst>
                    <a:ext uri="{FF2B5EF4-FFF2-40B4-BE49-F238E27FC236}">
                      <a16:creationId xmlns:a16="http://schemas.microsoft.com/office/drawing/2014/main" id="{D6A71109-2C88-22E1-0AFB-44D3868F329E}"/>
                    </a:ext>
                  </a:extLst>
                </p:cNvPr>
                <p:cNvPicPr/>
                <p:nvPr/>
              </p:nvPicPr>
              <p:blipFill>
                <a:blip r:embed="rId338"/>
                <a:stretch>
                  <a:fillRect/>
                </a:stretch>
              </p:blipFill>
              <p:spPr>
                <a:xfrm>
                  <a:off x="5305080" y="1166280"/>
                  <a:ext cx="140040" cy="213480"/>
                </a:xfrm>
                <a:prstGeom prst="rect">
                  <a:avLst/>
                </a:prstGeom>
              </p:spPr>
            </p:pic>
          </mc:Fallback>
        </mc:AlternateContent>
      </p:grpSp>
    </p:spTree>
    <p:extLst>
      <p:ext uri="{BB962C8B-B14F-4D97-AF65-F5344CB8AC3E}">
        <p14:creationId xmlns:p14="http://schemas.microsoft.com/office/powerpoint/2010/main" val="139377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O notation</a:t>
            </a:r>
          </a:p>
        </p:txBody>
      </p:sp>
      <p:sp>
        <p:nvSpPr>
          <p:cNvPr id="3" name="Content Placeholder 2"/>
          <p:cNvSpPr>
            <a:spLocks noGrp="1"/>
          </p:cNvSpPr>
          <p:nvPr>
            <p:ph idx="1"/>
          </p:nvPr>
        </p:nvSpPr>
        <p:spPr/>
        <p:txBody>
          <a:bodyPr>
            <a:normAutofit fontScale="70000" lnSpcReduction="20000"/>
          </a:bodyPr>
          <a:lstStyle/>
          <a:p>
            <a:r>
              <a:rPr lang="en-US" dirty="0"/>
              <a:t>The Big O notation is used in Computer Science to describe the performance or complexity of an algorithm. </a:t>
            </a:r>
          </a:p>
          <a:p>
            <a:r>
              <a:rPr lang="en-US" dirty="0"/>
              <a:t>This notation focuses on the worst-case scenario. </a:t>
            </a:r>
          </a:p>
          <a:p>
            <a:r>
              <a:rPr lang="en-US" dirty="0"/>
              <a:t>It can be used to describe the execution time required or the space required -in memory or on disk- by an algorithm.</a:t>
            </a:r>
          </a:p>
          <a:p>
            <a:r>
              <a:rPr lang="en-US" dirty="0"/>
              <a:t>One possible way to readily explain how the Big O notation works is to provide a number of examples in code. </a:t>
            </a:r>
          </a:p>
          <a:p>
            <a:endParaRPr lang="en-US" dirty="0"/>
          </a:p>
          <a:p>
            <a:r>
              <a:rPr lang="en-US" dirty="0"/>
              <a:t>We focus on how the function behaves as its input grows large.</a:t>
            </a:r>
          </a:p>
          <a:p>
            <a:r>
              <a:rPr lang="en-US" dirty="0"/>
              <a:t>Asymptotic notation is a standard means for describing families of functions that share similar asymptotic behavior.</a:t>
            </a:r>
          </a:p>
          <a:p>
            <a:r>
              <a:rPr lang="en-US" dirty="0"/>
              <a:t>Asymptotic notation allows us to ignore small input sizes, constant factors, lower-order terms in polynomials, and so forth.</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O(1)</a:t>
            </a:r>
          </a:p>
        </p:txBody>
      </p:sp>
      <p:sp>
        <p:nvSpPr>
          <p:cNvPr id="3" name="Content Placeholder 2"/>
          <p:cNvSpPr>
            <a:spLocks noGrp="1"/>
          </p:cNvSpPr>
          <p:nvPr>
            <p:ph idx="1"/>
          </p:nvPr>
        </p:nvSpPr>
        <p:spPr/>
        <p:txBody>
          <a:bodyPr/>
          <a:lstStyle/>
          <a:p>
            <a:r>
              <a:rPr lang="en-US" dirty="0"/>
              <a:t>This describes an algorithm that will always execute in the same amount of time or space, regardless of the size of the input data set.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32</a:t>
            </a:fld>
            <a:endParaRPr lang="en-US"/>
          </a:p>
        </p:txBody>
      </p:sp>
      <p:sp>
        <p:nvSpPr>
          <p:cNvPr id="23553" name="Rectangle 1"/>
          <p:cNvSpPr>
            <a:spLocks noChangeArrowheads="1"/>
          </p:cNvSpPr>
          <p:nvPr/>
        </p:nvSpPr>
        <p:spPr bwMode="auto">
          <a:xfrm>
            <a:off x="827584" y="3140968"/>
            <a:ext cx="7336890" cy="1754326"/>
          </a:xfrm>
          <a:prstGeom prst="rect">
            <a:avLst/>
          </a:prstGeom>
          <a:noFill/>
          <a:ln w="9525">
            <a:solidFill>
              <a:schemeClr val="bg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err="1">
                <a:ln>
                  <a:noFill/>
                </a:ln>
                <a:effectLst/>
                <a:latin typeface="Courier New" pitchFamily="49" charset="0"/>
                <a:ea typeface="Times New Roman" pitchFamily="18" charset="0"/>
                <a:cs typeface="Courier New" pitchFamily="49" charset="0"/>
              </a:rPr>
              <a:t>boolean</a:t>
            </a:r>
            <a:r>
              <a:rPr kumimoji="0" lang="en-US" b="0" i="0" u="none" strike="noStrike" cap="none" normalizeH="0" baseline="0" dirty="0">
                <a:ln>
                  <a:noFill/>
                </a:ln>
                <a:effectLst/>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i</a:t>
            </a:r>
            <a:r>
              <a:rPr kumimoji="0" lang="en-US" b="0" i="0" u="none" strike="noStrike" cap="none" normalizeH="0" baseline="0" dirty="0" err="1">
                <a:ln>
                  <a:noFill/>
                </a:ln>
                <a:effectLst/>
                <a:latin typeface="Courier New" pitchFamily="49" charset="0"/>
                <a:ea typeface="Times New Roman" pitchFamily="18" charset="0"/>
                <a:cs typeface="Courier New" pitchFamily="49" charset="0"/>
              </a:rPr>
              <a:t>sFirstElementNull</a:t>
            </a:r>
            <a:r>
              <a:rPr kumimoji="0" lang="en-US" b="0" i="0" u="none" strike="noStrike" cap="none" normalizeH="0" baseline="0" dirty="0">
                <a:ln>
                  <a:noFill/>
                </a:ln>
                <a:effectLst/>
                <a:latin typeface="Courier New" pitchFamily="49" charset="0"/>
                <a:ea typeface="Times New Roman" pitchFamily="18" charset="0"/>
                <a:cs typeface="Courier New" pitchFamily="49" charset="0"/>
              </a:rPr>
              <a:t>(String[] strings) {</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if(strings[0] == null) </a:t>
            </a:r>
            <a:r>
              <a:rPr kumimoji="0" lang="en-US" b="0" i="0" u="none" strike="noStrike" cap="none" normalizeH="0" dirty="0">
                <a:ln>
                  <a:noFill/>
                </a:ln>
                <a:effectLst/>
                <a:latin typeface="Courier New" pitchFamily="49" charset="0"/>
                <a:ea typeface="Times New Roman" pitchFamily="18" charset="0"/>
                <a:cs typeface="Courier New" pitchFamily="49" charset="0"/>
              </a:rPr>
              <a:t>{</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return true;</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return false;</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a:t>
            </a:r>
            <a:endParaRPr kumimoji="0" lang="en-US" b="0" i="0" u="none" strike="noStrike" cap="none" normalizeH="0" baseline="0" dirty="0">
              <a:ln>
                <a:noFill/>
              </a:ln>
              <a:effectLst/>
              <a:latin typeface="Arial" pitchFamily="34" charset="0"/>
              <a:cs typeface="Arial"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a:t>
            </a:r>
          </a:p>
        </p:txBody>
      </p:sp>
      <p:sp>
        <p:nvSpPr>
          <p:cNvPr id="3" name="Content Placeholder 2"/>
          <p:cNvSpPr>
            <a:spLocks noGrp="1"/>
          </p:cNvSpPr>
          <p:nvPr>
            <p:ph idx="1"/>
          </p:nvPr>
        </p:nvSpPr>
        <p:spPr>
          <a:xfrm>
            <a:off x="457200" y="1600201"/>
            <a:ext cx="8229600" cy="2476872"/>
          </a:xfrm>
        </p:spPr>
        <p:txBody>
          <a:bodyPr>
            <a:normAutofit fontScale="62500" lnSpcReduction="20000"/>
          </a:bodyPr>
          <a:lstStyle/>
          <a:p>
            <a:r>
              <a:rPr lang="en-US" dirty="0"/>
              <a:t>n is the input data set size.</a:t>
            </a:r>
          </a:p>
          <a:p>
            <a:r>
              <a:rPr lang="en-US" dirty="0"/>
              <a:t>Describes an algorithm whose execution time or space required will grow in a linear fashion and in direct proportion to the size of the input data set.</a:t>
            </a:r>
          </a:p>
          <a:p>
            <a:r>
              <a:rPr lang="en-US" dirty="0"/>
              <a:t>Looking at the given example illustrates how the Big O notation is used: it is possible that a matching string could be found during any iteration of the for loop and the function would return early. However, the Big O notation will always assume the upper limit. That is a situation where the algorithm will perform the maximum number of iterations.</a:t>
            </a:r>
          </a:p>
          <a:p>
            <a:r>
              <a:rPr lang="en-US" dirty="0"/>
              <a:t>For example, a linear search</a:t>
            </a:r>
          </a:p>
        </p:txBody>
      </p:sp>
      <p:sp>
        <p:nvSpPr>
          <p:cNvPr id="4" name="Slide Number Placeholder 3"/>
          <p:cNvSpPr>
            <a:spLocks noGrp="1"/>
          </p:cNvSpPr>
          <p:nvPr>
            <p:ph type="sldNum" sz="quarter" idx="12"/>
          </p:nvPr>
        </p:nvSpPr>
        <p:spPr/>
        <p:txBody>
          <a:bodyPr/>
          <a:lstStyle/>
          <a:p>
            <a:fld id="{AD2B2EE5-B8BC-4D24-A25E-F2DF61737E68}" type="slidenum">
              <a:rPr lang="en-US" smtClean="0"/>
              <a:pPr/>
              <a:t>33</a:t>
            </a:fld>
            <a:endParaRPr lang="en-US"/>
          </a:p>
        </p:txBody>
      </p:sp>
      <p:sp>
        <p:nvSpPr>
          <p:cNvPr id="38913" name="Rectangle 1"/>
          <p:cNvSpPr>
            <a:spLocks noChangeArrowheads="1"/>
          </p:cNvSpPr>
          <p:nvPr/>
        </p:nvSpPr>
        <p:spPr bwMode="auto">
          <a:xfrm>
            <a:off x="827584" y="4005064"/>
            <a:ext cx="8064896"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err="1">
                <a:latin typeface="Courier New" pitchFamily="49" charset="0"/>
                <a:ea typeface="Times New Roman" pitchFamily="18" charset="0"/>
                <a:cs typeface="Courier New" pitchFamily="49" charset="0"/>
              </a:rPr>
              <a:t>boolean</a:t>
            </a:r>
            <a:r>
              <a:rPr lang="en-US" dirty="0">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containsValue</a:t>
            </a:r>
            <a:r>
              <a:rPr lang="en-US" dirty="0">
                <a:latin typeface="Courier New" pitchFamily="49" charset="0"/>
                <a:ea typeface="Times New Roman" pitchFamily="18" charset="0"/>
                <a:cs typeface="Courier New" pitchFamily="49" charset="0"/>
              </a:rPr>
              <a:t>(String[] strings, String value)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for(</a:t>
            </a:r>
            <a:r>
              <a:rPr lang="en-US" dirty="0" err="1">
                <a:latin typeface="Courier New" pitchFamily="49" charset="0"/>
                <a:ea typeface="Times New Roman" pitchFamily="18" charset="0"/>
                <a:cs typeface="Courier New" pitchFamily="49" charset="0"/>
              </a:rPr>
              <a:t>int</a:t>
            </a:r>
            <a:r>
              <a:rPr lang="en-US" dirty="0">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 0; </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&lt; </a:t>
            </a:r>
            <a:r>
              <a:rPr lang="en-US" dirty="0" err="1">
                <a:latin typeface="Courier New" pitchFamily="49" charset="0"/>
                <a:ea typeface="Times New Roman" pitchFamily="18" charset="0"/>
                <a:cs typeface="Courier New" pitchFamily="49" charset="0"/>
              </a:rPr>
              <a:t>strings.length</a:t>
            </a:r>
            <a:r>
              <a:rPr lang="en-US" dirty="0">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if(strings[</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 value)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return true;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return false;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a:t>
            </a:r>
            <a:r>
              <a:rPr lang="en-US" baseline="30000" dirty="0"/>
              <a:t>2</a:t>
            </a:r>
            <a:r>
              <a:rPr lang="en-US" dirty="0"/>
              <a:t>)</a:t>
            </a:r>
          </a:p>
        </p:txBody>
      </p:sp>
      <p:sp>
        <p:nvSpPr>
          <p:cNvPr id="3" name="Content Placeholder 2"/>
          <p:cNvSpPr>
            <a:spLocks noGrp="1"/>
          </p:cNvSpPr>
          <p:nvPr>
            <p:ph idx="1"/>
          </p:nvPr>
        </p:nvSpPr>
        <p:spPr>
          <a:xfrm>
            <a:off x="457200" y="1600201"/>
            <a:ext cx="8229600" cy="2188839"/>
          </a:xfrm>
        </p:spPr>
        <p:txBody>
          <a:bodyPr>
            <a:normAutofit fontScale="70000" lnSpcReduction="20000"/>
          </a:bodyPr>
          <a:lstStyle/>
          <a:p>
            <a:r>
              <a:rPr lang="en-US" dirty="0"/>
              <a:t>n is the input data set size.</a:t>
            </a:r>
          </a:p>
          <a:p>
            <a:r>
              <a:rPr lang="en-US" dirty="0"/>
              <a:t>Describes an algorithm whose execution time or space required is directly proportional to the square of the size of the input data set.</a:t>
            </a:r>
          </a:p>
          <a:p>
            <a:r>
              <a:rPr lang="en-US" dirty="0"/>
              <a:t>This is common with algorithms that involve nested iterations over the data set. More deeply nested </a:t>
            </a:r>
            <a:r>
              <a:rPr lang="en-US" dirty="0" err="1"/>
              <a:t>interations</a:t>
            </a:r>
            <a:r>
              <a:rPr lang="en-US" dirty="0"/>
              <a:t> will result in O(n</a:t>
            </a:r>
            <a:r>
              <a:rPr lang="en-US" baseline="30000" dirty="0"/>
              <a:t>3</a:t>
            </a:r>
            <a:r>
              <a:rPr lang="en-US" dirty="0"/>
              <a:t>), O(n</a:t>
            </a:r>
            <a:r>
              <a:rPr lang="en-US" baseline="30000" dirty="0"/>
              <a:t>4</a:t>
            </a:r>
            <a:r>
              <a:rPr lang="en-US" dirty="0"/>
              <a:t>), etc.</a:t>
            </a:r>
          </a:p>
        </p:txBody>
      </p:sp>
      <p:sp>
        <p:nvSpPr>
          <p:cNvPr id="4" name="Slide Number Placeholder 3"/>
          <p:cNvSpPr>
            <a:spLocks noGrp="1"/>
          </p:cNvSpPr>
          <p:nvPr>
            <p:ph type="sldNum" sz="quarter" idx="12"/>
          </p:nvPr>
        </p:nvSpPr>
        <p:spPr/>
        <p:txBody>
          <a:bodyPr/>
          <a:lstStyle/>
          <a:p>
            <a:fld id="{AD2B2EE5-B8BC-4D24-A25E-F2DF61737E68}" type="slidenum">
              <a:rPr lang="en-US" smtClean="0"/>
              <a:pPr/>
              <a:t>34</a:t>
            </a:fld>
            <a:endParaRPr lang="en-US"/>
          </a:p>
        </p:txBody>
      </p:sp>
      <p:sp>
        <p:nvSpPr>
          <p:cNvPr id="39937" name="Rectangle 1"/>
          <p:cNvSpPr>
            <a:spLocks noChangeArrowheads="1"/>
          </p:cNvSpPr>
          <p:nvPr/>
        </p:nvSpPr>
        <p:spPr bwMode="auto">
          <a:xfrm>
            <a:off x="899592" y="3564791"/>
            <a:ext cx="7560840" cy="32932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err="1">
                <a:latin typeface="Courier New" pitchFamily="49" charset="0"/>
                <a:ea typeface="Times New Roman" pitchFamily="18" charset="0"/>
                <a:cs typeface="Courier New" pitchFamily="49" charset="0"/>
              </a:rPr>
              <a:t>boolean</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containsDuplicates</a:t>
            </a:r>
            <a:r>
              <a:rPr lang="en-US" sz="1600" dirty="0">
                <a:latin typeface="Courier New" pitchFamily="49" charset="0"/>
                <a:ea typeface="Times New Roman" pitchFamily="18" charset="0"/>
                <a:cs typeface="Courier New" pitchFamily="49" charset="0"/>
              </a:rPr>
              <a:t>(String[] strings)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for(</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 0; </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&lt; </a:t>
            </a:r>
            <a:r>
              <a:rPr lang="en-US" sz="1600" dirty="0" err="1">
                <a:latin typeface="Courier New" pitchFamily="49" charset="0"/>
                <a:ea typeface="Times New Roman" pitchFamily="18" charset="0"/>
                <a:cs typeface="Courier New" pitchFamily="49" charset="0"/>
              </a:rPr>
              <a:t>strings.length</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for(</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j = 0; j &lt; </a:t>
            </a:r>
            <a:r>
              <a:rPr lang="en-US" sz="1600" dirty="0" err="1">
                <a:latin typeface="Courier New" pitchFamily="49" charset="0"/>
                <a:ea typeface="Times New Roman" pitchFamily="18" charset="0"/>
                <a:cs typeface="Courier New" pitchFamily="49" charset="0"/>
              </a:rPr>
              <a:t>strings.length</a:t>
            </a:r>
            <a:r>
              <a:rPr lang="en-US" sz="1600" dirty="0">
                <a:latin typeface="Courier New" pitchFamily="49" charset="0"/>
                <a:ea typeface="Times New Roman" pitchFamily="18" charset="0"/>
                <a:cs typeface="Courier New" pitchFamily="49" charset="0"/>
              </a:rPr>
              <a:t>; j++)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if(</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 j) // Don't compare with self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continue;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if(strings[</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 strings[j])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return true;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return false;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O(2</a:t>
            </a:r>
            <a:r>
              <a:rPr lang="en-US" baseline="30000" dirty="0"/>
              <a:t>n</a:t>
            </a:r>
            <a:r>
              <a:rPr lang="en-US" dirty="0"/>
              <a:t>)</a:t>
            </a:r>
          </a:p>
        </p:txBody>
      </p:sp>
      <p:sp>
        <p:nvSpPr>
          <p:cNvPr id="3" name="Content Placeholder 2"/>
          <p:cNvSpPr>
            <a:spLocks noGrp="1"/>
          </p:cNvSpPr>
          <p:nvPr>
            <p:ph idx="1"/>
          </p:nvPr>
        </p:nvSpPr>
        <p:spPr/>
        <p:txBody>
          <a:bodyPr/>
          <a:lstStyle/>
          <a:p>
            <a:r>
              <a:rPr lang="en-US" dirty="0"/>
              <a:t>Describes an algorithm whose execution time or space required doubles for each additional element in the input data set.</a:t>
            </a:r>
          </a:p>
          <a:p>
            <a:r>
              <a:rPr lang="en-US" dirty="0"/>
              <a:t>As n increases, the execution time of an O(2</a:t>
            </a:r>
            <a:r>
              <a:rPr lang="en-US" baseline="30000" dirty="0"/>
              <a:t>n</a:t>
            </a:r>
            <a:r>
              <a:rPr lang="en-US" dirty="0"/>
              <a:t>) function will quickly become very large.</a:t>
            </a:r>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O(log n)</a:t>
            </a:r>
          </a:p>
        </p:txBody>
      </p:sp>
      <p:sp>
        <p:nvSpPr>
          <p:cNvPr id="3" name="Content Placeholder 2"/>
          <p:cNvSpPr>
            <a:spLocks noGrp="1"/>
          </p:cNvSpPr>
          <p:nvPr>
            <p:ph idx="1"/>
          </p:nvPr>
        </p:nvSpPr>
        <p:spPr>
          <a:xfrm>
            <a:off x="457200" y="1600201"/>
            <a:ext cx="8229600" cy="1684784"/>
          </a:xfrm>
        </p:spPr>
        <p:txBody>
          <a:bodyPr>
            <a:normAutofit fontScale="62500" lnSpcReduction="20000"/>
          </a:bodyPr>
          <a:lstStyle/>
          <a:p>
            <a:r>
              <a:rPr lang="en-US" dirty="0"/>
              <a:t>Searching through an array is commonly used to explain algorithms of this type. A search through an unsorted array is O(n), however it is possible to search through a sorted array in a time O(log n). </a:t>
            </a:r>
          </a:p>
          <a:p>
            <a:r>
              <a:rPr lang="en-US" dirty="0"/>
              <a:t>This can be done as follows:</a:t>
            </a:r>
          </a:p>
          <a:p>
            <a:r>
              <a:rPr lang="en-US" dirty="0"/>
              <a:t>For the iterative version given below, count the number of steps required to find </a:t>
            </a:r>
            <a:r>
              <a:rPr lang="en-US" sz="2600" dirty="0">
                <a:latin typeface="Courier New" pitchFamily="49" charset="0"/>
                <a:ea typeface="Times New Roman" pitchFamily="18" charset="0"/>
                <a:cs typeface="Courier New" pitchFamily="49" charset="0"/>
              </a:rPr>
              <a:t>value</a:t>
            </a:r>
            <a:r>
              <a:rPr lang="en-US" dirty="0"/>
              <a:t>.</a:t>
            </a:r>
          </a:p>
          <a:p>
            <a:endParaRPr lang="en-US" dirty="0"/>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36</a:t>
            </a:fld>
            <a:endParaRPr lang="en-US" dirty="0"/>
          </a:p>
        </p:txBody>
      </p:sp>
      <p:sp>
        <p:nvSpPr>
          <p:cNvPr id="5" name="Rectangle 4"/>
          <p:cNvSpPr/>
          <p:nvPr/>
        </p:nvSpPr>
        <p:spPr>
          <a:xfrm>
            <a:off x="683568" y="3356992"/>
            <a:ext cx="7920880" cy="3046988"/>
          </a:xfrm>
          <a:prstGeom prst="rect">
            <a:avLst/>
          </a:prstGeom>
        </p:spPr>
        <p:txBody>
          <a:bodyPr wrap="square">
            <a:spAutoFit/>
          </a:bodyPr>
          <a:lstStyle/>
          <a:p>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binarySearch</a:t>
            </a:r>
            <a:r>
              <a:rPr lang="en-US" sz="1600" dirty="0">
                <a:latin typeface="Courier New" pitchFamily="49" charset="0"/>
                <a:ea typeface="Times New Roman" pitchFamily="18" charset="0"/>
                <a:cs typeface="Courier New" pitchFamily="49" charset="0"/>
              </a:rPr>
              <a:t>(</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a[],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value,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left,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right) {</a:t>
            </a:r>
          </a:p>
          <a:p>
            <a:r>
              <a:rPr lang="en-US" sz="1600" dirty="0">
                <a:latin typeface="Courier New" pitchFamily="49" charset="0"/>
                <a:ea typeface="Times New Roman" pitchFamily="18" charset="0"/>
                <a:cs typeface="Courier New" pitchFamily="49" charset="0"/>
              </a:rPr>
              <a:t>      while (left &lt;= right) {</a:t>
            </a:r>
          </a:p>
          <a:p>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middle = (left + right) / 2;</a:t>
            </a:r>
          </a:p>
          <a:p>
            <a:r>
              <a:rPr lang="en-US" sz="1600" dirty="0">
                <a:latin typeface="Courier New" pitchFamily="49" charset="0"/>
                <a:ea typeface="Times New Roman" pitchFamily="18" charset="0"/>
                <a:cs typeface="Courier New" pitchFamily="49" charset="0"/>
              </a:rPr>
              <a:t>            if (a[middle] == value)</a:t>
            </a:r>
          </a:p>
          <a:p>
            <a:r>
              <a:rPr lang="en-US" sz="1600" dirty="0">
                <a:latin typeface="Courier New" pitchFamily="49" charset="0"/>
                <a:ea typeface="Times New Roman" pitchFamily="18" charset="0"/>
                <a:cs typeface="Courier New" pitchFamily="49" charset="0"/>
              </a:rPr>
              <a:t>                  return middle;</a:t>
            </a:r>
          </a:p>
          <a:p>
            <a:r>
              <a:rPr lang="en-US" sz="1600" dirty="0">
                <a:latin typeface="Courier New" pitchFamily="49" charset="0"/>
                <a:ea typeface="Times New Roman" pitchFamily="18" charset="0"/>
                <a:cs typeface="Courier New" pitchFamily="49" charset="0"/>
              </a:rPr>
              <a:t>            else if (a[middle] &gt; value)</a:t>
            </a:r>
          </a:p>
          <a:p>
            <a:r>
              <a:rPr lang="en-US" sz="1600" dirty="0">
                <a:latin typeface="Courier New" pitchFamily="49" charset="0"/>
                <a:ea typeface="Times New Roman" pitchFamily="18" charset="0"/>
                <a:cs typeface="Courier New" pitchFamily="49" charset="0"/>
              </a:rPr>
              <a:t>                  right = middle - 1;</a:t>
            </a:r>
          </a:p>
          <a:p>
            <a:r>
              <a:rPr lang="en-US" sz="1600" dirty="0">
                <a:latin typeface="Courier New" pitchFamily="49" charset="0"/>
                <a:ea typeface="Times New Roman" pitchFamily="18" charset="0"/>
                <a:cs typeface="Courier New" pitchFamily="49" charset="0"/>
              </a:rPr>
              <a:t>            else</a:t>
            </a:r>
          </a:p>
          <a:p>
            <a:r>
              <a:rPr lang="en-US" sz="1600" dirty="0">
                <a:latin typeface="Courier New" pitchFamily="49" charset="0"/>
                <a:ea typeface="Times New Roman" pitchFamily="18" charset="0"/>
                <a:cs typeface="Courier New" pitchFamily="49" charset="0"/>
              </a:rPr>
              <a:t>                  left = middle + 1;</a:t>
            </a:r>
          </a:p>
          <a:p>
            <a:r>
              <a:rPr lang="en-US" sz="1600" dirty="0">
                <a:latin typeface="Courier New" pitchFamily="49" charset="0"/>
                <a:ea typeface="Times New Roman" pitchFamily="18" charset="0"/>
                <a:cs typeface="Courier New" pitchFamily="49" charset="0"/>
              </a:rPr>
              <a:t>      }</a:t>
            </a:r>
          </a:p>
          <a:p>
            <a:r>
              <a:rPr lang="en-US" sz="1600" dirty="0">
                <a:latin typeface="Courier New" pitchFamily="49" charset="0"/>
                <a:ea typeface="Times New Roman" pitchFamily="18" charset="0"/>
                <a:cs typeface="Courier New" pitchFamily="49" charset="0"/>
              </a:rPr>
              <a:t>      return -1;</a:t>
            </a:r>
          </a:p>
          <a:p>
            <a:r>
              <a:rPr lang="en-US" sz="1600" dirty="0">
                <a:latin typeface="Courier New" pitchFamily="49" charset="0"/>
                <a:ea typeface="Times New Roman" pitchFamily="18" charset="0"/>
                <a:cs typeface="Courier New" pitchFamily="49"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O(log n) - A recursive implementation</a:t>
            </a:r>
          </a:p>
        </p:txBody>
      </p:sp>
      <p:sp>
        <p:nvSpPr>
          <p:cNvPr id="4" name="Slide Number Placeholder 3"/>
          <p:cNvSpPr>
            <a:spLocks noGrp="1"/>
          </p:cNvSpPr>
          <p:nvPr>
            <p:ph type="sldNum" sz="quarter" idx="12"/>
          </p:nvPr>
        </p:nvSpPr>
        <p:spPr/>
        <p:txBody>
          <a:bodyPr/>
          <a:lstStyle/>
          <a:p>
            <a:fld id="{AD2B2EE5-B8BC-4D24-A25E-F2DF61737E68}" type="slidenum">
              <a:rPr lang="en-US" smtClean="0"/>
              <a:pPr/>
              <a:t>37</a:t>
            </a:fld>
            <a:endParaRPr lang="en-US"/>
          </a:p>
        </p:txBody>
      </p:sp>
      <p:sp>
        <p:nvSpPr>
          <p:cNvPr id="5" name="Rectangle 4"/>
          <p:cNvSpPr/>
          <p:nvPr/>
        </p:nvSpPr>
        <p:spPr>
          <a:xfrm>
            <a:off x="179512" y="2132856"/>
            <a:ext cx="8964488" cy="2462213"/>
          </a:xfrm>
          <a:prstGeom prst="rect">
            <a:avLst/>
          </a:prstGeom>
        </p:spPr>
        <p:txBody>
          <a:bodyPr wrap="square">
            <a:spAutoFit/>
          </a:bodyPr>
          <a:lstStyle/>
          <a:p>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binarySearch</a:t>
            </a:r>
            <a:r>
              <a:rPr lang="en-US" sz="1400" dirty="0">
                <a:latin typeface="Courier New" pitchFamily="49" charset="0"/>
                <a:ea typeface="Times New Roman" pitchFamily="18" charset="0"/>
                <a:cs typeface="Courier New" pitchFamily="49" charset="0"/>
              </a:rPr>
              <a: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value,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left,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right) {</a:t>
            </a:r>
          </a:p>
          <a:p>
            <a:r>
              <a:rPr lang="en-US" sz="1400" dirty="0">
                <a:latin typeface="Courier New" pitchFamily="49" charset="0"/>
                <a:ea typeface="Times New Roman" pitchFamily="18" charset="0"/>
                <a:cs typeface="Courier New" pitchFamily="49" charset="0"/>
              </a:rPr>
              <a:t>      if (left &gt; right)</a:t>
            </a:r>
          </a:p>
          <a:p>
            <a:r>
              <a:rPr lang="en-US" sz="1400" dirty="0">
                <a:latin typeface="Courier New" pitchFamily="49" charset="0"/>
                <a:ea typeface="Times New Roman" pitchFamily="18" charset="0"/>
                <a:cs typeface="Courier New" pitchFamily="49" charset="0"/>
              </a:rPr>
              <a:t>            return -1;</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middle = (left + right) / 2;</a:t>
            </a:r>
          </a:p>
          <a:p>
            <a:r>
              <a:rPr lang="en-US" sz="1400" dirty="0">
                <a:latin typeface="Courier New" pitchFamily="49" charset="0"/>
                <a:ea typeface="Times New Roman" pitchFamily="18" charset="0"/>
                <a:cs typeface="Courier New" pitchFamily="49" charset="0"/>
              </a:rPr>
              <a:t>      if (a [middle] == value)</a:t>
            </a:r>
          </a:p>
          <a:p>
            <a:r>
              <a:rPr lang="en-US" sz="1400" dirty="0">
                <a:latin typeface="Courier New" pitchFamily="49" charset="0"/>
                <a:ea typeface="Times New Roman" pitchFamily="18" charset="0"/>
                <a:cs typeface="Courier New" pitchFamily="49" charset="0"/>
              </a:rPr>
              <a:t>            return middle;</a:t>
            </a:r>
          </a:p>
          <a:p>
            <a:r>
              <a:rPr lang="en-US" sz="1400" dirty="0">
                <a:latin typeface="Courier New" pitchFamily="49" charset="0"/>
                <a:ea typeface="Times New Roman" pitchFamily="18" charset="0"/>
                <a:cs typeface="Courier New" pitchFamily="49" charset="0"/>
              </a:rPr>
              <a:t>      else if (a[middle] &gt; value)</a:t>
            </a:r>
          </a:p>
          <a:p>
            <a:r>
              <a:rPr lang="en-US" sz="1400" dirty="0">
                <a:latin typeface="Courier New" pitchFamily="49" charset="0"/>
                <a:ea typeface="Times New Roman" pitchFamily="18" charset="0"/>
                <a:cs typeface="Courier New" pitchFamily="49" charset="0"/>
              </a:rPr>
              <a:t>            return </a:t>
            </a:r>
            <a:r>
              <a:rPr lang="en-US" sz="1400" dirty="0" err="1">
                <a:latin typeface="Courier New" pitchFamily="49" charset="0"/>
                <a:ea typeface="Times New Roman" pitchFamily="18" charset="0"/>
                <a:cs typeface="Courier New" pitchFamily="49" charset="0"/>
              </a:rPr>
              <a:t>binarySearch</a:t>
            </a:r>
            <a:r>
              <a:rPr lang="en-US" sz="1400" dirty="0">
                <a:latin typeface="Courier New" pitchFamily="49" charset="0"/>
                <a:ea typeface="Times New Roman" pitchFamily="18" charset="0"/>
                <a:cs typeface="Courier New" pitchFamily="49" charset="0"/>
              </a:rPr>
              <a:t>(a, value, left, middle - 1);</a:t>
            </a:r>
          </a:p>
          <a:p>
            <a:r>
              <a:rPr lang="en-US" sz="1400" dirty="0">
                <a:latin typeface="Courier New" pitchFamily="49" charset="0"/>
                <a:ea typeface="Times New Roman" pitchFamily="18" charset="0"/>
                <a:cs typeface="Courier New" pitchFamily="49" charset="0"/>
              </a:rPr>
              <a:t>      else</a:t>
            </a:r>
          </a:p>
          <a:p>
            <a:r>
              <a:rPr lang="en-US" sz="1400" dirty="0">
                <a:latin typeface="Courier New" pitchFamily="49" charset="0"/>
                <a:ea typeface="Times New Roman" pitchFamily="18" charset="0"/>
                <a:cs typeface="Courier New" pitchFamily="49" charset="0"/>
              </a:rPr>
              <a:t>            return </a:t>
            </a:r>
            <a:r>
              <a:rPr lang="en-US" sz="1400" dirty="0" err="1">
                <a:latin typeface="Courier New" pitchFamily="49" charset="0"/>
                <a:ea typeface="Times New Roman" pitchFamily="18" charset="0"/>
                <a:cs typeface="Courier New" pitchFamily="49" charset="0"/>
              </a:rPr>
              <a:t>binarySearch</a:t>
            </a:r>
            <a:r>
              <a:rPr lang="en-US" sz="1400" dirty="0">
                <a:latin typeface="Courier New" pitchFamily="49" charset="0"/>
                <a:ea typeface="Times New Roman" pitchFamily="18" charset="0"/>
                <a:cs typeface="Courier New" pitchFamily="49" charset="0"/>
              </a:rPr>
              <a:t>(a, value, middle + 1, right);           </a:t>
            </a:r>
          </a:p>
          <a:p>
            <a:r>
              <a:rPr lang="en-US" sz="1400" dirty="0">
                <a:latin typeface="Courier New" pitchFamily="49" charset="0"/>
                <a:ea typeface="Times New Roman" pitchFamily="18" charset="0"/>
                <a:cs typeface="Courier New" pitchFamily="49"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20080"/>
          </a:xfrm>
        </p:spPr>
        <p:txBody>
          <a:bodyPr>
            <a:normAutofit fontScale="90000"/>
          </a:bodyPr>
          <a:lstStyle/>
          <a:p>
            <a:r>
              <a:rPr lang="en-US" dirty="0"/>
              <a:t>Asymptotic growth rates</a:t>
            </a:r>
          </a:p>
        </p:txBody>
      </p:sp>
      <p:sp>
        <p:nvSpPr>
          <p:cNvPr id="3" name="Content Placeholder 2"/>
          <p:cNvSpPr>
            <a:spLocks noGrp="1"/>
          </p:cNvSpPr>
          <p:nvPr>
            <p:ph idx="1"/>
          </p:nvPr>
        </p:nvSpPr>
        <p:spPr>
          <a:xfrm>
            <a:off x="6804248" y="1268760"/>
            <a:ext cx="2170584" cy="4525963"/>
          </a:xfrm>
        </p:spPr>
        <p:txBody>
          <a:bodyPr/>
          <a:lstStyle/>
          <a:p>
            <a:r>
              <a:rPr lang="en-US" dirty="0"/>
              <a:t>Y=n</a:t>
            </a:r>
            <a:r>
              <a:rPr lang="en-US" baseline="30000" dirty="0"/>
              <a:t>3</a:t>
            </a:r>
          </a:p>
          <a:p>
            <a:r>
              <a:rPr lang="en-US" dirty="0"/>
              <a:t>Y=n</a:t>
            </a:r>
            <a:r>
              <a:rPr lang="en-US" baseline="30000" dirty="0"/>
              <a:t>2</a:t>
            </a:r>
          </a:p>
          <a:p>
            <a:r>
              <a:rPr lang="en-US" dirty="0"/>
              <a:t>Y=n</a:t>
            </a:r>
          </a:p>
          <a:p>
            <a:r>
              <a:rPr lang="en-US" dirty="0"/>
              <a:t>Y=5log n</a:t>
            </a:r>
          </a:p>
          <a:p>
            <a:r>
              <a:rPr lang="en-US" dirty="0"/>
              <a:t>Y=1</a:t>
            </a:r>
          </a:p>
          <a:p>
            <a:pPr>
              <a:buNone/>
            </a:pPr>
            <a:endParaRPr lang="en-US" baseline="30000"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38</a:t>
            </a:fld>
            <a:endParaRPr lang="en-US"/>
          </a:p>
        </p:txBody>
      </p:sp>
      <p:pic>
        <p:nvPicPr>
          <p:cNvPr id="40963" name="Picture 3"/>
          <p:cNvPicPr>
            <a:picLocks noChangeAspect="1" noChangeArrowheads="1"/>
          </p:cNvPicPr>
          <p:nvPr/>
        </p:nvPicPr>
        <p:blipFill>
          <a:blip r:embed="rId2" cstate="print"/>
          <a:srcRect l="46982" t="11759" r="7874" b="11339"/>
          <a:stretch>
            <a:fillRect/>
          </a:stretch>
        </p:blipFill>
        <p:spPr bwMode="auto">
          <a:xfrm>
            <a:off x="179512" y="692697"/>
            <a:ext cx="6461781" cy="6165304"/>
          </a:xfrm>
          <a:prstGeom prst="rect">
            <a:avLst/>
          </a:prstGeom>
          <a:noFill/>
          <a:ln w="9525">
            <a:noFill/>
            <a:miter lim="800000"/>
            <a:headEnd/>
            <a:tailEnd/>
          </a:ln>
        </p:spPr>
      </p:pic>
      <p:sp>
        <p:nvSpPr>
          <p:cNvPr id="8" name="TextBox 7"/>
          <p:cNvSpPr txBox="1"/>
          <p:nvPr/>
        </p:nvSpPr>
        <p:spPr>
          <a:xfrm>
            <a:off x="6660232" y="5805264"/>
            <a:ext cx="426720" cy="646331"/>
          </a:xfrm>
          <a:prstGeom prst="rect">
            <a:avLst/>
          </a:prstGeom>
          <a:noFill/>
        </p:spPr>
        <p:txBody>
          <a:bodyPr wrap="none" rtlCol="0">
            <a:spAutoFit/>
          </a:bodyPr>
          <a:lstStyle/>
          <a:p>
            <a:r>
              <a:rPr lang="en-US" sz="3600" dirty="0"/>
              <a:t>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a:xfrm>
            <a:off x="457200" y="1340768"/>
            <a:ext cx="8229600" cy="4785395"/>
          </a:xfrm>
        </p:spPr>
        <p:txBody>
          <a:bodyPr/>
          <a:lstStyle/>
          <a:p>
            <a:r>
              <a:rPr lang="en-US" dirty="0"/>
              <a:t>Properties:</a:t>
            </a:r>
          </a:p>
          <a:p>
            <a:pPr lvl="1"/>
            <a:r>
              <a:rPr lang="en-US" dirty="0"/>
              <a:t>Stable</a:t>
            </a:r>
          </a:p>
          <a:p>
            <a:pPr lvl="1"/>
            <a:r>
              <a:rPr lang="en-US" dirty="0"/>
              <a:t>O(1) extra space</a:t>
            </a:r>
          </a:p>
          <a:p>
            <a:pPr lvl="1"/>
            <a:r>
              <a:rPr lang="en-US" dirty="0"/>
              <a:t>O(n</a:t>
            </a:r>
            <a:r>
              <a:rPr lang="en-US" baseline="30000" dirty="0"/>
              <a:t>2</a:t>
            </a:r>
            <a:r>
              <a:rPr lang="en-US" dirty="0"/>
              <a:t>) comparisons and swaps</a:t>
            </a:r>
          </a:p>
          <a:p>
            <a:pPr lvl="1"/>
            <a:r>
              <a:rPr lang="en-US" dirty="0"/>
              <a:t>Adaptive: O(n) when data is nearly sorted</a:t>
            </a:r>
          </a:p>
          <a:p>
            <a:pPr>
              <a:buNone/>
            </a:pPr>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39</a:t>
            </a:fld>
            <a:endParaRPr lang="en-US"/>
          </a:p>
        </p:txBody>
      </p:sp>
      <p:sp>
        <p:nvSpPr>
          <p:cNvPr id="5" name="Rectangle 4"/>
          <p:cNvSpPr/>
          <p:nvPr/>
        </p:nvSpPr>
        <p:spPr>
          <a:xfrm>
            <a:off x="611560" y="4005064"/>
            <a:ext cx="5760640" cy="2031325"/>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0; j &lt; a.length-1; j++)</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0;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a.length-1-j;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a[i+1])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a[i+1];</a:t>
            </a:r>
          </a:p>
          <a:p>
            <a:r>
              <a:rPr lang="en-US" sz="1400" dirty="0">
                <a:latin typeface="Courier New" pitchFamily="49" charset="0"/>
                <a:ea typeface="Times New Roman" pitchFamily="18" charset="0"/>
                <a:cs typeface="Courier New" pitchFamily="49" charset="0"/>
              </a:rPr>
              <a:t>                    a[i+1] = temp;</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p:txBody>
          <a:bodyPr>
            <a:normAutofit fontScale="62500" lnSpcReduction="20000"/>
          </a:bodyPr>
          <a:lstStyle/>
          <a:p>
            <a:r>
              <a:rPr lang="en-US" dirty="0"/>
              <a:t>The Bubble Sort can be readily improved in certain ways.</a:t>
            </a:r>
          </a:p>
          <a:p>
            <a:r>
              <a:rPr lang="en-US" dirty="0"/>
              <a:t>An obvious approach is to remember  whether or not any exchanges have taken place during a pass. A last pass, without any exchanges is therefore necessary to determine that the algorithm may be terminated.</a:t>
            </a:r>
          </a:p>
          <a:p>
            <a:r>
              <a:rPr lang="en-US" dirty="0"/>
              <a:t>However, this improvement, may itself be improved by remembering not only that an exchange took place, but remembering the position (index k) of the last exchange. For example, it is clear that all pairs of adjacent items above this index k are in the desired order. Subsequent scans may therefore be terminated at this index.</a:t>
            </a:r>
          </a:p>
          <a:p>
            <a:r>
              <a:rPr lang="en-US" dirty="0"/>
              <a:t>There is also a strange asymmetry. A single misplaced value in the “light” end of an otherwise sorted array will sink into its correct position in a single pass, but a misplaced item in the “heavy” end will rise towards its correct position only one step in each pass. This unnatural </a:t>
            </a:r>
            <a:r>
              <a:rPr lang="en-US" dirty="0" err="1"/>
              <a:t>assymetry</a:t>
            </a:r>
            <a:r>
              <a:rPr lang="en-US" dirty="0"/>
              <a:t> suggests a third improvement which has been called </a:t>
            </a:r>
            <a:r>
              <a:rPr lang="en-US" dirty="0" err="1"/>
              <a:t>Shakersort</a:t>
            </a:r>
            <a:r>
              <a:rPr lang="en-US" dirty="0"/>
              <a:t>.</a:t>
            </a:r>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r>
              <a:rPr lang="en-US" dirty="0"/>
              <a:t>Shaker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41</a:t>
            </a:fld>
            <a:endParaRPr lang="en-US"/>
          </a:p>
        </p:txBody>
      </p:sp>
      <p:sp>
        <p:nvSpPr>
          <p:cNvPr id="5" name="Rectangle 4"/>
          <p:cNvSpPr/>
          <p:nvPr/>
        </p:nvSpPr>
        <p:spPr>
          <a:xfrm>
            <a:off x="899592" y="908720"/>
            <a:ext cx="7200800" cy="5663089"/>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k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 = 0;</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- 2;</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0;</a:t>
            </a:r>
          </a:p>
          <a:p>
            <a:pPr lvl="1"/>
            <a:r>
              <a:rPr lang="en-US" sz="1400" dirty="0">
                <a:latin typeface="Courier New" pitchFamily="49" charset="0"/>
                <a:ea typeface="Times New Roman" pitchFamily="18" charset="0"/>
                <a:cs typeface="Courier New" pitchFamily="49" charset="0"/>
              </a:rPr>
              <a:t>        do {</a:t>
            </a:r>
          </a:p>
          <a:p>
            <a:pPr lvl="1"/>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l;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r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 temp;</a:t>
            </a:r>
          </a:p>
          <a:p>
            <a:pPr lvl="1"/>
            <a:r>
              <a:rPr lang="en-US" sz="1400" dirty="0">
                <a:latin typeface="Courier New" pitchFamily="49" charset="0"/>
                <a:ea typeface="Times New Roman" pitchFamily="18" charset="0"/>
                <a:cs typeface="Courier New" pitchFamily="49" charset="0"/>
              </a:rPr>
              <a:t>                    k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r = k - 1;</a:t>
            </a:r>
          </a:p>
          <a:p>
            <a:pPr lvl="1"/>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r;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l;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&lt;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 temp;</a:t>
            </a:r>
          </a:p>
          <a:p>
            <a:pPr lvl="1"/>
            <a:r>
              <a:rPr lang="en-US" sz="1400" dirty="0">
                <a:latin typeface="Courier New" pitchFamily="49" charset="0"/>
                <a:ea typeface="Times New Roman" pitchFamily="18" charset="0"/>
                <a:cs typeface="Courier New" pitchFamily="49" charset="0"/>
              </a:rPr>
              <a:t>                    k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l = k + 1;</a:t>
            </a:r>
          </a:p>
          <a:p>
            <a:pPr lvl="1"/>
            <a:r>
              <a:rPr lang="en-US" sz="1400" dirty="0">
                <a:latin typeface="Courier New" pitchFamily="49" charset="0"/>
                <a:ea typeface="Times New Roman" pitchFamily="18" charset="0"/>
                <a:cs typeface="Courier New" pitchFamily="49" charset="0"/>
              </a:rPr>
              <a:t>        } while (l &lt; r);</a:t>
            </a:r>
          </a:p>
          <a:p>
            <a:r>
              <a:rPr lang="en-US" sz="1400" dirty="0">
                <a:latin typeface="Courier New" pitchFamily="49" charset="0"/>
                <a:ea typeface="Times New Roman" pitchFamily="18" charset="0"/>
                <a:cs typeface="Courier New" pitchFamily="49" charset="0"/>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Analysis of Bubble Sort and Shaker Sort</a:t>
            </a:r>
          </a:p>
        </p:txBody>
      </p:sp>
      <p:sp>
        <p:nvSpPr>
          <p:cNvPr id="3" name="Content Placeholder 2"/>
          <p:cNvSpPr>
            <a:spLocks noGrp="1"/>
          </p:cNvSpPr>
          <p:nvPr>
            <p:ph idx="1"/>
          </p:nvPr>
        </p:nvSpPr>
        <p:spPr/>
        <p:txBody>
          <a:bodyPr>
            <a:normAutofit fontScale="92500" lnSpcReduction="10000"/>
          </a:bodyPr>
          <a:lstStyle/>
          <a:p>
            <a:r>
              <a:rPr lang="en-US" dirty="0"/>
              <a:t>The number of comparisons in the bubble sort algorithm is                    and the minimum, average and maximum number of moves are</a:t>
            </a:r>
          </a:p>
          <a:p>
            <a:endParaRPr lang="en-US" dirty="0"/>
          </a:p>
          <a:p>
            <a:r>
              <a:rPr lang="en-US" dirty="0"/>
              <a:t>The analysis of the improved methods, particularly the Shaker Sort is involved. The least number of </a:t>
            </a:r>
            <a:r>
              <a:rPr lang="en-US" dirty="0" err="1"/>
              <a:t>comparisions</a:t>
            </a:r>
            <a:r>
              <a:rPr lang="en-US" dirty="0"/>
              <a:t> is                , the average number of passes is proportional to  the expression               and the average number of </a:t>
            </a:r>
            <a:r>
              <a:rPr lang="en-US" dirty="0" err="1"/>
              <a:t>comparisions</a:t>
            </a:r>
            <a:r>
              <a:rPr lang="en-US" dirty="0"/>
              <a:t> proportional to </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42</a:t>
            </a:fld>
            <a:endParaRPr lang="en-US"/>
          </a:p>
        </p:txBody>
      </p:sp>
      <p:graphicFrame>
        <p:nvGraphicFramePr>
          <p:cNvPr id="5" name="Object 4"/>
          <p:cNvGraphicFramePr>
            <a:graphicFrameLocks noChangeAspect="1"/>
          </p:cNvGraphicFramePr>
          <p:nvPr/>
        </p:nvGraphicFramePr>
        <p:xfrm>
          <a:off x="2771800" y="1988840"/>
          <a:ext cx="1296144" cy="590889"/>
        </p:xfrm>
        <a:graphic>
          <a:graphicData uri="http://schemas.openxmlformats.org/presentationml/2006/ole">
            <mc:AlternateContent xmlns:mc="http://schemas.openxmlformats.org/markup-compatibility/2006">
              <mc:Choice xmlns:v="urn:schemas-microsoft-com:vml" Requires="v">
                <p:oleObj name="Equation" r:id="rId2" imgW="863280" imgH="393480" progId="Equation.3">
                  <p:embed/>
                </p:oleObj>
              </mc:Choice>
              <mc:Fallback>
                <p:oleObj name="Equation" r:id="rId2" imgW="863280" imgH="39348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1988840"/>
                        <a:ext cx="1296144" cy="590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862509" y="2925266"/>
          <a:ext cx="1084188" cy="400678"/>
        </p:xfrm>
        <a:graphic>
          <a:graphicData uri="http://schemas.openxmlformats.org/presentationml/2006/ole">
            <mc:AlternateContent xmlns:mc="http://schemas.openxmlformats.org/markup-compatibility/2006">
              <mc:Choice xmlns:v="urn:schemas-microsoft-com:vml" Requires="v">
                <p:oleObj name="Equation" r:id="rId4" imgW="583920" imgH="215640" progId="Equation.3">
                  <p:embed/>
                </p:oleObj>
              </mc:Choice>
              <mc:Fallback>
                <p:oleObj name="Equation" r:id="rId4" imgW="583920" imgH="21564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509" y="2925266"/>
                        <a:ext cx="1084188" cy="400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2302669" y="2781250"/>
          <a:ext cx="1930400" cy="728662"/>
        </p:xfrm>
        <a:graphic>
          <a:graphicData uri="http://schemas.openxmlformats.org/presentationml/2006/ole">
            <mc:AlternateContent xmlns:mc="http://schemas.openxmlformats.org/markup-compatibility/2006">
              <mc:Choice xmlns:v="urn:schemas-microsoft-com:vml" Requires="v">
                <p:oleObj name="Equation" r:id="rId6" imgW="1041120" imgH="393480" progId="Equation.3">
                  <p:embed/>
                </p:oleObj>
              </mc:Choice>
              <mc:Fallback>
                <p:oleObj name="Equation" r:id="rId6" imgW="1041120" imgH="393480" progId="Equation.3">
                  <p:embed/>
                  <p:pic>
                    <p:nvPicPr>
                      <p:cNvPr id="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2669" y="2781250"/>
                        <a:ext cx="1930400"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4499992" y="2780928"/>
          <a:ext cx="2001838" cy="728662"/>
        </p:xfrm>
        <a:graphic>
          <a:graphicData uri="http://schemas.openxmlformats.org/presentationml/2006/ole">
            <mc:AlternateContent xmlns:mc="http://schemas.openxmlformats.org/markup-compatibility/2006">
              <mc:Choice xmlns:v="urn:schemas-microsoft-com:vml" Requires="v">
                <p:oleObj name="Equation" r:id="rId8" imgW="1079280" imgH="393480" progId="Equation.3">
                  <p:embed/>
                </p:oleObj>
              </mc:Choice>
              <mc:Fallback>
                <p:oleObj name="Equation" r:id="rId8" imgW="1079280" imgH="393480" progId="Equation.3">
                  <p:embed/>
                  <p:pic>
                    <p:nvPicPr>
                      <p:cNvPr id="8"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9992" y="2780928"/>
                        <a:ext cx="2001838"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5004048" y="4221088"/>
          <a:ext cx="1368152" cy="480052"/>
        </p:xfrm>
        <a:graphic>
          <a:graphicData uri="http://schemas.openxmlformats.org/presentationml/2006/ole">
            <mc:AlternateContent xmlns:mc="http://schemas.openxmlformats.org/markup-compatibility/2006">
              <mc:Choice xmlns:v="urn:schemas-microsoft-com:vml" Requires="v">
                <p:oleObj name="Equation" r:id="rId10" imgW="723600" imgH="215640" progId="Equation.3">
                  <p:embed/>
                </p:oleObj>
              </mc:Choice>
              <mc:Fallback>
                <p:oleObj name="Equation" r:id="rId10" imgW="723600" imgH="215640" progId="Equation.3">
                  <p:embed/>
                  <p:pic>
                    <p:nvPicPr>
                      <p:cNvPr id="9"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4048" y="4221088"/>
                        <a:ext cx="1368152" cy="4800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627784" y="5085184"/>
          <a:ext cx="1152128" cy="486454"/>
        </p:xfrm>
        <a:graphic>
          <a:graphicData uri="http://schemas.openxmlformats.org/presentationml/2006/ole">
            <mc:AlternateContent xmlns:mc="http://schemas.openxmlformats.org/markup-compatibility/2006">
              <mc:Choice xmlns:v="urn:schemas-microsoft-com:vml" Requires="v">
                <p:oleObj name="Equation" r:id="rId12" imgW="571320" imgH="241200" progId="Equation.3">
                  <p:embed/>
                </p:oleObj>
              </mc:Choice>
              <mc:Fallback>
                <p:oleObj name="Equation" r:id="rId12" imgW="571320" imgH="241200" progId="Equation.3">
                  <p:embed/>
                  <p:pic>
                    <p:nvPicPr>
                      <p:cNvPr id="1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7784" y="5085184"/>
                        <a:ext cx="1152128" cy="486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5508104" y="5517231"/>
          <a:ext cx="1872208" cy="624069"/>
        </p:xfrm>
        <a:graphic>
          <a:graphicData uri="http://schemas.openxmlformats.org/presentationml/2006/ole">
            <mc:AlternateContent xmlns:mc="http://schemas.openxmlformats.org/markup-compatibility/2006">
              <mc:Choice xmlns:v="urn:schemas-microsoft-com:vml" Requires="v">
                <p:oleObj name="Equation" r:id="rId14" imgW="1180800" imgH="393480" progId="Equation.3">
                  <p:embed/>
                </p:oleObj>
              </mc:Choice>
              <mc:Fallback>
                <p:oleObj name="Equation" r:id="rId14" imgW="1180800" imgH="393480" progId="Equation.3">
                  <p:embed/>
                  <p:pic>
                    <p:nvPicPr>
                      <p:cNvPr id="11"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08104" y="5517231"/>
                        <a:ext cx="1872208" cy="6240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Analysis of Bubble Sort and Shaker Sort</a:t>
            </a:r>
          </a:p>
        </p:txBody>
      </p:sp>
      <p:sp>
        <p:nvSpPr>
          <p:cNvPr id="3" name="Content Placeholder 2"/>
          <p:cNvSpPr>
            <a:spLocks noGrp="1"/>
          </p:cNvSpPr>
          <p:nvPr>
            <p:ph idx="1"/>
          </p:nvPr>
        </p:nvSpPr>
        <p:spPr/>
        <p:txBody>
          <a:bodyPr>
            <a:normAutofit fontScale="62500" lnSpcReduction="20000"/>
          </a:bodyPr>
          <a:lstStyle/>
          <a:p>
            <a:r>
              <a:rPr lang="en-US" dirty="0"/>
              <a:t>Unfortunately all the improvements previously mentioned in no way affect the number of exchanges; they only </a:t>
            </a:r>
            <a:r>
              <a:rPr lang="en-US" dirty="0" err="1"/>
              <a:t>reduve</a:t>
            </a:r>
            <a:r>
              <a:rPr lang="en-US" dirty="0"/>
              <a:t> the number of redundant double checks.</a:t>
            </a:r>
          </a:p>
          <a:p>
            <a:r>
              <a:rPr lang="en-US" dirty="0"/>
              <a:t>Unfortunately, an exchange of two items is generally a much more costly operation than a </a:t>
            </a:r>
            <a:r>
              <a:rPr lang="en-US" dirty="0" err="1"/>
              <a:t>comparision</a:t>
            </a:r>
            <a:r>
              <a:rPr lang="en-US" dirty="0"/>
              <a:t> of values. Therefore the improvements have a less profound effect than one would intuitively expect.</a:t>
            </a:r>
          </a:p>
          <a:p>
            <a:r>
              <a:rPr lang="en-US" dirty="0"/>
              <a:t>This analysis shows that the Bubble Sort and its minor improvements are inferior to both the insertion and selection sorts. The Shaker Sort algorithm is used with advantage in those cases in which it is known that the items are already almost in order – a rare case in practice.</a:t>
            </a:r>
          </a:p>
          <a:p>
            <a:r>
              <a:rPr lang="en-US" dirty="0"/>
              <a:t>It has been shown that the average distance that each of the n items must travel during a sort is n/3 places. This provides a clue in the search for improved (more effective) sorting methods. All basic sorting methods move each item by one position in each elementary step. Therefore they are bound to require in the order of n x n steps. Any improvement must be based on moving items over greater distances in single leaps.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a Linked Structure</a:t>
            </a:r>
          </a:p>
        </p:txBody>
      </p:sp>
      <p:sp>
        <p:nvSpPr>
          <p:cNvPr id="3" name="Content Placeholder 2"/>
          <p:cNvSpPr>
            <a:spLocks noGrp="1"/>
          </p:cNvSpPr>
          <p:nvPr>
            <p:ph idx="1"/>
          </p:nvPr>
        </p:nvSpPr>
        <p:spPr>
          <a:xfrm>
            <a:off x="457200" y="2708920"/>
            <a:ext cx="8229600" cy="3417243"/>
          </a:xfrm>
        </p:spPr>
        <p:txBody>
          <a:bodyPr/>
          <a:lstStyle/>
          <a:p>
            <a:r>
              <a:rPr lang="en-US" dirty="0"/>
              <a:t>Can this be sorted using a bubble sort?</a:t>
            </a:r>
          </a:p>
          <a:p>
            <a:r>
              <a:rPr lang="en-US" dirty="0"/>
              <a:t>If so, what might the implementation be like?</a:t>
            </a:r>
          </a:p>
          <a:p>
            <a:r>
              <a:rPr lang="en-US" dirty="0"/>
              <a:t>Aren’t there better ways to do it?</a:t>
            </a:r>
          </a:p>
          <a:p>
            <a:r>
              <a:rPr lang="en-US" dirty="0"/>
              <a:t>This is left as an exercise for the willing.</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44</a:t>
            </a:fld>
            <a:endParaRPr lang="en-US"/>
          </a:p>
        </p:txBody>
      </p:sp>
      <p:sp>
        <p:nvSpPr>
          <p:cNvPr id="6" name="TextBox 5"/>
          <p:cNvSpPr txBox="1"/>
          <p:nvPr/>
        </p:nvSpPr>
        <p:spPr>
          <a:xfrm>
            <a:off x="323528" y="1700808"/>
            <a:ext cx="454612" cy="369332"/>
          </a:xfrm>
          <a:prstGeom prst="rect">
            <a:avLst/>
          </a:prstGeom>
          <a:noFill/>
        </p:spPr>
        <p:txBody>
          <a:bodyPr wrap="none" rtlCol="0">
            <a:spAutoFit/>
          </a:bodyPr>
          <a:lstStyle/>
          <a:p>
            <a:r>
              <a:rPr lang="en-US" dirty="0"/>
              <a:t>list</a:t>
            </a:r>
          </a:p>
        </p:txBody>
      </p:sp>
      <p:sp>
        <p:nvSpPr>
          <p:cNvPr id="7" name="Rectangle 6"/>
          <p:cNvSpPr/>
          <p:nvPr/>
        </p:nvSpPr>
        <p:spPr>
          <a:xfrm>
            <a:off x="467544"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7" idx="3"/>
          </p:cNvCxnSpPr>
          <p:nvPr/>
        </p:nvCxnSpPr>
        <p:spPr>
          <a:xfrm>
            <a:off x="683568"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043608"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403648"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13" idx="3"/>
          </p:cNvCxnSpPr>
          <p:nvPr/>
        </p:nvCxnSpPr>
        <p:spPr>
          <a:xfrm>
            <a:off x="1619672"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979712"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39752"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a:stCxn id="16" idx="3"/>
          </p:cNvCxnSpPr>
          <p:nvPr/>
        </p:nvCxnSpPr>
        <p:spPr>
          <a:xfrm>
            <a:off x="2555776"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915816"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275856"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19" idx="3"/>
          </p:cNvCxnSpPr>
          <p:nvPr/>
        </p:nvCxnSpPr>
        <p:spPr>
          <a:xfrm>
            <a:off x="3491880"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851920"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4211960"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a:stCxn id="22" idx="3"/>
          </p:cNvCxnSpPr>
          <p:nvPr/>
        </p:nvCxnSpPr>
        <p:spPr>
          <a:xfrm>
            <a:off x="4427984"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788024"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5148064"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220072" y="220486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1043608" y="2060848"/>
            <a:ext cx="301686" cy="369332"/>
          </a:xfrm>
          <a:prstGeom prst="rect">
            <a:avLst/>
          </a:prstGeom>
          <a:noFill/>
        </p:spPr>
        <p:txBody>
          <a:bodyPr wrap="none" rtlCol="0">
            <a:spAutoFit/>
          </a:bodyPr>
          <a:lstStyle/>
          <a:p>
            <a:r>
              <a:rPr lang="en-US" dirty="0"/>
              <a:t>5</a:t>
            </a:r>
          </a:p>
        </p:txBody>
      </p:sp>
      <p:sp>
        <p:nvSpPr>
          <p:cNvPr id="31" name="TextBox 30"/>
          <p:cNvSpPr txBox="1"/>
          <p:nvPr/>
        </p:nvSpPr>
        <p:spPr>
          <a:xfrm>
            <a:off x="1979712" y="2060848"/>
            <a:ext cx="301686" cy="369332"/>
          </a:xfrm>
          <a:prstGeom prst="rect">
            <a:avLst/>
          </a:prstGeom>
          <a:noFill/>
        </p:spPr>
        <p:txBody>
          <a:bodyPr wrap="none" rtlCol="0">
            <a:spAutoFit/>
          </a:bodyPr>
          <a:lstStyle/>
          <a:p>
            <a:r>
              <a:rPr lang="en-US" dirty="0"/>
              <a:t>3</a:t>
            </a:r>
          </a:p>
        </p:txBody>
      </p:sp>
      <p:sp>
        <p:nvSpPr>
          <p:cNvPr id="32" name="TextBox 31"/>
          <p:cNvSpPr txBox="1"/>
          <p:nvPr/>
        </p:nvSpPr>
        <p:spPr>
          <a:xfrm>
            <a:off x="2915816" y="2060848"/>
            <a:ext cx="301686" cy="369332"/>
          </a:xfrm>
          <a:prstGeom prst="rect">
            <a:avLst/>
          </a:prstGeom>
          <a:noFill/>
        </p:spPr>
        <p:txBody>
          <a:bodyPr wrap="none" rtlCol="0">
            <a:spAutoFit/>
          </a:bodyPr>
          <a:lstStyle/>
          <a:p>
            <a:r>
              <a:rPr lang="en-US" dirty="0"/>
              <a:t>2</a:t>
            </a:r>
          </a:p>
        </p:txBody>
      </p:sp>
      <p:sp>
        <p:nvSpPr>
          <p:cNvPr id="33" name="TextBox 32"/>
          <p:cNvSpPr txBox="1"/>
          <p:nvPr/>
        </p:nvSpPr>
        <p:spPr>
          <a:xfrm>
            <a:off x="3851920" y="2060848"/>
            <a:ext cx="301686" cy="369332"/>
          </a:xfrm>
          <a:prstGeom prst="rect">
            <a:avLst/>
          </a:prstGeom>
          <a:noFill/>
        </p:spPr>
        <p:txBody>
          <a:bodyPr wrap="none" rtlCol="0">
            <a:spAutoFit/>
          </a:bodyPr>
          <a:lstStyle/>
          <a:p>
            <a:r>
              <a:rPr lang="en-US" dirty="0"/>
              <a:t>1</a:t>
            </a:r>
          </a:p>
        </p:txBody>
      </p:sp>
      <p:sp>
        <p:nvSpPr>
          <p:cNvPr id="34" name="TextBox 33"/>
          <p:cNvSpPr txBox="1"/>
          <p:nvPr/>
        </p:nvSpPr>
        <p:spPr>
          <a:xfrm>
            <a:off x="4788024" y="2060848"/>
            <a:ext cx="301686" cy="369332"/>
          </a:xfrm>
          <a:prstGeom prst="rect">
            <a:avLst/>
          </a:prstGeom>
          <a:noFill/>
        </p:spPr>
        <p:txBody>
          <a:bodyPr wrap="none" rtlCol="0">
            <a:spAutoFit/>
          </a:bodyPr>
          <a:lstStyle/>
          <a:p>
            <a:r>
              <a:rPr lang="en-US" dirty="0"/>
              <a:t>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45</a:t>
            </a:fld>
            <a:endParaRPr lang="en-US"/>
          </a:p>
        </p:txBody>
      </p:sp>
      <p:sp>
        <p:nvSpPr>
          <p:cNvPr id="5" name="Rectangle 4"/>
          <p:cNvSpPr/>
          <p:nvPr/>
        </p:nvSpPr>
        <p:spPr>
          <a:xfrm>
            <a:off x="1835696" y="1484784"/>
            <a:ext cx="5400600" cy="2523768"/>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while (j &gt;= 0 &amp;&amp;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&lt; a[j]) {</a:t>
            </a:r>
          </a:p>
          <a:p>
            <a:r>
              <a:rPr lang="en-US" sz="1400" dirty="0">
                <a:latin typeface="Courier New" pitchFamily="49" charset="0"/>
                <a:ea typeface="Times New Roman" pitchFamily="18" charset="0"/>
                <a:cs typeface="Courier New" pitchFamily="49" charset="0"/>
              </a:rPr>
              <a:t>                a[j + 1] = a[j];</a:t>
            </a:r>
          </a:p>
          <a:p>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a[j + 1] =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Insert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46</a:t>
            </a:fld>
            <a:endParaRPr lang="en-US"/>
          </a:p>
        </p:txBody>
      </p:sp>
      <p:sp>
        <p:nvSpPr>
          <p:cNvPr id="8" name="Rectangle 7"/>
          <p:cNvSpPr/>
          <p:nvPr/>
        </p:nvSpPr>
        <p:spPr>
          <a:xfrm>
            <a:off x="1691680" y="1340768"/>
            <a:ext cx="5760640" cy="3754874"/>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 = 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while (l &lt;= r)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m = (l + r) / 2;</a:t>
            </a:r>
          </a:p>
          <a:p>
            <a:r>
              <a:rPr lang="en-US" sz="1400" dirty="0">
                <a:latin typeface="Courier New" pitchFamily="49" charset="0"/>
                <a:ea typeface="Times New Roman" pitchFamily="18" charset="0"/>
                <a:cs typeface="Courier New" pitchFamily="49" charset="0"/>
              </a:rPr>
              <a:t>                if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&lt; a[m])</a:t>
            </a:r>
          </a:p>
          <a:p>
            <a:r>
              <a:rPr lang="en-US" sz="1400" dirty="0">
                <a:latin typeface="Courier New" pitchFamily="49" charset="0"/>
                <a:ea typeface="Times New Roman" pitchFamily="18" charset="0"/>
                <a:cs typeface="Courier New" pitchFamily="49" charset="0"/>
              </a:rPr>
              <a:t>                    r = m - 1;</a:t>
            </a:r>
          </a:p>
          <a:p>
            <a:r>
              <a:rPr lang="en-US" sz="1400" dirty="0">
                <a:latin typeface="Courier New" pitchFamily="49" charset="0"/>
                <a:ea typeface="Times New Roman" pitchFamily="18" charset="0"/>
                <a:cs typeface="Courier New" pitchFamily="49" charset="0"/>
              </a:rPr>
              <a:t>                else</a:t>
            </a:r>
          </a:p>
          <a:p>
            <a:r>
              <a:rPr lang="en-US" sz="1400" dirty="0">
                <a:latin typeface="Courier New" pitchFamily="49" charset="0"/>
                <a:ea typeface="Times New Roman" pitchFamily="18" charset="0"/>
                <a:cs typeface="Courier New" pitchFamily="49" charset="0"/>
              </a:rPr>
              <a:t>                    l = m + 1;</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j &gt;= l; j--)</a:t>
            </a:r>
          </a:p>
          <a:p>
            <a:r>
              <a:rPr lang="en-US" sz="1400" dirty="0">
                <a:latin typeface="Courier New" pitchFamily="49" charset="0"/>
                <a:ea typeface="Times New Roman" pitchFamily="18" charset="0"/>
                <a:cs typeface="Courier New" pitchFamily="49" charset="0"/>
              </a:rPr>
              <a:t>                a[j + 1] = a[j];</a:t>
            </a:r>
          </a:p>
          <a:p>
            <a:r>
              <a:rPr lang="en-US" sz="1400" dirty="0">
                <a:latin typeface="Courier New" pitchFamily="49" charset="0"/>
                <a:ea typeface="Times New Roman" pitchFamily="18" charset="0"/>
                <a:cs typeface="Courier New" pitchFamily="49" charset="0"/>
              </a:rPr>
              <a:t>            a[l] =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899592" y="3068960"/>
          <a:ext cx="7344816" cy="1800201"/>
        </p:xfrm>
        <a:graphic>
          <a:graphicData uri="http://schemas.openxmlformats.org/drawingml/2006/table">
            <a:tbl>
              <a:tblPr firstRow="1" bandRow="1">
                <a:tableStyleId>{5C22544A-7EE6-4342-B048-85BDC9FD1C3A}</a:tableStyleId>
              </a:tblPr>
              <a:tblGrid>
                <a:gridCol w="3672408">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tblGrid>
              <a:tr h="60006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60006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600067">
                <a:tc>
                  <a:txBody>
                    <a:bodyPr/>
                    <a:lstStyle/>
                    <a:p>
                      <a:endParaRPr lang="en-US"/>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2" name="Title 1"/>
          <p:cNvSpPr>
            <a:spLocks noGrp="1"/>
          </p:cNvSpPr>
          <p:nvPr>
            <p:ph type="title"/>
          </p:nvPr>
        </p:nvSpPr>
        <p:spPr/>
        <p:txBody>
          <a:bodyPr/>
          <a:lstStyle/>
          <a:p>
            <a:r>
              <a:rPr lang="en-US" dirty="0"/>
              <a:t>Analysis of Insert Sort</a:t>
            </a:r>
          </a:p>
        </p:txBody>
      </p:sp>
      <p:sp>
        <p:nvSpPr>
          <p:cNvPr id="3" name="Content Placeholder 2"/>
          <p:cNvSpPr>
            <a:spLocks noGrp="1"/>
          </p:cNvSpPr>
          <p:nvPr>
            <p:ph idx="1"/>
          </p:nvPr>
        </p:nvSpPr>
        <p:spPr>
          <a:xfrm>
            <a:off x="457200" y="1484783"/>
            <a:ext cx="8229600" cy="1656185"/>
          </a:xfrm>
        </p:spPr>
        <p:txBody>
          <a:bodyPr>
            <a:normAutofit fontScale="70000" lnSpcReduction="20000"/>
          </a:bodyPr>
          <a:lstStyle/>
          <a:p>
            <a:r>
              <a:rPr lang="en-US" dirty="0"/>
              <a:t>The number     of value comparisons in sift </a:t>
            </a:r>
            <a:r>
              <a:rPr lang="en-US" i="1" dirty="0" err="1"/>
              <a:t>i</a:t>
            </a:r>
            <a:r>
              <a:rPr lang="en-US" dirty="0"/>
              <a:t> is at most </a:t>
            </a:r>
            <a:r>
              <a:rPr lang="en-US" i="1" dirty="0" err="1"/>
              <a:t>i</a:t>
            </a:r>
            <a:r>
              <a:rPr lang="en-US" dirty="0"/>
              <a:t> - 1, at least 1 and assuming that all permutations of the </a:t>
            </a:r>
            <a:r>
              <a:rPr lang="en-US" i="1" dirty="0"/>
              <a:t>n</a:t>
            </a:r>
            <a:r>
              <a:rPr lang="en-US" dirty="0"/>
              <a:t> values are equally probable, </a:t>
            </a:r>
            <a:r>
              <a:rPr lang="en-US" i="1" dirty="0" err="1"/>
              <a:t>i</a:t>
            </a:r>
            <a:r>
              <a:rPr lang="en-US" i="1" dirty="0"/>
              <a:t>/</a:t>
            </a:r>
            <a:r>
              <a:rPr lang="en-US" dirty="0"/>
              <a:t>2 on average.</a:t>
            </a:r>
            <a:endParaRPr lang="en-US" i="1" dirty="0"/>
          </a:p>
          <a:p>
            <a:r>
              <a:rPr lang="en-US" dirty="0"/>
              <a:t>The number      of moves (assignments of items) is             The following have been determined:</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47</a:t>
            </a:fld>
            <a:endParaRPr lang="en-US"/>
          </a:p>
        </p:txBody>
      </p:sp>
      <p:graphicFrame>
        <p:nvGraphicFramePr>
          <p:cNvPr id="9" name="Object 8"/>
          <p:cNvGraphicFramePr>
            <a:graphicFrameLocks noChangeAspect="1"/>
          </p:cNvGraphicFramePr>
          <p:nvPr/>
        </p:nvGraphicFramePr>
        <p:xfrm>
          <a:off x="2339752" y="1484784"/>
          <a:ext cx="247817" cy="360040"/>
        </p:xfrm>
        <a:graphic>
          <a:graphicData uri="http://schemas.openxmlformats.org/presentationml/2006/ole">
            <mc:AlternateContent xmlns:mc="http://schemas.openxmlformats.org/markup-compatibility/2006">
              <mc:Choice xmlns:v="urn:schemas-microsoft-com:vml" Requires="v">
                <p:oleObj name="Equation" r:id="rId2" imgW="177480" imgH="228600" progId="Equation.3">
                  <p:embed/>
                </p:oleObj>
              </mc:Choice>
              <mc:Fallback>
                <p:oleObj name="Equation" r:id="rId2" imgW="177480" imgH="22860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1484784"/>
                        <a:ext cx="247817"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267744" y="2348880"/>
          <a:ext cx="360040" cy="432048"/>
        </p:xfrm>
        <a:graphic>
          <a:graphicData uri="http://schemas.openxmlformats.org/presentationml/2006/ole">
            <mc:AlternateContent xmlns:mc="http://schemas.openxmlformats.org/markup-compatibility/2006">
              <mc:Choice xmlns:v="urn:schemas-microsoft-com:vml" Requires="v">
                <p:oleObj name="Equation" r:id="rId4" imgW="228600" imgH="228600" progId="Equation.3">
                  <p:embed/>
                </p:oleObj>
              </mc:Choice>
              <mc:Fallback>
                <p:oleObj name="Equation" r:id="rId4" imgW="228600" imgH="228600" progId="Equation.3">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2348880"/>
                        <a:ext cx="3600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6588224" y="2348880"/>
          <a:ext cx="797626" cy="360040"/>
        </p:xfrm>
        <a:graphic>
          <a:graphicData uri="http://schemas.openxmlformats.org/presentationml/2006/ole">
            <mc:AlternateContent xmlns:mc="http://schemas.openxmlformats.org/markup-compatibility/2006">
              <mc:Choice xmlns:v="urn:schemas-microsoft-com:vml" Requires="v">
                <p:oleObj name="Equation" r:id="rId6" imgW="406080" imgH="228600" progId="Equation.3">
                  <p:embed/>
                </p:oleObj>
              </mc:Choice>
              <mc:Fallback>
                <p:oleObj name="Equation" r:id="rId6" imgW="406080" imgH="228600" progId="Equation.3">
                  <p:embed/>
                  <p:pic>
                    <p:nvPicPr>
                      <p:cNvPr id="11"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8224" y="2348880"/>
                        <a:ext cx="797626"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1907704" y="3140968"/>
          <a:ext cx="1152128" cy="343617"/>
        </p:xfrm>
        <a:graphic>
          <a:graphicData uri="http://schemas.openxmlformats.org/presentationml/2006/ole">
            <mc:AlternateContent xmlns:mc="http://schemas.openxmlformats.org/markup-compatibility/2006">
              <mc:Choice xmlns:v="urn:schemas-microsoft-com:vml" Requires="v">
                <p:oleObj name="Equation" r:id="rId8" imgW="723600" imgH="215640" progId="Equation.3">
                  <p:embed/>
                </p:oleObj>
              </mc:Choice>
              <mc:Fallback>
                <p:oleObj name="Equation" r:id="rId8" imgW="723600" imgH="215640" progId="Equation.3">
                  <p:embed/>
                  <p:pic>
                    <p:nvPicPr>
                      <p:cNvPr id="12"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704" y="3140968"/>
                        <a:ext cx="1152128" cy="3436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1547664" y="3645024"/>
          <a:ext cx="1920875" cy="625475"/>
        </p:xfrm>
        <a:graphic>
          <a:graphicData uri="http://schemas.openxmlformats.org/presentationml/2006/ole">
            <mc:AlternateContent xmlns:mc="http://schemas.openxmlformats.org/markup-compatibility/2006">
              <mc:Choice xmlns:v="urn:schemas-microsoft-com:vml" Requires="v">
                <p:oleObj name="Equation" r:id="rId10" imgW="1206360" imgH="393480" progId="Equation.3">
                  <p:embed/>
                </p:oleObj>
              </mc:Choice>
              <mc:Fallback>
                <p:oleObj name="Equation" r:id="rId10" imgW="1206360" imgH="393480" progId="Equation.3">
                  <p:embed/>
                  <p:pic>
                    <p:nvPicPr>
                      <p:cNvPr id="13"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664" y="3645024"/>
                        <a:ext cx="19208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p:cNvGraphicFramePr>
            <a:graphicFrameLocks noChangeAspect="1"/>
          </p:cNvGraphicFramePr>
          <p:nvPr/>
        </p:nvGraphicFramePr>
        <p:xfrm>
          <a:off x="5336605" y="3141415"/>
          <a:ext cx="1497012" cy="342900"/>
        </p:xfrm>
        <a:graphic>
          <a:graphicData uri="http://schemas.openxmlformats.org/presentationml/2006/ole">
            <mc:AlternateContent xmlns:mc="http://schemas.openxmlformats.org/markup-compatibility/2006">
              <mc:Choice xmlns:v="urn:schemas-microsoft-com:vml" Requires="v">
                <p:oleObj name="Equation" r:id="rId12" imgW="939600" imgH="215640" progId="Equation.3">
                  <p:embed/>
                </p:oleObj>
              </mc:Choice>
              <mc:Fallback>
                <p:oleObj name="Equation" r:id="rId12" imgW="939600" imgH="215640" progId="Equation.3">
                  <p:embed/>
                  <p:pic>
                    <p:nvPicPr>
                      <p:cNvPr id="15"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36605" y="3141415"/>
                        <a:ext cx="1497012"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nvGraphicFramePr>
        <p:xfrm>
          <a:off x="1547664" y="4293096"/>
          <a:ext cx="1920875" cy="625475"/>
        </p:xfrm>
        <a:graphic>
          <a:graphicData uri="http://schemas.openxmlformats.org/presentationml/2006/ole">
            <mc:AlternateContent xmlns:mc="http://schemas.openxmlformats.org/markup-compatibility/2006">
              <mc:Choice xmlns:v="urn:schemas-microsoft-com:vml" Requires="v">
                <p:oleObj name="Equation" r:id="rId14" imgW="1206360" imgH="393480" progId="Equation.3">
                  <p:embed/>
                </p:oleObj>
              </mc:Choice>
              <mc:Fallback>
                <p:oleObj name="Equation" r:id="rId14" imgW="1206360" imgH="393480" progId="Equation.3">
                  <p:embed/>
                  <p:pic>
                    <p:nvPicPr>
                      <p:cNvPr id="18"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7664" y="4293096"/>
                        <a:ext cx="19208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p:cNvGraphicFramePr>
            <a:graphicFrameLocks noChangeAspect="1"/>
          </p:cNvGraphicFramePr>
          <p:nvPr/>
        </p:nvGraphicFramePr>
        <p:xfrm>
          <a:off x="4934967" y="3644652"/>
          <a:ext cx="2203450" cy="625475"/>
        </p:xfrm>
        <a:graphic>
          <a:graphicData uri="http://schemas.openxmlformats.org/presentationml/2006/ole">
            <mc:AlternateContent xmlns:mc="http://schemas.openxmlformats.org/markup-compatibility/2006">
              <mc:Choice xmlns:v="urn:schemas-microsoft-com:vml" Requires="v">
                <p:oleObj name="Equation" r:id="rId16" imgW="1384200" imgH="393480" progId="Equation.3">
                  <p:embed/>
                </p:oleObj>
              </mc:Choice>
              <mc:Fallback>
                <p:oleObj name="Equation" r:id="rId16" imgW="1384200" imgH="393480" progId="Equation.3">
                  <p:embed/>
                  <p:pic>
                    <p:nvPicPr>
                      <p:cNvPr id="19"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34967" y="3644652"/>
                        <a:ext cx="2203450"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p:cNvGraphicFramePr>
            <a:graphicFrameLocks noChangeAspect="1"/>
          </p:cNvGraphicFramePr>
          <p:nvPr/>
        </p:nvGraphicFramePr>
        <p:xfrm>
          <a:off x="5168330" y="4292352"/>
          <a:ext cx="2162175" cy="625475"/>
        </p:xfrm>
        <a:graphic>
          <a:graphicData uri="http://schemas.openxmlformats.org/presentationml/2006/ole">
            <mc:AlternateContent xmlns:mc="http://schemas.openxmlformats.org/markup-compatibility/2006">
              <mc:Choice xmlns:v="urn:schemas-microsoft-com:vml" Requires="v">
                <p:oleObj name="Equation" r:id="rId18" imgW="1358640" imgH="393480" progId="Equation.3">
                  <p:embed/>
                </p:oleObj>
              </mc:Choice>
              <mc:Fallback>
                <p:oleObj name="Equation" r:id="rId18" imgW="1358640" imgH="393480" progId="Equation.3">
                  <p:embed/>
                  <p:pic>
                    <p:nvPicPr>
                      <p:cNvPr id="2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68330" y="4292352"/>
                        <a:ext cx="21621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Content Placeholder 2"/>
          <p:cNvSpPr txBox="1">
            <a:spLocks/>
          </p:cNvSpPr>
          <p:nvPr/>
        </p:nvSpPr>
        <p:spPr>
          <a:xfrm>
            <a:off x="467544" y="4941168"/>
            <a:ext cx="8229600" cy="1684783"/>
          </a:xfrm>
          <a:prstGeom prst="rect">
            <a:avLst/>
          </a:prstGeom>
        </p:spPr>
        <p:txBody>
          <a:bodyPr vert="horz" lIns="91440" tIns="45720" rIns="91440" bIns="45720" rtlCol="0">
            <a:normAutofit fontScale="6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The least</a:t>
            </a:r>
            <a:r>
              <a:rPr kumimoji="0" lang="en-US" sz="3200" b="0" i="0" u="none" strike="noStrike" kern="1200" cap="none" spc="0" normalizeH="0" noProof="0" dirty="0">
                <a:ln>
                  <a:noFill/>
                </a:ln>
                <a:solidFill>
                  <a:schemeClr val="tx1"/>
                </a:solidFill>
                <a:effectLst/>
                <a:uLnTx/>
                <a:uFillTx/>
                <a:latin typeface="+mn-lt"/>
                <a:ea typeface="+mn-ea"/>
                <a:cs typeface="+mn-cs"/>
              </a:rPr>
              <a:t> numbers occur if the items are originally in order. The worst case occurs if the items are originally in reverse order. This is called a natural behavior. </a:t>
            </a:r>
            <a:endParaRPr lang="en-US" sz="32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a:t>
            </a:r>
            <a:r>
              <a:rPr kumimoji="0" lang="en-US" sz="3200" b="0" i="0" u="none" strike="noStrike" kern="1200" cap="none" spc="0" normalizeH="0" noProof="0" dirty="0">
                <a:ln>
                  <a:noFill/>
                </a:ln>
                <a:solidFill>
                  <a:schemeClr val="tx1"/>
                </a:solidFill>
                <a:effectLst/>
                <a:uLnTx/>
                <a:uFillTx/>
                <a:latin typeface="+mn-lt"/>
                <a:ea typeface="+mn-ea"/>
                <a:cs typeface="+mn-cs"/>
              </a:rPr>
              <a:t> possible improvement may be </a:t>
            </a:r>
            <a:r>
              <a:rPr kumimoji="0" lang="en-US" sz="3200" b="0" i="0" u="none" strike="noStrike" kern="1200" cap="none" spc="0" normalizeH="0" noProof="0" dirty="0" err="1">
                <a:ln>
                  <a:noFill/>
                </a:ln>
                <a:solidFill>
                  <a:schemeClr val="tx1"/>
                </a:solidFill>
                <a:effectLst/>
                <a:uLnTx/>
                <a:uFillTx/>
                <a:latin typeface="+mn-lt"/>
                <a:ea typeface="+mn-ea"/>
                <a:cs typeface="+mn-cs"/>
              </a:rPr>
              <a:t>realised</a:t>
            </a:r>
            <a:r>
              <a:rPr kumimoji="0" lang="en-US" sz="3200" b="0" i="0" u="none" strike="noStrike" kern="1200" cap="none" spc="0" normalizeH="0" noProof="0" dirty="0">
                <a:ln>
                  <a:noFill/>
                </a:ln>
                <a:solidFill>
                  <a:schemeClr val="tx1"/>
                </a:solidFill>
                <a:effectLst/>
                <a:uLnTx/>
                <a:uFillTx/>
                <a:latin typeface="+mn-lt"/>
                <a:ea typeface="+mn-ea"/>
                <a:cs typeface="+mn-cs"/>
              </a:rPr>
              <a:t> by noting that the destination sequence                 is already ordered. A faster method of determining the insertion point can be used. E.g. A Binary search for this position.</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22" name="Object 21"/>
          <p:cNvGraphicFramePr>
            <a:graphicFrameLocks noChangeAspect="1"/>
          </p:cNvGraphicFramePr>
          <p:nvPr/>
        </p:nvGraphicFramePr>
        <p:xfrm>
          <a:off x="1979711" y="5949280"/>
          <a:ext cx="860095" cy="360040"/>
        </p:xfrm>
        <a:graphic>
          <a:graphicData uri="http://schemas.openxmlformats.org/presentationml/2006/ole">
            <mc:AlternateContent xmlns:mc="http://schemas.openxmlformats.org/markup-compatibility/2006">
              <mc:Choice xmlns:v="urn:schemas-microsoft-com:vml" Requires="v">
                <p:oleObj name="Equation" r:id="rId20" imgW="545760" imgH="228600" progId="Equation.3">
                  <p:embed/>
                </p:oleObj>
              </mc:Choice>
              <mc:Fallback>
                <p:oleObj name="Equation" r:id="rId20" imgW="545760" imgH="228600" progId="Equation.3">
                  <p:embed/>
                  <p:pic>
                    <p:nvPicPr>
                      <p:cNvPr id="22"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79711" y="5949280"/>
                        <a:ext cx="860095"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of Insert Sort</a:t>
            </a:r>
          </a:p>
        </p:txBody>
      </p:sp>
      <p:sp>
        <p:nvSpPr>
          <p:cNvPr id="3" name="Content Placeholder 2"/>
          <p:cNvSpPr>
            <a:spLocks noGrp="1"/>
          </p:cNvSpPr>
          <p:nvPr>
            <p:ph idx="1"/>
          </p:nvPr>
        </p:nvSpPr>
        <p:spPr/>
        <p:txBody>
          <a:bodyPr/>
          <a:lstStyle/>
          <a:p>
            <a:r>
              <a:rPr lang="en-US" dirty="0"/>
              <a:t>The improvement yields a comparison count of </a:t>
            </a:r>
          </a:p>
          <a:p>
            <a:r>
              <a:rPr lang="en-US" dirty="0"/>
              <a:t>Unfortunately, the important term M is still</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48</a:t>
            </a:fld>
            <a:endParaRPr lang="en-US"/>
          </a:p>
        </p:txBody>
      </p:sp>
      <p:graphicFrame>
        <p:nvGraphicFramePr>
          <p:cNvPr id="5" name="Object 4"/>
          <p:cNvGraphicFramePr>
            <a:graphicFrameLocks noChangeAspect="1"/>
          </p:cNvGraphicFramePr>
          <p:nvPr/>
        </p:nvGraphicFramePr>
        <p:xfrm>
          <a:off x="1331640" y="2204864"/>
          <a:ext cx="2267824" cy="323975"/>
        </p:xfrm>
        <a:graphic>
          <a:graphicData uri="http://schemas.openxmlformats.org/presentationml/2006/ole">
            <mc:AlternateContent xmlns:mc="http://schemas.openxmlformats.org/markup-compatibility/2006">
              <mc:Choice xmlns:v="urn:schemas-microsoft-com:vml" Requires="v">
                <p:oleObj name="Equation" r:id="rId2" imgW="1511280" imgH="215640" progId="Equation.3">
                  <p:embed/>
                </p:oleObj>
              </mc:Choice>
              <mc:Fallback>
                <p:oleObj name="Equation" r:id="rId2" imgW="1511280" imgH="21564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204864"/>
                        <a:ext cx="2267824" cy="323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899592" y="3140968"/>
          <a:ext cx="843271" cy="474340"/>
        </p:xfrm>
        <a:graphic>
          <a:graphicData uri="http://schemas.openxmlformats.org/presentationml/2006/ole">
            <mc:AlternateContent xmlns:mc="http://schemas.openxmlformats.org/markup-compatibility/2006">
              <mc:Choice xmlns:v="urn:schemas-microsoft-com:vml" Requires="v">
                <p:oleObj name="Equation" r:id="rId4" imgW="406080" imgH="228600" progId="Equation.3">
                  <p:embed/>
                </p:oleObj>
              </mc:Choice>
              <mc:Fallback>
                <p:oleObj name="Equation" r:id="rId4" imgW="406080" imgH="22860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3140968"/>
                        <a:ext cx="843271" cy="474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49</a:t>
            </a:fld>
            <a:endParaRPr lang="en-US"/>
          </a:p>
        </p:txBody>
      </p:sp>
      <p:sp>
        <p:nvSpPr>
          <p:cNvPr id="5" name="Rectangle 4"/>
          <p:cNvSpPr/>
          <p:nvPr/>
        </p:nvSpPr>
        <p:spPr>
          <a:xfrm>
            <a:off x="1331640" y="1628800"/>
            <a:ext cx="6552728" cy="3231654"/>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0;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a.length-1;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smallest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pos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i+1; j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if (a[j] &lt; smallest) {</a:t>
            </a:r>
          </a:p>
          <a:p>
            <a:r>
              <a:rPr lang="en-US" sz="1400" dirty="0">
                <a:latin typeface="Courier New" pitchFamily="49" charset="0"/>
                <a:ea typeface="Times New Roman" pitchFamily="18" charset="0"/>
                <a:cs typeface="Courier New" pitchFamily="49" charset="0"/>
              </a:rPr>
              <a:t>                   smallest = a[j];</a:t>
            </a:r>
          </a:p>
          <a:p>
            <a:r>
              <a:rPr lang="en-US" sz="1400" dirty="0">
                <a:latin typeface="Courier New" pitchFamily="49" charset="0"/>
                <a:ea typeface="Times New Roman" pitchFamily="18" charset="0"/>
                <a:cs typeface="Courier New" pitchFamily="49" charset="0"/>
              </a:rPr>
              <a:t>                   pos = j;</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a[pos];</a:t>
            </a:r>
          </a:p>
          <a:p>
            <a:r>
              <a:rPr lang="en-US" sz="1400" dirty="0">
                <a:latin typeface="Courier New" pitchFamily="49" charset="0"/>
                <a:ea typeface="Times New Roman" pitchFamily="18" charset="0"/>
                <a:cs typeface="Courier New" pitchFamily="49" charset="0"/>
              </a:rPr>
              <a:t>           a[pos]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temp;           </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
        <p:nvSpPr>
          <p:cNvPr id="6" name="Content Placeholder 2"/>
          <p:cNvSpPr>
            <a:spLocks noGrp="1"/>
          </p:cNvSpPr>
          <p:nvPr>
            <p:ph idx="1"/>
          </p:nvPr>
        </p:nvSpPr>
        <p:spPr>
          <a:xfrm>
            <a:off x="457200" y="4725144"/>
            <a:ext cx="8229600" cy="1656184"/>
          </a:xfrm>
        </p:spPr>
        <p:txBody>
          <a:bodyPr>
            <a:normAutofit fontScale="70000" lnSpcReduction="20000"/>
          </a:bodyPr>
          <a:lstStyle/>
          <a:p>
            <a:r>
              <a:rPr lang="en-US" dirty="0"/>
              <a:t>This algorithm is similar to the Insert Sort, but relies on picking the smallest number from the unsorted region of the array and appending it to the sorted region.</a:t>
            </a:r>
          </a:p>
          <a:p>
            <a:r>
              <a:rPr lang="en-US" dirty="0"/>
              <a:t>The time complexity of the algorithm is better than that of Bubble Sort and Shaker sort but is still O(n</a:t>
            </a:r>
            <a:r>
              <a:rPr lang="en-US" baseline="30000" dirty="0"/>
              <a:t>2</a:t>
            </a:r>
            <a:r>
              <a:rPr lang="en-US" dirty="0"/>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Shell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50</a:t>
            </a:fld>
            <a:endParaRPr lang="en-US"/>
          </a:p>
        </p:txBody>
      </p:sp>
      <p:sp>
        <p:nvSpPr>
          <p:cNvPr id="5" name="Rectangle 4"/>
          <p:cNvSpPr/>
          <p:nvPr/>
        </p:nvSpPr>
        <p:spPr>
          <a:xfrm>
            <a:off x="971600" y="1268760"/>
            <a:ext cx="6912768" cy="3323987"/>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inc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 2;</a:t>
            </a:r>
          </a:p>
          <a:p>
            <a:r>
              <a:rPr lang="en-US" sz="1400" dirty="0">
                <a:latin typeface="Courier New" pitchFamily="49" charset="0"/>
                <a:ea typeface="Times New Roman" pitchFamily="18" charset="0"/>
                <a:cs typeface="Courier New" pitchFamily="49" charset="0"/>
              </a:rPr>
              <a:t>         while (inc &gt; 0)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inc;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+=inc)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while (j &gt;= inc &amp;&amp; a[j - inc] &gt; temp) {</a:t>
            </a:r>
          </a:p>
          <a:p>
            <a:r>
              <a:rPr lang="en-US" sz="1400" dirty="0">
                <a:latin typeface="Courier New" pitchFamily="49" charset="0"/>
                <a:ea typeface="Times New Roman" pitchFamily="18" charset="0"/>
                <a:cs typeface="Courier New" pitchFamily="49" charset="0"/>
              </a:rPr>
              <a:t>                     a[j] = a[j - inc];</a:t>
            </a:r>
          </a:p>
          <a:p>
            <a:r>
              <a:rPr lang="en-US" sz="1400" dirty="0">
                <a:latin typeface="Courier New" pitchFamily="49" charset="0"/>
                <a:ea typeface="Times New Roman" pitchFamily="18" charset="0"/>
                <a:cs typeface="Courier New" pitchFamily="49" charset="0"/>
              </a:rPr>
              <a:t>                     j -= inc;</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a[j] = temp;</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inc /= 2;</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
        <p:nvSpPr>
          <p:cNvPr id="6" name="Content Placeholder 2"/>
          <p:cNvSpPr>
            <a:spLocks noGrp="1"/>
          </p:cNvSpPr>
          <p:nvPr>
            <p:ph idx="1"/>
          </p:nvPr>
        </p:nvSpPr>
        <p:spPr>
          <a:xfrm>
            <a:off x="457200" y="4725144"/>
            <a:ext cx="8229600" cy="1584176"/>
          </a:xfrm>
        </p:spPr>
        <p:txBody>
          <a:bodyPr>
            <a:normAutofit fontScale="70000" lnSpcReduction="20000"/>
          </a:bodyPr>
          <a:lstStyle/>
          <a:p>
            <a:r>
              <a:rPr lang="en-US" dirty="0"/>
              <a:t>Also known as Insert Sort by Diminishing Increment</a:t>
            </a:r>
          </a:p>
          <a:p>
            <a:r>
              <a:rPr lang="en-US" dirty="0"/>
              <a:t>Choice of increments is not clear. Knuth has suggested 1, 4, 13, 40, 121, … . On the other hand he also suggested 1, 3, 7, 15, 31. His analysis revealed that the algorithm has a Big O of O(n</a:t>
            </a:r>
            <a:r>
              <a:rPr lang="en-US" baseline="30000" dirty="0"/>
              <a:t>1.2</a:t>
            </a:r>
            <a:r>
              <a:rPr lang="en-US" dirty="0"/>
              <a:t>), a big improvement over O(n</a:t>
            </a:r>
            <a:r>
              <a:rPr lang="en-US" baseline="30000" dirty="0"/>
              <a:t>2</a:t>
            </a:r>
            <a:r>
              <a:rPr lang="en-US"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US" dirty="0"/>
              <a:t>Shell Sort</a:t>
            </a:r>
          </a:p>
        </p:txBody>
      </p:sp>
      <p:sp>
        <p:nvSpPr>
          <p:cNvPr id="3" name="Content Placeholder 2"/>
          <p:cNvSpPr>
            <a:spLocks noGrp="1"/>
          </p:cNvSpPr>
          <p:nvPr>
            <p:ph idx="1"/>
          </p:nvPr>
        </p:nvSpPr>
        <p:spPr>
          <a:xfrm>
            <a:off x="467544" y="6177061"/>
            <a:ext cx="8229600" cy="680939"/>
          </a:xfrm>
        </p:spPr>
        <p:txBody>
          <a:bodyPr>
            <a:normAutofit fontScale="70000" lnSpcReduction="20000"/>
          </a:bodyPr>
          <a:lstStyle/>
          <a:p>
            <a:r>
              <a:rPr lang="en-US" dirty="0"/>
              <a:t>Here an implementation according to the D. Knuth modification is given.</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51</a:t>
            </a:fld>
            <a:endParaRPr lang="en-US"/>
          </a:p>
        </p:txBody>
      </p:sp>
      <p:sp>
        <p:nvSpPr>
          <p:cNvPr id="5" name="Rectangle 4"/>
          <p:cNvSpPr/>
          <p:nvPr/>
        </p:nvSpPr>
        <p:spPr>
          <a:xfrm>
            <a:off x="1331640" y="908720"/>
            <a:ext cx="6480720" cy="5047536"/>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increments = {1, 3, 7, 15, 31};</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0;</a:t>
            </a:r>
          </a:p>
          <a:p>
            <a:r>
              <a:rPr lang="en-US" sz="1400" dirty="0">
                <a:latin typeface="Courier New" pitchFamily="49" charset="0"/>
                <a:ea typeface="Times New Roman" pitchFamily="18" charset="0"/>
                <a:cs typeface="Courier New" pitchFamily="49" charset="0"/>
              </a:rPr>
              <a:t>        if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&lt;= 10)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else if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&lt;= 50)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3;</a:t>
            </a:r>
          </a:p>
          <a:p>
            <a:r>
              <a:rPr lang="en-US" sz="1400" dirty="0">
                <a:latin typeface="Courier New" pitchFamily="49" charset="0"/>
                <a:ea typeface="Times New Roman" pitchFamily="18" charset="0"/>
                <a:cs typeface="Courier New" pitchFamily="49" charset="0"/>
              </a:rPr>
              <a:t>        else if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&lt;= 100)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4;</a:t>
            </a:r>
          </a:p>
          <a:p>
            <a:r>
              <a:rPr lang="en-US" sz="1400" dirty="0">
                <a:latin typeface="Courier New" pitchFamily="49" charset="0"/>
                <a:ea typeface="Times New Roman" pitchFamily="18" charset="0"/>
                <a:cs typeface="Courier New" pitchFamily="49" charset="0"/>
              </a:rPr>
              <a:t>        while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&gt;= 0)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inc = increments[</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inc;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while (j &gt;= inc &amp;&amp; a[j - inc] &gt; temp) {</a:t>
            </a:r>
          </a:p>
          <a:p>
            <a:r>
              <a:rPr lang="en-US" sz="1400" dirty="0">
                <a:latin typeface="Courier New" pitchFamily="49" charset="0"/>
                <a:ea typeface="Times New Roman" pitchFamily="18" charset="0"/>
                <a:cs typeface="Courier New" pitchFamily="49" charset="0"/>
              </a:rPr>
              <a:t>                    a[j] = a[j - inc];</a:t>
            </a:r>
          </a:p>
          <a:p>
            <a:r>
              <a:rPr lang="en-US" sz="1400" dirty="0">
                <a:latin typeface="Courier New" pitchFamily="49" charset="0"/>
                <a:ea typeface="Times New Roman" pitchFamily="18" charset="0"/>
                <a:cs typeface="Courier New" pitchFamily="49" charset="0"/>
              </a:rPr>
              <a:t>                    j -= inc;</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a[j] = temp;</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52</a:t>
            </a:fld>
            <a:endParaRPr lang="en-US"/>
          </a:p>
        </p:txBody>
      </p:sp>
      <p:sp>
        <p:nvSpPr>
          <p:cNvPr id="6" name="Rectangle 5"/>
          <p:cNvSpPr/>
          <p:nvPr/>
        </p:nvSpPr>
        <p:spPr>
          <a:xfrm>
            <a:off x="755576" y="1720840"/>
            <a:ext cx="7200800" cy="2462213"/>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void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left,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right)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index = partition(a, left, right);</a:t>
            </a:r>
          </a:p>
          <a:p>
            <a:r>
              <a:rPr lang="en-US" sz="1400" dirty="0">
                <a:latin typeface="Courier New" pitchFamily="49" charset="0"/>
                <a:ea typeface="Times New Roman" pitchFamily="18" charset="0"/>
                <a:cs typeface="Courier New" pitchFamily="49" charset="0"/>
              </a:rPr>
              <a:t>        if (left &lt; index - 1)</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 left, index - 1);</a:t>
            </a:r>
          </a:p>
          <a:p>
            <a:r>
              <a:rPr lang="en-US" sz="1400" dirty="0">
                <a:latin typeface="Courier New" pitchFamily="49" charset="0"/>
                <a:ea typeface="Times New Roman" pitchFamily="18" charset="0"/>
                <a:cs typeface="Courier New" pitchFamily="49" charset="0"/>
              </a:rPr>
              <a:t>        if (index &lt; right)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 index, right);</a:t>
            </a:r>
          </a:p>
          <a:p>
            <a:r>
              <a:rPr lang="en-US" sz="1400" dirty="0">
                <a:latin typeface="Courier New" pitchFamily="49" charset="0"/>
                <a:ea typeface="Times New Roman" pitchFamily="18" charset="0"/>
                <a:cs typeface="Courier New" pitchFamily="49" charset="0"/>
              </a:rPr>
              <a:t> }</a:t>
            </a:r>
          </a:p>
          <a:p>
            <a:endParaRPr lang="en-US" sz="1400" dirty="0">
              <a:latin typeface="Courier New" pitchFamily="49" charset="0"/>
              <a:ea typeface="Times New Roman" pitchFamily="18" charset="0"/>
              <a:cs typeface="Courier New" pitchFamily="49" charset="0"/>
            </a:endParaRPr>
          </a:p>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 0, a.length-1);</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Sort cont.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53</a:t>
            </a:fld>
            <a:endParaRPr lang="en-US"/>
          </a:p>
        </p:txBody>
      </p:sp>
      <p:sp>
        <p:nvSpPr>
          <p:cNvPr id="5" name="Rectangle 4"/>
          <p:cNvSpPr/>
          <p:nvPr/>
        </p:nvSpPr>
        <p:spPr>
          <a:xfrm>
            <a:off x="683568" y="1628800"/>
            <a:ext cx="7992888" cy="3754874"/>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partition(</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left,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right)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left;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right;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pivotValue</a:t>
            </a:r>
            <a:r>
              <a:rPr lang="en-US" sz="1400" dirty="0">
                <a:latin typeface="Courier New" pitchFamily="49" charset="0"/>
                <a:ea typeface="Times New Roman" pitchFamily="18" charset="0"/>
                <a:cs typeface="Courier New" pitchFamily="49" charset="0"/>
              </a:rPr>
              <a:t> = a[(left + right) / 2];</a:t>
            </a:r>
          </a:p>
          <a:p>
            <a:r>
              <a:rPr lang="en-US" sz="1400" dirty="0">
                <a:latin typeface="Courier New" pitchFamily="49" charset="0"/>
                <a:ea typeface="Times New Roman" pitchFamily="18" charset="0"/>
                <a:cs typeface="Courier New" pitchFamily="49" charset="0"/>
              </a:rPr>
              <a:t>        while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j) {</a:t>
            </a:r>
          </a:p>
          <a:p>
            <a:r>
              <a:rPr lang="en-US" sz="1400" dirty="0">
                <a:latin typeface="Courier New" pitchFamily="49" charset="0"/>
                <a:ea typeface="Times New Roman" pitchFamily="18" charset="0"/>
                <a:cs typeface="Courier New" pitchFamily="49" charset="0"/>
              </a:rPr>
              <a:t>            while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pivotValue</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while (a[j] &gt; </a:t>
            </a:r>
            <a:r>
              <a:rPr lang="en-US" sz="1400" dirty="0" err="1">
                <a:latin typeface="Courier New" pitchFamily="49" charset="0"/>
                <a:ea typeface="Times New Roman" pitchFamily="18" charset="0"/>
                <a:cs typeface="Courier New" pitchFamily="49" charset="0"/>
              </a:rPr>
              <a:t>pivotValue</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if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j) {</a:t>
            </a:r>
          </a:p>
          <a:p>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a[j]; a[j] = temp;</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return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54</a:t>
            </a:fld>
            <a:endParaRPr lang="en-US"/>
          </a:p>
        </p:txBody>
      </p:sp>
      <p:sp>
        <p:nvSpPr>
          <p:cNvPr id="5" name="Rectangle 4"/>
          <p:cNvSpPr/>
          <p:nvPr/>
        </p:nvSpPr>
        <p:spPr>
          <a:xfrm>
            <a:off x="1115616" y="1628800"/>
            <a:ext cx="6696744" cy="3108543"/>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n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buildheap</a:t>
            </a:r>
            <a:r>
              <a:rPr lang="en-US" sz="1400" dirty="0">
                <a:latin typeface="Courier New" pitchFamily="49" charset="0"/>
                <a:ea typeface="Times New Roman" pitchFamily="18" charset="0"/>
                <a:cs typeface="Courier New" pitchFamily="49" charset="0"/>
              </a:rPr>
              <a:t>(a);</a:t>
            </a:r>
          </a:p>
          <a:p>
            <a:r>
              <a:rPr lang="en-US" sz="1400" dirty="0">
                <a:latin typeface="Courier New" pitchFamily="49" charset="0"/>
                <a:ea typeface="Times New Roman" pitchFamily="18" charset="0"/>
                <a:cs typeface="Courier New" pitchFamily="49" charset="0"/>
              </a:rPr>
              <a:t>        while (n &gt; 1) {</a:t>
            </a:r>
          </a:p>
          <a:p>
            <a:r>
              <a:rPr lang="en-US" sz="1400" dirty="0">
                <a:latin typeface="Courier New" pitchFamily="49" charset="0"/>
                <a:ea typeface="Times New Roman" pitchFamily="18" charset="0"/>
                <a:cs typeface="Courier New" pitchFamily="49" charset="0"/>
              </a:rPr>
              <a:t>            n--;</a:t>
            </a:r>
          </a:p>
          <a:p>
            <a:r>
              <a:rPr lang="en-US" sz="1400" dirty="0">
                <a:latin typeface="Courier New" pitchFamily="49" charset="0"/>
                <a:ea typeface="Times New Roman" pitchFamily="18" charset="0"/>
                <a:cs typeface="Courier New" pitchFamily="49" charset="0"/>
              </a:rPr>
              <a:t>            exchange(a, 0, n);</a:t>
            </a:r>
          </a:p>
          <a:p>
            <a:r>
              <a:rPr lang="en-US" sz="1400" dirty="0">
                <a:latin typeface="Courier New" pitchFamily="49" charset="0"/>
                <a:ea typeface="Times New Roman" pitchFamily="18" charset="0"/>
                <a:cs typeface="Courier New" pitchFamily="49" charset="0"/>
              </a:rPr>
              <a:t>            sift(a, 0);</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a:p>
            <a:endParaRPr lang="en-US" sz="1400" dirty="0">
              <a:latin typeface="Courier New" pitchFamily="49" charset="0"/>
              <a:ea typeface="Times New Roman" pitchFamily="18" charset="0"/>
              <a:cs typeface="Courier New" pitchFamily="49" charset="0"/>
            </a:endParaRPr>
          </a:p>
          <a:p>
            <a:r>
              <a:rPr lang="en-US" sz="1400" dirty="0">
                <a:latin typeface="Courier New" pitchFamily="49" charset="0"/>
                <a:ea typeface="Times New Roman" pitchFamily="18" charset="0"/>
                <a:cs typeface="Courier New" pitchFamily="49" charset="0"/>
              </a:rPr>
              <a:t> private void </a:t>
            </a:r>
            <a:r>
              <a:rPr lang="en-US" sz="1400" dirty="0" err="1">
                <a:latin typeface="Courier New" pitchFamily="49" charset="0"/>
                <a:ea typeface="Times New Roman" pitchFamily="18" charset="0"/>
                <a:cs typeface="Courier New" pitchFamily="49" charset="0"/>
              </a:rPr>
              <a:t>buildheap</a:t>
            </a:r>
            <a:r>
              <a:rPr lang="en-US" sz="1400" dirty="0">
                <a:latin typeface="Courier New" pitchFamily="49" charset="0"/>
                <a:ea typeface="Times New Roman" pitchFamily="18" charset="0"/>
                <a:cs typeface="Courier New" pitchFamily="49" charset="0"/>
              </a:rPr>
              <a: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n/2 - 1;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0;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sift(a,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cont.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55</a:t>
            </a:fld>
            <a:endParaRPr lang="en-US"/>
          </a:p>
        </p:txBody>
      </p:sp>
      <p:sp>
        <p:nvSpPr>
          <p:cNvPr id="6" name="Rectangle 5"/>
          <p:cNvSpPr/>
          <p:nvPr/>
        </p:nvSpPr>
        <p:spPr>
          <a:xfrm>
            <a:off x="0" y="1340768"/>
            <a:ext cx="8892480" cy="3108543"/>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void sift(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2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 first descendant of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left)</a:t>
            </a:r>
          </a:p>
          <a:p>
            <a:r>
              <a:rPr lang="en-US" sz="1400" dirty="0">
                <a:latin typeface="Courier New" pitchFamily="49" charset="0"/>
                <a:ea typeface="Times New Roman" pitchFamily="18" charset="0"/>
                <a:cs typeface="Courier New" pitchFamily="49" charset="0"/>
              </a:rPr>
              <a:t>        while (j &lt; n) {</a:t>
            </a:r>
          </a:p>
          <a:p>
            <a:r>
              <a:rPr lang="en-US" sz="1400" dirty="0">
                <a:latin typeface="Courier New" pitchFamily="49" charset="0"/>
                <a:ea typeface="Times New Roman" pitchFamily="18" charset="0"/>
                <a:cs typeface="Courier New" pitchFamily="49" charset="0"/>
              </a:rPr>
              <a:t>            if (j + 1 &lt; n) // is there a second descendant? 2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+ 2 (at right)</a:t>
            </a:r>
          </a:p>
          <a:p>
            <a:r>
              <a:rPr lang="en-US" sz="1400" dirty="0">
                <a:latin typeface="Courier New" pitchFamily="49" charset="0"/>
                <a:ea typeface="Times New Roman" pitchFamily="18" charset="0"/>
                <a:cs typeface="Courier New" pitchFamily="49" charset="0"/>
              </a:rPr>
              <a:t>                if (a[j + 1] &gt; a[j])</a:t>
            </a:r>
          </a:p>
          <a:p>
            <a:r>
              <a:rPr lang="en-US" sz="1400" dirty="0">
                <a:latin typeface="Courier New" pitchFamily="49" charset="0"/>
                <a:ea typeface="Times New Roman" pitchFamily="18" charset="0"/>
                <a:cs typeface="Courier New" pitchFamily="49" charset="0"/>
              </a:rPr>
              <a:t>                    j++; // j is the descendant of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with maximum value</a:t>
            </a:r>
          </a:p>
          <a:p>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a[j])</a:t>
            </a:r>
          </a:p>
          <a:p>
            <a:r>
              <a:rPr lang="en-US" sz="1400" dirty="0">
                <a:latin typeface="Courier New" pitchFamily="49" charset="0"/>
                <a:ea typeface="Times New Roman" pitchFamily="18" charset="0"/>
                <a:cs typeface="Courier New" pitchFamily="49" charset="0"/>
              </a:rPr>
              <a:t>                return;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has heap property</a:t>
            </a:r>
          </a:p>
          <a:p>
            <a:r>
              <a:rPr lang="en-US" sz="1400" dirty="0">
                <a:latin typeface="Courier New" pitchFamily="49" charset="0"/>
                <a:ea typeface="Times New Roman" pitchFamily="18" charset="0"/>
                <a:cs typeface="Courier New" pitchFamily="49" charset="0"/>
              </a:rPr>
              <a:t>            // otherwise</a:t>
            </a:r>
          </a:p>
          <a:p>
            <a:r>
              <a:rPr lang="en-US" sz="1400" dirty="0">
                <a:latin typeface="Courier New" pitchFamily="49" charset="0"/>
                <a:ea typeface="Times New Roman" pitchFamily="18" charset="0"/>
                <a:cs typeface="Courier New" pitchFamily="49" charset="0"/>
              </a:rPr>
              <a:t>            exchange(a,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j); // exchange values at locations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and j</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j;</a:t>
            </a:r>
          </a:p>
          <a:p>
            <a:r>
              <a:rPr lang="en-US" sz="1400" dirty="0">
                <a:latin typeface="Courier New" pitchFamily="49" charset="0"/>
                <a:ea typeface="Times New Roman" pitchFamily="18" charset="0"/>
                <a:cs typeface="Courier New" pitchFamily="49" charset="0"/>
              </a:rPr>
              <a:t>            j = 2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
        <p:nvSpPr>
          <p:cNvPr id="7" name="Rectangle 6"/>
          <p:cNvSpPr/>
          <p:nvPr/>
        </p:nvSpPr>
        <p:spPr>
          <a:xfrm>
            <a:off x="0" y="4653136"/>
            <a:ext cx="5976664" cy="1169551"/>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void exchange(</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a[j];</a:t>
            </a:r>
          </a:p>
          <a:p>
            <a:r>
              <a:rPr lang="en-US" sz="1400" dirty="0">
                <a:latin typeface="Courier New" pitchFamily="49" charset="0"/>
                <a:ea typeface="Times New Roman" pitchFamily="18" charset="0"/>
                <a:cs typeface="Courier New" pitchFamily="49" charset="0"/>
              </a:rPr>
              <a:t>        a[j] = temp;</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The importance of appropriate algorithms</a:t>
            </a:r>
          </a:p>
          <a:p>
            <a:r>
              <a:rPr lang="en-US" dirty="0"/>
              <a:t>How algorithms are compared</a:t>
            </a:r>
          </a:p>
          <a:p>
            <a:r>
              <a:rPr lang="en-US" dirty="0"/>
              <a:t>Why appropriate data structures are important</a:t>
            </a:r>
          </a:p>
          <a:p>
            <a:r>
              <a:rPr lang="en-US" dirty="0"/>
              <a:t>Utilization of the strategy design pattern</a:t>
            </a:r>
          </a:p>
          <a:p>
            <a:r>
              <a:rPr lang="en-US" dirty="0"/>
              <a:t>A number of sorting algorithms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3390</TotalTime>
  <Words>4506</Words>
  <Application>Microsoft Office PowerPoint</Application>
  <PresentationFormat>On-screen Show (4:3)</PresentationFormat>
  <Paragraphs>538</Paragraphs>
  <Slides>56</Slides>
  <Notes>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1" baseType="lpstr">
      <vt:lpstr>Arial</vt:lpstr>
      <vt:lpstr>Calibri</vt:lpstr>
      <vt:lpstr>Courier New</vt:lpstr>
      <vt:lpstr>Office Theme</vt:lpstr>
      <vt:lpstr>Equation</vt:lpstr>
      <vt:lpstr>Algorithms</vt:lpstr>
      <vt:lpstr>PowerPoint Presentation</vt:lpstr>
      <vt:lpstr>PowerPoint Presentation</vt:lpstr>
      <vt:lpstr>Bubble Sort</vt:lpstr>
      <vt:lpstr>PowerPoint Presentation</vt:lpstr>
      <vt:lpstr>PowerPoint Presentation</vt:lpstr>
      <vt:lpstr>PowerPoint Presentation</vt:lpstr>
      <vt:lpstr>In this lecture you will learn:</vt:lpstr>
      <vt:lpstr>Selection Sort</vt:lpstr>
      <vt:lpstr>PowerPoint Presentation</vt:lpstr>
      <vt:lpstr>Algorithm</vt:lpstr>
      <vt:lpstr>Euclid’s algorithm</vt:lpstr>
      <vt:lpstr>Interesting aspects</vt:lpstr>
      <vt:lpstr>Euclid’s algorithm (cont)</vt:lpstr>
      <vt:lpstr>Equivalent Algorithms: which is preferable and why?</vt:lpstr>
      <vt:lpstr>Recursive algorithms</vt:lpstr>
      <vt:lpstr>Another example</vt:lpstr>
      <vt:lpstr>Iterative Equivalent</vt:lpstr>
      <vt:lpstr>2 ways of adding up Array elements</vt:lpstr>
      <vt:lpstr>Two recursive approaches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Big O notation</vt:lpstr>
      <vt:lpstr>O(1)</vt:lpstr>
      <vt:lpstr>O(n)</vt:lpstr>
      <vt:lpstr>O(n2)</vt:lpstr>
      <vt:lpstr>O(2n)</vt:lpstr>
      <vt:lpstr>O(log n)</vt:lpstr>
      <vt:lpstr>O(log n) - A recursive implementation</vt:lpstr>
      <vt:lpstr>Asymptotic growth rates</vt:lpstr>
      <vt:lpstr>Bubble Sort</vt:lpstr>
      <vt:lpstr>Bubble Sort</vt:lpstr>
      <vt:lpstr>Shaker Sort</vt:lpstr>
      <vt:lpstr>Analysis of Bubble Sort and Shaker Sort</vt:lpstr>
      <vt:lpstr>Analysis of Bubble Sort and Shaker Sort</vt:lpstr>
      <vt:lpstr>Working with a Linked Structure</vt:lpstr>
      <vt:lpstr>Insert Sort</vt:lpstr>
      <vt:lpstr>Binary Insert Sort</vt:lpstr>
      <vt:lpstr>Analysis of Insert Sort</vt:lpstr>
      <vt:lpstr>Analysis of Insert Sort</vt:lpstr>
      <vt:lpstr>Select Sort</vt:lpstr>
      <vt:lpstr>Shell Sort</vt:lpstr>
      <vt:lpstr>Shell Sort</vt:lpstr>
      <vt:lpstr>Quick Sort</vt:lpstr>
      <vt:lpstr>Quick Sort cont.</vt:lpstr>
      <vt:lpstr>Heap Sort</vt:lpstr>
      <vt:lpstr>Heap Sort cont.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dc:title>
  <dc:creator>MakhuraneT</dc:creator>
  <cp:lastModifiedBy>Tem Makhurane</cp:lastModifiedBy>
  <cp:revision>31</cp:revision>
  <dcterms:created xsi:type="dcterms:W3CDTF">2012-08-20T09:35:54Z</dcterms:created>
  <dcterms:modified xsi:type="dcterms:W3CDTF">2025-02-06T16:28:09Z</dcterms:modified>
</cp:coreProperties>
</file>