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97" r:id="rId4"/>
    <p:sldId id="298" r:id="rId5"/>
    <p:sldId id="300" r:id="rId6"/>
    <p:sldId id="301" r:id="rId7"/>
    <p:sldId id="302" r:id="rId8"/>
    <p:sldId id="303" r:id="rId9"/>
    <p:sldId id="304" r:id="rId10"/>
    <p:sldId id="305" r:id="rId11"/>
    <p:sldId id="306" r:id="rId12"/>
    <p:sldId id="307" r:id="rId13"/>
    <p:sldId id="265" r:id="rId14"/>
    <p:sldId id="268" r:id="rId15"/>
    <p:sldId id="281" r:id="rId16"/>
    <p:sldId id="282" r:id="rId17"/>
    <p:sldId id="270" r:id="rId18"/>
    <p:sldId id="283" r:id="rId19"/>
    <p:sldId id="284" r:id="rId20"/>
    <p:sldId id="285" r:id="rId21"/>
    <p:sldId id="271" r:id="rId22"/>
    <p:sldId id="286" r:id="rId23"/>
    <p:sldId id="287" r:id="rId24"/>
    <p:sldId id="274" r:id="rId25"/>
    <p:sldId id="288" r:id="rId26"/>
    <p:sldId id="289" r:id="rId27"/>
    <p:sldId id="272" r:id="rId28"/>
    <p:sldId id="290" r:id="rId29"/>
    <p:sldId id="291" r:id="rId30"/>
    <p:sldId id="292" r:id="rId31"/>
    <p:sldId id="275" r:id="rId32"/>
    <p:sldId id="277" r:id="rId33"/>
    <p:sldId id="293" r:id="rId34"/>
    <p:sldId id="294" r:id="rId35"/>
    <p:sldId id="295" r:id="rId36"/>
    <p:sldId id="296" r:id="rId37"/>
    <p:sldId id="280" r:id="rId38"/>
  </p:sldIdLst>
  <p:sldSz cx="9753600" cy="7315200"/>
  <p:notesSz cx="6858000" cy="9144000"/>
  <p:embeddedFontLst>
    <p:embeddedFont>
      <p:font typeface="League Spartan" panose="020B0604020202020204" charset="0"/>
      <p:regular r:id="rId39"/>
    </p:embeddedFont>
    <p:embeddedFont>
      <p:font typeface="Open Sans" panose="020B0606030504020204" pitchFamily="34" charset="0"/>
      <p:regular r:id="rId40"/>
      <p:bold r:id="rId41"/>
      <p:italic r:id="rId42"/>
      <p:boldItalic r:id="rId43"/>
    </p:embeddedFont>
    <p:embeddedFont>
      <p:font typeface="Open Sans Bold" panose="020B0806030504020204" charset="0"/>
      <p:regular r:id="rId44"/>
      <p:bold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2112A7-FDFF-495C-B094-D33297A09E3A}" v="30" dt="2025-07-28T08:30:04.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159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172112A7-FDFF-495C-B094-D33297A09E3A}"/>
    <pc:docChg chg="undo custSel addSld delSld modSld sldOrd modMainMaster">
      <pc:chgData name="Errol Francke" userId="1baf5052-8130-4f07-8591-895c85ed967e" providerId="ADAL" clId="{172112A7-FDFF-495C-B094-D33297A09E3A}" dt="2025-07-28T08:38:22.708" v="866" actId="113"/>
      <pc:docMkLst>
        <pc:docMk/>
      </pc:docMkLst>
      <pc:sldChg chg="modSp mod">
        <pc:chgData name="Errol Francke" userId="1baf5052-8130-4f07-8591-895c85ed967e" providerId="ADAL" clId="{172112A7-FDFF-495C-B094-D33297A09E3A}" dt="2025-07-22T09:41:59.663" v="23" actId="20577"/>
        <pc:sldMkLst>
          <pc:docMk/>
          <pc:sldMk cId="0" sldId="256"/>
        </pc:sldMkLst>
        <pc:spChg chg="mod">
          <ac:chgData name="Errol Francke" userId="1baf5052-8130-4f07-8591-895c85ed967e" providerId="ADAL" clId="{172112A7-FDFF-495C-B094-D33297A09E3A}" dt="2025-07-22T09:41:22.475" v="13" actId="20577"/>
          <ac:spMkLst>
            <pc:docMk/>
            <pc:sldMk cId="0" sldId="256"/>
            <ac:spMk id="4" creationId="{00000000-0000-0000-0000-000000000000}"/>
          </ac:spMkLst>
        </pc:spChg>
        <pc:spChg chg="mod">
          <ac:chgData name="Errol Francke" userId="1baf5052-8130-4f07-8591-895c85ed967e" providerId="ADAL" clId="{172112A7-FDFF-495C-B094-D33297A09E3A}" dt="2025-07-22T09:41:59.663" v="23" actId="20577"/>
          <ac:spMkLst>
            <pc:docMk/>
            <pc:sldMk cId="0" sldId="256"/>
            <ac:spMk id="6" creationId="{00000000-0000-0000-0000-000000000000}"/>
          </ac:spMkLst>
        </pc:spChg>
      </pc:sldChg>
      <pc:sldChg chg="del">
        <pc:chgData name="Errol Francke" userId="1baf5052-8130-4f07-8591-895c85ed967e" providerId="ADAL" clId="{172112A7-FDFF-495C-B094-D33297A09E3A}" dt="2025-07-22T09:42:09.696" v="24" actId="47"/>
        <pc:sldMkLst>
          <pc:docMk/>
          <pc:sldMk cId="0" sldId="257"/>
        </pc:sldMkLst>
      </pc:sldChg>
      <pc:sldChg chg="modSp mod setBg">
        <pc:chgData name="Errol Francke" userId="1baf5052-8130-4f07-8591-895c85ed967e" providerId="ADAL" clId="{172112A7-FDFF-495C-B094-D33297A09E3A}" dt="2025-07-28T08:25:15.179" v="722"/>
        <pc:sldMkLst>
          <pc:docMk/>
          <pc:sldMk cId="0" sldId="264"/>
        </pc:sldMkLst>
        <pc:spChg chg="mod">
          <ac:chgData name="Errol Francke" userId="1baf5052-8130-4f07-8591-895c85ed967e" providerId="ADAL" clId="{172112A7-FDFF-495C-B094-D33297A09E3A}" dt="2025-07-22T09:44:49.240" v="68" actId="6549"/>
          <ac:spMkLst>
            <pc:docMk/>
            <pc:sldMk cId="0" sldId="264"/>
            <ac:spMk id="5" creationId="{00000000-0000-0000-0000-000000000000}"/>
          </ac:spMkLst>
        </pc:spChg>
        <pc:spChg chg="mod">
          <ac:chgData name="Errol Francke" userId="1baf5052-8130-4f07-8591-895c85ed967e" providerId="ADAL" clId="{172112A7-FDFF-495C-B094-D33297A09E3A}" dt="2025-07-22T09:48:11.204" v="122" actId="108"/>
          <ac:spMkLst>
            <pc:docMk/>
            <pc:sldMk cId="0" sldId="264"/>
            <ac:spMk id="6" creationId="{00000000-0000-0000-0000-000000000000}"/>
          </ac:spMkLst>
        </pc:spChg>
        <pc:spChg chg="mod">
          <ac:chgData name="Errol Francke" userId="1baf5052-8130-4f07-8591-895c85ed967e" providerId="ADAL" clId="{172112A7-FDFF-495C-B094-D33297A09E3A}" dt="2025-07-22T09:48:24.450" v="135" actId="20577"/>
          <ac:spMkLst>
            <pc:docMk/>
            <pc:sldMk cId="0" sldId="264"/>
            <ac:spMk id="7" creationId="{00000000-0000-0000-0000-000000000000}"/>
          </ac:spMkLst>
        </pc:spChg>
        <pc:spChg chg="mod">
          <ac:chgData name="Errol Francke" userId="1baf5052-8130-4f07-8591-895c85ed967e" providerId="ADAL" clId="{172112A7-FDFF-495C-B094-D33297A09E3A}" dt="2025-07-22T09:48:28.566" v="136" actId="6549"/>
          <ac:spMkLst>
            <pc:docMk/>
            <pc:sldMk cId="0" sldId="264"/>
            <ac:spMk id="8" creationId="{00000000-0000-0000-0000-000000000000}"/>
          </ac:spMkLst>
        </pc:spChg>
      </pc:sldChg>
      <pc:sldChg chg="addSp delSp modSp mod setBg">
        <pc:chgData name="Errol Francke" userId="1baf5052-8130-4f07-8591-895c85ed967e" providerId="ADAL" clId="{172112A7-FDFF-495C-B094-D33297A09E3A}" dt="2025-07-28T08:25:15.179" v="722"/>
        <pc:sldMkLst>
          <pc:docMk/>
          <pc:sldMk cId="0" sldId="265"/>
        </pc:sldMkLst>
        <pc:spChg chg="add mod">
          <ac:chgData name="Errol Francke" userId="1baf5052-8130-4f07-8591-895c85ed967e" providerId="ADAL" clId="{172112A7-FDFF-495C-B094-D33297A09E3A}" dt="2025-07-22T09:58:01.150" v="180"/>
          <ac:spMkLst>
            <pc:docMk/>
            <pc:sldMk cId="0" sldId="265"/>
            <ac:spMk id="5" creationId="{CCFC1924-8947-72AD-7C5B-4773AE7EDE69}"/>
          </ac:spMkLst>
        </pc:spChg>
        <pc:spChg chg="mod">
          <ac:chgData name="Errol Francke" userId="1baf5052-8130-4f07-8591-895c85ed967e" providerId="ADAL" clId="{172112A7-FDFF-495C-B094-D33297A09E3A}" dt="2025-07-22T09:51:24.178" v="144" actId="1076"/>
          <ac:spMkLst>
            <pc:docMk/>
            <pc:sldMk cId="0" sldId="265"/>
            <ac:spMk id="6" creationId="{00000000-0000-0000-0000-000000000000}"/>
          </ac:spMkLst>
        </pc:spChg>
        <pc:spChg chg="mod">
          <ac:chgData name="Errol Francke" userId="1baf5052-8130-4f07-8591-895c85ed967e" providerId="ADAL" clId="{172112A7-FDFF-495C-B094-D33297A09E3A}" dt="2025-07-22T09:52:21.003" v="149" actId="20577"/>
          <ac:spMkLst>
            <pc:docMk/>
            <pc:sldMk cId="0" sldId="265"/>
            <ac:spMk id="7" creationId="{00000000-0000-0000-0000-000000000000}"/>
          </ac:spMkLst>
        </pc:spChg>
        <pc:picChg chg="mod">
          <ac:chgData name="Errol Francke" userId="1baf5052-8130-4f07-8591-895c85ed967e" providerId="ADAL" clId="{172112A7-FDFF-495C-B094-D33297A09E3A}" dt="2025-07-22T09:51:02.967" v="143" actId="1076"/>
          <ac:picMkLst>
            <pc:docMk/>
            <pc:sldMk cId="0" sldId="265"/>
            <ac:picMk id="2" creationId="{00000000-0000-0000-0000-000000000000}"/>
          </ac:picMkLst>
        </pc:picChg>
        <pc:picChg chg="add mod">
          <ac:chgData name="Errol Francke" userId="1baf5052-8130-4f07-8591-895c85ed967e" providerId="ADAL" clId="{172112A7-FDFF-495C-B094-D33297A09E3A}" dt="2025-07-22T09:50:45.371" v="142" actId="14100"/>
          <ac:picMkLst>
            <pc:docMk/>
            <pc:sldMk cId="0" sldId="265"/>
            <ac:picMk id="3" creationId="{7F2B763E-F25E-DB9D-9B0E-0BD00D555F35}"/>
          </ac:picMkLst>
        </pc:picChg>
      </pc:sldChg>
      <pc:sldChg chg="del">
        <pc:chgData name="Errol Francke" userId="1baf5052-8130-4f07-8591-895c85ed967e" providerId="ADAL" clId="{172112A7-FDFF-495C-B094-D33297A09E3A}" dt="2025-07-22T10:14:10.503" v="241" actId="47"/>
        <pc:sldMkLst>
          <pc:docMk/>
          <pc:sldMk cId="0" sldId="266"/>
        </pc:sldMkLst>
      </pc:sldChg>
      <pc:sldChg chg="addSp delSp modSp mod setBg">
        <pc:chgData name="Errol Francke" userId="1baf5052-8130-4f07-8591-895c85ed967e" providerId="ADAL" clId="{172112A7-FDFF-495C-B094-D33297A09E3A}" dt="2025-07-28T08:25:15.179" v="722"/>
        <pc:sldMkLst>
          <pc:docMk/>
          <pc:sldMk cId="2128268775" sldId="268"/>
        </pc:sldMkLst>
        <pc:spChg chg="add mod">
          <ac:chgData name="Errol Francke" userId="1baf5052-8130-4f07-8591-895c85ed967e" providerId="ADAL" clId="{172112A7-FDFF-495C-B094-D33297A09E3A}" dt="2025-07-22T09:56:36.245" v="177" actId="20577"/>
          <ac:spMkLst>
            <pc:docMk/>
            <pc:sldMk cId="2128268775" sldId="268"/>
            <ac:spMk id="4" creationId="{D1AE3155-BD25-3001-62AD-C1594BDCEB7D}"/>
          </ac:spMkLst>
        </pc:spChg>
        <pc:spChg chg="mod">
          <ac:chgData name="Errol Francke" userId="1baf5052-8130-4f07-8591-895c85ed967e" providerId="ADAL" clId="{172112A7-FDFF-495C-B094-D33297A09E3A}" dt="2025-07-22T10:12:30.037" v="238" actId="20577"/>
          <ac:spMkLst>
            <pc:docMk/>
            <pc:sldMk cId="2128268775" sldId="268"/>
            <ac:spMk id="6" creationId="{C9989A88-0A2E-BB79-3D78-5D9EA17987EE}"/>
          </ac:spMkLst>
        </pc:spChg>
        <pc:spChg chg="mod">
          <ac:chgData name="Errol Francke" userId="1baf5052-8130-4f07-8591-895c85ed967e" providerId="ADAL" clId="{172112A7-FDFF-495C-B094-D33297A09E3A}" dt="2025-07-22T09:59:11.972" v="193" actId="14100"/>
          <ac:spMkLst>
            <pc:docMk/>
            <pc:sldMk cId="2128268775" sldId="268"/>
            <ac:spMk id="7" creationId="{A8615C9E-1673-95E5-E7C6-138CAAD35AF5}"/>
          </ac:spMkLst>
        </pc:spChg>
        <pc:picChg chg="add mod">
          <ac:chgData name="Errol Francke" userId="1baf5052-8130-4f07-8591-895c85ed967e" providerId="ADAL" clId="{172112A7-FDFF-495C-B094-D33297A09E3A}" dt="2025-07-22T09:55:27.299" v="157" actId="14100"/>
          <ac:picMkLst>
            <pc:docMk/>
            <pc:sldMk cId="2128268775" sldId="268"/>
            <ac:picMk id="1026" creationId="{40A3AC0F-DD07-F6BE-4C73-2C99347AA333}"/>
          </ac:picMkLst>
        </pc:picChg>
      </pc:sldChg>
      <pc:sldChg chg="del">
        <pc:chgData name="Errol Francke" userId="1baf5052-8130-4f07-8591-895c85ed967e" providerId="ADAL" clId="{172112A7-FDFF-495C-B094-D33297A09E3A}" dt="2025-07-22T10:14:07.651" v="240" actId="47"/>
        <pc:sldMkLst>
          <pc:docMk/>
          <pc:sldMk cId="1386715259" sldId="269"/>
        </pc:sldMkLst>
      </pc:sldChg>
      <pc:sldChg chg="modSp mod setBg">
        <pc:chgData name="Errol Francke" userId="1baf5052-8130-4f07-8591-895c85ed967e" providerId="ADAL" clId="{172112A7-FDFF-495C-B094-D33297A09E3A}" dt="2025-07-28T08:25:15.179" v="722"/>
        <pc:sldMkLst>
          <pc:docMk/>
          <pc:sldMk cId="1491343941" sldId="270"/>
        </pc:sldMkLst>
        <pc:spChg chg="mod">
          <ac:chgData name="Errol Francke" userId="1baf5052-8130-4f07-8591-895c85ed967e" providerId="ADAL" clId="{172112A7-FDFF-495C-B094-D33297A09E3A}" dt="2025-07-22T10:16:20.129" v="265" actId="114"/>
          <ac:spMkLst>
            <pc:docMk/>
            <pc:sldMk cId="1491343941" sldId="270"/>
            <ac:spMk id="6" creationId="{1D9FFD82-A9C4-1AD3-4D37-1C748CFD95E6}"/>
          </ac:spMkLst>
        </pc:spChg>
        <pc:spChg chg="mod">
          <ac:chgData name="Errol Francke" userId="1baf5052-8130-4f07-8591-895c85ed967e" providerId="ADAL" clId="{172112A7-FDFF-495C-B094-D33297A09E3A}" dt="2025-07-22T10:56:50.107" v="328" actId="113"/>
          <ac:spMkLst>
            <pc:docMk/>
            <pc:sldMk cId="1491343941" sldId="270"/>
            <ac:spMk id="7" creationId="{E96F5B96-639B-316E-D691-EC93B900FF4A}"/>
          </ac:spMkLst>
        </pc:spChg>
      </pc:sldChg>
      <pc:sldChg chg="modSp mod setBg">
        <pc:chgData name="Errol Francke" userId="1baf5052-8130-4f07-8591-895c85ed967e" providerId="ADAL" clId="{172112A7-FDFF-495C-B094-D33297A09E3A}" dt="2025-07-28T08:25:15.179" v="722"/>
        <pc:sldMkLst>
          <pc:docMk/>
          <pc:sldMk cId="1527511166" sldId="271"/>
        </pc:sldMkLst>
        <pc:spChg chg="mod">
          <ac:chgData name="Errol Francke" userId="1baf5052-8130-4f07-8591-895c85ed967e" providerId="ADAL" clId="{172112A7-FDFF-495C-B094-D33297A09E3A}" dt="2025-07-22T16:08:45.510" v="447" actId="20577"/>
          <ac:spMkLst>
            <pc:docMk/>
            <pc:sldMk cId="1527511166" sldId="271"/>
            <ac:spMk id="6" creationId="{73572267-F98E-3ED1-3813-E346232CC9C9}"/>
          </ac:spMkLst>
        </pc:spChg>
        <pc:spChg chg="mod">
          <ac:chgData name="Errol Francke" userId="1baf5052-8130-4f07-8591-895c85ed967e" providerId="ADAL" clId="{172112A7-FDFF-495C-B094-D33297A09E3A}" dt="2025-07-22T16:09:48.079" v="457" actId="255"/>
          <ac:spMkLst>
            <pc:docMk/>
            <pc:sldMk cId="1527511166" sldId="271"/>
            <ac:spMk id="7" creationId="{D327CCCB-86D8-65E1-20F7-26AFCDDA78C2}"/>
          </ac:spMkLst>
        </pc:spChg>
      </pc:sldChg>
      <pc:sldChg chg="modSp mod setBg">
        <pc:chgData name="Errol Francke" userId="1baf5052-8130-4f07-8591-895c85ed967e" providerId="ADAL" clId="{172112A7-FDFF-495C-B094-D33297A09E3A}" dt="2025-07-28T08:25:15.179" v="722"/>
        <pc:sldMkLst>
          <pc:docMk/>
          <pc:sldMk cId="1330026504" sldId="272"/>
        </pc:sldMkLst>
        <pc:spChg chg="mod">
          <ac:chgData name="Errol Francke" userId="1baf5052-8130-4f07-8591-895c85ed967e" providerId="ADAL" clId="{172112A7-FDFF-495C-B094-D33297A09E3A}" dt="2025-07-22T16:22:56.673" v="521" actId="14100"/>
          <ac:spMkLst>
            <pc:docMk/>
            <pc:sldMk cId="1330026504" sldId="272"/>
            <ac:spMk id="6" creationId="{E8E429A9-F2AE-9FDE-414C-CBE6ECD92354}"/>
          </ac:spMkLst>
        </pc:spChg>
        <pc:spChg chg="mod">
          <ac:chgData name="Errol Francke" userId="1baf5052-8130-4f07-8591-895c85ed967e" providerId="ADAL" clId="{172112A7-FDFF-495C-B094-D33297A09E3A}" dt="2025-07-22T16:24:22.736" v="526" actId="255"/>
          <ac:spMkLst>
            <pc:docMk/>
            <pc:sldMk cId="1330026504" sldId="272"/>
            <ac:spMk id="7" creationId="{7B40FC34-AAA4-F7C7-3C2E-FC079CC99463}"/>
          </ac:spMkLst>
        </pc:spChg>
      </pc:sldChg>
      <pc:sldChg chg="del">
        <pc:chgData name="Errol Francke" userId="1baf5052-8130-4f07-8591-895c85ed967e" providerId="ADAL" clId="{172112A7-FDFF-495C-B094-D33297A09E3A}" dt="2025-07-22T16:33:01.782" v="554" actId="47"/>
        <pc:sldMkLst>
          <pc:docMk/>
          <pc:sldMk cId="1737080354" sldId="273"/>
        </pc:sldMkLst>
      </pc:sldChg>
      <pc:sldChg chg="modSp mod ord setBg">
        <pc:chgData name="Errol Francke" userId="1baf5052-8130-4f07-8591-895c85ed967e" providerId="ADAL" clId="{172112A7-FDFF-495C-B094-D33297A09E3A}" dt="2025-07-28T08:25:15.179" v="722"/>
        <pc:sldMkLst>
          <pc:docMk/>
          <pc:sldMk cId="1868480073" sldId="274"/>
        </pc:sldMkLst>
        <pc:spChg chg="mod">
          <ac:chgData name="Errol Francke" userId="1baf5052-8130-4f07-8591-895c85ed967e" providerId="ADAL" clId="{172112A7-FDFF-495C-B094-D33297A09E3A}" dt="2025-07-22T16:16:14.160" v="495" actId="20577"/>
          <ac:spMkLst>
            <pc:docMk/>
            <pc:sldMk cId="1868480073" sldId="274"/>
            <ac:spMk id="6" creationId="{3648A38E-5155-030A-E37F-C5C1F3316966}"/>
          </ac:spMkLst>
        </pc:spChg>
        <pc:spChg chg="mod">
          <ac:chgData name="Errol Francke" userId="1baf5052-8130-4f07-8591-895c85ed967e" providerId="ADAL" clId="{172112A7-FDFF-495C-B094-D33297A09E3A}" dt="2025-07-22T16:16:06.631" v="493" actId="1076"/>
          <ac:spMkLst>
            <pc:docMk/>
            <pc:sldMk cId="1868480073" sldId="274"/>
            <ac:spMk id="7" creationId="{E6723201-66B3-30AA-1601-CFA681188F04}"/>
          </ac:spMkLst>
        </pc:spChg>
      </pc:sldChg>
      <pc:sldChg chg="modSp mod setBg">
        <pc:chgData name="Errol Francke" userId="1baf5052-8130-4f07-8591-895c85ed967e" providerId="ADAL" clId="{172112A7-FDFF-495C-B094-D33297A09E3A}" dt="2025-07-28T08:25:15.179" v="722"/>
        <pc:sldMkLst>
          <pc:docMk/>
          <pc:sldMk cId="2166769580" sldId="275"/>
        </pc:sldMkLst>
        <pc:spChg chg="mod">
          <ac:chgData name="Errol Francke" userId="1baf5052-8130-4f07-8591-895c85ed967e" providerId="ADAL" clId="{172112A7-FDFF-495C-B094-D33297A09E3A}" dt="2025-07-22T16:34:49.580" v="582" actId="1076"/>
          <ac:spMkLst>
            <pc:docMk/>
            <pc:sldMk cId="2166769580" sldId="275"/>
            <ac:spMk id="6" creationId="{0060170F-4B4C-8E1E-5951-731CFB61076D}"/>
          </ac:spMkLst>
        </pc:spChg>
        <pc:spChg chg="mod">
          <ac:chgData name="Errol Francke" userId="1baf5052-8130-4f07-8591-895c85ed967e" providerId="ADAL" clId="{172112A7-FDFF-495C-B094-D33297A09E3A}" dt="2025-07-22T16:34:42.065" v="581" actId="27636"/>
          <ac:spMkLst>
            <pc:docMk/>
            <pc:sldMk cId="2166769580" sldId="275"/>
            <ac:spMk id="7" creationId="{CCA26851-8E60-F813-AF28-465754F51409}"/>
          </ac:spMkLst>
        </pc:spChg>
        <pc:picChg chg="mod">
          <ac:chgData name="Errol Francke" userId="1baf5052-8130-4f07-8591-895c85ed967e" providerId="ADAL" clId="{172112A7-FDFF-495C-B094-D33297A09E3A}" dt="2025-07-22T16:34:37.130" v="579" actId="1037"/>
          <ac:picMkLst>
            <pc:docMk/>
            <pc:sldMk cId="2166769580" sldId="275"/>
            <ac:picMk id="29" creationId="{1B788018-96E6-E984-2729-DE445AAD94A4}"/>
          </ac:picMkLst>
        </pc:picChg>
      </pc:sldChg>
      <pc:sldChg chg="del">
        <pc:chgData name="Errol Francke" userId="1baf5052-8130-4f07-8591-895c85ed967e" providerId="ADAL" clId="{172112A7-FDFF-495C-B094-D33297A09E3A}" dt="2025-07-22T16:35:11.202" v="583" actId="47"/>
        <pc:sldMkLst>
          <pc:docMk/>
          <pc:sldMk cId="4166049984" sldId="276"/>
        </pc:sldMkLst>
      </pc:sldChg>
      <pc:sldChg chg="modSp mod setBg">
        <pc:chgData name="Errol Francke" userId="1baf5052-8130-4f07-8591-895c85ed967e" providerId="ADAL" clId="{172112A7-FDFF-495C-B094-D33297A09E3A}" dt="2025-07-28T08:25:15.179" v="722"/>
        <pc:sldMkLst>
          <pc:docMk/>
          <pc:sldMk cId="3696147352" sldId="277"/>
        </pc:sldMkLst>
        <pc:spChg chg="mod">
          <ac:chgData name="Errol Francke" userId="1baf5052-8130-4f07-8591-895c85ed967e" providerId="ADAL" clId="{172112A7-FDFF-495C-B094-D33297A09E3A}" dt="2025-07-22T16:35:38.302" v="587" actId="20577"/>
          <ac:spMkLst>
            <pc:docMk/>
            <pc:sldMk cId="3696147352" sldId="277"/>
            <ac:spMk id="6" creationId="{84FF0E8A-82F6-9057-E68B-89AF2C230B18}"/>
          </ac:spMkLst>
        </pc:spChg>
        <pc:spChg chg="mod">
          <ac:chgData name="Errol Francke" userId="1baf5052-8130-4f07-8591-895c85ed967e" providerId="ADAL" clId="{172112A7-FDFF-495C-B094-D33297A09E3A}" dt="2025-07-22T16:37:49.102" v="603" actId="113"/>
          <ac:spMkLst>
            <pc:docMk/>
            <pc:sldMk cId="3696147352" sldId="277"/>
            <ac:spMk id="7" creationId="{72682EC4-003C-0FDC-8B9A-AAA0FCC3E1EC}"/>
          </ac:spMkLst>
        </pc:spChg>
      </pc:sldChg>
      <pc:sldChg chg="del">
        <pc:chgData name="Errol Francke" userId="1baf5052-8130-4f07-8591-895c85ed967e" providerId="ADAL" clId="{172112A7-FDFF-495C-B094-D33297A09E3A}" dt="2025-07-22T16:35:23.124" v="584" actId="47"/>
        <pc:sldMkLst>
          <pc:docMk/>
          <pc:sldMk cId="2943631147" sldId="278"/>
        </pc:sldMkLst>
      </pc:sldChg>
      <pc:sldChg chg="del">
        <pc:chgData name="Errol Francke" userId="1baf5052-8130-4f07-8591-895c85ed967e" providerId="ADAL" clId="{172112A7-FDFF-495C-B094-D33297A09E3A}" dt="2025-07-22T16:35:23.124" v="584" actId="47"/>
        <pc:sldMkLst>
          <pc:docMk/>
          <pc:sldMk cId="555215732" sldId="279"/>
        </pc:sldMkLst>
      </pc:sldChg>
      <pc:sldChg chg="delSp modSp mod setBg">
        <pc:chgData name="Errol Francke" userId="1baf5052-8130-4f07-8591-895c85ed967e" providerId="ADAL" clId="{172112A7-FDFF-495C-B094-D33297A09E3A}" dt="2025-07-28T08:25:15.179" v="722"/>
        <pc:sldMkLst>
          <pc:docMk/>
          <pc:sldMk cId="588567072" sldId="280"/>
        </pc:sldMkLst>
        <pc:spChg chg="mod">
          <ac:chgData name="Errol Francke" userId="1baf5052-8130-4f07-8591-895c85ed967e" providerId="ADAL" clId="{172112A7-FDFF-495C-B094-D33297A09E3A}" dt="2025-07-22T16:44:15.998" v="632" actId="122"/>
          <ac:spMkLst>
            <pc:docMk/>
            <pc:sldMk cId="588567072" sldId="280"/>
            <ac:spMk id="6" creationId="{50951ACA-268D-3D23-728E-5C843E9FD004}"/>
          </ac:spMkLst>
        </pc:spChg>
        <pc:spChg chg="mod">
          <ac:chgData name="Errol Francke" userId="1baf5052-8130-4f07-8591-895c85ed967e" providerId="ADAL" clId="{172112A7-FDFF-495C-B094-D33297A09E3A}" dt="2025-07-22T16:44:37.634" v="637" actId="20577"/>
          <ac:spMkLst>
            <pc:docMk/>
            <pc:sldMk cId="588567072" sldId="280"/>
            <ac:spMk id="7" creationId="{235F8F3E-7C1B-17CB-6292-B83B32620247}"/>
          </ac:spMkLst>
        </pc:spChg>
      </pc:sldChg>
      <pc:sldChg chg="modSp add mod setBg">
        <pc:chgData name="Errol Francke" userId="1baf5052-8130-4f07-8591-895c85ed967e" providerId="ADAL" clId="{172112A7-FDFF-495C-B094-D33297A09E3A}" dt="2025-07-28T08:25:15.179" v="722"/>
        <pc:sldMkLst>
          <pc:docMk/>
          <pc:sldMk cId="3306102903" sldId="281"/>
        </pc:sldMkLst>
        <pc:spChg chg="mod">
          <ac:chgData name="Errol Francke" userId="1baf5052-8130-4f07-8591-895c85ed967e" providerId="ADAL" clId="{172112A7-FDFF-495C-B094-D33297A09E3A}" dt="2025-07-22T10:12:36.809" v="239" actId="20577"/>
          <ac:spMkLst>
            <pc:docMk/>
            <pc:sldMk cId="3306102903" sldId="281"/>
            <ac:spMk id="6" creationId="{D55451D3-AB8B-A0D5-4E14-23DB80349C1B}"/>
          </ac:spMkLst>
        </pc:spChg>
        <pc:spChg chg="mod">
          <ac:chgData name="Errol Francke" userId="1baf5052-8130-4f07-8591-895c85ed967e" providerId="ADAL" clId="{172112A7-FDFF-495C-B094-D33297A09E3A}" dt="2025-07-22T10:09:01.703" v="201" actId="1076"/>
          <ac:spMkLst>
            <pc:docMk/>
            <pc:sldMk cId="3306102903" sldId="281"/>
            <ac:spMk id="7" creationId="{BEB4B708-7E2F-8845-6773-0A951D91FDEC}"/>
          </ac:spMkLst>
        </pc:spChg>
      </pc:sldChg>
      <pc:sldChg chg="modSp add mod setBg">
        <pc:chgData name="Errol Francke" userId="1baf5052-8130-4f07-8591-895c85ed967e" providerId="ADAL" clId="{172112A7-FDFF-495C-B094-D33297A09E3A}" dt="2025-07-28T08:25:15.179" v="722"/>
        <pc:sldMkLst>
          <pc:docMk/>
          <pc:sldMk cId="1318282931" sldId="282"/>
        </pc:sldMkLst>
        <pc:spChg chg="mod">
          <ac:chgData name="Errol Francke" userId="1baf5052-8130-4f07-8591-895c85ed967e" providerId="ADAL" clId="{172112A7-FDFF-495C-B094-D33297A09E3A}" dt="2025-07-22T10:12:24.608" v="237" actId="1076"/>
          <ac:spMkLst>
            <pc:docMk/>
            <pc:sldMk cId="1318282931" sldId="282"/>
            <ac:spMk id="6" creationId="{FC34A468-1F20-AEA8-DBE1-34E82C50DCAD}"/>
          </ac:spMkLst>
        </pc:spChg>
        <pc:spChg chg="mod">
          <ac:chgData name="Errol Francke" userId="1baf5052-8130-4f07-8591-895c85ed967e" providerId="ADAL" clId="{172112A7-FDFF-495C-B094-D33297A09E3A}" dt="2025-07-22T10:11:50.634" v="234" actId="20577"/>
          <ac:spMkLst>
            <pc:docMk/>
            <pc:sldMk cId="1318282931" sldId="282"/>
            <ac:spMk id="7" creationId="{418BCDFE-7C2F-5D43-DDCC-609F6AAABF43}"/>
          </ac:spMkLst>
        </pc:spChg>
        <pc:picChg chg="mod">
          <ac:chgData name="Errol Francke" userId="1baf5052-8130-4f07-8591-895c85ed967e" providerId="ADAL" clId="{172112A7-FDFF-495C-B094-D33297A09E3A}" dt="2025-07-22T10:11:27.593" v="230" actId="1076"/>
          <ac:picMkLst>
            <pc:docMk/>
            <pc:sldMk cId="1318282931" sldId="282"/>
            <ac:picMk id="2" creationId="{124BFC7A-3C99-5729-5763-179E444D4844}"/>
          </ac:picMkLst>
        </pc:picChg>
        <pc:picChg chg="mod">
          <ac:chgData name="Errol Francke" userId="1baf5052-8130-4f07-8591-895c85ed967e" providerId="ADAL" clId="{172112A7-FDFF-495C-B094-D33297A09E3A}" dt="2025-07-22T10:11:31.706" v="231" actId="1076"/>
          <ac:picMkLst>
            <pc:docMk/>
            <pc:sldMk cId="1318282931" sldId="282"/>
            <ac:picMk id="1026" creationId="{CE96D196-4335-C397-B16E-F594FDF81382}"/>
          </ac:picMkLst>
        </pc:picChg>
      </pc:sldChg>
      <pc:sldChg chg="modSp add mod setBg">
        <pc:chgData name="Errol Francke" userId="1baf5052-8130-4f07-8591-895c85ed967e" providerId="ADAL" clId="{172112A7-FDFF-495C-B094-D33297A09E3A}" dt="2025-07-28T08:25:15.179" v="722"/>
        <pc:sldMkLst>
          <pc:docMk/>
          <pc:sldMk cId="1553494547" sldId="283"/>
        </pc:sldMkLst>
        <pc:spChg chg="mod">
          <ac:chgData name="Errol Francke" userId="1baf5052-8130-4f07-8591-895c85ed967e" providerId="ADAL" clId="{172112A7-FDFF-495C-B094-D33297A09E3A}" dt="2025-07-22T15:59:38.331" v="370" actId="1035"/>
          <ac:spMkLst>
            <pc:docMk/>
            <pc:sldMk cId="1553494547" sldId="283"/>
            <ac:spMk id="6" creationId="{F4F13F0F-ADCE-5CA4-550F-7FE1F8B675EF}"/>
          </ac:spMkLst>
        </pc:spChg>
        <pc:spChg chg="mod">
          <ac:chgData name="Errol Francke" userId="1baf5052-8130-4f07-8591-895c85ed967e" providerId="ADAL" clId="{172112A7-FDFF-495C-B094-D33297A09E3A}" dt="2025-07-22T15:59:49.592" v="371" actId="14100"/>
          <ac:spMkLst>
            <pc:docMk/>
            <pc:sldMk cId="1553494547" sldId="283"/>
            <ac:spMk id="7" creationId="{FA27B283-6378-B018-8BDB-8802DC60A51D}"/>
          </ac:spMkLst>
        </pc:spChg>
      </pc:sldChg>
      <pc:sldChg chg="addSp delSp modSp add mod setBg">
        <pc:chgData name="Errol Francke" userId="1baf5052-8130-4f07-8591-895c85ed967e" providerId="ADAL" clId="{172112A7-FDFF-495C-B094-D33297A09E3A}" dt="2025-07-28T08:25:15.179" v="722"/>
        <pc:sldMkLst>
          <pc:docMk/>
          <pc:sldMk cId="2014885653" sldId="284"/>
        </pc:sldMkLst>
        <pc:spChg chg="mod">
          <ac:chgData name="Errol Francke" userId="1baf5052-8130-4f07-8591-895c85ed967e" providerId="ADAL" clId="{172112A7-FDFF-495C-B094-D33297A09E3A}" dt="2025-07-22T16:01:42.598" v="382" actId="26606"/>
          <ac:spMkLst>
            <pc:docMk/>
            <pc:sldMk cId="2014885653" sldId="284"/>
            <ac:spMk id="6" creationId="{E62CE25D-2670-46E6-94D3-356E8E88B04A}"/>
          </ac:spMkLst>
        </pc:spChg>
        <pc:spChg chg="mod">
          <ac:chgData name="Errol Francke" userId="1baf5052-8130-4f07-8591-895c85ed967e" providerId="ADAL" clId="{172112A7-FDFF-495C-B094-D33297A09E3A}" dt="2025-07-22T16:03:09.054" v="401"/>
          <ac:spMkLst>
            <pc:docMk/>
            <pc:sldMk cId="2014885653" sldId="284"/>
            <ac:spMk id="7" creationId="{E96E6C69-C524-E0EF-DD0D-7A57B18A4230}"/>
          </ac:spMkLst>
        </pc:spChg>
        <pc:spChg chg="add">
          <ac:chgData name="Errol Francke" userId="1baf5052-8130-4f07-8591-895c85ed967e" providerId="ADAL" clId="{172112A7-FDFF-495C-B094-D33297A09E3A}" dt="2025-07-22T16:01:42.598" v="382" actId="26606"/>
          <ac:spMkLst>
            <pc:docMk/>
            <pc:sldMk cId="2014885653" sldId="284"/>
            <ac:spMk id="32" creationId="{59A309A7-1751-4ABE-A3C1-EEC40366AD89}"/>
          </ac:spMkLst>
        </pc:spChg>
        <pc:spChg chg="add">
          <ac:chgData name="Errol Francke" userId="1baf5052-8130-4f07-8591-895c85ed967e" providerId="ADAL" clId="{172112A7-FDFF-495C-B094-D33297A09E3A}" dt="2025-07-22T16:01:42.598" v="382" actId="26606"/>
          <ac:spMkLst>
            <pc:docMk/>
            <pc:sldMk cId="2014885653" sldId="284"/>
            <ac:spMk id="34" creationId="{967D8EB6-EAE1-4F9C-B398-83321E287204}"/>
          </ac:spMkLst>
        </pc:spChg>
        <pc:picChg chg="add">
          <ac:chgData name="Errol Francke" userId="1baf5052-8130-4f07-8591-895c85ed967e" providerId="ADAL" clId="{172112A7-FDFF-495C-B094-D33297A09E3A}" dt="2025-07-22T16:01:42.598" v="382" actId="26606"/>
          <ac:picMkLst>
            <pc:docMk/>
            <pc:sldMk cId="2014885653" sldId="284"/>
            <ac:picMk id="29" creationId="{D6D3A1D7-A19A-70A9-497E-7EEC2DCBF039}"/>
          </ac:picMkLst>
        </pc:picChg>
      </pc:sldChg>
      <pc:sldChg chg="modSp add mod setBg">
        <pc:chgData name="Errol Francke" userId="1baf5052-8130-4f07-8591-895c85ed967e" providerId="ADAL" clId="{172112A7-FDFF-495C-B094-D33297A09E3A}" dt="2025-07-28T08:25:15.179" v="722"/>
        <pc:sldMkLst>
          <pc:docMk/>
          <pc:sldMk cId="2439035130" sldId="285"/>
        </pc:sldMkLst>
        <pc:spChg chg="mod">
          <ac:chgData name="Errol Francke" userId="1baf5052-8130-4f07-8591-895c85ed967e" providerId="ADAL" clId="{172112A7-FDFF-495C-B094-D33297A09E3A}" dt="2025-07-22T16:07:14.912" v="444" actId="113"/>
          <ac:spMkLst>
            <pc:docMk/>
            <pc:sldMk cId="2439035130" sldId="285"/>
            <ac:spMk id="7" creationId="{C5086B54-101D-B1E6-95B7-55DA5980E7F2}"/>
          </ac:spMkLst>
        </pc:spChg>
      </pc:sldChg>
      <pc:sldChg chg="modSp add mod setBg">
        <pc:chgData name="Errol Francke" userId="1baf5052-8130-4f07-8591-895c85ed967e" providerId="ADAL" clId="{172112A7-FDFF-495C-B094-D33297A09E3A}" dt="2025-07-28T08:25:15.179" v="722"/>
        <pc:sldMkLst>
          <pc:docMk/>
          <pc:sldMk cId="3499401176" sldId="286"/>
        </pc:sldMkLst>
        <pc:spChg chg="mod">
          <ac:chgData name="Errol Francke" userId="1baf5052-8130-4f07-8591-895c85ed967e" providerId="ADAL" clId="{172112A7-FDFF-495C-B094-D33297A09E3A}" dt="2025-07-22T16:12:04.796" v="468" actId="14100"/>
          <ac:spMkLst>
            <pc:docMk/>
            <pc:sldMk cId="3499401176" sldId="286"/>
            <ac:spMk id="7" creationId="{96BCAC56-8464-650F-B256-1AD0EA6E7B27}"/>
          </ac:spMkLst>
        </pc:spChg>
      </pc:sldChg>
      <pc:sldChg chg="modSp add mod setBg">
        <pc:chgData name="Errol Francke" userId="1baf5052-8130-4f07-8591-895c85ed967e" providerId="ADAL" clId="{172112A7-FDFF-495C-B094-D33297A09E3A}" dt="2025-07-28T08:25:15.179" v="722"/>
        <pc:sldMkLst>
          <pc:docMk/>
          <pc:sldMk cId="1005617416" sldId="287"/>
        </pc:sldMkLst>
        <pc:spChg chg="mod">
          <ac:chgData name="Errol Francke" userId="1baf5052-8130-4f07-8591-895c85ed967e" providerId="ADAL" clId="{172112A7-FDFF-495C-B094-D33297A09E3A}" dt="2025-07-22T16:13:02.712" v="473" actId="20577"/>
          <ac:spMkLst>
            <pc:docMk/>
            <pc:sldMk cId="1005617416" sldId="287"/>
            <ac:spMk id="7" creationId="{79CA7D66-E68B-ABF1-98C5-7A8C67FE2273}"/>
          </ac:spMkLst>
        </pc:spChg>
      </pc:sldChg>
      <pc:sldChg chg="modSp add mod setBg">
        <pc:chgData name="Errol Francke" userId="1baf5052-8130-4f07-8591-895c85ed967e" providerId="ADAL" clId="{172112A7-FDFF-495C-B094-D33297A09E3A}" dt="2025-07-28T08:25:15.179" v="722"/>
        <pc:sldMkLst>
          <pc:docMk/>
          <pc:sldMk cId="1233911152" sldId="288"/>
        </pc:sldMkLst>
        <pc:spChg chg="mod">
          <ac:chgData name="Errol Francke" userId="1baf5052-8130-4f07-8591-895c85ed967e" providerId="ADAL" clId="{172112A7-FDFF-495C-B094-D33297A09E3A}" dt="2025-07-22T16:17:27.472" v="502" actId="27636"/>
          <ac:spMkLst>
            <pc:docMk/>
            <pc:sldMk cId="1233911152" sldId="288"/>
            <ac:spMk id="7" creationId="{F6A59959-300C-C263-2A74-AE80189EC2D8}"/>
          </ac:spMkLst>
        </pc:spChg>
      </pc:sldChg>
      <pc:sldChg chg="add del">
        <pc:chgData name="Errol Francke" userId="1baf5052-8130-4f07-8591-895c85ed967e" providerId="ADAL" clId="{172112A7-FDFF-495C-B094-D33297A09E3A}" dt="2025-07-22T16:18:25.293" v="504" actId="2890"/>
        <pc:sldMkLst>
          <pc:docMk/>
          <pc:sldMk cId="285330524" sldId="289"/>
        </pc:sldMkLst>
      </pc:sldChg>
      <pc:sldChg chg="modSp add mod setBg">
        <pc:chgData name="Errol Francke" userId="1baf5052-8130-4f07-8591-895c85ed967e" providerId="ADAL" clId="{172112A7-FDFF-495C-B094-D33297A09E3A}" dt="2025-07-28T08:25:15.179" v="722"/>
        <pc:sldMkLst>
          <pc:docMk/>
          <pc:sldMk cId="3554330234" sldId="289"/>
        </pc:sldMkLst>
        <pc:spChg chg="mod">
          <ac:chgData name="Errol Francke" userId="1baf5052-8130-4f07-8591-895c85ed967e" providerId="ADAL" clId="{172112A7-FDFF-495C-B094-D33297A09E3A}" dt="2025-07-22T16:20:38.778" v="512" actId="20577"/>
          <ac:spMkLst>
            <pc:docMk/>
            <pc:sldMk cId="3554330234" sldId="289"/>
            <ac:spMk id="7" creationId="{7AC78B35-7F4B-FE97-C22F-36C825A8FEF7}"/>
          </ac:spMkLst>
        </pc:spChg>
      </pc:sldChg>
      <pc:sldChg chg="modSp add mod setBg">
        <pc:chgData name="Errol Francke" userId="1baf5052-8130-4f07-8591-895c85ed967e" providerId="ADAL" clId="{172112A7-FDFF-495C-B094-D33297A09E3A}" dt="2025-07-28T08:25:15.179" v="722"/>
        <pc:sldMkLst>
          <pc:docMk/>
          <pc:sldMk cId="3943225469" sldId="290"/>
        </pc:sldMkLst>
        <pc:spChg chg="mod">
          <ac:chgData name="Errol Francke" userId="1baf5052-8130-4f07-8591-895c85ed967e" providerId="ADAL" clId="{172112A7-FDFF-495C-B094-D33297A09E3A}" dt="2025-07-22T16:25:11.292" v="531" actId="20577"/>
          <ac:spMkLst>
            <pc:docMk/>
            <pc:sldMk cId="3943225469" sldId="290"/>
            <ac:spMk id="7" creationId="{081B12DE-A9E4-FAED-587E-D1D0CDF09322}"/>
          </ac:spMkLst>
        </pc:spChg>
      </pc:sldChg>
      <pc:sldChg chg="modSp add mod setBg">
        <pc:chgData name="Errol Francke" userId="1baf5052-8130-4f07-8591-895c85ed967e" providerId="ADAL" clId="{172112A7-FDFF-495C-B094-D33297A09E3A}" dt="2025-07-28T08:25:15.179" v="722"/>
        <pc:sldMkLst>
          <pc:docMk/>
          <pc:sldMk cId="386242866" sldId="291"/>
        </pc:sldMkLst>
        <pc:spChg chg="mod">
          <ac:chgData name="Errol Francke" userId="1baf5052-8130-4f07-8591-895c85ed967e" providerId="ADAL" clId="{172112A7-FDFF-495C-B094-D33297A09E3A}" dt="2025-07-22T16:26:50.011" v="541" actId="14100"/>
          <ac:spMkLst>
            <pc:docMk/>
            <pc:sldMk cId="386242866" sldId="291"/>
            <ac:spMk id="7" creationId="{49E10AEB-B8A2-64A7-B160-24BC1A589D92}"/>
          </ac:spMkLst>
        </pc:spChg>
      </pc:sldChg>
      <pc:sldChg chg="modSp add mod setBg">
        <pc:chgData name="Errol Francke" userId="1baf5052-8130-4f07-8591-895c85ed967e" providerId="ADAL" clId="{172112A7-FDFF-495C-B094-D33297A09E3A}" dt="2025-07-28T08:25:15.179" v="722"/>
        <pc:sldMkLst>
          <pc:docMk/>
          <pc:sldMk cId="2576066798" sldId="292"/>
        </pc:sldMkLst>
        <pc:spChg chg="mod">
          <ac:chgData name="Errol Francke" userId="1baf5052-8130-4f07-8591-895c85ed967e" providerId="ADAL" clId="{172112A7-FDFF-495C-B094-D33297A09E3A}" dt="2025-07-22T16:32:06.649" v="553" actId="313"/>
          <ac:spMkLst>
            <pc:docMk/>
            <pc:sldMk cId="2576066798" sldId="292"/>
            <ac:spMk id="7" creationId="{A4CC93C2-C2CF-F623-7D02-5DDD82F83A6B}"/>
          </ac:spMkLst>
        </pc:spChg>
      </pc:sldChg>
      <pc:sldChg chg="modSp add mod setBg">
        <pc:chgData name="Errol Francke" userId="1baf5052-8130-4f07-8591-895c85ed967e" providerId="ADAL" clId="{172112A7-FDFF-495C-B094-D33297A09E3A}" dt="2025-07-28T08:25:15.179" v="722"/>
        <pc:sldMkLst>
          <pc:docMk/>
          <pc:sldMk cId="661299289" sldId="293"/>
        </pc:sldMkLst>
        <pc:spChg chg="mod">
          <ac:chgData name="Errol Francke" userId="1baf5052-8130-4f07-8591-895c85ed967e" providerId="ADAL" clId="{172112A7-FDFF-495C-B094-D33297A09E3A}" dt="2025-07-22T16:38:05.406" v="605" actId="113"/>
          <ac:spMkLst>
            <pc:docMk/>
            <pc:sldMk cId="661299289" sldId="293"/>
            <ac:spMk id="7" creationId="{DBB745DE-C3D9-A387-274C-207504F6786D}"/>
          </ac:spMkLst>
        </pc:spChg>
      </pc:sldChg>
      <pc:sldChg chg="modSp add mod setBg">
        <pc:chgData name="Errol Francke" userId="1baf5052-8130-4f07-8591-895c85ed967e" providerId="ADAL" clId="{172112A7-FDFF-495C-B094-D33297A09E3A}" dt="2025-07-28T08:25:15.179" v="722"/>
        <pc:sldMkLst>
          <pc:docMk/>
          <pc:sldMk cId="340138217" sldId="294"/>
        </pc:sldMkLst>
        <pc:spChg chg="mod">
          <ac:chgData name="Errol Francke" userId="1baf5052-8130-4f07-8591-895c85ed967e" providerId="ADAL" clId="{172112A7-FDFF-495C-B094-D33297A09E3A}" dt="2025-07-22T16:38:56.646" v="610" actId="113"/>
          <ac:spMkLst>
            <pc:docMk/>
            <pc:sldMk cId="340138217" sldId="294"/>
            <ac:spMk id="7" creationId="{2CE3922C-243D-2C6E-C441-0F490C412F22}"/>
          </ac:spMkLst>
        </pc:spChg>
      </pc:sldChg>
      <pc:sldChg chg="modSp add mod setBg">
        <pc:chgData name="Errol Francke" userId="1baf5052-8130-4f07-8591-895c85ed967e" providerId="ADAL" clId="{172112A7-FDFF-495C-B094-D33297A09E3A}" dt="2025-07-28T08:25:15.179" v="722"/>
        <pc:sldMkLst>
          <pc:docMk/>
          <pc:sldMk cId="2397560912" sldId="295"/>
        </pc:sldMkLst>
        <pc:spChg chg="mod">
          <ac:chgData name="Errol Francke" userId="1baf5052-8130-4f07-8591-895c85ed967e" providerId="ADAL" clId="{172112A7-FDFF-495C-B094-D33297A09E3A}" dt="2025-07-22T16:39:54.701" v="615" actId="113"/>
          <ac:spMkLst>
            <pc:docMk/>
            <pc:sldMk cId="2397560912" sldId="295"/>
            <ac:spMk id="7" creationId="{0A7D888C-8A12-AB4E-608F-4527792268BB}"/>
          </ac:spMkLst>
        </pc:spChg>
      </pc:sldChg>
      <pc:sldChg chg="modSp add mod setBg">
        <pc:chgData name="Errol Francke" userId="1baf5052-8130-4f07-8591-895c85ed967e" providerId="ADAL" clId="{172112A7-FDFF-495C-B094-D33297A09E3A}" dt="2025-07-28T08:25:15.179" v="722"/>
        <pc:sldMkLst>
          <pc:docMk/>
          <pc:sldMk cId="2305331323" sldId="296"/>
        </pc:sldMkLst>
        <pc:spChg chg="mod">
          <ac:chgData name="Errol Francke" userId="1baf5052-8130-4f07-8591-895c85ed967e" providerId="ADAL" clId="{172112A7-FDFF-495C-B094-D33297A09E3A}" dt="2025-07-22T16:40:55.824" v="620" actId="113"/>
          <ac:spMkLst>
            <pc:docMk/>
            <pc:sldMk cId="2305331323" sldId="296"/>
            <ac:spMk id="7" creationId="{8C8C190B-7A1F-AFFA-95ED-ABC0C69D82AF}"/>
          </ac:spMkLst>
        </pc:spChg>
      </pc:sldChg>
      <pc:sldChg chg="addSp modSp new mod setBg">
        <pc:chgData name="Errol Francke" userId="1baf5052-8130-4f07-8591-895c85ed967e" providerId="ADAL" clId="{172112A7-FDFF-495C-B094-D33297A09E3A}" dt="2025-07-28T08:25:15.179" v="722"/>
        <pc:sldMkLst>
          <pc:docMk/>
          <pc:sldMk cId="1831132139" sldId="297"/>
        </pc:sldMkLst>
        <pc:spChg chg="add mod">
          <ac:chgData name="Errol Francke" userId="1baf5052-8130-4f07-8591-895c85ed967e" providerId="ADAL" clId="{172112A7-FDFF-495C-B094-D33297A09E3A}" dt="2025-07-28T08:20:20.441" v="661" actId="20577"/>
          <ac:spMkLst>
            <pc:docMk/>
            <pc:sldMk cId="1831132139" sldId="297"/>
            <ac:spMk id="5" creationId="{EEDBDAB1-5CA2-7687-219D-68917240DDA1}"/>
          </ac:spMkLst>
        </pc:spChg>
        <pc:spChg chg="add">
          <ac:chgData name="Errol Francke" userId="1baf5052-8130-4f07-8591-895c85ed967e" providerId="ADAL" clId="{172112A7-FDFF-495C-B094-D33297A09E3A}" dt="2025-07-28T08:19:50.123" v="642" actId="26606"/>
          <ac:spMkLst>
            <pc:docMk/>
            <pc:sldMk cId="1831132139" sldId="297"/>
            <ac:spMk id="8" creationId="{32BC26D8-82FB-445E-AA49-62A77D7C1EE0}"/>
          </ac:spMkLst>
        </pc:spChg>
        <pc:spChg chg="add">
          <ac:chgData name="Errol Francke" userId="1baf5052-8130-4f07-8591-895c85ed967e" providerId="ADAL" clId="{172112A7-FDFF-495C-B094-D33297A09E3A}" dt="2025-07-28T08:19:50.123" v="642" actId="26606"/>
          <ac:spMkLst>
            <pc:docMk/>
            <pc:sldMk cId="1831132139" sldId="297"/>
            <ac:spMk id="10" creationId="{CB44330D-EA18-4254-AA95-EB49948539B8}"/>
          </ac:spMkLst>
        </pc:spChg>
        <pc:picChg chg="add mod modCrop">
          <ac:chgData name="Errol Francke" userId="1baf5052-8130-4f07-8591-895c85ed967e" providerId="ADAL" clId="{172112A7-FDFF-495C-B094-D33297A09E3A}" dt="2025-07-28T08:20:04.369" v="644" actId="27614"/>
          <ac:picMkLst>
            <pc:docMk/>
            <pc:sldMk cId="1831132139" sldId="297"/>
            <ac:picMk id="3" creationId="{766EF17A-B23D-A7D5-0C13-F75CC8ABB4F3}"/>
          </ac:picMkLst>
        </pc:picChg>
      </pc:sldChg>
      <pc:sldChg chg="addSp delSp modSp new mod setBg">
        <pc:chgData name="Errol Francke" userId="1baf5052-8130-4f07-8591-895c85ed967e" providerId="ADAL" clId="{172112A7-FDFF-495C-B094-D33297A09E3A}" dt="2025-07-28T08:25:43.223" v="725" actId="255"/>
        <pc:sldMkLst>
          <pc:docMk/>
          <pc:sldMk cId="2836907528" sldId="298"/>
        </pc:sldMkLst>
        <pc:spChg chg="add mod">
          <ac:chgData name="Errol Francke" userId="1baf5052-8130-4f07-8591-895c85ed967e" providerId="ADAL" clId="{172112A7-FDFF-495C-B094-D33297A09E3A}" dt="2025-07-28T08:25:43.223" v="725" actId="255"/>
          <ac:spMkLst>
            <pc:docMk/>
            <pc:sldMk cId="2836907528" sldId="298"/>
            <ac:spMk id="3" creationId="{960F322A-E24F-04B2-8C75-AD3EFEE8B004}"/>
          </ac:spMkLst>
        </pc:spChg>
        <pc:spChg chg="add">
          <ac:chgData name="Errol Francke" userId="1baf5052-8130-4f07-8591-895c85ed967e" providerId="ADAL" clId="{172112A7-FDFF-495C-B094-D33297A09E3A}" dt="2025-07-28T08:24:10.644" v="717" actId="26606"/>
          <ac:spMkLst>
            <pc:docMk/>
            <pc:sldMk cId="2836907528" sldId="298"/>
            <ac:spMk id="5" creationId="{5A0118C5-4F8D-4CF4-BADD-53FEACC6C42A}"/>
          </ac:spMkLst>
        </pc:spChg>
        <pc:spChg chg="add del">
          <ac:chgData name="Errol Francke" userId="1baf5052-8130-4f07-8591-895c85ed967e" providerId="ADAL" clId="{172112A7-FDFF-495C-B094-D33297A09E3A}" dt="2025-07-28T08:23:40.518" v="716" actId="26606"/>
          <ac:spMkLst>
            <pc:docMk/>
            <pc:sldMk cId="2836907528" sldId="298"/>
            <ac:spMk id="8" creationId="{907EF6B7-1338-4443-8C46-6A318D952DFD}"/>
          </ac:spMkLst>
        </pc:spChg>
        <pc:spChg chg="add del">
          <ac:chgData name="Errol Francke" userId="1baf5052-8130-4f07-8591-895c85ed967e" providerId="ADAL" clId="{172112A7-FDFF-495C-B094-D33297A09E3A}" dt="2025-07-28T08:23:40.518" v="716" actId="26606"/>
          <ac:spMkLst>
            <pc:docMk/>
            <pc:sldMk cId="2836907528" sldId="298"/>
            <ac:spMk id="10" creationId="{DAAE4CDD-124C-4DCF-9584-B6033B545DD5}"/>
          </ac:spMkLst>
        </pc:spChg>
        <pc:spChg chg="add del">
          <ac:chgData name="Errol Francke" userId="1baf5052-8130-4f07-8591-895c85ed967e" providerId="ADAL" clId="{172112A7-FDFF-495C-B094-D33297A09E3A}" dt="2025-07-28T08:23:40.518" v="716" actId="26606"/>
          <ac:spMkLst>
            <pc:docMk/>
            <pc:sldMk cId="2836907528" sldId="298"/>
            <ac:spMk id="12" creationId="{081E4A58-353D-44AE-B2FC-2A74E2E400F7}"/>
          </ac:spMkLst>
        </pc:spChg>
        <pc:spChg chg="add">
          <ac:chgData name="Errol Francke" userId="1baf5052-8130-4f07-8591-895c85ed967e" providerId="ADAL" clId="{172112A7-FDFF-495C-B094-D33297A09E3A}" dt="2025-07-28T08:24:10.644" v="717" actId="26606"/>
          <ac:spMkLst>
            <pc:docMk/>
            <pc:sldMk cId="2836907528" sldId="298"/>
            <ac:spMk id="159" creationId="{CAB9AD4F-A248-4D49-8779-CE40E64C00F5}"/>
          </ac:spMkLst>
        </pc:spChg>
        <pc:spChg chg="add">
          <ac:chgData name="Errol Francke" userId="1baf5052-8130-4f07-8591-895c85ed967e" providerId="ADAL" clId="{172112A7-FDFF-495C-B094-D33297A09E3A}" dt="2025-07-28T08:24:10.644" v="717" actId="26606"/>
          <ac:spMkLst>
            <pc:docMk/>
            <pc:sldMk cId="2836907528" sldId="298"/>
            <ac:spMk id="161" creationId="{3D4C1981-3D8B-446C-BFAE-E7EE5CF2DDA3}"/>
          </ac:spMkLst>
        </pc:spChg>
        <pc:grpChg chg="add">
          <ac:chgData name="Errol Francke" userId="1baf5052-8130-4f07-8591-895c85ed967e" providerId="ADAL" clId="{172112A7-FDFF-495C-B094-D33297A09E3A}" dt="2025-07-28T08:24:10.644" v="717" actId="26606"/>
          <ac:grpSpMkLst>
            <pc:docMk/>
            <pc:sldMk cId="2836907528" sldId="298"/>
            <ac:grpSpMk id="6" creationId="{6A57EACD-61CA-4775-9551-2078FC0BC79D}"/>
          </ac:grpSpMkLst>
        </pc:grpChg>
        <pc:grpChg chg="add">
          <ac:chgData name="Errol Francke" userId="1baf5052-8130-4f07-8591-895c85ed967e" providerId="ADAL" clId="{172112A7-FDFF-495C-B094-D33297A09E3A}" dt="2025-07-28T08:24:10.644" v="717" actId="26606"/>
          <ac:grpSpMkLst>
            <pc:docMk/>
            <pc:sldMk cId="2836907528" sldId="298"/>
            <ac:grpSpMk id="155" creationId="{55A100E1-E66E-4ED2-A56A-F7A819228F2E}"/>
          </ac:grpSpMkLst>
        </pc:grpChg>
      </pc:sldChg>
      <pc:sldChg chg="delSp modSp add del mod">
        <pc:chgData name="Errol Francke" userId="1baf5052-8130-4f07-8591-895c85ed967e" providerId="ADAL" clId="{172112A7-FDFF-495C-B094-D33297A09E3A}" dt="2025-07-28T08:36:21.683" v="853" actId="47"/>
        <pc:sldMkLst>
          <pc:docMk/>
          <pc:sldMk cId="3802348196" sldId="299"/>
        </pc:sldMkLst>
        <pc:spChg chg="del mod">
          <ac:chgData name="Errol Francke" userId="1baf5052-8130-4f07-8591-895c85ed967e" providerId="ADAL" clId="{172112A7-FDFF-495C-B094-D33297A09E3A}" dt="2025-07-28T08:26:03.047" v="729"/>
          <ac:spMkLst>
            <pc:docMk/>
            <pc:sldMk cId="3802348196" sldId="299"/>
            <ac:spMk id="3" creationId="{189AE2A4-DB57-B8EB-458B-087452693500}"/>
          </ac:spMkLst>
        </pc:spChg>
      </pc:sldChg>
      <pc:sldChg chg="modSp add mod">
        <pc:chgData name="Errol Francke" userId="1baf5052-8130-4f07-8591-895c85ed967e" providerId="ADAL" clId="{172112A7-FDFF-495C-B094-D33297A09E3A}" dt="2025-07-28T08:26:52.820" v="757" actId="20577"/>
        <pc:sldMkLst>
          <pc:docMk/>
          <pc:sldMk cId="2270275349" sldId="300"/>
        </pc:sldMkLst>
        <pc:spChg chg="mod">
          <ac:chgData name="Errol Francke" userId="1baf5052-8130-4f07-8591-895c85ed967e" providerId="ADAL" clId="{172112A7-FDFF-495C-B094-D33297A09E3A}" dt="2025-07-28T08:26:52.820" v="757" actId="20577"/>
          <ac:spMkLst>
            <pc:docMk/>
            <pc:sldMk cId="2270275349" sldId="300"/>
            <ac:spMk id="3" creationId="{AA84E83F-481E-EF99-E727-9A4ECD8005B4}"/>
          </ac:spMkLst>
        </pc:spChg>
      </pc:sldChg>
      <pc:sldChg chg="modSp add mod">
        <pc:chgData name="Errol Francke" userId="1baf5052-8130-4f07-8591-895c85ed967e" providerId="ADAL" clId="{172112A7-FDFF-495C-B094-D33297A09E3A}" dt="2025-07-28T08:28:14.718" v="767" actId="20577"/>
        <pc:sldMkLst>
          <pc:docMk/>
          <pc:sldMk cId="3121954685" sldId="301"/>
        </pc:sldMkLst>
        <pc:spChg chg="mod">
          <ac:chgData name="Errol Francke" userId="1baf5052-8130-4f07-8591-895c85ed967e" providerId="ADAL" clId="{172112A7-FDFF-495C-B094-D33297A09E3A}" dt="2025-07-28T08:28:14.718" v="767" actId="20577"/>
          <ac:spMkLst>
            <pc:docMk/>
            <pc:sldMk cId="3121954685" sldId="301"/>
            <ac:spMk id="3" creationId="{B3263511-9E8D-1C31-D29F-31B50DDCCEF3}"/>
          </ac:spMkLst>
        </pc:spChg>
      </pc:sldChg>
      <pc:sldChg chg="modSp add mod">
        <pc:chgData name="Errol Francke" userId="1baf5052-8130-4f07-8591-895c85ed967e" providerId="ADAL" clId="{172112A7-FDFF-495C-B094-D33297A09E3A}" dt="2025-07-28T08:37:18.836" v="857" actId="113"/>
        <pc:sldMkLst>
          <pc:docMk/>
          <pc:sldMk cId="2776409477" sldId="302"/>
        </pc:sldMkLst>
        <pc:spChg chg="mod">
          <ac:chgData name="Errol Francke" userId="1baf5052-8130-4f07-8591-895c85ed967e" providerId="ADAL" clId="{172112A7-FDFF-495C-B094-D33297A09E3A}" dt="2025-07-28T08:37:18.836" v="857" actId="113"/>
          <ac:spMkLst>
            <pc:docMk/>
            <pc:sldMk cId="2776409477" sldId="302"/>
            <ac:spMk id="3" creationId="{AADBB4D7-A476-3EFD-D3C0-FA36688BD3B9}"/>
          </ac:spMkLst>
        </pc:spChg>
      </pc:sldChg>
      <pc:sldChg chg="modSp add mod">
        <pc:chgData name="Errol Francke" userId="1baf5052-8130-4f07-8591-895c85ed967e" providerId="ADAL" clId="{172112A7-FDFF-495C-B094-D33297A09E3A}" dt="2025-07-28T08:31:20.077" v="802" actId="20577"/>
        <pc:sldMkLst>
          <pc:docMk/>
          <pc:sldMk cId="2226163249" sldId="303"/>
        </pc:sldMkLst>
        <pc:spChg chg="mod">
          <ac:chgData name="Errol Francke" userId="1baf5052-8130-4f07-8591-895c85ed967e" providerId="ADAL" clId="{172112A7-FDFF-495C-B094-D33297A09E3A}" dt="2025-07-28T08:31:20.077" v="802" actId="20577"/>
          <ac:spMkLst>
            <pc:docMk/>
            <pc:sldMk cId="2226163249" sldId="303"/>
            <ac:spMk id="3" creationId="{31BFAB22-3E3E-CFB7-AB7F-56E369AF6108}"/>
          </ac:spMkLst>
        </pc:spChg>
      </pc:sldChg>
      <pc:sldChg chg="modSp add mod">
        <pc:chgData name="Errol Francke" userId="1baf5052-8130-4f07-8591-895c85ed967e" providerId="ADAL" clId="{172112A7-FDFF-495C-B094-D33297A09E3A}" dt="2025-07-28T08:38:05.710" v="864" actId="15"/>
        <pc:sldMkLst>
          <pc:docMk/>
          <pc:sldMk cId="3344825081" sldId="304"/>
        </pc:sldMkLst>
        <pc:spChg chg="mod">
          <ac:chgData name="Errol Francke" userId="1baf5052-8130-4f07-8591-895c85ed967e" providerId="ADAL" clId="{172112A7-FDFF-495C-B094-D33297A09E3A}" dt="2025-07-28T08:38:05.710" v="864" actId="15"/>
          <ac:spMkLst>
            <pc:docMk/>
            <pc:sldMk cId="3344825081" sldId="304"/>
            <ac:spMk id="3" creationId="{D3191D82-2131-7A4C-34E3-6BAADCF9EB70}"/>
          </ac:spMkLst>
        </pc:spChg>
      </pc:sldChg>
      <pc:sldChg chg="modSp add mod">
        <pc:chgData name="Errol Francke" userId="1baf5052-8130-4f07-8591-895c85ed967e" providerId="ADAL" clId="{172112A7-FDFF-495C-B094-D33297A09E3A}" dt="2025-07-28T08:38:15.500" v="865" actId="113"/>
        <pc:sldMkLst>
          <pc:docMk/>
          <pc:sldMk cId="3314783712" sldId="305"/>
        </pc:sldMkLst>
        <pc:spChg chg="mod">
          <ac:chgData name="Errol Francke" userId="1baf5052-8130-4f07-8591-895c85ed967e" providerId="ADAL" clId="{172112A7-FDFF-495C-B094-D33297A09E3A}" dt="2025-07-28T08:38:15.500" v="865" actId="113"/>
          <ac:spMkLst>
            <pc:docMk/>
            <pc:sldMk cId="3314783712" sldId="305"/>
            <ac:spMk id="3" creationId="{9EA5C03B-C961-B019-67A5-B3BBC1EEAAB9}"/>
          </ac:spMkLst>
        </pc:spChg>
      </pc:sldChg>
      <pc:sldChg chg="modSp add mod">
        <pc:chgData name="Errol Francke" userId="1baf5052-8130-4f07-8591-895c85ed967e" providerId="ADAL" clId="{172112A7-FDFF-495C-B094-D33297A09E3A}" dt="2025-07-28T08:38:22.708" v="866" actId="113"/>
        <pc:sldMkLst>
          <pc:docMk/>
          <pc:sldMk cId="4280506853" sldId="306"/>
        </pc:sldMkLst>
        <pc:spChg chg="mod">
          <ac:chgData name="Errol Francke" userId="1baf5052-8130-4f07-8591-895c85ed967e" providerId="ADAL" clId="{172112A7-FDFF-495C-B094-D33297A09E3A}" dt="2025-07-28T08:38:22.708" v="866" actId="113"/>
          <ac:spMkLst>
            <pc:docMk/>
            <pc:sldMk cId="4280506853" sldId="306"/>
            <ac:spMk id="3" creationId="{E28A6ED1-5FA1-FCAB-9A6D-02093C22AC96}"/>
          </ac:spMkLst>
        </pc:spChg>
      </pc:sldChg>
      <pc:sldChg chg="modSp add mod">
        <pc:chgData name="Errol Francke" userId="1baf5052-8130-4f07-8591-895c85ed967e" providerId="ADAL" clId="{172112A7-FDFF-495C-B094-D33297A09E3A}" dt="2025-07-28T08:35:53.019" v="852" actId="114"/>
        <pc:sldMkLst>
          <pc:docMk/>
          <pc:sldMk cId="2483151523" sldId="307"/>
        </pc:sldMkLst>
        <pc:spChg chg="mod">
          <ac:chgData name="Errol Francke" userId="1baf5052-8130-4f07-8591-895c85ed967e" providerId="ADAL" clId="{172112A7-FDFF-495C-B094-D33297A09E3A}" dt="2025-07-28T08:35:53.019" v="852" actId="114"/>
          <ac:spMkLst>
            <pc:docMk/>
            <pc:sldMk cId="2483151523" sldId="307"/>
            <ac:spMk id="3" creationId="{31AF318D-0568-9C09-748C-CF972626F5C8}"/>
          </ac:spMkLst>
        </pc:spChg>
      </pc:sldChg>
      <pc:sldMasterChg chg="setBg modSldLayout">
        <pc:chgData name="Errol Francke" userId="1baf5052-8130-4f07-8591-895c85ed967e" providerId="ADAL" clId="{172112A7-FDFF-495C-B094-D33297A09E3A}" dt="2025-07-28T08:25:15.179" v="722"/>
        <pc:sldMasterMkLst>
          <pc:docMk/>
          <pc:sldMasterMk cId="0" sldId="2147483648"/>
        </pc:sldMasterMkLst>
        <pc:sldLayoutChg chg="setBg">
          <pc:chgData name="Errol Francke" userId="1baf5052-8130-4f07-8591-895c85ed967e" providerId="ADAL" clId="{172112A7-FDFF-495C-B094-D33297A09E3A}" dt="2025-07-28T08:25:15.179" v="722"/>
          <pc:sldLayoutMkLst>
            <pc:docMk/>
            <pc:sldMasterMk cId="0" sldId="2147483648"/>
            <pc:sldLayoutMk cId="0" sldId="2147483649"/>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0"/>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1"/>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2"/>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3"/>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4"/>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5"/>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6"/>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7"/>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8"/>
          </pc:sldLayoutMkLst>
        </pc:sldLayoutChg>
        <pc:sldLayoutChg chg="setBg">
          <pc:chgData name="Errol Francke" userId="1baf5052-8130-4f07-8591-895c85ed967e" providerId="ADAL" clId="{172112A7-FDFF-495C-B094-D33297A09E3A}" dt="2025-07-28T08:25:15.179" v="722"/>
          <pc:sldLayoutMkLst>
            <pc:docMk/>
            <pc:sldMasterMk cId="0" sldId="2147483648"/>
            <pc:sldLayoutMk cId="0"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7706139">
            <a:off x="-4463264" y="-79969"/>
            <a:ext cx="10745360" cy="8515698"/>
          </a:xfrm>
          <a:prstGeom prst="rect">
            <a:avLst/>
          </a:prstGeom>
        </p:spPr>
      </p:pic>
      <p:pic>
        <p:nvPicPr>
          <p:cNvPr id="3" name="Picture 3"/>
          <p:cNvPicPr>
            <a:picLocks noChangeAspect="1"/>
          </p:cNvPicPr>
          <p:nvPr/>
        </p:nvPicPr>
        <p:blipFill>
          <a:blip r:embed="rId4"/>
          <a:srcRect/>
          <a:stretch>
            <a:fillRect/>
          </a:stretch>
        </p:blipFill>
        <p:spPr>
          <a:xfrm>
            <a:off x="140664" y="129734"/>
            <a:ext cx="1181712" cy="1436731"/>
          </a:xfrm>
          <a:prstGeom prst="rect">
            <a:avLst/>
          </a:prstGeom>
        </p:spPr>
      </p:pic>
      <p:sp>
        <p:nvSpPr>
          <p:cNvPr id="4" name="TextBox 4"/>
          <p:cNvSpPr txBox="1"/>
          <p:nvPr/>
        </p:nvSpPr>
        <p:spPr>
          <a:xfrm>
            <a:off x="0" y="2103755"/>
            <a:ext cx="4330076" cy="1291379"/>
          </a:xfrm>
          <a:prstGeom prst="rect">
            <a:avLst/>
          </a:prstGeom>
        </p:spPr>
        <p:txBody>
          <a:bodyPr lIns="0" tIns="0" rIns="0" bIns="0" rtlCol="0" anchor="t">
            <a:spAutoFit/>
          </a:bodyPr>
          <a:lstStyle/>
          <a:p>
            <a:pPr algn="ctr">
              <a:lnSpc>
                <a:spcPts val="3359"/>
              </a:lnSpc>
            </a:pPr>
            <a:r>
              <a:rPr lang="en-US" sz="2399" spc="62" dirty="0">
                <a:solidFill>
                  <a:srgbClr val="FFFFFF"/>
                </a:solidFill>
                <a:latin typeface="League Spartan"/>
              </a:rPr>
              <a:t>Research Methodology 4 (Semester Two</a:t>
            </a:r>
          </a:p>
          <a:p>
            <a:pPr algn="ctr">
              <a:lnSpc>
                <a:spcPts val="3359"/>
              </a:lnSpc>
            </a:pPr>
            <a:r>
              <a:rPr lang="en-US" sz="2399" spc="62" dirty="0">
                <a:solidFill>
                  <a:srgbClr val="FFFFFF"/>
                </a:solidFill>
                <a:latin typeface="League Spartan"/>
              </a:rPr>
              <a:t>2025)</a:t>
            </a:r>
          </a:p>
        </p:txBody>
      </p:sp>
      <p:sp>
        <p:nvSpPr>
          <p:cNvPr id="5" name="TextBox 5"/>
          <p:cNvSpPr txBox="1"/>
          <p:nvPr/>
        </p:nvSpPr>
        <p:spPr>
          <a:xfrm>
            <a:off x="-233872" y="5073077"/>
            <a:ext cx="4563948" cy="1810385"/>
          </a:xfrm>
          <a:prstGeom prst="rect">
            <a:avLst/>
          </a:prstGeom>
        </p:spPr>
        <p:txBody>
          <a:bodyPr lIns="0" tIns="0" rIns="0" bIns="0" rtlCol="0" anchor="t">
            <a:spAutoFit/>
          </a:bodyPr>
          <a:lstStyle/>
          <a:p>
            <a:pPr algn="ctr">
              <a:lnSpc>
                <a:spcPts val="3640"/>
              </a:lnSpc>
            </a:pPr>
            <a:r>
              <a:rPr lang="en-US" sz="2600" spc="67">
                <a:solidFill>
                  <a:srgbClr val="FFFFFF"/>
                </a:solidFill>
                <a:latin typeface="League Spartan"/>
              </a:rPr>
              <a:t>A LECTURE SERIES PRESENTED BY </a:t>
            </a:r>
          </a:p>
          <a:p>
            <a:pPr algn="ctr">
              <a:lnSpc>
                <a:spcPts val="3640"/>
              </a:lnSpc>
            </a:pPr>
            <a:r>
              <a:rPr lang="en-US" sz="2600" spc="67">
                <a:solidFill>
                  <a:srgbClr val="FFFFFF"/>
                </a:solidFill>
                <a:latin typeface="League Spartan"/>
              </a:rPr>
              <a:t>DR E.FRANCKE</a:t>
            </a:r>
          </a:p>
          <a:p>
            <a:pPr algn="ctr">
              <a:lnSpc>
                <a:spcPts val="3640"/>
              </a:lnSpc>
            </a:pPr>
            <a:endParaRPr lang="en-US" sz="2600" spc="67">
              <a:solidFill>
                <a:srgbClr val="FFFFFF"/>
              </a:solidFill>
              <a:latin typeface="League Spartan"/>
            </a:endParaRPr>
          </a:p>
        </p:txBody>
      </p:sp>
      <p:sp>
        <p:nvSpPr>
          <p:cNvPr id="6" name="TextBox 6"/>
          <p:cNvSpPr txBox="1"/>
          <p:nvPr/>
        </p:nvSpPr>
        <p:spPr>
          <a:xfrm>
            <a:off x="5189652" y="2103755"/>
            <a:ext cx="4563948" cy="2292935"/>
          </a:xfrm>
          <a:prstGeom prst="rect">
            <a:avLst/>
          </a:prstGeom>
        </p:spPr>
        <p:txBody>
          <a:bodyPr lIns="0" tIns="0" rIns="0" bIns="0" rtlCol="0" anchor="t">
            <a:spAutoFit/>
          </a:bodyPr>
          <a:lstStyle/>
          <a:p>
            <a:pPr algn="ctr">
              <a:lnSpc>
                <a:spcPts val="3640"/>
              </a:lnSpc>
            </a:pPr>
            <a:r>
              <a:rPr lang="en-US" sz="2600" spc="67" dirty="0">
                <a:solidFill>
                  <a:srgbClr val="896CC9"/>
                </a:solidFill>
                <a:latin typeface="League Spartan"/>
              </a:rPr>
              <a:t>LECTURE THREE</a:t>
            </a:r>
          </a:p>
          <a:p>
            <a:pPr algn="ctr">
              <a:lnSpc>
                <a:spcPts val="3640"/>
              </a:lnSpc>
            </a:pPr>
            <a:endParaRPr lang="en-US" sz="2600" spc="67" dirty="0">
              <a:solidFill>
                <a:srgbClr val="896CC9"/>
              </a:solidFill>
              <a:latin typeface="League Spartan"/>
            </a:endParaRPr>
          </a:p>
          <a:p>
            <a:pPr algn="ctr">
              <a:lnSpc>
                <a:spcPts val="3640"/>
              </a:lnSpc>
            </a:pPr>
            <a:endParaRPr lang="en-US" sz="2600" spc="67" dirty="0">
              <a:solidFill>
                <a:srgbClr val="896CC9"/>
              </a:solidFill>
              <a:latin typeface="League Spartan"/>
            </a:endParaRPr>
          </a:p>
          <a:p>
            <a:pPr algn="ctr">
              <a:lnSpc>
                <a:spcPts val="3640"/>
              </a:lnSpc>
            </a:pPr>
            <a:r>
              <a:rPr lang="en-US" sz="2600" spc="67" dirty="0">
                <a:solidFill>
                  <a:srgbClr val="896CC9"/>
                </a:solidFill>
                <a:latin typeface="League Spartan"/>
              </a:rPr>
              <a:t>28 July 2025</a:t>
            </a:r>
          </a:p>
          <a:p>
            <a:pPr algn="ctr">
              <a:lnSpc>
                <a:spcPts val="3640"/>
              </a:lnSpc>
            </a:pPr>
            <a:endParaRPr lang="en-US" sz="2600" spc="67" dirty="0">
              <a:solidFill>
                <a:srgbClr val="896CC9"/>
              </a:solidFill>
              <a:latin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F"/>
        </a:solidFill>
        <a:effectLst/>
      </p:bgPr>
    </p:bg>
    <p:spTree>
      <p:nvGrpSpPr>
        <p:cNvPr id="1" name=""/>
        <p:cNvGrpSpPr/>
        <p:nvPr/>
      </p:nvGrpSpPr>
      <p:grpSpPr>
        <a:xfrm>
          <a:off x="0" y="0"/>
          <a:ext cx="0" cy="0"/>
          <a:chOff x="0" y="0"/>
          <a:chExt cx="0" cy="0"/>
        </a:xfrm>
      </p:grpSpPr>
      <p:grpSp>
        <p:nvGrpSpPr>
          <p:cNvPr id="2" name="Group 2"/>
          <p:cNvGrpSpPr/>
          <p:nvPr/>
        </p:nvGrpSpPr>
        <p:grpSpPr>
          <a:xfrm>
            <a:off x="0" y="504150"/>
            <a:ext cx="9753600" cy="1656770"/>
            <a:chOff x="0" y="0"/>
            <a:chExt cx="6186311" cy="1050822"/>
          </a:xfrm>
        </p:grpSpPr>
        <p:sp>
          <p:nvSpPr>
            <p:cNvPr id="3" name="Freeform 3"/>
            <p:cNvSpPr/>
            <p:nvPr/>
          </p:nvSpPr>
          <p:spPr>
            <a:xfrm>
              <a:off x="0" y="0"/>
              <a:ext cx="6186311" cy="1050822"/>
            </a:xfrm>
            <a:custGeom>
              <a:avLst/>
              <a:gdLst/>
              <a:ahLst/>
              <a:cxnLst/>
              <a:rect l="l" t="t" r="r" b="b"/>
              <a:pathLst>
                <a:path w="6186311" h="1050822">
                  <a:moveTo>
                    <a:pt x="0" y="0"/>
                  </a:moveTo>
                  <a:lnTo>
                    <a:pt x="6186311" y="0"/>
                  </a:lnTo>
                  <a:lnTo>
                    <a:pt x="6186311" y="1050822"/>
                  </a:lnTo>
                  <a:lnTo>
                    <a:pt x="0" y="1050822"/>
                  </a:lnTo>
                  <a:close/>
                </a:path>
              </a:pathLst>
            </a:custGeom>
            <a:solidFill>
              <a:srgbClr val="826E93"/>
            </a:solidFill>
          </p:spPr>
          <p:txBody>
            <a:bodyPr/>
            <a:lstStyle/>
            <a:p>
              <a:endParaRPr lang="en-GB"/>
            </a:p>
          </p:txBody>
        </p:sp>
      </p:grpSp>
      <p:sp>
        <p:nvSpPr>
          <p:cNvPr id="4" name="TextBox 4"/>
          <p:cNvSpPr txBox="1"/>
          <p:nvPr/>
        </p:nvSpPr>
        <p:spPr>
          <a:xfrm>
            <a:off x="0" y="957540"/>
            <a:ext cx="9753600" cy="805413"/>
          </a:xfrm>
          <a:prstGeom prst="rect">
            <a:avLst/>
          </a:prstGeom>
        </p:spPr>
        <p:txBody>
          <a:bodyPr lIns="0" tIns="0" rIns="0" bIns="0" rtlCol="0" anchor="t">
            <a:spAutoFit/>
          </a:bodyPr>
          <a:lstStyle/>
          <a:p>
            <a:pPr algn="ctr">
              <a:lnSpc>
                <a:spcPts val="6532"/>
              </a:lnSpc>
            </a:pPr>
            <a:r>
              <a:rPr lang="en-US" sz="4665">
                <a:solidFill>
                  <a:srgbClr val="FFFFFF"/>
                </a:solidFill>
                <a:latin typeface="League Spartan"/>
              </a:rPr>
              <a:t>SO WHAT HAVE WE LEARNT?</a:t>
            </a:r>
          </a:p>
        </p:txBody>
      </p:sp>
      <p:sp>
        <p:nvSpPr>
          <p:cNvPr id="5" name="TextBox 5"/>
          <p:cNvSpPr txBox="1"/>
          <p:nvPr/>
        </p:nvSpPr>
        <p:spPr>
          <a:xfrm>
            <a:off x="23577" y="2167542"/>
            <a:ext cx="2274760" cy="5040226"/>
          </a:xfrm>
          <a:prstGeom prst="rect">
            <a:avLst/>
          </a:prstGeom>
        </p:spPr>
        <p:txBody>
          <a:bodyPr lIns="0" tIns="0" rIns="0" bIns="0" rtlCol="0" anchor="t">
            <a:spAutoFit/>
          </a:bodyPr>
          <a:lstStyle/>
          <a:p>
            <a:pPr algn="ctr">
              <a:lnSpc>
                <a:spcPts val="2433"/>
              </a:lnSpc>
            </a:pPr>
            <a:r>
              <a:rPr lang="en-US" sz="1737" spc="6" dirty="0">
                <a:solidFill>
                  <a:srgbClr val="896CC9"/>
                </a:solidFill>
                <a:latin typeface="Open Sans Bold"/>
              </a:rPr>
              <a:t>1</a:t>
            </a:r>
          </a:p>
          <a:p>
            <a:pPr algn="ctr">
              <a:lnSpc>
                <a:spcPts val="1120"/>
              </a:lnSpc>
            </a:pPr>
            <a:endParaRPr lang="en-US" sz="1737" spc="6" dirty="0">
              <a:solidFill>
                <a:srgbClr val="896CC9"/>
              </a:solidFill>
              <a:latin typeface="Open Sans Bold"/>
            </a:endParaRPr>
          </a:p>
          <a:p>
            <a:pPr algn="ctr">
              <a:lnSpc>
                <a:spcPts val="2433"/>
              </a:lnSpc>
              <a:spcBef>
                <a:spcPct val="0"/>
              </a:spcBef>
            </a:pPr>
            <a:r>
              <a:rPr lang="en-US" sz="1737" spc="6" dirty="0">
                <a:solidFill>
                  <a:srgbClr val="896CC9"/>
                </a:solidFill>
                <a:latin typeface="Open Sans"/>
              </a:rPr>
              <a:t>Research Paradigm </a:t>
            </a:r>
          </a:p>
          <a:p>
            <a:pPr algn="ctr">
              <a:lnSpc>
                <a:spcPts val="2433"/>
              </a:lnSpc>
              <a:spcBef>
                <a:spcPct val="0"/>
              </a:spcBef>
            </a:pPr>
            <a:r>
              <a:rPr lang="en-GB" sz="1600" dirty="0">
                <a:latin typeface="Arial" panose="020B0604020202020204" pitchFamily="34" charset="0"/>
                <a:cs typeface="Arial" panose="020B0604020202020204" pitchFamily="34" charset="0"/>
              </a:rPr>
              <a:t>Belief system</a:t>
            </a:r>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Approach</a:t>
            </a:r>
          </a:p>
          <a:p>
            <a:pPr algn="ctr">
              <a:lnSpc>
                <a:spcPts val="2433"/>
              </a:lnSpc>
              <a:spcBef>
                <a:spcPct val="0"/>
              </a:spcBef>
            </a:pPr>
            <a:r>
              <a:rPr lang="en-GB" sz="1600" dirty="0">
                <a:latin typeface="Arial" panose="020B0604020202020204" pitchFamily="34" charset="0"/>
                <a:cs typeface="Arial" panose="020B0604020202020204" pitchFamily="34" charset="0"/>
              </a:rPr>
              <a:t>Strategy</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Methodology</a:t>
            </a:r>
          </a:p>
          <a:p>
            <a:pPr algn="ctr">
              <a:lnSpc>
                <a:spcPts val="2433"/>
              </a:lnSpc>
              <a:spcBef>
                <a:spcPct val="0"/>
              </a:spcBef>
            </a:pPr>
            <a:r>
              <a:rPr lang="en-GB" sz="1600" dirty="0">
                <a:latin typeface="Arial" panose="020B0604020202020204" pitchFamily="34" charset="0"/>
                <a:cs typeface="Arial" panose="020B0604020202020204" pitchFamily="34" charset="0"/>
              </a:rPr>
              <a:t>Justification</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Design</a:t>
            </a:r>
          </a:p>
          <a:p>
            <a:pPr algn="ctr">
              <a:lnSpc>
                <a:spcPts val="2433"/>
              </a:lnSpc>
              <a:spcBef>
                <a:spcPct val="0"/>
              </a:spcBef>
            </a:pPr>
            <a:r>
              <a:rPr lang="en-GB" sz="1600" dirty="0">
                <a:latin typeface="Arial" panose="020B0604020202020204" pitchFamily="34" charset="0"/>
                <a:cs typeface="Arial" panose="020B0604020202020204" pitchFamily="34" charset="0"/>
              </a:rPr>
              <a:t>Blueprint</a:t>
            </a:r>
            <a:endParaRPr lang="en-GB" sz="1600" dirty="0"/>
          </a:p>
          <a:p>
            <a:pPr algn="ctr">
              <a:lnSpc>
                <a:spcPts val="2433"/>
              </a:lnSpc>
              <a:spcBef>
                <a:spcPct val="0"/>
              </a:spcBef>
            </a:pPr>
            <a:endParaRPr lang="en-US" sz="1737" spc="6" dirty="0">
              <a:solidFill>
                <a:srgbClr val="896CC9"/>
              </a:solidFill>
              <a:latin typeface="Open Sans"/>
            </a:endParaRPr>
          </a:p>
          <a:p>
            <a:pPr algn="ctr">
              <a:lnSpc>
                <a:spcPts val="2433"/>
              </a:lnSpc>
              <a:spcBef>
                <a:spcPct val="0"/>
              </a:spcBef>
            </a:pPr>
            <a:r>
              <a:rPr lang="en-GB" sz="1737" spc="6" dirty="0">
                <a:solidFill>
                  <a:srgbClr val="896CC9"/>
                </a:solidFill>
                <a:latin typeface="Open Sans"/>
              </a:rPr>
              <a:t>Research Methods</a:t>
            </a:r>
          </a:p>
          <a:p>
            <a:pPr algn="ctr">
              <a:lnSpc>
                <a:spcPts val="2433"/>
              </a:lnSpc>
              <a:spcBef>
                <a:spcPct val="0"/>
              </a:spcBef>
            </a:pPr>
            <a:r>
              <a:rPr lang="en-GB" sz="1600" dirty="0">
                <a:latin typeface="Arial" panose="020B0604020202020204" pitchFamily="34" charset="0"/>
                <a:cs typeface="Arial" panose="020B0604020202020204" pitchFamily="34" charset="0"/>
              </a:rPr>
              <a:t>Tools and techniques</a:t>
            </a:r>
            <a:endParaRPr lang="en-US" sz="1737" spc="6" dirty="0">
              <a:solidFill>
                <a:srgbClr val="896CC9"/>
              </a:solidFill>
              <a:latin typeface="Open Sans"/>
            </a:endParaRPr>
          </a:p>
        </p:txBody>
      </p:sp>
      <p:sp>
        <p:nvSpPr>
          <p:cNvPr id="6" name="TextBox 6"/>
          <p:cNvSpPr txBox="1"/>
          <p:nvPr/>
        </p:nvSpPr>
        <p:spPr>
          <a:xfrm>
            <a:off x="2479312" y="2167542"/>
            <a:ext cx="2278086" cy="4270400"/>
          </a:xfrm>
          <a:prstGeom prst="rect">
            <a:avLst/>
          </a:prstGeom>
        </p:spPr>
        <p:txBody>
          <a:bodyPr lIns="0" tIns="0" rIns="0" bIns="0" rtlCol="0" anchor="t">
            <a:spAutoFit/>
          </a:bodyPr>
          <a:lstStyle/>
          <a:p>
            <a:pPr algn="ctr">
              <a:lnSpc>
                <a:spcPts val="2433"/>
              </a:lnSpc>
            </a:pPr>
            <a:r>
              <a:rPr lang="en-US" sz="1737" spc="6" dirty="0">
                <a:solidFill>
                  <a:srgbClr val="000000"/>
                </a:solidFill>
                <a:latin typeface="Open Sans Bold"/>
              </a:rPr>
              <a:t>2</a:t>
            </a:r>
          </a:p>
          <a:p>
            <a:pPr algn="ctr">
              <a:lnSpc>
                <a:spcPts val="1120"/>
              </a:lnSpc>
            </a:pPr>
            <a:endParaRPr lang="en-US" sz="1737" spc="6" dirty="0">
              <a:solidFill>
                <a:srgbClr val="000000"/>
              </a:solidFill>
              <a:latin typeface="Open Sans Bold"/>
            </a:endParaRPr>
          </a:p>
          <a:p>
            <a:pPr algn="ctr">
              <a:lnSpc>
                <a:spcPts val="2293"/>
              </a:lnSpc>
              <a:spcBef>
                <a:spcPct val="0"/>
              </a:spcBef>
            </a:pPr>
            <a:r>
              <a:rPr lang="en-US" sz="1637" b="1" spc="6" dirty="0">
                <a:solidFill>
                  <a:srgbClr val="000000"/>
                </a:solidFill>
                <a:latin typeface="Open Sans"/>
              </a:rPr>
              <a:t>Designing the Data Collection Methods for Qualitative </a:t>
            </a:r>
          </a:p>
          <a:p>
            <a:pPr algn="ctr">
              <a:lnSpc>
                <a:spcPts val="2293"/>
              </a:lnSpc>
              <a:spcBef>
                <a:spcPct val="0"/>
              </a:spcBef>
            </a:pPr>
            <a:r>
              <a:rPr lang="en-US" sz="1637" b="1" spc="6" dirty="0">
                <a:solidFill>
                  <a:srgbClr val="000000"/>
                </a:solidFill>
                <a:latin typeface="Open Sans"/>
              </a:rPr>
              <a:t>and Quantitative Research</a:t>
            </a:r>
          </a:p>
          <a:p>
            <a:pPr algn="ctr">
              <a:lnSpc>
                <a:spcPts val="2293"/>
              </a:lnSpc>
              <a:spcBef>
                <a:spcPct val="0"/>
              </a:spcBef>
            </a:pPr>
            <a:endParaRPr lang="en-US" sz="1637" spc="6" dirty="0">
              <a:solidFill>
                <a:srgbClr val="000000"/>
              </a:solidFill>
              <a:latin typeface="Open Sans"/>
            </a:endParaRPr>
          </a:p>
          <a:p>
            <a:pPr algn="ctr">
              <a:lnSpc>
                <a:spcPts val="2293"/>
              </a:lnSpc>
              <a:spcBef>
                <a:spcPct val="0"/>
              </a:spcBef>
            </a:pPr>
            <a:r>
              <a:rPr lang="en-US" dirty="0"/>
              <a:t>A well-crafted data collection method should match the research goals and suit the research type. </a:t>
            </a:r>
          </a:p>
          <a:p>
            <a:pPr algn="ctr">
              <a:lnSpc>
                <a:spcPts val="2293"/>
              </a:lnSpc>
              <a:spcBef>
                <a:spcPct val="0"/>
              </a:spcBef>
            </a:pPr>
            <a:endParaRPr lang="en-US" sz="1637" spc="6" dirty="0">
              <a:solidFill>
                <a:srgbClr val="000000"/>
              </a:solidFill>
              <a:latin typeface="Open Sans"/>
            </a:endParaRPr>
          </a:p>
          <a:p>
            <a:pPr algn="ctr">
              <a:lnSpc>
                <a:spcPts val="2293"/>
              </a:lnSpc>
              <a:spcBef>
                <a:spcPct val="0"/>
              </a:spcBef>
            </a:pPr>
            <a:r>
              <a:rPr lang="en-US" dirty="0"/>
              <a:t>Numerical vs Text Form</a:t>
            </a:r>
          </a:p>
        </p:txBody>
      </p:sp>
      <p:sp>
        <p:nvSpPr>
          <p:cNvPr id="7" name="TextBox 7"/>
          <p:cNvSpPr txBox="1"/>
          <p:nvPr/>
        </p:nvSpPr>
        <p:spPr>
          <a:xfrm>
            <a:off x="4938373" y="2167542"/>
            <a:ext cx="2312646" cy="735971"/>
          </a:xfrm>
          <a:prstGeom prst="rect">
            <a:avLst/>
          </a:prstGeom>
        </p:spPr>
        <p:txBody>
          <a:bodyPr lIns="0" tIns="0" rIns="0" bIns="0" rtlCol="0" anchor="t">
            <a:spAutoFit/>
          </a:bodyPr>
          <a:lstStyle/>
          <a:p>
            <a:pPr algn="ctr">
              <a:lnSpc>
                <a:spcPts val="2433"/>
              </a:lnSpc>
            </a:pPr>
            <a:r>
              <a:rPr lang="en-US" sz="1737" spc="6" dirty="0">
                <a:solidFill>
                  <a:srgbClr val="896CC9"/>
                </a:solidFill>
                <a:latin typeface="Open Sans Bold"/>
              </a:rPr>
              <a:t>3</a:t>
            </a:r>
          </a:p>
          <a:p>
            <a:pPr algn="ctr">
              <a:lnSpc>
                <a:spcPts val="1120"/>
              </a:lnSpc>
            </a:pPr>
            <a:endParaRPr lang="en-US" sz="1737" spc="6" dirty="0">
              <a:solidFill>
                <a:srgbClr val="896CC9"/>
              </a:solidFill>
              <a:latin typeface="Open Sans Bold"/>
            </a:endParaRPr>
          </a:p>
          <a:p>
            <a:pPr algn="ctr">
              <a:lnSpc>
                <a:spcPts val="2379"/>
              </a:lnSpc>
              <a:spcBef>
                <a:spcPct val="0"/>
              </a:spcBef>
            </a:pPr>
            <a:r>
              <a:rPr lang="en-US" sz="1699" spc="6" dirty="0">
                <a:solidFill>
                  <a:srgbClr val="896CC9"/>
                </a:solidFill>
                <a:latin typeface="Open Sans"/>
              </a:rPr>
              <a:t>… Sampling</a:t>
            </a:r>
          </a:p>
        </p:txBody>
      </p:sp>
      <p:sp>
        <p:nvSpPr>
          <p:cNvPr id="8" name="TextBox 8"/>
          <p:cNvSpPr txBox="1"/>
          <p:nvPr/>
        </p:nvSpPr>
        <p:spPr>
          <a:xfrm>
            <a:off x="7431994" y="2167542"/>
            <a:ext cx="2321606" cy="471091"/>
          </a:xfrm>
          <a:prstGeom prst="rect">
            <a:avLst/>
          </a:prstGeom>
        </p:spPr>
        <p:txBody>
          <a:bodyPr lIns="0" tIns="0" rIns="0" bIns="0" rtlCol="0" anchor="t">
            <a:spAutoFit/>
          </a:bodyPr>
          <a:lstStyle/>
          <a:p>
            <a:pPr algn="ctr">
              <a:lnSpc>
                <a:spcPts val="2433"/>
              </a:lnSpc>
            </a:pPr>
            <a:r>
              <a:rPr lang="en-US" sz="1737" spc="6" dirty="0">
                <a:solidFill>
                  <a:srgbClr val="1F1E28"/>
                </a:solidFill>
                <a:latin typeface="Open Sans Bold"/>
              </a:rPr>
              <a:t>4</a:t>
            </a:r>
          </a:p>
          <a:p>
            <a:pPr algn="ctr">
              <a:lnSpc>
                <a:spcPts val="1120"/>
              </a:lnSpc>
            </a:pPr>
            <a:endParaRPr lang="en-US" sz="1737" spc="6" dirty="0">
              <a:solidFill>
                <a:srgbClr val="1F1E28"/>
              </a:solidFill>
              <a:latin typeface="Open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rgbClr val="878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609" y="512064"/>
            <a:ext cx="8990381" cy="6291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766EF17A-B23D-A7D5-0C13-F75CC8ABB4F3}"/>
              </a:ext>
            </a:extLst>
          </p:cNvPr>
          <p:cNvPicPr>
            <a:picLocks noChangeAspect="1"/>
          </p:cNvPicPr>
          <p:nvPr/>
        </p:nvPicPr>
        <p:blipFill>
          <a:blip r:embed="rId2"/>
          <a:srcRect l="10937" t="23610" r="11718" b="8334"/>
          <a:stretch>
            <a:fillRect/>
          </a:stretch>
        </p:blipFill>
        <p:spPr>
          <a:xfrm>
            <a:off x="514773" y="1498637"/>
            <a:ext cx="8724053" cy="4317924"/>
          </a:xfrm>
          <a:prstGeom prst="rect">
            <a:avLst/>
          </a:prstGeom>
        </p:spPr>
      </p:pic>
      <p:sp>
        <p:nvSpPr>
          <p:cNvPr id="5" name="TextBox 4">
            <a:extLst>
              <a:ext uri="{FF2B5EF4-FFF2-40B4-BE49-F238E27FC236}">
                <a16:creationId xmlns:a16="http://schemas.microsoft.com/office/drawing/2014/main" id="{EEDBDAB1-5CA2-7687-219D-68917240DDA1}"/>
              </a:ext>
            </a:extLst>
          </p:cNvPr>
          <p:cNvSpPr txBox="1"/>
          <p:nvPr/>
        </p:nvSpPr>
        <p:spPr>
          <a:xfrm>
            <a:off x="2609954" y="5816561"/>
            <a:ext cx="4875196" cy="230832"/>
          </a:xfrm>
          <a:prstGeom prst="rect">
            <a:avLst/>
          </a:prstGeom>
          <a:noFill/>
        </p:spPr>
        <p:txBody>
          <a:bodyPr wrap="square">
            <a:spAutoFit/>
          </a:bodyPr>
          <a:lstStyle/>
          <a:p>
            <a:r>
              <a:rPr lang="en-GB" sz="900" dirty="0"/>
              <a:t>Photo Credit: https://www.behance.net/gallery/182646095/Springboks-Semi-Finals-2023</a:t>
            </a:r>
          </a:p>
        </p:txBody>
      </p:sp>
    </p:spTree>
    <p:extLst>
      <p:ext uri="{BB962C8B-B14F-4D97-AF65-F5344CB8AC3E}">
        <p14:creationId xmlns:p14="http://schemas.microsoft.com/office/powerpoint/2010/main" val="183113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60F322A-E24F-04B2-8C75-AD3EFEE8B004}"/>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Imagine this: </a:t>
            </a: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The Springboks just lost a hard-fought match. As the stadium begins to clear, you’re standing near the exit gates with a clipboard or tablet, ready to ask fans how they feel about the team’s performance.</a:t>
            </a:r>
          </a:p>
          <a:p>
            <a:pPr indent="-228600">
              <a:lnSpc>
                <a:spcPct val="90000"/>
              </a:lnSpc>
              <a:spcAft>
                <a:spcPts val="800"/>
              </a:spcAft>
              <a:buFont typeface="Arial" panose="020B0604020202020204" pitchFamily="34" charset="0"/>
              <a:buChar char="•"/>
            </a:pPr>
            <a:r>
              <a:rPr lang="en-US" sz="2800" spc="86" dirty="0">
                <a:solidFill>
                  <a:schemeClr val="bg1"/>
                </a:solidFill>
              </a:rPr>
              <a:t>Now, pause and ask yourself: Who are you going to talk to? How many people? Where will you find them? Will they all give you the same answer?</a:t>
            </a:r>
          </a:p>
          <a:p>
            <a:pPr indent="-228600">
              <a:lnSpc>
                <a:spcPct val="90000"/>
              </a:lnSpc>
              <a:spcAft>
                <a:spcPts val="800"/>
              </a:spcAft>
              <a:buFont typeface="Arial" panose="020B0604020202020204" pitchFamily="34" charset="0"/>
              <a:buChar char="•"/>
            </a:pPr>
            <a:r>
              <a:rPr lang="en-US" sz="2800" spc="86" dirty="0">
                <a:solidFill>
                  <a:schemeClr val="bg1"/>
                </a:solidFill>
              </a:rPr>
              <a:t>Congratulations, you’ve just stepped into the world of sampling.</a:t>
            </a: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83690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60CFC22C-F708-6AFB-EF56-A1D51B11FEF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516C4A3-52F2-3F01-DB9D-808CA2C3D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2F030DD-6E9F-D916-7DD3-F36029C0CF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10D85A9E-9D03-0FC3-F721-2644CE4B2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5EE9EB2-87D2-91C5-40E1-EB5D42531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E89339F-E1D5-C2F9-5337-46FCE2C22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6ED56E9-D955-1F7C-52B6-EB188B980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6AAFBD4-59CB-E950-5B94-C9E4074E9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D83A7D2-5385-A8B7-38AA-21F8D172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C2B71D8-2C3A-56F0-3A7E-6D369F10C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8C38976-4679-8335-E994-D4494375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72BEA50-1778-9B1B-615F-B9F9C20A8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57F14A-24C7-2CEE-9643-3109E89CA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C1107A1-4995-C6A8-E8EC-A56B7F0E5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97E0727-6667-CE69-0E82-FEF9DCEF9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8ED32D4-37B8-5538-B18B-0BDF2856D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1B36771-AC24-CC75-95B0-5E6D3728E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1B19AC8-1ECA-5A86-492D-15815682A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1789017-68C9-DF89-0717-3D12EB5D5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C67A893-1407-BFAB-A7F2-0C6136651D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0D73DD2-A83B-C218-084B-5B3D8C8C3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4F74C94-30BC-505A-7395-80141EC4E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31EAD3-8308-EA15-BDD4-10CE0A753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D059B80-F42D-4DE1-03D0-FABADB905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CC63C07-A8E8-3063-02D3-CB901ABAE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CE913B9-ACF4-D23E-8119-A38A7416D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F26B20A-1955-E36A-1529-CD5B892AF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1A1A5A3-53D6-794A-701D-A33706D80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FBCB76D8-B619-645A-FC64-C463F2A83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069D1AE-EE43-556A-13CD-3D4681D87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B224F93-19D1-9766-7902-72DE3340D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FA1EBEB-2650-1206-1657-95EAA4CB6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010EB9D-6D1F-DCD2-4C91-300C4B77E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0B1CB77-B017-FCA3-903A-44C9F588F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A7985D1-D783-651A-DD78-6617057A9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9111926-E969-E9CE-2B4E-82BD3B17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57E4C1D-C229-1291-6AEA-1564B28615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B2F083E-AC83-2E4F-5F2D-40E332227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BDC33F4-5EE7-2A80-DD67-7056150C7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92B3AEE-F469-6A22-FFAE-D4713BE75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3CC4ED-9CFB-DB41-C91C-A173B3D3B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E8BAFED-E418-8EBC-A6D3-7EB451A99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7A8DB48-8BE0-B6CD-949B-25D2482253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A70B3934-56BC-9863-1958-EC571BCE5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1F7E185-1E63-61F5-0226-C5239C097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D2E980D-39C6-EDA2-D658-4B9174D72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58357350-3D89-EE9D-5932-685F7A96A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D1DF1DB-0B1D-C83B-7CC0-47BA6C4D9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106D176-556A-04D8-AA91-916DF11CA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4054293-32A2-B453-C270-99D77C852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8133976-CC99-C107-117F-7B673DD90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D003EFCD-790B-427D-BD8A-91B707581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D3F295BC-0964-11EB-74E9-DDD9C4153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5C5508C-DF2E-FCAC-5CB7-480584CA6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E9AD84E-1963-0178-5B0A-AA04BF39F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9C378E8-1F8D-F747-544E-CB13898A5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C450B91-DCCC-F438-F560-5148B659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174DF6E-5691-3C87-EED5-584FE4760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AD6269B-C253-604F-D85C-F03A23034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EB1A0475-9378-D594-BD9E-7F1CD905CB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DB4C102-24DD-3F79-AAC9-1E93B2DA9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84C897B-9227-E1EA-B647-96B3BEA57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D5C50EC-E6D9-F092-A0CA-327C09E77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CAC4F191-ACBE-2124-D935-23B96CE08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233A70BA-FC59-5EEF-F1AD-6C152ADA60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C97B5EA8-3E54-4DE2-008A-6452AA16E6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9A745B7-6FE4-6D0D-0785-BBB81C0C9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7E6B48E0-96AB-6DE9-5042-26E827B6B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19D343F-992E-3D75-6518-E8F584D34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E24C6FBC-9339-54EB-B507-1D749E9A71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CCC9E67-6965-D8D2-8B3B-F7AE045ED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57301628-4AB4-73C7-27EA-868C191CE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A89179A-B497-5141-1046-FA75A30AB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B348802D-D77B-2E65-1790-AA529E57F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07DDB662-F82B-B530-C69F-74B65652D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C8AE5051-0E39-9716-5672-6EE2D6402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552598D2-6B1B-44E4-CF51-457C407CF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3E4E0F7-E5CD-E933-831A-70EE3C847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51ABE0D-F9E1-4C78-9942-0016AF817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6112E2BB-7866-3E1C-4D7B-A07EEA3BDC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3FF8590-DA26-B369-B061-02D397271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04FADEAE-A1AA-1DD5-AAC0-578E921CE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C3CACCF-E370-E9FF-25E4-7908CFD6B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4CCB537-CE0D-262E-F9BD-55C6DE71F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FA3A95C-06D5-FB57-27E1-5B4DA1C052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7FF693B-51FF-8E32-B5BB-D668DDDB6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B308860-FC91-0E41-353D-BDB33DE9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B38D231-B714-28C6-6FCE-E6555D56E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5928CAF-7179-DE43-05CA-59A4D225B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31FAFA3-7AA0-EFB6-9C7D-A37258A42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FF4381D-6284-41D1-1331-364590AF5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50B277-0AE3-5806-8663-544DF4A4D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6895285A-5BD9-D32B-5A81-9EB014CEA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96CDBF51-97E7-70F5-350A-46621D0FF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EBC0AAC-C39F-59A8-7064-41F8B5304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7E88567-6815-F4ED-1BAD-011AD48A7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B16822D-4F3C-ED95-BE1D-1F3ED107B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8EEB991-DD16-8AB5-F1F8-E1129B6CA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120ACE5-7B60-E255-3806-915EE776F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D77DA65-960E-DC21-A80C-1297E03C1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2F2F1019-B4CD-9F8D-C74E-724FD9A28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7FE91700-570A-B441-719E-BCD683AE8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E3AA917D-4873-4CEC-295B-73A9C733C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957710B-B37D-A428-AD0B-6979AB072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EE2CDD17-4170-2FFF-248E-63BB186CD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069E9FE-F6D1-AE5C-7A51-F53729329B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B35E7814-2C0D-60D4-B92E-7A67E8A0D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7C055393-7427-EBAA-FBA8-A1DB8478C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0C65EC8-7FAE-85BE-E3A4-5E36FAD98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16D425B-6CE5-26E3-921A-52065E94C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7E64406-D8D9-AB3F-DB7E-0EF2E0CDD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B20FF51-113D-F9A1-B158-E53907171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A364236-13FF-2FF3-6C30-B3E67E2A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847E5FD-601B-42FD-ED33-0DCC092F9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BF250D-4DCD-9EE3-A784-1745DB043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F67BA493-1F4D-33E4-C097-7F5A05D99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969A90E-1EAA-0448-3EC4-FB5FB4551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2CF2803-2D6B-E413-3BB0-3E64ABC04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E3B46F2-E32D-A266-748D-E7270A0A6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9AAB8CD8-D981-B2AD-1852-E192FF6D8E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C8BAFCC7-F159-D879-D3C3-674A92013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1D68873-0068-DFCF-8AA1-3BA2A7C9A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92F1BD92-0FA2-5FA3-F33A-443B0B940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DF3EC13-9081-1792-C029-1C1607936E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D1EFD91-A285-D21C-B267-7C27F7479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F08E9E82-E9FD-FC96-BF04-32F8EC772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10ABC7E-C8ED-C7E8-9111-E7FBC505E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B8A1B232-A378-400A-5FF1-9D33E11D0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E8CC15A-7BBC-075D-50A7-4FF4F0C2D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43D71B52-B3F7-7878-6215-E17BB97CE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342ADE7-6337-EA31-675A-BCBB1BDD0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B5CBAD-BDEC-9F18-2445-1663FD0FD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FE2EA17-45F8-1E27-108F-6FEEAC5BE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BC445372-1821-2E81-D4F7-A07884CAF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FA79250-550D-4B70-5817-6F2551D70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0476890-B38B-8EC7-EBBA-9F9896249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3815A4E-C298-3549-261F-E29EBFF492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8A14141-0769-2D09-D9E5-BC858DD52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8AB07666-28B3-7322-11A4-8391117EE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716ED6C-E492-237D-50B9-C3602D7B9D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FCD932F-BB4B-1CFE-CE29-A3CC87EC0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B106BC8F-1483-96CD-5C08-6AA560A0A4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C58ACEB7-3755-7FC1-8748-3D7ED7E16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F698245-86BF-2961-CEC7-BDC1ED3BA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474968CF-AF40-42D0-FBDC-F2CB059BF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D375A99-0530-E4D9-0BD7-91CF7EBCD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AA84E83F-481E-EF99-E727-9A4ECD8005B4}"/>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Why Does Sampling Matter?</a:t>
            </a:r>
          </a:p>
          <a:p>
            <a:pPr indent="-228600">
              <a:lnSpc>
                <a:spcPct val="90000"/>
              </a:lnSpc>
              <a:spcAft>
                <a:spcPts val="800"/>
              </a:spcAft>
              <a:buFont typeface="Arial" panose="020B0604020202020204" pitchFamily="34" charset="0"/>
              <a:buChar char="•"/>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In research, we usually can’t talk to everyone. It’s impractical, costly, and sometimes impossible. That’s why we select a sample, a smaller group from the larger population, to represent the opinions, experiences, or behaviours of that full group.</a:t>
            </a:r>
          </a:p>
          <a:p>
            <a:pPr indent="-228600">
              <a:lnSpc>
                <a:spcPct val="90000"/>
              </a:lnSpc>
              <a:spcAft>
                <a:spcPts val="800"/>
              </a:spcAft>
              <a:buFont typeface="Arial" panose="020B0604020202020204" pitchFamily="34" charset="0"/>
              <a:buChar char="•"/>
            </a:pPr>
            <a:r>
              <a:rPr lang="en-US" sz="2800" spc="86" dirty="0">
                <a:solidFill>
                  <a:schemeClr val="bg1"/>
                </a:solidFill>
              </a:rPr>
              <a:t>In our case, the population is all Springboks fans at the stadium (and possibly beyond). However, we will only collect data from a sample of them.</a:t>
            </a:r>
          </a:p>
        </p:txBody>
      </p:sp>
      <p:grpSp>
        <p:nvGrpSpPr>
          <p:cNvPr id="155" name="Graphic 190">
            <a:extLst>
              <a:ext uri="{FF2B5EF4-FFF2-40B4-BE49-F238E27FC236}">
                <a16:creationId xmlns:a16="http://schemas.microsoft.com/office/drawing/2014/main" id="{041568FE-3C1C-77BF-DC8F-E6DB7A7DAB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B8A6AB2B-9B20-1D9C-43A0-78C9849E0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FC3AE25-1CA3-F3BF-ED2E-F5A343EEC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9869C838-07CF-EB70-144A-977B0EEAD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8C56F980-087B-E756-4E22-972B2FDC5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270275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394BF5D-6479-1BA8-D72F-747C457C8EC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898400-76CA-C778-6C31-6DEB39557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36039875-E623-0C1A-4615-47061BE2A3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84722C5-BBE8-A89A-CF8E-3FEB61F81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BA5DA2B-3569-08A8-C7D6-702186545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1DCC4A-9726-0BD3-595B-7EEEB57D4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CB62389-7D51-5224-B21F-260126B81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BD94DB-EA09-82BA-42E2-6AEC3DEB7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1120F96-2080-74CB-E3ED-D25ECB5A3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DB7EE64-0973-8996-7132-6C848D7C2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67C79DF-52A6-AFC5-2C94-838589A8C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981A0B3-90F8-B529-A0D8-C5319A5E8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28FE2B-E980-A837-8A03-CC11BBDB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6EA172C-22A9-00C0-65C3-C6AA864BD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8824D17-3276-C2FB-076F-6BB753526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94496EA-992C-391A-27E5-36DA4343E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F07E17F-9744-F832-78AC-E993F7D0C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ED23695-8484-AC1E-6D59-45E8C89C6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A1BDD8C-3CF8-81C2-9166-560EB0B2C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92DA952-28B4-889C-75A0-B186EE3E6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03A574F-3428-3A33-54C6-96D8A2560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07C5926-E24A-FFA3-4D4A-ADB01A95B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10909D-D3BE-0CA4-F6F7-AF5AA4484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F550390-B501-7D52-2F88-6134CC4FE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732A394-14B7-95C7-71DF-CF651A573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C5E78D-F771-AD77-BCE3-51E54F27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8EA1377-15CA-9FB3-2B44-B8AA69B4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9850105-BAA5-13B8-DC88-807938A24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9E27FE0-D2D4-9B91-6D17-E5B065889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3DA637C-2A90-5609-DB4F-FA5E4C7A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BC07C99-3BB6-557B-8F9D-579870246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B34028E4-38C5-28E1-00B5-0D3B6E2DA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285800C-4A7B-2504-0EE6-9AAC1355E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E30F756-D9EC-D299-BC39-2CAB214E1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BE52446-2182-5FDB-E06E-34B1486C8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C97BA27-FC39-5103-162B-3519A50AD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A86FD45-A04A-4296-ED3C-D529816C9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B2C1025-356E-7B64-3068-3DED843BF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C30770F-665A-8F7C-BC46-636E757BA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B5F471E-F9C5-BB8A-35AC-01F938EF84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5FE140D-06E3-9DAF-2DB2-4ABAE5C3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26E4A73-572E-C803-F324-474795871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6F5242C-92CF-BF79-7750-EB3C12934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3A21980-CFB1-E263-9476-247155F98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D5CFF88-F44D-E833-DDDD-28D89531B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A19797E-00C6-01BB-035E-F0DE777B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781CE02-ECE1-4FC5-3089-980524A82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441579B-7D06-6DCA-1A41-D760CA01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F716984-5D25-D1DE-71A3-03383548F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46F74F-EF11-9431-BC15-DAC2361E5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47E2ADA-1AB0-9219-A748-61BD48958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21CE8B5-1315-3013-4D9B-A6ED080E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EBE53A4-A6EC-8B77-AF80-7932A8796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AB432C8C-382F-5D34-46F5-951942E2F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0C86A5-1C37-9002-059D-9933C645F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0CBDCDD-7CD0-B385-2CF3-BF9E9135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898ED84-954E-141A-626F-26A43F852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653CBB9-363D-8C5C-E450-51EC63D19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FB6376D-BF12-8CAF-014C-9CCFFE65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265F066-9165-8242-D970-D06032C8F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FCF9161-7068-E26E-6C68-C4B5757B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F32214C1-F2B8-C86A-5E61-C5D964A43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01185EB-A7B7-9B44-86C1-26703CE9E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70F2D8D5-28D7-1AF4-33D9-E7BC57F14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ECA9C3C-B2AA-CE6A-FA15-7982A9ED4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61FE929-0150-0E00-6358-DA22AE4C6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4BD8C9D-E0B8-A064-A80C-30959D23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C3E9A2-895F-1EE6-FDDC-C68C5D694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FBDE13C-18FD-CA12-B544-E70855038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C2C5E2E-57F7-FB71-077F-DF4D613CC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6BDCB409-0D7E-E783-1F57-E394A5EF7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EEB13DE-7226-7608-739C-28D4F113B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88E3E42-9E7F-15F5-C8D0-56797DD57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7033311-C60C-963D-7575-A24774A85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160C82D-6DBF-B924-4877-AB793793D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EC3C3D4-7626-9AA2-4F21-639E34459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C58F16F-0D2B-984D-9CD8-AF1D68AED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5831E01-C04D-4037-87EB-25079174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DBBF972-DD9E-AC18-98A3-9F7D987F6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6B8D2F7-B879-2AE6-C118-3DB598452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45FBD7B-4B25-FAD0-ACB7-0C7D701E4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CB50443-D675-F4A7-89E2-48255EB45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E6562AB-99CB-734D-5EE2-568EE04EA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97D3229-A8FE-8A79-ACE7-B0B2D37EC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81CF788-FF2B-2A85-B0A7-97AEF9FF3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9DB8A31-B6CB-9F2C-CA0F-0355A1496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6445F59-7293-5E5F-7E5D-E5F3F7323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25B7FE4-DC90-C88C-7656-2243E91F4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8CE9544-B456-0C3C-416B-D1552B054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2EA2CFB-42CF-DF65-CF87-8E1A8009F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09BE36E-41F7-4EF0-E1E3-AAE9BB8E0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2E5B68F-891C-C5CD-9417-CAC7FAE05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A355682-621E-0CB3-77A9-E23871E01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CD9B2CA-B807-FCAF-C7A3-DA2F02053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DF6DA4E-484F-C1D4-EDB5-C7F32A0A4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C92140B-B2E9-3349-940C-8EC9F54AB1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AC50C42-83FB-5DC8-3C4E-277BE9BB4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1D71B9-58D5-AEB9-BB3C-0E79783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C91DB04-90E0-A608-FB35-D32499113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13EAD53-EB1D-B6DC-181C-82F11DB56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5B91E54-7FDB-0D67-7CD1-19EAA8F61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3889135-6C69-A709-973A-E1C643124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8D9AB6D-02EC-2B10-908E-23A7CBC39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86C6ED9-4A0D-CF47-454B-854356D88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0CE1B89-CFB0-DC5A-F0E6-F9C3B8540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7D51D9E-B0FD-EA81-202C-6DD78F926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0B3E2FF-B82F-63AB-611E-5EFDFB6B1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0B37335-8CE1-CF2E-1C70-21366E79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F34E9E9-CEBC-55AC-AFCB-D38437CF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8C59D2E-DE25-8FCF-0B17-21F74A934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52E6B9F-3DB9-A646-8235-843EBEB9F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00BA499-C9BC-5417-3C5B-99FFD808F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FB0CBDC-E5AF-1E24-9B6D-35428C22E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EDA61CD-C77F-B754-6234-3075F8D43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92435E7-FA2B-8B20-B3BA-9AD4CBAB2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393CFCA-DBAC-06EF-724B-6475CDD92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134F47D-DC18-6BC6-4E17-5BA4A29BB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9BC4C7B-ABBE-CEAF-3255-E8787F105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362431A-7936-4977-8918-6E86133B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C28C3AA-D477-7E11-95E3-24BF50064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0754C08-7DC3-8E5E-0B45-F726C4B2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BBEFCF6-CE1F-D1D6-7470-36A9E726B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A26649C-8357-D701-245C-F0014D5DF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04508A2-8629-4265-4A90-5B82DF05D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D040774-EECF-6E7B-C14E-D4721B3CD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7F5AB78-BCE8-4BDE-29DF-A19D9CF95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70E5195-7506-3EA6-3361-975D1B510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64089AF-E95B-58CD-097E-E452FAD86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17258EE-D5E3-238F-74BA-F0E138FD4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548D7C9-5542-5B0A-D7C4-F2A65EFA3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A45A5D8-4847-30B9-7209-3C4F7F707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8692FD13-096E-918F-081E-563E0FD21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EC9E18F-CBB8-EDE7-D352-694D97590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3EC76B6-19BA-C858-E564-86007A45C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2EA04B-7F4B-5608-06DF-877C833FE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6F7973E-2BF1-E9ED-DB58-7F4E41BFF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27F67BB-EB40-DA6B-183A-E8891CD30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FD6013C3-5355-6C5D-3BC5-BFE957F82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D88E3735-6772-5A2C-FBC4-1CB8B7DE9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EBD4825-24C8-6C6B-1FC5-036466F8E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E7E59B5-3CDF-E99B-61E3-C84DD5308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A04399AD-CB0D-DC52-649C-F835889B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EDB02F2-D2E8-C572-E3E0-2A0479539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73265DE-0699-F03A-44D9-5B5123EAE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C92F751C-CB85-7CCB-9BD1-8C622211A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4C581BB-1EC7-B667-E6C2-7F9361D0D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B3263511-9E8D-1C31-D29F-31B50DDCCEF3}"/>
              </a:ext>
            </a:extLst>
          </p:cNvPr>
          <p:cNvSpPr txBox="1"/>
          <p:nvPr/>
        </p:nvSpPr>
        <p:spPr>
          <a:xfrm>
            <a:off x="713782" y="1341402"/>
            <a:ext cx="6830018" cy="4641427"/>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Sampling Methods — Who Do You Ask?</a:t>
            </a:r>
          </a:p>
          <a:p>
            <a:pPr>
              <a:lnSpc>
                <a:spcPct val="90000"/>
              </a:lnSpc>
              <a:spcAft>
                <a:spcPts val="800"/>
              </a:spcAft>
            </a:pPr>
            <a:endParaRPr lang="en-US" sz="2800" spc="86" dirty="0">
              <a:solidFill>
                <a:schemeClr val="bg1"/>
              </a:solidFill>
            </a:endParaRPr>
          </a:p>
          <a:p>
            <a:pPr indent="-228600">
              <a:lnSpc>
                <a:spcPct val="90000"/>
              </a:lnSpc>
              <a:spcAft>
                <a:spcPts val="800"/>
              </a:spcAft>
              <a:buFont typeface="Arial" panose="020B0604020202020204" pitchFamily="34" charset="0"/>
              <a:buChar char="•"/>
            </a:pPr>
            <a:r>
              <a:rPr lang="en-US" sz="2800" spc="86" dirty="0">
                <a:solidFill>
                  <a:schemeClr val="bg1"/>
                </a:solidFill>
              </a:rPr>
              <a:t>Let’s say you want your sample to fairly reflect all types of fans, young and old, new supporters and lifelong loyalists, those sitting in the fancy suites and those standing in the bleachers.</a:t>
            </a:r>
          </a:p>
          <a:p>
            <a:pPr indent="-228600">
              <a:lnSpc>
                <a:spcPct val="90000"/>
              </a:lnSpc>
              <a:spcAft>
                <a:spcPts val="800"/>
              </a:spcAft>
              <a:buFont typeface="Arial" panose="020B0604020202020204" pitchFamily="34" charset="0"/>
              <a:buChar char="•"/>
            </a:pPr>
            <a:r>
              <a:rPr lang="en-US" sz="2800" spc="86" dirty="0">
                <a:solidFill>
                  <a:schemeClr val="bg1"/>
                </a:solidFill>
              </a:rPr>
              <a:t>How you choose them is your sampling method. </a:t>
            </a:r>
          </a:p>
          <a:p>
            <a:pPr indent="-228600">
              <a:lnSpc>
                <a:spcPct val="90000"/>
              </a:lnSpc>
              <a:spcAft>
                <a:spcPts val="800"/>
              </a:spcAft>
              <a:buFont typeface="Arial" panose="020B0604020202020204" pitchFamily="34" charset="0"/>
              <a:buChar char="•"/>
            </a:pPr>
            <a:r>
              <a:rPr lang="en-US" sz="2800" spc="86" dirty="0">
                <a:solidFill>
                  <a:schemeClr val="bg1"/>
                </a:solidFill>
              </a:rPr>
              <a:t>Here are a few examples you might use:</a:t>
            </a:r>
          </a:p>
        </p:txBody>
      </p:sp>
      <p:grpSp>
        <p:nvGrpSpPr>
          <p:cNvPr id="155" name="Graphic 190">
            <a:extLst>
              <a:ext uri="{FF2B5EF4-FFF2-40B4-BE49-F238E27FC236}">
                <a16:creationId xmlns:a16="http://schemas.microsoft.com/office/drawing/2014/main" id="{91E1399E-5075-7C31-98B9-B16C0D5B21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5A1E3FB-2CAB-BFFB-6AF6-B84271527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EEAC697-89C4-EF9E-8EAD-59C696A29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1D740C01-426C-472D-E6B6-976938837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1897FA90-263D-7821-28A1-F6AC6B1F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12195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FA6C0362-F23A-5AC1-9815-0CC2CDAA17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79C9221-D4A5-4B71-4BBF-DE02A2D8F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014F3D2-9A40-2010-96CB-3A003112B6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CEFE2BCB-CF83-52A0-5687-1DF250BE7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A363B6E-84C5-07BE-A72D-6DCBC29F7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326D466-C4AE-C008-CDAE-5E0C217A9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437C4E7-AA3F-4363-309E-9828DCC1C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B748ECB-FE7A-90DD-AB45-8EC3731B8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D5DEA71-FC9E-BF6E-66AF-8CCA60A45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8D2F46F-B42E-FE07-0923-AE0D65E9E3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AF69533-AFF2-745F-81E2-D331426BE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DB6E8B4-ACE2-D61A-5284-5F255B4E0B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1B0D6D-3ACC-2740-FCC2-74ED3D6F2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3F864A1-1EDC-AA79-7D7D-BEDFB3D94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F1B7C74-5108-A9E1-C97C-1ADEDC08B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B48E7F7-36A0-CDFE-45BC-E800ACED8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3F2F766-0D33-9A99-5E37-253F0FA5B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49B0E82-3F87-5098-1FF4-ABC6710B9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4AC1177-11E7-3FA2-9D02-10EDCD67F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0451DD8-D910-9543-E8E1-7B3CCCAD2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137B8CF-A473-F2C8-AE24-00ABCB5A9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8574EEF-BF81-DAAA-8B37-EE8FD9F4D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EC74836-275B-88EE-1AE9-99CD94878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5ADEF56-7DB5-EA72-2526-F9EF3AACB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E4C0950-F1A4-80C8-9A00-75485C9D6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B960C8B-7167-5922-2549-B60706855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4FECAF2-7ADC-7455-DC15-F41A1CC4F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5E32667-8F1B-378C-1C60-B13D7C00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9A12C37-E881-41A8-C727-C8E71233A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34342DB-EEE9-0DFB-7B27-05A02DD5B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0118565-D4A7-A6C2-64AC-D358685B1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63D51E9-3FE9-A11B-64AA-37451BBDD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6348EA07-7E23-0682-9025-7B1425BA3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D69B179-431C-769F-74E3-1747CB9C6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37D5093-66AC-769E-B50E-B0EC5FD3B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8011DC3-1DCE-2AE7-C1D5-FEEF3BE14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DE06674-AF58-4A06-2BEF-EFC2F6C9BF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0E2553E-48F5-AB73-660A-75CD55B7C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8C7C08A-6FA6-5E25-7926-8080A577C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3428DC9-F9D5-8799-7283-78AAAEA34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B2A1C9D-B7A9-A93A-1CC2-7F3D512FB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7F4FF88-E52E-0187-4649-0706AA230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E7ED1-7165-5835-1EDE-9ED491105F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73C25B93-4B55-C511-2F90-13B396724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E2FD271-ABC8-B0AC-ED06-477A63BD6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AA7C85E-421D-9687-2C99-2CB48B706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DD2B706-7855-6650-9B31-50DE856F4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784E993-CE62-2BCC-D870-F02EF55512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727678B-E004-5849-D836-93135ABEF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ACCCCFB4-378A-0B17-203B-34BB40991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40C0280-C7C5-6EA3-54C7-0150ABA78A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6BF9F86-6DA4-2542-7A6C-9BEA2DE69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A0E66D7-0C99-CDB0-1E67-3C72FC569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20D18E5-4C3A-A08D-A3B9-04BC5073C5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DA5E699-88D5-3F62-FDED-C4350F90E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C76BFB6-2459-8BC5-D808-BB301F6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BF638D9-B33D-9443-4D17-0C00B8A96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6A2E7C1-8841-8F51-A631-DB0B8E27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1037264-3A2D-1223-7A1F-85E3824B4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2F2CEFD-85C4-6B33-8F2C-CB6DF64BE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EB20ACB-9745-7ED0-7457-FBD729FDF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0D79048-2323-FE36-DD46-6DA0F9061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DDFEC30-5423-7505-00F6-BE58FA66F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D3D2C70-96DD-BBE5-645F-33070DE9D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0A1D013-BEBF-87A0-5667-84B899799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15559856-0AD7-0537-30B1-C064E89B3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2125B29F-F787-3A26-8101-063A09E68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264F803-CEF4-88A2-F009-987DE0BA3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2EAF1935-826E-1A4C-B463-B8807D106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FCBC6479-545A-6DD4-8F0B-39611BF11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72F26BB-D2F2-D95D-70FF-6FB94CF8D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47A7A81-8FA3-378C-0995-BE3838E14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6D72CD1F-6F14-AADF-32F4-A5DA7223F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E0FE401-50CA-1AAB-A703-E8EA2A172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EEC477D-68B3-48B5-4493-ECD7DD7BE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28F4C22-A42C-B393-4EC0-F50399740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CD8E843-7E3E-6665-06E1-D9E193BC9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8A0E32E-5717-EBD1-7D91-ED077B2713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C919B1C-75B3-2777-824E-2967CA07F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34B608E8-63FA-3C0F-6910-EB40DFF1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D107D99-CF4F-E8DD-A637-F0442D099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9D5D7D0-17D6-C671-85AC-7327E4FC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644CDD8-90E7-9E29-1054-4B9FEDE35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B982869-F72E-28B1-14CD-5537F3C5A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154E637E-BBA5-689E-9939-3D5107635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A71F8E5-A929-30DC-B462-06B54480D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354724D-417D-6FF2-C32F-015B48564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AA763ABE-7671-800F-3CD8-8259F5C109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ACB3561-A273-A065-E351-230839582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7A3C29F-FBC0-35E4-CEB0-C027A723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285DC47-D5DC-6E4F-7117-0B8AC24FB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A4A08D6-D797-12BB-D68C-62D14ED6D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1B3844A-AA7D-9CB5-817F-4B0A509F4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347E302-30DE-21A9-420A-35C2DFF06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85343118-9010-5F03-6902-3E9506491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4E530D2A-1C79-0C4E-D27F-6B7C9465F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F8BC114-D33D-E318-A2F9-179DD521E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E7D214A-E30A-A7DD-D89B-1854236E5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9F09723-CB25-CA60-CF52-B75C7C57C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D8B0992-751F-CFB1-299D-E87281EBB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B83241C-E8DD-C0E7-CB44-60A27CA4F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08F03C62-E516-6119-7104-9D302BE93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F358619-F26E-2458-FA3B-6ABA1D806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AB4FF08A-A91F-FBC3-D623-FC94C09DF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456E0C4E-99F9-F030-EA90-FA1D1172A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74E1CA7-5B2A-B4EB-662F-64C5E6F37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276C2D2-62A0-786B-B822-8BAF8B627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28EDD16-E1E8-0E09-145E-23C933B35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981880C-02AC-88C1-B870-94F7F9F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22E8B48-B692-E3AC-8E74-CDC3850F5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BDD59C16-8595-63CE-6581-BE5A64C7D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BA0683D-94CD-8703-E69E-00C28F68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88C6EA2-1980-B5C7-6788-39117CC7C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08FC355-8400-E60F-CFC7-2FE36526A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30FA535-5123-DF6A-72C9-8EFA28898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F0BE74-3EAB-51CE-B068-3CFDC4E706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8FD5C6E-C93A-C6B8-1DA3-F8001C87D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455EB7A-D419-F6B8-20F9-5F73E8F92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44768DA-A417-65B7-0700-F80EF6266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182511B-20D5-EFB6-E212-BDAB4B242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9B939AD-93AF-0B61-D967-726433B71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18C5B23-85EB-4DB8-A799-BEAB309ED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1B755E9-45E3-C883-AB7B-F7B53CBBA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F6EC823-D3EC-303D-72E3-BFE645561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F2832F-0807-C87B-3F17-7CD37B616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4D0FBA6-C6E5-EB21-00DB-A2A99E5AC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878C8E4-C2EC-68B9-51FD-8F3BF2A1A8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4AD16794-CFA8-1553-6178-979ABD229F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407ED89-C818-F0E4-43EE-CB2413659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F51CE7E0-1A82-48F4-45EA-EE83B614D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3FD6221-2116-C318-EFFD-488535705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EFCC42F-08CB-92B4-8DF2-15268B9A5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C9B439A-C857-43D5-020A-752E6729C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CF966F1-69BA-0CE6-DE9B-88D8948F9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AB76CC-CD06-B527-5E54-D89C256F4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97FC089-15E8-9264-8FBA-F815763B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4F5442F-549F-E8AA-004F-286BFDB3E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32CF252-366C-929A-86DB-C6277603F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22CC2A7-9C7F-D130-69F6-B71E3BB82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0DFAC88E-86DC-D192-A9F9-0FA1BCD3F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9F6A976E-3F80-5558-07B2-EF0149A8E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B33BD7F7-DD5F-FF81-6186-97E0A2771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0FA33EE-4BE3-D9D8-36D6-092ECD66D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B154B01-B544-1A65-B23B-DF8171D7BE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F18B298-9EB3-3F61-2E43-F8ED7D94B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B330F57-6693-D2EF-E6EF-69F477070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AADBB4D7-A476-3EFD-D3C0-FA36688BD3B9}"/>
              </a:ext>
            </a:extLst>
          </p:cNvPr>
          <p:cNvSpPr txBox="1"/>
          <p:nvPr/>
        </p:nvSpPr>
        <p:spPr>
          <a:xfrm>
            <a:off x="713782" y="1341402"/>
            <a:ext cx="72872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Sampling Methods — Who Do You Ask?</a:t>
            </a:r>
          </a:p>
          <a:p>
            <a:pPr>
              <a:lnSpc>
                <a:spcPct val="90000"/>
              </a:lnSpc>
              <a:spcAft>
                <a:spcPts val="800"/>
              </a:spcAft>
            </a:pP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b="1" spc="86" dirty="0">
                <a:solidFill>
                  <a:schemeClr val="bg1"/>
                </a:solidFill>
              </a:rPr>
              <a:t>Random Sampling</a:t>
            </a:r>
            <a:r>
              <a:rPr lang="en-US" sz="2400" spc="86" dirty="0">
                <a:solidFill>
                  <a:schemeClr val="bg1"/>
                </a:solidFill>
              </a:rPr>
              <a:t>: You roll a die or use a random number app to select ticket holders to interview. Everyone has an equal chance.</a:t>
            </a:r>
          </a:p>
          <a:p>
            <a:pPr indent="-228600">
              <a:lnSpc>
                <a:spcPct val="90000"/>
              </a:lnSpc>
              <a:spcAft>
                <a:spcPts val="800"/>
              </a:spcAft>
              <a:buFont typeface="Arial" panose="020B0604020202020204" pitchFamily="34" charset="0"/>
              <a:buChar char="•"/>
            </a:pPr>
            <a:r>
              <a:rPr lang="en-US" sz="2400" b="1" spc="86" dirty="0">
                <a:solidFill>
                  <a:schemeClr val="bg1"/>
                </a:solidFill>
              </a:rPr>
              <a:t>Stratified Sampling</a:t>
            </a:r>
            <a:r>
              <a:rPr lang="en-US" sz="2400" spc="86" dirty="0">
                <a:solidFill>
                  <a:schemeClr val="bg1"/>
                </a:solidFill>
              </a:rPr>
              <a:t>: You divide fans into groups (e.g., by ticket section or age) and sample from each group proportionally.</a:t>
            </a:r>
          </a:p>
          <a:p>
            <a:pPr indent="-228600">
              <a:lnSpc>
                <a:spcPct val="90000"/>
              </a:lnSpc>
              <a:spcAft>
                <a:spcPts val="800"/>
              </a:spcAft>
              <a:buFont typeface="Arial" panose="020B0604020202020204" pitchFamily="34" charset="0"/>
              <a:buChar char="•"/>
            </a:pPr>
            <a:r>
              <a:rPr lang="en-US" sz="2400" b="1" spc="86" dirty="0">
                <a:solidFill>
                  <a:schemeClr val="bg1"/>
                </a:solidFill>
              </a:rPr>
              <a:t>Convenience Sampling</a:t>
            </a:r>
            <a:r>
              <a:rPr lang="en-US" sz="2400" spc="86" dirty="0">
                <a:solidFill>
                  <a:schemeClr val="bg1"/>
                </a:solidFill>
              </a:rPr>
              <a:t>: You talk only to the first 20 fans you see. This is easiest but also riskiest.</a:t>
            </a:r>
          </a:p>
          <a:p>
            <a:pPr indent="-228600">
              <a:lnSpc>
                <a:spcPct val="90000"/>
              </a:lnSpc>
              <a:spcAft>
                <a:spcPts val="800"/>
              </a:spcAft>
              <a:buFont typeface="Arial" panose="020B0604020202020204" pitchFamily="34" charset="0"/>
              <a:buChar char="•"/>
            </a:pPr>
            <a:r>
              <a:rPr lang="en-US" sz="2400" b="1" spc="86" dirty="0">
                <a:solidFill>
                  <a:schemeClr val="bg1"/>
                </a:solidFill>
              </a:rPr>
              <a:t>Purposive Sampling </a:t>
            </a:r>
            <a:r>
              <a:rPr lang="en-US" sz="2400" spc="86" dirty="0">
                <a:solidFill>
                  <a:schemeClr val="bg1"/>
                </a:solidFill>
              </a:rPr>
              <a:t>(common in qualitative research): You choose particular fans, maybe those wearing player jerseys or carrying banners, because they’re more likely to give rich opinions.</a:t>
            </a:r>
          </a:p>
        </p:txBody>
      </p:sp>
      <p:grpSp>
        <p:nvGrpSpPr>
          <p:cNvPr id="155" name="Graphic 190">
            <a:extLst>
              <a:ext uri="{FF2B5EF4-FFF2-40B4-BE49-F238E27FC236}">
                <a16:creationId xmlns:a16="http://schemas.microsoft.com/office/drawing/2014/main" id="{7AB2BCA5-645F-8D7A-12B4-6E3B6CD8DB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F780617D-261E-CFAC-E40C-87F5FF88F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D9D52196-3368-C222-A334-F964AFE2D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2DD0584C-4CFE-48DD-0ACA-6AB4E0EF1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4EB8AF9E-A111-7327-3BB3-9EDE6EEE1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77640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5403BF65-2C0E-E1E7-2D8F-80E8EC85C6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4B95935-B05A-F2E8-623C-CBBB14D9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0D01AD9E-3790-CEEE-E499-BD1C6345E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172EB18-6FD4-148D-6FB9-C865F717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832F2F9-4796-E887-4221-BF7078116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7CDDD1B-D3B0-5BD1-1607-DC5C9CAA2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8093A7A-CCF5-8B9B-E303-60F128D192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6C3DE1D-879A-CBD2-EB8D-D2D0D21BE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80CD507-78CC-C3B6-C627-4C04BE192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292319-71DA-90D7-7AA3-5D28FF4E3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A310610-A31E-53C3-5BD5-9B5FDF9A6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A5440D-3835-B8FB-741B-09395103E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0792CF4-D817-BAE8-C9AA-2835654F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6B44F95-D65C-4E0F-5459-8BFA7B21FE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0EDD4F-6509-0DC6-72A5-B5841E6C0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9BF5F3D-BF7B-F4C3-96FA-DB91A48F2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49F8BAA-17C2-53BE-8DE4-0DED22103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D6DC4DE-F7AB-1F7C-4A17-91B7830B2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3ECE7FC-2BD0-EFFE-9538-436C07809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923BF34-C773-3C75-E73B-D42274722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704FB51-D298-E2EA-2AFE-041992ED9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92D791FE-59B3-89C2-B271-DD9F1F6A4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C16A3C3-D59A-04A1-F082-1852F077B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4842EF0-ADA3-8E67-2A82-A62BEFDBA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C18360F-E199-EF45-DDEF-C93530FAB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65A4CF8-AFAB-E1E8-A35E-030A0A7CE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0AFBBDB-7CC6-C22A-8C2F-4B0A57FFE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EF4A97A-8EE6-7672-EE97-859F68648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5B028AB-15BE-7A73-92ED-A8A53747E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9FB41D0-9930-D337-11B9-0B3C91389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A0505ED-EA8E-F2A1-6947-B6E652DEA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A23026-4296-487C-650D-CF77777E2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98D684EC-02AB-24CA-9463-43624E84A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14FF80FF-8E20-208E-37B5-35DCFE066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0DDC3E7-4621-EE8A-A788-E9C55B52D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6FBBC3A-1F73-8B52-A2BD-BE51F73A4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E9EE3D6-430F-244B-964B-03D9B8898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FDA9524-7F22-0724-9041-DD3B1A2A8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D29BBE0-E7EF-F3D8-34A8-5BB8360D9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17D0D88-F192-5E90-FB4A-A861C54F0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065183E-0F00-A5F3-646D-40E904BC0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DAE1012-0E47-18A9-D53F-A82D31C1A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402D639-AA2F-E365-947B-7493FD764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E4F1D39-F16F-AA5C-3192-F4F96A300D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481B3379-70A3-21F3-75C5-0C1A61B5B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B91250B6-855B-6C9D-5C0E-3F4CB600C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34E6E99D-856E-DE9E-30D0-C4F9F00BE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93B4A49-5D1F-FFAE-F5A8-C448A0597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1D8D144-97CF-B1BA-8E6D-4682A0E6D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3EB0A8CC-811C-0E9C-A678-AB715E275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5C4C89D8-5C7D-D6CD-6093-30FE284D0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C106915-BB27-7221-8638-7E5F7F3F0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29F6EC8-AD8D-1D9D-3C88-BD0D295EC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695864E-A1FC-F3CD-D438-2680A41D6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46A797A-BC74-C55B-F9C9-3ABE1AC00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E20D8EE-DA35-675E-4A05-64802ED9D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B8699323-65A3-867F-F226-DF81066A8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3D3B28B-08A1-8701-0FDB-418B16569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EF96EE5-E136-0F25-B6BE-AA78CDD1B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4C8189DE-4FAB-FB69-6C68-85D7A3876C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F67D759D-36CD-EB2A-9B68-85144F046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42F1E73-D50F-D960-D559-4936FF075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15CE14E-8C79-8E90-7C13-CAC1FF789E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AE419BBF-38DC-687E-608E-E0E5896D6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C9754B03-B634-FE23-2B79-1ACFCB4A73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17CC74DD-32D8-05B3-5AAE-875757A33C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1353EB0-B612-B6EA-19EC-72214E99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802E0F-37AB-E7F9-B0AB-5FFD754D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A8E8B41-A3A5-BF03-F56B-EE41694CA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2BA3530-5CDF-CD6A-1855-0859098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CE97DE0-8D60-1990-0DE8-AFA5FAD98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AFCE5BC4-ACA3-BF76-B290-72D27315A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43DA5EC-A259-F4C7-86F9-D2CD10D53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8DCA9AC-94A0-765C-D7B1-4776BE993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D8984A9-BE13-E2E8-31DA-296652E6F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0E53F05-289D-2246-5F6F-7511849BF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D5BC705-13D2-A135-B8F6-054725290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3A8149C0-5214-8589-07CB-CDFB76C98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B406C04E-ED3D-FAFA-373A-B12A4F825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6349A8C-E8E8-31E5-B3F4-D02FBBF75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4E84563-EC8D-2F5D-E4C7-7B5C88B91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CFDAFC1D-34F2-343B-0CF9-A442C8947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7618F09-1F53-395A-048B-07FDBAC88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395F8E3-5756-4985-0D01-2AF13A1D5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965FEB4-C233-BD42-6AFC-217BEB13F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E82812A-4733-D90D-B4C5-69A3764B2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8B6EA69-2B2C-FA99-7081-EE21480BE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58A2C4E-D00B-F59B-DCE1-B72AEB758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8FD382E-C5A8-25AA-C391-BF8605730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BCAAD12-BBB0-C879-BC30-D63332709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848C9B5F-8B5D-7A05-92F4-C247FD497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06CEB6A-A4D9-5D9F-BD7B-284F07F6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73BA0A9-3929-157E-E3E5-C24A59EC6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35E68AA-F94E-A029-7F07-BDF6997F8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85D7929-4F34-F55F-551C-1DF0B6A36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A0C33741-410A-494C-3E1E-A53B1605B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4C80FB6-1042-A1EA-3CAC-AB7617252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77BF602B-ED22-14FA-D92B-9A044C2AE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1CB0BEF-4AAF-7F79-3E61-0763B7940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539932E-A68A-7207-5B8A-A10280081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BD52EB9-F62D-CB00-0953-B8F6B7E4A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3CBF9CA-9939-E34D-1E7A-287A5F5D26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6F66A66-0AF4-0658-CD12-F9AC19A4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ECD1BE1D-B2AD-4FBC-87D0-413CB3FB9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F185FC89-99E0-B4B9-C9EA-2F5CE78A6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D31BFB9-7861-37BA-3F3C-F2E2516B9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0EFE08D-7067-8F67-0E26-39F909636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0B2FE9A-3F7D-12A6-13F0-8C0662F64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4B46013-05FF-F612-EBAC-18D97FA88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5B57635-3941-BDCC-F172-980E5E88C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30852E1-EB97-C6B7-AA0C-7A5E03704A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A93046C-1147-CB9F-D4E6-8ADBA4FE6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21F4A89-F813-BBC5-6E31-AD17CC105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62957EF-42D0-B004-BF77-A451D4FAC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9229FF2-C4E0-7125-C858-EEF1E30CC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40037CF-93A9-527B-95B9-75C345414B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59EB8C5-1517-D068-32EB-AA1778EE6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D37A266-E956-3C0A-EB1C-27982D0D6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7BC7A415-F7D5-4ED7-4F55-033A7A3EE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3D118DA8-DF9B-4A80-E611-76F34C838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58DDFC9-18D3-BF0D-2CD9-32F40A06D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DE38E992-95D8-4104-F09E-F6E560F18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12F77CE-672E-54B4-2B2D-DD1037DF7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C3AB800-D978-1DA5-4028-5A31E6FDF5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B36FB905-931D-C4F0-169A-90646CD0B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DC19C15-ADA5-CD80-5E27-869CCCA31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1F58AC9E-B11C-03B5-AC2E-C85A95662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BE5C4C5B-E793-26BF-974C-FC7181417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7C0FEE0-2D43-B6E4-74C2-C7F5AA71F9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B12D822-9E22-3115-0E28-69127F400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07443983-B90C-0348-6281-5B0145E71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01A5816B-16C8-9F90-2713-41ACF9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BF54C6-330B-C0E6-58C7-D61C235B29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AD7A9663-80AC-465A-68AD-212AF34BD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4D6F9B0-4E6B-5A0D-4CFB-AA31214D5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B21F822-CC24-1A7B-63A4-5F0DB78D2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845FDABE-E3A8-2648-7232-07BF5488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272D351-EC55-C882-64B1-11D1DC80E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DD4710-E0D5-5BE6-604E-7864DB303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C2A2FF9E-5E6D-4BF5-20E4-C5BBB94CF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300B49EC-3BD3-BC00-6432-7D2C75BD7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223A1D4E-CB56-EA0E-0C36-2FDACF47F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547F03A0-11CC-2E51-6C16-FA999F1A8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8A87E8E-E99B-F349-AA39-D1E797AC1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38012B6-0A69-E62D-422E-AE5E22F9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5479AD0-C75C-BF41-9F58-1966C3020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31BFAB22-3E3E-CFB7-AB7F-56E369AF6108}"/>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 Sample Size — How Many People Is Enough?</a:t>
            </a:r>
          </a:p>
          <a:p>
            <a:pPr>
              <a:lnSpc>
                <a:spcPct val="90000"/>
              </a:lnSpc>
              <a:spcAft>
                <a:spcPts val="800"/>
              </a:spcAft>
            </a:pP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Let’s say there are 50,000 fans in the stadium. Do you need to speak to all of them?</a:t>
            </a:r>
          </a:p>
          <a:p>
            <a:pPr indent="-228600">
              <a:lnSpc>
                <a:spcPct val="90000"/>
              </a:lnSpc>
              <a:spcAft>
                <a:spcPts val="800"/>
              </a:spcAft>
              <a:buFont typeface="Arial" panose="020B0604020202020204" pitchFamily="34" charset="0"/>
              <a:buChar char="•"/>
            </a:pPr>
            <a:r>
              <a:rPr lang="en-US" sz="2400" spc="86" dirty="0">
                <a:solidFill>
                  <a:schemeClr val="bg1"/>
                </a:solidFill>
              </a:rPr>
              <a:t>Definitely not. But the sample size should still be big enough to:</a:t>
            </a:r>
          </a:p>
          <a:p>
            <a:pPr indent="-228600">
              <a:lnSpc>
                <a:spcPct val="90000"/>
              </a:lnSpc>
              <a:spcAft>
                <a:spcPts val="800"/>
              </a:spcAft>
              <a:buFont typeface="Arial" panose="020B0604020202020204" pitchFamily="34" charset="0"/>
              <a:buChar char="•"/>
            </a:pPr>
            <a:r>
              <a:rPr lang="en-US" sz="2400" spc="86" dirty="0">
                <a:solidFill>
                  <a:schemeClr val="bg1"/>
                </a:solidFill>
              </a:rPr>
              <a:t>Capture the diversity of opinion</a:t>
            </a:r>
          </a:p>
          <a:p>
            <a:pPr indent="-228600">
              <a:lnSpc>
                <a:spcPct val="90000"/>
              </a:lnSpc>
              <a:spcAft>
                <a:spcPts val="800"/>
              </a:spcAft>
              <a:buFont typeface="Arial" panose="020B0604020202020204" pitchFamily="34" charset="0"/>
              <a:buChar char="•"/>
            </a:pPr>
            <a:r>
              <a:rPr lang="en-US" sz="2400" spc="86" dirty="0">
                <a:solidFill>
                  <a:schemeClr val="bg1"/>
                </a:solidFill>
              </a:rPr>
              <a:t>Minimise random errors</a:t>
            </a:r>
          </a:p>
          <a:p>
            <a:pPr indent="-228600">
              <a:lnSpc>
                <a:spcPct val="90000"/>
              </a:lnSpc>
              <a:spcAft>
                <a:spcPts val="800"/>
              </a:spcAft>
              <a:buFont typeface="Arial" panose="020B0604020202020204" pitchFamily="34" charset="0"/>
              <a:buChar char="•"/>
            </a:pPr>
            <a:r>
              <a:rPr lang="en-US" sz="2400" spc="86" dirty="0">
                <a:solidFill>
                  <a:schemeClr val="bg1"/>
                </a:solidFill>
              </a:rPr>
              <a:t>And most importantly, support your research purpose</a:t>
            </a:r>
          </a:p>
          <a:p>
            <a:pPr indent="-228600">
              <a:lnSpc>
                <a:spcPct val="90000"/>
              </a:lnSpc>
              <a:spcAft>
                <a:spcPts val="800"/>
              </a:spcAft>
              <a:buFont typeface="Arial" panose="020B0604020202020204" pitchFamily="34" charset="0"/>
              <a:buChar char="•"/>
            </a:pPr>
            <a:r>
              <a:rPr lang="en-US" sz="2400" spc="86" dirty="0">
                <a:solidFill>
                  <a:schemeClr val="bg1"/>
                </a:solidFill>
              </a:rPr>
              <a:t>For a quick poll, a few hundred responses might suffice. For in-depth insights, you might only need 10–20 fans, but you’ll ask them richer, deeper questions.</a:t>
            </a:r>
          </a:p>
        </p:txBody>
      </p:sp>
      <p:grpSp>
        <p:nvGrpSpPr>
          <p:cNvPr id="155" name="Graphic 190">
            <a:extLst>
              <a:ext uri="{FF2B5EF4-FFF2-40B4-BE49-F238E27FC236}">
                <a16:creationId xmlns:a16="http://schemas.microsoft.com/office/drawing/2014/main" id="{548B68FB-FF2F-D705-50AB-107176A895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B39A6C16-3C97-11BB-C0CE-9907A10AD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FD436D9-F26E-3A7F-3242-D2F241EDC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20228E54-4FDA-BF23-0332-E14A0164D6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8ACD2B79-0D03-E4F2-AD04-EF5342996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22616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D91E7154-A2E4-45B7-169B-B092AEBF5F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3E9D5DC-D868-6DE1-58B9-5C55415A4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3A3BF8C-9584-72AF-F23D-BAAEC7C942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8EE8FBA4-BC56-CFC5-8B9C-7797EDCCED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677C98F-9423-C787-7762-8566B9983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B8AE65E-FD64-8AE6-0D34-07A7C5AD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3B6030C-5381-1D29-0A1C-6B3AE3856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D0A3E83-E517-893E-A73D-43E2CDB8B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4267FCB-BD0A-3104-2185-367323925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A23B166-90F4-ADCF-9216-675168FD3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42DEEF9-D0D8-95C9-E826-0EC889F53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F150C1E-2DFC-B2CC-A8BB-9EA8E1D6C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C4BF087-0060-C536-82BA-C9C71D9CF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E35B3F1-6CAA-6A85-800B-AAD285E73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FF7BFB2-B0CB-5131-2A14-19F5ED61A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6D71319-4FC9-A32E-72ED-0E3BA54B5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000B16-DE4C-8C15-C6F1-648AEF53A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23DFE-95D0-C720-42AA-1078B009D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BB7C7E1-83C5-C353-16F0-249A05902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323AEA7-3FDF-D982-D99C-27A7DDD2D7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3A63F49-FC72-A0A4-7A6B-FDD01D9C1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3D41B3-B4FC-0EC9-D2F3-D1D1DB063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48C2997-23F0-69EF-8DDB-BB6D16737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663F88B-3F2A-CF90-BD8D-A8FD9AC9E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C437C7D-3ABC-4DAC-939D-6A820C5A2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CE87842-7ADD-E84D-F60B-10F380C6A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7A4CEC0-3CE1-951F-CA75-39099364E8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29647E-DF69-EFAF-81A6-D56440F98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758FF8A-4F2D-ABE5-7FE0-6A6D1CC17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4C5C8F9-C08A-B999-0984-F120400A2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AF33069-2F22-6A35-EA98-46C4904BE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3B95856-A437-1338-1ADD-FA780997F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C6F6D8E-EB5F-A5C6-34CA-D41DB55DB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DA1030E-5416-AC34-D350-AFF5EA2B39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25650B4-C240-D513-9C40-97A43AB86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277C058-B6A2-A8D2-6C63-0D7515332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9EA3A84-1D94-42FA-16D6-E17AD0942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A3D8D0C-CCA6-20E5-4812-5F3CB394A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23581F4-5A13-E9B2-45AD-DAD0FBA2F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16082B84-F0E7-7C35-FD91-00C5AA13A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8142839-6F02-BF5E-0F13-30015520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8910F42-1718-1147-9705-F31A79C3F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B02C810-7AC7-D514-B645-DA314A865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5F950C8-1586-DFF0-98ED-E470598BD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585D6F3-E90F-E614-6B0F-C9351EE27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C3DAACE-BEF7-DA80-0381-F99098C63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865BB7E-86DC-EFDB-96A6-A5648BA2A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61BFA82-405B-416B-3F25-75EEA8B3E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5385C4A-EFD9-DD45-A9DB-C84B7200D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5D53565-618B-DC29-035D-1AE43555A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44DC55F-E4C4-90DC-1288-9CECDF2A1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37A7099E-57CC-D298-27F4-5F65991BA9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252C403-6B0A-BDFA-2A1F-B9E3D6E59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350B9D2-722F-32CA-1D43-1F787F5FE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2F81BF-4C36-92EB-C01A-C0FAAF282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9594EBB-7273-D43A-0660-B5845D9235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044697B-93A7-B29D-9818-807FBBB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F218831-7C42-E3A3-FC04-382FE52DB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67034CE-FE14-E544-6F5A-4A2ED84DF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F9C992D5-892D-8042-BDA6-908C60AC3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4652BF9-06FE-6580-8693-AC97A7E53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ACF092E-A44C-F5A4-1FFC-E8D99B096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58184680-981D-5227-CACA-7761B3B5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5884DE5-58F8-3804-3389-1115DEBE8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BA0FAE44-FA91-D83A-C046-1176D6A0E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F5A7763-092C-B4F8-9A39-12FBBD569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EB92FCE-EFB8-74FE-DD0F-B8C5685E9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5757EF5-C97B-18D5-C233-CF31F502E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507E32C5-BBD0-818A-1326-DED4D1F8C9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56ED1777-5396-991F-FB12-56402B3AE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EFAFEBE-2324-A783-F227-3895D53AE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B2CDCF3-4DA3-9A31-EC67-CAAED00B4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A22A34D-3E71-2766-0602-4988BD1010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B699F93-2D92-2FCC-0B14-C382CD7AF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CC2496A-5E06-FE19-4310-813DB53F2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54D8FE1-4352-910F-492C-33D80F7D6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22D9EC8-B56D-AEEC-884F-2E6FF6385F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83E1518-9A32-BD12-7FD0-BBF6AB49D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5A753F9B-3125-BD0F-9762-FF53BA91B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E2CCEC0D-7104-83EA-C27C-55EAD598E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BB3081F-8F6C-B64E-CEA1-0740231E9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23216E7-1A60-F1E4-C06B-F50887BDE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C0A4EB8-BB28-9DA5-94F3-B06BCAA19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2958304-0867-9EDD-B879-11A145736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0A7653C7-DC6A-CF9B-D650-8EEFDFB2C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B9C5B72-D99B-C3D2-5B6A-35C72E12E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179E4001-ECFB-BC0B-4EAF-18628B654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23B9420-0A7D-0FEF-2546-1E7010005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D419F61C-B53E-4D97-1609-6732D9E32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BE97E0E-0172-DF51-B716-1255F485F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9DBF233-E757-7478-1BB5-3AA1761F3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CFCB83B-7AEA-E77E-0455-C615AFF29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EEDE01BA-82C4-1CFF-BE01-848A4849D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31E2A80-C704-A871-6238-34C819EB72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D5888BF-84F2-F045-4747-03F6D6B81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27B6692-731B-5C7E-6093-5F3361857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C2D31F75-10D0-4534-DCFB-E109F2C2F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6CD797D-E856-2F2C-D5EF-4C731EDBB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DC36555-5C5E-FCD3-FC11-078850A8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6B47E20-516B-4A3C-F379-2BD431441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E5EF5A2C-6638-63EA-C8E6-1BBDF66B7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AFE4075-C5A0-D1D4-75D8-BCF491F7A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9F0E7EBA-786D-969A-1284-B5AB901A0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1E2B8E68-1354-C30B-9199-1A70F9732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8454A8C-F501-6CF8-444F-2A0F4B9FA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233D4D8-C72B-0689-FCC2-C9A8709C6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2AA36BB-8A14-5C04-EC38-1F7B270CD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08B18D1-5515-33A4-8110-D36132568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EFC6E09-5B7C-77F8-DEA3-AE42ED40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80D1D11-7C33-FFC6-C18B-A3D416219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1CB3400-4968-4705-41DF-C175E8082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0968F1A-7860-7EC6-8407-59A493D24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B079950-FC41-58F8-8BB2-62A034FD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45F50F2-6F8C-1389-26AE-3F4025EBB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C991CDA1-5B3A-28EA-481C-8E53649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0E4EC7C1-E33B-996F-A89C-BA61D9861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CEFB4AFE-2ED2-588A-7EB7-B54769F8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EC1168A-CDE6-C756-B182-300662FB6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3AD87C6-5BEE-AE29-E818-97D764E44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9BAE5D1-B4B0-80F7-F0B0-32E036373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3D4770A-85C7-1A83-E7E1-11B520C5E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544A602-FC23-19FA-EEAF-172C334D1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997116E9-DB07-28F3-778B-0B5002CD0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3E45311-1E65-2089-11EF-09A5133FA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E98A5FF-31FD-11B0-BBDA-49E9F28AC2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97F4948-EF1C-790C-94B6-76E5C4C1B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7092C45-8F00-2917-BA71-720E909C0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26EA38E1-F438-2EA6-2421-A1F6B6715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1C637F1-1B55-7C66-B385-F51668A74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F756DA6-9E88-93C7-64D8-76589C28A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B32ADEB-09D2-98FC-F4FC-89F137A03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EBD41DB-CDAB-2980-1732-256E2F4EB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D3E41A9D-7FC8-C0A5-D55B-6226F1AE2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B0B4B52-543B-E222-3223-50ED7623D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241675ED-E069-F89D-A7B9-774219236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E6A956F-C109-5DDF-4A1B-93B345A31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680093A-1A71-EC4B-C96E-6129C0016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9DD0E53-F2AD-E5A0-D2A8-EE320768C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1B3613DE-AB04-B91B-6EAE-B5AD957EF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9A2B26CF-E40A-8809-31B6-4043C5DFB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95A0E98-6BD4-620D-7BE3-56C00FD97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81A9F56-1E7B-5929-FECE-51010B1DF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5F2E75B3-057D-6AEA-C8DC-78A0F3191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00E5FE5-5F41-02FE-32C8-CF0806E0A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81B40CF-73A4-5017-4127-63C5FA1C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D7B2D70F-5D67-DDF9-9AE0-D8ED30F05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D3191D82-2131-7A4C-34E3-6BAADCF9EB70}"/>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Beware of Sampling Bias!</a:t>
            </a:r>
            <a:endParaRPr lang="en-US" sz="2400" spc="86" dirty="0">
              <a:solidFill>
                <a:schemeClr val="bg1"/>
              </a:solidFill>
            </a:endParaRPr>
          </a:p>
          <a:p>
            <a:pPr indent="-228600">
              <a:lnSpc>
                <a:spcPct val="90000"/>
              </a:lnSpc>
              <a:spcAft>
                <a:spcPts val="800"/>
              </a:spcAft>
              <a:buFont typeface="Arial" panose="020B0604020202020204" pitchFamily="34" charset="0"/>
              <a:buChar char="•"/>
            </a:pPr>
            <a:r>
              <a:rPr lang="en-US" sz="2400" spc="86" dirty="0">
                <a:solidFill>
                  <a:schemeClr val="bg1"/>
                </a:solidFill>
              </a:rPr>
              <a:t>If you only talk to:</a:t>
            </a:r>
          </a:p>
          <a:p>
            <a:pPr lvl="1" indent="-228600">
              <a:lnSpc>
                <a:spcPct val="90000"/>
              </a:lnSpc>
              <a:spcAft>
                <a:spcPts val="800"/>
              </a:spcAft>
              <a:buFont typeface="Arial" panose="020B0604020202020204" pitchFamily="34" charset="0"/>
              <a:buChar char="•"/>
            </a:pPr>
            <a:r>
              <a:rPr lang="en-US" sz="2400" spc="86" dirty="0">
                <a:solidFill>
                  <a:schemeClr val="bg1"/>
                </a:solidFill>
              </a:rPr>
              <a:t>Fans who are still at the stadium 30 minutes after the match…</a:t>
            </a:r>
          </a:p>
          <a:p>
            <a:pPr lvl="1" indent="-228600">
              <a:lnSpc>
                <a:spcPct val="90000"/>
              </a:lnSpc>
              <a:spcAft>
                <a:spcPts val="800"/>
              </a:spcAft>
              <a:buFont typeface="Arial" panose="020B0604020202020204" pitchFamily="34" charset="0"/>
              <a:buChar char="•"/>
            </a:pPr>
            <a:r>
              <a:rPr lang="en-US" sz="2400" spc="86" dirty="0">
                <a:solidFill>
                  <a:schemeClr val="bg1"/>
                </a:solidFill>
              </a:rPr>
              <a:t>Or fans in the expensive seats…</a:t>
            </a:r>
          </a:p>
          <a:p>
            <a:pPr lvl="1" indent="-228600">
              <a:lnSpc>
                <a:spcPct val="90000"/>
              </a:lnSpc>
              <a:spcAft>
                <a:spcPts val="800"/>
              </a:spcAft>
              <a:buFont typeface="Arial" panose="020B0604020202020204" pitchFamily="34" charset="0"/>
              <a:buChar char="•"/>
            </a:pPr>
            <a:r>
              <a:rPr lang="en-US" sz="2400" spc="86" dirty="0">
                <a:solidFill>
                  <a:schemeClr val="bg1"/>
                </a:solidFill>
              </a:rPr>
              <a:t>Or those already in a bad mood…</a:t>
            </a:r>
          </a:p>
          <a:p>
            <a:pPr>
              <a:lnSpc>
                <a:spcPct val="90000"/>
              </a:lnSpc>
              <a:spcAft>
                <a:spcPts val="800"/>
              </a:spcAft>
            </a:pPr>
            <a:r>
              <a:rPr lang="en-US" sz="2400" spc="86" dirty="0">
                <a:solidFill>
                  <a:schemeClr val="bg1"/>
                </a:solidFill>
              </a:rPr>
              <a:t>…you risk sampling bias where your data only reflects a portion of the truth.</a:t>
            </a:r>
          </a:p>
          <a:p>
            <a:pPr indent="-228600">
              <a:lnSpc>
                <a:spcPct val="90000"/>
              </a:lnSpc>
              <a:spcAft>
                <a:spcPts val="800"/>
              </a:spcAft>
              <a:buFont typeface="Arial" panose="020B0604020202020204" pitchFamily="34" charset="0"/>
              <a:buChar char="•"/>
            </a:pPr>
            <a:r>
              <a:rPr lang="en-US" sz="2400" spc="86" dirty="0">
                <a:solidFill>
                  <a:schemeClr val="bg1"/>
                </a:solidFill>
              </a:rPr>
              <a:t>To minimise bias:</a:t>
            </a:r>
          </a:p>
          <a:p>
            <a:pPr lvl="1" indent="-228600">
              <a:lnSpc>
                <a:spcPct val="90000"/>
              </a:lnSpc>
              <a:spcAft>
                <a:spcPts val="800"/>
              </a:spcAft>
              <a:buFont typeface="Arial" panose="020B0604020202020204" pitchFamily="34" charset="0"/>
              <a:buChar char="•"/>
            </a:pPr>
            <a:r>
              <a:rPr lang="en-US" sz="2400" spc="86" dirty="0">
                <a:solidFill>
                  <a:schemeClr val="bg1"/>
                </a:solidFill>
              </a:rPr>
              <a:t>Mix the time and location of your data collection.</a:t>
            </a:r>
          </a:p>
          <a:p>
            <a:pPr lvl="1" indent="-228600">
              <a:lnSpc>
                <a:spcPct val="90000"/>
              </a:lnSpc>
              <a:spcAft>
                <a:spcPts val="800"/>
              </a:spcAft>
              <a:buFont typeface="Arial" panose="020B0604020202020204" pitchFamily="34" charset="0"/>
              <a:buChar char="•"/>
            </a:pPr>
            <a:r>
              <a:rPr lang="en-US" sz="2400" spc="86" dirty="0">
                <a:solidFill>
                  <a:schemeClr val="bg1"/>
                </a:solidFill>
              </a:rPr>
              <a:t>Be intentional about who is included.</a:t>
            </a:r>
          </a:p>
          <a:p>
            <a:pPr lvl="1" indent="-228600">
              <a:lnSpc>
                <a:spcPct val="90000"/>
              </a:lnSpc>
              <a:spcAft>
                <a:spcPts val="800"/>
              </a:spcAft>
              <a:buFont typeface="Arial" panose="020B0604020202020204" pitchFamily="34" charset="0"/>
              <a:buChar char="•"/>
            </a:pPr>
            <a:r>
              <a:rPr lang="en-US" sz="2400" spc="86" dirty="0">
                <a:solidFill>
                  <a:schemeClr val="bg1"/>
                </a:solidFill>
              </a:rPr>
              <a:t>And always reflect on who is missing.</a:t>
            </a:r>
          </a:p>
        </p:txBody>
      </p:sp>
      <p:grpSp>
        <p:nvGrpSpPr>
          <p:cNvPr id="155" name="Graphic 190">
            <a:extLst>
              <a:ext uri="{FF2B5EF4-FFF2-40B4-BE49-F238E27FC236}">
                <a16:creationId xmlns:a16="http://schemas.microsoft.com/office/drawing/2014/main" id="{FDBE7126-D6BA-75B0-FD2F-AD1F999CD6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B4484A2-3A4B-8AA3-225B-33AFF3469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E9AEE1B-213D-E8D0-A032-BD58D7A0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F7E9D923-3055-ECF3-AE73-BF846888B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ABF143BF-BE63-1D29-5A5F-3510ACA47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44825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41F7FC58-6F62-40CC-08F2-E2794A57BFC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1C8DFB-BF0E-1E5B-A8A3-A8D85DA8D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E6B003C4-B981-BE76-40A0-AF54EFC080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04E5DECE-C534-434E-0381-7E3CB9EDD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32599624-6E54-5B64-EB70-8CD61763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BD8A866-80B9-AEDD-5D97-A26250CAB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6A3C3CA-0A56-D34E-68A5-6550FC1FA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5575E86-3C13-5EE1-0E3A-0FDC8C6AA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8443E22-A672-86B8-7332-FC31A42CA5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0A3683C-A3A2-30FE-5120-AD8863E534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CF2007B-75D5-8A51-3C47-52F262EBE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5367614-9C9A-DA4A-C92E-56592F103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239F94F-0A86-BC8B-C4D4-5FF050909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CF1A53B-C386-2882-65C8-C034A16CA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B65D31B-688C-32E1-521D-F73827BD3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8CC765-9B02-1F46-3B56-7AA3F53430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9361FF1-C2F2-CCE4-E3B0-A3ADE6060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4727EC9-C29A-E08D-6A58-2F6599240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F4549D8-7D9E-4CA8-1474-3E3045B5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156BF9D-6779-9B32-9E3E-C6FE69999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61C2BF3-77CD-56BE-5F0D-A37A3FF13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2612E0E-5ED2-859E-AAD6-526727A4A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89DBE3C-331F-AE5B-7441-591135D2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A761959-35C8-8FAA-94D1-654794382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38B5165-3326-39B0-2092-56117351D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828003-B172-E801-78D9-F4C76F376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7BCA335-74CF-E3D9-FA16-2D323BAEB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4DA23B0-D81F-5AF4-2D5F-C811C8A8F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3AE4872-49A0-7D31-51E4-4B3460C8A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0E5BDE53-1D4F-1B91-B157-70F15D139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D16FEE1-8279-B4D0-5B3E-F289049DB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310BF09-6FD8-3A9A-18CF-85B2BBB0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75E1FF6-5410-85EA-DF2B-9F54E837C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4B4E29F-EF26-1AFE-E22F-0826063FC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910E085-D1D6-5B21-C996-2D2A89309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CF86BF1-C22D-362F-4764-4BA7D0515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2CF1FEA-48A6-2BDB-277B-528EDC2B7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84C3D1D-A72B-A265-63E3-868332CED1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E1EA98C-02EE-FE17-C04A-AF034D7E2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A3B5CC9-E268-77D5-5A51-56EE34232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C0BC0B7-D652-2030-A061-C18669337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20503CD-AE5D-C681-BAA9-9977D4196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32644A9-AA77-AC04-BA37-EBF51EDBE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78A9F56-B030-2778-1F6E-A1DC25AAA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C937430-7961-CB2E-E443-BE5568368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FF72169-3E91-4BA5-1004-1F4E9FCFE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9C8125F-3EBF-5759-C8A7-843F29C47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211596D-CFFC-206E-A1CB-FEFEA2A2F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2A9967C-CA2E-EAD8-DF7D-37593398A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DDB01DA-AA40-F50D-AA55-F3559D395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80AB3AB-A5C0-E9C3-BD70-6B8801C15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7C2640C-D4CC-2F57-02A2-C69CCAF59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180C6F1-E16A-51A6-CF98-31C7A94FC3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A54D559-4A79-54FD-633F-1DAECD324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A138580-3AC3-CAF7-0B29-5630C00A2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A0D3C6A7-FC04-246C-7DDB-2BA03F3BD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4397E83-929E-C06F-AEFF-698D5CEB7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F0E01F4-3D0B-8EB1-81C2-BFFC47979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4274927-AF88-BB33-749F-492CFAD91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5460F7D-4CD0-C22E-DDC4-1B9C560D3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6571D59-1646-3169-D55A-1A048342B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24699F3-864D-4271-574F-1D3CDCC95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9865357F-E476-C2DA-4F50-7F685AC48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47CCE1B-9FFD-4570-9F64-822DB2E68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48A0B64-1324-58ED-8AC4-17BD949C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C9ACBE3-99C3-3F4C-74D1-87AFE8489D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43ED7D64-8F3C-04A4-AD6E-BB710D603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359FBC08-B851-A3EE-972E-E63ED12D0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DC29470D-1CB2-7A02-823F-4C0D09970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383ACD52-4646-1712-9863-9FEAA62DD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7CA4EC7-E100-A9A6-CE51-5A16E7ECC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929A865-78CF-3FB4-4EE6-0C3A65136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789FE4E-7D02-F325-C85B-DF578A178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0AD9F38-29A0-6C49-FA0E-E3C54E373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E2AAFF55-53CA-4E72-60E8-0677F0CD2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B53D658-CF24-7CE2-B207-9924F87B6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52DF2D0-F143-84C4-8544-00236572E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83761D0-F603-C230-21DB-85EECB43C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2D4EE92-24E3-B748-6072-DD5BAEAEE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AE3EB85-30E8-59FE-9BD2-B90B6B7B2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F1DB11D3-ACB5-AA4F-F5C0-442395B6D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C565E547-24B6-AB5A-03BD-B89D3B357E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F9FC45A-3B39-30CC-C41A-87373BD9B9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04F5422-AAD5-5D6E-6B38-52EBFE703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CD024A1-F437-F316-AFC6-AC7B38421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191D329F-FBC8-EEFA-500A-0C78F63AC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08BAB5F-B95D-A7C1-7F0E-3E1CCAAE9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043FCE5-25C3-0AB9-D0AD-DDD998F119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774BC98-96EB-CD63-B6FB-0E9605A9C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40106FB-26BA-0610-19A8-5BD4B5E42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881116E-DB2C-77B7-52D3-9256B9BD9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AFBB739-881D-7142-9019-528941340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B9D7103-4BED-E113-88CC-AC15740A4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1380E84-2069-C030-6EB1-286DAE36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4C880FB6-8D0A-8A72-98CC-046DE3C3E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6F48F03-60EA-93AF-AB35-39578206D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0986E0D0-2217-48A5-2761-1EE091654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7FA7387D-3AA7-F66B-C4DF-4FEDA17A1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5B21A95-B37C-7427-1574-9B86B1441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6526AC4-1188-EDC4-B8F1-82644410D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F1DCE4F3-1806-DCB3-29AE-6C97E4B66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230610D-94DB-8DFB-17AB-449C6A871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F8E368A-7423-9392-3885-89CF57F3F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5C778261-DF26-27E9-7BB9-66FF855FE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FB1CD18-B002-4430-806F-C6F46F7E5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FBCA5826-FAEA-3AEE-A806-C94442858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7F2649E-9CD2-1DD1-B125-AE190AC8C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D319711D-0ACB-D240-DAC9-44015A317A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F701A53A-7B05-5F00-C2A9-AB9069F82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989BA2C-96AC-B3F3-55AE-DC9C8FC2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ECD9FFD-4623-6ACF-C661-AE68B70A0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AB4B7BA-4043-FC6E-DD8F-53AEF353A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3604193-C6C9-6685-92B0-562A905D7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DA10894-D586-CF60-A8C9-EB80C0C89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0EAED29-E235-FC43-38F8-97D07632D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3CF3B7AC-CBEB-9087-B100-FAE68996B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74E31C1-1333-ED9F-327D-237AA5159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8F7854E9-1A9C-80DB-A6DD-3EED46AF4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DA5A129-5890-4C48-F665-3CBE43DA96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E55C39A-BA07-1C72-3464-EDA747B99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1323C51-2A73-0B3C-6159-1255BAF6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51762003-96C2-EE9C-AF55-7AD87D285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A7DFB3E-C389-0840-01E7-AAC46EB8D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FFA3BBF-1DE9-17DA-DDDD-EC3F4C9BD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3423ACFF-900B-E41C-3B16-B37234F36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B4F79A7-FE18-1672-6DF5-7276EFCB5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E8DE06F-C7B1-63AC-348A-DEF30F6C8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22F5A78-8267-780F-8647-AD079D10C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D5A5C27-F27F-D873-F309-4561A802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8C73E83-E2EE-6817-C180-1B7D5E03C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C95F8727-143E-A1C0-E9F6-CDC09A221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9595296-A238-88A4-F779-77E542276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169A314-27C8-F3B9-6A79-A51B20CDF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2AC3897-2878-4E3B-94E5-6DA0FD534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EBEB650-17B9-F91A-B86B-BCC300A5F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7C70590C-76D7-7947-897E-C098CB9180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885B8EC4-4579-6252-1414-73A7625F3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782D2FA1-C65A-D052-EB88-1CD11A9F7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24AA285-5CC6-DEAE-1C78-078BD683B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6B6E9607-36FC-F1D1-CC4A-22F4FB0BD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CD6BBB2-76ED-1B98-37A3-9D08D13C1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06831B1-3B67-A4AF-7645-92351F09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674965D-0325-0035-858B-A676DB960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2215D69-B789-9736-BA4B-90D5A8631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AFCFD528-9A5D-8886-5667-BAB0C7F22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6563A63B-42EE-EC83-5D03-A9EE786F9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EA5C03B-C961-B019-67A5-B3BBC1EEAAB9}"/>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Quantitative vs Qualitative Sampling Examples</a:t>
            </a:r>
          </a:p>
          <a:p>
            <a:pPr>
              <a:lnSpc>
                <a:spcPct val="90000"/>
              </a:lnSpc>
              <a:spcAft>
                <a:spcPts val="800"/>
              </a:spcAft>
            </a:pPr>
            <a:endParaRPr lang="en-US" sz="2400" spc="86" dirty="0">
              <a:solidFill>
                <a:schemeClr val="bg1"/>
              </a:solidFill>
            </a:endParaRPr>
          </a:p>
          <a:p>
            <a:pPr>
              <a:lnSpc>
                <a:spcPct val="90000"/>
              </a:lnSpc>
              <a:spcAft>
                <a:spcPts val="800"/>
              </a:spcAft>
            </a:pPr>
            <a:r>
              <a:rPr lang="en-US" sz="2400" b="1" spc="86" dirty="0">
                <a:solidFill>
                  <a:schemeClr val="bg1"/>
                </a:solidFill>
              </a:rPr>
              <a:t>Quantitative Sample Example:</a:t>
            </a:r>
          </a:p>
          <a:p>
            <a:pPr>
              <a:lnSpc>
                <a:spcPct val="90000"/>
              </a:lnSpc>
              <a:spcAft>
                <a:spcPts val="800"/>
              </a:spcAft>
            </a:pPr>
            <a:endParaRPr lang="en-US" sz="2400" spc="86" dirty="0">
              <a:solidFill>
                <a:schemeClr val="bg1"/>
              </a:solidFill>
            </a:endParaRPr>
          </a:p>
          <a:p>
            <a:pPr>
              <a:lnSpc>
                <a:spcPct val="90000"/>
              </a:lnSpc>
              <a:spcAft>
                <a:spcPts val="800"/>
              </a:spcAft>
            </a:pPr>
            <a:r>
              <a:rPr lang="en-US" sz="2400" spc="86" dirty="0">
                <a:solidFill>
                  <a:schemeClr val="bg1"/>
                </a:solidFill>
              </a:rPr>
              <a:t>You randomly select 200 fans leaving the stadium and ask them to rate the team’s performance from 1 to 10. </a:t>
            </a:r>
          </a:p>
          <a:p>
            <a:pPr>
              <a:lnSpc>
                <a:spcPct val="90000"/>
              </a:lnSpc>
              <a:spcAft>
                <a:spcPts val="800"/>
              </a:spcAft>
            </a:pPr>
            <a:r>
              <a:rPr lang="en-US" sz="2400" spc="86" dirty="0">
                <a:solidFill>
                  <a:schemeClr val="bg1"/>
                </a:solidFill>
              </a:rPr>
              <a:t>You then analyse the average score and percentages to quantify how fans felt.</a:t>
            </a:r>
          </a:p>
        </p:txBody>
      </p:sp>
      <p:grpSp>
        <p:nvGrpSpPr>
          <p:cNvPr id="155" name="Graphic 190">
            <a:extLst>
              <a:ext uri="{FF2B5EF4-FFF2-40B4-BE49-F238E27FC236}">
                <a16:creationId xmlns:a16="http://schemas.microsoft.com/office/drawing/2014/main" id="{4FBDC3C4-D8A4-34F1-3DBB-72EE3C9389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0B12384-2DB9-AB0C-E01C-D5C3A869C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90DCB64-539A-CB62-42B6-31A21647A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B9122DBC-F420-042D-EBD6-EF258DE1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D08D859E-764F-A016-4085-3747232C3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1478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E468F0ED-157C-E922-FC0B-8673E2EC15E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57B5611-5EDA-8E26-FEC2-5097263D4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51516AB3-B648-9E99-4C77-55CA8AC9F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B88C8A2-EAAD-03B2-3334-90703582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EF8C2AF-D67F-0E76-FA2D-A8114CA42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A4E24DC-36FF-C197-152B-9A1E9C875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B244E1B-2041-503C-1947-A476A538E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BA2E1EC-7945-ADE0-0450-DBFAF4ECB4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35B244A-3FDE-1886-8CA2-AAC6F095C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85FCE5B-A46B-829B-C400-8A7277C7F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6141F3A-8833-D8EE-53A8-72F6E5A3AE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327D0E2-45BA-BDE4-BB9A-08B5C73A97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FBAB9E-CE8B-0049-BC9F-AA9E77EC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BB9871C-5CE8-C4E9-F623-44CCEA87C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2DF8771-FF21-5B6F-AD9B-C97675E9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366BBE0-D38E-8BD9-DBD5-D53B61919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481344C-4E75-8425-DB28-769E60AA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C8A0574-76C6-3BF7-FCDF-A907281FB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FBC9797-6679-A591-7183-F1F063C44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4EC3684-973A-50B4-1EC7-D1BCC80B8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30E31AD-4BB3-837A-C641-A15C5FE8E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3A89DBE-B9A1-237F-F14E-73692E966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EB7B959-CE88-E6DC-7A6F-0D29C7606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4E25B7A-6E87-A1E6-4F07-E9A8120723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62C097A-8780-371B-59FF-9BDD78854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AFD887F-6FF9-FE3A-7E93-C2DDAC332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1093A718-28F8-7526-8D85-D5F9AA96F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4CF04BA5-13F7-E6A3-C336-BFED33029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12FAEE2E-3DB1-3460-2E76-183CAC0DC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E6FC266-D03B-D6ED-02B1-C55C1F9564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9A7C70D-93EB-5B81-025E-E4962C02D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E4B00AB-C211-465B-9FD2-A4FF01D8A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08B700B-EE72-AB1C-0BB5-CB9FF83FA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154DE40B-E8AE-5A72-3C59-FEA1B909F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2DB9FD7-9C8F-E293-E4C1-910DF96EF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587D2D6-E531-E1F8-99E5-9F3E1071D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E22714A-9730-D1A4-8911-0F557A116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DEBD88B-5EFC-E785-1B0B-A38B29A0C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3B5C558-D4D9-5413-D4F6-3522C17C7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67FC2F8-3B04-F945-301C-B6CF90801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4CC470D-86DA-D55B-A9DF-4B971764C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01324736-84B8-6F42-3004-9ACE607C4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21B9A89-AECF-38A5-67F8-5465074B6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3E83CC6B-594A-470D-8E36-7DB7F782C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7B63FAF-BD4C-5637-E49C-6854B803C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E920EFC-CB58-FFD9-AA82-17418AE49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EC2C5DC3-D6DE-A819-0A7A-96B161D4D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D40311DF-E326-2F40-BD3B-9C17ABE24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D155AF6-3627-3DAD-3BF6-16C4856E1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6625AD5-3C1A-A512-419B-F8FC7BE45F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5CD6D2C-B937-0168-3BCE-52534AF19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09F68EB-4BD6-8F83-C0FF-B88C1FCB99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AD36D56-2076-4A67-CF43-640868CD6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FA36D31F-6F74-A333-4B0F-0CF077B98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3048DD9-5C22-D448-98AF-DB42B52A95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D65538B-D0C2-B6B6-0099-F75742714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FB17DA1-53D3-5171-3AC2-7ABAF3A87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329EFF6B-50BB-1D62-FA96-CEA86F64F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247D54F-79C0-831A-6F65-3BEF6EA2F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014811D-2CB1-D75A-7774-9AE0B5C91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A6E7F95-8846-C3FB-680D-EA70D9234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41282FE0-D326-902A-4A62-AC037C3CB3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E82D0BD-BE00-AE11-77A7-342B01421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5FC590B1-F96F-B2ED-3BA6-C1ACD475A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4F0FF300-1024-196E-1065-436708757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CFBD3E8-6AA8-57D3-EEA5-0352EBCF0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CBD1209-B824-58DD-6B60-03F5D3C95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0850AD3-211D-E8B0-CCB3-24CD78707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B53C231F-6507-7AB1-198D-792AFC4E7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9C39E986-C72F-E820-E617-7CBE9A69D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83BCA3D-4B53-449C-4052-9DB277D1B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090FFA7-9433-59A4-932E-6760665DF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FB33756-EDD3-CDD7-1DAF-F12E3F69D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8EE0478-4C25-5A64-B5C0-8E9B45514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F34434E6-C5E2-BDFF-FABE-C7DBE1E90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F08C4BC7-AAC6-4EFF-A13B-487AD88CA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1AFD33E-EE69-E302-8F8D-4FAB9B914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B7ACEAF-7866-E9F1-E5C7-0C9AA0F3F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B4D9697-770E-A77B-6CE9-4254F8542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E6EEA3D-A480-16F2-FFEC-EA090903C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075EB76-30E1-5D9B-E25F-E38DDEDFC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C8A0790-8FA6-8320-0961-1E7307614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DCC80A6-9D17-0CE0-7F05-BE695B5982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42C6428-F0EE-CB17-26F7-C8EC798EEB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D2CC697-2FCB-729B-9AB9-377ABBA98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9B5E19B0-9E63-4D9E-22AF-3EC4A2251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3D35E15-5800-92B8-33C8-A73B7E0D1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3081413-22DC-626D-1B65-8E2AB95E5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07C7A142-206D-6BBF-B3C6-20CE4842A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326B317-FABE-1BAB-6C57-0E25EA177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BE50F37-2C11-E833-78A8-9C8C33C58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55B23872-29E5-9E36-12F5-C88D59F4C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C737BE59-673C-5C72-E8EB-B5003CA5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41BC4F7F-C046-799F-8638-1E9AD5823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1196831E-7474-6CAF-CA69-FA5F2B65F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19B52718-4E83-7629-A36D-F9DC16977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41F22C3C-1288-CF79-CC50-8AA5A3BE3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FD5A92C-4305-8AD8-BB08-0BF639621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F6758FD-2757-6039-2CA5-7BB362AE0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D0640E39-F211-FFFD-8F98-1D9868F9A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74CAC584-1C5D-09A2-7B56-44C1DF806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E475FAC-6386-4F75-FAA7-AFBD15C3DC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B043BB7-EF0C-5C76-BE3A-0056E46CF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14AE7C5-D16B-3AB5-C013-3562835B9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408453FD-F7EA-012F-6DEE-FF556FE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EA08D0A-8053-7DB5-D81A-357637386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0639D4C-4A62-9BBF-0F29-C70553EC7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6A1598D-A7D0-C374-E640-2F2B1FF50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D3B0185-B51C-1009-72F0-94393E0EE2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034B238-8A93-C2D2-4E9F-99E57A733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9251FF2-AE4B-5B80-6574-09DF17DB0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E1ABE73-F21D-94E9-E933-B62FA309CF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FEDB8CD-5AB5-0196-D25C-1E26CF38D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E1C8705-3BAA-9D29-D08F-44A860336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A5EB11A-1FBD-942B-B2DB-1EFA9B3DE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F92B7D3-E5C5-12C7-A762-5221EA28C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1FC6813-A4A8-F5BB-1BCF-373B9F390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C382861-366B-C00D-D302-B92EF9161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70EB907E-770B-7A11-8A4E-FFFC90954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65C757AD-7349-A108-C1A1-3C9F42CF9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42EF55B3-7058-A280-92B8-9B9D4A722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FAFF7C7-BA33-D0CE-FBED-1A07BCC73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6436CBCF-EFF3-9998-BBAF-5AFD18F7D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72739DE-D505-2B89-3F1C-A1BC5491A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D34F53C-8C52-E6BD-86A5-043ECED7D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885C6D4-4974-26A0-F950-DC48629E8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E414014-C18C-08F9-0EE6-152587986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60C1640-4DBF-CAA0-5F3F-BFFB2814A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2ADB954A-CF57-41A9-D9F2-9E68227FA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29799C0-EDC4-AAE7-BE76-BD8D6E430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6ACEED1-8426-E053-221B-D2CCB9DA1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D2287D8A-426A-0948-E010-8060BCED5F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369A54F-892E-519E-D501-034EC3B33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C864C0E6-60A5-2E62-B9C9-61FB4BE27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2F25C23-6BAA-F75C-9602-5915096DE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BA188B0-28CD-8C3B-8235-8DDF0BB7F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7014E7E8-BE77-60CF-54CA-AE498399C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10FA6F0-62B6-B4D2-188F-9E1B8BC8C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E684EF9C-8802-AAB7-6724-962EBD159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AA7CF9F-4C73-2EBC-6448-913684637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8BE86D0B-DE3D-902F-9735-2CD91992D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A290807-D469-F687-E5B1-7BBF5635C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FB0B9F3A-2153-316E-3BDA-431B7712B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17BC4BE-3AD2-93F1-3DDA-9F574FD3A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A4F438E-7925-B6DA-7D2E-5DA0981D0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8C67004-D296-0C51-C6EA-E0771E2C72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E28A6ED1-5FA1-FCAB-9A6D-02093C22AC96}"/>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Quantitative vs Qualitative Sampling Examples</a:t>
            </a:r>
          </a:p>
          <a:p>
            <a:pPr>
              <a:lnSpc>
                <a:spcPct val="90000"/>
              </a:lnSpc>
              <a:spcAft>
                <a:spcPts val="800"/>
              </a:spcAft>
            </a:pPr>
            <a:endParaRPr lang="en-US" sz="2400" spc="86" dirty="0">
              <a:solidFill>
                <a:schemeClr val="bg1"/>
              </a:solidFill>
            </a:endParaRPr>
          </a:p>
          <a:p>
            <a:pPr>
              <a:lnSpc>
                <a:spcPct val="90000"/>
              </a:lnSpc>
              <a:spcAft>
                <a:spcPts val="800"/>
              </a:spcAft>
            </a:pPr>
            <a:r>
              <a:rPr lang="en-US" sz="2400" b="1" spc="86" dirty="0">
                <a:solidFill>
                  <a:schemeClr val="bg1"/>
                </a:solidFill>
              </a:rPr>
              <a:t>Qualitative Sample Example:</a:t>
            </a:r>
          </a:p>
          <a:p>
            <a:pPr>
              <a:lnSpc>
                <a:spcPct val="90000"/>
              </a:lnSpc>
              <a:spcAft>
                <a:spcPts val="800"/>
              </a:spcAft>
            </a:pPr>
            <a:endParaRPr lang="en-US" sz="2400" spc="86" dirty="0">
              <a:solidFill>
                <a:schemeClr val="bg1"/>
              </a:solidFill>
            </a:endParaRPr>
          </a:p>
          <a:p>
            <a:pPr>
              <a:lnSpc>
                <a:spcPct val="90000"/>
              </a:lnSpc>
              <a:spcAft>
                <a:spcPts val="800"/>
              </a:spcAft>
            </a:pPr>
            <a:r>
              <a:rPr lang="en-US" sz="2400" spc="86" dirty="0">
                <a:solidFill>
                  <a:schemeClr val="bg1"/>
                </a:solidFill>
              </a:rPr>
              <a:t>You purposively select 12 fans; some visibly angry, some cheering and conduct short interviews asking, </a:t>
            </a:r>
          </a:p>
          <a:p>
            <a:pPr>
              <a:lnSpc>
                <a:spcPct val="90000"/>
              </a:lnSpc>
              <a:spcAft>
                <a:spcPts val="800"/>
              </a:spcAft>
            </a:pPr>
            <a:r>
              <a:rPr lang="en-US" sz="2400" i="1" spc="86" dirty="0">
                <a:solidFill>
                  <a:schemeClr val="bg1"/>
                </a:solidFill>
              </a:rPr>
              <a:t>“How do you feel about today’s performance?” </a:t>
            </a:r>
          </a:p>
          <a:p>
            <a:pPr>
              <a:lnSpc>
                <a:spcPct val="90000"/>
              </a:lnSpc>
              <a:spcAft>
                <a:spcPts val="800"/>
              </a:spcAft>
            </a:pPr>
            <a:r>
              <a:rPr lang="en-US" sz="2400" spc="86" dirty="0">
                <a:solidFill>
                  <a:schemeClr val="bg1"/>
                </a:solidFill>
              </a:rPr>
              <a:t>You then code their responses to identify patterns and themes.</a:t>
            </a:r>
          </a:p>
        </p:txBody>
      </p:sp>
      <p:grpSp>
        <p:nvGrpSpPr>
          <p:cNvPr id="155" name="Graphic 190">
            <a:extLst>
              <a:ext uri="{FF2B5EF4-FFF2-40B4-BE49-F238E27FC236}">
                <a16:creationId xmlns:a16="http://schemas.microsoft.com/office/drawing/2014/main" id="{49EBD25E-1A81-0C4E-BFB6-67E461F2E3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24A8871F-FD04-D3F0-0E57-D10A0FC8A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526F2EB8-A663-104D-5287-74882AD15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3A0A4C0-3C30-4AFE-5D00-298670A76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A0D00E5-B122-B1F5-A253-2AD277BD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428050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60D70F49-CAA6-F634-8720-D98E92A295B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03854DF-46FF-071C-0338-ABE5ED989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CAFB1CF4-DE76-E1B4-8137-0F07C9A6A6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857B3A75-4ABD-4AB6-6F03-4E091A21C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151A233-DF06-84EC-7C88-7D5D6E34DB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061A165-C5D6-0C44-B137-FE590F57D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80BF551-35DD-9DCF-CC9B-CC5A101C68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1485D6-4546-0409-7FB1-A9961EEC2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E990DD5-3DA6-01BE-1652-D938296645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E28B2D2-55C6-739A-9357-925E8DDA8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D9F9331-092A-8859-7FD3-0867AC47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03340B0-FB41-16AA-9F6F-4548F753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93B35A-9A10-CFEF-AF1D-A276E89B7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B0AFD7-6538-801B-40ED-CDAAE1166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1E0B6F-1731-10BC-8656-41E129395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95A3211-3DC0-AF08-34DF-0020C4FEC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8203C7AD-2EFC-2DC0-932C-2BF7CC895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62394B4-B749-3EC3-E44D-99F6AFB75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0D93FB-11B0-121E-626A-3AC428E0D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AF8508B-2A24-3B2A-BB2B-B5512702B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703C01-798A-565F-1718-D14B0E1B3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498BA0C-D5E6-5554-6875-2200B1A1F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559DCE1-1A88-698B-9192-8E463F9D8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1D5A511-73CF-BB6C-C9A2-C37BEFB31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F5B0446-89A6-7C12-D951-438E117E6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EBC1653-6F91-B2E1-49DD-2EE6A6B67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9D8485B-6544-B55F-D783-7E8DEE24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31953DB-0136-A897-24AE-90B9286D9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3246A3B-7E03-7DF6-D4C4-A6A881A1A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B22AE0B-8671-C866-EA81-C7AE32D05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9198A57-0881-718B-29D2-133FEDB7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2B3CB5F-8298-9A78-7D43-F201200CB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2E5AB4F-CD23-8278-F508-76791C48A4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0198A78-C0B7-0F14-1ED7-450959D7F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F10A73-5E3A-B46D-6256-CE6E9BB060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4B6654E-DD07-16D4-2B49-A3F28E58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4243D35-6711-DE50-E1DA-5AEEDD01F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29698AC-9A12-FFD7-7BB4-0FB4FD0484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C87AE475-1361-96FB-49E6-231C5235D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4EDDA2D6-3AD7-0FC3-C647-096A7B7AF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8A69CCF-E14B-CE5A-98F7-2F4FD7E492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7E14F20-EF82-E331-ECF8-CB5E8F78DB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9CEA6628-10AB-1373-C2A3-1F7233D53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7151B20-762E-B358-1E4A-A070C02FD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65D7662-32B7-A399-DDD2-4BC1B9E80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E36E9DF-2083-2E11-BB09-125DD4040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88A59DD-A146-66D2-A2E3-D8A14A334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58E76B86-ABF6-07DE-74FF-97B843CFB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E0D31D6-191D-0A77-8C80-8F2131B25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C8F9D55-E720-145B-EFB6-F4477A458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9D46B234-D5CE-DF20-06B9-7AF06CAC6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55972633-B6CA-4B4A-C77D-04CB1118F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F0FDB50B-FBA1-FF50-5EE1-D53C16F1E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697915F6-7E75-4E97-ED9D-2FE363D74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F071D4D-9F03-0A61-B8A7-58A0A50A2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A812A1C-2316-DDB3-C8D3-691061C06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96B1B7D-2F6A-F8C5-C61E-B9C89EA0B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7B4B085-989C-2202-E72D-E0D3119B0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736ABDF-59D3-944A-F0CE-71942839C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28EDCF7-7137-3238-39C5-42909D577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93A3DE6-4DEF-815A-FEF7-0FE05A707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3D89977-64EA-2012-CF04-05D2BE6AE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DA3DE84-B75C-6CEB-4A21-BA8597091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AB9FA7B-A95E-349B-9D4D-70039FF7F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9E9BC15-2609-333E-A362-3B98A8C94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FCDC78F-1DEF-D1CC-2C6D-A80E9A9B6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7502DF3-004D-D8E0-BC48-9FA11041A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DFA9528-2570-E958-0DD5-CC6C8FB1E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8E7BA7A4-5B1C-E6B8-A1D2-30D662ECC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74030EA2-A5C2-9C90-DA44-1FD959F1AE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17715F05-8F7B-BA98-11F8-F3BB98610C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3830809-FF9F-582E-A1E7-FAE2321D6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10345F79-D8F9-FFD2-5057-0F7CE4550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41090EFD-D2EF-050E-2BFA-EB392A291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4E69DF8-55CC-3591-6E5E-C85A9F1A2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F21534A-1D2C-37C0-672C-378F186BC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7876A2B-3E38-DB48-B791-17C81BF90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05CDD70-DF89-506A-0F1F-A78B2801E1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746458CC-C72C-2859-9156-2B979326B1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0CD599B-FC07-F37F-6BBF-C1C78F580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2763C50-BC26-C730-3D51-3FEC49445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6366909D-1A2B-21FD-6620-2256A65A2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B421F27-7C0D-25B8-3A55-E1A995BB6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F4273D7-2D16-3F9C-5A7E-5F9461923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4A608E5-5BEB-C645-A7A2-298B0B2B4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423DB8B-81F1-CB2E-052C-3919D36AE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A5F3CBE-651E-8284-BD91-4CDC8E8EE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98253C1-30D5-BDA5-D80D-198FAC10D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1449D42-BDAD-38FB-942B-1FA740732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C474F0D-3750-B15D-54CC-DB12BF1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BB7C722-49F1-369B-DE32-F07BCAB2A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FC06B14-5635-C275-AEE5-2130D9D31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FB98455C-FF1F-DA48-2200-0B6FD2E5E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26005FB-784A-056D-6C4F-926D69DD95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654B09B-8FDA-0ED2-CC09-2BBA28F2F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1EE86758-F33A-6037-39E9-ADBF9CFD2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2587BDA-A3C0-D12E-C443-5D7F96FA8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07D2CBB7-EB41-0CBC-A852-11A5DC9C7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601F056-C787-42DF-5E6C-F65A52577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4D0EDA1-D0CB-972F-1F0A-08D7BF1A4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59CE30B7-825B-0CDF-2093-4F8A7BB3E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CA8FF0C5-53E4-A7CC-2A48-C0B90760E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1AA2D3A-B033-BAA5-CB35-FE9A98C9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24EDB320-1400-0AA4-B610-704D5352F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6D2E663-8998-0F38-ECA6-A6B0B560F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2CCF037F-7F83-A1CE-4263-72595125C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B2F45266-C479-A341-B260-A2F3B336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28B63B1-AFCB-73D3-A3D5-ADC7648A7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79412CB-6520-4012-4731-A217338D7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E44DF55-7740-84B6-0ED1-1F8ACDA27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E263689B-703D-59EF-4422-76E79201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B54B7F9-DF4B-EC98-CA39-8A634633D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0D1C57A0-5A80-A6C5-4E27-C3ADFC86C6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5AE11E27-F5BE-ACAE-50ED-EA8859B9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63647FB7-0ADA-FAC6-07DE-FAE016979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9AD0E78-C697-AEDE-3ED0-57C55F235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4612AC8-D24B-0562-C5C8-FE5731896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F676DF5-4320-DC85-0E59-3F2A2D564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EC2C766A-1FEA-6597-09C1-07AE3C666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B02416ED-4225-D42B-91E1-6D3FDAE8F7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B492D91-5815-9B99-FC79-5A10A5236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F38FFB0-B68D-D185-3962-575124184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56561EF-57EF-5567-75BA-B91D88F12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CF41E3F-605E-98CB-3DDD-FA4794146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A0EB258-9A48-8EFD-3FD2-1BEDC2BB7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C45B5F9-D178-E4B0-7496-72FF26002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58694F92-2EC7-65BF-8C70-EDF98EBAE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3CC6B4EF-EF29-15AB-0DDE-6F3D17C4EB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93D1F452-571B-F379-B275-9BA6AEDEE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6E4D374B-7072-6068-D25F-0989668A3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04305BA-5283-4C69-3AFC-A0E6949A4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6322A4D0-D518-5C2C-72C6-8DE05EA07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6EF34A53-227A-6DA0-2CA9-FD049FC95E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2BD02D2-4360-FD52-4150-FCD2DC695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2782B70-B56A-5A5F-9224-C9707FAF8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EBD3D94-373B-2FE5-C385-BE7B1427F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E1D6D3B-2415-D2A5-8001-5F1064BF9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4163B62-AC88-4ED1-1A0D-51F18C41D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8E813089-EB82-F011-F77A-333A7A3E8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B73E899-0486-0F3C-82DB-49DE14A40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9CF38B0-F9A7-E866-E70E-47E69F0D68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014D617-0B2E-B7FF-C586-514BBC0D4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6CD348A-F96B-962F-8C2A-9CE87E2A9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A6EB2AAE-DF8C-9A2B-099D-01F45FFFA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CF06E68-9204-1837-DC52-0690EB3DF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CD7C761-16B0-598D-15E8-038CF1C53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31AF318D-0568-9C09-748C-CF972626F5C8}"/>
              </a:ext>
            </a:extLst>
          </p:cNvPr>
          <p:cNvSpPr txBox="1"/>
          <p:nvPr/>
        </p:nvSpPr>
        <p:spPr>
          <a:xfrm>
            <a:off x="713782" y="1341402"/>
            <a:ext cx="7439618" cy="4641427"/>
          </a:xfrm>
          <a:prstGeom prst="rect">
            <a:avLst/>
          </a:prstGeom>
        </p:spPr>
        <p:txBody>
          <a:bodyPr vert="horz" lIns="91440" tIns="45720" rIns="91440" bIns="45720" rtlCol="0">
            <a:noAutofit/>
          </a:bodyPr>
          <a:lstStyle/>
          <a:p>
            <a:pPr>
              <a:lnSpc>
                <a:spcPct val="90000"/>
              </a:lnSpc>
              <a:spcAft>
                <a:spcPts val="800"/>
              </a:spcAft>
            </a:pPr>
            <a:r>
              <a:rPr lang="en-US" sz="2400" b="1" spc="86" dirty="0">
                <a:solidFill>
                  <a:schemeClr val="bg1"/>
                </a:solidFill>
              </a:rPr>
              <a:t>By understanding how to select the right sample, you’re taking the first step to doing meaningful research. </a:t>
            </a:r>
          </a:p>
          <a:p>
            <a:pPr>
              <a:lnSpc>
                <a:spcPct val="90000"/>
              </a:lnSpc>
              <a:spcAft>
                <a:spcPts val="800"/>
              </a:spcAft>
            </a:pPr>
            <a:r>
              <a:rPr lang="en-US" sz="2400" b="1" spc="86" dirty="0">
                <a:solidFill>
                  <a:schemeClr val="bg1"/>
                </a:solidFill>
              </a:rPr>
              <a:t>Whether you’re counting opinions or interpreting emotions, who you include, and how, makes all the difference.</a:t>
            </a:r>
          </a:p>
          <a:p>
            <a:pPr>
              <a:lnSpc>
                <a:spcPct val="90000"/>
              </a:lnSpc>
              <a:spcAft>
                <a:spcPts val="800"/>
              </a:spcAft>
            </a:pPr>
            <a:r>
              <a:rPr lang="en-US" sz="2400" b="1" spc="86" dirty="0">
                <a:solidFill>
                  <a:schemeClr val="bg1"/>
                </a:solidFill>
              </a:rPr>
              <a:t>So tonight, as we explore Sampling, keep your minds on that stadium. Picture those green jerseys, the chants, the disappointment, the pride.</a:t>
            </a:r>
          </a:p>
          <a:p>
            <a:pPr>
              <a:lnSpc>
                <a:spcPct val="90000"/>
              </a:lnSpc>
              <a:spcAft>
                <a:spcPts val="800"/>
              </a:spcAft>
            </a:pPr>
            <a:r>
              <a:rPr lang="en-US" sz="2400" b="1" spc="86" dirty="0">
                <a:solidFill>
                  <a:schemeClr val="bg1"/>
                </a:solidFill>
              </a:rPr>
              <a:t>And ask: “</a:t>
            </a:r>
            <a:r>
              <a:rPr lang="en-US" sz="2400" b="1" i="1" spc="86" dirty="0">
                <a:solidFill>
                  <a:schemeClr val="bg1"/>
                </a:solidFill>
              </a:rPr>
              <a:t>Who should I talk to if I want to tell the real story?</a:t>
            </a:r>
            <a:r>
              <a:rPr lang="en-US" sz="2400" b="1" spc="86" dirty="0">
                <a:solidFill>
                  <a:schemeClr val="bg1"/>
                </a:solidFill>
              </a:rPr>
              <a:t>”</a:t>
            </a:r>
          </a:p>
        </p:txBody>
      </p:sp>
      <p:grpSp>
        <p:nvGrpSpPr>
          <p:cNvPr id="155" name="Graphic 190">
            <a:extLst>
              <a:ext uri="{FF2B5EF4-FFF2-40B4-BE49-F238E27FC236}">
                <a16:creationId xmlns:a16="http://schemas.microsoft.com/office/drawing/2014/main" id="{3F2A12A3-1370-A01E-9BF7-F3B9E7698F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D61BABE-DB6F-BCED-4712-750DCC835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EB3EFF6-F830-BE30-4F41-A7AD1023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74697E9-A364-7882-60B4-EC86D63B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B5231D4A-2B84-4106-B603-46C119596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483151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5410200" y="-1752600"/>
            <a:ext cx="11315733" cy="11245010"/>
          </a:xfrm>
          <a:prstGeom prst="rect">
            <a:avLst/>
          </a:prstGeom>
        </p:spPr>
      </p:pic>
      <p:sp>
        <p:nvSpPr>
          <p:cNvPr id="6" name="TextBox 6"/>
          <p:cNvSpPr txBox="1"/>
          <p:nvPr/>
        </p:nvSpPr>
        <p:spPr>
          <a:xfrm>
            <a:off x="457200" y="1600200"/>
            <a:ext cx="4043680" cy="482824"/>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Sampling in Research</a:t>
            </a:r>
          </a:p>
        </p:txBody>
      </p:sp>
      <p:sp>
        <p:nvSpPr>
          <p:cNvPr id="7" name="TextBox 7"/>
          <p:cNvSpPr txBox="1"/>
          <p:nvPr/>
        </p:nvSpPr>
        <p:spPr>
          <a:xfrm>
            <a:off x="5497629" y="316713"/>
            <a:ext cx="3624668" cy="6773586"/>
          </a:xfrm>
          <a:prstGeom prst="rect">
            <a:avLst/>
          </a:prstGeom>
        </p:spPr>
        <p:txBody>
          <a:bodyPr lIns="0" tIns="0" rIns="0" bIns="0" rtlCol="0" anchor="t">
            <a:spAutoFit/>
          </a:bodyPr>
          <a:lstStyle/>
          <a:p>
            <a:pPr algn="r">
              <a:lnSpc>
                <a:spcPts val="2433"/>
              </a:lnSpc>
              <a:spcBef>
                <a:spcPct val="0"/>
              </a:spcBef>
            </a:pPr>
            <a:r>
              <a:rPr lang="en-US" sz="2400" spc="86" dirty="0">
                <a:solidFill>
                  <a:srgbClr val="FFFFFF"/>
                </a:solidFill>
                <a:latin typeface="Open Sans"/>
              </a:rPr>
              <a:t>I have based the following introductory notes on the prescribed text of Kumar (2011), “Chapter 12 - Selecting a Sample”. </a:t>
            </a:r>
          </a:p>
          <a:p>
            <a:pPr algn="r">
              <a:lnSpc>
                <a:spcPts val="2433"/>
              </a:lnSpc>
              <a:spcBef>
                <a:spcPct val="0"/>
              </a:spcBef>
            </a:pPr>
            <a:r>
              <a:rPr lang="en-US" sz="2400" spc="86" dirty="0">
                <a:solidFill>
                  <a:srgbClr val="FFFFFF"/>
                </a:solidFill>
                <a:latin typeface="Open Sans"/>
              </a:rPr>
              <a:t>Additional material is drawn from related citations and noted accordingly. </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Understanding that sampling is the process of selecting a subset of individuals or units from a larger population to make inferences or understanding about that population is important in research. </a:t>
            </a:r>
          </a:p>
        </p:txBody>
      </p:sp>
      <p:pic>
        <p:nvPicPr>
          <p:cNvPr id="3" name="Picture 2">
            <a:extLst>
              <a:ext uri="{FF2B5EF4-FFF2-40B4-BE49-F238E27FC236}">
                <a16:creationId xmlns:a16="http://schemas.microsoft.com/office/drawing/2014/main" id="{7F2B763E-F25E-DB9D-9B0E-0BD00D555F35}"/>
              </a:ext>
            </a:extLst>
          </p:cNvPr>
          <p:cNvPicPr>
            <a:picLocks noChangeAspect="1"/>
          </p:cNvPicPr>
          <p:nvPr/>
        </p:nvPicPr>
        <p:blipFill>
          <a:blip r:embed="rId4"/>
          <a:stretch>
            <a:fillRect/>
          </a:stretch>
        </p:blipFill>
        <p:spPr>
          <a:xfrm>
            <a:off x="-406401" y="2438400"/>
            <a:ext cx="4722541" cy="2514600"/>
          </a:xfrm>
          <a:prstGeom prst="rect">
            <a:avLst/>
          </a:prstGeom>
        </p:spPr>
      </p:pic>
      <p:sp>
        <p:nvSpPr>
          <p:cNvPr id="5" name="TextBox 4">
            <a:extLst>
              <a:ext uri="{FF2B5EF4-FFF2-40B4-BE49-F238E27FC236}">
                <a16:creationId xmlns:a16="http://schemas.microsoft.com/office/drawing/2014/main" id="{CCFC1924-8947-72AD-7C5B-4773AE7EDE69}"/>
              </a:ext>
            </a:extLst>
          </p:cNvPr>
          <p:cNvSpPr txBox="1"/>
          <p:nvPr/>
        </p:nvSpPr>
        <p:spPr>
          <a:xfrm>
            <a:off x="221162" y="4927993"/>
            <a:ext cx="2667000" cy="369332"/>
          </a:xfrm>
          <a:prstGeom prst="rect">
            <a:avLst/>
          </a:prstGeom>
          <a:noFill/>
        </p:spPr>
        <p:txBody>
          <a:bodyPr wrap="square">
            <a:spAutoFit/>
          </a:bodyPr>
          <a:lstStyle/>
          <a:p>
            <a:r>
              <a:rPr lang="en-GB" sz="900" dirty="0"/>
              <a:t>Picture credit: https://www.simplypsychology.org/sampling.html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D9D6BC45-5A31-A463-9E03-425E2B893CD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5A282D5-4D1C-9BE3-F2EB-20615265F2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631058" y="-1743622"/>
            <a:ext cx="11315733" cy="11245010"/>
          </a:xfrm>
          <a:prstGeom prst="rect">
            <a:avLst/>
          </a:prstGeom>
        </p:spPr>
      </p:pic>
      <p:sp>
        <p:nvSpPr>
          <p:cNvPr id="6" name="TextBox 6">
            <a:extLst>
              <a:ext uri="{FF2B5EF4-FFF2-40B4-BE49-F238E27FC236}">
                <a16:creationId xmlns:a16="http://schemas.microsoft.com/office/drawing/2014/main" id="{C9989A88-0A2E-BB79-3D78-5D9EA17987EE}"/>
              </a:ext>
            </a:extLst>
          </p:cNvPr>
          <p:cNvSpPr txBox="1"/>
          <p:nvPr/>
        </p:nvSpPr>
        <p:spPr>
          <a:xfrm>
            <a:off x="14788" y="1219200"/>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A8615C9E-1673-95E5-E7C6-138CAAD35AF5}"/>
              </a:ext>
            </a:extLst>
          </p:cNvPr>
          <p:cNvSpPr txBox="1"/>
          <p:nvPr/>
        </p:nvSpPr>
        <p:spPr>
          <a:xfrm>
            <a:off x="4419600" y="76200"/>
            <a:ext cx="5105399" cy="6747168"/>
          </a:xfrm>
          <a:prstGeom prst="rect">
            <a:avLst/>
          </a:prstGeom>
        </p:spPr>
        <p:txBody>
          <a:bodyPr wrap="square" lIns="0" tIns="0" rIns="0" bIns="0" rtlCol="0" anchor="t">
            <a:spAutoFit/>
          </a:bodyPr>
          <a:lstStyle/>
          <a:p>
            <a:pPr algn="r">
              <a:lnSpc>
                <a:spcPts val="2433"/>
              </a:lnSpc>
              <a:spcBef>
                <a:spcPct val="0"/>
              </a:spcBef>
            </a:pPr>
            <a:r>
              <a:rPr lang="en-US" sz="1600" spc="86" dirty="0">
                <a:solidFill>
                  <a:srgbClr val="FFFFFF"/>
                </a:solidFill>
                <a:latin typeface="Open Sans"/>
              </a:rPr>
              <a:t>According to Kumar (2011), the process of selecting a sample in both quantitative and qualitative research is guided by two contrasting philosophies.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In quantitative research, the goal is to choose a sample that is unbiased and accurately represents the population from which it is drawn.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In qualitative research, sample selection may be influenced by factors such as ease of access to respondents, the researcher's judgement that the individual has extensive knowledge about a relevant topic, event, or situation or simply that the case is markedly different from others. </a:t>
            </a:r>
          </a:p>
          <a:p>
            <a:pPr algn="r">
              <a:lnSpc>
                <a:spcPts val="2433"/>
              </a:lnSpc>
              <a:spcBef>
                <a:spcPct val="0"/>
              </a:spcBef>
            </a:pPr>
            <a:endParaRPr lang="en-US" sz="1600" spc="86" dirty="0">
              <a:solidFill>
                <a:srgbClr val="FFFFFF"/>
              </a:solidFill>
              <a:latin typeface="Open Sans"/>
            </a:endParaRPr>
          </a:p>
          <a:p>
            <a:pPr algn="r">
              <a:lnSpc>
                <a:spcPts val="2433"/>
              </a:lnSpc>
              <a:spcBef>
                <a:spcPct val="0"/>
              </a:spcBef>
            </a:pPr>
            <a:r>
              <a:rPr lang="en-US" sz="1600" spc="86" dirty="0">
                <a:solidFill>
                  <a:srgbClr val="FFFFFF"/>
                </a:solidFill>
                <a:latin typeface="Open Sans"/>
              </a:rPr>
              <a:t>Researchers in qualitative studies often aim to select either similar cases to the rest of the group or notably different ones. These considerations are generally not acceptable in quantitative research.</a:t>
            </a:r>
            <a:endParaRPr lang="en-US" sz="16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40A3AC0F-DD07-F6BE-4C73-2C99347AA3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3" y="2743200"/>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AE3155-BD25-3001-62AD-C1594BDCEB7D}"/>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2128268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ECD612B8-EEA8-538D-E14B-5EE886B2989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9474FB1-F642-64C5-5250-C8A9584779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631058" y="-1743622"/>
            <a:ext cx="11315733" cy="11245010"/>
          </a:xfrm>
          <a:prstGeom prst="rect">
            <a:avLst/>
          </a:prstGeom>
        </p:spPr>
      </p:pic>
      <p:sp>
        <p:nvSpPr>
          <p:cNvPr id="6" name="TextBox 6">
            <a:extLst>
              <a:ext uri="{FF2B5EF4-FFF2-40B4-BE49-F238E27FC236}">
                <a16:creationId xmlns:a16="http://schemas.microsoft.com/office/drawing/2014/main" id="{D55451D3-AB8B-A0D5-4E14-23DB80349C1B}"/>
              </a:ext>
            </a:extLst>
          </p:cNvPr>
          <p:cNvSpPr txBox="1"/>
          <p:nvPr/>
        </p:nvSpPr>
        <p:spPr>
          <a:xfrm>
            <a:off x="14788" y="1219200"/>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BEB4B708-7E2F-8845-6773-0A951D91FDEC}"/>
              </a:ext>
            </a:extLst>
          </p:cNvPr>
          <p:cNvSpPr txBox="1"/>
          <p:nvPr/>
        </p:nvSpPr>
        <p:spPr>
          <a:xfrm>
            <a:off x="4419600" y="457200"/>
            <a:ext cx="5105399" cy="5234703"/>
          </a:xfrm>
          <a:prstGeom prst="rect">
            <a:avLst/>
          </a:prstGeom>
        </p:spPr>
        <p:txBody>
          <a:bodyPr wrap="square" lIns="0" tIns="0" rIns="0" bIns="0" rtlCol="0" anchor="t">
            <a:spAutoFit/>
          </a:bodyPr>
          <a:lstStyle/>
          <a:p>
            <a:pPr algn="r">
              <a:lnSpc>
                <a:spcPts val="2433"/>
              </a:lnSpc>
              <a:spcBef>
                <a:spcPct val="0"/>
              </a:spcBef>
            </a:pPr>
            <a:r>
              <a:rPr lang="en-US" sz="2400" spc="86" dirty="0">
                <a:solidFill>
                  <a:srgbClr val="FFFFFF"/>
                </a:solidFill>
                <a:latin typeface="Open Sans"/>
              </a:rPr>
              <a:t>The purpose of sampling in quantitative research is to draw inferences about the group from which you have selected the sample,</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 whereas in qualitative research it is designed either to gain in-depth knowledge about a situation, event, or episode, </a:t>
            </a:r>
          </a:p>
          <a:p>
            <a:pPr algn="r">
              <a:lnSpc>
                <a:spcPts val="2433"/>
              </a:lnSpc>
              <a:spcBef>
                <a:spcPct val="0"/>
              </a:spcBef>
            </a:pPr>
            <a:endParaRPr lang="en-US" sz="2400" spc="86" dirty="0">
              <a:solidFill>
                <a:srgbClr val="FFFFFF"/>
              </a:solidFill>
              <a:latin typeface="Open Sans"/>
            </a:endParaRPr>
          </a:p>
          <a:p>
            <a:pPr algn="r">
              <a:lnSpc>
                <a:spcPts val="2433"/>
              </a:lnSpc>
              <a:spcBef>
                <a:spcPct val="0"/>
              </a:spcBef>
            </a:pPr>
            <a:r>
              <a:rPr lang="en-US" sz="2400" spc="86" dirty="0">
                <a:solidFill>
                  <a:srgbClr val="FFFFFF"/>
                </a:solidFill>
                <a:latin typeface="Open Sans"/>
              </a:rPr>
              <a:t>or to understand as much as possible about different aspects of an individual, assuming that the individual is typical of the group and will provide insight into it.</a:t>
            </a:r>
            <a:endParaRPr lang="en-US" sz="24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D78A3D16-6724-BA24-11AE-36A8D421F9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3" y="2743200"/>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3E51F9-7394-AB93-B5A8-B9519C7AB07A}"/>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3306102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96CC9"/>
        </a:solidFill>
        <a:effectLst/>
      </p:bgPr>
    </p:bg>
    <p:spTree>
      <p:nvGrpSpPr>
        <p:cNvPr id="1" name="">
          <a:extLst>
            <a:ext uri="{FF2B5EF4-FFF2-40B4-BE49-F238E27FC236}">
              <a16:creationId xmlns:a16="http://schemas.microsoft.com/office/drawing/2014/main" id="{56706349-3D03-2B46-58DF-1C9CE93DA4E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24BFC7A-3C99-5729-5763-179E444D48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858000" y="-1752600"/>
            <a:ext cx="11315733" cy="11245010"/>
          </a:xfrm>
          <a:prstGeom prst="rect">
            <a:avLst/>
          </a:prstGeom>
        </p:spPr>
      </p:pic>
      <p:sp>
        <p:nvSpPr>
          <p:cNvPr id="6" name="TextBox 6">
            <a:extLst>
              <a:ext uri="{FF2B5EF4-FFF2-40B4-BE49-F238E27FC236}">
                <a16:creationId xmlns:a16="http://schemas.microsoft.com/office/drawing/2014/main" id="{FC34A468-1F20-AEA8-DBE1-34E82C50DCAD}"/>
              </a:ext>
            </a:extLst>
          </p:cNvPr>
          <p:cNvSpPr txBox="1"/>
          <p:nvPr/>
        </p:nvSpPr>
        <p:spPr>
          <a:xfrm>
            <a:off x="24728" y="1125906"/>
            <a:ext cx="4043680" cy="1483098"/>
          </a:xfrm>
          <a:prstGeom prst="rect">
            <a:avLst/>
          </a:prstGeom>
        </p:spPr>
        <p:txBody>
          <a:bodyPr lIns="0" tIns="0" rIns="0" bIns="0" rtlCol="0" anchor="t">
            <a:spAutoFit/>
          </a:bodyPr>
          <a:lstStyle/>
          <a:p>
            <a:pPr>
              <a:lnSpc>
                <a:spcPts val="3919"/>
              </a:lnSpc>
            </a:pPr>
            <a:r>
              <a:rPr lang="en-US" sz="2799" dirty="0">
                <a:solidFill>
                  <a:srgbClr val="896CC9"/>
                </a:solidFill>
                <a:latin typeface="League Spartan"/>
              </a:rPr>
              <a:t>A.	</a:t>
            </a:r>
          </a:p>
          <a:p>
            <a:pPr>
              <a:lnSpc>
                <a:spcPts val="3919"/>
              </a:lnSpc>
            </a:pPr>
            <a:r>
              <a:rPr lang="en-US" sz="2799" dirty="0">
                <a:solidFill>
                  <a:srgbClr val="896CC9"/>
                </a:solidFill>
                <a:latin typeface="League Spartan"/>
              </a:rPr>
              <a:t>Introduction to  Sampling</a:t>
            </a:r>
          </a:p>
        </p:txBody>
      </p:sp>
      <p:sp>
        <p:nvSpPr>
          <p:cNvPr id="7" name="TextBox 7">
            <a:extLst>
              <a:ext uri="{FF2B5EF4-FFF2-40B4-BE49-F238E27FC236}">
                <a16:creationId xmlns:a16="http://schemas.microsoft.com/office/drawing/2014/main" id="{418BCDFE-7C2F-5D43-DDCC-609F6AAABF43}"/>
              </a:ext>
            </a:extLst>
          </p:cNvPr>
          <p:cNvSpPr txBox="1"/>
          <p:nvPr/>
        </p:nvSpPr>
        <p:spPr>
          <a:xfrm>
            <a:off x="4134669" y="457200"/>
            <a:ext cx="5466531" cy="6771084"/>
          </a:xfrm>
          <a:prstGeom prst="rect">
            <a:avLst/>
          </a:prstGeom>
        </p:spPr>
        <p:txBody>
          <a:bodyPr wrap="square" lIns="0" tIns="0" rIns="0" bIns="0" rtlCol="0" anchor="t">
            <a:spAutoFit/>
          </a:bodyPr>
          <a:lstStyle/>
          <a:p>
            <a:pPr algn="r">
              <a:lnSpc>
                <a:spcPts val="2433"/>
              </a:lnSpc>
              <a:spcBef>
                <a:spcPct val="0"/>
              </a:spcBef>
            </a:pPr>
            <a:r>
              <a:rPr lang="en-US" sz="2000" spc="86" dirty="0">
                <a:solidFill>
                  <a:srgbClr val="FFFFFF"/>
                </a:solidFill>
                <a:latin typeface="Open Sans"/>
              </a:rPr>
              <a:t>Determining the right sample size in both quantitative and qualitative research is guided by different approaches.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In quantitative studies, you work with a predetermined sample size that takes into account various factors, such as available resources.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Qualitative research is more flexible; you don't set a fixed number beforehand.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Instead, during data collection, you'll know you've reached a point of </a:t>
            </a:r>
            <a:r>
              <a:rPr lang="en-US" sz="2000" b="1" spc="86" dirty="0">
                <a:solidFill>
                  <a:srgbClr val="FFFFFF"/>
                </a:solidFill>
                <a:latin typeface="Open Sans"/>
              </a:rPr>
              <a:t>data saturation</a:t>
            </a:r>
            <a:r>
              <a:rPr lang="en-US" sz="2000" spc="86" dirty="0">
                <a:solidFill>
                  <a:srgbClr val="FFFFFF"/>
                </a:solidFill>
                <a:latin typeface="Open Sans"/>
              </a:rPr>
              <a:t> when no new information emerges or the new data becomes minimal. </a:t>
            </a:r>
          </a:p>
          <a:p>
            <a:pPr algn="r">
              <a:lnSpc>
                <a:spcPts val="2433"/>
              </a:lnSpc>
              <a:spcBef>
                <a:spcPct val="0"/>
              </a:spcBef>
            </a:pPr>
            <a:endParaRPr lang="en-US" sz="2000" spc="86" dirty="0">
              <a:solidFill>
                <a:srgbClr val="FFFFFF"/>
              </a:solidFill>
              <a:latin typeface="Open Sans"/>
            </a:endParaRPr>
          </a:p>
          <a:p>
            <a:pPr algn="r">
              <a:lnSpc>
                <a:spcPts val="2433"/>
              </a:lnSpc>
              <a:spcBef>
                <a:spcPct val="0"/>
              </a:spcBef>
            </a:pPr>
            <a:r>
              <a:rPr lang="en-US" sz="2000" spc="86" dirty="0">
                <a:solidFill>
                  <a:srgbClr val="FFFFFF"/>
                </a:solidFill>
                <a:latin typeface="Open Sans"/>
              </a:rPr>
              <a:t>That's when you can confidently stop collecting more data, feeling assured that you've gathered enough to support your findings.</a:t>
            </a:r>
            <a:endParaRPr lang="en-US" sz="2000" spc="86" dirty="0">
              <a:solidFill>
                <a:srgbClr val="FFFFFF"/>
              </a:solidFill>
              <a:latin typeface="Open Sans"/>
              <a:ea typeface="Open Sans"/>
              <a:cs typeface="Open Sans"/>
            </a:endParaRPr>
          </a:p>
        </p:txBody>
      </p:sp>
      <p:pic>
        <p:nvPicPr>
          <p:cNvPr id="1026" name="Picture 2" descr="Sampling methods in research ...">
            <a:extLst>
              <a:ext uri="{FF2B5EF4-FFF2-40B4-BE49-F238E27FC236}">
                <a16:creationId xmlns:a16="http://schemas.microsoft.com/office/drawing/2014/main" id="{CE96D196-4335-C397-B16E-F594FDF81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592439"/>
            <a:ext cx="3391593"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4F416D2-FCD9-4107-B6BE-0D003DC85EAD}"/>
              </a:ext>
            </a:extLst>
          </p:cNvPr>
          <p:cNvSpPr txBox="1"/>
          <p:nvPr/>
        </p:nvSpPr>
        <p:spPr>
          <a:xfrm>
            <a:off x="0" y="4868954"/>
            <a:ext cx="2667000" cy="507831"/>
          </a:xfrm>
          <a:prstGeom prst="rect">
            <a:avLst/>
          </a:prstGeom>
          <a:noFill/>
        </p:spPr>
        <p:txBody>
          <a:bodyPr wrap="square">
            <a:spAutoFit/>
          </a:bodyPr>
          <a:lstStyle/>
          <a:p>
            <a:r>
              <a:rPr lang="en-GB" sz="900" dirty="0"/>
              <a:t>Picture credit: https://samagracs.com/nta-ugc-net-paper-1-study-materiel/sampling-methods-in-research-methodology/</a:t>
            </a:r>
          </a:p>
        </p:txBody>
      </p:sp>
    </p:spTree>
    <p:extLst>
      <p:ext uri="{BB962C8B-B14F-4D97-AF65-F5344CB8AC3E}">
        <p14:creationId xmlns:p14="http://schemas.microsoft.com/office/powerpoint/2010/main" val="1318282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BBE91E-31E9-C54A-DBE0-DFB04DE87AA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1D9FFD82-A9C4-1AD3-4D37-1C748CFD95E6}"/>
              </a:ext>
            </a:extLst>
          </p:cNvPr>
          <p:cNvSpPr txBox="1"/>
          <p:nvPr/>
        </p:nvSpPr>
        <p:spPr>
          <a:xfrm>
            <a:off x="513419" y="1120634"/>
            <a:ext cx="8724041"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B.</a:t>
            </a:r>
            <a:r>
              <a:rPr lang="en-US" sz="4200" dirty="0">
                <a:latin typeface="+mj-lt"/>
                <a:ea typeface="+mj-ea"/>
                <a:cs typeface="+mj-cs"/>
              </a:rPr>
              <a:t> </a:t>
            </a:r>
            <a:r>
              <a:rPr lang="en-US" sz="4200" kern="1200" dirty="0">
                <a:solidFill>
                  <a:schemeClr val="tx1"/>
                </a:solidFill>
                <a:latin typeface="+mj-lt"/>
                <a:ea typeface="+mj-ea"/>
                <a:cs typeface="+mj-cs"/>
              </a:rPr>
              <a:t>Understanding Sampling Methods -</a:t>
            </a:r>
          </a:p>
          <a:p>
            <a:pPr>
              <a:lnSpc>
                <a:spcPct val="90000"/>
              </a:lnSpc>
              <a:spcBef>
                <a:spcPct val="0"/>
              </a:spcBef>
              <a:spcAft>
                <a:spcPts val="600"/>
              </a:spcAft>
            </a:pPr>
            <a:r>
              <a:rPr lang="en-US" sz="4200" dirty="0">
                <a:latin typeface="+mj-lt"/>
                <a:ea typeface="+mj-ea"/>
                <a:cs typeface="+mj-cs"/>
              </a:rPr>
              <a:t>	</a:t>
            </a:r>
            <a:r>
              <a:rPr lang="en-US" sz="4200" i="1" kern="1200" dirty="0">
                <a:solidFill>
                  <a:schemeClr val="tx1"/>
                </a:solidFill>
                <a:latin typeface="+mj-lt"/>
                <a:ea typeface="+mj-ea"/>
                <a:cs typeface="+mj-cs"/>
              </a:rPr>
              <a:t>Probability Sampling</a:t>
            </a:r>
          </a:p>
        </p:txBody>
      </p:sp>
      <p:sp>
        <p:nvSpPr>
          <p:cNvPr id="7" name="TextBox 7">
            <a:extLst>
              <a:ext uri="{FF2B5EF4-FFF2-40B4-BE49-F238E27FC236}">
                <a16:creationId xmlns:a16="http://schemas.microsoft.com/office/drawing/2014/main" id="{E96F5B96-639B-316E-D691-EC93B900FF4A}"/>
              </a:ext>
            </a:extLst>
          </p:cNvPr>
          <p:cNvSpPr txBox="1"/>
          <p:nvPr/>
        </p:nvSpPr>
        <p:spPr>
          <a:xfrm>
            <a:off x="1028192" y="2743200"/>
            <a:ext cx="6896608" cy="3411321"/>
          </a:xfrm>
          <a:prstGeom prst="rect">
            <a:avLst/>
          </a:prstGeom>
        </p:spPr>
        <p:txBody>
          <a:bodyPr vert="horz" lIns="91440" tIns="45720" rIns="91440" bIns="45720" rtlCol="0" anchor="t">
            <a:noAutofit/>
          </a:bodyPr>
          <a:lstStyle/>
          <a:p>
            <a:pPr>
              <a:lnSpc>
                <a:spcPct val="90000"/>
              </a:lnSpc>
              <a:spcAft>
                <a:spcPts val="600"/>
              </a:spcAft>
            </a:pPr>
            <a:r>
              <a:rPr lang="en-US" spc="86" dirty="0"/>
              <a:t>Every unit in the population has a known and non-zero chance </a:t>
            </a:r>
            <a:r>
              <a:rPr lang="en-US" i="1" spc="86" dirty="0"/>
              <a:t>(although it is not certain, it's not impossible either) </a:t>
            </a:r>
            <a:r>
              <a:rPr lang="en-US" spc="86" dirty="0"/>
              <a:t>of being selected</a:t>
            </a:r>
            <a:r>
              <a:rPr lang="en-US" i="1" spc="86" dirty="0"/>
              <a:t>.</a:t>
            </a:r>
          </a:p>
          <a:p>
            <a:pPr>
              <a:lnSpc>
                <a:spcPct val="90000"/>
              </a:lnSpc>
              <a:spcAft>
                <a:spcPts val="600"/>
              </a:spcAft>
            </a:pPr>
            <a:r>
              <a:rPr lang="en-US" b="1" spc="86" dirty="0"/>
              <a:t>Methods include:</a:t>
            </a:r>
          </a:p>
          <a:p>
            <a:pPr lvl="1" indent="-228600">
              <a:lnSpc>
                <a:spcPct val="90000"/>
              </a:lnSpc>
              <a:spcAft>
                <a:spcPts val="600"/>
              </a:spcAft>
              <a:buFont typeface="Arial" panose="020B0604020202020204" pitchFamily="34" charset="0"/>
              <a:buChar char="•"/>
            </a:pPr>
            <a:r>
              <a:rPr lang="en-US" i="1" spc="86" dirty="0"/>
              <a:t>Simple Random Sampling:</a:t>
            </a:r>
            <a:r>
              <a:rPr lang="en-US" spc="86" dirty="0"/>
              <a:t> Ideal for a database of registered university students using Moodle.</a:t>
            </a:r>
          </a:p>
          <a:p>
            <a:pPr lvl="1" indent="-228600">
              <a:lnSpc>
                <a:spcPct val="90000"/>
              </a:lnSpc>
              <a:spcAft>
                <a:spcPts val="600"/>
              </a:spcAft>
              <a:buFont typeface="Arial" panose="020B0604020202020204" pitchFamily="34" charset="0"/>
              <a:buChar char="•"/>
            </a:pPr>
            <a:r>
              <a:rPr lang="en-US" i="1" spc="86" dirty="0"/>
              <a:t>Systematic Sampling:</a:t>
            </a:r>
            <a:r>
              <a:rPr lang="en-US" spc="86" dirty="0"/>
              <a:t> Selecting every 5th email from a list of helpdesk support queries.</a:t>
            </a:r>
          </a:p>
          <a:p>
            <a:pPr lvl="1" indent="-228600">
              <a:lnSpc>
                <a:spcPct val="90000"/>
              </a:lnSpc>
              <a:spcAft>
                <a:spcPts val="600"/>
              </a:spcAft>
              <a:buFont typeface="Arial" panose="020B0604020202020204" pitchFamily="34" charset="0"/>
              <a:buChar char="•"/>
            </a:pPr>
            <a:r>
              <a:rPr lang="en-US" i="1" spc="86" dirty="0"/>
              <a:t>Stratified Sampling:</a:t>
            </a:r>
            <a:r>
              <a:rPr lang="en-US" spc="86" dirty="0"/>
              <a:t> Dividing ICT faculty students by year (first-year, second-year, etc.) and randomly selecting from each group.</a:t>
            </a:r>
          </a:p>
          <a:p>
            <a:pPr lvl="1" indent="-228600">
              <a:lnSpc>
                <a:spcPct val="90000"/>
              </a:lnSpc>
              <a:spcAft>
                <a:spcPts val="600"/>
              </a:spcAft>
              <a:buFont typeface="Arial" panose="020B0604020202020204" pitchFamily="34" charset="0"/>
              <a:buChar char="•"/>
            </a:pPr>
            <a:r>
              <a:rPr lang="en-US" i="1" spc="86" dirty="0"/>
              <a:t>Cluster Sampling:</a:t>
            </a:r>
            <a:r>
              <a:rPr lang="en-US" spc="86" dirty="0"/>
              <a:t> Selecting entire ICT departments from different universities as clusters.</a:t>
            </a:r>
          </a:p>
          <a:p>
            <a:pPr indent="-228600">
              <a:lnSpc>
                <a:spcPct val="90000"/>
              </a:lnSpc>
              <a:spcAft>
                <a:spcPts val="600"/>
              </a:spcAft>
              <a:buFont typeface="Arial" panose="020B0604020202020204" pitchFamily="34" charset="0"/>
              <a:buChar char="•"/>
            </a:pPr>
            <a:endParaRPr lang="en-US" spc="86" dirty="0">
              <a:ea typeface="Calibri"/>
              <a:cs typeface="Calibri"/>
            </a:endParaRPr>
          </a:p>
        </p:txBody>
      </p:sp>
    </p:spTree>
    <p:extLst>
      <p:ext uri="{BB962C8B-B14F-4D97-AF65-F5344CB8AC3E}">
        <p14:creationId xmlns:p14="http://schemas.microsoft.com/office/powerpoint/2010/main" val="1491343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C95937-22BA-6FFE-33E2-B8B5135DEF2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65F3158-4718-9D6C-9126-FA1F8F5E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1E09EF73-2397-CE60-4CFF-ED9D5DF3C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9691DEA5-1003-3387-DFF1-C34797F08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F4F13F0F-ADCE-5CA4-550F-7FE1F8B675EF}"/>
              </a:ext>
            </a:extLst>
          </p:cNvPr>
          <p:cNvSpPr txBox="1"/>
          <p:nvPr/>
        </p:nvSpPr>
        <p:spPr>
          <a:xfrm>
            <a:off x="513419" y="685800"/>
            <a:ext cx="8724041"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B.</a:t>
            </a:r>
            <a:r>
              <a:rPr lang="en-US" sz="4200" dirty="0">
                <a:latin typeface="+mj-lt"/>
                <a:ea typeface="+mj-ea"/>
                <a:cs typeface="+mj-cs"/>
              </a:rPr>
              <a:t> </a:t>
            </a:r>
            <a:r>
              <a:rPr lang="en-US" sz="4200" kern="1200" dirty="0">
                <a:solidFill>
                  <a:schemeClr val="tx1"/>
                </a:solidFill>
                <a:latin typeface="+mj-lt"/>
                <a:ea typeface="+mj-ea"/>
                <a:cs typeface="+mj-cs"/>
              </a:rPr>
              <a:t>Understanding Sampling Methods -</a:t>
            </a:r>
          </a:p>
          <a:p>
            <a:pPr>
              <a:lnSpc>
                <a:spcPct val="90000"/>
              </a:lnSpc>
              <a:spcBef>
                <a:spcPct val="0"/>
              </a:spcBef>
              <a:spcAft>
                <a:spcPts val="600"/>
              </a:spcAft>
            </a:pPr>
            <a:r>
              <a:rPr lang="en-US" sz="4200" dirty="0">
                <a:latin typeface="+mj-lt"/>
                <a:ea typeface="+mj-ea"/>
                <a:cs typeface="+mj-cs"/>
              </a:rPr>
              <a:t>	</a:t>
            </a:r>
            <a:r>
              <a:rPr lang="en-US" sz="4200" i="1" kern="1200" dirty="0">
                <a:solidFill>
                  <a:schemeClr val="tx1"/>
                </a:solidFill>
                <a:latin typeface="+mj-lt"/>
                <a:ea typeface="+mj-ea"/>
                <a:cs typeface="+mj-cs"/>
              </a:rPr>
              <a:t>Non-Probability Sampling</a:t>
            </a:r>
          </a:p>
        </p:txBody>
      </p:sp>
      <p:sp>
        <p:nvSpPr>
          <p:cNvPr id="7" name="TextBox 7">
            <a:extLst>
              <a:ext uri="{FF2B5EF4-FFF2-40B4-BE49-F238E27FC236}">
                <a16:creationId xmlns:a16="http://schemas.microsoft.com/office/drawing/2014/main" id="{FA27B283-6378-B018-8BDB-8802DC60A51D}"/>
              </a:ext>
            </a:extLst>
          </p:cNvPr>
          <p:cNvSpPr txBox="1"/>
          <p:nvPr/>
        </p:nvSpPr>
        <p:spPr>
          <a:xfrm>
            <a:off x="1028192" y="2308366"/>
            <a:ext cx="6896608" cy="3411321"/>
          </a:xfrm>
          <a:prstGeom prst="rect">
            <a:avLst/>
          </a:prstGeom>
        </p:spPr>
        <p:txBody>
          <a:bodyPr vert="horz" lIns="91440" tIns="45720" rIns="91440" bIns="45720" rtlCol="0" anchor="t">
            <a:noAutofit/>
          </a:bodyPr>
          <a:lstStyle/>
          <a:p>
            <a:pPr>
              <a:lnSpc>
                <a:spcPct val="90000"/>
              </a:lnSpc>
              <a:spcAft>
                <a:spcPts val="600"/>
              </a:spcAft>
            </a:pPr>
            <a:r>
              <a:rPr lang="en-US" spc="86" dirty="0"/>
              <a:t>The probability of any particular member being chosen is unknown. </a:t>
            </a:r>
          </a:p>
          <a:p>
            <a:pPr>
              <a:lnSpc>
                <a:spcPct val="90000"/>
              </a:lnSpc>
              <a:spcAft>
                <a:spcPts val="600"/>
              </a:spcAft>
            </a:pPr>
            <a:r>
              <a:rPr lang="en-US" b="1" spc="86" dirty="0"/>
              <a:t>This is more common in qualitative research or exploratory quantitative studies:</a:t>
            </a:r>
          </a:p>
          <a:p>
            <a:pPr marL="742950" lvl="1" indent="-285750">
              <a:lnSpc>
                <a:spcPct val="90000"/>
              </a:lnSpc>
              <a:spcAft>
                <a:spcPts val="600"/>
              </a:spcAft>
              <a:buFont typeface="Arial" panose="020B0604020202020204" pitchFamily="34" charset="0"/>
              <a:buChar char="•"/>
            </a:pPr>
            <a:r>
              <a:rPr lang="en-US" i="1" spc="86" dirty="0"/>
              <a:t>Convenience Sampling</a:t>
            </a:r>
            <a:r>
              <a:rPr lang="en-US" spc="86" dirty="0"/>
              <a:t>: Interviewing available IT support staff on campus.</a:t>
            </a:r>
          </a:p>
          <a:p>
            <a:pPr marL="742950" lvl="1" indent="-285750">
              <a:lnSpc>
                <a:spcPct val="90000"/>
              </a:lnSpc>
              <a:spcAft>
                <a:spcPts val="600"/>
              </a:spcAft>
              <a:buFont typeface="Arial" panose="020B0604020202020204" pitchFamily="34" charset="0"/>
              <a:buChar char="•"/>
            </a:pPr>
            <a:r>
              <a:rPr lang="en-US" i="1" spc="86" dirty="0"/>
              <a:t>Purposive Sampling: </a:t>
            </a:r>
            <a:r>
              <a:rPr lang="en-US" spc="86" dirty="0"/>
              <a:t>Selecting only LMS administrators for their specific expertise.</a:t>
            </a:r>
          </a:p>
          <a:p>
            <a:pPr marL="742950" lvl="1" indent="-285750">
              <a:lnSpc>
                <a:spcPct val="90000"/>
              </a:lnSpc>
              <a:spcAft>
                <a:spcPts val="600"/>
              </a:spcAft>
              <a:buFont typeface="Arial" panose="020B0604020202020204" pitchFamily="34" charset="0"/>
              <a:buChar char="•"/>
            </a:pPr>
            <a:r>
              <a:rPr lang="en-US" i="1" spc="86" dirty="0"/>
              <a:t>Snowball Sampling: </a:t>
            </a:r>
            <a:r>
              <a:rPr lang="en-US" spc="86" dirty="0"/>
              <a:t>Asking academic developers to refer peers involved in AI-enabled assessment systems.</a:t>
            </a:r>
          </a:p>
          <a:p>
            <a:pPr marL="742950" lvl="1" indent="-285750">
              <a:lnSpc>
                <a:spcPct val="90000"/>
              </a:lnSpc>
              <a:spcAft>
                <a:spcPts val="600"/>
              </a:spcAft>
              <a:buFont typeface="Arial" panose="020B0604020202020204" pitchFamily="34" charset="0"/>
              <a:buChar char="•"/>
            </a:pPr>
            <a:endParaRPr lang="en-US" spc="86" dirty="0"/>
          </a:p>
          <a:p>
            <a:pPr lvl="1">
              <a:lnSpc>
                <a:spcPct val="90000"/>
              </a:lnSpc>
              <a:spcAft>
                <a:spcPts val="600"/>
              </a:spcAft>
            </a:pPr>
            <a:r>
              <a:rPr lang="en-US" spc="86" dirty="0"/>
              <a:t>As Kumar (2011) explains, probability sampling improves </a:t>
            </a:r>
            <a:r>
              <a:rPr lang="en-US" spc="86" dirty="0" err="1"/>
              <a:t>generalisability</a:t>
            </a:r>
            <a:r>
              <a:rPr lang="en-US" spc="86" dirty="0"/>
              <a:t>, while non-probability sampling allows for in-depth exploration when the population is unknown or difficult to access.</a:t>
            </a:r>
          </a:p>
        </p:txBody>
      </p:sp>
    </p:spTree>
    <p:extLst>
      <p:ext uri="{BB962C8B-B14F-4D97-AF65-F5344CB8AC3E}">
        <p14:creationId xmlns:p14="http://schemas.microsoft.com/office/powerpoint/2010/main" val="1553494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E5D60-29B7-185B-155B-69D80740459F}"/>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62CE25D-2670-46E6-94D3-356E8E88B04A}"/>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kern="1200">
                <a:solidFill>
                  <a:schemeClr val="tx1"/>
                </a:solidFill>
                <a:latin typeface="+mj-lt"/>
                <a:ea typeface="+mj-ea"/>
                <a:cs typeface="+mj-cs"/>
              </a:rPr>
              <a:t>C. Determining the Sample Size</a:t>
            </a:r>
            <a:endParaRPr lang="en-US" sz="3500" i="1" kern="1200">
              <a:solidFill>
                <a:schemeClr val="tx1"/>
              </a:solidFill>
              <a:latin typeface="+mj-lt"/>
              <a:ea typeface="+mj-ea"/>
              <a:cs typeface="+mj-cs"/>
            </a:endParaRPr>
          </a:p>
        </p:txBody>
      </p:sp>
      <p:sp>
        <p:nvSpPr>
          <p:cNvPr id="7" name="TextBox 7">
            <a:extLst>
              <a:ext uri="{FF2B5EF4-FFF2-40B4-BE49-F238E27FC236}">
                <a16:creationId xmlns:a16="http://schemas.microsoft.com/office/drawing/2014/main" id="{E96E6C69-C524-E0EF-DD0D-7A57B18A4230}"/>
              </a:ext>
            </a:extLst>
          </p:cNvPr>
          <p:cNvSpPr txBox="1"/>
          <p:nvPr/>
        </p:nvSpPr>
        <p:spPr>
          <a:xfrm>
            <a:off x="909142" y="1600200"/>
            <a:ext cx="5567858" cy="5334000"/>
          </a:xfrm>
          <a:prstGeom prst="rect">
            <a:avLst/>
          </a:prstGeom>
        </p:spPr>
        <p:txBody>
          <a:bodyPr vert="horz" lIns="91440" tIns="45720" rIns="91440" bIns="45720" rtlCol="0" anchor="ctr">
            <a:normAutofit/>
          </a:bodyPr>
          <a:lstStyle/>
          <a:p>
            <a:pPr>
              <a:lnSpc>
                <a:spcPct val="90000"/>
              </a:lnSpc>
              <a:spcAft>
                <a:spcPts val="600"/>
              </a:spcAft>
            </a:pPr>
            <a:r>
              <a:rPr lang="en-US" sz="2400" spc="86" dirty="0"/>
              <a:t>Sample size determination depends on the type of research, the desired confidence level, and the population variability.</a:t>
            </a:r>
          </a:p>
          <a:p>
            <a:pPr>
              <a:lnSpc>
                <a:spcPct val="90000"/>
              </a:lnSpc>
              <a:spcAft>
                <a:spcPts val="600"/>
              </a:spcAft>
            </a:pPr>
            <a:endParaRPr lang="en-US" sz="2400" b="1" spc="86" dirty="0"/>
          </a:p>
          <a:p>
            <a:pPr>
              <a:lnSpc>
                <a:spcPct val="90000"/>
              </a:lnSpc>
              <a:spcAft>
                <a:spcPts val="600"/>
              </a:spcAft>
            </a:pPr>
            <a:r>
              <a:rPr lang="en-US" sz="2400" b="1" spc="86" dirty="0"/>
              <a:t>Quantitative Example: </a:t>
            </a:r>
          </a:p>
          <a:p>
            <a:pPr>
              <a:lnSpc>
                <a:spcPct val="90000"/>
              </a:lnSpc>
              <a:spcAft>
                <a:spcPts val="600"/>
              </a:spcAft>
            </a:pPr>
            <a:r>
              <a:rPr lang="en-US" sz="2400" spc="86" dirty="0"/>
              <a:t>When conducting a survey on how many students use AI tools like Grammarly or ChatGPT for assignment preparation, a larger sample size will improve statistical reliability. Online sample calculators (like </a:t>
            </a:r>
            <a:r>
              <a:rPr lang="en-US" sz="2400" spc="86" dirty="0" err="1"/>
              <a:t>Raosoft</a:t>
            </a:r>
            <a:r>
              <a:rPr lang="en-US" sz="2400" spc="86" dirty="0"/>
              <a:t> or Qualtrics) can assist.</a:t>
            </a:r>
          </a:p>
        </p:txBody>
      </p:sp>
      <p:sp>
        <p:nvSpPr>
          <p:cNvPr id="32" name="Rectangle 3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Statistics">
            <a:extLst>
              <a:ext uri="{FF2B5EF4-FFF2-40B4-BE49-F238E27FC236}">
                <a16:creationId xmlns:a16="http://schemas.microsoft.com/office/drawing/2014/main" id="{D6D3A1D7-A19A-70A9-497E-7EEC2DCBF0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014885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8F65E8-BCD6-70E3-6ACD-BC8CE9F653C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972063F-087C-6738-E032-D559B8F44266}"/>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kern="1200">
                <a:solidFill>
                  <a:schemeClr val="tx1"/>
                </a:solidFill>
                <a:latin typeface="+mj-lt"/>
                <a:ea typeface="+mj-ea"/>
                <a:cs typeface="+mj-cs"/>
              </a:rPr>
              <a:t>C. Determining the Sample Size</a:t>
            </a:r>
            <a:endParaRPr lang="en-US" sz="3500" i="1" kern="1200">
              <a:solidFill>
                <a:schemeClr val="tx1"/>
              </a:solidFill>
              <a:latin typeface="+mj-lt"/>
              <a:ea typeface="+mj-ea"/>
              <a:cs typeface="+mj-cs"/>
            </a:endParaRPr>
          </a:p>
        </p:txBody>
      </p:sp>
      <p:sp>
        <p:nvSpPr>
          <p:cNvPr id="7" name="TextBox 7">
            <a:extLst>
              <a:ext uri="{FF2B5EF4-FFF2-40B4-BE49-F238E27FC236}">
                <a16:creationId xmlns:a16="http://schemas.microsoft.com/office/drawing/2014/main" id="{C5086B54-101D-B1E6-95B7-55DA5980E7F2}"/>
              </a:ext>
            </a:extLst>
          </p:cNvPr>
          <p:cNvSpPr txBox="1"/>
          <p:nvPr/>
        </p:nvSpPr>
        <p:spPr>
          <a:xfrm>
            <a:off x="909142" y="1600200"/>
            <a:ext cx="5567858" cy="5334000"/>
          </a:xfrm>
          <a:prstGeom prst="rect">
            <a:avLst/>
          </a:prstGeom>
        </p:spPr>
        <p:txBody>
          <a:bodyPr vert="horz" lIns="91440" tIns="45720" rIns="91440" bIns="45720" rtlCol="0" anchor="ctr">
            <a:normAutofit/>
          </a:bodyPr>
          <a:lstStyle/>
          <a:p>
            <a:pPr>
              <a:lnSpc>
                <a:spcPct val="90000"/>
              </a:lnSpc>
              <a:spcAft>
                <a:spcPts val="600"/>
              </a:spcAft>
            </a:pPr>
            <a:r>
              <a:rPr lang="en-US" sz="2400" b="1" spc="86" dirty="0"/>
              <a:t>Qualitative Example: </a:t>
            </a:r>
          </a:p>
          <a:p>
            <a:pPr>
              <a:lnSpc>
                <a:spcPct val="90000"/>
              </a:lnSpc>
              <a:spcAft>
                <a:spcPts val="600"/>
              </a:spcAft>
            </a:pPr>
            <a:r>
              <a:rPr lang="en-US" sz="2400" spc="86" dirty="0"/>
              <a:t>For interviews with faculty members who have used AI for lesson preparation, 10–20 participants may suffice, guided by data saturation rather than statistical power </a:t>
            </a:r>
            <a:r>
              <a:rPr lang="en-US" sz="2400" i="1" spc="86" dirty="0"/>
              <a:t>(Creswell, 2009, p. 178).</a:t>
            </a:r>
          </a:p>
          <a:p>
            <a:pPr>
              <a:lnSpc>
                <a:spcPct val="90000"/>
              </a:lnSpc>
              <a:spcAft>
                <a:spcPts val="600"/>
              </a:spcAft>
            </a:pPr>
            <a:endParaRPr lang="en-US" sz="2400" spc="86" dirty="0"/>
          </a:p>
          <a:p>
            <a:pPr>
              <a:lnSpc>
                <a:spcPct val="90000"/>
              </a:lnSpc>
              <a:spcAft>
                <a:spcPts val="600"/>
              </a:spcAft>
            </a:pPr>
            <a:r>
              <a:rPr lang="en-US" sz="2400" b="1" spc="86" dirty="0"/>
              <a:t>Creswell (2009) stresses that in qualitative research, sample sizes are typically small and selected purposefully, with saturation guiding sample adequacy.</a:t>
            </a:r>
          </a:p>
        </p:txBody>
      </p:sp>
      <p:sp>
        <p:nvSpPr>
          <p:cNvPr id="32" name="Rectangle 31">
            <a:extLst>
              <a:ext uri="{FF2B5EF4-FFF2-40B4-BE49-F238E27FC236}">
                <a16:creationId xmlns:a16="http://schemas.microsoft.com/office/drawing/2014/main" id="{069888E9-6D9C-5998-3F3C-DDD07A8C8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0699F4F9-BDB5-7873-13D1-9DE56900E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Statistics">
            <a:extLst>
              <a:ext uri="{FF2B5EF4-FFF2-40B4-BE49-F238E27FC236}">
                <a16:creationId xmlns:a16="http://schemas.microsoft.com/office/drawing/2014/main" id="{C7029910-849A-41C2-3DBB-C9831E6091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439035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50A8FA-E25E-19F8-380B-10753B3D2C8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EFC6FC5-B966-E497-C6C3-9567754ED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30C46A9-8338-027C-4132-7AD3F98BB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EFEF7C2-652F-7533-B233-73184D581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73572267-F98E-3ED1-3813-E346232CC9C9}"/>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D327CCCB-86D8-65E1-20F7-26AFCDDA78C2}"/>
              </a:ext>
            </a:extLst>
          </p:cNvPr>
          <p:cNvSpPr txBox="1"/>
          <p:nvPr/>
        </p:nvSpPr>
        <p:spPr>
          <a:xfrm>
            <a:off x="1028192" y="3167433"/>
            <a:ext cx="6459852" cy="2987088"/>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sz="2000" spc="86" dirty="0"/>
              <a:t>Sampling bias threatens validity. </a:t>
            </a:r>
          </a:p>
          <a:p>
            <a:pPr>
              <a:lnSpc>
                <a:spcPct val="90000"/>
              </a:lnSpc>
              <a:spcAft>
                <a:spcPts val="600"/>
              </a:spcAft>
            </a:pPr>
            <a:endParaRPr lang="en-US" sz="2000" spc="86" dirty="0"/>
          </a:p>
          <a:p>
            <a:pPr>
              <a:lnSpc>
                <a:spcPct val="90000"/>
              </a:lnSpc>
              <a:spcAft>
                <a:spcPts val="600"/>
              </a:spcAft>
            </a:pPr>
            <a:r>
              <a:rPr lang="en-US" sz="2000" spc="86" dirty="0"/>
              <a:t>To mitigate this:</a:t>
            </a:r>
          </a:p>
          <a:p>
            <a:pPr indent="-228600">
              <a:lnSpc>
                <a:spcPct val="90000"/>
              </a:lnSpc>
              <a:spcAft>
                <a:spcPts val="600"/>
              </a:spcAft>
              <a:buFont typeface="Arial" panose="020B0604020202020204" pitchFamily="34" charset="0"/>
              <a:buChar char="•"/>
            </a:pPr>
            <a:r>
              <a:rPr lang="en-US" sz="2000" spc="86" dirty="0"/>
              <a:t>In quantitative studies, avoid over-representing a subgroup (e.g., all participants being from one campus).</a:t>
            </a:r>
          </a:p>
          <a:p>
            <a:pPr indent="-228600">
              <a:lnSpc>
                <a:spcPct val="90000"/>
              </a:lnSpc>
              <a:spcAft>
                <a:spcPts val="600"/>
              </a:spcAft>
              <a:buFont typeface="Arial" panose="020B0604020202020204" pitchFamily="34" charset="0"/>
              <a:buChar char="•"/>
            </a:pPr>
            <a:endParaRPr lang="en-US" sz="2000" spc="86" dirty="0"/>
          </a:p>
          <a:p>
            <a:pPr indent="-228600">
              <a:lnSpc>
                <a:spcPct val="90000"/>
              </a:lnSpc>
              <a:spcAft>
                <a:spcPts val="600"/>
              </a:spcAft>
              <a:buFont typeface="Arial" panose="020B0604020202020204" pitchFamily="34" charset="0"/>
              <a:buChar char="•"/>
            </a:pPr>
            <a:r>
              <a:rPr lang="en-US" sz="2000" spc="86" dirty="0"/>
              <a:t>In qualitative studies, acknowledge subjectivity and use thick descriptions to </a:t>
            </a:r>
            <a:r>
              <a:rPr lang="en-US" sz="2000" spc="86" dirty="0" err="1"/>
              <a:t>contextualise</a:t>
            </a:r>
            <a:r>
              <a:rPr lang="en-US" sz="2000" spc="86" dirty="0"/>
              <a:t> findings.</a:t>
            </a:r>
          </a:p>
          <a:p>
            <a:pPr indent="-228600">
              <a:lnSpc>
                <a:spcPct val="90000"/>
              </a:lnSpc>
              <a:spcAft>
                <a:spcPts val="600"/>
              </a:spcAft>
              <a:buFont typeface="Arial" panose="020B0604020202020204" pitchFamily="34" charset="0"/>
              <a:buChar char="•"/>
            </a:pPr>
            <a:endParaRPr lang="en-US" sz="2000" spc="86" dirty="0">
              <a:ea typeface="Calibri"/>
              <a:cs typeface="Calibri"/>
            </a:endParaRPr>
          </a:p>
        </p:txBody>
      </p:sp>
    </p:spTree>
    <p:extLst>
      <p:ext uri="{BB962C8B-B14F-4D97-AF65-F5344CB8AC3E}">
        <p14:creationId xmlns:p14="http://schemas.microsoft.com/office/powerpoint/2010/main" val="1527511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80B80-6993-E7CC-9900-6A5E65CA1B5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9975E45-EB7A-AD36-2E54-75D7CF301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A270D2A7-BD47-933C-69B7-1616CC49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C1A21D8-212D-580C-DD6E-597F9566A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0C2C7C92-FDEA-9F48-4859-FB2AB2D8F83C}"/>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96BCAC56-8464-650F-B256-1AD0EA6E7B27}"/>
              </a:ext>
            </a:extLst>
          </p:cNvPr>
          <p:cNvSpPr txBox="1"/>
          <p:nvPr/>
        </p:nvSpPr>
        <p:spPr>
          <a:xfrm>
            <a:off x="1028192" y="2667000"/>
            <a:ext cx="6896608" cy="3487521"/>
          </a:xfrm>
          <a:prstGeom prst="rect">
            <a:avLst/>
          </a:prstGeom>
        </p:spPr>
        <p:txBody>
          <a:bodyPr vert="horz" lIns="91440" tIns="45720" rIns="91440" bIns="45720" rtlCol="0" anchor="t">
            <a:noAutofit/>
          </a:bodyPr>
          <a:lstStyle/>
          <a:p>
            <a:pPr>
              <a:lnSpc>
                <a:spcPct val="90000"/>
              </a:lnSpc>
              <a:spcAft>
                <a:spcPts val="600"/>
              </a:spcAft>
            </a:pPr>
            <a:r>
              <a:rPr lang="en-US" sz="2000" spc="86" dirty="0"/>
              <a:t>Example:</a:t>
            </a:r>
          </a:p>
          <a:p>
            <a:pPr>
              <a:lnSpc>
                <a:spcPct val="90000"/>
              </a:lnSpc>
              <a:spcAft>
                <a:spcPts val="600"/>
              </a:spcAft>
            </a:pPr>
            <a:r>
              <a:rPr lang="en-US" sz="2000" spc="86" dirty="0"/>
              <a:t>A researcher explores the experiences of female software developers in male-dominated tech companies. During in-depth interviews, one participant shares how subtle gender biases affected her career progression. Instead of merely reporting </a:t>
            </a:r>
            <a:r>
              <a:rPr lang="en-US" sz="2000" i="1" spc="86" dirty="0"/>
              <a:t>“the participant experienced bias,” </a:t>
            </a:r>
            <a:r>
              <a:rPr lang="en-US" sz="2000" spc="86" dirty="0"/>
              <a:t>the researcher offers a rich description, capturing her words, tone, and office dynamics she mentions, such as being interrupted in meetings or excluded from decision-making. </a:t>
            </a:r>
          </a:p>
          <a:p>
            <a:pPr>
              <a:lnSpc>
                <a:spcPct val="90000"/>
              </a:lnSpc>
              <a:spcAft>
                <a:spcPts val="600"/>
              </a:spcAft>
            </a:pPr>
            <a:r>
              <a:rPr lang="en-US" sz="2000" spc="86" dirty="0"/>
              <a:t>This detailed, contextual account helps readers understand not just what happened, but how it felt, why it mattered, and the environment in which it took place.</a:t>
            </a:r>
          </a:p>
          <a:p>
            <a:pPr indent="-228600">
              <a:lnSpc>
                <a:spcPct val="90000"/>
              </a:lnSpc>
              <a:spcAft>
                <a:spcPts val="600"/>
              </a:spcAft>
              <a:buFont typeface="Arial" panose="020B0604020202020204" pitchFamily="34" charset="0"/>
              <a:buChar char="•"/>
            </a:pPr>
            <a:endParaRPr lang="en-US" sz="2000" spc="86" dirty="0">
              <a:ea typeface="Calibri"/>
              <a:cs typeface="Calibri"/>
            </a:endParaRPr>
          </a:p>
        </p:txBody>
      </p:sp>
    </p:spTree>
    <p:extLst>
      <p:ext uri="{BB962C8B-B14F-4D97-AF65-F5344CB8AC3E}">
        <p14:creationId xmlns:p14="http://schemas.microsoft.com/office/powerpoint/2010/main" val="3499401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86DDF-D3E8-C03C-F534-737D3246DDB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09270B9-A386-B772-2A66-2FEFD8832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AD8A61C7-2C60-6A59-EA3F-B02C3C0E1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62BBD38-8A2A-5821-0631-62134AAED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7B0DAF26-B58B-F463-B886-CF9AFFDF0DCD}"/>
              </a:ext>
            </a:extLst>
          </p:cNvPr>
          <p:cNvSpPr txBox="1"/>
          <p:nvPr/>
        </p:nvSpPr>
        <p:spPr>
          <a:xfrm>
            <a:off x="1028192" y="1120634"/>
            <a:ext cx="6459852" cy="17263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200" kern="1200" dirty="0">
                <a:solidFill>
                  <a:schemeClr val="tx1"/>
                </a:solidFill>
                <a:latin typeface="+mj-lt"/>
                <a:ea typeface="+mj-ea"/>
                <a:cs typeface="+mj-cs"/>
              </a:rPr>
              <a:t>D. Sampling and Bias</a:t>
            </a:r>
          </a:p>
        </p:txBody>
      </p:sp>
      <p:sp>
        <p:nvSpPr>
          <p:cNvPr id="7" name="TextBox 7">
            <a:extLst>
              <a:ext uri="{FF2B5EF4-FFF2-40B4-BE49-F238E27FC236}">
                <a16:creationId xmlns:a16="http://schemas.microsoft.com/office/drawing/2014/main" id="{79CA7D66-E68B-ABF1-98C5-7A8C67FE2273}"/>
              </a:ext>
            </a:extLst>
          </p:cNvPr>
          <p:cNvSpPr txBox="1"/>
          <p:nvPr/>
        </p:nvSpPr>
        <p:spPr>
          <a:xfrm>
            <a:off x="1028192" y="2667000"/>
            <a:ext cx="6896608" cy="3487521"/>
          </a:xfrm>
          <a:prstGeom prst="rect">
            <a:avLst/>
          </a:prstGeom>
        </p:spPr>
        <p:txBody>
          <a:bodyPr vert="horz" lIns="91440" tIns="45720" rIns="91440" bIns="45720" rtlCol="0" anchor="t">
            <a:noAutofit/>
          </a:bodyPr>
          <a:lstStyle/>
          <a:p>
            <a:pPr>
              <a:lnSpc>
                <a:spcPct val="90000"/>
              </a:lnSpc>
              <a:spcAft>
                <a:spcPts val="600"/>
              </a:spcAft>
            </a:pPr>
            <a:r>
              <a:rPr lang="en-US" sz="2000" spc="86" dirty="0"/>
              <a:t>Because the study is qualitative, the researcher </a:t>
            </a:r>
            <a:r>
              <a:rPr lang="en-US" sz="2000" spc="86" dirty="0" err="1"/>
              <a:t>recognises</a:t>
            </a:r>
            <a:r>
              <a:rPr lang="en-US" sz="2000" spc="86" dirty="0"/>
              <a:t> their own role in interpreting these narratives and does not claim objectivity, but instead presents the findings as context-rich insights grounded in participants’ lived realities.</a:t>
            </a:r>
          </a:p>
          <a:p>
            <a:pPr>
              <a:lnSpc>
                <a:spcPct val="90000"/>
              </a:lnSpc>
              <a:spcAft>
                <a:spcPts val="600"/>
              </a:spcAft>
            </a:pPr>
            <a:endParaRPr lang="en-US" sz="2000" spc="86" dirty="0"/>
          </a:p>
          <a:p>
            <a:pPr>
              <a:lnSpc>
                <a:spcPct val="90000"/>
              </a:lnSpc>
              <a:spcAft>
                <a:spcPts val="600"/>
              </a:spcAft>
            </a:pPr>
            <a:r>
              <a:rPr lang="en-US" sz="2000" spc="86" dirty="0"/>
              <a:t>Cohen, Manion, and Morrison (2017) highlight how bias in non-probability sampling can be </a:t>
            </a:r>
            <a:r>
              <a:rPr lang="en-US" sz="2000" spc="86" dirty="0" err="1"/>
              <a:t>minimised</a:t>
            </a:r>
            <a:r>
              <a:rPr lang="en-US" sz="2000" spc="86" dirty="0"/>
              <a:t> through transparency in sampling logic and context-based analysis.</a:t>
            </a:r>
          </a:p>
        </p:txBody>
      </p:sp>
    </p:spTree>
    <p:extLst>
      <p:ext uri="{BB962C8B-B14F-4D97-AF65-F5344CB8AC3E}">
        <p14:creationId xmlns:p14="http://schemas.microsoft.com/office/powerpoint/2010/main" val="1005617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CD25E7-3A88-0877-2087-8ABCF86FA9C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3648A38E-5155-030A-E37F-C5C1F3316966}"/>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E6723201-66B3-30AA-1601-CFA681188F04}"/>
              </a:ext>
            </a:extLst>
          </p:cNvPr>
          <p:cNvSpPr txBox="1"/>
          <p:nvPr/>
        </p:nvSpPr>
        <p:spPr>
          <a:xfrm>
            <a:off x="952941" y="2527074"/>
            <a:ext cx="5567858" cy="4471086"/>
          </a:xfrm>
          <a:prstGeom prst="rect">
            <a:avLst/>
          </a:prstGeom>
        </p:spPr>
        <p:txBody>
          <a:bodyPr vert="horz" lIns="91440" tIns="45720" rIns="91440" bIns="45720" rtlCol="0" anchor="ctr">
            <a:normAutofit/>
          </a:bodyPr>
          <a:lstStyle/>
          <a:p>
            <a:pPr>
              <a:lnSpc>
                <a:spcPct val="90000"/>
              </a:lnSpc>
              <a:spcAft>
                <a:spcPts val="600"/>
              </a:spcAft>
            </a:pPr>
            <a:r>
              <a:rPr lang="en-US" sz="2800" b="1" spc="86" dirty="0"/>
              <a:t>1. Identifying the Population</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The population of interest consists of undergraduate ICT students at My University who are currently enrolled in at least one course that uses mobile learning tools such as Android-based educational apps (e.g., Moodle app, Coursera, or coding practice apps like </a:t>
            </a:r>
            <a:r>
              <a:rPr lang="en-US" sz="1900" spc="86" dirty="0" err="1"/>
              <a:t>SoloLearn</a:t>
            </a:r>
            <a:r>
              <a:rPr lang="en-US" sz="1900" spc="86" dirty="0"/>
              <a:t> or Grasshopper).</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This population is relevant because they are likely to have direct experience with mobile learning in an ICT educational context.</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8B1C5A51-618D-0BAA-88F3-366B6B5F26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1868480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27C030-B8CF-298E-9126-379919015C2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F0191C9-43C9-D26B-C543-0D576AFA0554}"/>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F6A59959-300C-C263-2A74-AE80189EC2D8}"/>
              </a:ext>
            </a:extLst>
          </p:cNvPr>
          <p:cNvSpPr txBox="1"/>
          <p:nvPr/>
        </p:nvSpPr>
        <p:spPr>
          <a:xfrm>
            <a:off x="952941" y="2527074"/>
            <a:ext cx="5567858" cy="4471086"/>
          </a:xfrm>
          <a:prstGeom prst="rect">
            <a:avLst/>
          </a:prstGeom>
        </p:spPr>
        <p:txBody>
          <a:bodyPr vert="horz" lIns="91440" tIns="45720" rIns="91440" bIns="45720" rtlCol="0" anchor="ctr">
            <a:normAutofit fontScale="92500" lnSpcReduction="10000"/>
          </a:bodyPr>
          <a:lstStyle/>
          <a:p>
            <a:pPr>
              <a:lnSpc>
                <a:spcPct val="90000"/>
              </a:lnSpc>
              <a:spcAft>
                <a:spcPts val="600"/>
              </a:spcAft>
            </a:pPr>
            <a:r>
              <a:rPr lang="en-US" sz="2800" b="1" spc="86" dirty="0"/>
              <a:t>2. Chosen Sampling Method</a:t>
            </a:r>
          </a:p>
          <a:p>
            <a:pPr>
              <a:lnSpc>
                <a:spcPct val="90000"/>
              </a:lnSpc>
              <a:spcAft>
                <a:spcPts val="600"/>
              </a:spcAft>
            </a:pPr>
            <a:endParaRPr lang="en-US" sz="1900" spc="86" dirty="0"/>
          </a:p>
          <a:p>
            <a:pPr indent="-228600">
              <a:lnSpc>
                <a:spcPct val="90000"/>
              </a:lnSpc>
              <a:spcAft>
                <a:spcPts val="600"/>
              </a:spcAft>
              <a:buFont typeface="Arial" panose="020B0604020202020204" pitchFamily="34" charset="0"/>
              <a:buChar char="•"/>
            </a:pPr>
            <a:r>
              <a:rPr lang="en-US" sz="1900" spc="86" dirty="0"/>
              <a:t>The study will employ a non-probability, purposive sampling method to identify students who meet the inclusion criteria: ICT undergraduates actively using mobile apps for learning purposes. This allows the study to focus on participants who can provide rich, relevant insights into mobile learning usage.</a:t>
            </a:r>
          </a:p>
          <a:p>
            <a:pPr indent="-228600">
              <a:lnSpc>
                <a:spcPct val="90000"/>
              </a:lnSpc>
              <a:spcAft>
                <a:spcPts val="600"/>
              </a:spcAft>
              <a:buFont typeface="Arial" panose="020B0604020202020204" pitchFamily="34" charset="0"/>
              <a:buChar char="•"/>
            </a:pPr>
            <a:endParaRPr lang="en-US" sz="1900" spc="86" dirty="0"/>
          </a:p>
          <a:p>
            <a:pPr indent="-228600">
              <a:lnSpc>
                <a:spcPct val="90000"/>
              </a:lnSpc>
              <a:spcAft>
                <a:spcPts val="600"/>
              </a:spcAft>
              <a:buFont typeface="Arial" panose="020B0604020202020204" pitchFamily="34" charset="0"/>
              <a:buChar char="•"/>
            </a:pPr>
            <a:r>
              <a:rPr lang="en-US" sz="1900" spc="86" dirty="0"/>
              <a:t>Additionally, snowball sampling will be employed to identify further participants. After the initial students are interviewed or surveyed, they will be asked to recommend other peers who regularly use similar mobile learning apps. This is especially useful given that mobile learning use is not centrally tracked by the university.</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EB717344-82C0-FC73-D806-C1AF6FA0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B7C79E42-680E-C6A1-607C-FB4DCE498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948EBB39-F571-FAAB-C1B0-DB547B82C8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1233911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1134FD-1CD9-C7A2-C3FB-DBEA0DBAFC7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10F69E0-A667-A1A4-92CF-CE050B573C9D}"/>
              </a:ext>
            </a:extLst>
          </p:cNvPr>
          <p:cNvSpPr txBox="1"/>
          <p:nvPr/>
        </p:nvSpPr>
        <p:spPr>
          <a:xfrm>
            <a:off x="896744" y="152400"/>
            <a:ext cx="6771985" cy="22610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dirty="0">
                <a:latin typeface="+mj-lt"/>
                <a:ea typeface="+mj-ea"/>
                <a:cs typeface="+mj-cs"/>
              </a:rPr>
              <a:t>E. Sampling Exercise (Qualitative)</a:t>
            </a:r>
          </a:p>
          <a:p>
            <a:pPr>
              <a:lnSpc>
                <a:spcPct val="90000"/>
              </a:lnSpc>
              <a:spcBef>
                <a:spcPct val="0"/>
              </a:spcBef>
              <a:spcAft>
                <a:spcPts val="600"/>
              </a:spcAft>
            </a:pPr>
            <a:endParaRPr lang="en-GB" sz="2400" b="1" dirty="0"/>
          </a:p>
          <a:p>
            <a:pPr>
              <a:lnSpc>
                <a:spcPct val="90000"/>
              </a:lnSpc>
              <a:spcBef>
                <a:spcPct val="0"/>
              </a:spcBef>
              <a:spcAft>
                <a:spcPts val="600"/>
              </a:spcAft>
            </a:pPr>
            <a:r>
              <a:rPr lang="en-GB" sz="2400" b="1" dirty="0"/>
              <a:t>Title of Study</a:t>
            </a:r>
            <a:r>
              <a:rPr lang="en-GB" sz="2400" dirty="0"/>
              <a:t>: </a:t>
            </a:r>
            <a:r>
              <a:rPr lang="en-GB" sz="2400" i="1" dirty="0"/>
              <a:t>Exploring the Adoption of Mobile Learning Apps Among Undergraduate ICT Students</a:t>
            </a:r>
            <a:endParaRPr lang="en-GB" sz="2400" dirty="0"/>
          </a:p>
        </p:txBody>
      </p:sp>
      <p:sp>
        <p:nvSpPr>
          <p:cNvPr id="7" name="TextBox 7">
            <a:extLst>
              <a:ext uri="{FF2B5EF4-FFF2-40B4-BE49-F238E27FC236}">
                <a16:creationId xmlns:a16="http://schemas.microsoft.com/office/drawing/2014/main" id="{7AC78B35-7F4B-FE97-C22F-36C825A8FEF7}"/>
              </a:ext>
            </a:extLst>
          </p:cNvPr>
          <p:cNvSpPr txBox="1"/>
          <p:nvPr/>
        </p:nvSpPr>
        <p:spPr>
          <a:xfrm>
            <a:off x="952941" y="2527074"/>
            <a:ext cx="5567858" cy="4471086"/>
          </a:xfrm>
          <a:prstGeom prst="rect">
            <a:avLst/>
          </a:prstGeom>
        </p:spPr>
        <p:txBody>
          <a:bodyPr vert="horz" lIns="91440" tIns="45720" rIns="91440" bIns="45720" rtlCol="0" anchor="ctr">
            <a:normAutofit fontScale="92500" lnSpcReduction="10000"/>
          </a:bodyPr>
          <a:lstStyle/>
          <a:p>
            <a:pPr>
              <a:lnSpc>
                <a:spcPct val="90000"/>
              </a:lnSpc>
              <a:spcAft>
                <a:spcPts val="600"/>
              </a:spcAft>
            </a:pPr>
            <a:r>
              <a:rPr lang="en-US" sz="2800" b="1" spc="86" dirty="0"/>
              <a:t>3. Justification of Method and Sample Size</a:t>
            </a:r>
            <a:endParaRPr lang="en-US" sz="1900" spc="86" dirty="0"/>
          </a:p>
          <a:p>
            <a:pPr indent="-228600">
              <a:lnSpc>
                <a:spcPct val="90000"/>
              </a:lnSpc>
              <a:spcAft>
                <a:spcPts val="600"/>
              </a:spcAft>
              <a:buFont typeface="Arial" panose="020B0604020202020204" pitchFamily="34" charset="0"/>
              <a:buChar char="•"/>
            </a:pPr>
            <a:r>
              <a:rPr lang="en-US" sz="1900" spc="86" dirty="0"/>
              <a:t>Purposive sampling ensures that the study reaches a group directly aligned with the research objective. Snowball sampling helps expand the sample in a targeted yet flexible manner, especially since there is no central database of students using mobile learning tools (Kumar, 2011; Cohen, Manion &amp; Morrison, 2017).</a:t>
            </a:r>
          </a:p>
          <a:p>
            <a:pPr indent="-228600">
              <a:lnSpc>
                <a:spcPct val="90000"/>
              </a:lnSpc>
              <a:spcAft>
                <a:spcPts val="600"/>
              </a:spcAft>
              <a:buFont typeface="Arial" panose="020B0604020202020204" pitchFamily="34" charset="0"/>
              <a:buChar char="•"/>
            </a:pPr>
            <a:r>
              <a:rPr lang="en-US" sz="1900" spc="86" dirty="0"/>
              <a:t>The study intends to engage 15 to 20 participants, which is appropriate for an exploratory qualitative study, as qualitative sampling focuses on data saturation rather than statistical representation (Creswell, 2009). This range enables meaningful analysis while remaining manageable within the study's time and resource constraints.</a:t>
            </a:r>
          </a:p>
          <a:p>
            <a:pPr indent="-228600">
              <a:lnSpc>
                <a:spcPct val="90000"/>
              </a:lnSpc>
              <a:spcAft>
                <a:spcPts val="600"/>
              </a:spcAft>
              <a:buFont typeface="Arial" panose="020B0604020202020204" pitchFamily="34" charset="0"/>
              <a:buChar char="•"/>
            </a:pPr>
            <a:endParaRPr lang="en-US" sz="1900" spc="86" dirty="0"/>
          </a:p>
        </p:txBody>
      </p:sp>
      <p:sp>
        <p:nvSpPr>
          <p:cNvPr id="32" name="Rectangle 31">
            <a:extLst>
              <a:ext uri="{FF2B5EF4-FFF2-40B4-BE49-F238E27FC236}">
                <a16:creationId xmlns:a16="http://schemas.microsoft.com/office/drawing/2014/main" id="{0ACC7063-ED45-831A-FDD8-A6CC9CBDD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E85C87C0-036F-055D-1C17-47CBA7703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A4A54697-D6C9-26F0-4C51-9B74F66684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3554330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8BFFC-1B99-553B-C5CC-9FF734FD412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407D168-B7F3-5F79-5C47-869B5759E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DD4F1439-4A52-BA10-6EC8-02D7E1653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DF94FDC-A72B-A5FC-E3FA-0A9F6F92B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E8E429A9-F2AE-9FDE-414C-CBE6ECD92354}"/>
              </a:ext>
            </a:extLst>
          </p:cNvPr>
          <p:cNvSpPr txBox="1"/>
          <p:nvPr/>
        </p:nvSpPr>
        <p:spPr>
          <a:xfrm>
            <a:off x="1028192" y="1120634"/>
            <a:ext cx="7697216" cy="1726388"/>
          </a:xfrm>
          <a:prstGeom prst="rect">
            <a:avLst/>
          </a:prstGeom>
        </p:spPr>
        <p:txBody>
          <a:bodyPr vert="horz" lIns="91440" tIns="45720" rIns="91440" bIns="45720" rtlCol="0" anchor="ctr">
            <a:normAutofit fontScale="55000" lnSpcReduction="20000"/>
          </a:bodyPr>
          <a:lstStyle/>
          <a:p>
            <a:pPr>
              <a:lnSpc>
                <a:spcPct val="90000"/>
              </a:lnSpc>
              <a:spcBef>
                <a:spcPct val="0"/>
              </a:spcBef>
              <a:spcAft>
                <a:spcPts val="600"/>
              </a:spcAft>
            </a:pPr>
            <a:r>
              <a:rPr lang="en-US" sz="6000" dirty="0"/>
              <a:t>E. Sampling Exercise (Quantitative)</a:t>
            </a:r>
          </a:p>
          <a:p>
            <a:pPr>
              <a:lnSpc>
                <a:spcPct val="90000"/>
              </a:lnSpc>
              <a:spcBef>
                <a:spcPct val="0"/>
              </a:spcBef>
              <a:spcAft>
                <a:spcPts val="600"/>
              </a:spcAft>
            </a:pPr>
            <a:endParaRPr lang="en-GB" sz="4400" b="1" dirty="0"/>
          </a:p>
          <a:p>
            <a:pPr>
              <a:lnSpc>
                <a:spcPct val="90000"/>
              </a:lnSpc>
              <a:spcBef>
                <a:spcPct val="0"/>
              </a:spcBef>
              <a:spcAft>
                <a:spcPts val="600"/>
              </a:spcAft>
            </a:pPr>
            <a:r>
              <a:rPr lang="en-GB" sz="4400" b="1" dirty="0"/>
              <a:t>Title of Study</a:t>
            </a:r>
            <a:r>
              <a:rPr lang="en-GB" sz="4400" dirty="0"/>
              <a:t>: </a:t>
            </a:r>
            <a:r>
              <a:rPr lang="en-US" sz="4400" i="1" dirty="0"/>
              <a:t>Assessing the Frequency of AI-Based Tool Usage Among ICT Students During Online Assessments</a:t>
            </a:r>
            <a:endParaRPr lang="en-GB" sz="4400" dirty="0"/>
          </a:p>
        </p:txBody>
      </p:sp>
      <p:sp>
        <p:nvSpPr>
          <p:cNvPr id="7" name="TextBox 7">
            <a:extLst>
              <a:ext uri="{FF2B5EF4-FFF2-40B4-BE49-F238E27FC236}">
                <a16:creationId xmlns:a16="http://schemas.microsoft.com/office/drawing/2014/main" id="{7B40FC34-AAA4-F7C7-3C2E-FC079CC99463}"/>
              </a:ext>
            </a:extLst>
          </p:cNvPr>
          <p:cNvSpPr txBox="1"/>
          <p:nvPr/>
        </p:nvSpPr>
        <p:spPr>
          <a:xfrm>
            <a:off x="1028192" y="2840497"/>
            <a:ext cx="6459852" cy="2987088"/>
          </a:xfrm>
          <a:prstGeom prst="rect">
            <a:avLst/>
          </a:prstGeom>
        </p:spPr>
        <p:txBody>
          <a:bodyPr vert="horz" lIns="91440" tIns="45720" rIns="91440" bIns="45720" rtlCol="0" anchor="t">
            <a:noAutofit/>
          </a:bodyPr>
          <a:lstStyle/>
          <a:p>
            <a:r>
              <a:rPr lang="en-GB" sz="2000" b="1" dirty="0"/>
              <a:t>1. Identifying the Population</a:t>
            </a:r>
            <a:endParaRPr lang="en-GB" sz="2000" dirty="0"/>
          </a:p>
          <a:p>
            <a:pPr indent="-228600">
              <a:lnSpc>
                <a:spcPct val="90000"/>
              </a:lnSpc>
              <a:spcAft>
                <a:spcPts val="600"/>
              </a:spcAft>
              <a:buFont typeface="Arial" panose="020B0604020202020204" pitchFamily="34" charset="0"/>
              <a:buChar char="•"/>
            </a:pPr>
            <a:endParaRPr lang="en-US" sz="2000" spc="86" dirty="0"/>
          </a:p>
          <a:p>
            <a:pPr indent="-228600">
              <a:lnSpc>
                <a:spcPct val="90000"/>
              </a:lnSpc>
              <a:spcAft>
                <a:spcPts val="600"/>
              </a:spcAft>
              <a:buFont typeface="Arial" panose="020B0604020202020204" pitchFamily="34" charset="0"/>
              <a:buChar char="•"/>
            </a:pPr>
            <a:r>
              <a:rPr lang="en-US" sz="2000" spc="86" dirty="0"/>
              <a:t>The target population for the quantitative study includes all ICT undergraduate students enrolled at My University during the 2025 academic year. </a:t>
            </a:r>
          </a:p>
          <a:p>
            <a:pPr indent="-228600">
              <a:lnSpc>
                <a:spcPct val="90000"/>
              </a:lnSpc>
              <a:spcAft>
                <a:spcPts val="600"/>
              </a:spcAft>
              <a:buFont typeface="Arial" panose="020B0604020202020204" pitchFamily="34" charset="0"/>
              <a:buChar char="•"/>
            </a:pPr>
            <a:r>
              <a:rPr lang="en-US" sz="2000" spc="86" dirty="0"/>
              <a:t>These students are likely to have access to or be exposed to AI tools (such as Grammarly, ChatGPT, or Turnitin) while completing online assessments.</a:t>
            </a:r>
            <a:endParaRPr lang="en-US" sz="2000" spc="86" dirty="0">
              <a:ea typeface="Calibri"/>
              <a:cs typeface="Calibri"/>
            </a:endParaRPr>
          </a:p>
        </p:txBody>
      </p:sp>
    </p:spTree>
    <p:extLst>
      <p:ext uri="{BB962C8B-B14F-4D97-AF65-F5344CB8AC3E}">
        <p14:creationId xmlns:p14="http://schemas.microsoft.com/office/powerpoint/2010/main" val="1330026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C57474-C813-852D-72FC-4497C75A681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3156094-2D94-0C09-C052-9F9205810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FA1E6D07-075A-AD45-EE2E-048B7020F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A9CE5369-E848-DD8A-8497-C980A71045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20A0B242-815A-F63D-9FAB-CDAA6A52D794}"/>
              </a:ext>
            </a:extLst>
          </p:cNvPr>
          <p:cNvSpPr txBox="1"/>
          <p:nvPr/>
        </p:nvSpPr>
        <p:spPr>
          <a:xfrm>
            <a:off x="1028192" y="1120634"/>
            <a:ext cx="7697216" cy="1726388"/>
          </a:xfrm>
          <a:prstGeom prst="rect">
            <a:avLst/>
          </a:prstGeom>
        </p:spPr>
        <p:txBody>
          <a:bodyPr vert="horz" lIns="91440" tIns="45720" rIns="91440" bIns="45720" rtlCol="0" anchor="ctr">
            <a:normAutofit fontScale="55000" lnSpcReduction="20000"/>
          </a:bodyPr>
          <a:lstStyle/>
          <a:p>
            <a:pPr>
              <a:lnSpc>
                <a:spcPct val="90000"/>
              </a:lnSpc>
              <a:spcBef>
                <a:spcPct val="0"/>
              </a:spcBef>
              <a:spcAft>
                <a:spcPts val="600"/>
              </a:spcAft>
            </a:pPr>
            <a:r>
              <a:rPr lang="en-US" sz="6000" dirty="0"/>
              <a:t>E. Sampling Exercise (Quantitative)</a:t>
            </a:r>
          </a:p>
          <a:p>
            <a:pPr>
              <a:lnSpc>
                <a:spcPct val="90000"/>
              </a:lnSpc>
              <a:spcBef>
                <a:spcPct val="0"/>
              </a:spcBef>
              <a:spcAft>
                <a:spcPts val="600"/>
              </a:spcAft>
            </a:pPr>
            <a:endParaRPr lang="en-GB" sz="4400" b="1" dirty="0"/>
          </a:p>
          <a:p>
            <a:pPr>
              <a:lnSpc>
                <a:spcPct val="90000"/>
              </a:lnSpc>
              <a:spcBef>
                <a:spcPct val="0"/>
              </a:spcBef>
              <a:spcAft>
                <a:spcPts val="600"/>
              </a:spcAft>
            </a:pPr>
            <a:r>
              <a:rPr lang="en-GB" sz="4400" b="1" dirty="0"/>
              <a:t>Title of Study</a:t>
            </a:r>
            <a:r>
              <a:rPr lang="en-GB" sz="4400" dirty="0"/>
              <a:t>: </a:t>
            </a:r>
            <a:r>
              <a:rPr lang="en-US" sz="4400" i="1" dirty="0"/>
              <a:t>Assessing the Frequency of AI-Based Tool Usage Among ICT Students During Online Assessments</a:t>
            </a:r>
            <a:endParaRPr lang="en-GB" sz="4400" dirty="0"/>
          </a:p>
        </p:txBody>
      </p:sp>
      <p:sp>
        <p:nvSpPr>
          <p:cNvPr id="7" name="TextBox 7">
            <a:extLst>
              <a:ext uri="{FF2B5EF4-FFF2-40B4-BE49-F238E27FC236}">
                <a16:creationId xmlns:a16="http://schemas.microsoft.com/office/drawing/2014/main" id="{081B12DE-A9E4-FAED-587E-D1D0CDF09322}"/>
              </a:ext>
            </a:extLst>
          </p:cNvPr>
          <p:cNvSpPr txBox="1"/>
          <p:nvPr/>
        </p:nvSpPr>
        <p:spPr>
          <a:xfrm>
            <a:off x="1028192" y="2840497"/>
            <a:ext cx="6459852" cy="2987088"/>
          </a:xfrm>
          <a:prstGeom prst="rect">
            <a:avLst/>
          </a:prstGeom>
        </p:spPr>
        <p:txBody>
          <a:bodyPr vert="horz" lIns="91440" tIns="45720" rIns="91440" bIns="45720" rtlCol="0" anchor="t">
            <a:noAutofit/>
          </a:bodyPr>
          <a:lstStyle/>
          <a:p>
            <a:r>
              <a:rPr lang="en-GB" sz="2000" b="1" dirty="0"/>
              <a:t>2. Chosen Sampling Method</a:t>
            </a:r>
          </a:p>
          <a:p>
            <a:endParaRPr lang="en-US" sz="2000" spc="86" dirty="0"/>
          </a:p>
          <a:p>
            <a:pPr indent="-228600">
              <a:lnSpc>
                <a:spcPct val="90000"/>
              </a:lnSpc>
              <a:spcAft>
                <a:spcPts val="600"/>
              </a:spcAft>
              <a:buFont typeface="Arial" panose="020B0604020202020204" pitchFamily="34" charset="0"/>
              <a:buChar char="•"/>
            </a:pPr>
            <a:r>
              <a:rPr lang="en-US" sz="2000" spc="86" dirty="0"/>
              <a:t>The study will use a simple random sampling method from a list of all registered ICT students provided by the university's academic office. </a:t>
            </a:r>
          </a:p>
          <a:p>
            <a:pPr indent="-228600">
              <a:lnSpc>
                <a:spcPct val="90000"/>
              </a:lnSpc>
              <a:spcAft>
                <a:spcPts val="600"/>
              </a:spcAft>
              <a:buFont typeface="Arial" panose="020B0604020202020204" pitchFamily="34" charset="0"/>
              <a:buChar char="•"/>
            </a:pPr>
            <a:r>
              <a:rPr lang="en-US" sz="2000" spc="86" dirty="0"/>
              <a:t>This probability sampling approach ensures that every student has an equal chance of being selected, which supports the goal of </a:t>
            </a:r>
            <a:r>
              <a:rPr lang="en-US" sz="2000" spc="86" dirty="0" err="1"/>
              <a:t>generalising</a:t>
            </a:r>
            <a:r>
              <a:rPr lang="en-US" sz="2000" spc="86" dirty="0"/>
              <a:t> the findings to the entire ICT student population.</a:t>
            </a:r>
            <a:endParaRPr lang="en-US" sz="2000" spc="86" dirty="0">
              <a:ea typeface="Calibri"/>
              <a:cs typeface="Calibri"/>
            </a:endParaRPr>
          </a:p>
        </p:txBody>
      </p:sp>
    </p:spTree>
    <p:extLst>
      <p:ext uri="{BB962C8B-B14F-4D97-AF65-F5344CB8AC3E}">
        <p14:creationId xmlns:p14="http://schemas.microsoft.com/office/powerpoint/2010/main" val="3943225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1ACB19-E583-F001-94D3-CD19D2E924E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00D49A-3855-22E9-7E0A-27D9D0AF3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279DC253-2FD9-1747-3837-8A28B40A3C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D0C82DE-0C95-0C75-39B3-1C6F91779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C39F5171-C1D9-7453-D3B5-1E4587DCD875}"/>
              </a:ext>
            </a:extLst>
          </p:cNvPr>
          <p:cNvSpPr txBox="1"/>
          <p:nvPr/>
        </p:nvSpPr>
        <p:spPr>
          <a:xfrm>
            <a:off x="1028192" y="1120634"/>
            <a:ext cx="7697216" cy="1726388"/>
          </a:xfrm>
          <a:prstGeom prst="rect">
            <a:avLst/>
          </a:prstGeom>
        </p:spPr>
        <p:txBody>
          <a:bodyPr vert="horz" lIns="91440" tIns="45720" rIns="91440" bIns="45720" rtlCol="0" anchor="ctr">
            <a:normAutofit fontScale="55000" lnSpcReduction="20000"/>
          </a:bodyPr>
          <a:lstStyle/>
          <a:p>
            <a:pPr>
              <a:lnSpc>
                <a:spcPct val="90000"/>
              </a:lnSpc>
              <a:spcBef>
                <a:spcPct val="0"/>
              </a:spcBef>
              <a:spcAft>
                <a:spcPts val="600"/>
              </a:spcAft>
            </a:pPr>
            <a:r>
              <a:rPr lang="en-US" sz="6000" dirty="0"/>
              <a:t>E. Sampling Exercise (Quantitative)</a:t>
            </a:r>
          </a:p>
          <a:p>
            <a:pPr>
              <a:lnSpc>
                <a:spcPct val="90000"/>
              </a:lnSpc>
              <a:spcBef>
                <a:spcPct val="0"/>
              </a:spcBef>
              <a:spcAft>
                <a:spcPts val="600"/>
              </a:spcAft>
            </a:pPr>
            <a:endParaRPr lang="en-GB" sz="4400" b="1" dirty="0"/>
          </a:p>
          <a:p>
            <a:pPr>
              <a:lnSpc>
                <a:spcPct val="90000"/>
              </a:lnSpc>
              <a:spcBef>
                <a:spcPct val="0"/>
              </a:spcBef>
              <a:spcAft>
                <a:spcPts val="600"/>
              </a:spcAft>
            </a:pPr>
            <a:r>
              <a:rPr lang="en-GB" sz="4400" b="1" dirty="0"/>
              <a:t>Title of Study</a:t>
            </a:r>
            <a:r>
              <a:rPr lang="en-GB" sz="4400" dirty="0"/>
              <a:t>: </a:t>
            </a:r>
            <a:r>
              <a:rPr lang="en-US" sz="4400" i="1" dirty="0"/>
              <a:t>Assessing the Frequency of AI-Based Tool Usage Among ICT Students During Online Assessments</a:t>
            </a:r>
            <a:endParaRPr lang="en-GB" sz="4400" dirty="0"/>
          </a:p>
        </p:txBody>
      </p:sp>
      <p:sp>
        <p:nvSpPr>
          <p:cNvPr id="7" name="TextBox 7">
            <a:extLst>
              <a:ext uri="{FF2B5EF4-FFF2-40B4-BE49-F238E27FC236}">
                <a16:creationId xmlns:a16="http://schemas.microsoft.com/office/drawing/2014/main" id="{49E10AEB-B8A2-64A7-B160-24BC1A589D92}"/>
              </a:ext>
            </a:extLst>
          </p:cNvPr>
          <p:cNvSpPr txBox="1"/>
          <p:nvPr/>
        </p:nvSpPr>
        <p:spPr>
          <a:xfrm>
            <a:off x="685800" y="2840497"/>
            <a:ext cx="8229600" cy="2987088"/>
          </a:xfrm>
          <a:prstGeom prst="rect">
            <a:avLst/>
          </a:prstGeom>
        </p:spPr>
        <p:txBody>
          <a:bodyPr vert="horz" lIns="91440" tIns="45720" rIns="91440" bIns="45720" rtlCol="0" anchor="t">
            <a:noAutofit/>
          </a:bodyPr>
          <a:lstStyle/>
          <a:p>
            <a:r>
              <a:rPr lang="en-US" sz="2000" b="1" dirty="0"/>
              <a:t>3. Justification of Method and Sample Size</a:t>
            </a:r>
          </a:p>
          <a:p>
            <a:endParaRPr lang="en-US" sz="2000" spc="86" dirty="0"/>
          </a:p>
          <a:p>
            <a:pPr indent="-228600">
              <a:lnSpc>
                <a:spcPct val="90000"/>
              </a:lnSpc>
              <a:spcAft>
                <a:spcPts val="600"/>
              </a:spcAft>
              <a:buFont typeface="Arial" panose="020B0604020202020204" pitchFamily="34" charset="0"/>
              <a:buChar char="•"/>
            </a:pPr>
            <a:r>
              <a:rPr lang="en-US" sz="2000" spc="86" dirty="0"/>
              <a:t>A simple random sample aligns with the positivist and quantitative research approach, which </a:t>
            </a:r>
            <a:r>
              <a:rPr lang="en-US" sz="2000" spc="86" dirty="0" err="1"/>
              <a:t>prioritises</a:t>
            </a:r>
            <a:r>
              <a:rPr lang="en-US" sz="2000" spc="86" dirty="0"/>
              <a:t> objectivity, </a:t>
            </a:r>
            <a:r>
              <a:rPr lang="en-US" sz="2000" spc="86" dirty="0" err="1"/>
              <a:t>generalisability</a:t>
            </a:r>
            <a:r>
              <a:rPr lang="en-US" sz="2000" spc="86" dirty="0"/>
              <a:t>, and statistical </a:t>
            </a:r>
            <a:r>
              <a:rPr lang="en-US" sz="2000" spc="86" dirty="0" err="1"/>
              <a:t>rigour</a:t>
            </a:r>
            <a:r>
              <a:rPr lang="en-US" sz="2000" spc="86" dirty="0"/>
              <a:t> (Creswell, 2009; Kumar, 2011).</a:t>
            </a:r>
          </a:p>
          <a:p>
            <a:pPr indent="-228600">
              <a:lnSpc>
                <a:spcPct val="90000"/>
              </a:lnSpc>
              <a:spcAft>
                <a:spcPts val="600"/>
              </a:spcAft>
              <a:buFont typeface="Arial" panose="020B0604020202020204" pitchFamily="34" charset="0"/>
              <a:buChar char="•"/>
            </a:pPr>
            <a:r>
              <a:rPr lang="en-US" sz="2000" spc="86" dirty="0"/>
              <a:t>To determine the sample size, a sample size calculator was used for a student population of approximately 400, aiming for a 95% confidence level and a 5% margin of error. The result recommends a sample size of 197 students. This allows me to perform descriptive statistics (such as frequency distributions) and inferential analysis (e.g., chi-square tests or t-tests) with sufficient power to detect significant patterns (Cohen, Manion &amp; Morrison, 2017).</a:t>
            </a:r>
          </a:p>
        </p:txBody>
      </p:sp>
    </p:spTree>
    <p:extLst>
      <p:ext uri="{BB962C8B-B14F-4D97-AF65-F5344CB8AC3E}">
        <p14:creationId xmlns:p14="http://schemas.microsoft.com/office/powerpoint/2010/main" val="386242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2AACDF-FF0C-1C8D-757A-4E7C568D5A6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95F1CFB-FC85-F991-A9ED-BE9AF05F5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643F115E-70BB-B962-CFCA-A8966B59B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55DC860-3342-4200-425B-4B6759C41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3EC40C45-76C9-9E89-8173-E90BC6B57568}"/>
              </a:ext>
            </a:extLst>
          </p:cNvPr>
          <p:cNvSpPr txBox="1"/>
          <p:nvPr/>
        </p:nvSpPr>
        <p:spPr>
          <a:xfrm>
            <a:off x="1028192" y="1120634"/>
            <a:ext cx="7697216" cy="1726388"/>
          </a:xfrm>
          <a:prstGeom prst="rect">
            <a:avLst/>
          </a:prstGeom>
        </p:spPr>
        <p:txBody>
          <a:bodyPr vert="horz" lIns="91440" tIns="45720" rIns="91440" bIns="45720" rtlCol="0" anchor="ctr">
            <a:normAutofit fontScale="55000" lnSpcReduction="20000"/>
          </a:bodyPr>
          <a:lstStyle/>
          <a:p>
            <a:pPr>
              <a:lnSpc>
                <a:spcPct val="90000"/>
              </a:lnSpc>
              <a:spcBef>
                <a:spcPct val="0"/>
              </a:spcBef>
              <a:spcAft>
                <a:spcPts val="600"/>
              </a:spcAft>
            </a:pPr>
            <a:r>
              <a:rPr lang="en-US" sz="6000" dirty="0"/>
              <a:t>E. Sampling Exercise (Quantitative)</a:t>
            </a:r>
          </a:p>
          <a:p>
            <a:pPr>
              <a:lnSpc>
                <a:spcPct val="90000"/>
              </a:lnSpc>
              <a:spcBef>
                <a:spcPct val="0"/>
              </a:spcBef>
              <a:spcAft>
                <a:spcPts val="600"/>
              </a:spcAft>
            </a:pPr>
            <a:endParaRPr lang="en-GB" sz="4400" b="1" dirty="0"/>
          </a:p>
          <a:p>
            <a:pPr>
              <a:lnSpc>
                <a:spcPct val="90000"/>
              </a:lnSpc>
              <a:spcBef>
                <a:spcPct val="0"/>
              </a:spcBef>
              <a:spcAft>
                <a:spcPts val="600"/>
              </a:spcAft>
            </a:pPr>
            <a:r>
              <a:rPr lang="en-GB" sz="4400" b="1" dirty="0"/>
              <a:t>Title of Study</a:t>
            </a:r>
            <a:r>
              <a:rPr lang="en-GB" sz="4400" dirty="0"/>
              <a:t>: </a:t>
            </a:r>
            <a:r>
              <a:rPr lang="en-US" sz="4400" i="1" dirty="0"/>
              <a:t>Assessing the Frequency of AI-Based Tool Usage Among ICT Students During Online Assessments</a:t>
            </a:r>
            <a:endParaRPr lang="en-GB" sz="4400" dirty="0"/>
          </a:p>
        </p:txBody>
      </p:sp>
      <p:sp>
        <p:nvSpPr>
          <p:cNvPr id="7" name="TextBox 7">
            <a:extLst>
              <a:ext uri="{FF2B5EF4-FFF2-40B4-BE49-F238E27FC236}">
                <a16:creationId xmlns:a16="http://schemas.microsoft.com/office/drawing/2014/main" id="{A4CC93C2-C2CF-F623-7D02-5DDD82F83A6B}"/>
              </a:ext>
            </a:extLst>
          </p:cNvPr>
          <p:cNvSpPr txBox="1"/>
          <p:nvPr/>
        </p:nvSpPr>
        <p:spPr>
          <a:xfrm>
            <a:off x="1028192" y="2840497"/>
            <a:ext cx="7277608" cy="2987088"/>
          </a:xfrm>
          <a:prstGeom prst="rect">
            <a:avLst/>
          </a:prstGeom>
        </p:spPr>
        <p:txBody>
          <a:bodyPr vert="horz" lIns="91440" tIns="45720" rIns="91440" bIns="45720" rtlCol="0" anchor="t">
            <a:noAutofit/>
          </a:bodyPr>
          <a:lstStyle/>
          <a:p>
            <a:r>
              <a:rPr lang="en-US" sz="2000" b="1" dirty="0"/>
              <a:t>4. Example Likert-Scale Survey Question</a:t>
            </a:r>
          </a:p>
          <a:p>
            <a:endParaRPr lang="en-US" sz="2000" spc="86" dirty="0"/>
          </a:p>
          <a:p>
            <a:pPr>
              <a:lnSpc>
                <a:spcPct val="90000"/>
              </a:lnSpc>
              <a:spcAft>
                <a:spcPts val="600"/>
              </a:spcAft>
            </a:pPr>
            <a:r>
              <a:rPr lang="en-US" sz="2000" spc="86" dirty="0"/>
              <a:t>"How often do you use AI-based tools (e.g., ChatGPT, Grammarly) when completing online assessments?“</a:t>
            </a:r>
          </a:p>
          <a:p>
            <a:pPr>
              <a:lnSpc>
                <a:spcPct val="90000"/>
              </a:lnSpc>
              <a:spcAft>
                <a:spcPts val="600"/>
              </a:spcAft>
            </a:pPr>
            <a:endParaRPr lang="en-US" sz="2000" spc="86" dirty="0"/>
          </a:p>
          <a:p>
            <a:pPr>
              <a:lnSpc>
                <a:spcPct val="90000"/>
              </a:lnSpc>
              <a:spcAft>
                <a:spcPts val="600"/>
              </a:spcAft>
            </a:pPr>
            <a:r>
              <a:rPr lang="en-US" sz="2000" spc="86" dirty="0"/>
              <a:t>1.	Never </a:t>
            </a:r>
          </a:p>
          <a:p>
            <a:pPr>
              <a:lnSpc>
                <a:spcPct val="90000"/>
              </a:lnSpc>
              <a:spcAft>
                <a:spcPts val="600"/>
              </a:spcAft>
            </a:pPr>
            <a:r>
              <a:rPr lang="en-US" sz="2000" spc="86" dirty="0"/>
              <a:t>2.	Rarely (once or twice a semester) </a:t>
            </a:r>
          </a:p>
          <a:p>
            <a:pPr>
              <a:lnSpc>
                <a:spcPct val="90000"/>
              </a:lnSpc>
              <a:spcAft>
                <a:spcPts val="600"/>
              </a:spcAft>
            </a:pPr>
            <a:r>
              <a:rPr lang="en-US" sz="2000" spc="86" dirty="0"/>
              <a:t>3.	Sometimes (monthly) </a:t>
            </a:r>
          </a:p>
          <a:p>
            <a:pPr>
              <a:lnSpc>
                <a:spcPct val="90000"/>
              </a:lnSpc>
              <a:spcAft>
                <a:spcPts val="600"/>
              </a:spcAft>
            </a:pPr>
            <a:r>
              <a:rPr lang="en-US" sz="2000" spc="86" dirty="0"/>
              <a:t>4.	Often (weekly) </a:t>
            </a:r>
          </a:p>
          <a:p>
            <a:pPr>
              <a:lnSpc>
                <a:spcPct val="90000"/>
              </a:lnSpc>
              <a:spcAft>
                <a:spcPts val="600"/>
              </a:spcAft>
            </a:pPr>
            <a:r>
              <a:rPr lang="en-US" sz="2000" spc="86" dirty="0"/>
              <a:t>5.	Always (every online assessment)</a:t>
            </a:r>
          </a:p>
        </p:txBody>
      </p:sp>
    </p:spTree>
    <p:extLst>
      <p:ext uri="{BB962C8B-B14F-4D97-AF65-F5344CB8AC3E}">
        <p14:creationId xmlns:p14="http://schemas.microsoft.com/office/powerpoint/2010/main" val="2576066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1F71C7-CFDE-D79C-1941-130B958CAD37}"/>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0060170F-4B4C-8E1E-5951-731CFB61076D}"/>
              </a:ext>
            </a:extLst>
          </p:cNvPr>
          <p:cNvSpPr txBox="1"/>
          <p:nvPr/>
        </p:nvSpPr>
        <p:spPr>
          <a:xfrm>
            <a:off x="3610200" y="457200"/>
            <a:ext cx="4603917" cy="177874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a:solidFill>
                  <a:schemeClr val="tx1"/>
                </a:solidFill>
                <a:latin typeface="+mj-lt"/>
                <a:ea typeface="+mj-ea"/>
                <a:cs typeface="+mj-cs"/>
              </a:rPr>
              <a:t>G.	In conclusion</a:t>
            </a:r>
          </a:p>
        </p:txBody>
      </p:sp>
      <p:pic>
        <p:nvPicPr>
          <p:cNvPr id="29" name="Graphic 28" descr="Robot">
            <a:extLst>
              <a:ext uri="{FF2B5EF4-FFF2-40B4-BE49-F238E27FC236}">
                <a16:creationId xmlns:a16="http://schemas.microsoft.com/office/drawing/2014/main" id="{1B788018-96E6-E984-2729-DE445AAD94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876896"/>
            <a:ext cx="3100932" cy="3100932"/>
          </a:xfrm>
          <a:prstGeom prst="rect">
            <a:avLst/>
          </a:prstGeom>
        </p:spPr>
      </p:pic>
      <p:sp>
        <p:nvSpPr>
          <p:cNvPr id="7" name="TextBox 7">
            <a:extLst>
              <a:ext uri="{FF2B5EF4-FFF2-40B4-BE49-F238E27FC236}">
                <a16:creationId xmlns:a16="http://schemas.microsoft.com/office/drawing/2014/main" id="{CCA26851-8E60-F813-AF28-465754F51409}"/>
              </a:ext>
            </a:extLst>
          </p:cNvPr>
          <p:cNvSpPr txBox="1"/>
          <p:nvPr/>
        </p:nvSpPr>
        <p:spPr>
          <a:xfrm>
            <a:off x="2743200" y="2057400"/>
            <a:ext cx="6337919" cy="4572000"/>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spc="86" dirty="0"/>
              <a:t>Sampling is an essential step in the research process, affecting the credibility, </a:t>
            </a:r>
            <a:r>
              <a:rPr lang="en-US" sz="2000" spc="86" dirty="0" err="1"/>
              <a:t>generalisability</a:t>
            </a:r>
            <a:r>
              <a:rPr lang="en-US" sz="2000" spc="86" dirty="0"/>
              <a:t>, and validity of results. </a:t>
            </a:r>
          </a:p>
          <a:p>
            <a:pPr indent="-228600">
              <a:lnSpc>
                <a:spcPct val="90000"/>
              </a:lnSpc>
              <a:spcAft>
                <a:spcPts val="600"/>
              </a:spcAft>
              <a:buFont typeface="Arial" panose="020B0604020202020204" pitchFamily="34" charset="0"/>
              <a:buChar char="•"/>
            </a:pPr>
            <a:r>
              <a:rPr lang="en-US" sz="2000" spc="86" dirty="0"/>
              <a:t>Whether employing probability methods to ensure representativeness in quantitative studies or non-probability approaches to gain depth in qualitative research, researchers must carefully choose and justify their sampling strategies. </a:t>
            </a:r>
          </a:p>
          <a:p>
            <a:pPr indent="-228600">
              <a:lnSpc>
                <a:spcPct val="90000"/>
              </a:lnSpc>
              <a:spcAft>
                <a:spcPts val="600"/>
              </a:spcAft>
              <a:buFont typeface="Arial" panose="020B0604020202020204" pitchFamily="34" charset="0"/>
              <a:buChar char="•"/>
            </a:pPr>
            <a:r>
              <a:rPr lang="en-US" sz="2000" spc="86" dirty="0"/>
              <a:t>Important considerations include the research approach, target population, context, and available resources. </a:t>
            </a:r>
          </a:p>
          <a:p>
            <a:pPr indent="-228600">
              <a:lnSpc>
                <a:spcPct val="90000"/>
              </a:lnSpc>
              <a:spcAft>
                <a:spcPts val="600"/>
              </a:spcAft>
              <a:buFont typeface="Arial" panose="020B0604020202020204" pitchFamily="34" charset="0"/>
              <a:buChar char="•"/>
            </a:pPr>
            <a:r>
              <a:rPr lang="en-US" sz="2000" spc="86" dirty="0"/>
              <a:t>By thoughtfully aligning sampling choices with the study’s goals and methodology, researchers in the ICT field can make certain that their data collection is both purposeful and methodologically robust.</a:t>
            </a:r>
          </a:p>
        </p:txBody>
      </p:sp>
      <p:sp>
        <p:nvSpPr>
          <p:cNvPr id="41" name="Rectangle 4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827518"/>
            <a:ext cx="9753600" cy="487225"/>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0880" y="6827518"/>
            <a:ext cx="6522718" cy="487224"/>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6769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F3FB2E-EF92-3CB4-BC83-E8BC3081043D}"/>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84FF0E8A-82F6-9057-E68B-89AF2C230B18}"/>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I. Lower-Order MCQs </a:t>
            </a:r>
          </a:p>
        </p:txBody>
      </p:sp>
      <p:sp>
        <p:nvSpPr>
          <p:cNvPr id="7" name="TextBox 7">
            <a:extLst>
              <a:ext uri="{FF2B5EF4-FFF2-40B4-BE49-F238E27FC236}">
                <a16:creationId xmlns:a16="http://schemas.microsoft.com/office/drawing/2014/main" id="{72682EC4-003C-0FDC-8B9A-AAA0FCC3E1EC}"/>
              </a:ext>
            </a:extLst>
          </p:cNvPr>
          <p:cNvSpPr txBox="1"/>
          <p:nvPr/>
        </p:nvSpPr>
        <p:spPr>
          <a:xfrm>
            <a:off x="381000" y="2376472"/>
            <a:ext cx="6333386" cy="4040776"/>
          </a:xfrm>
          <a:prstGeom prst="rect">
            <a:avLst/>
          </a:prstGeom>
        </p:spPr>
        <p:txBody>
          <a:bodyPr vert="horz" lIns="91440" tIns="45720" rIns="91440" bIns="45720" rtlCol="0" anchor="ctr">
            <a:normAutofit/>
          </a:bodyPr>
          <a:lstStyle/>
          <a:p>
            <a:pPr marL="457200" indent="-457200">
              <a:lnSpc>
                <a:spcPct val="90000"/>
              </a:lnSpc>
              <a:spcAft>
                <a:spcPts val="600"/>
              </a:spcAft>
              <a:buAutoNum type="arabicPeriod"/>
            </a:pPr>
            <a:r>
              <a:rPr lang="en-US" sz="2000" b="1" spc="86" dirty="0"/>
              <a:t>Which of the following is a type of non-probability sampling?</a:t>
            </a:r>
          </a:p>
          <a:p>
            <a:pPr marL="457200" indent="-457200">
              <a:lnSpc>
                <a:spcPct val="90000"/>
              </a:lnSpc>
              <a:spcAft>
                <a:spcPts val="600"/>
              </a:spcAft>
              <a:buAutoNum type="arabicPeriod"/>
            </a:pPr>
            <a:endParaRPr lang="en-US" sz="2000" spc="86" dirty="0"/>
          </a:p>
          <a:p>
            <a:pPr>
              <a:lnSpc>
                <a:spcPct val="90000"/>
              </a:lnSpc>
              <a:spcAft>
                <a:spcPts val="600"/>
              </a:spcAft>
            </a:pPr>
            <a:r>
              <a:rPr lang="en-US" sz="2000" spc="86" dirty="0"/>
              <a:t>A. Simple random sampling</a:t>
            </a:r>
          </a:p>
          <a:p>
            <a:pPr>
              <a:lnSpc>
                <a:spcPct val="90000"/>
              </a:lnSpc>
              <a:spcAft>
                <a:spcPts val="600"/>
              </a:spcAft>
            </a:pPr>
            <a:r>
              <a:rPr lang="en-US" sz="2000" spc="86" dirty="0"/>
              <a:t>B. Stratified sampling</a:t>
            </a:r>
          </a:p>
          <a:p>
            <a:pPr>
              <a:lnSpc>
                <a:spcPct val="90000"/>
              </a:lnSpc>
              <a:spcAft>
                <a:spcPts val="600"/>
              </a:spcAft>
            </a:pPr>
            <a:r>
              <a:rPr lang="en-US" sz="2000" spc="86" dirty="0"/>
              <a:t>C. Systematic sampling</a:t>
            </a:r>
          </a:p>
          <a:p>
            <a:pPr>
              <a:lnSpc>
                <a:spcPct val="90000"/>
              </a:lnSpc>
              <a:spcAft>
                <a:spcPts val="600"/>
              </a:spcAft>
            </a:pPr>
            <a:r>
              <a:rPr lang="en-US" sz="2000" spc="86" dirty="0"/>
              <a:t>D. </a:t>
            </a:r>
            <a:r>
              <a:rPr lang="en-US" sz="2000" spc="86" dirty="0">
                <a:solidFill>
                  <a:srgbClr val="92D050"/>
                </a:solidFill>
              </a:rPr>
              <a:t>Purposive </a:t>
            </a:r>
            <a:r>
              <a:rPr lang="en-US" sz="2000" b="1" spc="86" dirty="0">
                <a:solidFill>
                  <a:srgbClr val="92D050"/>
                </a:solidFill>
              </a:rPr>
              <a:t>s</a:t>
            </a:r>
            <a:r>
              <a:rPr lang="en-US" sz="2000" spc="86" dirty="0">
                <a:solidFill>
                  <a:srgbClr val="92D050"/>
                </a:solidFill>
              </a:rPr>
              <a:t>ampling</a:t>
            </a:r>
          </a:p>
        </p:txBody>
      </p:sp>
      <p:sp>
        <p:nvSpPr>
          <p:cNvPr id="48" name="Rectangle 47">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BABDE9A2-684B-87CC-6F19-5B18D711C3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3696147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611E3F-344B-2E26-9DBE-BB1A88FA2C5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6E92929-8675-50AB-B72F-EFB03692EDE6}"/>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I. Lower-Order MCQs </a:t>
            </a:r>
          </a:p>
        </p:txBody>
      </p:sp>
      <p:sp>
        <p:nvSpPr>
          <p:cNvPr id="7" name="TextBox 7">
            <a:extLst>
              <a:ext uri="{FF2B5EF4-FFF2-40B4-BE49-F238E27FC236}">
                <a16:creationId xmlns:a16="http://schemas.microsoft.com/office/drawing/2014/main" id="{DBB745DE-C3D9-A387-274C-207504F6786D}"/>
              </a:ext>
            </a:extLst>
          </p:cNvPr>
          <p:cNvSpPr txBox="1"/>
          <p:nvPr/>
        </p:nvSpPr>
        <p:spPr>
          <a:xfrm>
            <a:off x="381000" y="2376472"/>
            <a:ext cx="6333386" cy="4040776"/>
          </a:xfrm>
          <a:prstGeom prst="rect">
            <a:avLst/>
          </a:prstGeom>
        </p:spPr>
        <p:txBody>
          <a:bodyPr vert="horz" lIns="91440" tIns="45720" rIns="91440" bIns="45720" rtlCol="0" anchor="ctr">
            <a:normAutofit/>
          </a:bodyPr>
          <a:lstStyle/>
          <a:p>
            <a:pPr>
              <a:lnSpc>
                <a:spcPct val="90000"/>
              </a:lnSpc>
              <a:spcAft>
                <a:spcPts val="600"/>
              </a:spcAft>
            </a:pPr>
            <a:r>
              <a:rPr lang="en-US" sz="2000" b="1" spc="86" dirty="0"/>
              <a:t>2. What is the main purpose of sampling in research?</a:t>
            </a:r>
          </a:p>
          <a:p>
            <a:pPr>
              <a:lnSpc>
                <a:spcPct val="90000"/>
              </a:lnSpc>
              <a:spcAft>
                <a:spcPts val="600"/>
              </a:spcAft>
            </a:pPr>
            <a:endParaRPr lang="en-US" sz="2000" spc="86" dirty="0"/>
          </a:p>
          <a:p>
            <a:pPr>
              <a:lnSpc>
                <a:spcPct val="90000"/>
              </a:lnSpc>
              <a:spcAft>
                <a:spcPts val="600"/>
              </a:spcAft>
            </a:pPr>
            <a:r>
              <a:rPr lang="en-US" sz="2000" spc="86" dirty="0"/>
              <a:t>A. To reduce the number of research questions</a:t>
            </a:r>
          </a:p>
          <a:p>
            <a:pPr>
              <a:lnSpc>
                <a:spcPct val="90000"/>
              </a:lnSpc>
              <a:spcAft>
                <a:spcPts val="600"/>
              </a:spcAft>
            </a:pPr>
            <a:r>
              <a:rPr lang="en-US" sz="2000" spc="86" dirty="0"/>
              <a:t>B. To include every individual in the population</a:t>
            </a:r>
          </a:p>
          <a:p>
            <a:pPr>
              <a:lnSpc>
                <a:spcPct val="90000"/>
              </a:lnSpc>
              <a:spcAft>
                <a:spcPts val="600"/>
              </a:spcAft>
            </a:pPr>
            <a:r>
              <a:rPr lang="en-US" sz="2000" spc="86" dirty="0"/>
              <a:t>C. </a:t>
            </a:r>
            <a:r>
              <a:rPr lang="en-US" sz="2000" spc="86" dirty="0">
                <a:solidFill>
                  <a:srgbClr val="92D050"/>
                </a:solidFill>
              </a:rPr>
              <a:t>To select a subset that represents the </a:t>
            </a:r>
            <a:r>
              <a:rPr lang="en-US" sz="2000" b="1" spc="86" dirty="0">
                <a:solidFill>
                  <a:srgbClr val="92D050"/>
                </a:solidFill>
              </a:rPr>
              <a:t>p</a:t>
            </a:r>
            <a:r>
              <a:rPr lang="en-US" sz="2000" spc="86" dirty="0">
                <a:solidFill>
                  <a:srgbClr val="92D050"/>
                </a:solidFill>
              </a:rPr>
              <a:t>opulation</a:t>
            </a:r>
          </a:p>
          <a:p>
            <a:pPr>
              <a:lnSpc>
                <a:spcPct val="90000"/>
              </a:lnSpc>
              <a:spcAft>
                <a:spcPts val="600"/>
              </a:spcAft>
            </a:pPr>
            <a:r>
              <a:rPr lang="en-US" sz="2000" spc="86" dirty="0"/>
              <a:t>D. To avoid ethical issues</a:t>
            </a:r>
          </a:p>
        </p:txBody>
      </p:sp>
      <p:sp>
        <p:nvSpPr>
          <p:cNvPr id="48" name="Rectangle 47">
            <a:extLst>
              <a:ext uri="{FF2B5EF4-FFF2-40B4-BE49-F238E27FC236}">
                <a16:creationId xmlns:a16="http://schemas.microsoft.com/office/drawing/2014/main" id="{CA6A1EE1-5E59-4A6D-B968-5801BF820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a:extLst>
              <a:ext uri="{FF2B5EF4-FFF2-40B4-BE49-F238E27FC236}">
                <a16:creationId xmlns:a16="http://schemas.microsoft.com/office/drawing/2014/main" id="{6155EAB2-AE1C-742D-BB92-01B373678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FED9AF3C-9680-646E-0DA4-325FA37A79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661299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5DB8DE-259F-088A-8A67-36BE835E21F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5444CD83-824A-5D9F-A5F7-63059ACF012B}"/>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I. Lower-Order MCQs </a:t>
            </a:r>
          </a:p>
        </p:txBody>
      </p:sp>
      <p:sp>
        <p:nvSpPr>
          <p:cNvPr id="7" name="TextBox 7">
            <a:extLst>
              <a:ext uri="{FF2B5EF4-FFF2-40B4-BE49-F238E27FC236}">
                <a16:creationId xmlns:a16="http://schemas.microsoft.com/office/drawing/2014/main" id="{2CE3922C-243D-2C6E-C441-0F490C412F22}"/>
              </a:ext>
            </a:extLst>
          </p:cNvPr>
          <p:cNvSpPr txBox="1"/>
          <p:nvPr/>
        </p:nvSpPr>
        <p:spPr>
          <a:xfrm>
            <a:off x="381000" y="2376472"/>
            <a:ext cx="6333386" cy="4040776"/>
          </a:xfrm>
          <a:prstGeom prst="rect">
            <a:avLst/>
          </a:prstGeom>
        </p:spPr>
        <p:txBody>
          <a:bodyPr vert="horz" lIns="91440" tIns="45720" rIns="91440" bIns="45720" rtlCol="0" anchor="ctr">
            <a:normAutofit/>
          </a:bodyPr>
          <a:lstStyle/>
          <a:p>
            <a:pPr>
              <a:lnSpc>
                <a:spcPct val="90000"/>
              </a:lnSpc>
              <a:spcAft>
                <a:spcPts val="600"/>
              </a:spcAft>
            </a:pPr>
            <a:r>
              <a:rPr lang="en-US" sz="2000" b="1" spc="86" dirty="0"/>
              <a:t>3. In which sampling method does every member of the population have an equal chance of being selected?</a:t>
            </a:r>
          </a:p>
          <a:p>
            <a:pPr>
              <a:lnSpc>
                <a:spcPct val="90000"/>
              </a:lnSpc>
              <a:spcAft>
                <a:spcPts val="600"/>
              </a:spcAft>
            </a:pPr>
            <a:endParaRPr lang="en-US" sz="2000" b="1" spc="86" dirty="0"/>
          </a:p>
          <a:p>
            <a:pPr>
              <a:lnSpc>
                <a:spcPct val="90000"/>
              </a:lnSpc>
              <a:spcAft>
                <a:spcPts val="600"/>
              </a:spcAft>
            </a:pPr>
            <a:r>
              <a:rPr lang="en-US" sz="2000" spc="86" dirty="0"/>
              <a:t>A. Snowball sampling</a:t>
            </a:r>
          </a:p>
          <a:p>
            <a:pPr>
              <a:lnSpc>
                <a:spcPct val="90000"/>
              </a:lnSpc>
              <a:spcAft>
                <a:spcPts val="600"/>
              </a:spcAft>
            </a:pPr>
            <a:r>
              <a:rPr lang="en-US" sz="2000" spc="86" dirty="0"/>
              <a:t>B. Quota sampling</a:t>
            </a:r>
          </a:p>
          <a:p>
            <a:pPr>
              <a:lnSpc>
                <a:spcPct val="90000"/>
              </a:lnSpc>
              <a:spcAft>
                <a:spcPts val="600"/>
              </a:spcAft>
            </a:pPr>
            <a:r>
              <a:rPr lang="en-US" sz="2000" spc="86" dirty="0"/>
              <a:t>C. </a:t>
            </a:r>
            <a:r>
              <a:rPr lang="en-US" sz="2000" b="1" spc="86" dirty="0"/>
              <a:t>Simple random sampling</a:t>
            </a:r>
          </a:p>
          <a:p>
            <a:pPr>
              <a:lnSpc>
                <a:spcPct val="90000"/>
              </a:lnSpc>
              <a:spcAft>
                <a:spcPts val="600"/>
              </a:spcAft>
            </a:pPr>
            <a:r>
              <a:rPr lang="en-US" sz="2000" spc="86" dirty="0"/>
              <a:t>D. Convenience sampling</a:t>
            </a:r>
          </a:p>
        </p:txBody>
      </p:sp>
      <p:sp>
        <p:nvSpPr>
          <p:cNvPr id="48" name="Rectangle 47">
            <a:extLst>
              <a:ext uri="{FF2B5EF4-FFF2-40B4-BE49-F238E27FC236}">
                <a16:creationId xmlns:a16="http://schemas.microsoft.com/office/drawing/2014/main" id="{973D9DE9-E9E6-E049-3768-32A90B0601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a:extLst>
              <a:ext uri="{FF2B5EF4-FFF2-40B4-BE49-F238E27FC236}">
                <a16:creationId xmlns:a16="http://schemas.microsoft.com/office/drawing/2014/main" id="{EB331762-0350-6AA8-A45F-3E5B6D95A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B64B7077-D73C-3EBA-12DE-ED4677FD83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340138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4F386A-1A4C-8967-DBF5-3AE58AA7E94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68BABFB2-68E5-0BDF-9E46-EDBE02C676EF}"/>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I. Lower-Order MCQs </a:t>
            </a:r>
          </a:p>
        </p:txBody>
      </p:sp>
      <p:sp>
        <p:nvSpPr>
          <p:cNvPr id="7" name="TextBox 7">
            <a:extLst>
              <a:ext uri="{FF2B5EF4-FFF2-40B4-BE49-F238E27FC236}">
                <a16:creationId xmlns:a16="http://schemas.microsoft.com/office/drawing/2014/main" id="{0A7D888C-8A12-AB4E-608F-4527792268BB}"/>
              </a:ext>
            </a:extLst>
          </p:cNvPr>
          <p:cNvSpPr txBox="1"/>
          <p:nvPr/>
        </p:nvSpPr>
        <p:spPr>
          <a:xfrm>
            <a:off x="381000" y="2376472"/>
            <a:ext cx="6333386" cy="4040776"/>
          </a:xfrm>
          <a:prstGeom prst="rect">
            <a:avLst/>
          </a:prstGeom>
        </p:spPr>
        <p:txBody>
          <a:bodyPr vert="horz" lIns="91440" tIns="45720" rIns="91440" bIns="45720" rtlCol="0" anchor="ctr">
            <a:normAutofit/>
          </a:bodyPr>
          <a:lstStyle/>
          <a:p>
            <a:pPr>
              <a:lnSpc>
                <a:spcPct val="90000"/>
              </a:lnSpc>
              <a:spcAft>
                <a:spcPts val="600"/>
              </a:spcAft>
            </a:pPr>
            <a:r>
              <a:rPr lang="en-US" sz="2000" b="1" spc="86" dirty="0"/>
              <a:t>4. What factor is most important when determining sample size in quantitative research?</a:t>
            </a:r>
          </a:p>
          <a:p>
            <a:pPr>
              <a:lnSpc>
                <a:spcPct val="90000"/>
              </a:lnSpc>
              <a:spcAft>
                <a:spcPts val="600"/>
              </a:spcAft>
            </a:pPr>
            <a:endParaRPr lang="en-US" sz="2000" b="1" spc="86" dirty="0"/>
          </a:p>
          <a:p>
            <a:pPr>
              <a:lnSpc>
                <a:spcPct val="90000"/>
              </a:lnSpc>
              <a:spcAft>
                <a:spcPts val="600"/>
              </a:spcAft>
            </a:pPr>
            <a:r>
              <a:rPr lang="en-US" sz="2000" spc="86" dirty="0"/>
              <a:t>A. </a:t>
            </a:r>
            <a:r>
              <a:rPr lang="en-US" sz="2000" b="1" spc="86" dirty="0"/>
              <a:t>The need for statistical </a:t>
            </a:r>
            <a:r>
              <a:rPr lang="en-US" sz="2000" b="1" spc="86" dirty="0" err="1"/>
              <a:t>generalisability</a:t>
            </a:r>
            <a:endParaRPr lang="en-US" sz="2000" b="1" spc="86" dirty="0"/>
          </a:p>
          <a:p>
            <a:pPr>
              <a:lnSpc>
                <a:spcPct val="90000"/>
              </a:lnSpc>
              <a:spcAft>
                <a:spcPts val="600"/>
              </a:spcAft>
            </a:pPr>
            <a:r>
              <a:rPr lang="en-US" sz="2000" spc="86" dirty="0"/>
              <a:t>B. The cost of software licenses</a:t>
            </a:r>
          </a:p>
          <a:p>
            <a:pPr>
              <a:lnSpc>
                <a:spcPct val="90000"/>
              </a:lnSpc>
              <a:spcAft>
                <a:spcPts val="600"/>
              </a:spcAft>
            </a:pPr>
            <a:r>
              <a:rPr lang="en-US" sz="2000" spc="86" dirty="0"/>
              <a:t>C. The number of researchers</a:t>
            </a:r>
          </a:p>
          <a:p>
            <a:pPr>
              <a:lnSpc>
                <a:spcPct val="90000"/>
              </a:lnSpc>
              <a:spcAft>
                <a:spcPts val="600"/>
              </a:spcAft>
            </a:pPr>
            <a:r>
              <a:rPr lang="en-US" sz="2000" spc="86" dirty="0"/>
              <a:t>D. The alphabetical order of the population</a:t>
            </a:r>
          </a:p>
        </p:txBody>
      </p:sp>
      <p:sp>
        <p:nvSpPr>
          <p:cNvPr id="48" name="Rectangle 47">
            <a:extLst>
              <a:ext uri="{FF2B5EF4-FFF2-40B4-BE49-F238E27FC236}">
                <a16:creationId xmlns:a16="http://schemas.microsoft.com/office/drawing/2014/main" id="{1E9629B9-09B3-C04E-C9C1-BB05C4FA5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a:extLst>
              <a:ext uri="{FF2B5EF4-FFF2-40B4-BE49-F238E27FC236}">
                <a16:creationId xmlns:a16="http://schemas.microsoft.com/office/drawing/2014/main" id="{4144A181-27EB-97CA-F047-E175DB953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81F120AA-B75A-B5DE-8E09-5544AA417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397560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85ABEA-DD2A-79D2-76C5-3AF18C56520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989E1D4F-C146-332C-4E09-2979E4205052}"/>
              </a:ext>
            </a:extLst>
          </p:cNvPr>
          <p:cNvSpPr txBox="1"/>
          <p:nvPr/>
        </p:nvSpPr>
        <p:spPr>
          <a:xfrm>
            <a:off x="896745" y="733312"/>
            <a:ext cx="5979338" cy="106045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I. Lower-Order MCQs </a:t>
            </a:r>
          </a:p>
        </p:txBody>
      </p:sp>
      <p:sp>
        <p:nvSpPr>
          <p:cNvPr id="7" name="TextBox 7">
            <a:extLst>
              <a:ext uri="{FF2B5EF4-FFF2-40B4-BE49-F238E27FC236}">
                <a16:creationId xmlns:a16="http://schemas.microsoft.com/office/drawing/2014/main" id="{8C8C190B-7A1F-AFFA-95ED-ABC0C69D82AF}"/>
              </a:ext>
            </a:extLst>
          </p:cNvPr>
          <p:cNvSpPr txBox="1"/>
          <p:nvPr/>
        </p:nvSpPr>
        <p:spPr>
          <a:xfrm>
            <a:off x="381000" y="2376472"/>
            <a:ext cx="6333386" cy="4040776"/>
          </a:xfrm>
          <a:prstGeom prst="rect">
            <a:avLst/>
          </a:prstGeom>
        </p:spPr>
        <p:txBody>
          <a:bodyPr vert="horz" lIns="91440" tIns="45720" rIns="91440" bIns="45720" rtlCol="0" anchor="ctr">
            <a:normAutofit/>
          </a:bodyPr>
          <a:lstStyle/>
          <a:p>
            <a:pPr>
              <a:lnSpc>
                <a:spcPct val="90000"/>
              </a:lnSpc>
              <a:spcAft>
                <a:spcPts val="600"/>
              </a:spcAft>
            </a:pPr>
            <a:r>
              <a:rPr lang="en-US" sz="2000" b="1" spc="86" dirty="0"/>
              <a:t>5. Snowball sampling is especially useful when:</a:t>
            </a:r>
          </a:p>
          <a:p>
            <a:pPr>
              <a:lnSpc>
                <a:spcPct val="90000"/>
              </a:lnSpc>
              <a:spcAft>
                <a:spcPts val="600"/>
              </a:spcAft>
            </a:pPr>
            <a:endParaRPr lang="en-US" sz="2000" b="1" spc="86" dirty="0"/>
          </a:p>
          <a:p>
            <a:pPr>
              <a:lnSpc>
                <a:spcPct val="90000"/>
              </a:lnSpc>
              <a:spcAft>
                <a:spcPts val="600"/>
              </a:spcAft>
            </a:pPr>
            <a:r>
              <a:rPr lang="en-US" sz="2000" spc="86" dirty="0"/>
              <a:t>A. The population is large and evenly distributed</a:t>
            </a:r>
          </a:p>
          <a:p>
            <a:pPr>
              <a:lnSpc>
                <a:spcPct val="90000"/>
              </a:lnSpc>
              <a:spcAft>
                <a:spcPts val="600"/>
              </a:spcAft>
            </a:pPr>
            <a:r>
              <a:rPr lang="en-US" sz="2000" spc="86" dirty="0"/>
              <a:t>B. </a:t>
            </a:r>
            <a:r>
              <a:rPr lang="en-US" sz="2000" b="1" spc="86" dirty="0"/>
              <a:t>The target population is hard to reach or hidden</a:t>
            </a:r>
          </a:p>
          <a:p>
            <a:pPr>
              <a:lnSpc>
                <a:spcPct val="90000"/>
              </a:lnSpc>
              <a:spcAft>
                <a:spcPts val="600"/>
              </a:spcAft>
            </a:pPr>
            <a:r>
              <a:rPr lang="en-US" sz="2000" spc="86" dirty="0"/>
              <a:t>C. The population list is easily accessible</a:t>
            </a:r>
          </a:p>
          <a:p>
            <a:pPr>
              <a:lnSpc>
                <a:spcPct val="90000"/>
              </a:lnSpc>
              <a:spcAft>
                <a:spcPts val="600"/>
              </a:spcAft>
            </a:pPr>
            <a:r>
              <a:rPr lang="en-US" sz="2000" spc="86" dirty="0"/>
              <a:t>D. The study has unlimited resources</a:t>
            </a:r>
          </a:p>
        </p:txBody>
      </p:sp>
      <p:sp>
        <p:nvSpPr>
          <p:cNvPr id="48" name="Rectangle 47">
            <a:extLst>
              <a:ext uri="{FF2B5EF4-FFF2-40B4-BE49-F238E27FC236}">
                <a16:creationId xmlns:a16="http://schemas.microsoft.com/office/drawing/2014/main" id="{D5B49499-56AC-5D40-97A9-58B528CC7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8730" y="0"/>
            <a:ext cx="2084870"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a:extLst>
              <a:ext uri="{FF2B5EF4-FFF2-40B4-BE49-F238E27FC236}">
                <a16:creationId xmlns:a16="http://schemas.microsoft.com/office/drawing/2014/main" id="{4C80A3D5-451B-F355-05AF-0050FB4929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8204" y="2527074"/>
            <a:ext cx="2261052" cy="2261051"/>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Robot">
            <a:extLst>
              <a:ext uri="{FF2B5EF4-FFF2-40B4-BE49-F238E27FC236}">
                <a16:creationId xmlns:a16="http://schemas.microsoft.com/office/drawing/2014/main" id="{E6960DBA-08AF-D598-A30D-F596BDEEFA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66628" y="3056150"/>
            <a:ext cx="1219685" cy="1219685"/>
          </a:xfrm>
          <a:prstGeom prst="rect">
            <a:avLst/>
          </a:prstGeom>
        </p:spPr>
      </p:pic>
    </p:spTree>
    <p:extLst>
      <p:ext uri="{BB962C8B-B14F-4D97-AF65-F5344CB8AC3E}">
        <p14:creationId xmlns:p14="http://schemas.microsoft.com/office/powerpoint/2010/main" val="2305331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EB97E-9572-FF26-7AEE-D9C2396BE236}"/>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668A1699-CC5A-CF03-5F43-4F686702A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06524ABF-51E3-2C40-A878-764571F14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500C0D9C-1D0D-3FD2-DF71-848FB9400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50951ACA-268D-3D23-728E-5C843E9FD004}"/>
              </a:ext>
            </a:extLst>
          </p:cNvPr>
          <p:cNvSpPr txBox="1"/>
          <p:nvPr/>
        </p:nvSpPr>
        <p:spPr>
          <a:xfrm>
            <a:off x="519730" y="830018"/>
            <a:ext cx="8705234" cy="170371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THAT’S IT!!!</a:t>
            </a:r>
          </a:p>
        </p:txBody>
      </p:sp>
      <p:sp>
        <p:nvSpPr>
          <p:cNvPr id="7" name="TextBox 7">
            <a:extLst>
              <a:ext uri="{FF2B5EF4-FFF2-40B4-BE49-F238E27FC236}">
                <a16:creationId xmlns:a16="http://schemas.microsoft.com/office/drawing/2014/main" id="{235F8F3E-7C1B-17CB-6292-B83B32620247}"/>
              </a:ext>
            </a:extLst>
          </p:cNvPr>
          <p:cNvSpPr txBox="1"/>
          <p:nvPr/>
        </p:nvSpPr>
        <p:spPr>
          <a:xfrm>
            <a:off x="685800" y="2350279"/>
            <a:ext cx="8411763" cy="4307625"/>
          </a:xfrm>
          <a:prstGeom prst="rect">
            <a:avLst/>
          </a:prstGeom>
        </p:spPr>
        <p:txBody>
          <a:bodyPr vert="horz" lIns="91440" tIns="45720" rIns="91440" bIns="45720" rtlCol="0" anchor="t">
            <a:normAutofit/>
          </a:bodyPr>
          <a:lstStyle/>
          <a:p>
            <a:pPr algn="ctr">
              <a:lnSpc>
                <a:spcPct val="90000"/>
              </a:lnSpc>
              <a:spcAft>
                <a:spcPts val="600"/>
              </a:spcAft>
            </a:pPr>
            <a:endParaRPr lang="en-GB" sz="3600" dirty="0">
              <a:solidFill>
                <a:srgbClr val="0070C0"/>
              </a:solidFill>
            </a:endParaRPr>
          </a:p>
          <a:p>
            <a:pPr algn="ctr">
              <a:lnSpc>
                <a:spcPct val="90000"/>
              </a:lnSpc>
              <a:spcAft>
                <a:spcPts val="600"/>
              </a:spcAft>
            </a:pPr>
            <a:r>
              <a:rPr lang="en-GB" sz="3600" dirty="0">
                <a:solidFill>
                  <a:srgbClr val="0070C0"/>
                </a:solidFill>
              </a:rPr>
              <a:t>See you next week </a:t>
            </a:r>
            <a:r>
              <a:rPr lang="en-GB" sz="3600">
                <a:solidFill>
                  <a:srgbClr val="0070C0"/>
                </a:solidFill>
              </a:rPr>
              <a:t>for </a:t>
            </a:r>
          </a:p>
          <a:p>
            <a:pPr algn="ctr">
              <a:lnSpc>
                <a:spcPct val="90000"/>
              </a:lnSpc>
              <a:spcAft>
                <a:spcPts val="600"/>
              </a:spcAft>
            </a:pPr>
            <a:endParaRPr lang="en-GB" sz="3600" dirty="0">
              <a:solidFill>
                <a:srgbClr val="0070C0"/>
              </a:solidFill>
            </a:endParaRPr>
          </a:p>
          <a:p>
            <a:pPr algn="ctr">
              <a:lnSpc>
                <a:spcPct val="90000"/>
              </a:lnSpc>
              <a:spcAft>
                <a:spcPts val="600"/>
              </a:spcAft>
            </a:pPr>
            <a:r>
              <a:rPr lang="en-US" sz="3600" b="1" spc="86" dirty="0"/>
              <a:t>Data Management and Ethics</a:t>
            </a:r>
            <a:endParaRPr lang="en-US" sz="3600" b="1" dirty="0">
              <a:ea typeface="Calibri"/>
              <a:cs typeface="Calibri"/>
            </a:endParaRPr>
          </a:p>
        </p:txBody>
      </p:sp>
    </p:spTree>
    <p:extLst>
      <p:ext uri="{BB962C8B-B14F-4D97-AF65-F5344CB8AC3E}">
        <p14:creationId xmlns:p14="http://schemas.microsoft.com/office/powerpoint/2010/main" val="588567072"/>
      </p:ext>
    </p:extLst>
  </p:cSld>
  <p:clrMapOvr>
    <a:masterClrMapping/>
  </p:clrMapOvr>
</p:sld>
</file>

<file path=ppt/theme/theme1.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2911</Words>
  <Application>Microsoft Office PowerPoint</Application>
  <PresentationFormat>Custom</PresentationFormat>
  <Paragraphs>271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Open Sans</vt:lpstr>
      <vt:lpstr>Calibri</vt:lpstr>
      <vt:lpstr>League Spartan</vt:lpstr>
      <vt:lpstr>Arial</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Human Digital Interaction Presentation 2</dc:title>
  <cp:lastModifiedBy>Chuma Edward Nxazonke</cp:lastModifiedBy>
  <cp:revision>192</cp:revision>
  <dcterms:created xsi:type="dcterms:W3CDTF">2006-08-16T00:00:00Z</dcterms:created>
  <dcterms:modified xsi:type="dcterms:W3CDTF">2025-09-01T09:12:08Z</dcterms:modified>
  <dc:identifier>DAFHmFjtwBk</dc:identifier>
</cp:coreProperties>
</file>