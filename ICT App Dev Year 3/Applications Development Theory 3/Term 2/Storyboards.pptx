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kihow.com/Draw-Storyboards" TargetMode="External"/><Relationship Id="rId2" Type="http://schemas.openxmlformats.org/officeDocument/2006/relationships/hyperlink" Target="https://fivewhys.wordpress.com/2012/03/30/storyboard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alexandercowan.com/storyboarding-tutoria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4827-8288-4621-A08F-3C0BCD2B8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lvl="0">
              <a:spcBef>
                <a:spcPts val="1000"/>
              </a:spcBef>
              <a:buClr>
                <a:srgbClr val="353535"/>
              </a:buClr>
            </a:pPr>
            <a:r>
              <a:rPr lang="en-US" sz="8800" dirty="0"/>
              <a:t>Storyboards</a:t>
            </a:r>
            <a:br>
              <a:rPr lang="en-US" sz="8800" dirty="0"/>
            </a:br>
            <a:br>
              <a:rPr lang="en-US" sz="8800" dirty="0"/>
            </a:br>
            <a:br>
              <a:rPr lang="en-GB" sz="1400" i="1" dirty="0">
                <a:solidFill>
                  <a:srgbClr val="002060"/>
                </a:solidFill>
                <a:ea typeface="+mn-ea"/>
                <a:cs typeface="+mn-cs"/>
              </a:rPr>
            </a:br>
            <a:endParaRPr lang="en-GB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4E159-2DBA-4331-90A6-127EBAB39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5048332"/>
            <a:ext cx="8915399" cy="837563"/>
          </a:xfrm>
        </p:spPr>
        <p:txBody>
          <a:bodyPr>
            <a:normAutofit fontScale="70000" lnSpcReduction="20000"/>
          </a:bodyPr>
          <a:lstStyle/>
          <a:p>
            <a:pPr algn="just"/>
            <a:endParaRPr lang="en-US" sz="14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US" sz="14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US" sz="14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r">
              <a:spcBef>
                <a:spcPts val="0"/>
              </a:spcBef>
              <a:buClrTx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Prepared by G Khan</a:t>
            </a:r>
            <a:endParaRPr lang="en-GB" b="1" dirty="0">
              <a:solidFill>
                <a:schemeClr val="accent2">
                  <a:lumMod val="75000"/>
                </a:schemeClr>
              </a:solidFill>
            </a:endParaRPr>
          </a:p>
          <a:p>
            <a:pPr algn="r"/>
            <a:endParaRPr lang="en-GB" sz="1400" i="1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5294E-C4DF-48ED-8AA9-BA4D649B8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3224212"/>
            <a:ext cx="8410575" cy="226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52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23D0-4105-4B9C-862D-0D232D45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 and Purpose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94F3D-0684-41A7-B9D6-1907DC103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GB" sz="36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Storyboards</a:t>
            </a:r>
          </a:p>
          <a:p>
            <a:pPr lvl="0">
              <a:lnSpc>
                <a:spcPct val="107000"/>
              </a:lnSpc>
              <a:buFont typeface="Tahoma" panose="020B0604030504040204" pitchFamily="34" charset="0"/>
              <a:buChar char="-"/>
            </a:pPr>
            <a:endParaRPr lang="en-GB" sz="20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Originated in and remain prevalent with the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 &amp; design community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GB" sz="2000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ultimately a </a:t>
            </a: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practical tool</a:t>
            </a: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GB" sz="2000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GB" sz="20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first documented use of storyboards in their modern form was by the team at Disney working on the ‘3 Little Pigs’ movie. Before that, the animators would work in a room together and just hope that all their hard work was on target and made sense together.</a:t>
            </a:r>
            <a:endParaRPr lang="en-GB" sz="2000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699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B21F5-8A19-45DD-B763-ADD81A62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79D04-3795-4462-AE27-2F8A1036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GB" sz="2400" dirty="0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Storyboards </a:t>
            </a:r>
          </a:p>
          <a:p>
            <a:pPr lvl="0">
              <a:lnSpc>
                <a:spcPct val="107000"/>
              </a:lnSpc>
              <a:buFont typeface="Tahoma" panose="020B0604030504040204" pitchFamily="34" charset="0"/>
              <a:buChar char="-"/>
            </a:pPr>
            <a:endParaRPr lang="en-GB" dirty="0"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GB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a kind of prototype -  often referred to as the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prototype</a:t>
            </a: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GB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something we create to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bring our idea to life quickly and cheaply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GB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Tahoma" panose="020B0604030504040204" pitchFamily="34" charset="0"/>
              <a:buChar char="-"/>
            </a:pPr>
            <a:r>
              <a:rPr lang="en-GB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use it to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vet the idea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 we </a:t>
            </a:r>
            <a:r>
              <a:rPr lang="en-GB" b="1" dirty="0">
                <a:solidFill>
                  <a:srgbClr val="0070C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waste time &amp; money </a:t>
            </a:r>
            <a:r>
              <a:rPr lang="en-GB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GB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something no one wants. </a:t>
            </a:r>
            <a:endParaRPr lang="en-GB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Font typeface="Tahoma" panose="020B0604030504040204" pitchFamily="34" charset="0"/>
              <a:buChar char="-"/>
            </a:pPr>
            <a:r>
              <a:rPr lang="en-GB" sz="2400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development is </a:t>
            </a:r>
            <a:r>
              <a:rPr lang="en-GB" sz="2400" b="1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expensive and time consuming 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 making sure everyone knows what they want (and why) </a:t>
            </a:r>
            <a:r>
              <a:rPr lang="en-GB" sz="2400" b="1" dirty="0">
                <a:solidFill>
                  <a:srgbClr val="7030A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beforehand</a:t>
            </a:r>
            <a:r>
              <a:rPr lang="en-GB" sz="2400" dirty="0">
                <a:solidFill>
                  <a:schemeClr val="accent2">
                    <a:lumMod val="50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important.</a:t>
            </a:r>
            <a:endParaRPr lang="en-GB" sz="24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9667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CF68-B8C6-4CBB-A2B5-F6D4B310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Storyboarding in Comics</a:t>
            </a:r>
            <a:endParaRPr lang="en-GB" dirty="0"/>
          </a:p>
        </p:txBody>
      </p:sp>
      <p:pic>
        <p:nvPicPr>
          <p:cNvPr id="5" name="Content Placeholder 4" descr="A picture containing text, posing, newspaper, young&#10;&#10;Description automatically generated">
            <a:extLst>
              <a:ext uri="{FF2B5EF4-FFF2-40B4-BE49-F238E27FC236}">
                <a16:creationId xmlns:a16="http://schemas.microsoft.com/office/drawing/2014/main" id="{B5980903-C1E7-42A1-8703-5B9B3E22F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0875" y="1276350"/>
            <a:ext cx="6172200" cy="5581650"/>
          </a:xfrm>
        </p:spPr>
      </p:pic>
    </p:spTree>
    <p:extLst>
      <p:ext uri="{BB962C8B-B14F-4D97-AF65-F5344CB8AC3E}">
        <p14:creationId xmlns:p14="http://schemas.microsoft.com/office/powerpoint/2010/main" val="72887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7F72-1B86-4FDF-8B83-28B0E5B1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5FF7E-D478-4952-9E1E-0C2E60EF7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use storyboards for nearly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anything that involves a description of one or more people doing something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0" indent="0" algn="just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Storyboards can be used to</a:t>
            </a:r>
          </a:p>
          <a:p>
            <a:pPr marL="0" indent="0" algn="just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	examine ideas for a new product or feature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	narrate key user interactions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	describe the customer acquisition process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	map customer journeys</a:t>
            </a:r>
          </a:p>
          <a:p>
            <a:pPr algn="just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	analyze the creation of user habits</a:t>
            </a:r>
          </a:p>
          <a:p>
            <a:pPr algn="just"/>
            <a:endParaRPr lang="en-US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004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D1BC8-87E8-4C13-9884-7546FBD0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89F0B-F18B-4420-AF1F-CEB657D2D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80225"/>
            <a:ext cx="8915400" cy="4330997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	Creating the Storyboarding Squares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	Thinking Through the Narrative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	Storyboarding Before and After Scenarios</a:t>
            </a:r>
          </a:p>
          <a:p>
            <a:pPr marL="0" indent="0" algn="just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Breaking Down the Story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the customer discovery process with </a:t>
            </a: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vivid depictions of your customers in context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personas have </a:t>
            </a: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scenarios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needs and desires they’d like to fulfill.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also have </a:t>
            </a: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current alternatives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things they doing (or not doing) about the problem scenario today.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have </a:t>
            </a:r>
            <a:r>
              <a:rPr lang="en-US" b="1" dirty="0">
                <a:solidFill>
                  <a:srgbClr val="00999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value proposition-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something you’re going to offer that you hope is better enough than the current alternatives to win over the customer.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981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CBF6-C406-45B4-8676-9E29D160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Storyboard an Epic User Story (Agile)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AB1F6-7CFF-49DE-ADBE-D54E8538B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with the </a:t>
            </a: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stories 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>
              <a:buClr>
                <a:srgbClr val="353535"/>
              </a:buClr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5A5B5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a [persona],</a:t>
            </a:r>
            <a:b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i="1" dirty="0">
                <a:solidFill>
                  <a:srgbClr val="5A5B5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want to [do something]</a:t>
            </a:r>
            <a:b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i="1" dirty="0">
                <a:solidFill>
                  <a:srgbClr val="5A5B5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 that I can [derive a benefit]”</a:t>
            </a:r>
            <a:endParaRPr lang="en-GB" sz="2400" dirty="0">
              <a:solidFill>
                <a:prstClr val="black">
                  <a:lumMod val="75000"/>
                  <a:lumOff val="25000"/>
                </a:prst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Tie every major user story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 </a:t>
            </a: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vivid, real-world </a:t>
            </a:r>
            <a:r>
              <a:rPr lang="en-US" b="1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 &amp; problem scenario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sure each story has </a:t>
            </a:r>
            <a:r>
              <a:rPr lang="en-US" b="1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three clauses.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Include test cases as an additional layer of detail in the stories.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78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E277-F6F5-46EB-882D-C22E4CDA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31B4E6">
                    <a:lumMod val="75000"/>
                  </a:srgbClr>
                </a:solidFill>
              </a:rPr>
              <a:t>Storyboarding an Epic</a:t>
            </a:r>
            <a:endParaRPr lang="en-GB" sz="4400" dirty="0"/>
          </a:p>
        </p:txBody>
      </p:sp>
      <p:pic>
        <p:nvPicPr>
          <p:cNvPr id="1032" name="Picture 8" descr="storyboard- agile epic story">
            <a:extLst>
              <a:ext uri="{FF2B5EF4-FFF2-40B4-BE49-F238E27FC236}">
                <a16:creationId xmlns:a16="http://schemas.microsoft.com/office/drawing/2014/main" id="{ABBF4CB0-13EF-4D4E-A210-0A0FDC3A10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2552143"/>
            <a:ext cx="8915400" cy="294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7BCBF1-BFB8-4AC9-B633-75F7CE8C4416}"/>
              </a:ext>
            </a:extLst>
          </p:cNvPr>
          <p:cNvSpPr/>
          <p:nvPr/>
        </p:nvSpPr>
        <p:spPr>
          <a:xfrm>
            <a:off x="3047999" y="1972360"/>
            <a:ext cx="74580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5A5B5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Storyboard are a great way to humanize and describe epic stories</a:t>
            </a:r>
            <a:endParaRPr lang="en-US" altLang="en-US" sz="80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5EAAC3-C014-4161-AE7E-4747D20116AC}"/>
              </a:ext>
            </a:extLst>
          </p:cNvPr>
          <p:cNvSpPr/>
          <p:nvPr/>
        </p:nvSpPr>
        <p:spPr>
          <a:xfrm>
            <a:off x="3182379" y="5768459"/>
            <a:ext cx="6440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5A5B5D"/>
                </a:solidFill>
                <a:latin typeface="ProximaNova"/>
              </a:rPr>
              <a:t> </a:t>
            </a:r>
            <a:r>
              <a:rPr lang="en-US" dirty="0">
                <a:solidFill>
                  <a:srgbClr val="5A5B5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the epic by  adding notes at the bottom of each panel</a:t>
            </a:r>
            <a:r>
              <a:rPr lang="en-US" dirty="0">
                <a:solidFill>
                  <a:srgbClr val="5A5B5D"/>
                </a:solidFill>
                <a:latin typeface="ProximaNova"/>
              </a:rPr>
              <a:t>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603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B8DA-2A4D-490D-8532-04D471479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675D-8F5F-47D1-98DC-FD5ACCF7C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u="sng" dirty="0">
                <a:solidFill>
                  <a:srgbClr val="0563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https://fivewhys.wordpress.com/2012/03/30/storyboarding/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u="sng" dirty="0">
                <a:solidFill>
                  <a:srgbClr val="0563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https://www.wikihow.com/Draw-Storyboards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u="sng" dirty="0">
                <a:solidFill>
                  <a:srgbClr val="0563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https://www.alexandercowan.com/storyboarding-tutorial/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96B30-88CB-4A7A-A084-AF13B8881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7024" y="4079269"/>
            <a:ext cx="8340051" cy="22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9831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81</TotalTime>
  <Words>251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ProximaNova</vt:lpstr>
      <vt:lpstr>Tahoma</vt:lpstr>
      <vt:lpstr>Wingdings 3</vt:lpstr>
      <vt:lpstr>Wisp</vt:lpstr>
      <vt:lpstr>Storyboards   </vt:lpstr>
      <vt:lpstr>Origin and Purpose</vt:lpstr>
      <vt:lpstr>Purpose</vt:lpstr>
      <vt:lpstr>Storyboarding in Comics</vt:lpstr>
      <vt:lpstr>Application</vt:lpstr>
      <vt:lpstr>Getting Started</vt:lpstr>
      <vt:lpstr>Storyboard an Epic User Story (Agile)</vt:lpstr>
      <vt:lpstr>Storyboarding an Epic</vt:lpstr>
      <vt:lpstr>Additional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Storyboards </dc:title>
  <dc:creator>Gillian Khan</dc:creator>
  <cp:lastModifiedBy>Gillian Khan</cp:lastModifiedBy>
  <cp:revision>8</cp:revision>
  <dcterms:created xsi:type="dcterms:W3CDTF">2022-04-03T18:30:47Z</dcterms:created>
  <dcterms:modified xsi:type="dcterms:W3CDTF">2022-04-03T19:52:13Z</dcterms:modified>
</cp:coreProperties>
</file>