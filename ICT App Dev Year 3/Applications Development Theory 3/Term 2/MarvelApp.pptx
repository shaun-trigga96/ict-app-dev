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4827-8288-4621-A08F-3C0BCD2B8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lvl="0">
              <a:spcBef>
                <a:spcPts val="1000"/>
              </a:spcBef>
              <a:buClr>
                <a:srgbClr val="353535"/>
              </a:buClr>
            </a:pPr>
            <a:r>
              <a:rPr lang="en-US" sz="8800" dirty="0"/>
              <a:t>Using </a:t>
            </a:r>
            <a:r>
              <a:rPr lang="en-US" sz="8800" dirty="0" err="1"/>
              <a:t>MarvelApp</a:t>
            </a:r>
            <a:br>
              <a:rPr lang="en-US" sz="8800" dirty="0"/>
            </a:br>
            <a:br>
              <a:rPr lang="en-US" sz="8800" dirty="0"/>
            </a:br>
            <a:br>
              <a:rPr lang="en-GB" sz="1400" i="1" dirty="0">
                <a:solidFill>
                  <a:srgbClr val="002060"/>
                </a:solidFill>
                <a:ea typeface="+mn-ea"/>
                <a:cs typeface="+mn-cs"/>
              </a:rPr>
            </a:br>
            <a:endParaRPr lang="en-GB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4E159-2DBA-4331-90A6-127EBAB39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5867482"/>
            <a:ext cx="8915399" cy="837563"/>
          </a:xfrm>
        </p:spPr>
        <p:txBody>
          <a:bodyPr>
            <a:normAutofit lnSpcReduction="10000"/>
          </a:bodyPr>
          <a:lstStyle/>
          <a:p>
            <a:pPr algn="just"/>
            <a:endParaRPr lang="en-US" sz="14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US" sz="14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r">
              <a:spcBef>
                <a:spcPts val="0"/>
              </a:spcBef>
              <a:buClrTx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Prepared by G Khan</a:t>
            </a:r>
            <a:endParaRPr lang="en-GB" b="1" dirty="0">
              <a:solidFill>
                <a:schemeClr val="accent2">
                  <a:lumMod val="75000"/>
                </a:schemeClr>
              </a:solidFill>
            </a:endParaRPr>
          </a:p>
          <a:p>
            <a:pPr algn="r"/>
            <a:endParaRPr lang="en-GB" sz="1400" i="1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D0D82-629B-420C-A77B-D0BA860F3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3" y="2209801"/>
            <a:ext cx="8481123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52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23D0-4105-4B9C-862D-0D232D45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Marvel App?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94F3D-0684-41A7-B9D6-1907DC103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GB" sz="36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Marvel App is</a:t>
            </a:r>
          </a:p>
          <a:p>
            <a:pPr lvl="0">
              <a:lnSpc>
                <a:spcPct val="107000"/>
              </a:lnSpc>
              <a:buFont typeface="Tahoma" panose="020B0604030504040204" pitchFamily="34" charset="0"/>
              <a:buChar char="-"/>
            </a:pPr>
            <a:endParaRPr lang="en-GB" sz="20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app that allows you to design and create prototypes of your own apps. </a:t>
            </a: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free. </a:t>
            </a: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collaborative design platform where you can create a wireframe, prototype, user test, design and inspect designs or create an integration </a:t>
            </a: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in one place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sz="20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https://marvelapp.com/ </a:t>
            </a: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699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B21F5-8A19-45DD-B763-ADD81A62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79D04-3795-4462-AE27-2F8A1036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Requirements for a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UNESCO WH project 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Visitor Centre which should offer education, promotional and other services</a:t>
            </a:r>
          </a:p>
          <a:p>
            <a:pPr lvl="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that time there wasn’t a visitor </a:t>
            </a:r>
            <a:r>
              <a:rPr lang="en-US" sz="2400" dirty="0" err="1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centre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Old Rauma </a:t>
            </a:r>
          </a:p>
          <a:p>
            <a:pPr lvl="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 is there a single physical space where this information is available despite there being multiple museums in the town</a:t>
            </a:r>
          </a:p>
          <a:p>
            <a:pPr lvl="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Similarly, the website doesn’t provide such details</a:t>
            </a:r>
          </a:p>
          <a:p>
            <a:pPr lvl="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factors constraining access include:- distance (must be reached by car/bus), no access for disabled visitors, winter weather, no available big space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buFont typeface="Tahoma" panose="020B0604030504040204" pitchFamily="34" charset="0"/>
              <a:buChar char="-"/>
            </a:pPr>
            <a:endParaRPr lang="en-GB" sz="24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9667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7F72-1B86-4FDF-8B83-28B0E5B1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Resources </a:t>
            </a:r>
            <a:r>
              <a:rPr lang="fr-FR" dirty="0" err="1"/>
              <a:t>available</a:t>
            </a:r>
            <a:r>
              <a:rPr lang="fr-FR" dirty="0"/>
              <a:t> at the Centre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5FF7E-D478-4952-9E1E-0C2E60EF7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 space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Several Artefacts including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Games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Maps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Vintage recordings and transcripts of stories of living locals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Events – Lace Week, occasional sports matches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004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D1BC8-87E8-4C13-9884-7546FBD0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Concept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89F0B-F18B-4420-AF1F-CEB657D2D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80225"/>
            <a:ext cx="8915400" cy="4330997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create an application which </a:t>
            </a:r>
            <a:r>
              <a:rPr lang="en-US" sz="2000" b="1" dirty="0">
                <a:solidFill>
                  <a:srgbClr val="0099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links the artefacts with buildings, stories and locals 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Through a </a:t>
            </a:r>
            <a:r>
              <a:rPr lang="en-US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mixed reality experience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visitors will be able to enter the homes virtually and meet the locals, listen to the true stories, photos and audio recordings of the inhabitants of these buildings.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will be </a:t>
            </a: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recorded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the locals themselves.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stories would </a:t>
            </a:r>
            <a:r>
              <a:rPr lang="en-US" b="1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connect buildings, pictures, audio and people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direct visitors to other places connected to that people where they would enjoy the actual surrounding. 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</a:t>
            </a:r>
            <a:r>
              <a:rPr lang="en-US" b="1" dirty="0">
                <a:solidFill>
                  <a:srgbClr val="6666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experience could also happen in reverse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visitors first visit a building then become immersed in the history at the Renovation Centre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9810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CBF6-C406-45B4-8676-9E29D160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Concept</a:t>
            </a:r>
            <a:r>
              <a:rPr lang="en-US" sz="1200" dirty="0"/>
              <a:t> cont.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AB1F6-7CFF-49DE-ADBE-D54E8538B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 defTabSz="914400"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ZA" sz="2800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ZA" sz="2800" b="1" dirty="0">
                <a:solidFill>
                  <a:srgbClr val="0070C0"/>
                </a:solidFill>
                <a:latin typeface="Calibri" panose="020F0502020204030204"/>
              </a:rPr>
              <a:t>use the existing materials </a:t>
            </a:r>
          </a:p>
          <a:p>
            <a:pPr marL="228600" lvl="0" indent="-228600" defTabSz="914400"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ZA" sz="2800" dirty="0">
                <a:solidFill>
                  <a:prstClr val="black"/>
                </a:solidFill>
                <a:latin typeface="Calibri" panose="020F0502020204030204"/>
              </a:rPr>
              <a:t>Including </a:t>
            </a:r>
            <a:r>
              <a:rPr lang="en-ZA" sz="2800" b="1" dirty="0">
                <a:solidFill>
                  <a:srgbClr val="FF0000"/>
                </a:solidFill>
                <a:latin typeface="Calibri" panose="020F0502020204030204"/>
              </a:rPr>
              <a:t>local participation </a:t>
            </a:r>
            <a:r>
              <a:rPr lang="en-ZA" sz="2800" dirty="0">
                <a:solidFill>
                  <a:prstClr val="black"/>
                </a:solidFill>
                <a:latin typeface="Calibri" panose="020F0502020204030204"/>
              </a:rPr>
              <a:t>and </a:t>
            </a:r>
          </a:p>
          <a:p>
            <a:pPr marL="228600" lvl="0" indent="-228600" defTabSz="914400"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ZA" sz="2800" b="1" dirty="0">
                <a:solidFill>
                  <a:srgbClr val="00B050"/>
                </a:solidFill>
                <a:latin typeface="Calibri" panose="020F0502020204030204"/>
              </a:rPr>
              <a:t>Creating links </a:t>
            </a:r>
            <a:r>
              <a:rPr lang="en-ZA" sz="2800" dirty="0">
                <a:solidFill>
                  <a:prstClr val="black"/>
                </a:solidFill>
                <a:latin typeface="Calibri" panose="020F0502020204030204"/>
              </a:rPr>
              <a:t>to other places and events of interest within the town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78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E277-F6F5-46EB-882D-C22E4CDA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31B4E6">
                    <a:lumMod val="75000"/>
                  </a:srgbClr>
                </a:solidFill>
              </a:rPr>
              <a:t>Starting point for the design</a:t>
            </a:r>
            <a:endParaRPr lang="en-GB" sz="4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6C67BC-20A8-4F8D-B436-13E5C6584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9934" y="1811045"/>
            <a:ext cx="6730372" cy="410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3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B8DA-2A4D-490D-8532-04D471479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Static Design Wireframe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675D-8F5F-47D1-98DC-FD5ACCF7C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 dirty="0"/>
          </a:p>
        </p:txBody>
      </p:sp>
      <p:pic>
        <p:nvPicPr>
          <p:cNvPr id="5" name="Image 10">
            <a:extLst>
              <a:ext uri="{FF2B5EF4-FFF2-40B4-BE49-F238E27FC236}">
                <a16:creationId xmlns:a16="http://schemas.microsoft.com/office/drawing/2014/main" id="{8B14D94C-58BC-4F11-8844-1205E0BCA9B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9178589" y="2856248"/>
            <a:ext cx="3436022" cy="179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6">
            <a:extLst>
              <a:ext uri="{FF2B5EF4-FFF2-40B4-BE49-F238E27FC236}">
                <a16:creationId xmlns:a16="http://schemas.microsoft.com/office/drawing/2014/main" id="{4BA90F7E-EED0-4E1A-B690-B06CF5BC607F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" t="8460" r="-1522" b="9053"/>
          <a:stretch/>
        </p:blipFill>
        <p:spPr bwMode="auto">
          <a:xfrm>
            <a:off x="1004887" y="2072322"/>
            <a:ext cx="1781175" cy="339855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7">
            <a:extLst>
              <a:ext uri="{FF2B5EF4-FFF2-40B4-BE49-F238E27FC236}">
                <a16:creationId xmlns:a16="http://schemas.microsoft.com/office/drawing/2014/main" id="{E5444DD6-1E17-480C-996A-D7BC0DBF82D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785" y="2080894"/>
            <a:ext cx="1634490" cy="3357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 9">
            <a:extLst>
              <a:ext uri="{FF2B5EF4-FFF2-40B4-BE49-F238E27FC236}">
                <a16:creationId xmlns:a16="http://schemas.microsoft.com/office/drawing/2014/main" id="{8E3ABEA1-D56A-42F9-A7AA-7322B24646E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355" y="2071687"/>
            <a:ext cx="1526540" cy="3399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72B16A-5BEF-41F3-86AA-6B4A3CB60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850" y="2039581"/>
            <a:ext cx="1677239" cy="339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98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A13C5-9D78-4832-9749-D8067A7B0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The Dynamic Design Wireframe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D3400-3909-45C7-B7D0-5FADC73E8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build the </a:t>
            </a:r>
            <a:r>
              <a:rPr lang="en-US" sz="24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drew sketches of the application,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uploaded them on the https://marvelapp.com/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we created an dynamic wireframe for the application. </a:t>
            </a:r>
            <a:endParaRPr lang="en-GB" sz="2400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4172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116</TotalTime>
  <Words>367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Tahoma</vt:lpstr>
      <vt:lpstr>Wingdings 3</vt:lpstr>
      <vt:lpstr>Wisp</vt:lpstr>
      <vt:lpstr>Using MarvelApp   </vt:lpstr>
      <vt:lpstr>What is Marvel App?</vt:lpstr>
      <vt:lpstr>An Example</vt:lpstr>
      <vt:lpstr>Resources available at the Centre</vt:lpstr>
      <vt:lpstr>The Concept</vt:lpstr>
      <vt:lpstr>The Concept cont.</vt:lpstr>
      <vt:lpstr>Starting point for the design</vt:lpstr>
      <vt:lpstr>The Static Design Wireframe</vt:lpstr>
      <vt:lpstr> The Dynamic Design Wireframe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Storyboards </dc:title>
  <dc:creator>Gillian Khan</dc:creator>
  <cp:lastModifiedBy>Gillian Khan</cp:lastModifiedBy>
  <cp:revision>13</cp:revision>
  <dcterms:created xsi:type="dcterms:W3CDTF">2022-04-03T18:30:47Z</dcterms:created>
  <dcterms:modified xsi:type="dcterms:W3CDTF">2022-04-04T06:25:12Z</dcterms:modified>
</cp:coreProperties>
</file>