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6" y="-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layton%20Claassens\Documents\CPUT%20IT\3rd%20Year\Application%20Development%20Theory%203\Release%20Plan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815048118985127"/>
          <c:y val="0.17171296296296298"/>
          <c:w val="0.53520997375328083"/>
          <c:h val="0.7069674103237095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Release Plan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forward val="2"/>
            <c:dispRSqr val="0"/>
            <c:dispEq val="0"/>
          </c:trendline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70</c:v>
                </c:pt>
                <c:pt idx="2">
                  <c:v>60</c:v>
                </c:pt>
                <c:pt idx="3">
                  <c:v>50</c:v>
                </c:pt>
                <c:pt idx="4">
                  <c:v>30</c:v>
                </c:pt>
              </c:numCache>
            </c:numRef>
          </c:yVal>
          <c:smooth val="0"/>
        </c:ser>
        <c:ser>
          <c:idx val="1"/>
          <c:order val="1"/>
          <c:tx>
            <c:v>Expected Release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forward val="2"/>
            <c:dispRSqr val="0"/>
            <c:dispEq val="0"/>
          </c:trendline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Sheet1!$C$2:$C$12</c:f>
              <c:numCache>
                <c:formatCode>General</c:formatCode>
                <c:ptCount val="11"/>
              </c:numCache>
            </c:numRef>
          </c:yVal>
          <c:smooth val="0"/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-367106640"/>
        <c:axId val="-367116432"/>
      </c:scatterChart>
      <c:valAx>
        <c:axId val="-367106640"/>
        <c:scaling>
          <c:orientation val="minMax"/>
          <c:max val="7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Sprints Needed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367116432"/>
        <c:crosses val="autoZero"/>
        <c:crossBetween val="midCat"/>
        <c:majorUnit val="1"/>
      </c:valAx>
      <c:valAx>
        <c:axId val="-367116432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Efforts to release system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36710664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egendEntry>
        <c:idx val="1"/>
        <c:delete val="1"/>
      </c:legendEntry>
      <c:legendEntry>
        <c:idx val="2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0.68958</cdr:x>
      <cdr:y>0.14236</cdr:y>
    </cdr:from>
    <cdr:to>
      <cdr:x>0.9375</cdr:x>
      <cdr:y>0.37847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3152775" y="390525"/>
          <a:ext cx="1133475" cy="6477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/>
            <a:t>Team</a:t>
          </a:r>
          <a:r>
            <a:rPr lang="en-US" sz="1100" baseline="0"/>
            <a:t> Velocity = 1.75</a:t>
          </a:r>
          <a:endParaRPr lang="en-US" sz="110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583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441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831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498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521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62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901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764DE79-268F-4C1A-8933-263129D2AF90}" type="datetimeFigureOut">
              <a:rPr lang="en-US" smtClean="0"/>
              <a:t>2/26/2020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294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25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652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822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2/26/2020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4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 smtClean="0"/>
              <a:t>Assignment 2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 smtClean="0"/>
              <a:t>The Requirements Engineering Specification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60590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Feasibility Analysis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u="sng" dirty="0"/>
              <a:t>Problem</a:t>
            </a:r>
            <a:endParaRPr lang="en-US" dirty="0"/>
          </a:p>
          <a:p>
            <a:r>
              <a:rPr lang="en-US" dirty="0"/>
              <a:t>The pen and paper approach is outdated. It’s not accurate enough and can cause issues with orders or stock. With an increasing client base these issues can escalate.</a:t>
            </a:r>
          </a:p>
          <a:p>
            <a:r>
              <a:rPr lang="en-US" dirty="0"/>
              <a:t> </a:t>
            </a:r>
          </a:p>
          <a:p>
            <a:r>
              <a:rPr lang="en-US" u="sng" dirty="0"/>
              <a:t>Operational Benefits: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It will definitely save costs as paper-based anomalies are eliminated.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dirty="0"/>
              <a:t>The kitchen will operate more efficiently as orders are received faster and orderly.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dirty="0"/>
              <a:t>The new system will capture critical data used for sales analysis.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dirty="0"/>
              <a:t>Employees will operate more efficiently.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dirty="0"/>
              <a:t>Less problems with stock taking as well as stock purchases.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dirty="0"/>
              <a:t>Customer satisfaction will increase as the business will deliver reliable and fast service.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dirty="0"/>
              <a:t>Reduce the use of paper creating a green environment.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32260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Technical Feasibility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b="1" dirty="0" smtClean="0"/>
              <a:t>Hardware needed:</a:t>
            </a:r>
            <a:r>
              <a:rPr lang="en-ZA" dirty="0" smtClean="0"/>
              <a:t>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ZA" dirty="0" smtClean="0"/>
              <a:t>Server (including internet essentials)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ZA" dirty="0" smtClean="0"/>
              <a:t>Tablets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ZA" dirty="0" smtClean="0"/>
              <a:t>Pagers</a:t>
            </a:r>
          </a:p>
          <a:p>
            <a:pPr marL="0" indent="0">
              <a:buNone/>
            </a:pPr>
            <a:r>
              <a:rPr lang="en-ZA" b="1" dirty="0" smtClean="0"/>
              <a:t>Software needed: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ZA" dirty="0" smtClean="0"/>
              <a:t>Customer ordering system software installed on tablet.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ZA" dirty="0" smtClean="0"/>
              <a:t>DBMS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ZA" dirty="0"/>
              <a:t>S</a:t>
            </a:r>
            <a:r>
              <a:rPr lang="en-ZA" dirty="0" smtClean="0"/>
              <a:t>oftware for kitchen monitor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ZA" dirty="0" smtClean="0"/>
              <a:t>Software to connect tablet to waiters’ pagers as well as the kitchen monitor. </a:t>
            </a:r>
          </a:p>
          <a:p>
            <a:pPr>
              <a:buFont typeface="Courier New" panose="02070309020205020404" pitchFamily="49" charset="0"/>
              <a:buChar char="o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52000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Stakeholders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ZA" dirty="0" smtClean="0"/>
              <a:t>Owners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ZA" dirty="0" smtClean="0"/>
              <a:t>Customers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ZA" dirty="0" smtClean="0"/>
              <a:t>Employees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ZA" dirty="0" smtClean="0"/>
              <a:t>Investors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ZA" dirty="0" smtClean="0"/>
              <a:t>Software Manager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4397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41553"/>
          </a:xfrm>
        </p:spPr>
        <p:txBody>
          <a:bodyPr/>
          <a:lstStyle/>
          <a:p>
            <a:pPr algn="ctr"/>
            <a:r>
              <a:rPr lang="en-ZA" dirty="0" smtClean="0"/>
              <a:t>Roadmap</a:t>
            </a:r>
            <a:endParaRPr lang="en-ZA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8082271"/>
              </p:ext>
            </p:extLst>
          </p:nvPr>
        </p:nvGraphicFramePr>
        <p:xfrm>
          <a:off x="1097281" y="1128156"/>
          <a:ext cx="10058398" cy="48582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93535"/>
                <a:gridCol w="2104456"/>
                <a:gridCol w="2046471"/>
                <a:gridCol w="2047471"/>
                <a:gridCol w="2066465"/>
              </a:tblGrid>
              <a:tr h="49619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DATE (estimate)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(Release date or timeframe)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5 points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1 points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 points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 points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</a:tr>
              <a:tr h="4705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NAME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(Name of the new release)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RMS Version 1.0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RMS Version 1.1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RMS Version 1.2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RMS Version 1.3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</a:tr>
              <a:tr h="120580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GOAL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(The reason for creating the new release)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To increase business efficiency.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To increase customer satisfaction. 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To maintain a clean and healthy environment for the customers.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To enable the business to do effective sale analysis as well as reduce stock taking errors in order to increase sale revenue.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</a:tr>
              <a:tr h="120580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FEATURES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(The high-level features necessary to meet the goal)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Ordering Software to connect the Customer, Waiter and Kitchen with each other.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Tablet software update to display current bill and request to pay. Payment method options will also be available.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Tablet software update to notify waiter, assigned to said tablet, to clean the table after customers have settled their bill and checked out.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Attach cloud databases to business network to store important data for further analysis.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</a:tr>
              <a:tr h="147982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METRICS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(Metrics to determine if the goal has been met)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Waiters does not have to interact with customers during ordering faze.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No more paper used to print slips.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No customer complaints relating to table hygiene.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800" dirty="0">
                          <a:effectLst/>
                        </a:rPr>
                        <a:t>No/Less stock taking errors.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800" dirty="0">
                          <a:effectLst/>
                        </a:rPr>
                        <a:t>Important sales information are stored and available for analysis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565" marR="50565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645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Release Plan</a:t>
            </a:r>
            <a:endParaRPr lang="en-ZA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004104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5519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Extreme Programming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smtClean="0"/>
              <a:t>The current programming approach would not be suitable because:</a:t>
            </a:r>
          </a:p>
          <a:p>
            <a:endParaRPr lang="en-ZA" dirty="0" smtClean="0"/>
          </a:p>
          <a:p>
            <a:pPr lvl="0">
              <a:buFont typeface="Courier New" panose="02070309020205020404" pitchFamily="49" charset="0"/>
              <a:buChar char="o"/>
            </a:pPr>
            <a:r>
              <a:rPr lang="en-US" dirty="0"/>
              <a:t>It is mainly used for constructing more complicated software in an unbalanced environment.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dirty="0"/>
              <a:t>In comparison to other approaches, this approach takes more time and human resources to implement more costly to develop a simple system.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dirty="0"/>
              <a:t>Changing requirements is much more costly.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en-US" dirty="0"/>
              <a:t>Extreme Programming works best if the client does not know how the product must work but has a deadline to meet, which is not the case with our current system as it more much more simple.</a:t>
            </a:r>
          </a:p>
          <a:p>
            <a:pPr>
              <a:buFont typeface="Courier New" panose="02070309020205020404" pitchFamily="49" charset="0"/>
              <a:buChar char="o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8035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Content Placeholder 48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6738486"/>
              </p:ext>
            </p:extLst>
          </p:nvPr>
        </p:nvGraphicFramePr>
        <p:xfrm>
          <a:off x="0" y="0"/>
          <a:ext cx="12346379" cy="7980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Acrobat Document" r:id="rId3" imgW="5667121" imgH="8019769" progId="AcroExch.Document.7">
                  <p:embed/>
                </p:oleObj>
              </mc:Choice>
              <mc:Fallback>
                <p:oleObj name="Acrobat Document" r:id="rId3" imgW="5667121" imgH="8019769" progId="AcroExch.Document.7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346379" cy="79802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1408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51</TotalTime>
  <Words>432</Words>
  <Application>Microsoft Office PowerPoint</Application>
  <PresentationFormat>Widescreen</PresentationFormat>
  <Paragraphs>76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Symbol</vt:lpstr>
      <vt:lpstr>Times New Roman</vt:lpstr>
      <vt:lpstr>Retrospect</vt:lpstr>
      <vt:lpstr>Adobe Acrobat Document</vt:lpstr>
      <vt:lpstr>Assignment 2</vt:lpstr>
      <vt:lpstr>Feasibility Analysis</vt:lpstr>
      <vt:lpstr>Technical Feasibility</vt:lpstr>
      <vt:lpstr>Stakeholders</vt:lpstr>
      <vt:lpstr>Roadmap</vt:lpstr>
      <vt:lpstr>Release Plan</vt:lpstr>
      <vt:lpstr>Extreme Programming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2</dc:title>
  <dc:creator>Clayton Claassens</dc:creator>
  <cp:lastModifiedBy>Clayton Claassens</cp:lastModifiedBy>
  <cp:revision>5</cp:revision>
  <dcterms:created xsi:type="dcterms:W3CDTF">2020-02-26T19:46:26Z</dcterms:created>
  <dcterms:modified xsi:type="dcterms:W3CDTF">2020-02-26T20:37:36Z</dcterms:modified>
</cp:coreProperties>
</file>