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4C176-937A-53FB-722C-07B31DD06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0812" y="5349791"/>
            <a:ext cx="8791575" cy="1424712"/>
          </a:xfrm>
        </p:spPr>
        <p:txBody>
          <a:bodyPr>
            <a:noAutofit/>
          </a:bodyPr>
          <a:lstStyle/>
          <a:p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2000" b="1" dirty="0">
                <a:solidFill>
                  <a:srgbClr val="002060"/>
                </a:solidFill>
              </a:rPr>
            </a:br>
            <a:r>
              <a:rPr lang="en-ZA" sz="2400" b="1" dirty="0">
                <a:solidFill>
                  <a:srgbClr val="002060"/>
                </a:solidFill>
              </a:rPr>
              <a:t>FACULTY OF INFORMATICS AND DESIGN</a:t>
            </a:r>
            <a:br>
              <a:rPr lang="en-ZA" sz="2000" b="1" dirty="0">
                <a:solidFill>
                  <a:srgbClr val="002060"/>
                </a:solidFill>
              </a:rPr>
            </a:br>
            <a:br>
              <a:rPr lang="en-ZA" sz="11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Course:	                            Professional Practice 3</a:t>
            </a:r>
            <a:br>
              <a:rPr lang="en-ZA" sz="1400" b="1" dirty="0">
                <a:solidFill>
                  <a:srgbClr val="002060"/>
                </a:solidFill>
              </a:rPr>
            </a:br>
            <a:br>
              <a:rPr lang="en-ZA" sz="14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Course code:	         PFP360S/PFP361S/PFP362S</a:t>
            </a:r>
            <a:br>
              <a:rPr lang="en-ZA" sz="1400" b="1" dirty="0">
                <a:solidFill>
                  <a:srgbClr val="002060"/>
                </a:solidFill>
              </a:rPr>
            </a:br>
            <a:br>
              <a:rPr lang="en-ZA" sz="14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Lecturer:                               N. Wessels</a:t>
            </a:r>
            <a:br>
              <a:rPr lang="en-ZA" sz="1400" b="1" dirty="0">
                <a:solidFill>
                  <a:srgbClr val="002060"/>
                </a:solidFill>
              </a:rPr>
            </a:br>
            <a:br>
              <a:rPr lang="en-ZA" sz="14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Internal Moderator:        G. Hartman</a:t>
            </a:r>
            <a:br>
              <a:rPr lang="en-ZA" sz="1400" b="1" dirty="0">
                <a:solidFill>
                  <a:srgbClr val="002060"/>
                </a:solidFill>
              </a:rPr>
            </a:br>
            <a:br>
              <a:rPr lang="en-ZA" sz="14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External Moderator:        N. </a:t>
            </a:r>
            <a:r>
              <a:rPr lang="en-ZA" sz="1400" b="1" dirty="0" err="1">
                <a:solidFill>
                  <a:srgbClr val="002060"/>
                </a:solidFill>
              </a:rPr>
              <a:t>Mabuto</a:t>
            </a:r>
            <a:br>
              <a:rPr lang="en-ZA" sz="1400" b="1" dirty="0">
                <a:solidFill>
                  <a:srgbClr val="002060"/>
                </a:solidFill>
              </a:rPr>
            </a:br>
            <a:br>
              <a:rPr lang="en-ZA" sz="14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Department:	         Information Technology</a:t>
            </a:r>
            <a:br>
              <a:rPr lang="en-ZA" sz="1400" b="1" dirty="0">
                <a:solidFill>
                  <a:srgbClr val="002060"/>
                </a:solidFill>
              </a:rPr>
            </a:br>
            <a:br>
              <a:rPr lang="en-ZA" sz="14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Programme:                         National Diploma: Information Technology</a:t>
            </a:r>
            <a:br>
              <a:rPr lang="en-ZA" sz="1400" b="1" dirty="0">
                <a:solidFill>
                  <a:srgbClr val="002060"/>
                </a:solidFill>
              </a:rPr>
            </a:br>
            <a:br>
              <a:rPr lang="en-ZA" sz="14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Group MEMBERS:                   KULULO MANGCUNYANA –  219387117</a:t>
            </a:r>
            <a:br>
              <a:rPr lang="en-ZA" sz="1400" b="1" dirty="0">
                <a:solidFill>
                  <a:srgbClr val="002060"/>
                </a:solidFill>
              </a:rPr>
            </a:br>
            <a:br>
              <a:rPr lang="en-ZA" sz="14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	                             Anele Aneal Tose – 216079292</a:t>
            </a:r>
            <a:br>
              <a:rPr lang="en-ZA" sz="1400" b="1" dirty="0">
                <a:solidFill>
                  <a:srgbClr val="002060"/>
                </a:solidFill>
              </a:rPr>
            </a:br>
            <a:br>
              <a:rPr lang="en-ZA" sz="14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		          Thabiso -</a:t>
            </a:r>
            <a:br>
              <a:rPr lang="en-ZA" sz="1400" b="1" dirty="0">
                <a:solidFill>
                  <a:srgbClr val="002060"/>
                </a:solidFill>
              </a:rPr>
            </a:br>
            <a:br>
              <a:rPr lang="en-ZA" sz="1400" b="1" dirty="0">
                <a:solidFill>
                  <a:srgbClr val="002060"/>
                </a:solidFill>
              </a:rPr>
            </a:br>
            <a:r>
              <a:rPr lang="en-ZA" sz="1400" b="1" dirty="0">
                <a:solidFill>
                  <a:srgbClr val="002060"/>
                </a:solidFill>
              </a:rPr>
              <a:t>		          </a:t>
            </a:r>
            <a:r>
              <a:rPr lang="en-ZA" sz="1400" b="1" dirty="0" err="1">
                <a:solidFill>
                  <a:srgbClr val="002060"/>
                </a:solidFill>
              </a:rPr>
              <a:t>toni</a:t>
            </a:r>
            <a:r>
              <a:rPr lang="en-ZA" sz="1400" b="1" dirty="0">
                <a:solidFill>
                  <a:srgbClr val="002060"/>
                </a:solidFill>
              </a:rPr>
              <a:t>-</a:t>
            </a:r>
            <a:br>
              <a:rPr lang="en-ZA" sz="1400" b="1" dirty="0">
                <a:solidFill>
                  <a:srgbClr val="002060"/>
                </a:solidFill>
              </a:rPr>
            </a:br>
            <a:endParaRPr lang="en-ZA" sz="1400" b="1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00217-5124-F780-DA3A-F3936421A4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0812" y="3602038"/>
            <a:ext cx="8791575" cy="2363756"/>
          </a:xfrm>
        </p:spPr>
        <p:txBody>
          <a:bodyPr>
            <a:normAutofit fontScale="40000" lnSpcReduction="20000"/>
          </a:bodyPr>
          <a:lstStyle/>
          <a:p>
            <a:r>
              <a:rPr lang="en-ZA" sz="3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ZA" sz="3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ZA" sz="3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ZA" sz="3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ZA" sz="3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ZA" sz="3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ZA" sz="3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ZA" sz="3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ZA" dirty="0"/>
            </a:br>
            <a:br>
              <a:rPr lang="en-ZA" dirty="0"/>
            </a:br>
            <a:br>
              <a:rPr lang="en-ZA" dirty="0"/>
            </a:br>
            <a:br>
              <a:rPr lang="en-ZA" dirty="0"/>
            </a:br>
            <a:br>
              <a:rPr lang="en-ZA" dirty="0"/>
            </a:br>
            <a:br>
              <a:rPr lang="en-ZA" dirty="0"/>
            </a:br>
            <a:endParaRPr lang="en-ZA" dirty="0"/>
          </a:p>
          <a:p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0F5BD5-6E44-A5A3-18DC-12BAE577B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837" y="383727"/>
            <a:ext cx="4012315" cy="121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641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1ABC-CFE2-F840-65F4-40D2B5C00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DA5DC-30BE-A9F3-10B0-2E8A520B8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Impact of fact news</a:t>
            </a:r>
          </a:p>
          <a:p>
            <a:r>
              <a:rPr lang="en-ZA" dirty="0"/>
              <a:t>The acceleration of spreading false information on social media</a:t>
            </a:r>
          </a:p>
          <a:p>
            <a:endParaRPr lang="en-ZA" dirty="0"/>
          </a:p>
          <a:p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0871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5E35B-D242-839C-B118-6179EC1FD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64592"/>
            <a:ext cx="9905998" cy="1317980"/>
          </a:xfrm>
        </p:spPr>
        <p:txBody>
          <a:bodyPr>
            <a:normAutofit/>
          </a:bodyPr>
          <a:lstStyle/>
          <a:p>
            <a:r>
              <a:rPr lang="en-ZA" dirty="0"/>
              <a:t>Main body</a:t>
            </a:r>
            <a:endParaRPr lang="en-ZA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573B0-954F-C1DD-AF21-593E07D3B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482572"/>
            <a:ext cx="9905999" cy="354171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2200" b="1" dirty="0">
                <a:latin typeface="Arial" panose="020B0604020202020204" pitchFamily="34" charset="0"/>
              </a:rPr>
              <a:t>How can social media algorithms improve truth discernment?</a:t>
            </a:r>
            <a:br>
              <a:rPr lang="en-GB" sz="2200" b="1" dirty="0">
                <a:latin typeface="Arial" panose="020B0604020202020204" pitchFamily="34" charset="0"/>
              </a:rPr>
            </a:br>
            <a:endParaRPr lang="en-ZA" sz="2200" b="1" dirty="0"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ZA" sz="1600" b="1" dirty="0">
                <a:latin typeface="Arial" panose="020B0604020202020204" pitchFamily="34" charset="0"/>
              </a:rPr>
              <a:t>What studies say?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>
                <a:latin typeface="Arial" panose="020B0604020202020204" pitchFamily="34" charset="0"/>
              </a:rPr>
              <a:t>Some commonly occurring types of fake news</a:t>
            </a:r>
          </a:p>
          <a:p>
            <a:pPr marL="342900" indent="-342900">
              <a:buFont typeface="+mj-lt"/>
              <a:buAutoNum type="arabicPeriod"/>
            </a:pPr>
            <a:r>
              <a:rPr lang="en-ZA" sz="1600" b="1" dirty="0">
                <a:latin typeface="Arial" panose="020B0604020202020204" pitchFamily="34" charset="0"/>
              </a:rPr>
              <a:t>Algorithms used to filter the fake news</a:t>
            </a:r>
          </a:p>
          <a:p>
            <a:r>
              <a:rPr lang="en-ZA" sz="16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    Naïve Bayes Classifie</a:t>
            </a:r>
            <a:r>
              <a:rPr lang="en-ZA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r</a:t>
            </a:r>
          </a:p>
          <a:p>
            <a:r>
              <a:rPr lang="en-ZA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Support Vector Machines: A support vector</a:t>
            </a:r>
            <a:endParaRPr lang="en-ZA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ZA" sz="16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    Stochastic Gradient Descent: An iterative</a:t>
            </a:r>
            <a:endParaRPr lang="en-ZA" sz="1600" b="1" dirty="0">
              <a:latin typeface="Arial" panose="020B0604020202020204" pitchFamily="34" charset="0"/>
            </a:endParaRPr>
          </a:p>
          <a:p>
            <a:r>
              <a:rPr lang="en-ZA" sz="1600" b="1" dirty="0">
                <a:latin typeface="Arial" panose="020B0604020202020204" pitchFamily="34" charset="0"/>
              </a:rPr>
              <a:t>     Neutral Networks Classifiers</a:t>
            </a:r>
          </a:p>
          <a:p>
            <a:pPr marL="0" indent="0">
              <a:buNone/>
            </a:pPr>
            <a:r>
              <a:rPr lang="en-ZA" sz="1600" b="1" i="0" u="none" strike="noStrike" baseline="0" dirty="0">
                <a:latin typeface="Arial" panose="020B0604020202020204" pitchFamily="34" charset="0"/>
              </a:rPr>
              <a:t>4.  Results and Analysis</a:t>
            </a:r>
          </a:p>
        </p:txBody>
      </p:sp>
    </p:spTree>
    <p:extLst>
      <p:ext uri="{BB962C8B-B14F-4D97-AF65-F5344CB8AC3E}">
        <p14:creationId xmlns:p14="http://schemas.microsoft.com/office/powerpoint/2010/main" val="2432030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F81EC-5D36-BBEF-AC88-3CCC8CE0D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7C597-5B39-E9F8-F00D-50C99D789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7737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5951A-A8F1-8603-5E8B-1302E1760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91885"/>
            <a:ext cx="9905998" cy="1478570"/>
          </a:xfrm>
        </p:spPr>
        <p:txBody>
          <a:bodyPr/>
          <a:lstStyle/>
          <a:p>
            <a:r>
              <a:rPr lang="en-ZA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83B7E-6D16-072D-859F-08E6E2C53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920997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204</TotalTime>
  <Words>209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Tw Cen MT</vt:lpstr>
      <vt:lpstr>Circuit</vt:lpstr>
      <vt:lpstr>                       FACULTY OF INFORMATICS AND DESIGN  Course:                             Professional Practice 3  Course code:          PFP360S/PFP361S/PFP362S  Lecturer:                               N. Wessels  Internal Moderator:        G. Hartman  External Moderator:        N. Mabuto  Department:          Information Technology  Programme:                         National Diploma: Information Technology  Group MEMBERS:                   KULULO MANGCUNYANA –  219387117                                Anele Aneal Tose – 216079292              Thabiso -              toni- </vt:lpstr>
      <vt:lpstr>introduction</vt:lpstr>
      <vt:lpstr>Main body</vt:lpstr>
      <vt:lpstr>conclusion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         FACULTY OF INFORMATICS AND DESIGN  Course:                             Professional Practice 3  Course code:          PFP360S/PFP361S/PFP362S  Lecturer:                               N. Wessels  Internal Moderator:        G. Hartman  External Moderator:        N. Mabuto  Department:          Information Technology  Programme:                         National Diploma: Information Technology  Group MEMBERS:                   KULULO MANGCUNYANA –                                 Anele Aneal Tose – 216079292              Thabiso-              toni- </dc:title>
  <dc:creator>Anele Aneal Tose</dc:creator>
  <cp:lastModifiedBy>Anele Aneal Tose</cp:lastModifiedBy>
  <cp:revision>3</cp:revision>
  <dcterms:created xsi:type="dcterms:W3CDTF">2022-09-10T08:43:41Z</dcterms:created>
  <dcterms:modified xsi:type="dcterms:W3CDTF">2022-09-10T12:08:22Z</dcterms:modified>
</cp:coreProperties>
</file>