
<file path=[Content_Types].xml><?xml version="1.0" encoding="utf-8"?>
<Types xmlns="http://schemas.openxmlformats.org/package/2006/content-types">
  <Default Extension="jpeg" ContentType="image/jpeg"/>
  <Default Extension="m4a" ContentType="audio/mp4"/>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5"/>
  </p:notesMasterIdLst>
  <p:sldIdLst>
    <p:sldId id="279" r:id="rId5"/>
    <p:sldId id="265" r:id="rId6"/>
    <p:sldId id="267" r:id="rId7"/>
    <p:sldId id="256" r:id="rId8"/>
    <p:sldId id="258" r:id="rId9"/>
    <p:sldId id="266" r:id="rId10"/>
    <p:sldId id="259" r:id="rId11"/>
    <p:sldId id="268" r:id="rId12"/>
    <p:sldId id="260" r:id="rId13"/>
    <p:sldId id="261" r:id="rId14"/>
    <p:sldId id="262" r:id="rId15"/>
    <p:sldId id="263" r:id="rId16"/>
    <p:sldId id="272" r:id="rId17"/>
    <p:sldId id="274" r:id="rId18"/>
    <p:sldId id="276" r:id="rId19"/>
    <p:sldId id="278" r:id="rId20"/>
    <p:sldId id="275" r:id="rId21"/>
    <p:sldId id="270" r:id="rId22"/>
    <p:sldId id="257" r:id="rId23"/>
    <p:sldId id="269" r:id="rId2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sey Michael Keven Crafford" initials="CC" lastIdx="7" clrIdx="0">
    <p:extLst>
      <p:ext uri="{19B8F6BF-5375-455C-9EA6-DF929625EA0E}">
        <p15:presenceInfo xmlns:p15="http://schemas.microsoft.com/office/powerpoint/2012/main" userId="S::219169640@mycput.ac.za::f9986a50-489f-4f86-889e-f85d5bb3a8a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8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764ADC-86E0-472C-9A15-D98D47BD7054}" v="171" dt="2021-09-08T19:15:11.871"/>
    <p1510:client id="{29A675BC-EC12-40EF-B0C6-6620D6F3A504}" v="3461" dt="2021-09-08T20:16:43.547"/>
    <p1510:client id="{2DCFDF21-F63A-4DC1-A932-5CFCF4B90EC1}" v="63" dt="2021-09-08T16:41:55.405"/>
    <p1510:client id="{6D5291AA-F412-4669-9B33-3E391E3D6631}" v="1180" dt="2021-09-08T19:16:52.187"/>
    <p1510:client id="{71FE7954-5181-40BB-B41E-972B581D7617}" v="1" dt="2021-09-08T09:54:42.168"/>
    <p1510:client id="{8398364D-FDEC-4DF5-A7B3-3703F0AB3277}" v="98" dt="2021-09-08T18:34:53.467"/>
    <p1510:client id="{8733BEBD-85FD-412D-AC5E-22A91878E91E}" v="2" dt="2021-09-08T10:21:35.461"/>
    <p1510:client id="{9790B8D3-9942-49A2-8AFC-D0A8A525E57B}" v="143" dt="2021-09-08T19:25:11.275"/>
    <p1510:client id="{B38E366F-0C48-4366-8CB6-407E10E05E4D}" v="224" dt="2021-09-08T19:17:51.299"/>
    <p1510:client id="{C5508040-A30D-49E0-8C3F-945145055B0E}" v="133" dt="2021-09-08T17:10:17.374"/>
    <p1510:client id="{F5962AC5-7565-4017-98A7-98FC729B0928}" v="1411" dt="2021-09-08T09:00:11.3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sey Michael Keven Crafford" userId="S::219169640@mycput.ac.za::f9986a50-489f-4f86-889e-f85d5bb3a8ad" providerId="AD" clId="Web-{3BB420DE-1B11-4858-BAF2-6BD89672FE16}"/>
    <pc:docChg chg="addSld modSld addMainMaster delMainMaster">
      <pc:chgData name="Casey Michael Keven Crafford" userId="S::219169640@mycput.ac.za::f9986a50-489f-4f86-889e-f85d5bb3a8ad" providerId="AD" clId="Web-{3BB420DE-1B11-4858-BAF2-6BD89672FE16}" dt="2021-09-07T11:28:59.310" v="300"/>
      <pc:docMkLst>
        <pc:docMk/>
      </pc:docMkLst>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109857222" sldId="256"/>
        </pc:sldMkLst>
        <pc:spChg chg="mod ord">
          <ac:chgData name="Casey Michael Keven Crafford" userId="S::219169640@mycput.ac.za::f9986a50-489f-4f86-889e-f85d5bb3a8ad" providerId="AD" clId="Web-{3BB420DE-1B11-4858-BAF2-6BD89672FE16}" dt="2021-09-07T11:28:59.310" v="300"/>
          <ac:spMkLst>
            <pc:docMk/>
            <pc:sldMk cId="109857222" sldId="256"/>
            <ac:spMk id="3" creationId="{00000000-0000-0000-0000-000000000000}"/>
          </ac:spMkLst>
        </pc:spChg>
        <pc:spChg chg="mod ord">
          <ac:chgData name="Casey Michael Keven Crafford" userId="S::219169640@mycput.ac.za::f9986a50-489f-4f86-889e-f85d5bb3a8ad" providerId="AD" clId="Web-{3BB420DE-1B11-4858-BAF2-6BD89672FE16}" dt="2021-09-07T11:28:59.310" v="300"/>
          <ac:spMkLst>
            <pc:docMk/>
            <pc:sldMk cId="109857222" sldId="256"/>
            <ac:spMk id="6" creationId="{7C3CA36E-B93F-472C-AB18-EEFF055D50CA}"/>
          </ac:spMkLst>
        </pc:spChg>
        <pc:spChg chg="add del">
          <ac:chgData name="Casey Michael Keven Crafford" userId="S::219169640@mycput.ac.za::f9986a50-489f-4f86-889e-f85d5bb3a8ad" providerId="AD" clId="Web-{3BB420DE-1B11-4858-BAF2-6BD89672FE16}" dt="2021-09-07T11:28:59.310" v="300"/>
          <ac:spMkLst>
            <pc:docMk/>
            <pc:sldMk cId="109857222" sldId="256"/>
            <ac:spMk id="30" creationId="{09588DA8-065E-4F6F-8EFD-43104AB2E0CF}"/>
          </ac:spMkLst>
        </pc:spChg>
        <pc:spChg chg="add del">
          <ac:chgData name="Casey Michael Keven Crafford" userId="S::219169640@mycput.ac.za::f9986a50-489f-4f86-889e-f85d5bb3a8ad" providerId="AD" clId="Web-{3BB420DE-1B11-4858-BAF2-6BD89672FE16}" dt="2021-09-07T11:28:59.310" v="300"/>
          <ac:spMkLst>
            <pc:docMk/>
            <pc:sldMk cId="109857222" sldId="256"/>
            <ac:spMk id="31" creationId="{C4285719-470E-454C-AF62-8323075F1F5B}"/>
          </ac:spMkLst>
        </pc:spChg>
        <pc:spChg chg="add del">
          <ac:chgData name="Casey Michael Keven Crafford" userId="S::219169640@mycput.ac.za::f9986a50-489f-4f86-889e-f85d5bb3a8ad" providerId="AD" clId="Web-{3BB420DE-1B11-4858-BAF2-6BD89672FE16}" dt="2021-09-07T11:28:59.310" v="300"/>
          <ac:spMkLst>
            <pc:docMk/>
            <pc:sldMk cId="109857222" sldId="256"/>
            <ac:spMk id="32" creationId="{CD9FE4EF-C4D8-49A0-B2FF-81D8DB7D8A24}"/>
          </ac:spMkLst>
        </pc:spChg>
        <pc:spChg chg="add del">
          <ac:chgData name="Casey Michael Keven Crafford" userId="S::219169640@mycput.ac.za::f9986a50-489f-4f86-889e-f85d5bb3a8ad" providerId="AD" clId="Web-{3BB420DE-1B11-4858-BAF2-6BD89672FE16}" dt="2021-09-07T11:28:59.310" v="300"/>
          <ac:spMkLst>
            <pc:docMk/>
            <pc:sldMk cId="109857222" sldId="256"/>
            <ac:spMk id="33" creationId="{4300840D-0A0B-4512-BACA-B439D5B9C57C}"/>
          </ac:spMkLst>
        </pc:spChg>
        <pc:spChg chg="add del">
          <ac:chgData name="Casey Michael Keven Crafford" userId="S::219169640@mycput.ac.za::f9986a50-489f-4f86-889e-f85d5bb3a8ad" providerId="AD" clId="Web-{3BB420DE-1B11-4858-BAF2-6BD89672FE16}" dt="2021-09-07T11:28:59.310" v="300"/>
          <ac:spMkLst>
            <pc:docMk/>
            <pc:sldMk cId="109857222" sldId="256"/>
            <ac:spMk id="34" creationId="{D2B78728-A580-49A7-84F9-6EF6F583ADE0}"/>
          </ac:spMkLst>
        </pc:spChg>
        <pc:spChg chg="add del">
          <ac:chgData name="Casey Michael Keven Crafford" userId="S::219169640@mycput.ac.za::f9986a50-489f-4f86-889e-f85d5bb3a8ad" providerId="AD" clId="Web-{3BB420DE-1B11-4858-BAF2-6BD89672FE16}" dt="2021-09-07T11:28:59.310" v="300"/>
          <ac:spMkLst>
            <pc:docMk/>
            <pc:sldMk cId="109857222" sldId="256"/>
            <ac:spMk id="35" creationId="{38FAA1A1-D861-433F-88FA-1E9D6FD31D11}"/>
          </ac:spMkLst>
        </pc:spChg>
        <pc:spChg chg="add del">
          <ac:chgData name="Casey Michael Keven Crafford" userId="S::219169640@mycput.ac.za::f9986a50-489f-4f86-889e-f85d5bb3a8ad" providerId="AD" clId="Web-{3BB420DE-1B11-4858-BAF2-6BD89672FE16}" dt="2021-09-07T11:28:59.310" v="300"/>
          <ac:spMkLst>
            <pc:docMk/>
            <pc:sldMk cId="109857222" sldId="256"/>
            <ac:spMk id="36" creationId="{8D71EDA1-87BF-4D5D-AB79-F346FD19278A}"/>
          </ac:spMkLst>
        </pc:spChg>
      </pc:sldChg>
      <pc:sldChg chg="modSp mod modClrScheme chgLayout">
        <pc:chgData name="Casey Michael Keven Crafford" userId="S::219169640@mycput.ac.za::f9986a50-489f-4f86-889e-f85d5bb3a8ad" providerId="AD" clId="Web-{3BB420DE-1B11-4858-BAF2-6BD89672FE16}" dt="2021-09-07T11:28:59.310" v="300"/>
        <pc:sldMkLst>
          <pc:docMk/>
          <pc:sldMk cId="4247406594" sldId="257"/>
        </pc:sldMkLst>
        <pc:spChg chg="mod ord">
          <ac:chgData name="Casey Michael Keven Crafford" userId="S::219169640@mycput.ac.za::f9986a50-489f-4f86-889e-f85d5bb3a8ad" providerId="AD" clId="Web-{3BB420DE-1B11-4858-BAF2-6BD89672FE16}" dt="2021-09-07T11:28:59.310" v="300"/>
          <ac:spMkLst>
            <pc:docMk/>
            <pc:sldMk cId="4247406594" sldId="257"/>
            <ac:spMk id="2" creationId="{E2954338-85EA-4BE6-A527-76B198557B65}"/>
          </ac:spMkLst>
        </pc:spChg>
        <pc:graphicFrameChg chg="mod ord modGraphic">
          <ac:chgData name="Casey Michael Keven Crafford" userId="S::219169640@mycput.ac.za::f9986a50-489f-4f86-889e-f85d5bb3a8ad" providerId="AD" clId="Web-{3BB420DE-1B11-4858-BAF2-6BD89672FE16}" dt="2021-09-07T11:28:59.310" v="300"/>
          <ac:graphicFrameMkLst>
            <pc:docMk/>
            <pc:sldMk cId="4247406594" sldId="257"/>
            <ac:graphicFrameMk id="4" creationId="{B0191F57-00D1-4273-967A-C37CD1A82E05}"/>
          </ac:graphicFrameMkLst>
        </pc:graphicFrameChg>
      </pc:sldChg>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1338874783" sldId="258"/>
        </pc:sldMkLst>
        <pc:spChg chg="mod ord">
          <ac:chgData name="Casey Michael Keven Crafford" userId="S::219169640@mycput.ac.za::f9986a50-489f-4f86-889e-f85d5bb3a8ad" providerId="AD" clId="Web-{3BB420DE-1B11-4858-BAF2-6BD89672FE16}" dt="2021-09-07T11:28:59.310" v="300"/>
          <ac:spMkLst>
            <pc:docMk/>
            <pc:sldMk cId="1338874783" sldId="258"/>
            <ac:spMk id="2" creationId="{05422D28-B2D8-4D6C-9D9C-39DDCCEE5AD2}"/>
          </ac:spMkLst>
        </pc:spChg>
        <pc:spChg chg="mod ord">
          <ac:chgData name="Casey Michael Keven Crafford" userId="S::219169640@mycput.ac.za::f9986a50-489f-4f86-889e-f85d5bb3a8ad" providerId="AD" clId="Web-{3BB420DE-1B11-4858-BAF2-6BD89672FE16}" dt="2021-09-07T11:28:59.310" v="300"/>
          <ac:spMkLst>
            <pc:docMk/>
            <pc:sldMk cId="1338874783" sldId="258"/>
            <ac:spMk id="3" creationId="{D370DA46-E350-4D2E-9047-A3BE17318271}"/>
          </ac:spMkLst>
        </pc:spChg>
        <pc:spChg chg="add del">
          <ac:chgData name="Casey Michael Keven Crafford" userId="S::219169640@mycput.ac.za::f9986a50-489f-4f86-889e-f85d5bb3a8ad" providerId="AD" clId="Web-{3BB420DE-1B11-4858-BAF2-6BD89672FE16}" dt="2021-09-07T11:28:59.310" v="300"/>
          <ac:spMkLst>
            <pc:docMk/>
            <pc:sldMk cId="1338874783" sldId="258"/>
            <ac:spMk id="30" creationId="{46D6306C-ED4F-4AAE-B4A5-EEA6AFAD726E}"/>
          </ac:spMkLst>
        </pc:spChg>
        <pc:spChg chg="add del">
          <ac:chgData name="Casey Michael Keven Crafford" userId="S::219169640@mycput.ac.za::f9986a50-489f-4f86-889e-f85d5bb3a8ad" providerId="AD" clId="Web-{3BB420DE-1B11-4858-BAF2-6BD89672FE16}" dt="2021-09-07T11:28:59.310" v="300"/>
          <ac:spMkLst>
            <pc:docMk/>
            <pc:sldMk cId="1338874783" sldId="258"/>
            <ac:spMk id="31" creationId="{4508C0C5-2268-42B5-B3C8-4D0899E05F8C}"/>
          </ac:spMkLst>
        </pc:spChg>
        <pc:spChg chg="add del">
          <ac:chgData name="Casey Michael Keven Crafford" userId="S::219169640@mycput.ac.za::f9986a50-489f-4f86-889e-f85d5bb3a8ad" providerId="AD" clId="Web-{3BB420DE-1B11-4858-BAF2-6BD89672FE16}" dt="2021-09-07T11:28:59.310" v="300"/>
          <ac:spMkLst>
            <pc:docMk/>
            <pc:sldMk cId="1338874783" sldId="258"/>
            <ac:spMk id="36" creationId="{0EC5361D-F897-4856-B945-0455A365EB24}"/>
          </ac:spMkLst>
        </pc:spChg>
        <pc:spChg chg="add del">
          <ac:chgData name="Casey Michael Keven Crafford" userId="S::219169640@mycput.ac.za::f9986a50-489f-4f86-889e-f85d5bb3a8ad" providerId="AD" clId="Web-{3BB420DE-1B11-4858-BAF2-6BD89672FE16}" dt="2021-09-07T11:28:59.310" v="300"/>
          <ac:spMkLst>
            <pc:docMk/>
            <pc:sldMk cId="1338874783" sldId="258"/>
            <ac:spMk id="37" creationId="{9E914C83-E0D8-4953-92D5-169D28CB43AE}"/>
          </ac:spMkLst>
        </pc:spChg>
        <pc:spChg chg="add del">
          <ac:chgData name="Casey Michael Keven Crafford" userId="S::219169640@mycput.ac.za::f9986a50-489f-4f86-889e-f85d5bb3a8ad" providerId="AD" clId="Web-{3BB420DE-1B11-4858-BAF2-6BD89672FE16}" dt="2021-09-07T11:28:59.310" v="300"/>
          <ac:spMkLst>
            <pc:docMk/>
            <pc:sldMk cId="1338874783" sldId="258"/>
            <ac:spMk id="38" creationId="{141ACBDB-38F8-4B34-8183-BD95B4E55A62}"/>
          </ac:spMkLst>
        </pc:spChg>
        <pc:spChg chg="add del">
          <ac:chgData name="Casey Michael Keven Crafford" userId="S::219169640@mycput.ac.za::f9986a50-489f-4f86-889e-f85d5bb3a8ad" providerId="AD" clId="Web-{3BB420DE-1B11-4858-BAF2-6BD89672FE16}" dt="2021-09-07T11:28:59.310" v="300"/>
          <ac:spMkLst>
            <pc:docMk/>
            <pc:sldMk cId="1338874783" sldId="258"/>
            <ac:spMk id="39" creationId="{3512E083-F550-46AF-8490-767ECFD00CB7}"/>
          </ac:spMkLst>
        </pc:spChg>
        <pc:spChg chg="add del">
          <ac:chgData name="Casey Michael Keven Crafford" userId="S::219169640@mycput.ac.za::f9986a50-489f-4f86-889e-f85d5bb3a8ad" providerId="AD" clId="Web-{3BB420DE-1B11-4858-BAF2-6BD89672FE16}" dt="2021-09-07T11:28:59.310" v="300"/>
          <ac:spMkLst>
            <pc:docMk/>
            <pc:sldMk cId="1338874783" sldId="258"/>
            <ac:spMk id="40" creationId="{DE00DB52-3455-4E2F-867B-A6D0516E175B}"/>
          </ac:spMkLst>
        </pc:spChg>
      </pc:sldChg>
      <pc:sldChg chg="modSp mod modClrScheme chgLayout">
        <pc:chgData name="Casey Michael Keven Crafford" userId="S::219169640@mycput.ac.za::f9986a50-489f-4f86-889e-f85d5bb3a8ad" providerId="AD" clId="Web-{3BB420DE-1B11-4858-BAF2-6BD89672FE16}" dt="2021-09-07T11:28:59.310" v="300"/>
        <pc:sldMkLst>
          <pc:docMk/>
          <pc:sldMk cId="869728008" sldId="259"/>
        </pc:sldMkLst>
        <pc:spChg chg="mod ord">
          <ac:chgData name="Casey Michael Keven Crafford" userId="S::219169640@mycput.ac.za::f9986a50-489f-4f86-889e-f85d5bb3a8ad" providerId="AD" clId="Web-{3BB420DE-1B11-4858-BAF2-6BD89672FE16}" dt="2021-09-07T11:28:59.310" v="300"/>
          <ac:spMkLst>
            <pc:docMk/>
            <pc:sldMk cId="869728008" sldId="259"/>
            <ac:spMk id="2" creationId="{4F16291B-CA7F-4F02-8E95-E2E018453C95}"/>
          </ac:spMkLst>
        </pc:spChg>
        <pc:spChg chg="mod ord">
          <ac:chgData name="Casey Michael Keven Crafford" userId="S::219169640@mycput.ac.za::f9986a50-489f-4f86-889e-f85d5bb3a8ad" providerId="AD" clId="Web-{3BB420DE-1B11-4858-BAF2-6BD89672FE16}" dt="2021-09-07T11:28:59.310" v="300"/>
          <ac:spMkLst>
            <pc:docMk/>
            <pc:sldMk cId="869728008" sldId="259"/>
            <ac:spMk id="3" creationId="{A96F6E09-AB95-4521-A748-E5AACE9744AA}"/>
          </ac:spMkLst>
        </pc:spChg>
      </pc:sldChg>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3065796055" sldId="260"/>
        </pc:sldMkLst>
        <pc:spChg chg="mod ord">
          <ac:chgData name="Casey Michael Keven Crafford" userId="S::219169640@mycput.ac.za::f9986a50-489f-4f86-889e-f85d5bb3a8ad" providerId="AD" clId="Web-{3BB420DE-1B11-4858-BAF2-6BD89672FE16}" dt="2021-09-07T11:28:59.310" v="300"/>
          <ac:spMkLst>
            <pc:docMk/>
            <pc:sldMk cId="3065796055" sldId="260"/>
            <ac:spMk id="2" creationId="{28C57F1D-072F-48D1-933F-ED399285D270}"/>
          </ac:spMkLst>
        </pc:spChg>
        <pc:spChg chg="mod ord">
          <ac:chgData name="Casey Michael Keven Crafford" userId="S::219169640@mycput.ac.za::f9986a50-489f-4f86-889e-f85d5bb3a8ad" providerId="AD" clId="Web-{3BB420DE-1B11-4858-BAF2-6BD89672FE16}" dt="2021-09-07T11:28:59.310" v="300"/>
          <ac:spMkLst>
            <pc:docMk/>
            <pc:sldMk cId="3065796055" sldId="260"/>
            <ac:spMk id="3" creationId="{3ADC22AE-70D5-4E96-BA2B-297766D16D17}"/>
          </ac:spMkLst>
        </pc:spChg>
        <pc:spChg chg="add del">
          <ac:chgData name="Casey Michael Keven Crafford" userId="S::219169640@mycput.ac.za::f9986a50-489f-4f86-889e-f85d5bb3a8ad" providerId="AD" clId="Web-{3BB420DE-1B11-4858-BAF2-6BD89672FE16}" dt="2021-09-07T11:28:59.310" v="300"/>
          <ac:spMkLst>
            <pc:docMk/>
            <pc:sldMk cId="3065796055" sldId="260"/>
            <ac:spMk id="8" creationId="{4BC99CB9-DDAD-44A2-8A1C-E3AF4E72DF5C}"/>
          </ac:spMkLst>
        </pc:spChg>
        <pc:spChg chg="add del">
          <ac:chgData name="Casey Michael Keven Crafford" userId="S::219169640@mycput.ac.za::f9986a50-489f-4f86-889e-f85d5bb3a8ad" providerId="AD" clId="Web-{3BB420DE-1B11-4858-BAF2-6BD89672FE16}" dt="2021-09-07T11:28:59.310" v="300"/>
          <ac:spMkLst>
            <pc:docMk/>
            <pc:sldMk cId="3065796055" sldId="260"/>
            <ac:spMk id="10" creationId="{64053CBF-3932-45FF-8285-EE5146085F3A}"/>
          </ac:spMkLst>
        </pc:spChg>
        <pc:grpChg chg="add del">
          <ac:chgData name="Casey Michael Keven Crafford" userId="S::219169640@mycput.ac.za::f9986a50-489f-4f86-889e-f85d5bb3a8ad" providerId="AD" clId="Web-{3BB420DE-1B11-4858-BAF2-6BD89672FE16}" dt="2021-09-07T11:28:59.310" v="300"/>
          <ac:grpSpMkLst>
            <pc:docMk/>
            <pc:sldMk cId="3065796055" sldId="260"/>
            <ac:grpSpMk id="12" creationId="{2E751C04-BEA6-446B-A678-9C74819EBD4C}"/>
          </ac:grpSpMkLst>
        </pc:grpChg>
        <pc:grpChg chg="add del">
          <ac:chgData name="Casey Michael Keven Crafford" userId="S::219169640@mycput.ac.za::f9986a50-489f-4f86-889e-f85d5bb3a8ad" providerId="AD" clId="Web-{3BB420DE-1B11-4858-BAF2-6BD89672FE16}" dt="2021-09-07T11:28:59.310" v="300"/>
          <ac:grpSpMkLst>
            <pc:docMk/>
            <pc:sldMk cId="3065796055" sldId="260"/>
            <ac:grpSpMk id="18" creationId="{B63ACBA3-DEFD-4C6D-BBA0-64468FA99C2D}"/>
          </ac:grpSpMkLst>
        </pc:grpChg>
      </pc:sldChg>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3212344048" sldId="261"/>
        </pc:sldMkLst>
        <pc:spChg chg="mod ord">
          <ac:chgData name="Casey Michael Keven Crafford" userId="S::219169640@mycput.ac.za::f9986a50-489f-4f86-889e-f85d5bb3a8ad" providerId="AD" clId="Web-{3BB420DE-1B11-4858-BAF2-6BD89672FE16}" dt="2021-09-07T11:28:59.310" v="300"/>
          <ac:spMkLst>
            <pc:docMk/>
            <pc:sldMk cId="3212344048" sldId="261"/>
            <ac:spMk id="2" creationId="{F13DD23B-B8AC-4391-9555-C2B10A479854}"/>
          </ac:spMkLst>
        </pc:spChg>
        <pc:spChg chg="mod ord">
          <ac:chgData name="Casey Michael Keven Crafford" userId="S::219169640@mycput.ac.za::f9986a50-489f-4f86-889e-f85d5bb3a8ad" providerId="AD" clId="Web-{3BB420DE-1B11-4858-BAF2-6BD89672FE16}" dt="2021-09-07T11:28:59.310" v="300"/>
          <ac:spMkLst>
            <pc:docMk/>
            <pc:sldMk cId="3212344048" sldId="261"/>
            <ac:spMk id="3" creationId="{42446B08-11EE-455A-A82C-3C7E4F0225A3}"/>
          </ac:spMkLst>
        </pc:spChg>
        <pc:spChg chg="add del">
          <ac:chgData name="Casey Michael Keven Crafford" userId="S::219169640@mycput.ac.za::f9986a50-489f-4f86-889e-f85d5bb3a8ad" providerId="AD" clId="Web-{3BB420DE-1B11-4858-BAF2-6BD89672FE16}" dt="2021-09-07T11:28:59.310" v="300"/>
          <ac:spMkLst>
            <pc:docMk/>
            <pc:sldMk cId="3212344048" sldId="261"/>
            <ac:spMk id="45" creationId="{4BC99CB9-DDAD-44A2-8A1C-E3AF4E72DF5C}"/>
          </ac:spMkLst>
        </pc:spChg>
        <pc:spChg chg="add del">
          <ac:chgData name="Casey Michael Keven Crafford" userId="S::219169640@mycput.ac.za::f9986a50-489f-4f86-889e-f85d5bb3a8ad" providerId="AD" clId="Web-{3BB420DE-1B11-4858-BAF2-6BD89672FE16}" dt="2021-09-07T11:28:59.310" v="300"/>
          <ac:spMkLst>
            <pc:docMk/>
            <pc:sldMk cId="3212344048" sldId="261"/>
            <ac:spMk id="47" creationId="{1561AEE4-4E38-4BAC-976D-E0DE523FC5D1}"/>
          </ac:spMkLst>
        </pc:spChg>
        <pc:grpChg chg="add del">
          <ac:chgData name="Casey Michael Keven Crafford" userId="S::219169640@mycput.ac.za::f9986a50-489f-4f86-889e-f85d5bb3a8ad" providerId="AD" clId="Web-{3BB420DE-1B11-4858-BAF2-6BD89672FE16}" dt="2021-09-07T11:28:59.310" v="300"/>
          <ac:grpSpMkLst>
            <pc:docMk/>
            <pc:sldMk cId="3212344048" sldId="261"/>
            <ac:grpSpMk id="49" creationId="{F0BC676B-D19A-44DB-910A-0C0E6D433979}"/>
          </ac:grpSpMkLst>
        </pc:grpChg>
      </pc:sldChg>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4241949569" sldId="262"/>
        </pc:sldMkLst>
        <pc:spChg chg="mod ord">
          <ac:chgData name="Casey Michael Keven Crafford" userId="S::219169640@mycput.ac.za::f9986a50-489f-4f86-889e-f85d5bb3a8ad" providerId="AD" clId="Web-{3BB420DE-1B11-4858-BAF2-6BD89672FE16}" dt="2021-09-07T11:28:59.310" v="300"/>
          <ac:spMkLst>
            <pc:docMk/>
            <pc:sldMk cId="4241949569" sldId="262"/>
            <ac:spMk id="2" creationId="{19682C9E-0300-4A2C-A36D-1CD757BC2EF9}"/>
          </ac:spMkLst>
        </pc:spChg>
        <pc:spChg chg="mod ord">
          <ac:chgData name="Casey Michael Keven Crafford" userId="S::219169640@mycput.ac.za::f9986a50-489f-4f86-889e-f85d5bb3a8ad" providerId="AD" clId="Web-{3BB420DE-1B11-4858-BAF2-6BD89672FE16}" dt="2021-09-07T11:28:59.310" v="300"/>
          <ac:spMkLst>
            <pc:docMk/>
            <pc:sldMk cId="4241949569" sldId="262"/>
            <ac:spMk id="3" creationId="{885E6C03-A64F-4B20-B45F-2B7B8BE2A43A}"/>
          </ac:spMkLst>
        </pc:spChg>
        <pc:spChg chg="add del">
          <ac:chgData name="Casey Michael Keven Crafford" userId="S::219169640@mycput.ac.za::f9986a50-489f-4f86-889e-f85d5bb3a8ad" providerId="AD" clId="Web-{3BB420DE-1B11-4858-BAF2-6BD89672FE16}" dt="2021-09-07T11:28:59.310" v="300"/>
          <ac:spMkLst>
            <pc:docMk/>
            <pc:sldMk cId="4241949569" sldId="262"/>
            <ac:spMk id="16" creationId="{4BC99CB9-DDAD-44A2-8A1C-E3AF4E72DF5C}"/>
          </ac:spMkLst>
        </pc:spChg>
        <pc:spChg chg="add del">
          <ac:chgData name="Casey Michael Keven Crafford" userId="S::219169640@mycput.ac.za::f9986a50-489f-4f86-889e-f85d5bb3a8ad" providerId="AD" clId="Web-{3BB420DE-1B11-4858-BAF2-6BD89672FE16}" dt="2021-09-07T11:28:59.310" v="300"/>
          <ac:spMkLst>
            <pc:docMk/>
            <pc:sldMk cId="4241949569" sldId="262"/>
            <ac:spMk id="18" creationId="{1561AEE4-4E38-4BAC-976D-E0DE523FC5D1}"/>
          </ac:spMkLst>
        </pc:spChg>
        <pc:grpChg chg="add del">
          <ac:chgData name="Casey Michael Keven Crafford" userId="S::219169640@mycput.ac.za::f9986a50-489f-4f86-889e-f85d5bb3a8ad" providerId="AD" clId="Web-{3BB420DE-1B11-4858-BAF2-6BD89672FE16}" dt="2021-09-07T11:28:59.310" v="300"/>
          <ac:grpSpMkLst>
            <pc:docMk/>
            <pc:sldMk cId="4241949569" sldId="262"/>
            <ac:grpSpMk id="20" creationId="{F0BC676B-D19A-44DB-910A-0C0E6D433979}"/>
          </ac:grpSpMkLst>
        </pc:grpChg>
      </pc:sldChg>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422156484" sldId="263"/>
        </pc:sldMkLst>
        <pc:spChg chg="mod ord">
          <ac:chgData name="Casey Michael Keven Crafford" userId="S::219169640@mycput.ac.za::f9986a50-489f-4f86-889e-f85d5bb3a8ad" providerId="AD" clId="Web-{3BB420DE-1B11-4858-BAF2-6BD89672FE16}" dt="2021-09-07T11:28:59.310" v="300"/>
          <ac:spMkLst>
            <pc:docMk/>
            <pc:sldMk cId="422156484" sldId="263"/>
            <ac:spMk id="2" creationId="{25BDE725-FFCA-4E0B-BF23-252D74FB6A99}"/>
          </ac:spMkLst>
        </pc:spChg>
        <pc:spChg chg="mod ord">
          <ac:chgData name="Casey Michael Keven Crafford" userId="S::219169640@mycput.ac.za::f9986a50-489f-4f86-889e-f85d5bb3a8ad" providerId="AD" clId="Web-{3BB420DE-1B11-4858-BAF2-6BD89672FE16}" dt="2021-09-07T11:28:59.310" v="300"/>
          <ac:spMkLst>
            <pc:docMk/>
            <pc:sldMk cId="422156484" sldId="263"/>
            <ac:spMk id="3" creationId="{151AB9C6-699C-4EC7-9A9B-5C84522E5BF2}"/>
          </ac:spMkLst>
        </pc:spChg>
        <pc:spChg chg="add del">
          <ac:chgData name="Casey Michael Keven Crafford" userId="S::219169640@mycput.ac.za::f9986a50-489f-4f86-889e-f85d5bb3a8ad" providerId="AD" clId="Web-{3BB420DE-1B11-4858-BAF2-6BD89672FE16}" dt="2021-09-07T11:28:59.310" v="300"/>
          <ac:spMkLst>
            <pc:docMk/>
            <pc:sldMk cId="422156484" sldId="263"/>
            <ac:spMk id="5" creationId="{4BC99CB9-DDAD-44A2-8A1C-E3AF4E72DF5C}"/>
          </ac:spMkLst>
        </pc:spChg>
        <pc:spChg chg="add del">
          <ac:chgData name="Casey Michael Keven Crafford" userId="S::219169640@mycput.ac.za::f9986a50-489f-4f86-889e-f85d5bb3a8ad" providerId="AD" clId="Web-{3BB420DE-1B11-4858-BAF2-6BD89672FE16}" dt="2021-09-07T11:28:59.310" v="300"/>
          <ac:spMkLst>
            <pc:docMk/>
            <pc:sldMk cId="422156484" sldId="263"/>
            <ac:spMk id="6" creationId="{64053CBF-3932-45FF-8285-EE5146085F3A}"/>
          </ac:spMkLst>
        </pc:spChg>
        <pc:grpChg chg="add del">
          <ac:chgData name="Casey Michael Keven Crafford" userId="S::219169640@mycput.ac.za::f9986a50-489f-4f86-889e-f85d5bb3a8ad" providerId="AD" clId="Web-{3BB420DE-1B11-4858-BAF2-6BD89672FE16}" dt="2021-09-07T11:28:59.310" v="300"/>
          <ac:grpSpMkLst>
            <pc:docMk/>
            <pc:sldMk cId="422156484" sldId="263"/>
            <ac:grpSpMk id="7" creationId="{2E751C04-BEA6-446B-A678-9C74819EBD4C}"/>
          </ac:grpSpMkLst>
        </pc:grpChg>
        <pc:grpChg chg="add del">
          <ac:chgData name="Casey Michael Keven Crafford" userId="S::219169640@mycput.ac.za::f9986a50-489f-4f86-889e-f85d5bb3a8ad" providerId="AD" clId="Web-{3BB420DE-1B11-4858-BAF2-6BD89672FE16}" dt="2021-09-07T11:28:59.310" v="300"/>
          <ac:grpSpMkLst>
            <pc:docMk/>
            <pc:sldMk cId="422156484" sldId="263"/>
            <ac:grpSpMk id="18" creationId="{B63ACBA3-DEFD-4C6D-BBA0-64468FA99C2D}"/>
          </ac:grpSpMkLst>
        </pc:grpChg>
      </pc:sldChg>
      <pc:sldChg chg="modSp mod modClrScheme chgLayout">
        <pc:chgData name="Casey Michael Keven Crafford" userId="S::219169640@mycput.ac.za::f9986a50-489f-4f86-889e-f85d5bb3a8ad" providerId="AD" clId="Web-{3BB420DE-1B11-4858-BAF2-6BD89672FE16}" dt="2021-09-07T11:28:59.310" v="300"/>
        <pc:sldMkLst>
          <pc:docMk/>
          <pc:sldMk cId="2310592609" sldId="264"/>
        </pc:sldMkLst>
        <pc:spChg chg="mod ord">
          <ac:chgData name="Casey Michael Keven Crafford" userId="S::219169640@mycput.ac.za::f9986a50-489f-4f86-889e-f85d5bb3a8ad" providerId="AD" clId="Web-{3BB420DE-1B11-4858-BAF2-6BD89672FE16}" dt="2021-09-07T11:28:59.310" v="300"/>
          <ac:spMkLst>
            <pc:docMk/>
            <pc:sldMk cId="2310592609" sldId="264"/>
            <ac:spMk id="4" creationId="{B6AA3B79-1E2D-4AE9-9508-F088B2C83DDD}"/>
          </ac:spMkLst>
        </pc:spChg>
        <pc:spChg chg="mod ord">
          <ac:chgData name="Casey Michael Keven Crafford" userId="S::219169640@mycput.ac.za::f9986a50-489f-4f86-889e-f85d5bb3a8ad" providerId="AD" clId="Web-{3BB420DE-1B11-4858-BAF2-6BD89672FE16}" dt="2021-09-07T11:28:59.310" v="300"/>
          <ac:spMkLst>
            <pc:docMk/>
            <pc:sldMk cId="2310592609" sldId="264"/>
            <ac:spMk id="5" creationId="{3C9C9683-F775-434C-BED2-A14C79070892}"/>
          </ac:spMkLst>
        </pc:spChg>
        <pc:spChg chg="mod">
          <ac:chgData name="Casey Michael Keven Crafford" userId="S::219169640@mycput.ac.za::f9986a50-489f-4f86-889e-f85d5bb3a8ad" providerId="AD" clId="Web-{3BB420DE-1B11-4858-BAF2-6BD89672FE16}" dt="2021-09-07T11:17:22.877" v="255" actId="20577"/>
          <ac:spMkLst>
            <pc:docMk/>
            <pc:sldMk cId="2310592609" sldId="264"/>
            <ac:spMk id="7" creationId="{FEE893D3-FBA5-4070-BCE5-E42E17AE3650}"/>
          </ac:spMkLst>
        </pc:spChg>
      </pc:sldChg>
      <pc:sldChg chg="modSp mod modClrScheme chgLayout">
        <pc:chgData name="Casey Michael Keven Crafford" userId="S::219169640@mycput.ac.za::f9986a50-489f-4f86-889e-f85d5bb3a8ad" providerId="AD" clId="Web-{3BB420DE-1B11-4858-BAF2-6BD89672FE16}" dt="2021-09-07T11:28:59.310" v="300"/>
        <pc:sldMkLst>
          <pc:docMk/>
          <pc:sldMk cId="3182990411" sldId="265"/>
        </pc:sldMkLst>
        <pc:spChg chg="mod ord">
          <ac:chgData name="Casey Michael Keven Crafford" userId="S::219169640@mycput.ac.za::f9986a50-489f-4f86-889e-f85d5bb3a8ad" providerId="AD" clId="Web-{3BB420DE-1B11-4858-BAF2-6BD89672FE16}" dt="2021-09-07T11:28:59.310" v="300"/>
          <ac:spMkLst>
            <pc:docMk/>
            <pc:sldMk cId="3182990411" sldId="265"/>
            <ac:spMk id="2" creationId="{A6F24992-7331-49AB-BB5A-8D99F1DA7F5D}"/>
          </ac:spMkLst>
        </pc:spChg>
        <pc:spChg chg="mod ord">
          <ac:chgData name="Casey Michael Keven Crafford" userId="S::219169640@mycput.ac.za::f9986a50-489f-4f86-889e-f85d5bb3a8ad" providerId="AD" clId="Web-{3BB420DE-1B11-4858-BAF2-6BD89672FE16}" dt="2021-09-07T11:28:59.310" v="300"/>
          <ac:spMkLst>
            <pc:docMk/>
            <pc:sldMk cId="3182990411" sldId="265"/>
            <ac:spMk id="3" creationId="{85851513-D478-41BF-BFFC-904AF922419F}"/>
          </ac:spMkLst>
        </pc:spChg>
      </pc:sldChg>
      <pc:sldChg chg="addSp delSp modSp mod modClrScheme delDesignElem chgLayout">
        <pc:chgData name="Casey Michael Keven Crafford" userId="S::219169640@mycput.ac.za::f9986a50-489f-4f86-889e-f85d5bb3a8ad" providerId="AD" clId="Web-{3BB420DE-1B11-4858-BAF2-6BD89672FE16}" dt="2021-09-07T11:28:59.310" v="300"/>
        <pc:sldMkLst>
          <pc:docMk/>
          <pc:sldMk cId="1969048829" sldId="266"/>
        </pc:sldMkLst>
        <pc:spChg chg="mod ord">
          <ac:chgData name="Casey Michael Keven Crafford" userId="S::219169640@mycput.ac.za::f9986a50-489f-4f86-889e-f85d5bb3a8ad" providerId="AD" clId="Web-{3BB420DE-1B11-4858-BAF2-6BD89672FE16}" dt="2021-09-07T11:28:59.310" v="300"/>
          <ac:spMkLst>
            <pc:docMk/>
            <pc:sldMk cId="1969048829" sldId="266"/>
            <ac:spMk id="2" creationId="{786B5FC7-2317-4705-A951-E9B31707D244}"/>
          </ac:spMkLst>
        </pc:spChg>
        <pc:spChg chg="mod ord">
          <ac:chgData name="Casey Michael Keven Crafford" userId="S::219169640@mycput.ac.za::f9986a50-489f-4f86-889e-f85d5bb3a8ad" providerId="AD" clId="Web-{3BB420DE-1B11-4858-BAF2-6BD89672FE16}" dt="2021-09-07T11:28:59.310" v="300"/>
          <ac:spMkLst>
            <pc:docMk/>
            <pc:sldMk cId="1969048829" sldId="266"/>
            <ac:spMk id="3" creationId="{91E6AEC3-72D4-4521-9470-0CA853E59D52}"/>
          </ac:spMkLst>
        </pc:spChg>
        <pc:spChg chg="add del">
          <ac:chgData name="Casey Michael Keven Crafford" userId="S::219169640@mycput.ac.za::f9986a50-489f-4f86-889e-f85d5bb3a8ad" providerId="AD" clId="Web-{3BB420DE-1B11-4858-BAF2-6BD89672FE16}" dt="2021-09-07T11:28:59.310" v="300"/>
          <ac:spMkLst>
            <pc:docMk/>
            <pc:sldMk cId="1969048829" sldId="266"/>
            <ac:spMk id="5" creationId="{1B15ED52-F352-441B-82BF-E0EA34836D08}"/>
          </ac:spMkLst>
        </pc:spChg>
        <pc:spChg chg="add del">
          <ac:chgData name="Casey Michael Keven Crafford" userId="S::219169640@mycput.ac.za::f9986a50-489f-4f86-889e-f85d5bb3a8ad" providerId="AD" clId="Web-{3BB420DE-1B11-4858-BAF2-6BD89672FE16}" dt="2021-09-07T11:28:59.310" v="300"/>
          <ac:spMkLst>
            <pc:docMk/>
            <pc:sldMk cId="1969048829" sldId="266"/>
            <ac:spMk id="6" creationId="{3B2E3793-BFE6-45A2-9B7B-E18844431C99}"/>
          </ac:spMkLst>
        </pc:spChg>
        <pc:spChg chg="add del">
          <ac:chgData name="Casey Michael Keven Crafford" userId="S::219169640@mycput.ac.za::f9986a50-489f-4f86-889e-f85d5bb3a8ad" providerId="AD" clId="Web-{3BB420DE-1B11-4858-BAF2-6BD89672FE16}" dt="2021-09-07T11:28:59.310" v="300"/>
          <ac:spMkLst>
            <pc:docMk/>
            <pc:sldMk cId="1969048829" sldId="266"/>
            <ac:spMk id="7" creationId="{BC4C4868-CB8F-4AF9-9CDB-8108F2C19B67}"/>
          </ac:spMkLst>
        </pc:spChg>
        <pc:spChg chg="add del">
          <ac:chgData name="Casey Michael Keven Crafford" userId="S::219169640@mycput.ac.za::f9986a50-489f-4f86-889e-f85d5bb3a8ad" providerId="AD" clId="Web-{3BB420DE-1B11-4858-BAF2-6BD89672FE16}" dt="2021-09-07T11:28:59.310" v="300"/>
          <ac:spMkLst>
            <pc:docMk/>
            <pc:sldMk cId="1969048829" sldId="266"/>
            <ac:spMk id="9" creationId="{375E0459-6403-40CD-989D-56A4407CA12E}"/>
          </ac:spMkLst>
        </pc:spChg>
        <pc:spChg chg="add del">
          <ac:chgData name="Casey Michael Keven Crafford" userId="S::219169640@mycput.ac.za::f9986a50-489f-4f86-889e-f85d5bb3a8ad" providerId="AD" clId="Web-{3BB420DE-1B11-4858-BAF2-6BD89672FE16}" dt="2021-09-07T11:28:59.310" v="300"/>
          <ac:spMkLst>
            <pc:docMk/>
            <pc:sldMk cId="1969048829" sldId="266"/>
            <ac:spMk id="11" creationId="{53E5B1A8-3AC9-4BD1-9BBC-78CA94F2D1BA}"/>
          </ac:spMkLst>
        </pc:spChg>
      </pc:sldChg>
      <pc:sldChg chg="modSp mod modClrScheme chgLayout">
        <pc:chgData name="Casey Michael Keven Crafford" userId="S::219169640@mycput.ac.za::f9986a50-489f-4f86-889e-f85d5bb3a8ad" providerId="AD" clId="Web-{3BB420DE-1B11-4858-BAF2-6BD89672FE16}" dt="2021-09-07T11:28:59.310" v="300"/>
        <pc:sldMkLst>
          <pc:docMk/>
          <pc:sldMk cId="436603215" sldId="267"/>
        </pc:sldMkLst>
        <pc:spChg chg="mod ord">
          <ac:chgData name="Casey Michael Keven Crafford" userId="S::219169640@mycput.ac.za::f9986a50-489f-4f86-889e-f85d5bb3a8ad" providerId="AD" clId="Web-{3BB420DE-1B11-4858-BAF2-6BD89672FE16}" dt="2021-09-07T11:28:59.310" v="300"/>
          <ac:spMkLst>
            <pc:docMk/>
            <pc:sldMk cId="436603215" sldId="267"/>
            <ac:spMk id="2" creationId="{CEE30F1B-17F6-47FF-8344-912DA8CD0772}"/>
          </ac:spMkLst>
        </pc:spChg>
        <pc:spChg chg="mod ord">
          <ac:chgData name="Casey Michael Keven Crafford" userId="S::219169640@mycput.ac.za::f9986a50-489f-4f86-889e-f85d5bb3a8ad" providerId="AD" clId="Web-{3BB420DE-1B11-4858-BAF2-6BD89672FE16}" dt="2021-09-07T11:28:59.310" v="300"/>
          <ac:spMkLst>
            <pc:docMk/>
            <pc:sldMk cId="436603215" sldId="267"/>
            <ac:spMk id="3" creationId="{005F8C3F-9497-4722-836E-B89FAC4AE710}"/>
          </ac:spMkLst>
        </pc:spChg>
      </pc:sldChg>
      <pc:sldChg chg="modSp mod modClrScheme chgLayout">
        <pc:chgData name="Casey Michael Keven Crafford" userId="S::219169640@mycput.ac.za::f9986a50-489f-4f86-889e-f85d5bb3a8ad" providerId="AD" clId="Web-{3BB420DE-1B11-4858-BAF2-6BD89672FE16}" dt="2021-09-07T11:28:59.310" v="300"/>
        <pc:sldMkLst>
          <pc:docMk/>
          <pc:sldMk cId="261546201" sldId="268"/>
        </pc:sldMkLst>
        <pc:spChg chg="mod ord">
          <ac:chgData name="Casey Michael Keven Crafford" userId="S::219169640@mycput.ac.za::f9986a50-489f-4f86-889e-f85d5bb3a8ad" providerId="AD" clId="Web-{3BB420DE-1B11-4858-BAF2-6BD89672FE16}" dt="2021-09-07T11:28:59.310" v="300"/>
          <ac:spMkLst>
            <pc:docMk/>
            <pc:sldMk cId="261546201" sldId="268"/>
            <ac:spMk id="2" creationId="{980B273B-EE7F-4AD3-89D7-BF5A70909D70}"/>
          </ac:spMkLst>
        </pc:spChg>
        <pc:spChg chg="mod ord">
          <ac:chgData name="Casey Michael Keven Crafford" userId="S::219169640@mycput.ac.za::f9986a50-489f-4f86-889e-f85d5bb3a8ad" providerId="AD" clId="Web-{3BB420DE-1B11-4858-BAF2-6BD89672FE16}" dt="2021-09-07T11:28:59.310" v="300"/>
          <ac:spMkLst>
            <pc:docMk/>
            <pc:sldMk cId="261546201" sldId="268"/>
            <ac:spMk id="3" creationId="{3E7849BF-392A-40A8-AD93-0BDE460DE7CF}"/>
          </ac:spMkLst>
        </pc:spChg>
      </pc:sldChg>
      <pc:sldChg chg="modSp mod modClrScheme chgLayout">
        <pc:chgData name="Casey Michael Keven Crafford" userId="S::219169640@mycput.ac.za::f9986a50-489f-4f86-889e-f85d5bb3a8ad" providerId="AD" clId="Web-{3BB420DE-1B11-4858-BAF2-6BD89672FE16}" dt="2021-09-07T11:28:59.310" v="300"/>
        <pc:sldMkLst>
          <pc:docMk/>
          <pc:sldMk cId="3879672453" sldId="269"/>
        </pc:sldMkLst>
        <pc:spChg chg="mod ord">
          <ac:chgData name="Casey Michael Keven Crafford" userId="S::219169640@mycput.ac.za::f9986a50-489f-4f86-889e-f85d5bb3a8ad" providerId="AD" clId="Web-{3BB420DE-1B11-4858-BAF2-6BD89672FE16}" dt="2021-09-07T11:28:59.310" v="300"/>
          <ac:spMkLst>
            <pc:docMk/>
            <pc:sldMk cId="3879672453" sldId="269"/>
            <ac:spMk id="2" creationId="{586F03C4-3641-4D90-92BC-3412D5C32824}"/>
          </ac:spMkLst>
        </pc:spChg>
        <pc:spChg chg="mod ord">
          <ac:chgData name="Casey Michael Keven Crafford" userId="S::219169640@mycput.ac.za::f9986a50-489f-4f86-889e-f85d5bb3a8ad" providerId="AD" clId="Web-{3BB420DE-1B11-4858-BAF2-6BD89672FE16}" dt="2021-09-07T11:28:59.310" v="300"/>
          <ac:spMkLst>
            <pc:docMk/>
            <pc:sldMk cId="3879672453" sldId="269"/>
            <ac:spMk id="3" creationId="{A710A66A-5CE2-4714-96BC-8D70C2AFCB56}"/>
          </ac:spMkLst>
        </pc:spChg>
      </pc:sldChg>
      <pc:sldChg chg="modSp new mod modClrScheme chgLayout">
        <pc:chgData name="Casey Michael Keven Crafford" userId="S::219169640@mycput.ac.za::f9986a50-489f-4f86-889e-f85d5bb3a8ad" providerId="AD" clId="Web-{3BB420DE-1B11-4858-BAF2-6BD89672FE16}" dt="2021-09-07T11:28:59.310" v="300"/>
        <pc:sldMkLst>
          <pc:docMk/>
          <pc:sldMk cId="3970326179" sldId="270"/>
        </pc:sldMkLst>
        <pc:spChg chg="mod ord">
          <ac:chgData name="Casey Michael Keven Crafford" userId="S::219169640@mycput.ac.za::f9986a50-489f-4f86-889e-f85d5bb3a8ad" providerId="AD" clId="Web-{3BB420DE-1B11-4858-BAF2-6BD89672FE16}" dt="2021-09-07T11:28:59.310" v="300"/>
          <ac:spMkLst>
            <pc:docMk/>
            <pc:sldMk cId="3970326179" sldId="270"/>
            <ac:spMk id="2" creationId="{B1F71494-894D-4840-AB6D-E27423A0B4B3}"/>
          </ac:spMkLst>
        </pc:spChg>
        <pc:spChg chg="mod ord">
          <ac:chgData name="Casey Michael Keven Crafford" userId="S::219169640@mycput.ac.za::f9986a50-489f-4f86-889e-f85d5bb3a8ad" providerId="AD" clId="Web-{3BB420DE-1B11-4858-BAF2-6BD89672FE16}" dt="2021-09-07T11:28:59.310" v="300"/>
          <ac:spMkLst>
            <pc:docMk/>
            <pc:sldMk cId="3970326179" sldId="270"/>
            <ac:spMk id="3" creationId="{161061F4-E518-4423-A8A6-72CEC9550011}"/>
          </ac:spMkLst>
        </pc:spChg>
      </pc:sldChg>
      <pc:sldChg chg="modSp new mod modClrScheme chgLayout">
        <pc:chgData name="Casey Michael Keven Crafford" userId="S::219169640@mycput.ac.za::f9986a50-489f-4f86-889e-f85d5bb3a8ad" providerId="AD" clId="Web-{3BB420DE-1B11-4858-BAF2-6BD89672FE16}" dt="2021-09-07T11:28:59.310" v="300"/>
        <pc:sldMkLst>
          <pc:docMk/>
          <pc:sldMk cId="1430873671" sldId="271"/>
        </pc:sldMkLst>
        <pc:spChg chg="mod ord">
          <ac:chgData name="Casey Michael Keven Crafford" userId="S::219169640@mycput.ac.za::f9986a50-489f-4f86-889e-f85d5bb3a8ad" providerId="AD" clId="Web-{3BB420DE-1B11-4858-BAF2-6BD89672FE16}" dt="2021-09-07T11:28:59.310" v="300"/>
          <ac:spMkLst>
            <pc:docMk/>
            <pc:sldMk cId="1430873671" sldId="271"/>
            <ac:spMk id="2" creationId="{9F8A9200-A698-462B-8E28-889730B8491B}"/>
          </ac:spMkLst>
        </pc:spChg>
        <pc:spChg chg="mod ord">
          <ac:chgData name="Casey Michael Keven Crafford" userId="S::219169640@mycput.ac.za::f9986a50-489f-4f86-889e-f85d5bb3a8ad" providerId="AD" clId="Web-{3BB420DE-1B11-4858-BAF2-6BD89672FE16}" dt="2021-09-07T11:28:59.310" v="300"/>
          <ac:spMkLst>
            <pc:docMk/>
            <pc:sldMk cId="1430873671" sldId="271"/>
            <ac:spMk id="3" creationId="{1E6F4270-19D8-4F90-9903-777DCB361B22}"/>
          </ac:spMkLst>
        </pc:spChg>
      </pc:sldChg>
      <pc:sldMasterChg chg="add del addSldLayout delSldLayout">
        <pc:chgData name="Casey Michael Keven Crafford" userId="S::219169640@mycput.ac.za::f9986a50-489f-4f86-889e-f85d5bb3a8ad" providerId="AD" clId="Web-{3BB420DE-1B11-4858-BAF2-6BD89672FE16}" dt="2021-09-07T11:28:59.310" v="300"/>
        <pc:sldMasterMkLst>
          <pc:docMk/>
          <pc:sldMasterMk cId="422428710" sldId="2147483684"/>
        </pc:sldMasterMkLst>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941893377" sldId="2147483685"/>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2006373035" sldId="2147483686"/>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4275072907" sldId="2147483687"/>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1445155823" sldId="2147483688"/>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3184423461" sldId="2147483689"/>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2303624506" sldId="2147483690"/>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3944790219" sldId="2147483691"/>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3280265131" sldId="2147483692"/>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2143326807" sldId="2147483693"/>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2157619556" sldId="2147483694"/>
          </pc:sldLayoutMkLst>
        </pc:sldLayoutChg>
        <pc:sldLayoutChg chg="add del">
          <pc:chgData name="Casey Michael Keven Crafford" userId="S::219169640@mycput.ac.za::f9986a50-489f-4f86-889e-f85d5bb3a8ad" providerId="AD" clId="Web-{3BB420DE-1B11-4858-BAF2-6BD89672FE16}" dt="2021-09-07T11:28:59.310" v="300"/>
          <pc:sldLayoutMkLst>
            <pc:docMk/>
            <pc:sldMasterMk cId="422428710" sldId="2147483684"/>
            <pc:sldLayoutMk cId="1297391508" sldId="2147483695"/>
          </pc:sldLayoutMkLst>
        </pc:sldLayoutChg>
      </pc:sldMasterChg>
      <pc:sldMasterChg chg="add del addSldLayout delSldLayout modSldLayout">
        <pc:chgData name="Casey Michael Keven Crafford" userId="S::219169640@mycput.ac.za::f9986a50-489f-4f86-889e-f85d5bb3a8ad" providerId="AD" clId="Web-{3BB420DE-1B11-4858-BAF2-6BD89672FE16}" dt="2021-09-07T11:28:59.310" v="300"/>
        <pc:sldMasterMkLst>
          <pc:docMk/>
          <pc:sldMasterMk cId="2438410692" sldId="2147483696"/>
        </pc:sldMasterMkLst>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3140747901" sldId="2147483697"/>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1056231256" sldId="2147483698"/>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1305748086" sldId="2147483699"/>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343289514" sldId="2147483700"/>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741567537" sldId="2147483701"/>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1429373501" sldId="2147483702"/>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2253271238" sldId="2147483703"/>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3273938690" sldId="2147483704"/>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3583260806" sldId="2147483705"/>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3360614044" sldId="2147483706"/>
          </pc:sldLayoutMkLst>
        </pc:sldLayoutChg>
        <pc:sldLayoutChg chg="add del mod replId">
          <pc:chgData name="Casey Michael Keven Crafford" userId="S::219169640@mycput.ac.za::f9986a50-489f-4f86-889e-f85d5bb3a8ad" providerId="AD" clId="Web-{3BB420DE-1B11-4858-BAF2-6BD89672FE16}" dt="2021-09-07T11:28:59.310" v="300"/>
          <pc:sldLayoutMkLst>
            <pc:docMk/>
            <pc:sldMasterMk cId="2438410692" sldId="2147483696"/>
            <pc:sldLayoutMk cId="242083835" sldId="2147483707"/>
          </pc:sldLayoutMkLst>
        </pc:sldLayoutChg>
      </pc:sldMasterChg>
    </pc:docChg>
  </pc:docChgLst>
  <pc:docChgLst>
    <pc:chgData name="Melven Johannes Booysen" userId="S::219201277@mycput.ac.za::786fa234-875d-4214-87fd-5d50b57d43ce" providerId="AD" clId="Web-{AE17894C-1F84-4720-8454-8B0A9C5E8904}"/>
    <pc:docChg chg="modSld">
      <pc:chgData name="Melven Johannes Booysen" userId="S::219201277@mycput.ac.za::786fa234-875d-4214-87fd-5d50b57d43ce" providerId="AD" clId="Web-{AE17894C-1F84-4720-8454-8B0A9C5E8904}" dt="2021-09-05T14:54:03.967" v="1"/>
      <pc:docMkLst>
        <pc:docMk/>
      </pc:docMkLst>
      <pc:sldChg chg="addSp delSp">
        <pc:chgData name="Melven Johannes Booysen" userId="S::219201277@mycput.ac.za::786fa234-875d-4214-87fd-5d50b57d43ce" providerId="AD" clId="Web-{AE17894C-1F84-4720-8454-8B0A9C5E8904}" dt="2021-09-05T14:54:03.967" v="1"/>
        <pc:sldMkLst>
          <pc:docMk/>
          <pc:sldMk cId="109857222" sldId="256"/>
        </pc:sldMkLst>
        <pc:spChg chg="add del">
          <ac:chgData name="Melven Johannes Booysen" userId="S::219201277@mycput.ac.za::786fa234-875d-4214-87fd-5d50b57d43ce" providerId="AD" clId="Web-{AE17894C-1F84-4720-8454-8B0A9C5E8904}" dt="2021-09-05T14:54:03.967" v="1"/>
          <ac:spMkLst>
            <pc:docMk/>
            <pc:sldMk cId="109857222" sldId="256"/>
            <ac:spMk id="4" creationId="{796CBBB3-8C59-4732-8EA7-C35A90D0F716}"/>
          </ac:spMkLst>
        </pc:spChg>
      </pc:sldChg>
    </pc:docChg>
  </pc:docChgLst>
  <pc:docChgLst>
    <pc:chgData name="Casey Michael Keven Crafford" userId="S::219169640@mycput.ac.za::f9986a50-489f-4f86-889e-f85d5bb3a8ad" providerId="AD" clId="Web-{44C77EEE-6AAD-4939-B670-4659A8A48EC0}"/>
    <pc:docChg chg="addSld modSld sldOrd">
      <pc:chgData name="Casey Michael Keven Crafford" userId="S::219169640@mycput.ac.za::f9986a50-489f-4f86-889e-f85d5bb3a8ad" providerId="AD" clId="Web-{44C77EEE-6AAD-4939-B670-4659A8A48EC0}" dt="2021-09-07T18:27:02.768" v="565" actId="20577"/>
      <pc:docMkLst>
        <pc:docMk/>
      </pc:docMkLst>
      <pc:sldChg chg="modSp">
        <pc:chgData name="Casey Michael Keven Crafford" userId="S::219169640@mycput.ac.za::f9986a50-489f-4f86-889e-f85d5bb3a8ad" providerId="AD" clId="Web-{44C77EEE-6AAD-4939-B670-4659A8A48EC0}" dt="2021-09-07T17:43:24.084" v="389" actId="20577"/>
        <pc:sldMkLst>
          <pc:docMk/>
          <pc:sldMk cId="436603215" sldId="267"/>
        </pc:sldMkLst>
        <pc:spChg chg="mod">
          <ac:chgData name="Casey Michael Keven Crafford" userId="S::219169640@mycput.ac.za::f9986a50-489f-4f86-889e-f85d5bb3a8ad" providerId="AD" clId="Web-{44C77EEE-6AAD-4939-B670-4659A8A48EC0}" dt="2021-09-07T17:43:24.084" v="389" actId="20577"/>
          <ac:spMkLst>
            <pc:docMk/>
            <pc:sldMk cId="436603215" sldId="267"/>
            <ac:spMk id="3" creationId="{005F8C3F-9497-4722-836E-B89FAC4AE710}"/>
          </ac:spMkLst>
        </pc:spChg>
      </pc:sldChg>
      <pc:sldChg chg="modSp ord">
        <pc:chgData name="Casey Michael Keven Crafford" userId="S::219169640@mycput.ac.za::f9986a50-489f-4f86-889e-f85d5bb3a8ad" providerId="AD" clId="Web-{44C77EEE-6AAD-4939-B670-4659A8A48EC0}" dt="2021-09-07T18:23:32.980" v="491"/>
        <pc:sldMkLst>
          <pc:docMk/>
          <pc:sldMk cId="1430873671" sldId="271"/>
        </pc:sldMkLst>
        <pc:spChg chg="mod">
          <ac:chgData name="Casey Michael Keven Crafford" userId="S::219169640@mycput.ac.za::f9986a50-489f-4f86-889e-f85d5bb3a8ad" providerId="AD" clId="Web-{44C77EEE-6AAD-4939-B670-4659A8A48EC0}" dt="2021-09-07T17:38:44.071" v="252" actId="20577"/>
          <ac:spMkLst>
            <pc:docMk/>
            <pc:sldMk cId="1430873671" sldId="271"/>
            <ac:spMk id="2" creationId="{9F8A9200-A698-462B-8E28-889730B8491B}"/>
          </ac:spMkLst>
        </pc:spChg>
        <pc:spChg chg="mod">
          <ac:chgData name="Casey Michael Keven Crafford" userId="S::219169640@mycput.ac.za::f9986a50-489f-4f86-889e-f85d5bb3a8ad" providerId="AD" clId="Web-{44C77EEE-6AAD-4939-B670-4659A8A48EC0}" dt="2021-09-07T17:45:01.774" v="489" actId="20577"/>
          <ac:spMkLst>
            <pc:docMk/>
            <pc:sldMk cId="1430873671" sldId="271"/>
            <ac:spMk id="3" creationId="{1E6F4270-19D8-4F90-9903-777DCB361B22}"/>
          </ac:spMkLst>
        </pc:spChg>
      </pc:sldChg>
      <pc:sldChg chg="addSp delSp modSp new mod setBg">
        <pc:chgData name="Casey Michael Keven Crafford" userId="S::219169640@mycput.ac.za::f9986a50-489f-4f86-889e-f85d5bb3a8ad" providerId="AD" clId="Web-{44C77EEE-6AAD-4939-B670-4659A8A48EC0}" dt="2021-09-07T18:27:02.768" v="565" actId="20577"/>
        <pc:sldMkLst>
          <pc:docMk/>
          <pc:sldMk cId="2828050706" sldId="272"/>
        </pc:sldMkLst>
        <pc:spChg chg="mod">
          <ac:chgData name="Casey Michael Keven Crafford" userId="S::219169640@mycput.ac.za::f9986a50-489f-4f86-889e-f85d5bb3a8ad" providerId="AD" clId="Web-{44C77EEE-6AAD-4939-B670-4659A8A48EC0}" dt="2021-09-07T18:25:34.967" v="548" actId="1076"/>
          <ac:spMkLst>
            <pc:docMk/>
            <pc:sldMk cId="2828050706" sldId="272"/>
            <ac:spMk id="2" creationId="{9A1D5423-AA5B-447E-A2A7-0622F91E90A0}"/>
          </ac:spMkLst>
        </pc:spChg>
        <pc:spChg chg="del">
          <ac:chgData name="Casey Michael Keven Crafford" userId="S::219169640@mycput.ac.za::f9986a50-489f-4f86-889e-f85d5bb3a8ad" providerId="AD" clId="Web-{44C77EEE-6AAD-4939-B670-4659A8A48EC0}" dt="2021-09-07T18:23:49.090" v="494"/>
          <ac:spMkLst>
            <pc:docMk/>
            <pc:sldMk cId="2828050706" sldId="272"/>
            <ac:spMk id="3" creationId="{2A98089F-87C4-42B5-8DB3-01225B075506}"/>
          </ac:spMkLst>
        </pc:spChg>
        <pc:spChg chg="add del mod">
          <ac:chgData name="Casey Michael Keven Crafford" userId="S::219169640@mycput.ac.za::f9986a50-489f-4f86-889e-f85d5bb3a8ad" providerId="AD" clId="Web-{44C77EEE-6AAD-4939-B670-4659A8A48EC0}" dt="2021-09-07T18:25:27.670" v="546"/>
          <ac:spMkLst>
            <pc:docMk/>
            <pc:sldMk cId="2828050706" sldId="272"/>
            <ac:spMk id="4" creationId="{B58BF850-7D89-4DB2-B67F-1E48E8EF0C93}"/>
          </ac:spMkLst>
        </pc:spChg>
        <pc:spChg chg="add del">
          <ac:chgData name="Casey Michael Keven Crafford" userId="S::219169640@mycput.ac.za::f9986a50-489f-4f86-889e-f85d5bb3a8ad" providerId="AD" clId="Web-{44C77EEE-6AAD-4939-B670-4659A8A48EC0}" dt="2021-09-07T18:25:48.359" v="550"/>
          <ac:spMkLst>
            <pc:docMk/>
            <pc:sldMk cId="2828050706" sldId="272"/>
            <ac:spMk id="5" creationId="{5C960E1A-6E9B-4AB9-ACA3-675C3519AA52}"/>
          </ac:spMkLst>
        </pc:spChg>
        <pc:spChg chg="add mod">
          <ac:chgData name="Casey Michael Keven Crafford" userId="S::219169640@mycput.ac.za::f9986a50-489f-4f86-889e-f85d5bb3a8ad" providerId="AD" clId="Web-{44C77EEE-6AAD-4939-B670-4659A8A48EC0}" dt="2021-09-07T18:25:57.563" v="554" actId="20577"/>
          <ac:spMkLst>
            <pc:docMk/>
            <pc:sldMk cId="2828050706" sldId="272"/>
            <ac:spMk id="6" creationId="{7AA7A195-F005-4EE9-9507-5C63B0E0C488}"/>
          </ac:spMkLst>
        </pc:spChg>
        <pc:spChg chg="add mod">
          <ac:chgData name="Casey Michael Keven Crafford" userId="S::219169640@mycput.ac.za::f9986a50-489f-4f86-889e-f85d5bb3a8ad" providerId="AD" clId="Web-{44C77EEE-6AAD-4939-B670-4659A8A48EC0}" dt="2021-09-07T18:27:02.768" v="565" actId="20577"/>
          <ac:spMkLst>
            <pc:docMk/>
            <pc:sldMk cId="2828050706" sldId="272"/>
            <ac:spMk id="8" creationId="{D56FFFF4-D797-4D43-A454-B0FBBFC37D4E}"/>
          </ac:spMkLst>
        </pc:spChg>
        <pc:spChg chg="add">
          <ac:chgData name="Casey Michael Keven Crafford" userId="S::219169640@mycput.ac.za::f9986a50-489f-4f86-889e-f85d5bb3a8ad" providerId="AD" clId="Web-{44C77EEE-6AAD-4939-B670-4659A8A48EC0}" dt="2021-09-07T18:23:49.090" v="494"/>
          <ac:spMkLst>
            <pc:docMk/>
            <pc:sldMk cId="2828050706" sldId="272"/>
            <ac:spMk id="10" creationId="{7905BA41-EE6E-4F80-8636-447F22DD729A}"/>
          </ac:spMkLst>
        </pc:spChg>
        <pc:spChg chg="add">
          <ac:chgData name="Casey Michael Keven Crafford" userId="S::219169640@mycput.ac.za::f9986a50-489f-4f86-889e-f85d5bb3a8ad" providerId="AD" clId="Web-{44C77EEE-6AAD-4939-B670-4659A8A48EC0}" dt="2021-09-07T18:23:49.090" v="494"/>
          <ac:spMkLst>
            <pc:docMk/>
            <pc:sldMk cId="2828050706" sldId="272"/>
            <ac:spMk id="12" creationId="{CD7549B2-EE05-4558-8C64-AC46755F2B25}"/>
          </ac:spMkLst>
        </pc:spChg>
        <pc:picChg chg="add">
          <ac:chgData name="Casey Michael Keven Crafford" userId="S::219169640@mycput.ac.za::f9986a50-489f-4f86-889e-f85d5bb3a8ad" providerId="AD" clId="Web-{44C77EEE-6AAD-4939-B670-4659A8A48EC0}" dt="2021-09-07T18:23:49.090" v="494"/>
          <ac:picMkLst>
            <pc:docMk/>
            <pc:sldMk cId="2828050706" sldId="272"/>
            <ac:picMk id="7" creationId="{EBFCF696-E044-4CB8-852D-1993C03DA4FD}"/>
          </ac:picMkLst>
        </pc:picChg>
      </pc:sldChg>
    </pc:docChg>
  </pc:docChgLst>
  <pc:docChgLst>
    <pc:chgData name="Melven Johannes Booysen" userId="S::219201277@mycput.ac.za::786fa234-875d-4214-87fd-5d50b57d43ce" providerId="AD" clId="Web-{BD9864D4-5B28-493A-89E1-2A43A5AF7A29}"/>
    <pc:docChg chg="addSld modSld">
      <pc:chgData name="Melven Johannes Booysen" userId="S::219201277@mycput.ac.za::786fa234-875d-4214-87fd-5d50b57d43ce" providerId="AD" clId="Web-{BD9864D4-5B28-493A-89E1-2A43A5AF7A29}" dt="2021-09-05T15:36:21.258" v="313"/>
      <pc:docMkLst>
        <pc:docMk/>
      </pc:docMkLst>
      <pc:sldChg chg="addSp delSp modSp">
        <pc:chgData name="Melven Johannes Booysen" userId="S::219201277@mycput.ac.za::786fa234-875d-4214-87fd-5d50b57d43ce" providerId="AD" clId="Web-{BD9864D4-5B28-493A-89E1-2A43A5AF7A29}" dt="2021-09-05T15:27:28.164" v="233" actId="20577"/>
        <pc:sldMkLst>
          <pc:docMk/>
          <pc:sldMk cId="109857222" sldId="256"/>
        </pc:sldMkLst>
        <pc:spChg chg="del mod">
          <ac:chgData name="Melven Johannes Booysen" userId="S::219201277@mycput.ac.za::786fa234-875d-4214-87fd-5d50b57d43ce" providerId="AD" clId="Web-{BD9864D4-5B28-493A-89E1-2A43A5AF7A29}" dt="2021-09-05T15:21:17.483" v="200"/>
          <ac:spMkLst>
            <pc:docMk/>
            <pc:sldMk cId="109857222" sldId="256"/>
            <ac:spMk id="2" creationId="{00000000-0000-0000-0000-000000000000}"/>
          </ac:spMkLst>
        </pc:spChg>
        <pc:spChg chg="mod">
          <ac:chgData name="Melven Johannes Booysen" userId="S::219201277@mycput.ac.za::786fa234-875d-4214-87fd-5d50b57d43ce" providerId="AD" clId="Web-{BD9864D4-5B28-493A-89E1-2A43A5AF7A29}" dt="2021-09-05T15:22:55.064" v="229" actId="1076"/>
          <ac:spMkLst>
            <pc:docMk/>
            <pc:sldMk cId="109857222" sldId="256"/>
            <ac:spMk id="3" creationId="{00000000-0000-0000-0000-000000000000}"/>
          </ac:spMkLst>
        </pc:spChg>
        <pc:spChg chg="add del mod">
          <ac:chgData name="Melven Johannes Booysen" userId="S::219201277@mycput.ac.za::786fa234-875d-4214-87fd-5d50b57d43ce" providerId="AD" clId="Web-{BD9864D4-5B28-493A-89E1-2A43A5AF7A29}" dt="2021-09-05T15:07:14.977" v="65"/>
          <ac:spMkLst>
            <pc:docMk/>
            <pc:sldMk cId="109857222" sldId="256"/>
            <ac:spMk id="4" creationId="{08BF48FB-5005-43B6-A6CE-DDA8DBF9F0E8}"/>
          </ac:spMkLst>
        </pc:spChg>
        <pc:spChg chg="add mod">
          <ac:chgData name="Melven Johannes Booysen" userId="S::219201277@mycput.ac.za::786fa234-875d-4214-87fd-5d50b57d43ce" providerId="AD" clId="Web-{BD9864D4-5B28-493A-89E1-2A43A5AF7A29}" dt="2021-09-05T15:27:28.164" v="233" actId="20577"/>
          <ac:spMkLst>
            <pc:docMk/>
            <pc:sldMk cId="109857222" sldId="256"/>
            <ac:spMk id="6" creationId="{7C3CA36E-B93F-472C-AB18-EEFF055D50CA}"/>
          </ac:spMkLst>
        </pc:spChg>
        <pc:spChg chg="add">
          <ac:chgData name="Melven Johannes Booysen" userId="S::219201277@mycput.ac.za::786fa234-875d-4214-87fd-5d50b57d43ce" providerId="AD" clId="Web-{BD9864D4-5B28-493A-89E1-2A43A5AF7A29}" dt="2021-09-05T15:01:40.062" v="6"/>
          <ac:spMkLst>
            <pc:docMk/>
            <pc:sldMk cId="109857222" sldId="256"/>
            <ac:spMk id="30" creationId="{09588DA8-065E-4F6F-8EFD-43104AB2E0CF}"/>
          </ac:spMkLst>
        </pc:spChg>
        <pc:spChg chg="add">
          <ac:chgData name="Melven Johannes Booysen" userId="S::219201277@mycput.ac.za::786fa234-875d-4214-87fd-5d50b57d43ce" providerId="AD" clId="Web-{BD9864D4-5B28-493A-89E1-2A43A5AF7A29}" dt="2021-09-05T15:01:40.062" v="6"/>
          <ac:spMkLst>
            <pc:docMk/>
            <pc:sldMk cId="109857222" sldId="256"/>
            <ac:spMk id="31" creationId="{C4285719-470E-454C-AF62-8323075F1F5B}"/>
          </ac:spMkLst>
        </pc:spChg>
        <pc:spChg chg="add">
          <ac:chgData name="Melven Johannes Booysen" userId="S::219201277@mycput.ac.za::786fa234-875d-4214-87fd-5d50b57d43ce" providerId="AD" clId="Web-{BD9864D4-5B28-493A-89E1-2A43A5AF7A29}" dt="2021-09-05T15:01:40.062" v="6"/>
          <ac:spMkLst>
            <pc:docMk/>
            <pc:sldMk cId="109857222" sldId="256"/>
            <ac:spMk id="32" creationId="{CD9FE4EF-C4D8-49A0-B2FF-81D8DB7D8A24}"/>
          </ac:spMkLst>
        </pc:spChg>
        <pc:spChg chg="add">
          <ac:chgData name="Melven Johannes Booysen" userId="S::219201277@mycput.ac.za::786fa234-875d-4214-87fd-5d50b57d43ce" providerId="AD" clId="Web-{BD9864D4-5B28-493A-89E1-2A43A5AF7A29}" dt="2021-09-05T15:01:40.062" v="6"/>
          <ac:spMkLst>
            <pc:docMk/>
            <pc:sldMk cId="109857222" sldId="256"/>
            <ac:spMk id="33" creationId="{4300840D-0A0B-4512-BACA-B439D5B9C57C}"/>
          </ac:spMkLst>
        </pc:spChg>
        <pc:spChg chg="add">
          <ac:chgData name="Melven Johannes Booysen" userId="S::219201277@mycput.ac.za::786fa234-875d-4214-87fd-5d50b57d43ce" providerId="AD" clId="Web-{BD9864D4-5B28-493A-89E1-2A43A5AF7A29}" dt="2021-09-05T15:01:40.062" v="6"/>
          <ac:spMkLst>
            <pc:docMk/>
            <pc:sldMk cId="109857222" sldId="256"/>
            <ac:spMk id="34" creationId="{D2B78728-A580-49A7-84F9-6EF6F583ADE0}"/>
          </ac:spMkLst>
        </pc:spChg>
        <pc:spChg chg="add">
          <ac:chgData name="Melven Johannes Booysen" userId="S::219201277@mycput.ac.za::786fa234-875d-4214-87fd-5d50b57d43ce" providerId="AD" clId="Web-{BD9864D4-5B28-493A-89E1-2A43A5AF7A29}" dt="2021-09-05T15:01:40.062" v="6"/>
          <ac:spMkLst>
            <pc:docMk/>
            <pc:sldMk cId="109857222" sldId="256"/>
            <ac:spMk id="35" creationId="{38FAA1A1-D861-433F-88FA-1E9D6FD31D11}"/>
          </ac:spMkLst>
        </pc:spChg>
        <pc:spChg chg="add">
          <ac:chgData name="Melven Johannes Booysen" userId="S::219201277@mycput.ac.za::786fa234-875d-4214-87fd-5d50b57d43ce" providerId="AD" clId="Web-{BD9864D4-5B28-493A-89E1-2A43A5AF7A29}" dt="2021-09-05T15:01:40.062" v="6"/>
          <ac:spMkLst>
            <pc:docMk/>
            <pc:sldMk cId="109857222" sldId="256"/>
            <ac:spMk id="36" creationId="{8D71EDA1-87BF-4D5D-AB79-F346FD19278A}"/>
          </ac:spMkLst>
        </pc:spChg>
      </pc:sldChg>
      <pc:sldChg chg="modSp">
        <pc:chgData name="Melven Johannes Booysen" userId="S::219201277@mycput.ac.za::786fa234-875d-4214-87fd-5d50b57d43ce" providerId="AD" clId="Web-{BD9864D4-5B28-493A-89E1-2A43A5AF7A29}" dt="2021-09-05T15:36:21.258" v="313"/>
        <pc:sldMkLst>
          <pc:docMk/>
          <pc:sldMk cId="4247406594" sldId="257"/>
        </pc:sldMkLst>
        <pc:graphicFrameChg chg="mod modGraphic">
          <ac:chgData name="Melven Johannes Booysen" userId="S::219201277@mycput.ac.za::786fa234-875d-4214-87fd-5d50b57d43ce" providerId="AD" clId="Web-{BD9864D4-5B28-493A-89E1-2A43A5AF7A29}" dt="2021-09-05T15:36:21.258" v="313"/>
          <ac:graphicFrameMkLst>
            <pc:docMk/>
            <pc:sldMk cId="4247406594" sldId="257"/>
            <ac:graphicFrameMk id="4" creationId="{B0191F57-00D1-4273-967A-C37CD1A82E05}"/>
          </ac:graphicFrameMkLst>
        </pc:graphicFrameChg>
      </pc:sldChg>
      <pc:sldChg chg="addSp delSp modSp mod setBg">
        <pc:chgData name="Melven Johannes Booysen" userId="S::219201277@mycput.ac.za::786fa234-875d-4214-87fd-5d50b57d43ce" providerId="AD" clId="Web-{BD9864D4-5B28-493A-89E1-2A43A5AF7A29}" dt="2021-09-05T15:31:23.422" v="272" actId="1076"/>
        <pc:sldMkLst>
          <pc:docMk/>
          <pc:sldMk cId="1338874783" sldId="258"/>
        </pc:sldMkLst>
        <pc:spChg chg="mod">
          <ac:chgData name="Melven Johannes Booysen" userId="S::219201277@mycput.ac.za::786fa234-875d-4214-87fd-5d50b57d43ce" providerId="AD" clId="Web-{BD9864D4-5B28-493A-89E1-2A43A5AF7A29}" dt="2021-09-05T15:31:16.844" v="271" actId="1076"/>
          <ac:spMkLst>
            <pc:docMk/>
            <pc:sldMk cId="1338874783" sldId="258"/>
            <ac:spMk id="2" creationId="{05422D28-B2D8-4D6C-9D9C-39DDCCEE5AD2}"/>
          </ac:spMkLst>
        </pc:spChg>
        <pc:spChg chg="mod">
          <ac:chgData name="Melven Johannes Booysen" userId="S::219201277@mycput.ac.za::786fa234-875d-4214-87fd-5d50b57d43ce" providerId="AD" clId="Web-{BD9864D4-5B28-493A-89E1-2A43A5AF7A29}" dt="2021-09-05T15:31:23.422" v="272" actId="1076"/>
          <ac:spMkLst>
            <pc:docMk/>
            <pc:sldMk cId="1338874783" sldId="258"/>
            <ac:spMk id="3" creationId="{D370DA46-E350-4D2E-9047-A3BE17318271}"/>
          </ac:spMkLst>
        </pc:spChg>
        <pc:spChg chg="add del">
          <ac:chgData name="Melven Johannes Booysen" userId="S::219201277@mycput.ac.za::786fa234-875d-4214-87fd-5d50b57d43ce" providerId="AD" clId="Web-{BD9864D4-5B28-493A-89E1-2A43A5AF7A29}" dt="2021-09-05T15:03:20.549" v="11"/>
          <ac:spMkLst>
            <pc:docMk/>
            <pc:sldMk cId="1338874783" sldId="258"/>
            <ac:spMk id="4" creationId="{EE30A2FD-3C12-4B94-A29C-509958EF6CDB}"/>
          </ac:spMkLst>
        </pc:spChg>
        <pc:spChg chg="add del">
          <ac:chgData name="Melven Johannes Booysen" userId="S::219201277@mycput.ac.za::786fa234-875d-4214-87fd-5d50b57d43ce" providerId="AD" clId="Web-{BD9864D4-5B28-493A-89E1-2A43A5AF7A29}" dt="2021-09-05T15:09:50.872" v="96"/>
          <ac:spMkLst>
            <pc:docMk/>
            <pc:sldMk cId="1338874783" sldId="258"/>
            <ac:spMk id="5" creationId="{1B15ED52-F352-441B-82BF-E0EA34836D08}"/>
          </ac:spMkLst>
        </pc:spChg>
        <pc:spChg chg="add del">
          <ac:chgData name="Melven Johannes Booysen" userId="S::219201277@mycput.ac.za::786fa234-875d-4214-87fd-5d50b57d43ce" providerId="AD" clId="Web-{BD9864D4-5B28-493A-89E1-2A43A5AF7A29}" dt="2021-09-05T15:09:50.872" v="96"/>
          <ac:spMkLst>
            <pc:docMk/>
            <pc:sldMk cId="1338874783" sldId="258"/>
            <ac:spMk id="6" creationId="{3B2E3793-BFE6-45A2-9B7B-E18844431C99}"/>
          </ac:spMkLst>
        </pc:spChg>
        <pc:spChg chg="add del">
          <ac:chgData name="Melven Johannes Booysen" userId="S::219201277@mycput.ac.za::786fa234-875d-4214-87fd-5d50b57d43ce" providerId="AD" clId="Web-{BD9864D4-5B28-493A-89E1-2A43A5AF7A29}" dt="2021-09-05T15:09:50.872" v="96"/>
          <ac:spMkLst>
            <pc:docMk/>
            <pc:sldMk cId="1338874783" sldId="258"/>
            <ac:spMk id="7" creationId="{BC4C4868-CB8F-4AF9-9CDB-8108F2C19B67}"/>
          </ac:spMkLst>
        </pc:spChg>
        <pc:spChg chg="add">
          <ac:chgData name="Melven Johannes Booysen" userId="S::219201277@mycput.ac.za::786fa234-875d-4214-87fd-5d50b57d43ce" providerId="AD" clId="Web-{BD9864D4-5B28-493A-89E1-2A43A5AF7A29}" dt="2021-09-05T14:59:31.106" v="2"/>
          <ac:spMkLst>
            <pc:docMk/>
            <pc:sldMk cId="1338874783" sldId="258"/>
            <ac:spMk id="8" creationId="{09588DA8-065E-4F6F-8EFD-43104AB2E0CF}"/>
          </ac:spMkLst>
        </pc:spChg>
        <pc:spChg chg="add del">
          <ac:chgData name="Melven Johannes Booysen" userId="S::219201277@mycput.ac.za::786fa234-875d-4214-87fd-5d50b57d43ce" providerId="AD" clId="Web-{BD9864D4-5B28-493A-89E1-2A43A5AF7A29}" dt="2021-09-05T15:09:50.872" v="96"/>
          <ac:spMkLst>
            <pc:docMk/>
            <pc:sldMk cId="1338874783" sldId="258"/>
            <ac:spMk id="9" creationId="{375E0459-6403-40CD-989D-56A4407CA12E}"/>
          </ac:spMkLst>
        </pc:spChg>
        <pc:spChg chg="add">
          <ac:chgData name="Melven Johannes Booysen" userId="S::219201277@mycput.ac.za::786fa234-875d-4214-87fd-5d50b57d43ce" providerId="AD" clId="Web-{BD9864D4-5B28-493A-89E1-2A43A5AF7A29}" dt="2021-09-05T14:59:31.106" v="2"/>
          <ac:spMkLst>
            <pc:docMk/>
            <pc:sldMk cId="1338874783" sldId="258"/>
            <ac:spMk id="10" creationId="{C4285719-470E-454C-AF62-8323075F1F5B}"/>
          </ac:spMkLst>
        </pc:spChg>
        <pc:spChg chg="add del">
          <ac:chgData name="Melven Johannes Booysen" userId="S::219201277@mycput.ac.za::786fa234-875d-4214-87fd-5d50b57d43ce" providerId="AD" clId="Web-{BD9864D4-5B28-493A-89E1-2A43A5AF7A29}" dt="2021-09-05T15:09:50.872" v="96"/>
          <ac:spMkLst>
            <pc:docMk/>
            <pc:sldMk cId="1338874783" sldId="258"/>
            <ac:spMk id="11" creationId="{53E5B1A8-3AC9-4BD1-9BBC-78CA94F2D1BA}"/>
          </ac:spMkLst>
        </pc:spChg>
        <pc:spChg chg="add">
          <ac:chgData name="Melven Johannes Booysen" userId="S::219201277@mycput.ac.za::786fa234-875d-4214-87fd-5d50b57d43ce" providerId="AD" clId="Web-{BD9864D4-5B28-493A-89E1-2A43A5AF7A29}" dt="2021-09-05T14:59:31.106" v="2"/>
          <ac:spMkLst>
            <pc:docMk/>
            <pc:sldMk cId="1338874783" sldId="258"/>
            <ac:spMk id="12" creationId="{CD9FE4EF-C4D8-49A0-B2FF-81D8DB7D8A24}"/>
          </ac:spMkLst>
        </pc:spChg>
        <pc:spChg chg="add del">
          <ac:chgData name="Melven Johannes Booysen" userId="S::219201277@mycput.ac.za::786fa234-875d-4214-87fd-5d50b57d43ce" providerId="AD" clId="Web-{BD9864D4-5B28-493A-89E1-2A43A5AF7A29}" dt="2021-09-05T15:29:29.464" v="236"/>
          <ac:spMkLst>
            <pc:docMk/>
            <pc:sldMk cId="1338874783" sldId="258"/>
            <ac:spMk id="13" creationId="{33CD251C-A887-4D2F-925B-FC097198538B}"/>
          </ac:spMkLst>
        </pc:spChg>
        <pc:spChg chg="add">
          <ac:chgData name="Melven Johannes Booysen" userId="S::219201277@mycput.ac.za::786fa234-875d-4214-87fd-5d50b57d43ce" providerId="AD" clId="Web-{BD9864D4-5B28-493A-89E1-2A43A5AF7A29}" dt="2021-09-05T14:59:31.106" v="2"/>
          <ac:spMkLst>
            <pc:docMk/>
            <pc:sldMk cId="1338874783" sldId="258"/>
            <ac:spMk id="14" creationId="{4300840D-0A0B-4512-BACA-B439D5B9C57C}"/>
          </ac:spMkLst>
        </pc:spChg>
        <pc:spChg chg="add">
          <ac:chgData name="Melven Johannes Booysen" userId="S::219201277@mycput.ac.za::786fa234-875d-4214-87fd-5d50b57d43ce" providerId="AD" clId="Web-{BD9864D4-5B28-493A-89E1-2A43A5AF7A29}" dt="2021-09-05T14:59:31.106" v="2"/>
          <ac:spMkLst>
            <pc:docMk/>
            <pc:sldMk cId="1338874783" sldId="258"/>
            <ac:spMk id="16" creationId="{D2B78728-A580-49A7-84F9-6EF6F583ADE0}"/>
          </ac:spMkLst>
        </pc:spChg>
        <pc:spChg chg="add">
          <ac:chgData name="Melven Johannes Booysen" userId="S::219201277@mycput.ac.za::786fa234-875d-4214-87fd-5d50b57d43ce" providerId="AD" clId="Web-{BD9864D4-5B28-493A-89E1-2A43A5AF7A29}" dt="2021-09-05T14:59:31.106" v="2"/>
          <ac:spMkLst>
            <pc:docMk/>
            <pc:sldMk cId="1338874783" sldId="258"/>
            <ac:spMk id="18" creationId="{38FAA1A1-D861-433F-88FA-1E9D6FD31D11}"/>
          </ac:spMkLst>
        </pc:spChg>
        <pc:spChg chg="add">
          <ac:chgData name="Melven Johannes Booysen" userId="S::219201277@mycput.ac.za::786fa234-875d-4214-87fd-5d50b57d43ce" providerId="AD" clId="Web-{BD9864D4-5B28-493A-89E1-2A43A5AF7A29}" dt="2021-09-05T14:59:31.106" v="2"/>
          <ac:spMkLst>
            <pc:docMk/>
            <pc:sldMk cId="1338874783" sldId="258"/>
            <ac:spMk id="20" creationId="{8D71EDA1-87BF-4D5D-AB79-F346FD19278A}"/>
          </ac:spMkLst>
        </pc:spChg>
        <pc:spChg chg="add del mod">
          <ac:chgData name="Melven Johannes Booysen" userId="S::219201277@mycput.ac.za::786fa234-875d-4214-87fd-5d50b57d43ce" providerId="AD" clId="Web-{BD9864D4-5B28-493A-89E1-2A43A5AF7A29}" dt="2021-09-05T15:10:22.576" v="102"/>
          <ac:spMkLst>
            <pc:docMk/>
            <pc:sldMk cId="1338874783" sldId="258"/>
            <ac:spMk id="21" creationId="{8A334B92-3FDA-4598-BB14-1972337FBE79}"/>
          </ac:spMkLst>
        </pc:spChg>
        <pc:spChg chg="add del">
          <ac:chgData name="Melven Johannes Booysen" userId="S::219201277@mycput.ac.za::786fa234-875d-4214-87fd-5d50b57d43ce" providerId="AD" clId="Web-{BD9864D4-5B28-493A-89E1-2A43A5AF7A29}" dt="2021-09-05T15:29:29.464" v="236"/>
          <ac:spMkLst>
            <pc:docMk/>
            <pc:sldMk cId="1338874783" sldId="258"/>
            <ac:spMk id="22" creationId="{662A3FAA-D056-4098-8115-EA61EAF068CF}"/>
          </ac:spMkLst>
        </pc:spChg>
        <pc:spChg chg="add del">
          <ac:chgData name="Melven Johannes Booysen" userId="S::219201277@mycput.ac.za::786fa234-875d-4214-87fd-5d50b57d43ce" providerId="AD" clId="Web-{BD9864D4-5B28-493A-89E1-2A43A5AF7A29}" dt="2021-09-05T15:10:08.544" v="99"/>
          <ac:spMkLst>
            <pc:docMk/>
            <pc:sldMk cId="1338874783" sldId="258"/>
            <ac:spMk id="23" creationId="{7A623F7D-30BE-4CD9-A500-25027DD9DF16}"/>
          </ac:spMkLst>
        </pc:spChg>
        <pc:spChg chg="add del mod">
          <ac:chgData name="Melven Johannes Booysen" userId="S::219201277@mycput.ac.za::786fa234-875d-4214-87fd-5d50b57d43ce" providerId="AD" clId="Web-{BD9864D4-5B28-493A-89E1-2A43A5AF7A29}" dt="2021-09-05T15:13:13.517" v="157"/>
          <ac:spMkLst>
            <pc:docMk/>
            <pc:sldMk cId="1338874783" sldId="258"/>
            <ac:spMk id="24" creationId="{74DED14A-3500-4884-ACDD-575821C8A885}"/>
          </ac:spMkLst>
        </pc:spChg>
        <pc:spChg chg="add del">
          <ac:chgData name="Melven Johannes Booysen" userId="S::219201277@mycput.ac.za::786fa234-875d-4214-87fd-5d50b57d43ce" providerId="AD" clId="Web-{BD9864D4-5B28-493A-89E1-2A43A5AF7A29}" dt="2021-09-05T15:14:29.832" v="187"/>
          <ac:spMkLst>
            <pc:docMk/>
            <pc:sldMk cId="1338874783" sldId="258"/>
            <ac:spMk id="25" creationId="{0AD5FDCA-B49A-41BE-91AD-0B4EB839ED7B}"/>
          </ac:spMkLst>
        </pc:spChg>
        <pc:spChg chg="add del">
          <ac:chgData name="Melven Johannes Booysen" userId="S::219201277@mycput.ac.za::786fa234-875d-4214-87fd-5d50b57d43ce" providerId="AD" clId="Web-{BD9864D4-5B28-493A-89E1-2A43A5AF7A29}" dt="2021-09-05T15:15:23.489" v="191"/>
          <ac:spMkLst>
            <pc:docMk/>
            <pc:sldMk cId="1338874783" sldId="258"/>
            <ac:spMk id="26" creationId="{B5084AF9-E166-4711-B96D-A0D3836553DE}"/>
          </ac:spMkLst>
        </pc:spChg>
        <pc:spChg chg="add del">
          <ac:chgData name="Melven Johannes Booysen" userId="S::219201277@mycput.ac.za::786fa234-875d-4214-87fd-5d50b57d43ce" providerId="AD" clId="Web-{BD9864D4-5B28-493A-89E1-2A43A5AF7A29}" dt="2021-09-05T15:15:20.364" v="190"/>
          <ac:spMkLst>
            <pc:docMk/>
            <pc:sldMk cId="1338874783" sldId="258"/>
            <ac:spMk id="27" creationId="{30D15576-680C-4934-97DF-69BDC0F75F2B}"/>
          </ac:spMkLst>
        </pc:spChg>
        <pc:spChg chg="add del">
          <ac:chgData name="Melven Johannes Booysen" userId="S::219201277@mycput.ac.za::786fa234-875d-4214-87fd-5d50b57d43ce" providerId="AD" clId="Web-{BD9864D4-5B28-493A-89E1-2A43A5AF7A29}" dt="2021-09-05T15:16:29.585" v="196"/>
          <ac:spMkLst>
            <pc:docMk/>
            <pc:sldMk cId="1338874783" sldId="258"/>
            <ac:spMk id="28" creationId="{DE204A6D-4339-4B57-B3F9-61221F1A8776}"/>
          </ac:spMkLst>
        </pc:spChg>
        <pc:spChg chg="add del">
          <ac:chgData name="Melven Johannes Booysen" userId="S::219201277@mycput.ac.za::786fa234-875d-4214-87fd-5d50b57d43ce" providerId="AD" clId="Web-{BD9864D4-5B28-493A-89E1-2A43A5AF7A29}" dt="2021-09-05T15:16:36.491" v="198"/>
          <ac:spMkLst>
            <pc:docMk/>
            <pc:sldMk cId="1338874783" sldId="258"/>
            <ac:spMk id="29" creationId="{BCEC24CE-9122-4B07-9D0B-0BDF9A19DE69}"/>
          </ac:spMkLst>
        </pc:spChg>
        <pc:spChg chg="add">
          <ac:chgData name="Melven Johannes Booysen" userId="S::219201277@mycput.ac.za::786fa234-875d-4214-87fd-5d50b57d43ce" providerId="AD" clId="Web-{BD9864D4-5B28-493A-89E1-2A43A5AF7A29}" dt="2021-09-05T15:29:29.464" v="236"/>
          <ac:spMkLst>
            <pc:docMk/>
            <pc:sldMk cId="1338874783" sldId="258"/>
            <ac:spMk id="30" creationId="{46D6306C-ED4F-4AAE-B4A5-EEA6AFAD726E}"/>
          </ac:spMkLst>
        </pc:spChg>
        <pc:spChg chg="add">
          <ac:chgData name="Melven Johannes Booysen" userId="S::219201277@mycput.ac.za::786fa234-875d-4214-87fd-5d50b57d43ce" providerId="AD" clId="Web-{BD9864D4-5B28-493A-89E1-2A43A5AF7A29}" dt="2021-09-05T15:29:29.464" v="236"/>
          <ac:spMkLst>
            <pc:docMk/>
            <pc:sldMk cId="1338874783" sldId="258"/>
            <ac:spMk id="31" creationId="{4508C0C5-2268-42B5-B3C8-4D0899E05F8C}"/>
          </ac:spMkLst>
        </pc:spChg>
        <pc:spChg chg="add del">
          <ac:chgData name="Melven Johannes Booysen" userId="S::219201277@mycput.ac.za::786fa234-875d-4214-87fd-5d50b57d43ce" providerId="AD" clId="Web-{BD9864D4-5B28-493A-89E1-2A43A5AF7A29}" dt="2021-09-05T15:29:29.448" v="235"/>
          <ac:spMkLst>
            <pc:docMk/>
            <pc:sldMk cId="1338874783" sldId="258"/>
            <ac:spMk id="32" creationId="{5C8908E2-EE49-44D2-9428-A28D2312A8D5}"/>
          </ac:spMkLst>
        </pc:spChg>
        <pc:spChg chg="add del">
          <ac:chgData name="Melven Johannes Booysen" userId="S::219201277@mycput.ac.za::786fa234-875d-4214-87fd-5d50b57d43ce" providerId="AD" clId="Web-{BD9864D4-5B28-493A-89E1-2A43A5AF7A29}" dt="2021-09-05T15:29:29.448" v="235"/>
          <ac:spMkLst>
            <pc:docMk/>
            <pc:sldMk cId="1338874783" sldId="258"/>
            <ac:spMk id="33" creationId="{BD92035A-AA2F-4CD8-A556-1CE8BDEC75BD}"/>
          </ac:spMkLst>
        </pc:spChg>
        <pc:spChg chg="add del">
          <ac:chgData name="Melven Johannes Booysen" userId="S::219201277@mycput.ac.za::786fa234-875d-4214-87fd-5d50b57d43ce" providerId="AD" clId="Web-{BD9864D4-5B28-493A-89E1-2A43A5AF7A29}" dt="2021-09-05T15:29:29.448" v="235"/>
          <ac:spMkLst>
            <pc:docMk/>
            <pc:sldMk cId="1338874783" sldId="258"/>
            <ac:spMk id="35" creationId="{ED888B23-07FA-482A-96DF-47E31AF1A603}"/>
          </ac:spMkLst>
        </pc:spChg>
        <pc:spChg chg="add">
          <ac:chgData name="Melven Johannes Booysen" userId="S::219201277@mycput.ac.za::786fa234-875d-4214-87fd-5d50b57d43ce" providerId="AD" clId="Web-{BD9864D4-5B28-493A-89E1-2A43A5AF7A29}" dt="2021-09-05T15:29:29.464" v="236"/>
          <ac:spMkLst>
            <pc:docMk/>
            <pc:sldMk cId="1338874783" sldId="258"/>
            <ac:spMk id="36" creationId="{0EC5361D-F897-4856-B945-0455A365EB24}"/>
          </ac:spMkLst>
        </pc:spChg>
        <pc:spChg chg="add">
          <ac:chgData name="Melven Johannes Booysen" userId="S::219201277@mycput.ac.za::786fa234-875d-4214-87fd-5d50b57d43ce" providerId="AD" clId="Web-{BD9864D4-5B28-493A-89E1-2A43A5AF7A29}" dt="2021-09-05T15:29:29.464" v="236"/>
          <ac:spMkLst>
            <pc:docMk/>
            <pc:sldMk cId="1338874783" sldId="258"/>
            <ac:spMk id="37" creationId="{9E914C83-E0D8-4953-92D5-169D28CB43AE}"/>
          </ac:spMkLst>
        </pc:spChg>
        <pc:spChg chg="add">
          <ac:chgData name="Melven Johannes Booysen" userId="S::219201277@mycput.ac.za::786fa234-875d-4214-87fd-5d50b57d43ce" providerId="AD" clId="Web-{BD9864D4-5B28-493A-89E1-2A43A5AF7A29}" dt="2021-09-05T15:29:29.464" v="236"/>
          <ac:spMkLst>
            <pc:docMk/>
            <pc:sldMk cId="1338874783" sldId="258"/>
            <ac:spMk id="38" creationId="{141ACBDB-38F8-4B34-8183-BD95B4E55A62}"/>
          </ac:spMkLst>
        </pc:spChg>
        <pc:spChg chg="add">
          <ac:chgData name="Melven Johannes Booysen" userId="S::219201277@mycput.ac.za::786fa234-875d-4214-87fd-5d50b57d43ce" providerId="AD" clId="Web-{BD9864D4-5B28-493A-89E1-2A43A5AF7A29}" dt="2021-09-05T15:29:29.464" v="236"/>
          <ac:spMkLst>
            <pc:docMk/>
            <pc:sldMk cId="1338874783" sldId="258"/>
            <ac:spMk id="39" creationId="{3512E083-F550-46AF-8490-767ECFD00CB7}"/>
          </ac:spMkLst>
        </pc:spChg>
        <pc:spChg chg="add">
          <ac:chgData name="Melven Johannes Booysen" userId="S::219201277@mycput.ac.za::786fa234-875d-4214-87fd-5d50b57d43ce" providerId="AD" clId="Web-{BD9864D4-5B28-493A-89E1-2A43A5AF7A29}" dt="2021-09-05T15:29:29.464" v="236"/>
          <ac:spMkLst>
            <pc:docMk/>
            <pc:sldMk cId="1338874783" sldId="258"/>
            <ac:spMk id="40" creationId="{DE00DB52-3455-4E2F-867B-A6D0516E175B}"/>
          </ac:spMkLst>
        </pc:spChg>
        <pc:grpChg chg="add del">
          <ac:chgData name="Melven Johannes Booysen" userId="S::219201277@mycput.ac.za::786fa234-875d-4214-87fd-5d50b57d43ce" providerId="AD" clId="Web-{BD9864D4-5B28-493A-89E1-2A43A5AF7A29}" dt="2021-09-05T15:29:29.464" v="236"/>
          <ac:grpSpMkLst>
            <pc:docMk/>
            <pc:sldMk cId="1338874783" sldId="258"/>
            <ac:grpSpMk id="15" creationId="{2C3846A5-A498-4C9E-B4DC-13532657D717}"/>
          </ac:grpSpMkLst>
        </pc:grpChg>
        <pc:grpChg chg="add del">
          <ac:chgData name="Melven Johannes Booysen" userId="S::219201277@mycput.ac.za::786fa234-875d-4214-87fd-5d50b57d43ce" providerId="AD" clId="Web-{BD9864D4-5B28-493A-89E1-2A43A5AF7A29}" dt="2021-09-05T15:29:29.448" v="235"/>
          <ac:grpSpMkLst>
            <pc:docMk/>
            <pc:sldMk cId="1338874783" sldId="258"/>
            <ac:grpSpMk id="34" creationId="{5D1A9D8B-3117-4D9D-BDA4-DD81895098B0}"/>
          </ac:grpSpMkLst>
        </pc:grpChg>
      </pc:sldChg>
      <pc:sldChg chg="modSp">
        <pc:chgData name="Melven Johannes Booysen" userId="S::219201277@mycput.ac.za::786fa234-875d-4214-87fd-5d50b57d43ce" providerId="AD" clId="Web-{BD9864D4-5B28-493A-89E1-2A43A5AF7A29}" dt="2021-09-05T15:33:47.285" v="277" actId="20577"/>
        <pc:sldMkLst>
          <pc:docMk/>
          <pc:sldMk cId="3182990411" sldId="265"/>
        </pc:sldMkLst>
        <pc:spChg chg="mod">
          <ac:chgData name="Melven Johannes Booysen" userId="S::219201277@mycput.ac.za::786fa234-875d-4214-87fd-5d50b57d43ce" providerId="AD" clId="Web-{BD9864D4-5B28-493A-89E1-2A43A5AF7A29}" dt="2021-09-05T15:33:19.925" v="275" actId="20577"/>
          <ac:spMkLst>
            <pc:docMk/>
            <pc:sldMk cId="3182990411" sldId="265"/>
            <ac:spMk id="2" creationId="{A6F24992-7331-49AB-BB5A-8D99F1DA7F5D}"/>
          </ac:spMkLst>
        </pc:spChg>
        <pc:spChg chg="mod">
          <ac:chgData name="Melven Johannes Booysen" userId="S::219201277@mycput.ac.za::786fa234-875d-4214-87fd-5d50b57d43ce" providerId="AD" clId="Web-{BD9864D4-5B28-493A-89E1-2A43A5AF7A29}" dt="2021-09-05T15:33:47.285" v="277" actId="20577"/>
          <ac:spMkLst>
            <pc:docMk/>
            <pc:sldMk cId="3182990411" sldId="265"/>
            <ac:spMk id="3" creationId="{85851513-D478-41BF-BFFC-904AF922419F}"/>
          </ac:spMkLst>
        </pc:spChg>
      </pc:sldChg>
      <pc:sldChg chg="addSp modSp mod setBg">
        <pc:chgData name="Melven Johannes Booysen" userId="S::219201277@mycput.ac.za::786fa234-875d-4214-87fd-5d50b57d43ce" providerId="AD" clId="Web-{BD9864D4-5B28-493A-89E1-2A43A5AF7A29}" dt="2021-09-05T15:02:02.250" v="8" actId="1076"/>
        <pc:sldMkLst>
          <pc:docMk/>
          <pc:sldMk cId="1969048829" sldId="266"/>
        </pc:sldMkLst>
        <pc:spChg chg="mod">
          <ac:chgData name="Melven Johannes Booysen" userId="S::219201277@mycput.ac.za::786fa234-875d-4214-87fd-5d50b57d43ce" providerId="AD" clId="Web-{BD9864D4-5B28-493A-89E1-2A43A5AF7A29}" dt="2021-09-05T15:00:47.811" v="3"/>
          <ac:spMkLst>
            <pc:docMk/>
            <pc:sldMk cId="1969048829" sldId="266"/>
            <ac:spMk id="2" creationId="{786B5FC7-2317-4705-A951-E9B31707D244}"/>
          </ac:spMkLst>
        </pc:spChg>
        <pc:spChg chg="mod">
          <ac:chgData name="Melven Johannes Booysen" userId="S::219201277@mycput.ac.za::786fa234-875d-4214-87fd-5d50b57d43ce" providerId="AD" clId="Web-{BD9864D4-5B28-493A-89E1-2A43A5AF7A29}" dt="2021-09-05T15:02:02.250" v="8" actId="1076"/>
          <ac:spMkLst>
            <pc:docMk/>
            <pc:sldMk cId="1969048829" sldId="266"/>
            <ac:spMk id="3" creationId="{91E6AEC3-72D4-4521-9470-0CA853E59D52}"/>
          </ac:spMkLst>
        </pc:spChg>
        <pc:spChg chg="add">
          <ac:chgData name="Melven Johannes Booysen" userId="S::219201277@mycput.ac.za::786fa234-875d-4214-87fd-5d50b57d43ce" providerId="AD" clId="Web-{BD9864D4-5B28-493A-89E1-2A43A5AF7A29}" dt="2021-09-05T15:01:49.547" v="7"/>
          <ac:spMkLst>
            <pc:docMk/>
            <pc:sldMk cId="1969048829" sldId="266"/>
            <ac:spMk id="5" creationId="{1B15ED52-F352-441B-82BF-E0EA34836D08}"/>
          </ac:spMkLst>
        </pc:spChg>
        <pc:spChg chg="add">
          <ac:chgData name="Melven Johannes Booysen" userId="S::219201277@mycput.ac.za::786fa234-875d-4214-87fd-5d50b57d43ce" providerId="AD" clId="Web-{BD9864D4-5B28-493A-89E1-2A43A5AF7A29}" dt="2021-09-05T15:01:49.547" v="7"/>
          <ac:spMkLst>
            <pc:docMk/>
            <pc:sldMk cId="1969048829" sldId="266"/>
            <ac:spMk id="6" creationId="{3B2E3793-BFE6-45A2-9B7B-E18844431C99}"/>
          </ac:spMkLst>
        </pc:spChg>
        <pc:spChg chg="add">
          <ac:chgData name="Melven Johannes Booysen" userId="S::219201277@mycput.ac.za::786fa234-875d-4214-87fd-5d50b57d43ce" providerId="AD" clId="Web-{BD9864D4-5B28-493A-89E1-2A43A5AF7A29}" dt="2021-09-05T15:01:49.547" v="7"/>
          <ac:spMkLst>
            <pc:docMk/>
            <pc:sldMk cId="1969048829" sldId="266"/>
            <ac:spMk id="7" creationId="{BC4C4868-CB8F-4AF9-9CDB-8108F2C19B67}"/>
          </ac:spMkLst>
        </pc:spChg>
        <pc:spChg chg="add">
          <ac:chgData name="Melven Johannes Booysen" userId="S::219201277@mycput.ac.za::786fa234-875d-4214-87fd-5d50b57d43ce" providerId="AD" clId="Web-{BD9864D4-5B28-493A-89E1-2A43A5AF7A29}" dt="2021-09-05T15:00:47.811" v="3"/>
          <ac:spMkLst>
            <pc:docMk/>
            <pc:sldMk cId="1969048829" sldId="266"/>
            <ac:spMk id="8" creationId="{1B15ED52-F352-441B-82BF-E0EA34836D08}"/>
          </ac:spMkLst>
        </pc:spChg>
        <pc:spChg chg="add">
          <ac:chgData name="Melven Johannes Booysen" userId="S::219201277@mycput.ac.za::786fa234-875d-4214-87fd-5d50b57d43ce" providerId="AD" clId="Web-{BD9864D4-5B28-493A-89E1-2A43A5AF7A29}" dt="2021-09-05T15:01:49.547" v="7"/>
          <ac:spMkLst>
            <pc:docMk/>
            <pc:sldMk cId="1969048829" sldId="266"/>
            <ac:spMk id="9" creationId="{375E0459-6403-40CD-989D-56A4407CA12E}"/>
          </ac:spMkLst>
        </pc:spChg>
        <pc:spChg chg="add">
          <ac:chgData name="Melven Johannes Booysen" userId="S::219201277@mycput.ac.za::786fa234-875d-4214-87fd-5d50b57d43ce" providerId="AD" clId="Web-{BD9864D4-5B28-493A-89E1-2A43A5AF7A29}" dt="2021-09-05T15:00:47.811" v="3"/>
          <ac:spMkLst>
            <pc:docMk/>
            <pc:sldMk cId="1969048829" sldId="266"/>
            <ac:spMk id="10" creationId="{3B2E3793-BFE6-45A2-9B7B-E18844431C99}"/>
          </ac:spMkLst>
        </pc:spChg>
        <pc:spChg chg="add">
          <ac:chgData name="Melven Johannes Booysen" userId="S::219201277@mycput.ac.za::786fa234-875d-4214-87fd-5d50b57d43ce" providerId="AD" clId="Web-{BD9864D4-5B28-493A-89E1-2A43A5AF7A29}" dt="2021-09-05T15:01:49.547" v="7"/>
          <ac:spMkLst>
            <pc:docMk/>
            <pc:sldMk cId="1969048829" sldId="266"/>
            <ac:spMk id="11" creationId="{53E5B1A8-3AC9-4BD1-9BBC-78CA94F2D1BA}"/>
          </ac:spMkLst>
        </pc:spChg>
        <pc:spChg chg="add">
          <ac:chgData name="Melven Johannes Booysen" userId="S::219201277@mycput.ac.za::786fa234-875d-4214-87fd-5d50b57d43ce" providerId="AD" clId="Web-{BD9864D4-5B28-493A-89E1-2A43A5AF7A29}" dt="2021-09-05T15:00:47.811" v="3"/>
          <ac:spMkLst>
            <pc:docMk/>
            <pc:sldMk cId="1969048829" sldId="266"/>
            <ac:spMk id="12" creationId="{BC4C4868-CB8F-4AF9-9CDB-8108F2C19B67}"/>
          </ac:spMkLst>
        </pc:spChg>
        <pc:spChg chg="add">
          <ac:chgData name="Melven Johannes Booysen" userId="S::219201277@mycput.ac.za::786fa234-875d-4214-87fd-5d50b57d43ce" providerId="AD" clId="Web-{BD9864D4-5B28-493A-89E1-2A43A5AF7A29}" dt="2021-09-05T15:00:47.811" v="3"/>
          <ac:spMkLst>
            <pc:docMk/>
            <pc:sldMk cId="1969048829" sldId="266"/>
            <ac:spMk id="14" creationId="{375E0459-6403-40CD-989D-56A4407CA12E}"/>
          </ac:spMkLst>
        </pc:spChg>
        <pc:spChg chg="add">
          <ac:chgData name="Melven Johannes Booysen" userId="S::219201277@mycput.ac.za::786fa234-875d-4214-87fd-5d50b57d43ce" providerId="AD" clId="Web-{BD9864D4-5B28-493A-89E1-2A43A5AF7A29}" dt="2021-09-05T15:00:47.811" v="3"/>
          <ac:spMkLst>
            <pc:docMk/>
            <pc:sldMk cId="1969048829" sldId="266"/>
            <ac:spMk id="16" creationId="{53E5B1A8-3AC9-4BD1-9BBC-78CA94F2D1BA}"/>
          </ac:spMkLst>
        </pc:spChg>
      </pc:sldChg>
      <pc:sldChg chg="modSp new">
        <pc:chgData name="Melven Johannes Booysen" userId="S::219201277@mycput.ac.za::786fa234-875d-4214-87fd-5d50b57d43ce" providerId="AD" clId="Web-{BD9864D4-5B28-493A-89E1-2A43A5AF7A29}" dt="2021-09-05T15:35:23.366" v="297" actId="20577"/>
        <pc:sldMkLst>
          <pc:docMk/>
          <pc:sldMk cId="436603215" sldId="267"/>
        </pc:sldMkLst>
        <pc:spChg chg="mod">
          <ac:chgData name="Melven Johannes Booysen" userId="S::219201277@mycput.ac.za::786fa234-875d-4214-87fd-5d50b57d43ce" providerId="AD" clId="Web-{BD9864D4-5B28-493A-89E1-2A43A5AF7A29}" dt="2021-09-05T15:34:47.349" v="291" actId="20577"/>
          <ac:spMkLst>
            <pc:docMk/>
            <pc:sldMk cId="436603215" sldId="267"/>
            <ac:spMk id="2" creationId="{CEE30F1B-17F6-47FF-8344-912DA8CD0772}"/>
          </ac:spMkLst>
        </pc:spChg>
        <pc:spChg chg="mod">
          <ac:chgData name="Melven Johannes Booysen" userId="S::219201277@mycput.ac.za::786fa234-875d-4214-87fd-5d50b57d43ce" providerId="AD" clId="Web-{BD9864D4-5B28-493A-89E1-2A43A5AF7A29}" dt="2021-09-05T15:35:23.366" v="297" actId="20577"/>
          <ac:spMkLst>
            <pc:docMk/>
            <pc:sldMk cId="436603215" sldId="267"/>
            <ac:spMk id="3" creationId="{005F8C3F-9497-4722-836E-B89FAC4AE710}"/>
          </ac:spMkLst>
        </pc:spChg>
      </pc:sldChg>
    </pc:docChg>
  </pc:docChgLst>
  <pc:docChgLst>
    <pc:chgData name="Sonwabile Gxoyiya" userId="S::219267189@mycput.ac.za::45eece8a-c5de-466f-9c37-df1806b4781d" providerId="AD" clId="Web-{01752EE2-F422-41C7-B41E-EF9651C1616F}"/>
    <pc:docChg chg="modSld">
      <pc:chgData name="Sonwabile Gxoyiya" userId="S::219267189@mycput.ac.za::45eece8a-c5de-466f-9c37-df1806b4781d" providerId="AD" clId="Web-{01752EE2-F422-41C7-B41E-EF9651C1616F}" dt="2021-09-07T15:38:19.897" v="134"/>
      <pc:docMkLst>
        <pc:docMk/>
      </pc:docMkLst>
      <pc:sldChg chg="addSp delSp modSp">
        <pc:chgData name="Sonwabile Gxoyiya" userId="S::219267189@mycput.ac.za::45eece8a-c5de-466f-9c37-df1806b4781d" providerId="AD" clId="Web-{01752EE2-F422-41C7-B41E-EF9651C1616F}" dt="2021-09-07T15:37:51.381" v="130" actId="1076"/>
        <pc:sldMkLst>
          <pc:docMk/>
          <pc:sldMk cId="3065796055" sldId="260"/>
        </pc:sldMkLst>
        <pc:spChg chg="mod">
          <ac:chgData name="Sonwabile Gxoyiya" userId="S::219267189@mycput.ac.za::45eece8a-c5de-466f-9c37-df1806b4781d" providerId="AD" clId="Web-{01752EE2-F422-41C7-B41E-EF9651C1616F}" dt="2021-09-07T15:34:59.799" v="85" actId="14100"/>
          <ac:spMkLst>
            <pc:docMk/>
            <pc:sldMk cId="3065796055" sldId="260"/>
            <ac:spMk id="3" creationId="{3ADC22AE-70D5-4E96-BA2B-297766D16D17}"/>
          </ac:spMkLst>
        </pc:spChg>
        <pc:spChg chg="add del mod">
          <ac:chgData name="Sonwabile Gxoyiya" userId="S::219267189@mycput.ac.za::45eece8a-c5de-466f-9c37-df1806b4781d" providerId="AD" clId="Web-{01752EE2-F422-41C7-B41E-EF9651C1616F}" dt="2021-09-07T15:35:33.737" v="90"/>
          <ac:spMkLst>
            <pc:docMk/>
            <pc:sldMk cId="3065796055" sldId="260"/>
            <ac:spMk id="4" creationId="{CE6E462E-EE7A-4FDD-8EE7-2BFB806A9F34}"/>
          </ac:spMkLst>
        </pc:spChg>
        <pc:spChg chg="add mod">
          <ac:chgData name="Sonwabile Gxoyiya" userId="S::219267189@mycput.ac.za::45eece8a-c5de-466f-9c37-df1806b4781d" providerId="AD" clId="Web-{01752EE2-F422-41C7-B41E-EF9651C1616F}" dt="2021-09-07T15:37:51.381" v="130" actId="1076"/>
          <ac:spMkLst>
            <pc:docMk/>
            <pc:sldMk cId="3065796055" sldId="260"/>
            <ac:spMk id="5" creationId="{4655D6E9-E85C-4F4C-9C5A-3BDD92378787}"/>
          </ac:spMkLst>
        </pc:spChg>
        <pc:spChg chg="add mod">
          <ac:chgData name="Sonwabile Gxoyiya" userId="S::219267189@mycput.ac.za::45eece8a-c5de-466f-9c37-df1806b4781d" providerId="AD" clId="Web-{01752EE2-F422-41C7-B41E-EF9651C1616F}" dt="2021-09-07T15:37:07.817" v="122" actId="1076"/>
          <ac:spMkLst>
            <pc:docMk/>
            <pc:sldMk cId="3065796055" sldId="260"/>
            <ac:spMk id="6" creationId="{AF723563-B98E-411C-9998-3F656591CD3C}"/>
          </ac:spMkLst>
        </pc:spChg>
      </pc:sldChg>
      <pc:sldChg chg="addSp">
        <pc:chgData name="Sonwabile Gxoyiya" userId="S::219267189@mycput.ac.za::45eece8a-c5de-466f-9c37-df1806b4781d" providerId="AD" clId="Web-{01752EE2-F422-41C7-B41E-EF9651C1616F}" dt="2021-09-07T15:38:17.006" v="133"/>
        <pc:sldMkLst>
          <pc:docMk/>
          <pc:sldMk cId="3212344048" sldId="261"/>
        </pc:sldMkLst>
        <pc:spChg chg="add">
          <ac:chgData name="Sonwabile Gxoyiya" userId="S::219267189@mycput.ac.za::45eece8a-c5de-466f-9c37-df1806b4781d" providerId="AD" clId="Web-{01752EE2-F422-41C7-B41E-EF9651C1616F}" dt="2021-09-07T15:38:02.756" v="131"/>
          <ac:spMkLst>
            <pc:docMk/>
            <pc:sldMk cId="3212344048" sldId="261"/>
            <ac:spMk id="4" creationId="{9920194E-C646-4072-8F43-9477EB20F147}"/>
          </ac:spMkLst>
        </pc:spChg>
        <pc:spChg chg="add">
          <ac:chgData name="Sonwabile Gxoyiya" userId="S::219267189@mycput.ac.za::45eece8a-c5de-466f-9c37-df1806b4781d" providerId="AD" clId="Web-{01752EE2-F422-41C7-B41E-EF9651C1616F}" dt="2021-09-07T15:38:17.006" v="133"/>
          <ac:spMkLst>
            <pc:docMk/>
            <pc:sldMk cId="3212344048" sldId="261"/>
            <ac:spMk id="5" creationId="{ACF69402-37E1-44A3-9931-C89D6E51AAA5}"/>
          </ac:spMkLst>
        </pc:spChg>
      </pc:sldChg>
      <pc:sldChg chg="addSp">
        <pc:chgData name="Sonwabile Gxoyiya" userId="S::219267189@mycput.ac.za::45eece8a-c5de-466f-9c37-df1806b4781d" providerId="AD" clId="Web-{01752EE2-F422-41C7-B41E-EF9651C1616F}" dt="2021-09-07T15:38:19.897" v="134"/>
        <pc:sldMkLst>
          <pc:docMk/>
          <pc:sldMk cId="4241949569" sldId="262"/>
        </pc:sldMkLst>
        <pc:spChg chg="add">
          <ac:chgData name="Sonwabile Gxoyiya" userId="S::219267189@mycput.ac.za::45eece8a-c5de-466f-9c37-df1806b4781d" providerId="AD" clId="Web-{01752EE2-F422-41C7-B41E-EF9651C1616F}" dt="2021-09-07T15:38:07.334" v="132"/>
          <ac:spMkLst>
            <pc:docMk/>
            <pc:sldMk cId="4241949569" sldId="262"/>
            <ac:spMk id="4" creationId="{7A2E6740-C1AC-4EDA-B697-416F478AEB9E}"/>
          </ac:spMkLst>
        </pc:spChg>
        <pc:spChg chg="add">
          <ac:chgData name="Sonwabile Gxoyiya" userId="S::219267189@mycput.ac.za::45eece8a-c5de-466f-9c37-df1806b4781d" providerId="AD" clId="Web-{01752EE2-F422-41C7-B41E-EF9651C1616F}" dt="2021-09-07T15:38:19.897" v="134"/>
          <ac:spMkLst>
            <pc:docMk/>
            <pc:sldMk cId="4241949569" sldId="262"/>
            <ac:spMk id="5" creationId="{318290D6-7713-485A-AA55-7FAFA937685E}"/>
          </ac:spMkLst>
        </pc:spChg>
      </pc:sldChg>
      <pc:sldChg chg="modSp">
        <pc:chgData name="Sonwabile Gxoyiya" userId="S::219267189@mycput.ac.za::45eece8a-c5de-466f-9c37-df1806b4781d" providerId="AD" clId="Web-{01752EE2-F422-41C7-B41E-EF9651C1616F}" dt="2021-09-07T15:34:50.299" v="84" actId="20577"/>
        <pc:sldMkLst>
          <pc:docMk/>
          <pc:sldMk cId="422156484" sldId="263"/>
        </pc:sldMkLst>
        <pc:spChg chg="mod">
          <ac:chgData name="Sonwabile Gxoyiya" userId="S::219267189@mycput.ac.za::45eece8a-c5de-466f-9c37-df1806b4781d" providerId="AD" clId="Web-{01752EE2-F422-41C7-B41E-EF9651C1616F}" dt="2021-09-07T15:34:50.299" v="84" actId="20577"/>
          <ac:spMkLst>
            <pc:docMk/>
            <pc:sldMk cId="422156484" sldId="263"/>
            <ac:spMk id="3" creationId="{151AB9C6-699C-4EC7-9A9B-5C84522E5BF2}"/>
          </ac:spMkLst>
        </pc:spChg>
      </pc:sldChg>
    </pc:docChg>
  </pc:docChgLst>
  <pc:docChgLst>
    <pc:chgData name="Siyabulela Gxoyiya" userId="S::219288925@mycput.ac.za::d216f588-38df-44b6-a82f-38675bec932e" providerId="AD" clId="Web-{09DE5193-CDEE-4B51-B361-E1024837EB63}"/>
    <pc:docChg chg="modSld">
      <pc:chgData name="Siyabulela Gxoyiya" userId="S::219288925@mycput.ac.za::d216f588-38df-44b6-a82f-38675bec932e" providerId="AD" clId="Web-{09DE5193-CDEE-4B51-B361-E1024837EB63}" dt="2021-09-05T15:40:26.361" v="40" actId="20577"/>
      <pc:docMkLst>
        <pc:docMk/>
      </pc:docMkLst>
      <pc:sldChg chg="modSp">
        <pc:chgData name="Siyabulela Gxoyiya" userId="S::219288925@mycput.ac.za::d216f588-38df-44b6-a82f-38675bec932e" providerId="AD" clId="Web-{09DE5193-CDEE-4B51-B361-E1024837EB63}" dt="2021-09-05T15:40:26.361" v="40" actId="20577"/>
        <pc:sldMkLst>
          <pc:docMk/>
          <pc:sldMk cId="869728008" sldId="259"/>
        </pc:sldMkLst>
        <pc:spChg chg="mod">
          <ac:chgData name="Siyabulela Gxoyiya" userId="S::219288925@mycput.ac.za::d216f588-38df-44b6-a82f-38675bec932e" providerId="AD" clId="Web-{09DE5193-CDEE-4B51-B361-E1024837EB63}" dt="2021-09-05T15:40:26.361" v="40" actId="20577"/>
          <ac:spMkLst>
            <pc:docMk/>
            <pc:sldMk cId="869728008" sldId="259"/>
            <ac:spMk id="2" creationId="{4F16291B-CA7F-4F02-8E95-E2E018453C95}"/>
          </ac:spMkLst>
        </pc:spChg>
      </pc:sldChg>
      <pc:sldChg chg="modSp">
        <pc:chgData name="Siyabulela Gxoyiya" userId="S::219288925@mycput.ac.za::d216f588-38df-44b6-a82f-38675bec932e" providerId="AD" clId="Web-{09DE5193-CDEE-4B51-B361-E1024837EB63}" dt="2021-09-05T15:37:53.838" v="1" actId="20577"/>
        <pc:sldMkLst>
          <pc:docMk/>
          <pc:sldMk cId="2310592609" sldId="264"/>
        </pc:sldMkLst>
        <pc:spChg chg="mod">
          <ac:chgData name="Siyabulela Gxoyiya" userId="S::219288925@mycput.ac.za::d216f588-38df-44b6-a82f-38675bec932e" providerId="AD" clId="Web-{09DE5193-CDEE-4B51-B361-E1024837EB63}" dt="2021-09-05T15:37:53.838" v="1" actId="20577"/>
          <ac:spMkLst>
            <pc:docMk/>
            <pc:sldMk cId="2310592609" sldId="264"/>
            <ac:spMk id="9" creationId="{0AD9B500-98F2-4F05-93DA-C617BBED4EDA}"/>
          </ac:spMkLst>
        </pc:spChg>
      </pc:sldChg>
    </pc:docChg>
  </pc:docChgLst>
  <pc:docChgLst>
    <pc:chgData name="Melven Johannes Booysen" userId="S::219201277@mycput.ac.za::786fa234-875d-4214-87fd-5d50b57d43ce" providerId="AD" clId="Web-{84F8D468-389D-48C9-B0E5-121061C1D146}"/>
    <pc:docChg chg="modSld">
      <pc:chgData name="Melven Johannes Booysen" userId="S::219201277@mycput.ac.za::786fa234-875d-4214-87fd-5d50b57d43ce" providerId="AD" clId="Web-{84F8D468-389D-48C9-B0E5-121061C1D146}" dt="2021-09-06T13:27:12.886" v="3" actId="14100"/>
      <pc:docMkLst>
        <pc:docMk/>
      </pc:docMkLst>
      <pc:sldChg chg="modSp">
        <pc:chgData name="Melven Johannes Booysen" userId="S::219201277@mycput.ac.za::786fa234-875d-4214-87fd-5d50b57d43ce" providerId="AD" clId="Web-{84F8D468-389D-48C9-B0E5-121061C1D146}" dt="2021-09-06T13:27:12.886" v="3" actId="14100"/>
        <pc:sldMkLst>
          <pc:docMk/>
          <pc:sldMk cId="3879672453" sldId="269"/>
        </pc:sldMkLst>
        <pc:spChg chg="mod">
          <ac:chgData name="Melven Johannes Booysen" userId="S::219201277@mycput.ac.za::786fa234-875d-4214-87fd-5d50b57d43ce" providerId="AD" clId="Web-{84F8D468-389D-48C9-B0E5-121061C1D146}" dt="2021-09-06T13:27:12.886" v="3" actId="14100"/>
          <ac:spMkLst>
            <pc:docMk/>
            <pc:sldMk cId="3879672453" sldId="269"/>
            <ac:spMk id="3" creationId="{A710A66A-5CE2-4714-96BC-8D70C2AFCB56}"/>
          </ac:spMkLst>
        </pc:spChg>
      </pc:sldChg>
    </pc:docChg>
  </pc:docChgLst>
  <pc:docChgLst>
    <pc:chgData name="Siyabulela Gxoyiya" userId="S::219288925@mycput.ac.za::d216f588-38df-44b6-a82f-38675bec932e" providerId="AD" clId="Web-{6F6CB3F0-E983-4D99-8404-51645757F78E}"/>
    <pc:docChg chg="addSld modSld">
      <pc:chgData name="Siyabulela Gxoyiya" userId="S::219288925@mycput.ac.za::d216f588-38df-44b6-a82f-38675bec932e" providerId="AD" clId="Web-{6F6CB3F0-E983-4D99-8404-51645757F78E}" dt="2021-09-06T12:30:24.356" v="469" actId="20577"/>
      <pc:docMkLst>
        <pc:docMk/>
      </pc:docMkLst>
      <pc:sldChg chg="modSp">
        <pc:chgData name="Siyabulela Gxoyiya" userId="S::219288925@mycput.ac.za::d216f588-38df-44b6-a82f-38675bec932e" providerId="AD" clId="Web-{6F6CB3F0-E983-4D99-8404-51645757F78E}" dt="2021-09-06T12:29:40.386" v="460"/>
        <pc:sldMkLst>
          <pc:docMk/>
          <pc:sldMk cId="4247406594" sldId="257"/>
        </pc:sldMkLst>
        <pc:graphicFrameChg chg="mod modGraphic">
          <ac:chgData name="Siyabulela Gxoyiya" userId="S::219288925@mycput.ac.za::d216f588-38df-44b6-a82f-38675bec932e" providerId="AD" clId="Web-{6F6CB3F0-E983-4D99-8404-51645757F78E}" dt="2021-09-06T12:29:40.386" v="460"/>
          <ac:graphicFrameMkLst>
            <pc:docMk/>
            <pc:sldMk cId="4247406594" sldId="257"/>
            <ac:graphicFrameMk id="4" creationId="{B0191F57-00D1-4273-967A-C37CD1A82E05}"/>
          </ac:graphicFrameMkLst>
        </pc:graphicFrameChg>
      </pc:sldChg>
      <pc:sldChg chg="modSp">
        <pc:chgData name="Siyabulela Gxoyiya" userId="S::219288925@mycput.ac.za::d216f588-38df-44b6-a82f-38675bec932e" providerId="AD" clId="Web-{6F6CB3F0-E983-4D99-8404-51645757F78E}" dt="2021-09-06T12:14:22.706" v="138" actId="20577"/>
        <pc:sldMkLst>
          <pc:docMk/>
          <pc:sldMk cId="869728008" sldId="259"/>
        </pc:sldMkLst>
        <pc:spChg chg="mod">
          <ac:chgData name="Siyabulela Gxoyiya" userId="S::219288925@mycput.ac.za::d216f588-38df-44b6-a82f-38675bec932e" providerId="AD" clId="Web-{6F6CB3F0-E983-4D99-8404-51645757F78E}" dt="2021-09-06T12:10:34.044" v="7" actId="20577"/>
          <ac:spMkLst>
            <pc:docMk/>
            <pc:sldMk cId="869728008" sldId="259"/>
            <ac:spMk id="2" creationId="{4F16291B-CA7F-4F02-8E95-E2E018453C95}"/>
          </ac:spMkLst>
        </pc:spChg>
        <pc:spChg chg="mod">
          <ac:chgData name="Siyabulela Gxoyiya" userId="S::219288925@mycput.ac.za::d216f588-38df-44b6-a82f-38675bec932e" providerId="AD" clId="Web-{6F6CB3F0-E983-4D99-8404-51645757F78E}" dt="2021-09-06T12:14:22.706" v="138" actId="20577"/>
          <ac:spMkLst>
            <pc:docMk/>
            <pc:sldMk cId="869728008" sldId="259"/>
            <ac:spMk id="3" creationId="{A96F6E09-AB95-4521-A748-E5AACE9744AA}"/>
          </ac:spMkLst>
        </pc:spChg>
      </pc:sldChg>
      <pc:sldChg chg="modSp new">
        <pc:chgData name="Siyabulela Gxoyiya" userId="S::219288925@mycput.ac.za::d216f588-38df-44b6-a82f-38675bec932e" providerId="AD" clId="Web-{6F6CB3F0-E983-4D99-8404-51645757F78E}" dt="2021-09-06T12:23:39.486" v="372" actId="20577"/>
        <pc:sldMkLst>
          <pc:docMk/>
          <pc:sldMk cId="261546201" sldId="268"/>
        </pc:sldMkLst>
        <pc:spChg chg="mod">
          <ac:chgData name="Siyabulela Gxoyiya" userId="S::219288925@mycput.ac.za::d216f588-38df-44b6-a82f-38675bec932e" providerId="AD" clId="Web-{6F6CB3F0-E983-4D99-8404-51645757F78E}" dt="2021-09-06T12:14:35.050" v="140" actId="20577"/>
          <ac:spMkLst>
            <pc:docMk/>
            <pc:sldMk cId="261546201" sldId="268"/>
            <ac:spMk id="2" creationId="{980B273B-EE7F-4AD3-89D7-BF5A70909D70}"/>
          </ac:spMkLst>
        </pc:spChg>
        <pc:spChg chg="mod">
          <ac:chgData name="Siyabulela Gxoyiya" userId="S::219288925@mycput.ac.za::d216f588-38df-44b6-a82f-38675bec932e" providerId="AD" clId="Web-{6F6CB3F0-E983-4D99-8404-51645757F78E}" dt="2021-09-06T12:23:39.486" v="372" actId="20577"/>
          <ac:spMkLst>
            <pc:docMk/>
            <pc:sldMk cId="261546201" sldId="268"/>
            <ac:spMk id="3" creationId="{3E7849BF-392A-40A8-AD93-0BDE460DE7CF}"/>
          </ac:spMkLst>
        </pc:spChg>
      </pc:sldChg>
      <pc:sldChg chg="modSp new">
        <pc:chgData name="Siyabulela Gxoyiya" userId="S::219288925@mycput.ac.za::d216f588-38df-44b6-a82f-38675bec932e" providerId="AD" clId="Web-{6F6CB3F0-E983-4D99-8404-51645757F78E}" dt="2021-09-06T12:30:24.356" v="469" actId="20577"/>
        <pc:sldMkLst>
          <pc:docMk/>
          <pc:sldMk cId="3879672453" sldId="269"/>
        </pc:sldMkLst>
        <pc:spChg chg="mod">
          <ac:chgData name="Siyabulela Gxoyiya" userId="S::219288925@mycput.ac.za::d216f588-38df-44b6-a82f-38675bec932e" providerId="AD" clId="Web-{6F6CB3F0-E983-4D99-8404-51645757F78E}" dt="2021-09-06T12:29:57.527" v="468" actId="20577"/>
          <ac:spMkLst>
            <pc:docMk/>
            <pc:sldMk cId="3879672453" sldId="269"/>
            <ac:spMk id="2" creationId="{586F03C4-3641-4D90-92BC-3412D5C32824}"/>
          </ac:spMkLst>
        </pc:spChg>
        <pc:spChg chg="mod">
          <ac:chgData name="Siyabulela Gxoyiya" userId="S::219288925@mycput.ac.za::d216f588-38df-44b6-a82f-38675bec932e" providerId="AD" clId="Web-{6F6CB3F0-E983-4D99-8404-51645757F78E}" dt="2021-09-06T12:30:24.356" v="469" actId="20577"/>
          <ac:spMkLst>
            <pc:docMk/>
            <pc:sldMk cId="3879672453" sldId="269"/>
            <ac:spMk id="3" creationId="{A710A66A-5CE2-4714-96BC-8D70C2AFCB56}"/>
          </ac:spMkLst>
        </pc:spChg>
      </pc:sldChg>
    </pc:docChg>
  </pc:docChgLst>
  <pc:docChgLst>
    <pc:chgData name="Casey Michael Keven Crafford" userId="S::219169640@mycput.ac.za::f9986a50-489f-4f86-889e-f85d5bb3a8ad" providerId="AD" clId="Web-{D13A14C5-EADE-4A77-AD08-5009F095E577}"/>
    <pc:docChg chg="addSld modSld">
      <pc:chgData name="Casey Michael Keven Crafford" userId="S::219169640@mycput.ac.za::f9986a50-489f-4f86-889e-f85d5bb3a8ad" providerId="AD" clId="Web-{D13A14C5-EADE-4A77-AD08-5009F095E577}" dt="2021-09-07T19:09:54.697" v="129"/>
      <pc:docMkLst>
        <pc:docMk/>
      </pc:docMkLst>
      <pc:sldChg chg="addSp modSp modMedia addAnim addCm">
        <pc:chgData name="Casey Michael Keven Crafford" userId="S::219169640@mycput.ac.za::f9986a50-489f-4f86-889e-f85d5bb3a8ad" providerId="AD" clId="Web-{D13A14C5-EADE-4A77-AD08-5009F095E577}" dt="2021-09-07T18:44:44.504" v="22"/>
        <pc:sldMkLst>
          <pc:docMk/>
          <pc:sldMk cId="2828050706" sldId="272"/>
        </pc:sldMkLst>
        <pc:picChg chg="add mod">
          <ac:chgData name="Casey Michael Keven Crafford" userId="S::219169640@mycput.ac.za::f9986a50-489f-4f86-889e-f85d5bb3a8ad" providerId="AD" clId="Web-{D13A14C5-EADE-4A77-AD08-5009F095E577}" dt="2021-09-07T18:44:44.504" v="22"/>
          <ac:picMkLst>
            <pc:docMk/>
            <pc:sldMk cId="2828050706" sldId="272"/>
            <ac:picMk id="3" creationId="{1A858AC2-47A5-4442-BBC3-623368247C9F}"/>
          </ac:picMkLst>
        </pc:picChg>
      </pc:sldChg>
      <pc:sldChg chg="addSp delSp modSp new mod setBg setClrOvrMap">
        <pc:chgData name="Casey Michael Keven Crafford" userId="S::219169640@mycput.ac.za::f9986a50-489f-4f86-889e-f85d5bb3a8ad" providerId="AD" clId="Web-{D13A14C5-EADE-4A77-AD08-5009F095E577}" dt="2021-09-07T18:46:32.209" v="40"/>
        <pc:sldMkLst>
          <pc:docMk/>
          <pc:sldMk cId="550077428" sldId="273"/>
        </pc:sldMkLst>
        <pc:spChg chg="mod">
          <ac:chgData name="Casey Michael Keven Crafford" userId="S::219169640@mycput.ac.za::f9986a50-489f-4f86-889e-f85d5bb3a8ad" providerId="AD" clId="Web-{D13A14C5-EADE-4A77-AD08-5009F095E577}" dt="2021-09-07T18:46:32.209" v="40"/>
          <ac:spMkLst>
            <pc:docMk/>
            <pc:sldMk cId="550077428" sldId="273"/>
            <ac:spMk id="2" creationId="{AAEE334B-9A15-4CD6-9ACD-7A21058313F6}"/>
          </ac:spMkLst>
        </pc:spChg>
        <pc:spChg chg="del mod">
          <ac:chgData name="Casey Michael Keven Crafford" userId="S::219169640@mycput.ac.za::f9986a50-489f-4f86-889e-f85d5bb3a8ad" providerId="AD" clId="Web-{D13A14C5-EADE-4A77-AD08-5009F095E577}" dt="2021-09-07T18:46:23.131" v="39"/>
          <ac:spMkLst>
            <pc:docMk/>
            <pc:sldMk cId="550077428" sldId="273"/>
            <ac:spMk id="3" creationId="{4B678B19-BB04-4D0C-B378-72DBB96A6EDC}"/>
          </ac:spMkLst>
        </pc:spChg>
        <pc:spChg chg="add">
          <ac:chgData name="Casey Michael Keven Crafford" userId="S::219169640@mycput.ac.za::f9986a50-489f-4f86-889e-f85d5bb3a8ad" providerId="AD" clId="Web-{D13A14C5-EADE-4A77-AD08-5009F095E577}" dt="2021-09-07T18:46:32.209" v="40"/>
          <ac:spMkLst>
            <pc:docMk/>
            <pc:sldMk cId="550077428" sldId="273"/>
            <ac:spMk id="9" creationId="{E49CC64F-7275-4E33-961B-0C5CDC439875}"/>
          </ac:spMkLst>
        </pc:spChg>
        <pc:picChg chg="add mod ord">
          <ac:chgData name="Casey Michael Keven Crafford" userId="S::219169640@mycput.ac.za::f9986a50-489f-4f86-889e-f85d5bb3a8ad" providerId="AD" clId="Web-{D13A14C5-EADE-4A77-AD08-5009F095E577}" dt="2021-09-07T18:46:32.209" v="40"/>
          <ac:picMkLst>
            <pc:docMk/>
            <pc:sldMk cId="550077428" sldId="273"/>
            <ac:picMk id="4" creationId="{B1DFE4AE-1303-4C3F-A6E5-96D0FDF376F1}"/>
          </ac:picMkLst>
        </pc:picChg>
      </pc:sldChg>
      <pc:sldChg chg="modSp new">
        <pc:chgData name="Casey Michael Keven Crafford" userId="S::219169640@mycput.ac.za::f9986a50-489f-4f86-889e-f85d5bb3a8ad" providerId="AD" clId="Web-{D13A14C5-EADE-4A77-AD08-5009F095E577}" dt="2021-09-07T18:47:07.351" v="56" actId="20577"/>
        <pc:sldMkLst>
          <pc:docMk/>
          <pc:sldMk cId="3726642729" sldId="274"/>
        </pc:sldMkLst>
        <pc:spChg chg="mod">
          <ac:chgData name="Casey Michael Keven Crafford" userId="S::219169640@mycput.ac.za::f9986a50-489f-4f86-889e-f85d5bb3a8ad" providerId="AD" clId="Web-{D13A14C5-EADE-4A77-AD08-5009F095E577}" dt="2021-09-07T18:47:07.351" v="56" actId="20577"/>
          <ac:spMkLst>
            <pc:docMk/>
            <pc:sldMk cId="3726642729" sldId="274"/>
            <ac:spMk id="2" creationId="{35C6C57E-C2C0-4E5A-80B1-3530103C7533}"/>
          </ac:spMkLst>
        </pc:spChg>
      </pc:sldChg>
      <pc:sldChg chg="addSp modSp new modMedia addAnim addCm">
        <pc:chgData name="Casey Michael Keven Crafford" userId="S::219169640@mycput.ac.za::f9986a50-489f-4f86-889e-f85d5bb3a8ad" providerId="AD" clId="Web-{D13A14C5-EADE-4A77-AD08-5009F095E577}" dt="2021-09-07T19:09:54.697" v="129"/>
        <pc:sldMkLst>
          <pc:docMk/>
          <pc:sldMk cId="745331828" sldId="275"/>
        </pc:sldMkLst>
        <pc:spChg chg="mod">
          <ac:chgData name="Casey Michael Keven Crafford" userId="S::219169640@mycput.ac.za::f9986a50-489f-4f86-889e-f85d5bb3a8ad" providerId="AD" clId="Web-{D13A14C5-EADE-4A77-AD08-5009F095E577}" dt="2021-09-07T18:48:18.899" v="83" actId="20577"/>
          <ac:spMkLst>
            <pc:docMk/>
            <pc:sldMk cId="745331828" sldId="275"/>
            <ac:spMk id="2" creationId="{D514EF9C-D6BF-48AB-9F66-6B5EC7DB6D9C}"/>
          </ac:spMkLst>
        </pc:spChg>
        <pc:spChg chg="mod">
          <ac:chgData name="Casey Michael Keven Crafford" userId="S::219169640@mycput.ac.za::f9986a50-489f-4f86-889e-f85d5bb3a8ad" providerId="AD" clId="Web-{D13A14C5-EADE-4A77-AD08-5009F095E577}" dt="2021-09-07T18:50:16.059" v="127" actId="20577"/>
          <ac:spMkLst>
            <pc:docMk/>
            <pc:sldMk cId="745331828" sldId="275"/>
            <ac:spMk id="3" creationId="{CCF9DB95-40C5-464C-B1BA-1DD95E3E59FD}"/>
          </ac:spMkLst>
        </pc:spChg>
        <pc:picChg chg="add mod">
          <ac:chgData name="Casey Michael Keven Crafford" userId="S::219169640@mycput.ac.za::f9986a50-489f-4f86-889e-f85d5bb3a8ad" providerId="AD" clId="Web-{D13A14C5-EADE-4A77-AD08-5009F095E577}" dt="2021-09-07T19:09:54.697" v="129"/>
          <ac:picMkLst>
            <pc:docMk/>
            <pc:sldMk cId="745331828" sldId="275"/>
            <ac:picMk id="4" creationId="{3A78B2B2-AFF9-41BD-8676-4B9DF3202C20}"/>
          </ac:picMkLst>
        </pc:picChg>
      </pc:sldChg>
    </pc:docChg>
  </pc:docChgLst>
  <pc:docChgLst>
    <pc:chgData name="Sonwabile Gxoyiya" userId="S::219267189@mycput.ac.za::45eece8a-c5de-466f-9c37-df1806b4781d" providerId="AD" clId="Web-{E20079EB-B7A5-4960-969E-E499E91C6027}"/>
    <pc:docChg chg="modSld">
      <pc:chgData name="Sonwabile Gxoyiya" userId="S::219267189@mycput.ac.za::45eece8a-c5de-466f-9c37-df1806b4781d" providerId="AD" clId="Web-{E20079EB-B7A5-4960-969E-E499E91C6027}" dt="2021-09-07T16:32:42.605" v="218" actId="20577"/>
      <pc:docMkLst>
        <pc:docMk/>
      </pc:docMkLst>
      <pc:sldChg chg="modSp">
        <pc:chgData name="Sonwabile Gxoyiya" userId="S::219267189@mycput.ac.za::45eece8a-c5de-466f-9c37-df1806b4781d" providerId="AD" clId="Web-{E20079EB-B7A5-4960-969E-E499E91C6027}" dt="2021-09-07T16:30:48.868" v="209" actId="20577"/>
        <pc:sldMkLst>
          <pc:docMk/>
          <pc:sldMk cId="422156484" sldId="263"/>
        </pc:sldMkLst>
        <pc:spChg chg="mod">
          <ac:chgData name="Sonwabile Gxoyiya" userId="S::219267189@mycput.ac.za::45eece8a-c5de-466f-9c37-df1806b4781d" providerId="AD" clId="Web-{E20079EB-B7A5-4960-969E-E499E91C6027}" dt="2021-09-07T16:30:48.868" v="209" actId="20577"/>
          <ac:spMkLst>
            <pc:docMk/>
            <pc:sldMk cId="422156484" sldId="263"/>
            <ac:spMk id="3" creationId="{151AB9C6-699C-4EC7-9A9B-5C84522E5BF2}"/>
          </ac:spMkLst>
        </pc:spChg>
      </pc:sldChg>
      <pc:sldChg chg="modSp">
        <pc:chgData name="Sonwabile Gxoyiya" userId="S::219267189@mycput.ac.za::45eece8a-c5de-466f-9c37-df1806b4781d" providerId="AD" clId="Web-{E20079EB-B7A5-4960-969E-E499E91C6027}" dt="2021-09-07T16:29:27.757" v="204" actId="20577"/>
        <pc:sldMkLst>
          <pc:docMk/>
          <pc:sldMk cId="436603215" sldId="267"/>
        </pc:sldMkLst>
        <pc:spChg chg="mod">
          <ac:chgData name="Sonwabile Gxoyiya" userId="S::219267189@mycput.ac.za::45eece8a-c5de-466f-9c37-df1806b4781d" providerId="AD" clId="Web-{E20079EB-B7A5-4960-969E-E499E91C6027}" dt="2021-09-07T16:29:27.757" v="204" actId="20577"/>
          <ac:spMkLst>
            <pc:docMk/>
            <pc:sldMk cId="436603215" sldId="267"/>
            <ac:spMk id="3" creationId="{005F8C3F-9497-4722-836E-B89FAC4AE710}"/>
          </ac:spMkLst>
        </pc:spChg>
      </pc:sldChg>
      <pc:sldChg chg="modSp">
        <pc:chgData name="Sonwabile Gxoyiya" userId="S::219267189@mycput.ac.za::45eece8a-c5de-466f-9c37-df1806b4781d" providerId="AD" clId="Web-{E20079EB-B7A5-4960-969E-E499E91C6027}" dt="2021-09-07T16:32:42.605" v="218" actId="20577"/>
        <pc:sldMkLst>
          <pc:docMk/>
          <pc:sldMk cId="3879672453" sldId="269"/>
        </pc:sldMkLst>
        <pc:spChg chg="mod">
          <ac:chgData name="Sonwabile Gxoyiya" userId="S::219267189@mycput.ac.za::45eece8a-c5de-466f-9c37-df1806b4781d" providerId="AD" clId="Web-{E20079EB-B7A5-4960-969E-E499E91C6027}" dt="2021-09-07T16:32:42.605" v="218" actId="20577"/>
          <ac:spMkLst>
            <pc:docMk/>
            <pc:sldMk cId="3879672453" sldId="269"/>
            <ac:spMk id="3" creationId="{A710A66A-5CE2-4714-96BC-8D70C2AFCB56}"/>
          </ac:spMkLst>
        </pc:spChg>
      </pc:sldChg>
    </pc:docChg>
  </pc:docChgLst>
  <pc:docChgLst>
    <pc:chgData name="Melven Johannes Booysen" userId="S::219201277@mycput.ac.za::786fa234-875d-4214-87fd-5d50b57d43ce" providerId="AD" clId="Web-{7412028F-D36E-4736-B8E6-E782E01F585F}"/>
    <pc:docChg chg="modSld">
      <pc:chgData name="Melven Johannes Booysen" userId="S::219201277@mycput.ac.za::786fa234-875d-4214-87fd-5d50b57d43ce" providerId="AD" clId="Web-{7412028F-D36E-4736-B8E6-E782E01F585F}" dt="2021-09-07T18:42:24.946" v="9" actId="1076"/>
      <pc:docMkLst>
        <pc:docMk/>
      </pc:docMkLst>
      <pc:sldChg chg="addSp modSp modMedia addAnim">
        <pc:chgData name="Melven Johannes Booysen" userId="S::219201277@mycput.ac.za::786fa234-875d-4214-87fd-5d50b57d43ce" providerId="AD" clId="Web-{7412028F-D36E-4736-B8E6-E782E01F585F}" dt="2021-09-07T16:27:18.090" v="2" actId="1076"/>
        <pc:sldMkLst>
          <pc:docMk/>
          <pc:sldMk cId="109857222" sldId="256"/>
        </pc:sldMkLst>
        <pc:picChg chg="add mod">
          <ac:chgData name="Melven Johannes Booysen" userId="S::219201277@mycput.ac.za::786fa234-875d-4214-87fd-5d50b57d43ce" providerId="AD" clId="Web-{7412028F-D36E-4736-B8E6-E782E01F585F}" dt="2021-09-07T16:27:18.090" v="2" actId="1076"/>
          <ac:picMkLst>
            <pc:docMk/>
            <pc:sldMk cId="109857222" sldId="256"/>
            <ac:picMk id="2" creationId="{90A921E0-B566-41FD-84A1-A5CF191EE433}"/>
          </ac:picMkLst>
        </pc:picChg>
      </pc:sldChg>
      <pc:sldChg chg="addSp modSp modMedia addAnim">
        <pc:chgData name="Melven Johannes Booysen" userId="S::219201277@mycput.ac.za::786fa234-875d-4214-87fd-5d50b57d43ce" providerId="AD" clId="Web-{7412028F-D36E-4736-B8E6-E782E01F585F}" dt="2021-09-07T16:27:39.434" v="4" actId="1076"/>
        <pc:sldMkLst>
          <pc:docMk/>
          <pc:sldMk cId="1338874783" sldId="258"/>
        </pc:sldMkLst>
        <pc:picChg chg="add mod">
          <ac:chgData name="Melven Johannes Booysen" userId="S::219201277@mycput.ac.za::786fa234-875d-4214-87fd-5d50b57d43ce" providerId="AD" clId="Web-{7412028F-D36E-4736-B8E6-E782E01F585F}" dt="2021-09-07T16:27:39.434" v="4" actId="1076"/>
          <ac:picMkLst>
            <pc:docMk/>
            <pc:sldMk cId="1338874783" sldId="258"/>
            <ac:picMk id="4" creationId="{7401FE1B-CB70-45B9-86AE-BB796C4ECD8A}"/>
          </ac:picMkLst>
        </pc:picChg>
      </pc:sldChg>
      <pc:sldChg chg="modSp">
        <pc:chgData name="Melven Johannes Booysen" userId="S::219201277@mycput.ac.za::786fa234-875d-4214-87fd-5d50b57d43ce" providerId="AD" clId="Web-{7412028F-D36E-4736-B8E6-E782E01F585F}" dt="2021-09-07T18:42:24.946" v="9" actId="1076"/>
        <pc:sldMkLst>
          <pc:docMk/>
          <pc:sldMk cId="869728008" sldId="259"/>
        </pc:sldMkLst>
        <pc:picChg chg="mod">
          <ac:chgData name="Melven Johannes Booysen" userId="S::219201277@mycput.ac.za::786fa234-875d-4214-87fd-5d50b57d43ce" providerId="AD" clId="Web-{7412028F-D36E-4736-B8E6-E782E01F585F}" dt="2021-09-07T18:42:24.946" v="9" actId="1076"/>
          <ac:picMkLst>
            <pc:docMk/>
            <pc:sldMk cId="869728008" sldId="259"/>
            <ac:picMk id="4" creationId="{F7AE0FB0-E2E1-4A62-847E-3BCE799F61C5}"/>
          </ac:picMkLst>
        </pc:picChg>
      </pc:sldChg>
      <pc:sldChg chg="addSp modSp modMedia addAnim">
        <pc:chgData name="Melven Johannes Booysen" userId="S::219201277@mycput.ac.za::786fa234-875d-4214-87fd-5d50b57d43ce" providerId="AD" clId="Web-{7412028F-D36E-4736-B8E6-E782E01F585F}" dt="2021-09-07T17:28:50.742" v="7" actId="1076"/>
        <pc:sldMkLst>
          <pc:docMk/>
          <pc:sldMk cId="1969048829" sldId="266"/>
        </pc:sldMkLst>
        <pc:picChg chg="add mod">
          <ac:chgData name="Melven Johannes Booysen" userId="S::219201277@mycput.ac.za::786fa234-875d-4214-87fd-5d50b57d43ce" providerId="AD" clId="Web-{7412028F-D36E-4736-B8E6-E782E01F585F}" dt="2021-09-07T17:28:50.742" v="7" actId="1076"/>
          <ac:picMkLst>
            <pc:docMk/>
            <pc:sldMk cId="1969048829" sldId="266"/>
            <ac:picMk id="4" creationId="{C63F23BB-FC56-49E6-AB24-0E5B1EC3F7D4}"/>
          </ac:picMkLst>
        </pc:picChg>
      </pc:sldChg>
    </pc:docChg>
  </pc:docChgLst>
  <pc:docChgLst>
    <pc:chgData name="Siyabulela Gxoyiya" userId="d216f588-38df-44b6-a82f-38675bec932e" providerId="ADAL" clId="{B38E366F-0C48-4366-8CB6-407E10E05E4D}"/>
    <pc:docChg chg="undo redo custSel modSld">
      <pc:chgData name="Siyabulela Gxoyiya" userId="d216f588-38df-44b6-a82f-38675bec932e" providerId="ADAL" clId="{B38E366F-0C48-4366-8CB6-407E10E05E4D}" dt="2021-09-08T19:17:51.299" v="221" actId="20577"/>
      <pc:docMkLst>
        <pc:docMk/>
      </pc:docMkLst>
      <pc:sldChg chg="addSp delSp modSp mod modAnim">
        <pc:chgData name="Siyabulela Gxoyiya" userId="d216f588-38df-44b6-a82f-38675bec932e" providerId="ADAL" clId="{B38E366F-0C48-4366-8CB6-407E10E05E4D}" dt="2021-09-08T19:09:47.184" v="185"/>
        <pc:sldMkLst>
          <pc:docMk/>
          <pc:sldMk cId="869728008" sldId="259"/>
        </pc:sldMkLst>
        <pc:spChg chg="mod">
          <ac:chgData name="Siyabulela Gxoyiya" userId="d216f588-38df-44b6-a82f-38675bec932e" providerId="ADAL" clId="{B38E366F-0C48-4366-8CB6-407E10E05E4D}" dt="2021-09-08T17:01:30.587" v="137" actId="14100"/>
          <ac:spMkLst>
            <pc:docMk/>
            <pc:sldMk cId="869728008" sldId="259"/>
            <ac:spMk id="3" creationId="{A96F6E09-AB95-4521-A748-E5AACE9744AA}"/>
          </ac:spMkLst>
        </pc:spChg>
        <pc:picChg chg="add mod">
          <ac:chgData name="Siyabulela Gxoyiya" userId="d216f588-38df-44b6-a82f-38675bec932e" providerId="ADAL" clId="{B38E366F-0C48-4366-8CB6-407E10E05E4D}" dt="2021-09-08T18:58:23.790" v="179" actId="1076"/>
          <ac:picMkLst>
            <pc:docMk/>
            <pc:sldMk cId="869728008" sldId="259"/>
            <ac:picMk id="4" creationId="{24FC80F8-7606-4536-AAC1-CE652096E33E}"/>
          </ac:picMkLst>
        </pc:picChg>
        <pc:picChg chg="del mod">
          <ac:chgData name="Siyabulela Gxoyiya" userId="d216f588-38df-44b6-a82f-38675bec932e" providerId="ADAL" clId="{B38E366F-0C48-4366-8CB6-407E10E05E4D}" dt="2021-09-08T16:53:46.675" v="75" actId="478"/>
          <ac:picMkLst>
            <pc:docMk/>
            <pc:sldMk cId="869728008" sldId="259"/>
            <ac:picMk id="5" creationId="{17FA66E0-FAD7-4608-9BFA-3016BEB85076}"/>
          </ac:picMkLst>
        </pc:picChg>
        <pc:picChg chg="add mod">
          <ac:chgData name="Siyabulela Gxoyiya" userId="d216f588-38df-44b6-a82f-38675bec932e" providerId="ADAL" clId="{B38E366F-0C48-4366-8CB6-407E10E05E4D}" dt="2021-09-08T17:01:33.211" v="138" actId="1076"/>
          <ac:picMkLst>
            <pc:docMk/>
            <pc:sldMk cId="869728008" sldId="259"/>
            <ac:picMk id="7" creationId="{AB7F15C6-98B8-43A1-852A-1AE46F22E789}"/>
          </ac:picMkLst>
        </pc:picChg>
      </pc:sldChg>
      <pc:sldChg chg="addSp modSp mod modAnim">
        <pc:chgData name="Siyabulela Gxoyiya" userId="d216f588-38df-44b6-a82f-38675bec932e" providerId="ADAL" clId="{B38E366F-0C48-4366-8CB6-407E10E05E4D}" dt="2021-09-08T19:09:27.670" v="184"/>
        <pc:sldMkLst>
          <pc:docMk/>
          <pc:sldMk cId="261546201" sldId="268"/>
        </pc:sldMkLst>
        <pc:spChg chg="mod">
          <ac:chgData name="Siyabulela Gxoyiya" userId="d216f588-38df-44b6-a82f-38675bec932e" providerId="ADAL" clId="{B38E366F-0C48-4366-8CB6-407E10E05E4D}" dt="2021-09-08T18:56:52.126" v="175" actId="313"/>
          <ac:spMkLst>
            <pc:docMk/>
            <pc:sldMk cId="261546201" sldId="268"/>
            <ac:spMk id="3" creationId="{3E7849BF-392A-40A8-AD93-0BDE460DE7CF}"/>
          </ac:spMkLst>
        </pc:spChg>
        <pc:picChg chg="add mod">
          <ac:chgData name="Siyabulela Gxoyiya" userId="d216f588-38df-44b6-a82f-38675bec932e" providerId="ADAL" clId="{B38E366F-0C48-4366-8CB6-407E10E05E4D}" dt="2021-09-08T18:57:40.766" v="177" actId="1076"/>
          <ac:picMkLst>
            <pc:docMk/>
            <pc:sldMk cId="261546201" sldId="268"/>
            <ac:picMk id="4" creationId="{41FE10B9-8500-48A6-BD4C-E7C9495B8406}"/>
          </ac:picMkLst>
        </pc:picChg>
        <pc:picChg chg="add mod">
          <ac:chgData name="Siyabulela Gxoyiya" userId="d216f588-38df-44b6-a82f-38675bec932e" providerId="ADAL" clId="{B38E366F-0C48-4366-8CB6-407E10E05E4D}" dt="2021-09-08T18:56:46.202" v="174" actId="962"/>
          <ac:picMkLst>
            <pc:docMk/>
            <pc:sldMk cId="261546201" sldId="268"/>
            <ac:picMk id="6" creationId="{4F6172E9-5525-4079-BDD9-FAE4C7D33FF4}"/>
          </ac:picMkLst>
        </pc:picChg>
      </pc:sldChg>
      <pc:sldChg chg="modSp mod">
        <pc:chgData name="Siyabulela Gxoyiya" userId="d216f588-38df-44b6-a82f-38675bec932e" providerId="ADAL" clId="{B38E366F-0C48-4366-8CB6-407E10E05E4D}" dt="2021-09-08T18:59:02.557" v="183" actId="403"/>
        <pc:sldMkLst>
          <pc:docMk/>
          <pc:sldMk cId="3879672453" sldId="269"/>
        </pc:sldMkLst>
        <pc:spChg chg="mod">
          <ac:chgData name="Siyabulela Gxoyiya" userId="d216f588-38df-44b6-a82f-38675bec932e" providerId="ADAL" clId="{B38E366F-0C48-4366-8CB6-407E10E05E4D}" dt="2021-09-08T18:59:02.557" v="183" actId="403"/>
          <ac:spMkLst>
            <pc:docMk/>
            <pc:sldMk cId="3879672453" sldId="269"/>
            <ac:spMk id="3" creationId="{A710A66A-5CE2-4714-96BC-8D70C2AFCB56}"/>
          </ac:spMkLst>
        </pc:spChg>
      </pc:sldChg>
      <pc:sldChg chg="addSp delSp modSp mod delAnim modAnim modCm">
        <pc:chgData name="Siyabulela Gxoyiya" userId="d216f588-38df-44b6-a82f-38675bec932e" providerId="ADAL" clId="{B38E366F-0C48-4366-8CB6-407E10E05E4D}" dt="2021-09-08T19:10:12.111" v="187"/>
        <pc:sldMkLst>
          <pc:docMk/>
          <pc:sldMk cId="3970326179" sldId="270"/>
        </pc:sldMkLst>
        <pc:spChg chg="mod">
          <ac:chgData name="Siyabulela Gxoyiya" userId="d216f588-38df-44b6-a82f-38675bec932e" providerId="ADAL" clId="{B38E366F-0C48-4366-8CB6-407E10E05E4D}" dt="2021-09-08T17:18:36.294" v="164" actId="20577"/>
          <ac:spMkLst>
            <pc:docMk/>
            <pc:sldMk cId="3970326179" sldId="270"/>
            <ac:spMk id="3" creationId="{161061F4-E518-4423-A8A6-72CEC9550011}"/>
          </ac:spMkLst>
        </pc:spChg>
        <pc:picChg chg="add mod">
          <ac:chgData name="Siyabulela Gxoyiya" userId="d216f588-38df-44b6-a82f-38675bec932e" providerId="ADAL" clId="{B38E366F-0C48-4366-8CB6-407E10E05E4D}" dt="2021-09-08T18:56:13.328" v="170" actId="1076"/>
          <ac:picMkLst>
            <pc:docMk/>
            <pc:sldMk cId="3970326179" sldId="270"/>
            <ac:picMk id="4" creationId="{0907B22A-2A25-476F-BF2C-7E8DD8C74C55}"/>
          </ac:picMkLst>
        </pc:picChg>
        <pc:picChg chg="add del mod">
          <ac:chgData name="Siyabulela Gxoyiya" userId="d216f588-38df-44b6-a82f-38675bec932e" providerId="ADAL" clId="{B38E366F-0C48-4366-8CB6-407E10E05E4D}" dt="2021-09-08T18:17:07.415" v="167" actId="478"/>
          <ac:picMkLst>
            <pc:docMk/>
            <pc:sldMk cId="3970326179" sldId="270"/>
            <ac:picMk id="4" creationId="{A0F2AE59-B869-48E9-881E-F976DB63E2B2}"/>
          </ac:picMkLst>
        </pc:picChg>
        <pc:picChg chg="add mod">
          <ac:chgData name="Siyabulela Gxoyiya" userId="d216f588-38df-44b6-a82f-38675bec932e" providerId="ADAL" clId="{B38E366F-0C48-4366-8CB6-407E10E05E4D}" dt="2021-09-08T18:19:56.020" v="168"/>
          <ac:picMkLst>
            <pc:docMk/>
            <pc:sldMk cId="3970326179" sldId="270"/>
            <ac:picMk id="5" creationId="{E523D32E-165A-4B5C-B3C6-E066D16AFEAB}"/>
          </ac:picMkLst>
        </pc:picChg>
      </pc:sldChg>
      <pc:sldChg chg="modSp mod">
        <pc:chgData name="Siyabulela Gxoyiya" userId="d216f588-38df-44b6-a82f-38675bec932e" providerId="ADAL" clId="{B38E366F-0C48-4366-8CB6-407E10E05E4D}" dt="2021-09-08T19:17:51.299" v="221" actId="20577"/>
        <pc:sldMkLst>
          <pc:docMk/>
          <pc:sldMk cId="2350634277" sldId="279"/>
        </pc:sldMkLst>
        <pc:spChg chg="mod">
          <ac:chgData name="Siyabulela Gxoyiya" userId="d216f588-38df-44b6-a82f-38675bec932e" providerId="ADAL" clId="{B38E366F-0C48-4366-8CB6-407E10E05E4D}" dt="2021-09-08T19:17:51.299" v="221" actId="20577"/>
          <ac:spMkLst>
            <pc:docMk/>
            <pc:sldMk cId="2350634277" sldId="279"/>
            <ac:spMk id="3" creationId="{85851513-D478-41BF-BFFC-904AF922419F}"/>
          </ac:spMkLst>
        </pc:spChg>
      </pc:sldChg>
    </pc:docChg>
  </pc:docChgLst>
  <pc:docChgLst>
    <pc:chgData name="Sonwabile Gxoyiya" userId="S::219267189@mycput.ac.za::45eece8a-c5de-466f-9c37-df1806b4781d" providerId="AD" clId="Web-{53C0CC75-3B65-4EAB-A8F2-AB5C7A9FCBBF}"/>
    <pc:docChg chg="addSld modSld sldOrd addMainMaster delMainMaster">
      <pc:chgData name="Sonwabile Gxoyiya" userId="S::219267189@mycput.ac.za::45eece8a-c5de-466f-9c37-df1806b4781d" providerId="AD" clId="Web-{53C0CC75-3B65-4EAB-A8F2-AB5C7A9FCBBF}" dt="2021-09-05T15:18:54.564" v="106"/>
      <pc:docMkLst>
        <pc:docMk/>
      </pc:docMkLst>
      <pc:sldChg chg="delSp modSp mod modClrScheme delDesignElem chgLayout">
        <pc:chgData name="Sonwabile Gxoyiya" userId="S::219267189@mycput.ac.za::45eece8a-c5de-466f-9c37-df1806b4781d" providerId="AD" clId="Web-{53C0CC75-3B65-4EAB-A8F2-AB5C7A9FCBBF}" dt="2021-09-05T15:01:08.590" v="94"/>
        <pc:sldMkLst>
          <pc:docMk/>
          <pc:sldMk cId="109857222" sldId="256"/>
        </pc:sldMkLst>
        <pc:spChg chg="mod ord">
          <ac:chgData name="Sonwabile Gxoyiya" userId="S::219267189@mycput.ac.za::45eece8a-c5de-466f-9c37-df1806b4781d" providerId="AD" clId="Web-{53C0CC75-3B65-4EAB-A8F2-AB5C7A9FCBBF}" dt="2021-09-05T15:01:08.590" v="94"/>
          <ac:spMkLst>
            <pc:docMk/>
            <pc:sldMk cId="109857222" sldId="256"/>
            <ac:spMk id="2" creationId="{00000000-0000-0000-0000-000000000000}"/>
          </ac:spMkLst>
        </pc:spChg>
        <pc:spChg chg="mod ord">
          <ac:chgData name="Sonwabile Gxoyiya" userId="S::219267189@mycput.ac.za::45eece8a-c5de-466f-9c37-df1806b4781d" providerId="AD" clId="Web-{53C0CC75-3B65-4EAB-A8F2-AB5C7A9FCBBF}" dt="2021-09-05T15:01:08.590" v="94"/>
          <ac:spMkLst>
            <pc:docMk/>
            <pc:sldMk cId="109857222" sldId="256"/>
            <ac:spMk id="3" creationId="{00000000-0000-0000-0000-000000000000}"/>
          </ac:spMkLst>
        </pc:spChg>
        <pc:spChg chg="del">
          <ac:chgData name="Sonwabile Gxoyiya" userId="S::219267189@mycput.ac.za::45eece8a-c5de-466f-9c37-df1806b4781d" providerId="AD" clId="Web-{53C0CC75-3B65-4EAB-A8F2-AB5C7A9FCBBF}" dt="2021-09-05T15:00:58.308" v="93"/>
          <ac:spMkLst>
            <pc:docMk/>
            <pc:sldMk cId="109857222" sldId="256"/>
            <ac:spMk id="23" creationId="{09588DA8-065E-4F6F-8EFD-43104AB2E0CF}"/>
          </ac:spMkLst>
        </pc:spChg>
        <pc:spChg chg="del">
          <ac:chgData name="Sonwabile Gxoyiya" userId="S::219267189@mycput.ac.za::45eece8a-c5de-466f-9c37-df1806b4781d" providerId="AD" clId="Web-{53C0CC75-3B65-4EAB-A8F2-AB5C7A9FCBBF}" dt="2021-09-05T15:00:58.308" v="93"/>
          <ac:spMkLst>
            <pc:docMk/>
            <pc:sldMk cId="109857222" sldId="256"/>
            <ac:spMk id="24" creationId="{C4285719-470E-454C-AF62-8323075F1F5B}"/>
          </ac:spMkLst>
        </pc:spChg>
        <pc:spChg chg="del">
          <ac:chgData name="Sonwabile Gxoyiya" userId="S::219267189@mycput.ac.za::45eece8a-c5de-466f-9c37-df1806b4781d" providerId="AD" clId="Web-{53C0CC75-3B65-4EAB-A8F2-AB5C7A9FCBBF}" dt="2021-09-05T15:00:58.308" v="93"/>
          <ac:spMkLst>
            <pc:docMk/>
            <pc:sldMk cId="109857222" sldId="256"/>
            <ac:spMk id="25" creationId="{CD9FE4EF-C4D8-49A0-B2FF-81D8DB7D8A24}"/>
          </ac:spMkLst>
        </pc:spChg>
        <pc:spChg chg="del">
          <ac:chgData name="Sonwabile Gxoyiya" userId="S::219267189@mycput.ac.za::45eece8a-c5de-466f-9c37-df1806b4781d" providerId="AD" clId="Web-{53C0CC75-3B65-4EAB-A8F2-AB5C7A9FCBBF}" dt="2021-09-05T15:00:58.308" v="93"/>
          <ac:spMkLst>
            <pc:docMk/>
            <pc:sldMk cId="109857222" sldId="256"/>
            <ac:spMk id="26" creationId="{4300840D-0A0B-4512-BACA-B439D5B9C57C}"/>
          </ac:spMkLst>
        </pc:spChg>
        <pc:spChg chg="del">
          <ac:chgData name="Sonwabile Gxoyiya" userId="S::219267189@mycput.ac.za::45eece8a-c5de-466f-9c37-df1806b4781d" providerId="AD" clId="Web-{53C0CC75-3B65-4EAB-A8F2-AB5C7A9FCBBF}" dt="2021-09-05T15:00:58.308" v="93"/>
          <ac:spMkLst>
            <pc:docMk/>
            <pc:sldMk cId="109857222" sldId="256"/>
            <ac:spMk id="27" creationId="{D2B78728-A580-49A7-84F9-6EF6F583ADE0}"/>
          </ac:spMkLst>
        </pc:spChg>
        <pc:spChg chg="del">
          <ac:chgData name="Sonwabile Gxoyiya" userId="S::219267189@mycput.ac.za::45eece8a-c5de-466f-9c37-df1806b4781d" providerId="AD" clId="Web-{53C0CC75-3B65-4EAB-A8F2-AB5C7A9FCBBF}" dt="2021-09-05T15:00:58.308" v="93"/>
          <ac:spMkLst>
            <pc:docMk/>
            <pc:sldMk cId="109857222" sldId="256"/>
            <ac:spMk id="28" creationId="{38FAA1A1-D861-433F-88FA-1E9D6FD31D11}"/>
          </ac:spMkLst>
        </pc:spChg>
        <pc:spChg chg="del">
          <ac:chgData name="Sonwabile Gxoyiya" userId="S::219267189@mycput.ac.za::45eece8a-c5de-466f-9c37-df1806b4781d" providerId="AD" clId="Web-{53C0CC75-3B65-4EAB-A8F2-AB5C7A9FCBBF}" dt="2021-09-05T15:00:58.308" v="93"/>
          <ac:spMkLst>
            <pc:docMk/>
            <pc:sldMk cId="109857222" sldId="256"/>
            <ac:spMk id="29" creationId="{8D71EDA1-87BF-4D5D-AB79-F346FD19278A}"/>
          </ac:spMkLst>
        </pc:spChg>
      </pc:sldChg>
      <pc:sldChg chg="modSp mod modClrScheme chgLayout">
        <pc:chgData name="Sonwabile Gxoyiya" userId="S::219267189@mycput.ac.za::45eece8a-c5de-466f-9c37-df1806b4781d" providerId="AD" clId="Web-{53C0CC75-3B65-4EAB-A8F2-AB5C7A9FCBBF}" dt="2021-09-05T15:01:08.590" v="94"/>
        <pc:sldMkLst>
          <pc:docMk/>
          <pc:sldMk cId="4247406594" sldId="257"/>
        </pc:sldMkLst>
        <pc:spChg chg="mod ord">
          <ac:chgData name="Sonwabile Gxoyiya" userId="S::219267189@mycput.ac.za::45eece8a-c5de-466f-9c37-df1806b4781d" providerId="AD" clId="Web-{53C0CC75-3B65-4EAB-A8F2-AB5C7A9FCBBF}" dt="2021-09-05T15:01:08.590" v="94"/>
          <ac:spMkLst>
            <pc:docMk/>
            <pc:sldMk cId="4247406594" sldId="257"/>
            <ac:spMk id="2" creationId="{E2954338-85EA-4BE6-A527-76B198557B65}"/>
          </ac:spMkLst>
        </pc:spChg>
        <pc:graphicFrameChg chg="mod ord modGraphic">
          <ac:chgData name="Sonwabile Gxoyiya" userId="S::219267189@mycput.ac.za::45eece8a-c5de-466f-9c37-df1806b4781d" providerId="AD" clId="Web-{53C0CC75-3B65-4EAB-A8F2-AB5C7A9FCBBF}" dt="2021-09-05T15:01:08.590" v="94"/>
          <ac:graphicFrameMkLst>
            <pc:docMk/>
            <pc:sldMk cId="4247406594" sldId="257"/>
            <ac:graphicFrameMk id="4" creationId="{B0191F57-00D1-4273-967A-C37CD1A82E05}"/>
          </ac:graphicFrameMkLst>
        </pc:graphicFrameChg>
      </pc:sldChg>
      <pc:sldChg chg="delSp modSp mod modClrScheme delDesignElem chgLayout">
        <pc:chgData name="Sonwabile Gxoyiya" userId="S::219267189@mycput.ac.za::45eece8a-c5de-466f-9c37-df1806b4781d" providerId="AD" clId="Web-{53C0CC75-3B65-4EAB-A8F2-AB5C7A9FCBBF}" dt="2021-09-05T15:01:08.590" v="94"/>
        <pc:sldMkLst>
          <pc:docMk/>
          <pc:sldMk cId="1338874783" sldId="258"/>
        </pc:sldMkLst>
        <pc:spChg chg="mod ord">
          <ac:chgData name="Sonwabile Gxoyiya" userId="S::219267189@mycput.ac.za::45eece8a-c5de-466f-9c37-df1806b4781d" providerId="AD" clId="Web-{53C0CC75-3B65-4EAB-A8F2-AB5C7A9FCBBF}" dt="2021-09-05T15:01:08.590" v="94"/>
          <ac:spMkLst>
            <pc:docMk/>
            <pc:sldMk cId="1338874783" sldId="258"/>
            <ac:spMk id="2" creationId="{05422D28-B2D8-4D6C-9D9C-39DDCCEE5AD2}"/>
          </ac:spMkLst>
        </pc:spChg>
        <pc:spChg chg="mod ord">
          <ac:chgData name="Sonwabile Gxoyiya" userId="S::219267189@mycput.ac.za::45eece8a-c5de-466f-9c37-df1806b4781d" providerId="AD" clId="Web-{53C0CC75-3B65-4EAB-A8F2-AB5C7A9FCBBF}" dt="2021-09-05T15:01:08.590" v="94"/>
          <ac:spMkLst>
            <pc:docMk/>
            <pc:sldMk cId="1338874783" sldId="258"/>
            <ac:spMk id="3" creationId="{D370DA46-E350-4D2E-9047-A3BE17318271}"/>
          </ac:spMkLst>
        </pc:spChg>
        <pc:spChg chg="del">
          <ac:chgData name="Sonwabile Gxoyiya" userId="S::219267189@mycput.ac.za::45eece8a-c5de-466f-9c37-df1806b4781d" providerId="AD" clId="Web-{53C0CC75-3B65-4EAB-A8F2-AB5C7A9FCBBF}" dt="2021-09-05T15:00:58.308" v="93"/>
          <ac:spMkLst>
            <pc:docMk/>
            <pc:sldMk cId="1338874783" sldId="258"/>
            <ac:spMk id="8" creationId="{09588DA8-065E-4F6F-8EFD-43104AB2E0CF}"/>
          </ac:spMkLst>
        </pc:spChg>
        <pc:spChg chg="del">
          <ac:chgData name="Sonwabile Gxoyiya" userId="S::219267189@mycput.ac.za::45eece8a-c5de-466f-9c37-df1806b4781d" providerId="AD" clId="Web-{53C0CC75-3B65-4EAB-A8F2-AB5C7A9FCBBF}" dt="2021-09-05T15:00:58.308" v="93"/>
          <ac:spMkLst>
            <pc:docMk/>
            <pc:sldMk cId="1338874783" sldId="258"/>
            <ac:spMk id="10" creationId="{C4285719-470E-454C-AF62-8323075F1F5B}"/>
          </ac:spMkLst>
        </pc:spChg>
        <pc:spChg chg="del">
          <ac:chgData name="Sonwabile Gxoyiya" userId="S::219267189@mycput.ac.za::45eece8a-c5de-466f-9c37-df1806b4781d" providerId="AD" clId="Web-{53C0CC75-3B65-4EAB-A8F2-AB5C7A9FCBBF}" dt="2021-09-05T15:00:58.308" v="93"/>
          <ac:spMkLst>
            <pc:docMk/>
            <pc:sldMk cId="1338874783" sldId="258"/>
            <ac:spMk id="12" creationId="{CD9FE4EF-C4D8-49A0-B2FF-81D8DB7D8A24}"/>
          </ac:spMkLst>
        </pc:spChg>
        <pc:spChg chg="del">
          <ac:chgData name="Sonwabile Gxoyiya" userId="S::219267189@mycput.ac.za::45eece8a-c5de-466f-9c37-df1806b4781d" providerId="AD" clId="Web-{53C0CC75-3B65-4EAB-A8F2-AB5C7A9FCBBF}" dt="2021-09-05T15:00:58.308" v="93"/>
          <ac:spMkLst>
            <pc:docMk/>
            <pc:sldMk cId="1338874783" sldId="258"/>
            <ac:spMk id="14" creationId="{4300840D-0A0B-4512-BACA-B439D5B9C57C}"/>
          </ac:spMkLst>
        </pc:spChg>
        <pc:spChg chg="del">
          <ac:chgData name="Sonwabile Gxoyiya" userId="S::219267189@mycput.ac.za::45eece8a-c5de-466f-9c37-df1806b4781d" providerId="AD" clId="Web-{53C0CC75-3B65-4EAB-A8F2-AB5C7A9FCBBF}" dt="2021-09-05T15:00:58.308" v="93"/>
          <ac:spMkLst>
            <pc:docMk/>
            <pc:sldMk cId="1338874783" sldId="258"/>
            <ac:spMk id="16" creationId="{D2B78728-A580-49A7-84F9-6EF6F583ADE0}"/>
          </ac:spMkLst>
        </pc:spChg>
        <pc:spChg chg="del">
          <ac:chgData name="Sonwabile Gxoyiya" userId="S::219267189@mycput.ac.za::45eece8a-c5de-466f-9c37-df1806b4781d" providerId="AD" clId="Web-{53C0CC75-3B65-4EAB-A8F2-AB5C7A9FCBBF}" dt="2021-09-05T15:00:58.308" v="93"/>
          <ac:spMkLst>
            <pc:docMk/>
            <pc:sldMk cId="1338874783" sldId="258"/>
            <ac:spMk id="18" creationId="{38FAA1A1-D861-433F-88FA-1E9D6FD31D11}"/>
          </ac:spMkLst>
        </pc:spChg>
        <pc:spChg chg="del">
          <ac:chgData name="Sonwabile Gxoyiya" userId="S::219267189@mycput.ac.za::45eece8a-c5de-466f-9c37-df1806b4781d" providerId="AD" clId="Web-{53C0CC75-3B65-4EAB-A8F2-AB5C7A9FCBBF}" dt="2021-09-05T15:00:58.308" v="93"/>
          <ac:spMkLst>
            <pc:docMk/>
            <pc:sldMk cId="1338874783" sldId="258"/>
            <ac:spMk id="20" creationId="{8D71EDA1-87BF-4D5D-AB79-F346FD19278A}"/>
          </ac:spMkLst>
        </pc:spChg>
      </pc:sldChg>
      <pc:sldChg chg="modSp mod modClrScheme chgLayout">
        <pc:chgData name="Sonwabile Gxoyiya" userId="S::219267189@mycput.ac.za::45eece8a-c5de-466f-9c37-df1806b4781d" providerId="AD" clId="Web-{53C0CC75-3B65-4EAB-A8F2-AB5C7A9FCBBF}" dt="2021-09-05T15:01:08.590" v="94"/>
        <pc:sldMkLst>
          <pc:docMk/>
          <pc:sldMk cId="869728008" sldId="259"/>
        </pc:sldMkLst>
        <pc:spChg chg="mod ord">
          <ac:chgData name="Sonwabile Gxoyiya" userId="S::219267189@mycput.ac.za::45eece8a-c5de-466f-9c37-df1806b4781d" providerId="AD" clId="Web-{53C0CC75-3B65-4EAB-A8F2-AB5C7A9FCBBF}" dt="2021-09-05T15:01:08.590" v="94"/>
          <ac:spMkLst>
            <pc:docMk/>
            <pc:sldMk cId="869728008" sldId="259"/>
            <ac:spMk id="2" creationId="{4F16291B-CA7F-4F02-8E95-E2E018453C95}"/>
          </ac:spMkLst>
        </pc:spChg>
        <pc:spChg chg="mod ord">
          <ac:chgData name="Sonwabile Gxoyiya" userId="S::219267189@mycput.ac.za::45eece8a-c5de-466f-9c37-df1806b4781d" providerId="AD" clId="Web-{53C0CC75-3B65-4EAB-A8F2-AB5C7A9FCBBF}" dt="2021-09-05T15:01:08.590" v="94"/>
          <ac:spMkLst>
            <pc:docMk/>
            <pc:sldMk cId="869728008" sldId="259"/>
            <ac:spMk id="3" creationId="{A96F6E09-AB95-4521-A748-E5AACE9744AA}"/>
          </ac:spMkLst>
        </pc:spChg>
      </pc:sldChg>
      <pc:sldChg chg="addSp modSp mod setBg modClrScheme chgLayout">
        <pc:chgData name="Sonwabile Gxoyiya" userId="S::219267189@mycput.ac.za::45eece8a-c5de-466f-9c37-df1806b4781d" providerId="AD" clId="Web-{53C0CC75-3B65-4EAB-A8F2-AB5C7A9FCBBF}" dt="2021-09-05T15:18:54.564" v="106"/>
        <pc:sldMkLst>
          <pc:docMk/>
          <pc:sldMk cId="3065796055" sldId="260"/>
        </pc:sldMkLst>
        <pc:spChg chg="mod ord">
          <ac:chgData name="Sonwabile Gxoyiya" userId="S::219267189@mycput.ac.za::45eece8a-c5de-466f-9c37-df1806b4781d" providerId="AD" clId="Web-{53C0CC75-3B65-4EAB-A8F2-AB5C7A9FCBBF}" dt="2021-09-05T15:18:54.564" v="106"/>
          <ac:spMkLst>
            <pc:docMk/>
            <pc:sldMk cId="3065796055" sldId="260"/>
            <ac:spMk id="2" creationId="{28C57F1D-072F-48D1-933F-ED399285D270}"/>
          </ac:spMkLst>
        </pc:spChg>
        <pc:spChg chg="mod ord">
          <ac:chgData name="Sonwabile Gxoyiya" userId="S::219267189@mycput.ac.za::45eece8a-c5de-466f-9c37-df1806b4781d" providerId="AD" clId="Web-{53C0CC75-3B65-4EAB-A8F2-AB5C7A9FCBBF}" dt="2021-09-05T15:18:54.564" v="106"/>
          <ac:spMkLst>
            <pc:docMk/>
            <pc:sldMk cId="3065796055" sldId="260"/>
            <ac:spMk id="3" creationId="{3ADC22AE-70D5-4E96-BA2B-297766D16D17}"/>
          </ac:spMkLst>
        </pc:spChg>
        <pc:spChg chg="add">
          <ac:chgData name="Sonwabile Gxoyiya" userId="S::219267189@mycput.ac.za::45eece8a-c5de-466f-9c37-df1806b4781d" providerId="AD" clId="Web-{53C0CC75-3B65-4EAB-A8F2-AB5C7A9FCBBF}" dt="2021-09-05T15:18:54.564" v="106"/>
          <ac:spMkLst>
            <pc:docMk/>
            <pc:sldMk cId="3065796055" sldId="260"/>
            <ac:spMk id="8" creationId="{4BC99CB9-DDAD-44A2-8A1C-E3AF4E72DF5C}"/>
          </ac:spMkLst>
        </pc:spChg>
        <pc:spChg chg="add">
          <ac:chgData name="Sonwabile Gxoyiya" userId="S::219267189@mycput.ac.za::45eece8a-c5de-466f-9c37-df1806b4781d" providerId="AD" clId="Web-{53C0CC75-3B65-4EAB-A8F2-AB5C7A9FCBBF}" dt="2021-09-05T15:18:54.564" v="106"/>
          <ac:spMkLst>
            <pc:docMk/>
            <pc:sldMk cId="3065796055" sldId="260"/>
            <ac:spMk id="10" creationId="{64053CBF-3932-45FF-8285-EE5146085F3A}"/>
          </ac:spMkLst>
        </pc:spChg>
        <pc:grpChg chg="add">
          <ac:chgData name="Sonwabile Gxoyiya" userId="S::219267189@mycput.ac.za::45eece8a-c5de-466f-9c37-df1806b4781d" providerId="AD" clId="Web-{53C0CC75-3B65-4EAB-A8F2-AB5C7A9FCBBF}" dt="2021-09-05T15:18:54.564" v="106"/>
          <ac:grpSpMkLst>
            <pc:docMk/>
            <pc:sldMk cId="3065796055" sldId="260"/>
            <ac:grpSpMk id="12" creationId="{2E751C04-BEA6-446B-A678-9C74819EBD4C}"/>
          </ac:grpSpMkLst>
        </pc:grpChg>
        <pc:grpChg chg="add">
          <ac:chgData name="Sonwabile Gxoyiya" userId="S::219267189@mycput.ac.za::45eece8a-c5de-466f-9c37-df1806b4781d" providerId="AD" clId="Web-{53C0CC75-3B65-4EAB-A8F2-AB5C7A9FCBBF}" dt="2021-09-05T15:18:54.564" v="106"/>
          <ac:grpSpMkLst>
            <pc:docMk/>
            <pc:sldMk cId="3065796055" sldId="260"/>
            <ac:grpSpMk id="18" creationId="{B63ACBA3-DEFD-4C6D-BBA0-64468FA99C2D}"/>
          </ac:grpSpMkLst>
        </pc:grpChg>
      </pc:sldChg>
      <pc:sldChg chg="addSp delSp modSp mod setBg modClrScheme delDesignElem chgLayout">
        <pc:chgData name="Sonwabile Gxoyiya" userId="S::219267189@mycput.ac.za::45eece8a-c5de-466f-9c37-df1806b4781d" providerId="AD" clId="Web-{53C0CC75-3B65-4EAB-A8F2-AB5C7A9FCBBF}" dt="2021-09-05T15:17:28.929" v="105"/>
        <pc:sldMkLst>
          <pc:docMk/>
          <pc:sldMk cId="3212344048" sldId="261"/>
        </pc:sldMkLst>
        <pc:spChg chg="mod ord">
          <ac:chgData name="Sonwabile Gxoyiya" userId="S::219267189@mycput.ac.za::45eece8a-c5de-466f-9c37-df1806b4781d" providerId="AD" clId="Web-{53C0CC75-3B65-4EAB-A8F2-AB5C7A9FCBBF}" dt="2021-09-05T15:17:28.929" v="105"/>
          <ac:spMkLst>
            <pc:docMk/>
            <pc:sldMk cId="3212344048" sldId="261"/>
            <ac:spMk id="2" creationId="{F13DD23B-B8AC-4391-9555-C2B10A479854}"/>
          </ac:spMkLst>
        </pc:spChg>
        <pc:spChg chg="mod ord">
          <ac:chgData name="Sonwabile Gxoyiya" userId="S::219267189@mycput.ac.za::45eece8a-c5de-466f-9c37-df1806b4781d" providerId="AD" clId="Web-{53C0CC75-3B65-4EAB-A8F2-AB5C7A9FCBBF}" dt="2021-09-05T15:17:28.929" v="105"/>
          <ac:spMkLst>
            <pc:docMk/>
            <pc:sldMk cId="3212344048" sldId="261"/>
            <ac:spMk id="3" creationId="{42446B08-11EE-455A-A82C-3C7E4F0225A3}"/>
          </ac:spMkLst>
        </pc:spChg>
        <pc:spChg chg="add del">
          <ac:chgData name="Sonwabile Gxoyiya" userId="S::219267189@mycput.ac.za::45eece8a-c5de-466f-9c37-df1806b4781d" providerId="AD" clId="Web-{53C0CC75-3B65-4EAB-A8F2-AB5C7A9FCBBF}" dt="2021-09-05T15:00:37.025" v="89"/>
          <ac:spMkLst>
            <pc:docMk/>
            <pc:sldMk cId="3212344048" sldId="261"/>
            <ac:spMk id="5" creationId="{C9A36457-A5F4-4103-A443-02581C09185B}"/>
          </ac:spMkLst>
        </pc:spChg>
        <pc:spChg chg="add del">
          <ac:chgData name="Sonwabile Gxoyiya" userId="S::219267189@mycput.ac.za::45eece8a-c5de-466f-9c37-df1806b4781d" providerId="AD" clId="Web-{53C0CC75-3B65-4EAB-A8F2-AB5C7A9FCBBF}" dt="2021-09-05T15:00:37.025" v="89"/>
          <ac:spMkLst>
            <pc:docMk/>
            <pc:sldMk cId="3212344048" sldId="261"/>
            <ac:spMk id="6" creationId="{DC5FB7E8-B636-40FA-BE8D-48145C0F5C57}"/>
          </ac:spMkLst>
        </pc:spChg>
        <pc:spChg chg="add del">
          <ac:chgData name="Sonwabile Gxoyiya" userId="S::219267189@mycput.ac.za::45eece8a-c5de-466f-9c37-df1806b4781d" providerId="AD" clId="Web-{53C0CC75-3B65-4EAB-A8F2-AB5C7A9FCBBF}" dt="2021-09-05T15:00:37.025" v="89"/>
          <ac:spMkLst>
            <pc:docMk/>
            <pc:sldMk cId="3212344048" sldId="261"/>
            <ac:spMk id="7" creationId="{142DCE2C-2863-46FA-9BE7-24365A24D9BA}"/>
          </ac:spMkLst>
        </pc:spChg>
        <pc:spChg chg="add del">
          <ac:chgData name="Sonwabile Gxoyiya" userId="S::219267189@mycput.ac.za::45eece8a-c5de-466f-9c37-df1806b4781d" providerId="AD" clId="Web-{53C0CC75-3B65-4EAB-A8F2-AB5C7A9FCBBF}" dt="2021-09-05T15:00:31.103" v="87"/>
          <ac:spMkLst>
            <pc:docMk/>
            <pc:sldMk cId="3212344048" sldId="261"/>
            <ac:spMk id="8" creationId="{09588DA8-065E-4F6F-8EFD-43104AB2E0CF}"/>
          </ac:spMkLst>
        </pc:spChg>
        <pc:spChg chg="add del">
          <ac:chgData name="Sonwabile Gxoyiya" userId="S::219267189@mycput.ac.za::45eece8a-c5de-466f-9c37-df1806b4781d" providerId="AD" clId="Web-{53C0CC75-3B65-4EAB-A8F2-AB5C7A9FCBBF}" dt="2021-09-05T15:00:42.651" v="91"/>
          <ac:spMkLst>
            <pc:docMk/>
            <pc:sldMk cId="3212344048" sldId="261"/>
            <ac:spMk id="9" creationId="{46D6306C-ED4F-4AAE-B4A5-EEA6AFAD726E}"/>
          </ac:spMkLst>
        </pc:spChg>
        <pc:spChg chg="add del">
          <ac:chgData name="Sonwabile Gxoyiya" userId="S::219267189@mycput.ac.za::45eece8a-c5de-466f-9c37-df1806b4781d" providerId="AD" clId="Web-{53C0CC75-3B65-4EAB-A8F2-AB5C7A9FCBBF}" dt="2021-09-05T15:00:31.103" v="87"/>
          <ac:spMkLst>
            <pc:docMk/>
            <pc:sldMk cId="3212344048" sldId="261"/>
            <ac:spMk id="10" creationId="{C4285719-470E-454C-AF62-8323075F1F5B}"/>
          </ac:spMkLst>
        </pc:spChg>
        <pc:spChg chg="add del">
          <ac:chgData name="Sonwabile Gxoyiya" userId="S::219267189@mycput.ac.za::45eece8a-c5de-466f-9c37-df1806b4781d" providerId="AD" clId="Web-{53C0CC75-3B65-4EAB-A8F2-AB5C7A9FCBBF}" dt="2021-09-05T15:00:42.651" v="91"/>
          <ac:spMkLst>
            <pc:docMk/>
            <pc:sldMk cId="3212344048" sldId="261"/>
            <ac:spMk id="11" creationId="{0EC5361D-F897-4856-B945-0455A365EB24}"/>
          </ac:spMkLst>
        </pc:spChg>
        <pc:spChg chg="add del">
          <ac:chgData name="Sonwabile Gxoyiya" userId="S::219267189@mycput.ac.za::45eece8a-c5de-466f-9c37-df1806b4781d" providerId="AD" clId="Web-{53C0CC75-3B65-4EAB-A8F2-AB5C7A9FCBBF}" dt="2021-09-05T15:00:31.103" v="87"/>
          <ac:spMkLst>
            <pc:docMk/>
            <pc:sldMk cId="3212344048" sldId="261"/>
            <ac:spMk id="12" creationId="{CD9FE4EF-C4D8-49A0-B2FF-81D8DB7D8A24}"/>
          </ac:spMkLst>
        </pc:spChg>
        <pc:spChg chg="add del">
          <ac:chgData name="Sonwabile Gxoyiya" userId="S::219267189@mycput.ac.za::45eece8a-c5de-466f-9c37-df1806b4781d" providerId="AD" clId="Web-{53C0CC75-3B65-4EAB-A8F2-AB5C7A9FCBBF}" dt="2021-09-05T15:00:42.651" v="91"/>
          <ac:spMkLst>
            <pc:docMk/>
            <pc:sldMk cId="3212344048" sldId="261"/>
            <ac:spMk id="13" creationId="{4508C0C5-2268-42B5-B3C8-4D0899E05F8C}"/>
          </ac:spMkLst>
        </pc:spChg>
        <pc:spChg chg="add del">
          <ac:chgData name="Sonwabile Gxoyiya" userId="S::219267189@mycput.ac.za::45eece8a-c5de-466f-9c37-df1806b4781d" providerId="AD" clId="Web-{53C0CC75-3B65-4EAB-A8F2-AB5C7A9FCBBF}" dt="2021-09-05T15:00:31.103" v="87"/>
          <ac:spMkLst>
            <pc:docMk/>
            <pc:sldMk cId="3212344048" sldId="261"/>
            <ac:spMk id="14" creationId="{4300840D-0A0B-4512-BACA-B439D5B9C57C}"/>
          </ac:spMkLst>
        </pc:spChg>
        <pc:spChg chg="add del">
          <ac:chgData name="Sonwabile Gxoyiya" userId="S::219267189@mycput.ac.za::45eece8a-c5de-466f-9c37-df1806b4781d" providerId="AD" clId="Web-{53C0CC75-3B65-4EAB-A8F2-AB5C7A9FCBBF}" dt="2021-09-05T15:00:42.651" v="91"/>
          <ac:spMkLst>
            <pc:docMk/>
            <pc:sldMk cId="3212344048" sldId="261"/>
            <ac:spMk id="15" creationId="{141ACBDB-38F8-4B34-8183-BD95B4E55A62}"/>
          </ac:spMkLst>
        </pc:spChg>
        <pc:spChg chg="add del">
          <ac:chgData name="Sonwabile Gxoyiya" userId="S::219267189@mycput.ac.za::45eece8a-c5de-466f-9c37-df1806b4781d" providerId="AD" clId="Web-{53C0CC75-3B65-4EAB-A8F2-AB5C7A9FCBBF}" dt="2021-09-05T15:00:31.103" v="87"/>
          <ac:spMkLst>
            <pc:docMk/>
            <pc:sldMk cId="3212344048" sldId="261"/>
            <ac:spMk id="16" creationId="{D2B78728-A580-49A7-84F9-6EF6F583ADE0}"/>
          </ac:spMkLst>
        </pc:spChg>
        <pc:spChg chg="add del">
          <ac:chgData name="Sonwabile Gxoyiya" userId="S::219267189@mycput.ac.za::45eece8a-c5de-466f-9c37-df1806b4781d" providerId="AD" clId="Web-{53C0CC75-3B65-4EAB-A8F2-AB5C7A9FCBBF}" dt="2021-09-05T15:00:42.651" v="91"/>
          <ac:spMkLst>
            <pc:docMk/>
            <pc:sldMk cId="3212344048" sldId="261"/>
            <ac:spMk id="17" creationId="{DE00DB52-3455-4E2F-867B-A6D0516E175B}"/>
          </ac:spMkLst>
        </pc:spChg>
        <pc:spChg chg="add del">
          <ac:chgData name="Sonwabile Gxoyiya" userId="S::219267189@mycput.ac.za::45eece8a-c5de-466f-9c37-df1806b4781d" providerId="AD" clId="Web-{53C0CC75-3B65-4EAB-A8F2-AB5C7A9FCBBF}" dt="2021-09-05T15:00:31.103" v="87"/>
          <ac:spMkLst>
            <pc:docMk/>
            <pc:sldMk cId="3212344048" sldId="261"/>
            <ac:spMk id="18" creationId="{38FAA1A1-D861-433F-88FA-1E9D6FD31D11}"/>
          </ac:spMkLst>
        </pc:spChg>
        <pc:spChg chg="add del">
          <ac:chgData name="Sonwabile Gxoyiya" userId="S::219267189@mycput.ac.za::45eece8a-c5de-466f-9c37-df1806b4781d" providerId="AD" clId="Web-{53C0CC75-3B65-4EAB-A8F2-AB5C7A9FCBBF}" dt="2021-09-05T15:00:42.651" v="91"/>
          <ac:spMkLst>
            <pc:docMk/>
            <pc:sldMk cId="3212344048" sldId="261"/>
            <ac:spMk id="19" creationId="{9E914C83-E0D8-4953-92D5-169D28CB43AE}"/>
          </ac:spMkLst>
        </pc:spChg>
        <pc:spChg chg="add del">
          <ac:chgData name="Sonwabile Gxoyiya" userId="S::219267189@mycput.ac.za::45eece8a-c5de-466f-9c37-df1806b4781d" providerId="AD" clId="Web-{53C0CC75-3B65-4EAB-A8F2-AB5C7A9FCBBF}" dt="2021-09-05T15:00:31.103" v="87"/>
          <ac:spMkLst>
            <pc:docMk/>
            <pc:sldMk cId="3212344048" sldId="261"/>
            <ac:spMk id="20" creationId="{8D71EDA1-87BF-4D5D-AB79-F346FD19278A}"/>
          </ac:spMkLst>
        </pc:spChg>
        <pc:spChg chg="add del">
          <ac:chgData name="Sonwabile Gxoyiya" userId="S::219267189@mycput.ac.za::45eece8a-c5de-466f-9c37-df1806b4781d" providerId="AD" clId="Web-{53C0CC75-3B65-4EAB-A8F2-AB5C7A9FCBBF}" dt="2021-09-05T15:00:42.651" v="91"/>
          <ac:spMkLst>
            <pc:docMk/>
            <pc:sldMk cId="3212344048" sldId="261"/>
            <ac:spMk id="21" creationId="{3512E083-F550-46AF-8490-767ECFD00CB7}"/>
          </ac:spMkLst>
        </pc:spChg>
        <pc:spChg chg="add del">
          <ac:chgData name="Sonwabile Gxoyiya" userId="S::219267189@mycput.ac.za::45eece8a-c5de-466f-9c37-df1806b4781d" providerId="AD" clId="Web-{53C0CC75-3B65-4EAB-A8F2-AB5C7A9FCBBF}" dt="2021-09-05T15:00:58.308" v="93"/>
          <ac:spMkLst>
            <pc:docMk/>
            <pc:sldMk cId="3212344048" sldId="261"/>
            <ac:spMk id="22" creationId="{C9A36457-A5F4-4103-A443-02581C09185B}"/>
          </ac:spMkLst>
        </pc:spChg>
        <pc:spChg chg="add del">
          <ac:chgData name="Sonwabile Gxoyiya" userId="S::219267189@mycput.ac.za::45eece8a-c5de-466f-9c37-df1806b4781d" providerId="AD" clId="Web-{53C0CC75-3B65-4EAB-A8F2-AB5C7A9FCBBF}" dt="2021-09-05T15:00:58.308" v="93"/>
          <ac:spMkLst>
            <pc:docMk/>
            <pc:sldMk cId="3212344048" sldId="261"/>
            <ac:spMk id="23" creationId="{DC5FB7E8-B636-40FA-BE8D-48145C0F5C57}"/>
          </ac:spMkLst>
        </pc:spChg>
        <pc:spChg chg="add del">
          <ac:chgData name="Sonwabile Gxoyiya" userId="S::219267189@mycput.ac.za::45eece8a-c5de-466f-9c37-df1806b4781d" providerId="AD" clId="Web-{53C0CC75-3B65-4EAB-A8F2-AB5C7A9FCBBF}" dt="2021-09-05T15:00:58.308" v="93"/>
          <ac:spMkLst>
            <pc:docMk/>
            <pc:sldMk cId="3212344048" sldId="261"/>
            <ac:spMk id="24" creationId="{142DCE2C-2863-46FA-9BE7-24365A24D9BA}"/>
          </ac:spMkLst>
        </pc:spChg>
        <pc:spChg chg="add">
          <ac:chgData name="Sonwabile Gxoyiya" userId="S::219267189@mycput.ac.za::45eece8a-c5de-466f-9c37-df1806b4781d" providerId="AD" clId="Web-{53C0CC75-3B65-4EAB-A8F2-AB5C7A9FCBBF}" dt="2021-09-05T15:01:30.138" v="95"/>
          <ac:spMkLst>
            <pc:docMk/>
            <pc:sldMk cId="3212344048" sldId="261"/>
            <ac:spMk id="25" creationId="{C9A36457-A5F4-4103-A443-02581C09185B}"/>
          </ac:spMkLst>
        </pc:spChg>
        <pc:spChg chg="add">
          <ac:chgData name="Sonwabile Gxoyiya" userId="S::219267189@mycput.ac.za::45eece8a-c5de-466f-9c37-df1806b4781d" providerId="AD" clId="Web-{53C0CC75-3B65-4EAB-A8F2-AB5C7A9FCBBF}" dt="2021-09-05T15:01:30.138" v="95"/>
          <ac:spMkLst>
            <pc:docMk/>
            <pc:sldMk cId="3212344048" sldId="261"/>
            <ac:spMk id="26" creationId="{DC5FB7E8-B636-40FA-BE8D-48145C0F5C57}"/>
          </ac:spMkLst>
        </pc:spChg>
        <pc:spChg chg="add">
          <ac:chgData name="Sonwabile Gxoyiya" userId="S::219267189@mycput.ac.za::45eece8a-c5de-466f-9c37-df1806b4781d" providerId="AD" clId="Web-{53C0CC75-3B65-4EAB-A8F2-AB5C7A9FCBBF}" dt="2021-09-05T15:01:30.138" v="95"/>
          <ac:spMkLst>
            <pc:docMk/>
            <pc:sldMk cId="3212344048" sldId="261"/>
            <ac:spMk id="27" creationId="{142DCE2C-2863-46FA-9BE7-24365A24D9BA}"/>
          </ac:spMkLst>
        </pc:spChg>
        <pc:spChg chg="del">
          <ac:chgData name="Sonwabile Gxoyiya" userId="S::219267189@mycput.ac.za::45eece8a-c5de-466f-9c37-df1806b4781d" providerId="AD" clId="Web-{53C0CC75-3B65-4EAB-A8F2-AB5C7A9FCBBF}" dt="2021-09-05T15:17:28.929" v="105"/>
          <ac:spMkLst>
            <pc:docMk/>
            <pc:sldMk cId="3212344048" sldId="261"/>
            <ac:spMk id="38" creationId="{C9A36457-A5F4-4103-A443-02581C09185B}"/>
          </ac:spMkLst>
        </pc:spChg>
        <pc:spChg chg="del">
          <ac:chgData name="Sonwabile Gxoyiya" userId="S::219267189@mycput.ac.za::45eece8a-c5de-466f-9c37-df1806b4781d" providerId="AD" clId="Web-{53C0CC75-3B65-4EAB-A8F2-AB5C7A9FCBBF}" dt="2021-09-05T15:17:28.929" v="105"/>
          <ac:spMkLst>
            <pc:docMk/>
            <pc:sldMk cId="3212344048" sldId="261"/>
            <ac:spMk id="39" creationId="{DC5FB7E8-B636-40FA-BE8D-48145C0F5C57}"/>
          </ac:spMkLst>
        </pc:spChg>
        <pc:spChg chg="del">
          <ac:chgData name="Sonwabile Gxoyiya" userId="S::219267189@mycput.ac.za::45eece8a-c5de-466f-9c37-df1806b4781d" providerId="AD" clId="Web-{53C0CC75-3B65-4EAB-A8F2-AB5C7A9FCBBF}" dt="2021-09-05T15:17:28.929" v="105"/>
          <ac:spMkLst>
            <pc:docMk/>
            <pc:sldMk cId="3212344048" sldId="261"/>
            <ac:spMk id="40" creationId="{142DCE2C-2863-46FA-9BE7-24365A24D9BA}"/>
          </ac:spMkLst>
        </pc:spChg>
        <pc:spChg chg="add">
          <ac:chgData name="Sonwabile Gxoyiya" userId="S::219267189@mycput.ac.za::45eece8a-c5de-466f-9c37-df1806b4781d" providerId="AD" clId="Web-{53C0CC75-3B65-4EAB-A8F2-AB5C7A9FCBBF}" dt="2021-09-05T15:17:28.929" v="105"/>
          <ac:spMkLst>
            <pc:docMk/>
            <pc:sldMk cId="3212344048" sldId="261"/>
            <ac:spMk id="45" creationId="{4BC99CB9-DDAD-44A2-8A1C-E3AF4E72DF5C}"/>
          </ac:spMkLst>
        </pc:spChg>
        <pc:spChg chg="add">
          <ac:chgData name="Sonwabile Gxoyiya" userId="S::219267189@mycput.ac.za::45eece8a-c5de-466f-9c37-df1806b4781d" providerId="AD" clId="Web-{53C0CC75-3B65-4EAB-A8F2-AB5C7A9FCBBF}" dt="2021-09-05T15:17:28.929" v="105"/>
          <ac:spMkLst>
            <pc:docMk/>
            <pc:sldMk cId="3212344048" sldId="261"/>
            <ac:spMk id="47" creationId="{1561AEE4-4E38-4BAC-976D-E0DE523FC5D1}"/>
          </ac:spMkLst>
        </pc:spChg>
        <pc:grpChg chg="add">
          <ac:chgData name="Sonwabile Gxoyiya" userId="S::219267189@mycput.ac.za::45eece8a-c5de-466f-9c37-df1806b4781d" providerId="AD" clId="Web-{53C0CC75-3B65-4EAB-A8F2-AB5C7A9FCBBF}" dt="2021-09-05T15:17:28.929" v="105"/>
          <ac:grpSpMkLst>
            <pc:docMk/>
            <pc:sldMk cId="3212344048" sldId="261"/>
            <ac:grpSpMk id="49" creationId="{F0BC676B-D19A-44DB-910A-0C0E6D433979}"/>
          </ac:grpSpMkLst>
        </pc:grpChg>
      </pc:sldChg>
      <pc:sldChg chg="addSp delSp modSp mod setBg modClrScheme chgLayout">
        <pc:chgData name="Sonwabile Gxoyiya" userId="S::219267189@mycput.ac.za::45eece8a-c5de-466f-9c37-df1806b4781d" providerId="AD" clId="Web-{53C0CC75-3B65-4EAB-A8F2-AB5C7A9FCBBF}" dt="2021-09-05T15:14:54.545" v="104"/>
        <pc:sldMkLst>
          <pc:docMk/>
          <pc:sldMk cId="4241949569" sldId="262"/>
        </pc:sldMkLst>
        <pc:spChg chg="mod ord">
          <ac:chgData name="Sonwabile Gxoyiya" userId="S::219267189@mycput.ac.za::45eece8a-c5de-466f-9c37-df1806b4781d" providerId="AD" clId="Web-{53C0CC75-3B65-4EAB-A8F2-AB5C7A9FCBBF}" dt="2021-09-05T15:14:54.545" v="104"/>
          <ac:spMkLst>
            <pc:docMk/>
            <pc:sldMk cId="4241949569" sldId="262"/>
            <ac:spMk id="2" creationId="{19682C9E-0300-4A2C-A36D-1CD757BC2EF9}"/>
          </ac:spMkLst>
        </pc:spChg>
        <pc:spChg chg="mod ord">
          <ac:chgData name="Sonwabile Gxoyiya" userId="S::219267189@mycput.ac.za::45eece8a-c5de-466f-9c37-df1806b4781d" providerId="AD" clId="Web-{53C0CC75-3B65-4EAB-A8F2-AB5C7A9FCBBF}" dt="2021-09-05T15:14:54.545" v="104"/>
          <ac:spMkLst>
            <pc:docMk/>
            <pc:sldMk cId="4241949569" sldId="262"/>
            <ac:spMk id="3" creationId="{885E6C03-A64F-4B20-B45F-2B7B8BE2A43A}"/>
          </ac:spMkLst>
        </pc:spChg>
        <pc:spChg chg="add del">
          <ac:chgData name="Sonwabile Gxoyiya" userId="S::219267189@mycput.ac.za::45eece8a-c5de-466f-9c37-df1806b4781d" providerId="AD" clId="Web-{53C0CC75-3B65-4EAB-A8F2-AB5C7A9FCBBF}" dt="2021-09-05T15:05:52.059" v="99"/>
          <ac:spMkLst>
            <pc:docMk/>
            <pc:sldMk cId="4241949569" sldId="262"/>
            <ac:spMk id="5" creationId="{C9A36457-A5F4-4103-A443-02581C09185B}"/>
          </ac:spMkLst>
        </pc:spChg>
        <pc:spChg chg="add del">
          <ac:chgData name="Sonwabile Gxoyiya" userId="S::219267189@mycput.ac.za::45eece8a-c5de-466f-9c37-df1806b4781d" providerId="AD" clId="Web-{53C0CC75-3B65-4EAB-A8F2-AB5C7A9FCBBF}" dt="2021-09-05T15:05:52.059" v="99"/>
          <ac:spMkLst>
            <pc:docMk/>
            <pc:sldMk cId="4241949569" sldId="262"/>
            <ac:spMk id="6" creationId="{AA5CF486-D9E5-4A66-898A-F3D62B81B15E}"/>
          </ac:spMkLst>
        </pc:spChg>
        <pc:spChg chg="add del">
          <ac:chgData name="Sonwabile Gxoyiya" userId="S::219267189@mycput.ac.za::45eece8a-c5de-466f-9c37-df1806b4781d" providerId="AD" clId="Web-{53C0CC75-3B65-4EAB-A8F2-AB5C7A9FCBBF}" dt="2021-09-05T15:14:54.545" v="104"/>
          <ac:spMkLst>
            <pc:docMk/>
            <pc:sldMk cId="4241949569" sldId="262"/>
            <ac:spMk id="7" creationId="{C9A36457-A5F4-4103-A443-02581C09185B}"/>
          </ac:spMkLst>
        </pc:spChg>
        <pc:spChg chg="add del">
          <ac:chgData name="Sonwabile Gxoyiya" userId="S::219267189@mycput.ac.za::45eece8a-c5de-466f-9c37-df1806b4781d" providerId="AD" clId="Web-{53C0CC75-3B65-4EAB-A8F2-AB5C7A9FCBBF}" dt="2021-09-05T15:05:49.965" v="97"/>
          <ac:spMkLst>
            <pc:docMk/>
            <pc:sldMk cId="4241949569" sldId="262"/>
            <ac:spMk id="8" creationId="{C9A36457-A5F4-4103-A443-02581C09185B}"/>
          </ac:spMkLst>
        </pc:spChg>
        <pc:spChg chg="add del">
          <ac:chgData name="Sonwabile Gxoyiya" userId="S::219267189@mycput.ac.za::45eece8a-c5de-466f-9c37-df1806b4781d" providerId="AD" clId="Web-{53C0CC75-3B65-4EAB-A8F2-AB5C7A9FCBBF}" dt="2021-09-05T15:14:54.545" v="104"/>
          <ac:spMkLst>
            <pc:docMk/>
            <pc:sldMk cId="4241949569" sldId="262"/>
            <ac:spMk id="9" creationId="{DC5FB7E8-B636-40FA-BE8D-48145C0F5C57}"/>
          </ac:spMkLst>
        </pc:spChg>
        <pc:spChg chg="add del">
          <ac:chgData name="Sonwabile Gxoyiya" userId="S::219267189@mycput.ac.za::45eece8a-c5de-466f-9c37-df1806b4781d" providerId="AD" clId="Web-{53C0CC75-3B65-4EAB-A8F2-AB5C7A9FCBBF}" dt="2021-09-05T15:05:49.965" v="97"/>
          <ac:spMkLst>
            <pc:docMk/>
            <pc:sldMk cId="4241949569" sldId="262"/>
            <ac:spMk id="10" creationId="{DC5FB7E8-B636-40FA-BE8D-48145C0F5C57}"/>
          </ac:spMkLst>
        </pc:spChg>
        <pc:spChg chg="add del">
          <ac:chgData name="Sonwabile Gxoyiya" userId="S::219267189@mycput.ac.za::45eece8a-c5de-466f-9c37-df1806b4781d" providerId="AD" clId="Web-{53C0CC75-3B65-4EAB-A8F2-AB5C7A9FCBBF}" dt="2021-09-05T15:14:54.545" v="104"/>
          <ac:spMkLst>
            <pc:docMk/>
            <pc:sldMk cId="4241949569" sldId="262"/>
            <ac:spMk id="11" creationId="{142DCE2C-2863-46FA-9BE7-24365A24D9BA}"/>
          </ac:spMkLst>
        </pc:spChg>
        <pc:spChg chg="add del">
          <ac:chgData name="Sonwabile Gxoyiya" userId="S::219267189@mycput.ac.za::45eece8a-c5de-466f-9c37-df1806b4781d" providerId="AD" clId="Web-{53C0CC75-3B65-4EAB-A8F2-AB5C7A9FCBBF}" dt="2021-09-05T15:05:49.965" v="97"/>
          <ac:spMkLst>
            <pc:docMk/>
            <pc:sldMk cId="4241949569" sldId="262"/>
            <ac:spMk id="12" creationId="{142DCE2C-2863-46FA-9BE7-24365A24D9BA}"/>
          </ac:spMkLst>
        </pc:spChg>
        <pc:spChg chg="add">
          <ac:chgData name="Sonwabile Gxoyiya" userId="S::219267189@mycput.ac.za::45eece8a-c5de-466f-9c37-df1806b4781d" providerId="AD" clId="Web-{53C0CC75-3B65-4EAB-A8F2-AB5C7A9FCBBF}" dt="2021-09-05T15:14:54.545" v="104"/>
          <ac:spMkLst>
            <pc:docMk/>
            <pc:sldMk cId="4241949569" sldId="262"/>
            <ac:spMk id="16" creationId="{4BC99CB9-DDAD-44A2-8A1C-E3AF4E72DF5C}"/>
          </ac:spMkLst>
        </pc:spChg>
        <pc:spChg chg="add">
          <ac:chgData name="Sonwabile Gxoyiya" userId="S::219267189@mycput.ac.za::45eece8a-c5de-466f-9c37-df1806b4781d" providerId="AD" clId="Web-{53C0CC75-3B65-4EAB-A8F2-AB5C7A9FCBBF}" dt="2021-09-05T15:14:54.545" v="104"/>
          <ac:spMkLst>
            <pc:docMk/>
            <pc:sldMk cId="4241949569" sldId="262"/>
            <ac:spMk id="18" creationId="{1561AEE4-4E38-4BAC-976D-E0DE523FC5D1}"/>
          </ac:spMkLst>
        </pc:spChg>
        <pc:grpChg chg="add">
          <ac:chgData name="Sonwabile Gxoyiya" userId="S::219267189@mycput.ac.za::45eece8a-c5de-466f-9c37-df1806b4781d" providerId="AD" clId="Web-{53C0CC75-3B65-4EAB-A8F2-AB5C7A9FCBBF}" dt="2021-09-05T15:14:54.545" v="104"/>
          <ac:grpSpMkLst>
            <pc:docMk/>
            <pc:sldMk cId="4241949569" sldId="262"/>
            <ac:grpSpMk id="20" creationId="{F0BC676B-D19A-44DB-910A-0C0E6D433979}"/>
          </ac:grpSpMkLst>
        </pc:grpChg>
      </pc:sldChg>
      <pc:sldChg chg="addSp delSp modSp mod setBg modClrScheme chgLayout">
        <pc:chgData name="Sonwabile Gxoyiya" userId="S::219267189@mycput.ac.za::45eece8a-c5de-466f-9c37-df1806b4781d" providerId="AD" clId="Web-{53C0CC75-3B65-4EAB-A8F2-AB5C7A9FCBBF}" dt="2021-09-05T15:11:49.597" v="103"/>
        <pc:sldMkLst>
          <pc:docMk/>
          <pc:sldMk cId="422156484" sldId="263"/>
        </pc:sldMkLst>
        <pc:spChg chg="mod ord">
          <ac:chgData name="Sonwabile Gxoyiya" userId="S::219267189@mycput.ac.za::45eece8a-c5de-466f-9c37-df1806b4781d" providerId="AD" clId="Web-{53C0CC75-3B65-4EAB-A8F2-AB5C7A9FCBBF}" dt="2021-09-05T15:11:49.597" v="103"/>
          <ac:spMkLst>
            <pc:docMk/>
            <pc:sldMk cId="422156484" sldId="263"/>
            <ac:spMk id="2" creationId="{25BDE725-FFCA-4E0B-BF23-252D74FB6A99}"/>
          </ac:spMkLst>
        </pc:spChg>
        <pc:spChg chg="mod ord">
          <ac:chgData name="Sonwabile Gxoyiya" userId="S::219267189@mycput.ac.za::45eece8a-c5de-466f-9c37-df1806b4781d" providerId="AD" clId="Web-{53C0CC75-3B65-4EAB-A8F2-AB5C7A9FCBBF}" dt="2021-09-05T15:11:49.597" v="103"/>
          <ac:spMkLst>
            <pc:docMk/>
            <pc:sldMk cId="422156484" sldId="263"/>
            <ac:spMk id="3" creationId="{151AB9C6-699C-4EC7-9A9B-5C84522E5BF2}"/>
          </ac:spMkLst>
        </pc:spChg>
        <pc:spChg chg="add">
          <ac:chgData name="Sonwabile Gxoyiya" userId="S::219267189@mycput.ac.za::45eece8a-c5de-466f-9c37-df1806b4781d" providerId="AD" clId="Web-{53C0CC75-3B65-4EAB-A8F2-AB5C7A9FCBBF}" dt="2021-09-05T15:11:49.597" v="103"/>
          <ac:spMkLst>
            <pc:docMk/>
            <pc:sldMk cId="422156484" sldId="263"/>
            <ac:spMk id="5" creationId="{4BC99CB9-DDAD-44A2-8A1C-E3AF4E72DF5C}"/>
          </ac:spMkLst>
        </pc:spChg>
        <pc:spChg chg="add">
          <ac:chgData name="Sonwabile Gxoyiya" userId="S::219267189@mycput.ac.za::45eece8a-c5de-466f-9c37-df1806b4781d" providerId="AD" clId="Web-{53C0CC75-3B65-4EAB-A8F2-AB5C7A9FCBBF}" dt="2021-09-05T15:11:49.597" v="103"/>
          <ac:spMkLst>
            <pc:docMk/>
            <pc:sldMk cId="422156484" sldId="263"/>
            <ac:spMk id="6" creationId="{64053CBF-3932-45FF-8285-EE5146085F3A}"/>
          </ac:spMkLst>
        </pc:spChg>
        <pc:spChg chg="add del">
          <ac:chgData name="Sonwabile Gxoyiya" userId="S::219267189@mycput.ac.za::45eece8a-c5de-466f-9c37-df1806b4781d" providerId="AD" clId="Web-{53C0CC75-3B65-4EAB-A8F2-AB5C7A9FCBBF}" dt="2021-09-05T15:11:49.581" v="102"/>
          <ac:spMkLst>
            <pc:docMk/>
            <pc:sldMk cId="422156484" sldId="263"/>
            <ac:spMk id="8" creationId="{C9A36457-A5F4-4103-A443-02581C09185B}"/>
          </ac:spMkLst>
        </pc:spChg>
        <pc:spChg chg="add del">
          <ac:chgData name="Sonwabile Gxoyiya" userId="S::219267189@mycput.ac.za::45eece8a-c5de-466f-9c37-df1806b4781d" providerId="AD" clId="Web-{53C0CC75-3B65-4EAB-A8F2-AB5C7A9FCBBF}" dt="2021-09-05T15:11:49.581" v="102"/>
          <ac:spMkLst>
            <pc:docMk/>
            <pc:sldMk cId="422156484" sldId="263"/>
            <ac:spMk id="10" creationId="{DC5FB7E8-B636-40FA-BE8D-48145C0F5C57}"/>
          </ac:spMkLst>
        </pc:spChg>
        <pc:spChg chg="add del">
          <ac:chgData name="Sonwabile Gxoyiya" userId="S::219267189@mycput.ac.za::45eece8a-c5de-466f-9c37-df1806b4781d" providerId="AD" clId="Web-{53C0CC75-3B65-4EAB-A8F2-AB5C7A9FCBBF}" dt="2021-09-05T15:11:49.581" v="102"/>
          <ac:spMkLst>
            <pc:docMk/>
            <pc:sldMk cId="422156484" sldId="263"/>
            <ac:spMk id="12" creationId="{142DCE2C-2863-46FA-9BE7-24365A24D9BA}"/>
          </ac:spMkLst>
        </pc:spChg>
        <pc:grpChg chg="add">
          <ac:chgData name="Sonwabile Gxoyiya" userId="S::219267189@mycput.ac.za::45eece8a-c5de-466f-9c37-df1806b4781d" providerId="AD" clId="Web-{53C0CC75-3B65-4EAB-A8F2-AB5C7A9FCBBF}" dt="2021-09-05T15:11:49.597" v="103"/>
          <ac:grpSpMkLst>
            <pc:docMk/>
            <pc:sldMk cId="422156484" sldId="263"/>
            <ac:grpSpMk id="7" creationId="{2E751C04-BEA6-446B-A678-9C74819EBD4C}"/>
          </ac:grpSpMkLst>
        </pc:grpChg>
        <pc:grpChg chg="add">
          <ac:chgData name="Sonwabile Gxoyiya" userId="S::219267189@mycput.ac.za::45eece8a-c5de-466f-9c37-df1806b4781d" providerId="AD" clId="Web-{53C0CC75-3B65-4EAB-A8F2-AB5C7A9FCBBF}" dt="2021-09-05T15:11:49.597" v="103"/>
          <ac:grpSpMkLst>
            <pc:docMk/>
            <pc:sldMk cId="422156484" sldId="263"/>
            <ac:grpSpMk id="18" creationId="{B63ACBA3-DEFD-4C6D-BBA0-64468FA99C2D}"/>
          </ac:grpSpMkLst>
        </pc:grpChg>
      </pc:sldChg>
      <pc:sldChg chg="modSp new mod ord modClrScheme chgLayout">
        <pc:chgData name="Sonwabile Gxoyiya" userId="S::219267189@mycput.ac.za::45eece8a-c5de-466f-9c37-df1806b4781d" providerId="AD" clId="Web-{53C0CC75-3B65-4EAB-A8F2-AB5C7A9FCBBF}" dt="2021-09-05T15:01:08.590" v="94"/>
        <pc:sldMkLst>
          <pc:docMk/>
          <pc:sldMk cId="2310592609" sldId="264"/>
        </pc:sldMkLst>
        <pc:spChg chg="mod ord">
          <ac:chgData name="Sonwabile Gxoyiya" userId="S::219267189@mycput.ac.za::45eece8a-c5de-466f-9c37-df1806b4781d" providerId="AD" clId="Web-{53C0CC75-3B65-4EAB-A8F2-AB5C7A9FCBBF}" dt="2021-09-05T15:01:08.590" v="94"/>
          <ac:spMkLst>
            <pc:docMk/>
            <pc:sldMk cId="2310592609" sldId="264"/>
            <ac:spMk id="4" creationId="{B6AA3B79-1E2D-4AE9-9508-F088B2C83DDD}"/>
          </ac:spMkLst>
        </pc:spChg>
        <pc:spChg chg="mod ord">
          <ac:chgData name="Sonwabile Gxoyiya" userId="S::219267189@mycput.ac.za::45eece8a-c5de-466f-9c37-df1806b4781d" providerId="AD" clId="Web-{53C0CC75-3B65-4EAB-A8F2-AB5C7A9FCBBF}" dt="2021-09-05T15:01:08.590" v="94"/>
          <ac:spMkLst>
            <pc:docMk/>
            <pc:sldMk cId="2310592609" sldId="264"/>
            <ac:spMk id="5" creationId="{3C9C9683-F775-434C-BED2-A14C79070892}"/>
          </ac:spMkLst>
        </pc:spChg>
        <pc:spChg chg="mod">
          <ac:chgData name="Sonwabile Gxoyiya" userId="S::219267189@mycput.ac.za::45eece8a-c5de-466f-9c37-df1806b4781d" providerId="AD" clId="Web-{53C0CC75-3B65-4EAB-A8F2-AB5C7A9FCBBF}" dt="2021-09-05T14:38:30.829" v="84" actId="1076"/>
          <ac:spMkLst>
            <pc:docMk/>
            <pc:sldMk cId="2310592609" sldId="264"/>
            <ac:spMk id="6" creationId="{592A370E-FC23-4C26-B76F-A86B4E241A76}"/>
          </ac:spMkLst>
        </pc:spChg>
        <pc:spChg chg="mod">
          <ac:chgData name="Sonwabile Gxoyiya" userId="S::219267189@mycput.ac.za::45eece8a-c5de-466f-9c37-df1806b4781d" providerId="AD" clId="Web-{53C0CC75-3B65-4EAB-A8F2-AB5C7A9FCBBF}" dt="2021-09-05T14:38:06.922" v="80" actId="1076"/>
          <ac:spMkLst>
            <pc:docMk/>
            <pc:sldMk cId="2310592609" sldId="264"/>
            <ac:spMk id="7" creationId="{FEE893D3-FBA5-4070-BCE5-E42E17AE3650}"/>
          </ac:spMkLst>
        </pc:spChg>
        <pc:spChg chg="mod">
          <ac:chgData name="Sonwabile Gxoyiya" userId="S::219267189@mycput.ac.za::45eece8a-c5de-466f-9c37-df1806b4781d" providerId="AD" clId="Web-{53C0CC75-3B65-4EAB-A8F2-AB5C7A9FCBBF}" dt="2021-09-05T14:38:35.845" v="85" actId="1076"/>
          <ac:spMkLst>
            <pc:docMk/>
            <pc:sldMk cId="2310592609" sldId="264"/>
            <ac:spMk id="8" creationId="{7CC4B4F2-7D35-4B53-BE93-11DFA7CF66C3}"/>
          </ac:spMkLst>
        </pc:spChg>
        <pc:spChg chg="mod">
          <ac:chgData name="Sonwabile Gxoyiya" userId="S::219267189@mycput.ac.za::45eece8a-c5de-466f-9c37-df1806b4781d" providerId="AD" clId="Web-{53C0CC75-3B65-4EAB-A8F2-AB5C7A9FCBBF}" dt="2021-09-05T14:38:04.812" v="79" actId="1076"/>
          <ac:spMkLst>
            <pc:docMk/>
            <pc:sldMk cId="2310592609" sldId="264"/>
            <ac:spMk id="9" creationId="{0AD9B500-98F2-4F05-93DA-C617BBED4EDA}"/>
          </ac:spMkLst>
        </pc:spChg>
      </pc:sldChg>
      <pc:sldChg chg="modSp mod modClrScheme chgLayout">
        <pc:chgData name="Sonwabile Gxoyiya" userId="S::219267189@mycput.ac.za::45eece8a-c5de-466f-9c37-df1806b4781d" providerId="AD" clId="Web-{53C0CC75-3B65-4EAB-A8F2-AB5C7A9FCBBF}" dt="2021-09-05T15:01:08.590" v="94"/>
        <pc:sldMkLst>
          <pc:docMk/>
          <pc:sldMk cId="3182990411" sldId="265"/>
        </pc:sldMkLst>
        <pc:spChg chg="mod ord">
          <ac:chgData name="Sonwabile Gxoyiya" userId="S::219267189@mycput.ac.za::45eece8a-c5de-466f-9c37-df1806b4781d" providerId="AD" clId="Web-{53C0CC75-3B65-4EAB-A8F2-AB5C7A9FCBBF}" dt="2021-09-05T15:01:08.590" v="94"/>
          <ac:spMkLst>
            <pc:docMk/>
            <pc:sldMk cId="3182990411" sldId="265"/>
            <ac:spMk id="2" creationId="{A6F24992-7331-49AB-BB5A-8D99F1DA7F5D}"/>
          </ac:spMkLst>
        </pc:spChg>
        <pc:spChg chg="mod ord">
          <ac:chgData name="Sonwabile Gxoyiya" userId="S::219267189@mycput.ac.za::45eece8a-c5de-466f-9c37-df1806b4781d" providerId="AD" clId="Web-{53C0CC75-3B65-4EAB-A8F2-AB5C7A9FCBBF}" dt="2021-09-05T15:01:08.590" v="94"/>
          <ac:spMkLst>
            <pc:docMk/>
            <pc:sldMk cId="3182990411" sldId="265"/>
            <ac:spMk id="3" creationId="{85851513-D478-41BF-BFFC-904AF922419F}"/>
          </ac:spMkLst>
        </pc:spChg>
      </pc:sldChg>
      <pc:sldChg chg="delSp modSp mod modClrScheme delDesignElem chgLayout">
        <pc:chgData name="Sonwabile Gxoyiya" userId="S::219267189@mycput.ac.za::45eece8a-c5de-466f-9c37-df1806b4781d" providerId="AD" clId="Web-{53C0CC75-3B65-4EAB-A8F2-AB5C7A9FCBBF}" dt="2021-09-05T15:01:08.590" v="94"/>
        <pc:sldMkLst>
          <pc:docMk/>
          <pc:sldMk cId="1969048829" sldId="266"/>
        </pc:sldMkLst>
        <pc:spChg chg="mod ord">
          <ac:chgData name="Sonwabile Gxoyiya" userId="S::219267189@mycput.ac.za::45eece8a-c5de-466f-9c37-df1806b4781d" providerId="AD" clId="Web-{53C0CC75-3B65-4EAB-A8F2-AB5C7A9FCBBF}" dt="2021-09-05T15:01:08.590" v="94"/>
          <ac:spMkLst>
            <pc:docMk/>
            <pc:sldMk cId="1969048829" sldId="266"/>
            <ac:spMk id="2" creationId="{786B5FC7-2317-4705-A951-E9B31707D244}"/>
          </ac:spMkLst>
        </pc:spChg>
        <pc:spChg chg="mod ord">
          <ac:chgData name="Sonwabile Gxoyiya" userId="S::219267189@mycput.ac.za::45eece8a-c5de-466f-9c37-df1806b4781d" providerId="AD" clId="Web-{53C0CC75-3B65-4EAB-A8F2-AB5C7A9FCBBF}" dt="2021-09-05T15:01:08.590" v="94"/>
          <ac:spMkLst>
            <pc:docMk/>
            <pc:sldMk cId="1969048829" sldId="266"/>
            <ac:spMk id="3" creationId="{91E6AEC3-72D4-4521-9470-0CA853E59D52}"/>
          </ac:spMkLst>
        </pc:spChg>
        <pc:spChg chg="del">
          <ac:chgData name="Sonwabile Gxoyiya" userId="S::219267189@mycput.ac.za::45eece8a-c5de-466f-9c37-df1806b4781d" providerId="AD" clId="Web-{53C0CC75-3B65-4EAB-A8F2-AB5C7A9FCBBF}" dt="2021-09-05T15:00:58.308" v="93"/>
          <ac:spMkLst>
            <pc:docMk/>
            <pc:sldMk cId="1969048829" sldId="266"/>
            <ac:spMk id="8" creationId="{1B15ED52-F352-441B-82BF-E0EA34836D08}"/>
          </ac:spMkLst>
        </pc:spChg>
        <pc:spChg chg="del">
          <ac:chgData name="Sonwabile Gxoyiya" userId="S::219267189@mycput.ac.za::45eece8a-c5de-466f-9c37-df1806b4781d" providerId="AD" clId="Web-{53C0CC75-3B65-4EAB-A8F2-AB5C7A9FCBBF}" dt="2021-09-05T15:00:58.308" v="93"/>
          <ac:spMkLst>
            <pc:docMk/>
            <pc:sldMk cId="1969048829" sldId="266"/>
            <ac:spMk id="10" creationId="{3B2E3793-BFE6-45A2-9B7B-E18844431C99}"/>
          </ac:spMkLst>
        </pc:spChg>
        <pc:spChg chg="del">
          <ac:chgData name="Sonwabile Gxoyiya" userId="S::219267189@mycput.ac.za::45eece8a-c5de-466f-9c37-df1806b4781d" providerId="AD" clId="Web-{53C0CC75-3B65-4EAB-A8F2-AB5C7A9FCBBF}" dt="2021-09-05T15:00:58.308" v="93"/>
          <ac:spMkLst>
            <pc:docMk/>
            <pc:sldMk cId="1969048829" sldId="266"/>
            <ac:spMk id="12" creationId="{BC4C4868-CB8F-4AF9-9CDB-8108F2C19B67}"/>
          </ac:spMkLst>
        </pc:spChg>
        <pc:spChg chg="del">
          <ac:chgData name="Sonwabile Gxoyiya" userId="S::219267189@mycput.ac.za::45eece8a-c5de-466f-9c37-df1806b4781d" providerId="AD" clId="Web-{53C0CC75-3B65-4EAB-A8F2-AB5C7A9FCBBF}" dt="2021-09-05T15:00:58.308" v="93"/>
          <ac:spMkLst>
            <pc:docMk/>
            <pc:sldMk cId="1969048829" sldId="266"/>
            <ac:spMk id="14" creationId="{375E0459-6403-40CD-989D-56A4407CA12E}"/>
          </ac:spMkLst>
        </pc:spChg>
        <pc:spChg chg="del">
          <ac:chgData name="Sonwabile Gxoyiya" userId="S::219267189@mycput.ac.za::45eece8a-c5de-466f-9c37-df1806b4781d" providerId="AD" clId="Web-{53C0CC75-3B65-4EAB-A8F2-AB5C7A9FCBBF}" dt="2021-09-05T15:00:58.308" v="93"/>
          <ac:spMkLst>
            <pc:docMk/>
            <pc:sldMk cId="1969048829" sldId="266"/>
            <ac:spMk id="16" creationId="{53E5B1A8-3AC9-4BD1-9BBC-78CA94F2D1BA}"/>
          </ac:spMkLst>
        </pc:spChg>
      </pc:sldChg>
      <pc:sldMasterChg chg="del delSldLayout">
        <pc:chgData name="Sonwabile Gxoyiya" userId="S::219267189@mycput.ac.za::45eece8a-c5de-466f-9c37-df1806b4781d" providerId="AD" clId="Web-{53C0CC75-3B65-4EAB-A8F2-AB5C7A9FCBBF}" dt="2021-09-05T15:00:58.308" v="93"/>
        <pc:sldMasterMkLst>
          <pc:docMk/>
          <pc:sldMasterMk cId="2460954070" sldId="2147483660"/>
        </pc:sldMasterMkLst>
        <pc:sldLayoutChg chg="del">
          <pc:chgData name="Sonwabile Gxoyiya" userId="S::219267189@mycput.ac.za::45eece8a-c5de-466f-9c37-df1806b4781d" providerId="AD" clId="Web-{53C0CC75-3B65-4EAB-A8F2-AB5C7A9FCBBF}" dt="2021-09-05T15:00:58.308" v="93"/>
          <pc:sldLayoutMkLst>
            <pc:docMk/>
            <pc:sldMasterMk cId="2460954070" sldId="2147483660"/>
            <pc:sldLayoutMk cId="2385387890" sldId="2147483661"/>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949138452" sldId="2147483662"/>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2591524520" sldId="2147483663"/>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1203092039" sldId="2147483664"/>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3733172339" sldId="2147483665"/>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3210312558" sldId="2147483666"/>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3146388984" sldId="2147483667"/>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3171841454" sldId="2147483668"/>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1718958274" sldId="2147483669"/>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2202905451" sldId="2147483670"/>
          </pc:sldLayoutMkLst>
        </pc:sldLayoutChg>
        <pc:sldLayoutChg chg="del">
          <pc:chgData name="Sonwabile Gxoyiya" userId="S::219267189@mycput.ac.za::45eece8a-c5de-466f-9c37-df1806b4781d" providerId="AD" clId="Web-{53C0CC75-3B65-4EAB-A8F2-AB5C7A9FCBBF}" dt="2021-09-05T15:00:58.308" v="93"/>
          <pc:sldLayoutMkLst>
            <pc:docMk/>
            <pc:sldMasterMk cId="2460954070" sldId="2147483660"/>
            <pc:sldLayoutMk cId="3479445657" sldId="2147483671"/>
          </pc:sldLayoutMkLst>
        </pc:sldLayoutChg>
      </pc:sldMasterChg>
      <pc:sldMasterChg chg="add del addSldLayout delSldLayout modSldLayout">
        <pc:chgData name="Sonwabile Gxoyiya" userId="S::219267189@mycput.ac.za::45eece8a-c5de-466f-9c37-df1806b4781d" providerId="AD" clId="Web-{53C0CC75-3B65-4EAB-A8F2-AB5C7A9FCBBF}" dt="2021-09-05T15:01:08.590" v="94"/>
        <pc:sldMasterMkLst>
          <pc:docMk/>
          <pc:sldMasterMk cId="2337669228" sldId="2147483672"/>
        </pc:sldMasterMkLst>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290723228" sldId="2147483673"/>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4055019089" sldId="2147483674"/>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3099906904" sldId="2147483675"/>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1811812583" sldId="2147483676"/>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343155450" sldId="2147483677"/>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113848948" sldId="2147483678"/>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1278373495" sldId="2147483679"/>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1249808999" sldId="2147483680"/>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597037227" sldId="2147483681"/>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152841087" sldId="2147483682"/>
          </pc:sldLayoutMkLst>
        </pc:sldLayoutChg>
        <pc:sldLayoutChg chg="add del mod replId">
          <pc:chgData name="Sonwabile Gxoyiya" userId="S::219267189@mycput.ac.za::45eece8a-c5de-466f-9c37-df1806b4781d" providerId="AD" clId="Web-{53C0CC75-3B65-4EAB-A8F2-AB5C7A9FCBBF}" dt="2021-09-05T15:01:08.590" v="94"/>
          <pc:sldLayoutMkLst>
            <pc:docMk/>
            <pc:sldMasterMk cId="2337669228" sldId="2147483672"/>
            <pc:sldLayoutMk cId="3778092397" sldId="2147483683"/>
          </pc:sldLayoutMkLst>
        </pc:sldLayoutChg>
      </pc:sldMasterChg>
      <pc:sldMasterChg chg="add addSldLayout modSldLayout">
        <pc:chgData name="Sonwabile Gxoyiya" userId="S::219267189@mycput.ac.za::45eece8a-c5de-466f-9c37-df1806b4781d" providerId="AD" clId="Web-{53C0CC75-3B65-4EAB-A8F2-AB5C7A9FCBBF}" dt="2021-09-05T15:01:08.590" v="94"/>
        <pc:sldMasterMkLst>
          <pc:docMk/>
          <pc:sldMasterMk cId="422428710" sldId="2147483684"/>
        </pc:sldMasterMkLst>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941893377" sldId="2147483685"/>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2006373035" sldId="2147483686"/>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4275072907" sldId="2147483687"/>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1445155823" sldId="2147483688"/>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3184423461" sldId="2147483689"/>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2303624506" sldId="2147483690"/>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3944790219" sldId="2147483691"/>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3280265131" sldId="2147483692"/>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2143326807" sldId="2147483693"/>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2157619556" sldId="2147483694"/>
          </pc:sldLayoutMkLst>
        </pc:sldLayoutChg>
        <pc:sldLayoutChg chg="add mod replId">
          <pc:chgData name="Sonwabile Gxoyiya" userId="S::219267189@mycput.ac.za::45eece8a-c5de-466f-9c37-df1806b4781d" providerId="AD" clId="Web-{53C0CC75-3B65-4EAB-A8F2-AB5C7A9FCBBF}" dt="2021-09-05T15:01:08.590" v="94"/>
          <pc:sldLayoutMkLst>
            <pc:docMk/>
            <pc:sldMasterMk cId="422428710" sldId="2147483684"/>
            <pc:sldLayoutMk cId="1297391508" sldId="2147483695"/>
          </pc:sldLayoutMkLst>
        </pc:sldLayoutChg>
      </pc:sldMasterChg>
    </pc:docChg>
  </pc:docChgLst>
  <pc:docChgLst>
    <pc:chgData name="Sonwabile Gxoyiya" userId="45eece8a-c5de-466f-9c37-df1806b4781d" providerId="ADAL" clId="{29A675BC-EC12-40EF-B0C6-6620D6F3A504}"/>
    <pc:docChg chg="undo custSel addSld modSld">
      <pc:chgData name="Sonwabile Gxoyiya" userId="45eece8a-c5de-466f-9c37-df1806b4781d" providerId="ADAL" clId="{29A675BC-EC12-40EF-B0C6-6620D6F3A504}" dt="2021-09-08T20:16:43.548" v="3703" actId="20577"/>
      <pc:docMkLst>
        <pc:docMk/>
      </pc:docMkLst>
      <pc:sldChg chg="modSp mod">
        <pc:chgData name="Sonwabile Gxoyiya" userId="45eece8a-c5de-466f-9c37-df1806b4781d" providerId="ADAL" clId="{29A675BC-EC12-40EF-B0C6-6620D6F3A504}" dt="2021-09-05T15:41:26.939" v="411" actId="1076"/>
        <pc:sldMkLst>
          <pc:docMk/>
          <pc:sldMk cId="109857222" sldId="256"/>
        </pc:sldMkLst>
        <pc:spChg chg="mod">
          <ac:chgData name="Sonwabile Gxoyiya" userId="45eece8a-c5de-466f-9c37-df1806b4781d" providerId="ADAL" clId="{29A675BC-EC12-40EF-B0C6-6620D6F3A504}" dt="2021-09-05T15:41:26.939" v="411" actId="1076"/>
          <ac:spMkLst>
            <pc:docMk/>
            <pc:sldMk cId="109857222" sldId="256"/>
            <ac:spMk id="2" creationId="{00000000-0000-0000-0000-000000000000}"/>
          </ac:spMkLst>
        </pc:spChg>
      </pc:sldChg>
      <pc:sldChg chg="addSp delSp modSp mod">
        <pc:chgData name="Sonwabile Gxoyiya" userId="45eece8a-c5de-466f-9c37-df1806b4781d" providerId="ADAL" clId="{29A675BC-EC12-40EF-B0C6-6620D6F3A504}" dt="2021-09-08T20:13:03.993" v="3691" actId="1076"/>
        <pc:sldMkLst>
          <pc:docMk/>
          <pc:sldMk cId="4247406594" sldId="257"/>
        </pc:sldMkLst>
        <pc:spChg chg="del">
          <ac:chgData name="Sonwabile Gxoyiya" userId="45eece8a-c5de-466f-9c37-df1806b4781d" providerId="ADAL" clId="{29A675BC-EC12-40EF-B0C6-6620D6F3A504}" dt="2021-09-05T15:51:51.271" v="479" actId="3680"/>
          <ac:spMkLst>
            <pc:docMk/>
            <pc:sldMk cId="4247406594" sldId="257"/>
            <ac:spMk id="3" creationId="{2980DDDE-4A86-470E-9CF6-6B595C76B6D3}"/>
          </ac:spMkLst>
        </pc:spChg>
        <pc:graphicFrameChg chg="add mod ord modGraphic">
          <ac:chgData name="Sonwabile Gxoyiya" userId="45eece8a-c5de-466f-9c37-df1806b4781d" providerId="ADAL" clId="{29A675BC-EC12-40EF-B0C6-6620D6F3A504}" dt="2021-09-08T20:13:03.993" v="3691" actId="1076"/>
          <ac:graphicFrameMkLst>
            <pc:docMk/>
            <pc:sldMk cId="4247406594" sldId="257"/>
            <ac:graphicFrameMk id="4" creationId="{B0191F57-00D1-4273-967A-C37CD1A82E05}"/>
          </ac:graphicFrameMkLst>
        </pc:graphicFrameChg>
      </pc:sldChg>
      <pc:sldChg chg="add">
        <pc:chgData name="Sonwabile Gxoyiya" userId="45eece8a-c5de-466f-9c37-df1806b4781d" providerId="ADAL" clId="{29A675BC-EC12-40EF-B0C6-6620D6F3A504}" dt="2021-09-05T15:01:49.813" v="0"/>
        <pc:sldMkLst>
          <pc:docMk/>
          <pc:sldMk cId="1338874783" sldId="258"/>
        </pc:sldMkLst>
      </pc:sldChg>
      <pc:sldChg chg="modSp add mod">
        <pc:chgData name="Sonwabile Gxoyiya" userId="45eece8a-c5de-466f-9c37-df1806b4781d" providerId="ADAL" clId="{29A675BC-EC12-40EF-B0C6-6620D6F3A504}" dt="2021-09-05T15:48:43.263" v="470" actId="20577"/>
        <pc:sldMkLst>
          <pc:docMk/>
          <pc:sldMk cId="869728008" sldId="259"/>
        </pc:sldMkLst>
        <pc:spChg chg="mod">
          <ac:chgData name="Sonwabile Gxoyiya" userId="45eece8a-c5de-466f-9c37-df1806b4781d" providerId="ADAL" clId="{29A675BC-EC12-40EF-B0C6-6620D6F3A504}" dt="2021-09-05T15:48:43.263" v="470" actId="20577"/>
          <ac:spMkLst>
            <pc:docMk/>
            <pc:sldMk cId="869728008" sldId="259"/>
            <ac:spMk id="2" creationId="{4F16291B-CA7F-4F02-8E95-E2E018453C95}"/>
          </ac:spMkLst>
        </pc:spChg>
      </pc:sldChg>
      <pc:sldChg chg="addSp delSp modSp add mod setBg delAnim modAnim modNotesTx">
        <pc:chgData name="Sonwabile Gxoyiya" userId="45eece8a-c5de-466f-9c37-df1806b4781d" providerId="ADAL" clId="{29A675BC-EC12-40EF-B0C6-6620D6F3A504}" dt="2021-09-08T20:07:23.040" v="3686"/>
        <pc:sldMkLst>
          <pc:docMk/>
          <pc:sldMk cId="3065796055" sldId="260"/>
        </pc:sldMkLst>
        <pc:spChg chg="mod ord">
          <ac:chgData name="Sonwabile Gxoyiya" userId="45eece8a-c5de-466f-9c37-df1806b4781d" providerId="ADAL" clId="{29A675BC-EC12-40EF-B0C6-6620D6F3A504}" dt="2021-09-08T20:01:26.792" v="3676" actId="26606"/>
          <ac:spMkLst>
            <pc:docMk/>
            <pc:sldMk cId="3065796055" sldId="260"/>
            <ac:spMk id="2" creationId="{28C57F1D-072F-48D1-933F-ED399285D270}"/>
          </ac:spMkLst>
        </pc:spChg>
        <pc:spChg chg="mod ord">
          <ac:chgData name="Sonwabile Gxoyiya" userId="45eece8a-c5de-466f-9c37-df1806b4781d" providerId="ADAL" clId="{29A675BC-EC12-40EF-B0C6-6620D6F3A504}" dt="2021-09-08T20:01:26.792" v="3676" actId="26606"/>
          <ac:spMkLst>
            <pc:docMk/>
            <pc:sldMk cId="3065796055" sldId="260"/>
            <ac:spMk id="3" creationId="{3ADC22AE-70D5-4E96-BA2B-297766D16D17}"/>
          </ac:spMkLst>
        </pc:spChg>
        <pc:spChg chg="add del mod">
          <ac:chgData name="Sonwabile Gxoyiya" userId="45eece8a-c5de-466f-9c37-df1806b4781d" providerId="ADAL" clId="{29A675BC-EC12-40EF-B0C6-6620D6F3A504}" dt="2021-09-07T18:03:35.002" v="1595"/>
          <ac:spMkLst>
            <pc:docMk/>
            <pc:sldMk cId="3065796055" sldId="260"/>
            <ac:spMk id="4" creationId="{DEACCEEB-0AC1-4A14-BB57-650BBE29C528}"/>
          </ac:spMkLst>
        </pc:spChg>
        <pc:spChg chg="del">
          <ac:chgData name="Sonwabile Gxoyiya" userId="45eece8a-c5de-466f-9c37-df1806b4781d" providerId="ADAL" clId="{29A675BC-EC12-40EF-B0C6-6620D6F3A504}" dt="2021-09-07T17:33:24.330" v="1328" actId="478"/>
          <ac:spMkLst>
            <pc:docMk/>
            <pc:sldMk cId="3065796055" sldId="260"/>
            <ac:spMk id="5" creationId="{4655D6E9-E85C-4F4C-9C5A-3BDD92378787}"/>
          </ac:spMkLst>
        </pc:spChg>
        <pc:spChg chg="add mod">
          <ac:chgData name="Sonwabile Gxoyiya" userId="45eece8a-c5de-466f-9c37-df1806b4781d" providerId="ADAL" clId="{29A675BC-EC12-40EF-B0C6-6620D6F3A504}" dt="2021-09-08T20:01:35.592" v="3678" actId="1076"/>
          <ac:spMkLst>
            <pc:docMk/>
            <pc:sldMk cId="3065796055" sldId="260"/>
            <ac:spMk id="6" creationId="{78ABA21C-DEAB-42E4-9A5A-5332CEE87269}"/>
          </ac:spMkLst>
        </pc:spChg>
        <pc:spChg chg="del">
          <ac:chgData name="Sonwabile Gxoyiya" userId="45eece8a-c5de-466f-9c37-df1806b4781d" providerId="ADAL" clId="{29A675BC-EC12-40EF-B0C6-6620D6F3A504}" dt="2021-09-07T17:33:21.151" v="1327" actId="478"/>
          <ac:spMkLst>
            <pc:docMk/>
            <pc:sldMk cId="3065796055" sldId="260"/>
            <ac:spMk id="6" creationId="{AF723563-B98E-411C-9998-3F656591CD3C}"/>
          </ac:spMkLst>
        </pc:spChg>
        <pc:spChg chg="mod modVis">
          <ac:chgData name="Sonwabile Gxoyiya" userId="45eece8a-c5de-466f-9c37-df1806b4781d" providerId="ADAL" clId="{29A675BC-EC12-40EF-B0C6-6620D6F3A504}" dt="2021-09-05T16:39:43.104" v="726" actId="14429"/>
          <ac:spMkLst>
            <pc:docMk/>
            <pc:sldMk cId="3065796055" sldId="260"/>
            <ac:spMk id="8" creationId="{4BC99CB9-DDAD-44A2-8A1C-E3AF4E72DF5C}"/>
          </ac:spMkLst>
        </pc:spChg>
        <pc:spChg chg="mod modVis">
          <ac:chgData name="Sonwabile Gxoyiya" userId="45eece8a-c5de-466f-9c37-df1806b4781d" providerId="ADAL" clId="{29A675BC-EC12-40EF-B0C6-6620D6F3A504}" dt="2021-09-05T16:39:42.104" v="724" actId="14429"/>
          <ac:spMkLst>
            <pc:docMk/>
            <pc:sldMk cId="3065796055" sldId="260"/>
            <ac:spMk id="10" creationId="{64053CBF-3932-45FF-8285-EE5146085F3A}"/>
          </ac:spMkLst>
        </pc:spChg>
        <pc:spChg chg="mod modVis">
          <ac:chgData name="Sonwabile Gxoyiya" userId="45eece8a-c5de-466f-9c37-df1806b4781d" providerId="ADAL" clId="{29A675BC-EC12-40EF-B0C6-6620D6F3A504}" dt="2021-09-05T16:37:15.632" v="712" actId="14429"/>
          <ac:spMkLst>
            <pc:docMk/>
            <pc:sldMk cId="3065796055" sldId="260"/>
            <ac:spMk id="19" creationId="{62F7819D-2B89-4D80-A1C3-8B318116BAAD}"/>
          </ac:spMkLst>
        </pc:spChg>
        <pc:spChg chg="mod modVis">
          <ac:chgData name="Sonwabile Gxoyiya" userId="45eece8a-c5de-466f-9c37-df1806b4781d" providerId="ADAL" clId="{29A675BC-EC12-40EF-B0C6-6620D6F3A504}" dt="2021-09-05T16:37:13.424" v="710" actId="14429"/>
          <ac:spMkLst>
            <pc:docMk/>
            <pc:sldMk cId="3065796055" sldId="260"/>
            <ac:spMk id="20" creationId="{B7065990-2350-41B3-858B-20EF8744F26C}"/>
          </ac:spMkLst>
        </pc:spChg>
        <pc:spChg chg="mod modVis">
          <ac:chgData name="Sonwabile Gxoyiya" userId="45eece8a-c5de-466f-9c37-df1806b4781d" providerId="ADAL" clId="{29A675BC-EC12-40EF-B0C6-6620D6F3A504}" dt="2021-09-05T16:37:11.544" v="708" actId="14429"/>
          <ac:spMkLst>
            <pc:docMk/>
            <pc:sldMk cId="3065796055" sldId="260"/>
            <ac:spMk id="21" creationId="{58DA7EC7-CAA0-4665-AA29-BFBA806ECAB2}"/>
          </ac:spMkLst>
        </pc:spChg>
        <pc:spChg chg="mod modVis">
          <ac:chgData name="Sonwabile Gxoyiya" userId="45eece8a-c5de-466f-9c37-df1806b4781d" providerId="ADAL" clId="{29A675BC-EC12-40EF-B0C6-6620D6F3A504}" dt="2021-09-05T16:37:09.527" v="706" actId="14429"/>
          <ac:spMkLst>
            <pc:docMk/>
            <pc:sldMk cId="3065796055" sldId="260"/>
            <ac:spMk id="22" creationId="{B1132A14-489F-4CED-B626-2A1711C987C2}"/>
          </ac:spMkLst>
        </pc:spChg>
        <pc:spChg chg="del">
          <ac:chgData name="Sonwabile Gxoyiya" userId="45eece8a-c5de-466f-9c37-df1806b4781d" providerId="ADAL" clId="{29A675BC-EC12-40EF-B0C6-6620D6F3A504}" dt="2021-09-08T19:46:07.773" v="3636" actId="26606"/>
          <ac:spMkLst>
            <pc:docMk/>
            <pc:sldMk cId="3065796055" sldId="260"/>
            <ac:spMk id="24" creationId="{CF62D2A7-8207-488C-9F46-316BA81A16C8}"/>
          </ac:spMkLst>
        </pc:spChg>
        <pc:spChg chg="add del">
          <ac:chgData name="Sonwabile Gxoyiya" userId="45eece8a-c5de-466f-9c37-df1806b4781d" providerId="ADAL" clId="{29A675BC-EC12-40EF-B0C6-6620D6F3A504}" dt="2021-09-08T19:52:46.724" v="3638" actId="26606"/>
          <ac:spMkLst>
            <pc:docMk/>
            <pc:sldMk cId="3065796055" sldId="260"/>
            <ac:spMk id="29" creationId="{CF62D2A7-8207-488C-9F46-316BA81A16C8}"/>
          </ac:spMkLst>
        </pc:spChg>
        <pc:spChg chg="add del">
          <ac:chgData name="Sonwabile Gxoyiya" userId="45eece8a-c5de-466f-9c37-df1806b4781d" providerId="ADAL" clId="{29A675BC-EC12-40EF-B0C6-6620D6F3A504}" dt="2021-09-08T19:54:36.580" v="3655" actId="26606"/>
          <ac:spMkLst>
            <pc:docMk/>
            <pc:sldMk cId="3065796055" sldId="260"/>
            <ac:spMk id="34" creationId="{4F74D28C-3268-4E35-8EE1-D92CB4A85A7D}"/>
          </ac:spMkLst>
        </pc:spChg>
        <pc:spChg chg="add del">
          <ac:chgData name="Sonwabile Gxoyiya" userId="45eece8a-c5de-466f-9c37-df1806b4781d" providerId="ADAL" clId="{29A675BC-EC12-40EF-B0C6-6620D6F3A504}" dt="2021-09-08T19:54:31.252" v="3652" actId="26606"/>
          <ac:spMkLst>
            <pc:docMk/>
            <pc:sldMk cId="3065796055" sldId="260"/>
            <ac:spMk id="39" creationId="{9B76D444-2756-434F-AE61-96D69830C13E}"/>
          </ac:spMkLst>
        </pc:spChg>
        <pc:spChg chg="add del">
          <ac:chgData name="Sonwabile Gxoyiya" userId="45eece8a-c5de-466f-9c37-df1806b4781d" providerId="ADAL" clId="{29A675BC-EC12-40EF-B0C6-6620D6F3A504}" dt="2021-09-08T19:54:31.252" v="3652" actId="26606"/>
          <ac:spMkLst>
            <pc:docMk/>
            <pc:sldMk cId="3065796055" sldId="260"/>
            <ac:spMk id="41" creationId="{B0161EF8-C8C6-4F2A-9D5C-49BD28A2BDC2}"/>
          </ac:spMkLst>
        </pc:spChg>
        <pc:spChg chg="add del">
          <ac:chgData name="Sonwabile Gxoyiya" userId="45eece8a-c5de-466f-9c37-df1806b4781d" providerId="ADAL" clId="{29A675BC-EC12-40EF-B0C6-6620D6F3A504}" dt="2021-09-08T19:54:36.557" v="3654" actId="26606"/>
          <ac:spMkLst>
            <pc:docMk/>
            <pc:sldMk cId="3065796055" sldId="260"/>
            <ac:spMk id="43" creationId="{9B76D444-2756-434F-AE61-96D69830C13E}"/>
          </ac:spMkLst>
        </pc:spChg>
        <pc:spChg chg="add del">
          <ac:chgData name="Sonwabile Gxoyiya" userId="45eece8a-c5de-466f-9c37-df1806b4781d" providerId="ADAL" clId="{29A675BC-EC12-40EF-B0C6-6620D6F3A504}" dt="2021-09-08T19:54:36.557" v="3654" actId="26606"/>
          <ac:spMkLst>
            <pc:docMk/>
            <pc:sldMk cId="3065796055" sldId="260"/>
            <ac:spMk id="44" creationId="{0AF80B57-54E2-4D01-8731-3F38B0C56C95}"/>
          </ac:spMkLst>
        </pc:spChg>
        <pc:spChg chg="add del">
          <ac:chgData name="Sonwabile Gxoyiya" userId="45eece8a-c5de-466f-9c37-df1806b4781d" providerId="ADAL" clId="{29A675BC-EC12-40EF-B0C6-6620D6F3A504}" dt="2021-09-08T20:01:26.810" v="3677" actId="26606"/>
          <ac:spMkLst>
            <pc:docMk/>
            <pc:sldMk cId="3065796055" sldId="260"/>
            <ac:spMk id="46" creationId="{5FDF4720-5445-47BE-89FE-E40D1AE6F619}"/>
          </ac:spMkLst>
        </pc:spChg>
        <pc:spChg chg="add del">
          <ac:chgData name="Sonwabile Gxoyiya" userId="45eece8a-c5de-466f-9c37-df1806b4781d" providerId="ADAL" clId="{29A675BC-EC12-40EF-B0C6-6620D6F3A504}" dt="2021-09-08T20:01:26.810" v="3677" actId="26606"/>
          <ac:spMkLst>
            <pc:docMk/>
            <pc:sldMk cId="3065796055" sldId="260"/>
            <ac:spMk id="47" creationId="{AC8710B4-A815-4082-9E4F-F13A0007090C}"/>
          </ac:spMkLst>
        </pc:spChg>
        <pc:spChg chg="add del">
          <ac:chgData name="Sonwabile Gxoyiya" userId="45eece8a-c5de-466f-9c37-df1806b4781d" providerId="ADAL" clId="{29A675BC-EC12-40EF-B0C6-6620D6F3A504}" dt="2021-09-08T20:00:52.242" v="3674" actId="26606"/>
          <ac:spMkLst>
            <pc:docMk/>
            <pc:sldMk cId="3065796055" sldId="260"/>
            <ac:spMk id="52" creationId="{33CBE267-1877-479F-82F0-E4BAA5BCE76F}"/>
          </ac:spMkLst>
        </pc:spChg>
        <pc:spChg chg="add del">
          <ac:chgData name="Sonwabile Gxoyiya" userId="45eece8a-c5de-466f-9c37-df1806b4781d" providerId="ADAL" clId="{29A675BC-EC12-40EF-B0C6-6620D6F3A504}" dt="2021-09-08T20:00:52.242" v="3674" actId="26606"/>
          <ac:spMkLst>
            <pc:docMk/>
            <pc:sldMk cId="3065796055" sldId="260"/>
            <ac:spMk id="54" creationId="{F2EA12E3-1C9E-43D7-ABCC-C16A6ED4B0AE}"/>
          </ac:spMkLst>
        </pc:spChg>
        <pc:spChg chg="add del">
          <ac:chgData name="Sonwabile Gxoyiya" userId="45eece8a-c5de-466f-9c37-df1806b4781d" providerId="ADAL" clId="{29A675BC-EC12-40EF-B0C6-6620D6F3A504}" dt="2021-09-08T20:01:26.792" v="3676" actId="26606"/>
          <ac:spMkLst>
            <pc:docMk/>
            <pc:sldMk cId="3065796055" sldId="260"/>
            <ac:spMk id="56" creationId="{FF9DEA15-78BD-4750-AA18-B9F28A6D5AB8}"/>
          </ac:spMkLst>
        </pc:spChg>
        <pc:spChg chg="add del">
          <ac:chgData name="Sonwabile Gxoyiya" userId="45eece8a-c5de-466f-9c37-df1806b4781d" providerId="ADAL" clId="{29A675BC-EC12-40EF-B0C6-6620D6F3A504}" dt="2021-09-08T20:01:26.792" v="3676" actId="26606"/>
          <ac:spMkLst>
            <pc:docMk/>
            <pc:sldMk cId="3065796055" sldId="260"/>
            <ac:spMk id="57" creationId="{C7FA33FF-088D-4F16-95A2-2C64D353DEA8}"/>
          </ac:spMkLst>
        </pc:spChg>
        <pc:spChg chg="add del">
          <ac:chgData name="Sonwabile Gxoyiya" userId="45eece8a-c5de-466f-9c37-df1806b4781d" providerId="ADAL" clId="{29A675BC-EC12-40EF-B0C6-6620D6F3A504}" dt="2021-09-08T20:01:26.792" v="3676" actId="26606"/>
          <ac:spMkLst>
            <pc:docMk/>
            <pc:sldMk cId="3065796055" sldId="260"/>
            <ac:spMk id="58" creationId="{A376EFB1-01CF-419F-ABF1-2AF02BBFCBD1}"/>
          </ac:spMkLst>
        </pc:spChg>
        <pc:spChg chg="add">
          <ac:chgData name="Sonwabile Gxoyiya" userId="45eece8a-c5de-466f-9c37-df1806b4781d" providerId="ADAL" clId="{29A675BC-EC12-40EF-B0C6-6620D6F3A504}" dt="2021-09-08T20:01:26.810" v="3677" actId="26606"/>
          <ac:spMkLst>
            <pc:docMk/>
            <pc:sldMk cId="3065796055" sldId="260"/>
            <ac:spMk id="60" creationId="{5FDF4720-5445-47BE-89FE-E40D1AE6F619}"/>
          </ac:spMkLst>
        </pc:spChg>
        <pc:spChg chg="add">
          <ac:chgData name="Sonwabile Gxoyiya" userId="45eece8a-c5de-466f-9c37-df1806b4781d" providerId="ADAL" clId="{29A675BC-EC12-40EF-B0C6-6620D6F3A504}" dt="2021-09-08T20:01:26.810" v="3677" actId="26606"/>
          <ac:spMkLst>
            <pc:docMk/>
            <pc:sldMk cId="3065796055" sldId="260"/>
            <ac:spMk id="61" creationId="{AC8710B4-A815-4082-9E4F-F13A0007090C}"/>
          </ac:spMkLst>
        </pc:spChg>
        <pc:grpChg chg="mod modVis">
          <ac:chgData name="Sonwabile Gxoyiya" userId="45eece8a-c5de-466f-9c37-df1806b4781d" providerId="ADAL" clId="{29A675BC-EC12-40EF-B0C6-6620D6F3A504}" dt="2021-09-05T16:46:55.679" v="728" actId="14429"/>
          <ac:grpSpMkLst>
            <pc:docMk/>
            <pc:sldMk cId="3065796055" sldId="260"/>
            <ac:grpSpMk id="12" creationId="{2E751C04-BEA6-446B-A678-9C74819EBD4C}"/>
          </ac:grpSpMkLst>
        </pc:grpChg>
        <pc:grpChg chg="mod modVis">
          <ac:chgData name="Sonwabile Gxoyiya" userId="45eece8a-c5de-466f-9c37-df1806b4781d" providerId="ADAL" clId="{29A675BC-EC12-40EF-B0C6-6620D6F3A504}" dt="2021-09-05T16:39:29.984" v="722" actId="14429"/>
          <ac:grpSpMkLst>
            <pc:docMk/>
            <pc:sldMk cId="3065796055" sldId="260"/>
            <ac:grpSpMk id="18" creationId="{B63ACBA3-DEFD-4C6D-BBA0-64468FA99C2D}"/>
          </ac:grpSpMkLst>
        </pc:grpChg>
        <pc:picChg chg="add mod ord">
          <ac:chgData name="Sonwabile Gxoyiya" userId="45eece8a-c5de-466f-9c37-df1806b4781d" providerId="ADAL" clId="{29A675BC-EC12-40EF-B0C6-6620D6F3A504}" dt="2021-09-08T20:01:26.792" v="3676" actId="26606"/>
          <ac:picMkLst>
            <pc:docMk/>
            <pc:sldMk cId="3065796055" sldId="260"/>
            <ac:picMk id="5" creationId="{E181FDFB-1013-4AD2-A35A-80463300B05D}"/>
          </ac:picMkLst>
        </pc:picChg>
        <pc:picChg chg="add del mod">
          <ac:chgData name="Sonwabile Gxoyiya" userId="45eece8a-c5de-466f-9c37-df1806b4781d" providerId="ADAL" clId="{29A675BC-EC12-40EF-B0C6-6620D6F3A504}" dt="2021-09-08T19:30:39.682" v="3607" actId="478"/>
          <ac:picMkLst>
            <pc:docMk/>
            <pc:sldMk cId="3065796055" sldId="260"/>
            <ac:picMk id="7" creationId="{A774A965-AF6B-47E4-AB23-72676FD08B70}"/>
          </ac:picMkLst>
        </pc:picChg>
        <pc:picChg chg="add del mod">
          <ac:chgData name="Sonwabile Gxoyiya" userId="45eece8a-c5de-466f-9c37-df1806b4781d" providerId="ADAL" clId="{29A675BC-EC12-40EF-B0C6-6620D6F3A504}" dt="2021-09-08T19:45:26.089" v="3635" actId="478"/>
          <ac:picMkLst>
            <pc:docMk/>
            <pc:sldMk cId="3065796055" sldId="260"/>
            <ac:picMk id="9" creationId="{DA8C0AB3-8DAC-44B3-8BBB-7AFB73596164}"/>
          </ac:picMkLst>
        </pc:picChg>
        <pc:picChg chg="add mod">
          <ac:chgData name="Sonwabile Gxoyiya" userId="45eece8a-c5de-466f-9c37-df1806b4781d" providerId="ADAL" clId="{29A675BC-EC12-40EF-B0C6-6620D6F3A504}" dt="2021-09-08T20:01:54.672" v="3679"/>
          <ac:picMkLst>
            <pc:docMk/>
            <pc:sldMk cId="3065796055" sldId="260"/>
            <ac:picMk id="11" creationId="{ED15C957-2C98-4C30-A11E-8174C70F3FB3}"/>
          </ac:picMkLst>
        </pc:picChg>
      </pc:sldChg>
      <pc:sldChg chg="addSp delSp modSp add mod setBg delAnim modAnim setClrOvrMap modNotesTx">
        <pc:chgData name="Sonwabile Gxoyiya" userId="45eece8a-c5de-466f-9c37-df1806b4781d" providerId="ADAL" clId="{29A675BC-EC12-40EF-B0C6-6620D6F3A504}" dt="2021-09-08T20:07:41.180" v="3687"/>
        <pc:sldMkLst>
          <pc:docMk/>
          <pc:sldMk cId="3212344048" sldId="261"/>
        </pc:sldMkLst>
        <pc:spChg chg="mod ord">
          <ac:chgData name="Sonwabile Gxoyiya" userId="45eece8a-c5de-466f-9c37-df1806b4781d" providerId="ADAL" clId="{29A675BC-EC12-40EF-B0C6-6620D6F3A504}" dt="2021-09-08T19:54:00.062" v="3650" actId="26606"/>
          <ac:spMkLst>
            <pc:docMk/>
            <pc:sldMk cId="3212344048" sldId="261"/>
            <ac:spMk id="2" creationId="{F13DD23B-B8AC-4391-9555-C2B10A479854}"/>
          </ac:spMkLst>
        </pc:spChg>
        <pc:spChg chg="mod ord">
          <ac:chgData name="Sonwabile Gxoyiya" userId="45eece8a-c5de-466f-9c37-df1806b4781d" providerId="ADAL" clId="{29A675BC-EC12-40EF-B0C6-6620D6F3A504}" dt="2021-09-08T19:54:00.062" v="3650" actId="26606"/>
          <ac:spMkLst>
            <pc:docMk/>
            <pc:sldMk cId="3212344048" sldId="261"/>
            <ac:spMk id="3" creationId="{42446B08-11EE-455A-A82C-3C7E4F0225A3}"/>
          </ac:spMkLst>
        </pc:spChg>
        <pc:spChg chg="del mod">
          <ac:chgData name="Sonwabile Gxoyiya" userId="45eece8a-c5de-466f-9c37-df1806b4781d" providerId="ADAL" clId="{29A675BC-EC12-40EF-B0C6-6620D6F3A504}" dt="2021-09-07T17:33:35.681" v="1331" actId="478"/>
          <ac:spMkLst>
            <pc:docMk/>
            <pc:sldMk cId="3212344048" sldId="261"/>
            <ac:spMk id="4" creationId="{9920194E-C646-4072-8F43-9477EB20F147}"/>
          </ac:spMkLst>
        </pc:spChg>
        <pc:spChg chg="del mod">
          <ac:chgData name="Sonwabile Gxoyiya" userId="45eece8a-c5de-466f-9c37-df1806b4781d" providerId="ADAL" clId="{29A675BC-EC12-40EF-B0C6-6620D6F3A504}" dt="2021-09-07T17:33:42.150" v="1333" actId="478"/>
          <ac:spMkLst>
            <pc:docMk/>
            <pc:sldMk cId="3212344048" sldId="261"/>
            <ac:spMk id="5" creationId="{ACF69402-37E1-44A3-9931-C89D6E51AAA5}"/>
          </ac:spMkLst>
        </pc:spChg>
        <pc:spChg chg="add mod">
          <ac:chgData name="Sonwabile Gxoyiya" userId="45eece8a-c5de-466f-9c37-df1806b4781d" providerId="ADAL" clId="{29A675BC-EC12-40EF-B0C6-6620D6F3A504}" dt="2021-09-08T19:54:53.356" v="3656" actId="1076"/>
          <ac:spMkLst>
            <pc:docMk/>
            <pc:sldMk cId="3212344048" sldId="261"/>
            <ac:spMk id="7" creationId="{2141C97B-BA53-46F4-9BBF-2F958391B930}"/>
          </ac:spMkLst>
        </pc:spChg>
        <pc:spChg chg="add del">
          <ac:chgData name="Sonwabile Gxoyiya" userId="45eece8a-c5de-466f-9c37-df1806b4781d" providerId="ADAL" clId="{29A675BC-EC12-40EF-B0C6-6620D6F3A504}" dt="2021-09-05T16:03:40.775" v="597" actId="26606"/>
          <ac:spMkLst>
            <pc:docMk/>
            <pc:sldMk cId="3212344048" sldId="261"/>
            <ac:spMk id="25" creationId="{C9A36457-A5F4-4103-A443-02581C09185B}"/>
          </ac:spMkLst>
        </pc:spChg>
        <pc:spChg chg="add del">
          <ac:chgData name="Sonwabile Gxoyiya" userId="45eece8a-c5de-466f-9c37-df1806b4781d" providerId="ADAL" clId="{29A675BC-EC12-40EF-B0C6-6620D6F3A504}" dt="2021-09-05T16:03:40.775" v="597" actId="26606"/>
          <ac:spMkLst>
            <pc:docMk/>
            <pc:sldMk cId="3212344048" sldId="261"/>
            <ac:spMk id="26" creationId="{DC5FB7E8-B636-40FA-BE8D-48145C0F5C57}"/>
          </ac:spMkLst>
        </pc:spChg>
        <pc:spChg chg="add del">
          <ac:chgData name="Sonwabile Gxoyiya" userId="45eece8a-c5de-466f-9c37-df1806b4781d" providerId="ADAL" clId="{29A675BC-EC12-40EF-B0C6-6620D6F3A504}" dt="2021-09-05T16:03:40.775" v="597" actId="26606"/>
          <ac:spMkLst>
            <pc:docMk/>
            <pc:sldMk cId="3212344048" sldId="261"/>
            <ac:spMk id="27" creationId="{142DCE2C-2863-46FA-9BE7-24365A24D9BA}"/>
          </ac:spMkLst>
        </pc:spChg>
        <pc:spChg chg="add del">
          <ac:chgData name="Sonwabile Gxoyiya" userId="45eece8a-c5de-466f-9c37-df1806b4781d" providerId="ADAL" clId="{29A675BC-EC12-40EF-B0C6-6620D6F3A504}" dt="2021-09-05T16:03:40.748" v="596" actId="26606"/>
          <ac:spMkLst>
            <pc:docMk/>
            <pc:sldMk cId="3212344048" sldId="261"/>
            <ac:spMk id="32" creationId="{B95B9BA8-1D69-4796-85F5-B6D0BD52354B}"/>
          </ac:spMkLst>
        </pc:spChg>
        <pc:spChg chg="add">
          <ac:chgData name="Sonwabile Gxoyiya" userId="45eece8a-c5de-466f-9c37-df1806b4781d" providerId="ADAL" clId="{29A675BC-EC12-40EF-B0C6-6620D6F3A504}" dt="2021-09-05T16:03:40.775" v="597" actId="26606"/>
          <ac:spMkLst>
            <pc:docMk/>
            <pc:sldMk cId="3212344048" sldId="261"/>
            <ac:spMk id="38" creationId="{C9A36457-A5F4-4103-A443-02581C09185B}"/>
          </ac:spMkLst>
        </pc:spChg>
        <pc:spChg chg="add">
          <ac:chgData name="Sonwabile Gxoyiya" userId="45eece8a-c5de-466f-9c37-df1806b4781d" providerId="ADAL" clId="{29A675BC-EC12-40EF-B0C6-6620D6F3A504}" dt="2021-09-05T16:03:40.775" v="597" actId="26606"/>
          <ac:spMkLst>
            <pc:docMk/>
            <pc:sldMk cId="3212344048" sldId="261"/>
            <ac:spMk id="39" creationId="{DC5FB7E8-B636-40FA-BE8D-48145C0F5C57}"/>
          </ac:spMkLst>
        </pc:spChg>
        <pc:spChg chg="add">
          <ac:chgData name="Sonwabile Gxoyiya" userId="45eece8a-c5de-466f-9c37-df1806b4781d" providerId="ADAL" clId="{29A675BC-EC12-40EF-B0C6-6620D6F3A504}" dt="2021-09-05T16:03:40.775" v="597" actId="26606"/>
          <ac:spMkLst>
            <pc:docMk/>
            <pc:sldMk cId="3212344048" sldId="261"/>
            <ac:spMk id="40" creationId="{142DCE2C-2863-46FA-9BE7-24365A24D9BA}"/>
          </ac:spMkLst>
        </pc:spChg>
        <pc:spChg chg="add del mod modVis">
          <ac:chgData name="Sonwabile Gxoyiya" userId="45eece8a-c5de-466f-9c37-df1806b4781d" providerId="ADAL" clId="{29A675BC-EC12-40EF-B0C6-6620D6F3A504}" dt="2021-09-08T19:45:17.400" v="3634" actId="26606"/>
          <ac:spMkLst>
            <pc:docMk/>
            <pc:sldMk cId="3212344048" sldId="261"/>
            <ac:spMk id="45" creationId="{4BC99CB9-DDAD-44A2-8A1C-E3AF4E72DF5C}"/>
          </ac:spMkLst>
        </pc:spChg>
        <pc:spChg chg="add del mod modVis">
          <ac:chgData name="Sonwabile Gxoyiya" userId="45eece8a-c5de-466f-9c37-df1806b4781d" providerId="ADAL" clId="{29A675BC-EC12-40EF-B0C6-6620D6F3A504}" dt="2021-09-08T19:45:17.400" v="3634" actId="26606"/>
          <ac:spMkLst>
            <pc:docMk/>
            <pc:sldMk cId="3212344048" sldId="261"/>
            <ac:spMk id="47" creationId="{1561AEE4-4E38-4BAC-976D-E0DE523FC5D1}"/>
          </ac:spMkLst>
        </pc:spChg>
        <pc:spChg chg="mod modVis">
          <ac:chgData name="Sonwabile Gxoyiya" userId="45eece8a-c5de-466f-9c37-df1806b4781d" providerId="ADAL" clId="{29A675BC-EC12-40EF-B0C6-6620D6F3A504}" dt="2021-09-05T17:54:10.446" v="1009" actId="14429"/>
          <ac:spMkLst>
            <pc:docMk/>
            <pc:sldMk cId="3212344048" sldId="261"/>
            <ac:spMk id="50" creationId="{999AA485-A13F-4455-814E-C116AD7E04B4}"/>
          </ac:spMkLst>
        </pc:spChg>
        <pc:spChg chg="mod modVis">
          <ac:chgData name="Sonwabile Gxoyiya" userId="45eece8a-c5de-466f-9c37-df1806b4781d" providerId="ADAL" clId="{29A675BC-EC12-40EF-B0C6-6620D6F3A504}" dt="2021-09-05T17:54:17.502" v="1011" actId="14429"/>
          <ac:spMkLst>
            <pc:docMk/>
            <pc:sldMk cId="3212344048" sldId="261"/>
            <ac:spMk id="51" creationId="{9C90D55F-0AFB-45E5-8815-A4701774CE14}"/>
          </ac:spMkLst>
        </pc:spChg>
        <pc:spChg chg="mod modVis">
          <ac:chgData name="Sonwabile Gxoyiya" userId="45eece8a-c5de-466f-9c37-df1806b4781d" providerId="ADAL" clId="{29A675BC-EC12-40EF-B0C6-6620D6F3A504}" dt="2021-09-05T17:54:19.214" v="1013" actId="14429"/>
          <ac:spMkLst>
            <pc:docMk/>
            <pc:sldMk cId="3212344048" sldId="261"/>
            <ac:spMk id="52" creationId="{D476B6C1-4A41-48E6-8540-FC48FCD7691A}"/>
          </ac:spMkLst>
        </pc:spChg>
        <pc:spChg chg="mod modVis">
          <ac:chgData name="Sonwabile Gxoyiya" userId="45eece8a-c5de-466f-9c37-df1806b4781d" providerId="ADAL" clId="{29A675BC-EC12-40EF-B0C6-6620D6F3A504}" dt="2021-09-05T17:54:21.046" v="1015" actId="14429"/>
          <ac:spMkLst>
            <pc:docMk/>
            <pc:sldMk cId="3212344048" sldId="261"/>
            <ac:spMk id="53" creationId="{3347F445-D2CA-4FEB-AB8E-7A47AB57CDD4}"/>
          </ac:spMkLst>
        </pc:spChg>
        <pc:spChg chg="mod modVis">
          <ac:chgData name="Sonwabile Gxoyiya" userId="45eece8a-c5de-466f-9c37-df1806b4781d" providerId="ADAL" clId="{29A675BC-EC12-40EF-B0C6-6620D6F3A504}" dt="2021-09-05T17:55:27.510" v="1037" actId="14430"/>
          <ac:spMkLst>
            <pc:docMk/>
            <pc:sldMk cId="3212344048" sldId="261"/>
            <ac:spMk id="54" creationId="{12F1B3D8-301E-4A54-9284-EB14E9056B31}"/>
          </ac:spMkLst>
        </pc:spChg>
        <pc:spChg chg="mod modVis">
          <ac:chgData name="Sonwabile Gxoyiya" userId="45eece8a-c5de-466f-9c37-df1806b4781d" providerId="ADAL" clId="{29A675BC-EC12-40EF-B0C6-6620D6F3A504}" dt="2021-09-05T17:55:29.755" v="1045" actId="14430"/>
          <ac:spMkLst>
            <pc:docMk/>
            <pc:sldMk cId="3212344048" sldId="261"/>
            <ac:spMk id="55" creationId="{CE4B9C67-860A-4569-AC84-3ADE433D1C14}"/>
          </ac:spMkLst>
        </pc:spChg>
        <pc:spChg chg="mod modVis">
          <ac:chgData name="Sonwabile Gxoyiya" userId="45eece8a-c5de-466f-9c37-df1806b4781d" providerId="ADAL" clId="{29A675BC-EC12-40EF-B0C6-6620D6F3A504}" dt="2021-09-05T17:55:28.616" v="1043" actId="14430"/>
          <ac:spMkLst>
            <pc:docMk/>
            <pc:sldMk cId="3212344048" sldId="261"/>
            <ac:spMk id="56" creationId="{1175B763-A6E6-4AD1-9138-9B1164A7A8C9}"/>
          </ac:spMkLst>
        </pc:spChg>
        <pc:spChg chg="add del">
          <ac:chgData name="Sonwabile Gxoyiya" userId="45eece8a-c5de-466f-9c37-df1806b4781d" providerId="ADAL" clId="{29A675BC-EC12-40EF-B0C6-6620D6F3A504}" dt="2021-09-08T19:44:55.811" v="3619" actId="26606"/>
          <ac:spMkLst>
            <pc:docMk/>
            <pc:sldMk cId="3212344048" sldId="261"/>
            <ac:spMk id="61" creationId="{3CD9DF72-87A3-404E-A828-84CBF11A8303}"/>
          </ac:spMkLst>
        </pc:spChg>
        <pc:spChg chg="add del">
          <ac:chgData name="Sonwabile Gxoyiya" userId="45eece8a-c5de-466f-9c37-df1806b4781d" providerId="ADAL" clId="{29A675BC-EC12-40EF-B0C6-6620D6F3A504}" dt="2021-09-08T19:45:00.292" v="3621" actId="26606"/>
          <ac:spMkLst>
            <pc:docMk/>
            <pc:sldMk cId="3212344048" sldId="261"/>
            <ac:spMk id="65" creationId="{F13C74B1-5B17-4795-BED0-7140497B445A}"/>
          </ac:spMkLst>
        </pc:spChg>
        <pc:spChg chg="add del">
          <ac:chgData name="Sonwabile Gxoyiya" userId="45eece8a-c5de-466f-9c37-df1806b4781d" providerId="ADAL" clId="{29A675BC-EC12-40EF-B0C6-6620D6F3A504}" dt="2021-09-08T19:45:00.292" v="3621" actId="26606"/>
          <ac:spMkLst>
            <pc:docMk/>
            <pc:sldMk cId="3212344048" sldId="261"/>
            <ac:spMk id="66" creationId="{D4974D33-8DC5-464E-8C6D-BE58F0669C17}"/>
          </ac:spMkLst>
        </pc:spChg>
        <pc:spChg chg="add del">
          <ac:chgData name="Sonwabile Gxoyiya" userId="45eece8a-c5de-466f-9c37-df1806b4781d" providerId="ADAL" clId="{29A675BC-EC12-40EF-B0C6-6620D6F3A504}" dt="2021-09-08T19:45:01.767" v="3623" actId="26606"/>
          <ac:spMkLst>
            <pc:docMk/>
            <pc:sldMk cId="3212344048" sldId="261"/>
            <ac:spMk id="68" creationId="{5E39A796-BE83-48B1-B33F-35C4A32AAB57}"/>
          </ac:spMkLst>
        </pc:spChg>
        <pc:spChg chg="add del">
          <ac:chgData name="Sonwabile Gxoyiya" userId="45eece8a-c5de-466f-9c37-df1806b4781d" providerId="ADAL" clId="{29A675BC-EC12-40EF-B0C6-6620D6F3A504}" dt="2021-09-08T19:45:01.767" v="3623" actId="26606"/>
          <ac:spMkLst>
            <pc:docMk/>
            <pc:sldMk cId="3212344048" sldId="261"/>
            <ac:spMk id="69" creationId="{72F84B47-E267-4194-8194-831DB7B5547F}"/>
          </ac:spMkLst>
        </pc:spChg>
        <pc:spChg chg="add del">
          <ac:chgData name="Sonwabile Gxoyiya" userId="45eece8a-c5de-466f-9c37-df1806b4781d" providerId="ADAL" clId="{29A675BC-EC12-40EF-B0C6-6620D6F3A504}" dt="2021-09-08T19:45:03.387" v="3625" actId="26606"/>
          <ac:spMkLst>
            <pc:docMk/>
            <pc:sldMk cId="3212344048" sldId="261"/>
            <ac:spMk id="71" creationId="{CEB41C5C-0F34-4DDA-9D7C-5E717F35F60C}"/>
          </ac:spMkLst>
        </pc:spChg>
        <pc:spChg chg="add del">
          <ac:chgData name="Sonwabile Gxoyiya" userId="45eece8a-c5de-466f-9c37-df1806b4781d" providerId="ADAL" clId="{29A675BC-EC12-40EF-B0C6-6620D6F3A504}" dt="2021-09-08T19:45:13.212" v="3629" actId="26606"/>
          <ac:spMkLst>
            <pc:docMk/>
            <pc:sldMk cId="3212344048" sldId="261"/>
            <ac:spMk id="76" creationId="{131BAD53-4E89-4F62-BBB7-26359763ED39}"/>
          </ac:spMkLst>
        </pc:spChg>
        <pc:spChg chg="add del">
          <ac:chgData name="Sonwabile Gxoyiya" userId="45eece8a-c5de-466f-9c37-df1806b4781d" providerId="ADAL" clId="{29A675BC-EC12-40EF-B0C6-6620D6F3A504}" dt="2021-09-08T19:45:13.212" v="3629" actId="26606"/>
          <ac:spMkLst>
            <pc:docMk/>
            <pc:sldMk cId="3212344048" sldId="261"/>
            <ac:spMk id="77" creationId="{62756DA2-40EB-4C6F-B962-5822FFB54FB6}"/>
          </ac:spMkLst>
        </pc:spChg>
        <pc:spChg chg="add del">
          <ac:chgData name="Sonwabile Gxoyiya" userId="45eece8a-c5de-466f-9c37-df1806b4781d" providerId="ADAL" clId="{29A675BC-EC12-40EF-B0C6-6620D6F3A504}" dt="2021-09-08T19:45:16.161" v="3631" actId="26606"/>
          <ac:spMkLst>
            <pc:docMk/>
            <pc:sldMk cId="3212344048" sldId="261"/>
            <ac:spMk id="79" creationId="{D009D6D5-DAC2-4A8B-A17A-E206B9012D09}"/>
          </ac:spMkLst>
        </pc:spChg>
        <pc:spChg chg="add del">
          <ac:chgData name="Sonwabile Gxoyiya" userId="45eece8a-c5de-466f-9c37-df1806b4781d" providerId="ADAL" clId="{29A675BC-EC12-40EF-B0C6-6620D6F3A504}" dt="2021-09-08T19:45:17.372" v="3633" actId="26606"/>
          <ac:spMkLst>
            <pc:docMk/>
            <pc:sldMk cId="3212344048" sldId="261"/>
            <ac:spMk id="81" creationId="{B95B9BA8-1D69-4796-85F5-B6D0BD52354B}"/>
          </ac:spMkLst>
        </pc:spChg>
        <pc:spChg chg="add del">
          <ac:chgData name="Sonwabile Gxoyiya" userId="45eece8a-c5de-466f-9c37-df1806b4781d" providerId="ADAL" clId="{29A675BC-EC12-40EF-B0C6-6620D6F3A504}" dt="2021-09-08T19:54:00.062" v="3650" actId="26606"/>
          <ac:spMkLst>
            <pc:docMk/>
            <pc:sldMk cId="3212344048" sldId="261"/>
            <ac:spMk id="83" creationId="{79BB35BC-D5C2-4C8B-A22A-A71E6191913B}"/>
          </ac:spMkLst>
        </pc:spChg>
        <pc:spChg chg="add del">
          <ac:chgData name="Sonwabile Gxoyiya" userId="45eece8a-c5de-466f-9c37-df1806b4781d" providerId="ADAL" clId="{29A675BC-EC12-40EF-B0C6-6620D6F3A504}" dt="2021-09-08T19:53:33.183" v="3641" actId="26606"/>
          <ac:spMkLst>
            <pc:docMk/>
            <pc:sldMk cId="3212344048" sldId="261"/>
            <ac:spMk id="88" creationId="{5FDF4720-5445-47BE-89FE-E40D1AE6F619}"/>
          </ac:spMkLst>
        </pc:spChg>
        <pc:spChg chg="add del">
          <ac:chgData name="Sonwabile Gxoyiya" userId="45eece8a-c5de-466f-9c37-df1806b4781d" providerId="ADAL" clId="{29A675BC-EC12-40EF-B0C6-6620D6F3A504}" dt="2021-09-08T19:53:33.183" v="3641" actId="26606"/>
          <ac:spMkLst>
            <pc:docMk/>
            <pc:sldMk cId="3212344048" sldId="261"/>
            <ac:spMk id="90" creationId="{AC8710B4-A815-4082-9E4F-F13A0007090C}"/>
          </ac:spMkLst>
        </pc:spChg>
        <pc:spChg chg="add del">
          <ac:chgData name="Sonwabile Gxoyiya" userId="45eece8a-c5de-466f-9c37-df1806b4781d" providerId="ADAL" clId="{29A675BC-EC12-40EF-B0C6-6620D6F3A504}" dt="2021-09-08T19:53:37.300" v="3643" actId="26606"/>
          <ac:spMkLst>
            <pc:docMk/>
            <pc:sldMk cId="3212344048" sldId="261"/>
            <ac:spMk id="92" creationId="{B0792D4F-247E-46FE-85FC-881DEFA41D94}"/>
          </ac:spMkLst>
        </pc:spChg>
        <pc:spChg chg="add del">
          <ac:chgData name="Sonwabile Gxoyiya" userId="45eece8a-c5de-466f-9c37-df1806b4781d" providerId="ADAL" clId="{29A675BC-EC12-40EF-B0C6-6620D6F3A504}" dt="2021-09-08T19:53:39.324" v="3645" actId="26606"/>
          <ac:spMkLst>
            <pc:docMk/>
            <pc:sldMk cId="3212344048" sldId="261"/>
            <ac:spMk id="95" creationId="{5FDF4720-5445-47BE-89FE-E40D1AE6F619}"/>
          </ac:spMkLst>
        </pc:spChg>
        <pc:spChg chg="add del">
          <ac:chgData name="Sonwabile Gxoyiya" userId="45eece8a-c5de-466f-9c37-df1806b4781d" providerId="ADAL" clId="{29A675BC-EC12-40EF-B0C6-6620D6F3A504}" dt="2021-09-08T19:53:39.324" v="3645" actId="26606"/>
          <ac:spMkLst>
            <pc:docMk/>
            <pc:sldMk cId="3212344048" sldId="261"/>
            <ac:spMk id="96" creationId="{AC8710B4-A815-4082-9E4F-F13A0007090C}"/>
          </ac:spMkLst>
        </pc:spChg>
        <pc:spChg chg="add del">
          <ac:chgData name="Sonwabile Gxoyiya" userId="45eece8a-c5de-466f-9c37-df1806b4781d" providerId="ADAL" clId="{29A675BC-EC12-40EF-B0C6-6620D6F3A504}" dt="2021-09-08T19:53:43.012" v="3647" actId="26606"/>
          <ac:spMkLst>
            <pc:docMk/>
            <pc:sldMk cId="3212344048" sldId="261"/>
            <ac:spMk id="98" creationId="{5FDF4720-5445-47BE-89FE-E40D1AE6F619}"/>
          </ac:spMkLst>
        </pc:spChg>
        <pc:spChg chg="add del">
          <ac:chgData name="Sonwabile Gxoyiya" userId="45eece8a-c5de-466f-9c37-df1806b4781d" providerId="ADAL" clId="{29A675BC-EC12-40EF-B0C6-6620D6F3A504}" dt="2021-09-08T19:53:43.012" v="3647" actId="26606"/>
          <ac:spMkLst>
            <pc:docMk/>
            <pc:sldMk cId="3212344048" sldId="261"/>
            <ac:spMk id="99" creationId="{AC8710B4-A815-4082-9E4F-F13A0007090C}"/>
          </ac:spMkLst>
        </pc:spChg>
        <pc:spChg chg="add del">
          <ac:chgData name="Sonwabile Gxoyiya" userId="45eece8a-c5de-466f-9c37-df1806b4781d" providerId="ADAL" clId="{29A675BC-EC12-40EF-B0C6-6620D6F3A504}" dt="2021-09-08T19:54:00.043" v="3649" actId="26606"/>
          <ac:spMkLst>
            <pc:docMk/>
            <pc:sldMk cId="3212344048" sldId="261"/>
            <ac:spMk id="101" creationId="{4F74D28C-3268-4E35-8EE1-D92CB4A85A7D}"/>
          </ac:spMkLst>
        </pc:spChg>
        <pc:spChg chg="add">
          <ac:chgData name="Sonwabile Gxoyiya" userId="45eece8a-c5de-466f-9c37-df1806b4781d" providerId="ADAL" clId="{29A675BC-EC12-40EF-B0C6-6620D6F3A504}" dt="2021-09-08T19:54:00.062" v="3650" actId="26606"/>
          <ac:spMkLst>
            <pc:docMk/>
            <pc:sldMk cId="3212344048" sldId="261"/>
            <ac:spMk id="103" creationId="{9B76D444-2756-434F-AE61-96D69830C13E}"/>
          </ac:spMkLst>
        </pc:spChg>
        <pc:spChg chg="add">
          <ac:chgData name="Sonwabile Gxoyiya" userId="45eece8a-c5de-466f-9c37-df1806b4781d" providerId="ADAL" clId="{29A675BC-EC12-40EF-B0C6-6620D6F3A504}" dt="2021-09-08T19:54:00.062" v="3650" actId="26606"/>
          <ac:spMkLst>
            <pc:docMk/>
            <pc:sldMk cId="3212344048" sldId="261"/>
            <ac:spMk id="104" creationId="{29A9EE12-EF77-4DB4-84E4-043DE7235244}"/>
          </ac:spMkLst>
        </pc:spChg>
        <pc:grpChg chg="add del">
          <ac:chgData name="Sonwabile Gxoyiya" userId="45eece8a-c5de-466f-9c37-df1806b4781d" providerId="ADAL" clId="{29A675BC-EC12-40EF-B0C6-6620D6F3A504}" dt="2021-09-05T16:03:40.748" v="596" actId="26606"/>
          <ac:grpSpMkLst>
            <pc:docMk/>
            <pc:sldMk cId="3212344048" sldId="261"/>
            <ac:grpSpMk id="34" creationId="{4728F330-19FB-4D39-BD0F-53032ABFEB7F}"/>
          </ac:grpSpMkLst>
        </pc:grpChg>
        <pc:grpChg chg="add del mod modVis">
          <ac:chgData name="Sonwabile Gxoyiya" userId="45eece8a-c5de-466f-9c37-df1806b4781d" providerId="ADAL" clId="{29A675BC-EC12-40EF-B0C6-6620D6F3A504}" dt="2021-09-08T19:45:17.400" v="3634" actId="26606"/>
          <ac:grpSpMkLst>
            <pc:docMk/>
            <pc:sldMk cId="3212344048" sldId="261"/>
            <ac:grpSpMk id="49" creationId="{F0BC676B-D19A-44DB-910A-0C0E6D433979}"/>
          </ac:grpSpMkLst>
        </pc:grpChg>
        <pc:picChg chg="add mod ord">
          <ac:chgData name="Sonwabile Gxoyiya" userId="45eece8a-c5de-466f-9c37-df1806b4781d" providerId="ADAL" clId="{29A675BC-EC12-40EF-B0C6-6620D6F3A504}" dt="2021-09-08T19:54:00.062" v="3650" actId="26606"/>
          <ac:picMkLst>
            <pc:docMk/>
            <pc:sldMk cId="3212344048" sldId="261"/>
            <ac:picMk id="5" creationId="{050CC0C3-2FA4-46F4-A19A-B1A3BF7DE524}"/>
          </ac:picMkLst>
        </pc:picChg>
        <pc:picChg chg="add del mod">
          <ac:chgData name="Sonwabile Gxoyiya" userId="45eece8a-c5de-466f-9c37-df1806b4781d" providerId="ADAL" clId="{29A675BC-EC12-40EF-B0C6-6620D6F3A504}" dt="2021-09-08T19:42:42.248" v="3617" actId="478"/>
          <ac:picMkLst>
            <pc:docMk/>
            <pc:sldMk cId="3212344048" sldId="261"/>
            <ac:picMk id="6" creationId="{59871681-95E1-4B43-9E6D-AFD098F7808D}"/>
          </ac:picMkLst>
        </pc:picChg>
        <pc:picChg chg="add mod">
          <ac:chgData name="Sonwabile Gxoyiya" userId="45eece8a-c5de-466f-9c37-df1806b4781d" providerId="ADAL" clId="{29A675BC-EC12-40EF-B0C6-6620D6F3A504}" dt="2021-09-08T20:02:15.222" v="3682" actId="1076"/>
          <ac:picMkLst>
            <pc:docMk/>
            <pc:sldMk cId="3212344048" sldId="261"/>
            <ac:picMk id="8" creationId="{63CC3F17-2691-4BA6-B08F-7FF45A035074}"/>
          </ac:picMkLst>
        </pc:picChg>
        <pc:cxnChg chg="add del">
          <ac:chgData name="Sonwabile Gxoyiya" userId="45eece8a-c5de-466f-9c37-df1806b4781d" providerId="ADAL" clId="{29A675BC-EC12-40EF-B0C6-6620D6F3A504}" dt="2021-09-08T19:44:55.811" v="3619" actId="26606"/>
          <ac:cxnSpMkLst>
            <pc:docMk/>
            <pc:sldMk cId="3212344048" sldId="261"/>
            <ac:cxnSpMk id="63" creationId="{20E3A342-4D61-4E3F-AF90-1AB42AEB96CC}"/>
          </ac:cxnSpMkLst>
        </pc:cxnChg>
        <pc:cxnChg chg="add del">
          <ac:chgData name="Sonwabile Gxoyiya" userId="45eece8a-c5de-466f-9c37-df1806b4781d" providerId="ADAL" clId="{29A675BC-EC12-40EF-B0C6-6620D6F3A504}" dt="2021-09-08T19:45:03.387" v="3625" actId="26606"/>
          <ac:cxnSpMkLst>
            <pc:docMk/>
            <pc:sldMk cId="3212344048" sldId="261"/>
            <ac:cxnSpMk id="72" creationId="{57E1E5E6-F385-4E9C-B201-BA5BDE5CAD52}"/>
          </ac:cxnSpMkLst>
        </pc:cxnChg>
        <pc:cxnChg chg="add del">
          <ac:chgData name="Sonwabile Gxoyiya" userId="45eece8a-c5de-466f-9c37-df1806b4781d" providerId="ADAL" clId="{29A675BC-EC12-40EF-B0C6-6620D6F3A504}" dt="2021-09-08T19:45:10.889" v="3627" actId="26606"/>
          <ac:cxnSpMkLst>
            <pc:docMk/>
            <pc:sldMk cId="3212344048" sldId="261"/>
            <ac:cxnSpMk id="74" creationId="{A7F400EE-A8A5-48AF-B4D6-291B52C6F0B0}"/>
          </ac:cxnSpMkLst>
        </pc:cxnChg>
        <pc:cxnChg chg="add del">
          <ac:chgData name="Sonwabile Gxoyiya" userId="45eece8a-c5de-466f-9c37-df1806b4781d" providerId="ADAL" clId="{29A675BC-EC12-40EF-B0C6-6620D6F3A504}" dt="2021-09-08T19:53:37.300" v="3643" actId="26606"/>
          <ac:cxnSpMkLst>
            <pc:docMk/>
            <pc:sldMk cId="3212344048" sldId="261"/>
            <ac:cxnSpMk id="93" creationId="{7AD0F4D2-80E7-4A78-82EE-BEAEE4945407}"/>
          </ac:cxnSpMkLst>
        </pc:cxnChg>
      </pc:sldChg>
      <pc:sldChg chg="addSp delSp modSp add mod setBg delAnim modAnim setClrOvrMap modNotesTx">
        <pc:chgData name="Sonwabile Gxoyiya" userId="45eece8a-c5de-466f-9c37-df1806b4781d" providerId="ADAL" clId="{29A675BC-EC12-40EF-B0C6-6620D6F3A504}" dt="2021-09-08T20:08:34.724" v="3688"/>
        <pc:sldMkLst>
          <pc:docMk/>
          <pc:sldMk cId="4241949569" sldId="262"/>
        </pc:sldMkLst>
        <pc:spChg chg="mod">
          <ac:chgData name="Sonwabile Gxoyiya" userId="45eece8a-c5de-466f-9c37-df1806b4781d" providerId="ADAL" clId="{29A675BC-EC12-40EF-B0C6-6620D6F3A504}" dt="2021-09-08T19:58:18.195" v="3670" actId="26606"/>
          <ac:spMkLst>
            <pc:docMk/>
            <pc:sldMk cId="4241949569" sldId="262"/>
            <ac:spMk id="2" creationId="{19682C9E-0300-4A2C-A36D-1CD757BC2EF9}"/>
          </ac:spMkLst>
        </pc:spChg>
        <pc:spChg chg="mod">
          <ac:chgData name="Sonwabile Gxoyiya" userId="45eece8a-c5de-466f-9c37-df1806b4781d" providerId="ADAL" clId="{29A675BC-EC12-40EF-B0C6-6620D6F3A504}" dt="2021-09-08T19:58:18.195" v="3670" actId="26606"/>
          <ac:spMkLst>
            <pc:docMk/>
            <pc:sldMk cId="4241949569" sldId="262"/>
            <ac:spMk id="3" creationId="{885E6C03-A64F-4B20-B45F-2B7B8BE2A43A}"/>
          </ac:spMkLst>
        </pc:spChg>
        <pc:spChg chg="del">
          <ac:chgData name="Sonwabile Gxoyiya" userId="45eece8a-c5de-466f-9c37-df1806b4781d" providerId="ADAL" clId="{29A675BC-EC12-40EF-B0C6-6620D6F3A504}" dt="2021-09-07T17:33:51.390" v="1335" actId="478"/>
          <ac:spMkLst>
            <pc:docMk/>
            <pc:sldMk cId="4241949569" sldId="262"/>
            <ac:spMk id="4" creationId="{7A2E6740-C1AC-4EDA-B697-416F478AEB9E}"/>
          </ac:spMkLst>
        </pc:spChg>
        <pc:spChg chg="del">
          <ac:chgData name="Sonwabile Gxoyiya" userId="45eece8a-c5de-466f-9c37-df1806b4781d" providerId="ADAL" clId="{29A675BC-EC12-40EF-B0C6-6620D6F3A504}" dt="2021-09-07T17:33:47.360" v="1334" actId="478"/>
          <ac:spMkLst>
            <pc:docMk/>
            <pc:sldMk cId="4241949569" sldId="262"/>
            <ac:spMk id="5" creationId="{318290D6-7713-485A-AA55-7FAFA937685E}"/>
          </ac:spMkLst>
        </pc:spChg>
        <pc:spChg chg="del">
          <ac:chgData name="Sonwabile Gxoyiya" userId="45eece8a-c5de-466f-9c37-df1806b4781d" providerId="ADAL" clId="{29A675BC-EC12-40EF-B0C6-6620D6F3A504}" dt="2021-09-08T19:55:15.654" v="3657" actId="26606"/>
          <ac:spMkLst>
            <pc:docMk/>
            <pc:sldMk cId="4241949569" sldId="262"/>
            <ac:spMk id="16" creationId="{4BC99CB9-DDAD-44A2-8A1C-E3AF4E72DF5C}"/>
          </ac:spMkLst>
        </pc:spChg>
        <pc:spChg chg="del">
          <ac:chgData name="Sonwabile Gxoyiya" userId="45eece8a-c5de-466f-9c37-df1806b4781d" providerId="ADAL" clId="{29A675BC-EC12-40EF-B0C6-6620D6F3A504}" dt="2021-09-08T19:55:15.654" v="3657" actId="26606"/>
          <ac:spMkLst>
            <pc:docMk/>
            <pc:sldMk cId="4241949569" sldId="262"/>
            <ac:spMk id="18" creationId="{1561AEE4-4E38-4BAC-976D-E0DE523FC5D1}"/>
          </ac:spMkLst>
        </pc:spChg>
        <pc:spChg chg="add del">
          <ac:chgData name="Sonwabile Gxoyiya" userId="45eece8a-c5de-466f-9c37-df1806b4781d" providerId="ADAL" clId="{29A675BC-EC12-40EF-B0C6-6620D6F3A504}" dt="2021-09-08T19:58:18.195" v="3670" actId="26606"/>
          <ac:spMkLst>
            <pc:docMk/>
            <pc:sldMk cId="4241949569" sldId="262"/>
            <ac:spMk id="32" creationId="{AD21898E-86C0-4C8A-A76C-DF33E844C87A}"/>
          </ac:spMkLst>
        </pc:spChg>
        <pc:spChg chg="add del">
          <ac:chgData name="Sonwabile Gxoyiya" userId="45eece8a-c5de-466f-9c37-df1806b4781d" providerId="ADAL" clId="{29A675BC-EC12-40EF-B0C6-6620D6F3A504}" dt="2021-09-08T19:58:18.195" v="3670" actId="26606"/>
          <ac:spMkLst>
            <pc:docMk/>
            <pc:sldMk cId="4241949569" sldId="262"/>
            <ac:spMk id="34" creationId="{5C8F04BD-D093-45D0-B54C-50FDB308B4EE}"/>
          </ac:spMkLst>
        </pc:spChg>
        <pc:spChg chg="add">
          <ac:chgData name="Sonwabile Gxoyiya" userId="45eece8a-c5de-466f-9c37-df1806b4781d" providerId="ADAL" clId="{29A675BC-EC12-40EF-B0C6-6620D6F3A504}" dt="2021-09-08T19:58:18.195" v="3670" actId="26606"/>
          <ac:spMkLst>
            <pc:docMk/>
            <pc:sldMk cId="4241949569" sldId="262"/>
            <ac:spMk id="39" creationId="{C7FA33FF-088D-4F16-95A2-2C64D353DEA8}"/>
          </ac:spMkLst>
        </pc:spChg>
        <pc:spChg chg="add">
          <ac:chgData name="Sonwabile Gxoyiya" userId="45eece8a-c5de-466f-9c37-df1806b4781d" providerId="ADAL" clId="{29A675BC-EC12-40EF-B0C6-6620D6F3A504}" dt="2021-09-08T19:58:18.195" v="3670" actId="26606"/>
          <ac:spMkLst>
            <pc:docMk/>
            <pc:sldMk cId="4241949569" sldId="262"/>
            <ac:spMk id="41" creationId="{A376EFB1-01CF-419F-ABF1-2AF02BBFCBD1}"/>
          </ac:spMkLst>
        </pc:spChg>
        <pc:spChg chg="add">
          <ac:chgData name="Sonwabile Gxoyiya" userId="45eece8a-c5de-466f-9c37-df1806b4781d" providerId="ADAL" clId="{29A675BC-EC12-40EF-B0C6-6620D6F3A504}" dt="2021-09-08T19:58:18.195" v="3670" actId="26606"/>
          <ac:spMkLst>
            <pc:docMk/>
            <pc:sldMk cId="4241949569" sldId="262"/>
            <ac:spMk id="43" creationId="{FF9DEA15-78BD-4750-AA18-B9F28A6D5AB8}"/>
          </ac:spMkLst>
        </pc:spChg>
        <pc:grpChg chg="del">
          <ac:chgData name="Sonwabile Gxoyiya" userId="45eece8a-c5de-466f-9c37-df1806b4781d" providerId="ADAL" clId="{29A675BC-EC12-40EF-B0C6-6620D6F3A504}" dt="2021-09-08T19:55:15.654" v="3657" actId="26606"/>
          <ac:grpSpMkLst>
            <pc:docMk/>
            <pc:sldMk cId="4241949569" sldId="262"/>
            <ac:grpSpMk id="20" creationId="{F0BC676B-D19A-44DB-910A-0C0E6D433979}"/>
          </ac:grpSpMkLst>
        </pc:grpChg>
        <pc:picChg chg="add mod">
          <ac:chgData name="Sonwabile Gxoyiya" userId="45eece8a-c5de-466f-9c37-df1806b4781d" providerId="ADAL" clId="{29A675BC-EC12-40EF-B0C6-6620D6F3A504}" dt="2021-09-08T20:02:41.082" v="3684" actId="1076"/>
          <ac:picMkLst>
            <pc:docMk/>
            <pc:sldMk cId="4241949569" sldId="262"/>
            <ac:picMk id="4" creationId="{ED2B23D2-3B92-4125-8559-064A1106B5B6}"/>
          </ac:picMkLst>
        </pc:picChg>
        <pc:picChg chg="add del mod">
          <ac:chgData name="Sonwabile Gxoyiya" userId="45eece8a-c5de-466f-9c37-df1806b4781d" providerId="ADAL" clId="{29A675BC-EC12-40EF-B0C6-6620D6F3A504}" dt="2021-09-08T19:48:56.665" v="3637" actId="478"/>
          <ac:picMkLst>
            <pc:docMk/>
            <pc:sldMk cId="4241949569" sldId="262"/>
            <ac:picMk id="6" creationId="{10216AE1-B7EC-4001-9A82-3CAC2C7DFF7C}"/>
          </ac:picMkLst>
        </pc:picChg>
      </pc:sldChg>
      <pc:sldChg chg="addSp delSp modSp add mod modTransition setBg delAnim modAnim setClrOvrMap modNotesTx">
        <pc:chgData name="Sonwabile Gxoyiya" userId="45eece8a-c5de-466f-9c37-df1806b4781d" providerId="ADAL" clId="{29A675BC-EC12-40EF-B0C6-6620D6F3A504}" dt="2021-09-08T20:09:16.422" v="3689"/>
        <pc:sldMkLst>
          <pc:docMk/>
          <pc:sldMk cId="422156484" sldId="263"/>
        </pc:sldMkLst>
        <pc:spChg chg="mod">
          <ac:chgData name="Sonwabile Gxoyiya" userId="45eece8a-c5de-466f-9c37-df1806b4781d" providerId="ADAL" clId="{29A675BC-EC12-40EF-B0C6-6620D6F3A504}" dt="2021-09-08T19:59:28.672" v="3671" actId="26606"/>
          <ac:spMkLst>
            <pc:docMk/>
            <pc:sldMk cId="422156484" sldId="263"/>
            <ac:spMk id="2" creationId="{25BDE725-FFCA-4E0B-BF23-252D74FB6A99}"/>
          </ac:spMkLst>
        </pc:spChg>
        <pc:spChg chg="mod">
          <ac:chgData name="Sonwabile Gxoyiya" userId="45eece8a-c5de-466f-9c37-df1806b4781d" providerId="ADAL" clId="{29A675BC-EC12-40EF-B0C6-6620D6F3A504}" dt="2021-09-08T19:59:28.672" v="3671" actId="26606"/>
          <ac:spMkLst>
            <pc:docMk/>
            <pc:sldMk cId="422156484" sldId="263"/>
            <ac:spMk id="3" creationId="{151AB9C6-699C-4EC7-9A9B-5C84522E5BF2}"/>
          </ac:spMkLst>
        </pc:spChg>
        <pc:spChg chg="add del">
          <ac:chgData name="Sonwabile Gxoyiya" userId="45eece8a-c5de-466f-9c37-df1806b4781d" providerId="ADAL" clId="{29A675BC-EC12-40EF-B0C6-6620D6F3A504}" dt="2021-09-08T19:57:29.965" v="3669" actId="26606"/>
          <ac:spMkLst>
            <pc:docMk/>
            <pc:sldMk cId="422156484" sldId="263"/>
            <ac:spMk id="5" creationId="{4BC99CB9-DDAD-44A2-8A1C-E3AF4E72DF5C}"/>
          </ac:spMkLst>
        </pc:spChg>
        <pc:spChg chg="add del">
          <ac:chgData name="Sonwabile Gxoyiya" userId="45eece8a-c5de-466f-9c37-df1806b4781d" providerId="ADAL" clId="{29A675BC-EC12-40EF-B0C6-6620D6F3A504}" dt="2021-09-08T19:57:29.965" v="3669" actId="26606"/>
          <ac:spMkLst>
            <pc:docMk/>
            <pc:sldMk cId="422156484" sldId="263"/>
            <ac:spMk id="6" creationId="{64053CBF-3932-45FF-8285-EE5146085F3A}"/>
          </ac:spMkLst>
        </pc:spChg>
        <pc:spChg chg="add del">
          <ac:chgData name="Sonwabile Gxoyiya" userId="45eece8a-c5de-466f-9c37-df1806b4781d" providerId="ADAL" clId="{29A675BC-EC12-40EF-B0C6-6620D6F3A504}" dt="2021-09-08T19:56:42.437" v="3660" actId="26606"/>
          <ac:spMkLst>
            <pc:docMk/>
            <pc:sldMk cId="422156484" sldId="263"/>
            <ac:spMk id="27" creationId="{CB5DFCDA-694D-4637-8E9B-038575194349}"/>
          </ac:spMkLst>
        </pc:spChg>
        <pc:spChg chg="add del">
          <ac:chgData name="Sonwabile Gxoyiya" userId="45eece8a-c5de-466f-9c37-df1806b4781d" providerId="ADAL" clId="{29A675BC-EC12-40EF-B0C6-6620D6F3A504}" dt="2021-09-08T19:56:42.437" v="3660" actId="26606"/>
          <ac:spMkLst>
            <pc:docMk/>
            <pc:sldMk cId="422156484" sldId="263"/>
            <ac:spMk id="29" creationId="{E4DB276E-BFF1-43F5-AB90-7ABA4B9A919A}"/>
          </ac:spMkLst>
        </pc:spChg>
        <pc:spChg chg="add del">
          <ac:chgData name="Sonwabile Gxoyiya" userId="45eece8a-c5de-466f-9c37-df1806b4781d" providerId="ADAL" clId="{29A675BC-EC12-40EF-B0C6-6620D6F3A504}" dt="2021-09-08T19:56:57.837" v="3662" actId="26606"/>
          <ac:spMkLst>
            <pc:docMk/>
            <pc:sldMk cId="422156484" sldId="263"/>
            <ac:spMk id="31" creationId="{64E585EA-75FD-4025-8270-F66A58A15CDA}"/>
          </ac:spMkLst>
        </pc:spChg>
        <pc:spChg chg="add del">
          <ac:chgData name="Sonwabile Gxoyiya" userId="45eece8a-c5de-466f-9c37-df1806b4781d" providerId="ADAL" clId="{29A675BC-EC12-40EF-B0C6-6620D6F3A504}" dt="2021-09-08T19:56:57.837" v="3662" actId="26606"/>
          <ac:spMkLst>
            <pc:docMk/>
            <pc:sldMk cId="422156484" sldId="263"/>
            <ac:spMk id="32" creationId="{EA67B5B4-3A24-436E-B663-1B2EBFF8A0CD}"/>
          </ac:spMkLst>
        </pc:spChg>
        <pc:spChg chg="add del">
          <ac:chgData name="Sonwabile Gxoyiya" userId="45eece8a-c5de-466f-9c37-df1806b4781d" providerId="ADAL" clId="{29A675BC-EC12-40EF-B0C6-6620D6F3A504}" dt="2021-09-08T19:56:57.837" v="3662" actId="26606"/>
          <ac:spMkLst>
            <pc:docMk/>
            <pc:sldMk cId="422156484" sldId="263"/>
            <ac:spMk id="33" creationId="{987FDF89-C993-41F4-A1B8-DBAFF16008A9}"/>
          </ac:spMkLst>
        </pc:spChg>
        <pc:spChg chg="add del">
          <ac:chgData name="Sonwabile Gxoyiya" userId="45eece8a-c5de-466f-9c37-df1806b4781d" providerId="ADAL" clId="{29A675BC-EC12-40EF-B0C6-6620D6F3A504}" dt="2021-09-08T19:57:08.698" v="3664" actId="26606"/>
          <ac:spMkLst>
            <pc:docMk/>
            <pc:sldMk cId="422156484" sldId="263"/>
            <ac:spMk id="35" creationId="{EA67B5B4-3A24-436E-B663-1B2EBFF8A0CD}"/>
          </ac:spMkLst>
        </pc:spChg>
        <pc:spChg chg="add del">
          <ac:chgData name="Sonwabile Gxoyiya" userId="45eece8a-c5de-466f-9c37-df1806b4781d" providerId="ADAL" clId="{29A675BC-EC12-40EF-B0C6-6620D6F3A504}" dt="2021-09-08T19:57:08.698" v="3664" actId="26606"/>
          <ac:spMkLst>
            <pc:docMk/>
            <pc:sldMk cId="422156484" sldId="263"/>
            <ac:spMk id="36" creationId="{987FDF89-C993-41F4-A1B8-DBAFF16008A9}"/>
          </ac:spMkLst>
        </pc:spChg>
        <pc:spChg chg="add del">
          <ac:chgData name="Sonwabile Gxoyiya" userId="45eece8a-c5de-466f-9c37-df1806b4781d" providerId="ADAL" clId="{29A675BC-EC12-40EF-B0C6-6620D6F3A504}" dt="2021-09-08T19:57:08.698" v="3664" actId="26606"/>
          <ac:spMkLst>
            <pc:docMk/>
            <pc:sldMk cId="422156484" sldId="263"/>
            <ac:spMk id="37" creationId="{D1D7179B-FF7C-482F-B3D9-2BE9ED1139F9}"/>
          </ac:spMkLst>
        </pc:spChg>
        <pc:spChg chg="add del">
          <ac:chgData name="Sonwabile Gxoyiya" userId="45eece8a-c5de-466f-9c37-df1806b4781d" providerId="ADAL" clId="{29A675BC-EC12-40EF-B0C6-6620D6F3A504}" dt="2021-09-08T19:57:19.899" v="3666" actId="26606"/>
          <ac:spMkLst>
            <pc:docMk/>
            <pc:sldMk cId="422156484" sldId="263"/>
            <ac:spMk id="39" creationId="{C7FA33FF-088D-4F16-95A2-2C64D353DEA8}"/>
          </ac:spMkLst>
        </pc:spChg>
        <pc:spChg chg="add del">
          <ac:chgData name="Sonwabile Gxoyiya" userId="45eece8a-c5de-466f-9c37-df1806b4781d" providerId="ADAL" clId="{29A675BC-EC12-40EF-B0C6-6620D6F3A504}" dt="2021-09-08T19:57:29.931" v="3668" actId="26606"/>
          <ac:spMkLst>
            <pc:docMk/>
            <pc:sldMk cId="422156484" sldId="263"/>
            <ac:spMk id="43" creationId="{4F9857ED-1DEF-4481-AEB4-E7759342AC1A}"/>
          </ac:spMkLst>
        </pc:spChg>
        <pc:spChg chg="add del">
          <ac:chgData name="Sonwabile Gxoyiya" userId="45eece8a-c5de-466f-9c37-df1806b4781d" providerId="ADAL" clId="{29A675BC-EC12-40EF-B0C6-6620D6F3A504}" dt="2021-09-08T19:57:29.931" v="3668" actId="26606"/>
          <ac:spMkLst>
            <pc:docMk/>
            <pc:sldMk cId="422156484" sldId="263"/>
            <ac:spMk id="44" creationId="{D6E4FBE1-8E8A-42A6-B693-88C8979D80EA}"/>
          </ac:spMkLst>
        </pc:spChg>
        <pc:spChg chg="add del">
          <ac:chgData name="Sonwabile Gxoyiya" userId="45eece8a-c5de-466f-9c37-df1806b4781d" providerId="ADAL" clId="{29A675BC-EC12-40EF-B0C6-6620D6F3A504}" dt="2021-09-08T19:59:28.672" v="3671" actId="26606"/>
          <ac:spMkLst>
            <pc:docMk/>
            <pc:sldMk cId="422156484" sldId="263"/>
            <ac:spMk id="46" creationId="{EA67B5B4-3A24-436E-B663-1B2EBFF8A0CD}"/>
          </ac:spMkLst>
        </pc:spChg>
        <pc:spChg chg="add del">
          <ac:chgData name="Sonwabile Gxoyiya" userId="45eece8a-c5de-466f-9c37-df1806b4781d" providerId="ADAL" clId="{29A675BC-EC12-40EF-B0C6-6620D6F3A504}" dt="2021-09-08T19:59:28.672" v="3671" actId="26606"/>
          <ac:spMkLst>
            <pc:docMk/>
            <pc:sldMk cId="422156484" sldId="263"/>
            <ac:spMk id="47" creationId="{987FDF89-C993-41F4-A1B8-DBAFF16008A9}"/>
          </ac:spMkLst>
        </pc:spChg>
        <pc:spChg chg="add del">
          <ac:chgData name="Sonwabile Gxoyiya" userId="45eece8a-c5de-466f-9c37-df1806b4781d" providerId="ADAL" clId="{29A675BC-EC12-40EF-B0C6-6620D6F3A504}" dt="2021-09-08T19:59:28.672" v="3671" actId="26606"/>
          <ac:spMkLst>
            <pc:docMk/>
            <pc:sldMk cId="422156484" sldId="263"/>
            <ac:spMk id="48" creationId="{9FA64B84-CE2D-4179-B018-A71AC174C71C}"/>
          </ac:spMkLst>
        </pc:spChg>
        <pc:spChg chg="add del">
          <ac:chgData name="Sonwabile Gxoyiya" userId="45eece8a-c5de-466f-9c37-df1806b4781d" providerId="ADAL" clId="{29A675BC-EC12-40EF-B0C6-6620D6F3A504}" dt="2021-09-08T19:59:28.672" v="3671" actId="26606"/>
          <ac:spMkLst>
            <pc:docMk/>
            <pc:sldMk cId="422156484" sldId="263"/>
            <ac:spMk id="49" creationId="{4795A2E2-224B-4FA0-B323-9E61AD30697F}"/>
          </ac:spMkLst>
        </pc:spChg>
        <pc:spChg chg="add">
          <ac:chgData name="Sonwabile Gxoyiya" userId="45eece8a-c5de-466f-9c37-df1806b4781d" providerId="ADAL" clId="{29A675BC-EC12-40EF-B0C6-6620D6F3A504}" dt="2021-09-08T19:59:28.672" v="3671" actId="26606"/>
          <ac:spMkLst>
            <pc:docMk/>
            <pc:sldMk cId="422156484" sldId="263"/>
            <ac:spMk id="54" creationId="{AD21898E-86C0-4C8A-A76C-DF33E844C87A}"/>
          </ac:spMkLst>
        </pc:spChg>
        <pc:spChg chg="add">
          <ac:chgData name="Sonwabile Gxoyiya" userId="45eece8a-c5de-466f-9c37-df1806b4781d" providerId="ADAL" clId="{29A675BC-EC12-40EF-B0C6-6620D6F3A504}" dt="2021-09-08T19:59:28.672" v="3671" actId="26606"/>
          <ac:spMkLst>
            <pc:docMk/>
            <pc:sldMk cId="422156484" sldId="263"/>
            <ac:spMk id="56" creationId="{5C8F04BD-D093-45D0-B54C-50FDB308B4EE}"/>
          </ac:spMkLst>
        </pc:spChg>
        <pc:grpChg chg="add del">
          <ac:chgData name="Sonwabile Gxoyiya" userId="45eece8a-c5de-466f-9c37-df1806b4781d" providerId="ADAL" clId="{29A675BC-EC12-40EF-B0C6-6620D6F3A504}" dt="2021-09-08T19:57:29.965" v="3669" actId="26606"/>
          <ac:grpSpMkLst>
            <pc:docMk/>
            <pc:sldMk cId="422156484" sldId="263"/>
            <ac:grpSpMk id="7" creationId="{2E751C04-BEA6-446B-A678-9C74819EBD4C}"/>
          </ac:grpSpMkLst>
        </pc:grpChg>
        <pc:grpChg chg="add del">
          <ac:chgData name="Sonwabile Gxoyiya" userId="45eece8a-c5de-466f-9c37-df1806b4781d" providerId="ADAL" clId="{29A675BC-EC12-40EF-B0C6-6620D6F3A504}" dt="2021-09-08T19:57:29.965" v="3669" actId="26606"/>
          <ac:grpSpMkLst>
            <pc:docMk/>
            <pc:sldMk cId="422156484" sldId="263"/>
            <ac:grpSpMk id="18" creationId="{B63ACBA3-DEFD-4C6D-BBA0-64468FA99C2D}"/>
          </ac:grpSpMkLst>
        </pc:grpChg>
        <pc:grpChg chg="add del">
          <ac:chgData name="Sonwabile Gxoyiya" userId="45eece8a-c5de-466f-9c37-df1806b4781d" providerId="ADAL" clId="{29A675BC-EC12-40EF-B0C6-6620D6F3A504}" dt="2021-09-08T19:57:19.899" v="3666" actId="26606"/>
          <ac:grpSpMkLst>
            <pc:docMk/>
            <pc:sldMk cId="422156484" sldId="263"/>
            <ac:grpSpMk id="40" creationId="{7B97D490-7127-408B-874C-DAD83F7773D7}"/>
          </ac:grpSpMkLst>
        </pc:grpChg>
        <pc:picChg chg="add del mod">
          <ac:chgData name="Sonwabile Gxoyiya" userId="45eece8a-c5de-466f-9c37-df1806b4781d" providerId="ADAL" clId="{29A675BC-EC12-40EF-B0C6-6620D6F3A504}" dt="2021-09-08T19:55:47.083" v="3658" actId="478"/>
          <ac:picMkLst>
            <pc:docMk/>
            <pc:sldMk cId="422156484" sldId="263"/>
            <ac:picMk id="4" creationId="{BB8D6981-39C0-4F5D-83DE-DC2B9373BCF0}"/>
          </ac:picMkLst>
        </pc:picChg>
        <pc:picChg chg="add mod">
          <ac:chgData name="Sonwabile Gxoyiya" userId="45eece8a-c5de-466f-9c37-df1806b4781d" providerId="ADAL" clId="{29A675BC-EC12-40EF-B0C6-6620D6F3A504}" dt="2021-09-08T20:03:09.820" v="3685"/>
          <ac:picMkLst>
            <pc:docMk/>
            <pc:sldMk cId="422156484" sldId="263"/>
            <ac:picMk id="8" creationId="{0875DFA6-BE68-498D-B359-2AD88C58F35B}"/>
          </ac:picMkLst>
        </pc:picChg>
      </pc:sldChg>
      <pc:sldChg chg="addSp delSp modSp mod modClrScheme chgLayout">
        <pc:chgData name="Sonwabile Gxoyiya" userId="45eece8a-c5de-466f-9c37-df1806b4781d" providerId="ADAL" clId="{29A675BC-EC12-40EF-B0C6-6620D6F3A504}" dt="2021-09-05T15:38:34.165" v="363" actId="20577"/>
        <pc:sldMkLst>
          <pc:docMk/>
          <pc:sldMk cId="2310592609" sldId="264"/>
        </pc:sldMkLst>
        <pc:spChg chg="del mod ord">
          <ac:chgData name="Sonwabile Gxoyiya" userId="45eece8a-c5de-466f-9c37-df1806b4781d" providerId="ADAL" clId="{29A675BC-EC12-40EF-B0C6-6620D6F3A504}" dt="2021-09-05T15:13:32.587" v="10" actId="700"/>
          <ac:spMkLst>
            <pc:docMk/>
            <pc:sldMk cId="2310592609" sldId="264"/>
            <ac:spMk id="2" creationId="{6DBA5851-B857-40B2-881B-B10138F1F27D}"/>
          </ac:spMkLst>
        </pc:spChg>
        <pc:spChg chg="del mod ord">
          <ac:chgData name="Sonwabile Gxoyiya" userId="45eece8a-c5de-466f-9c37-df1806b4781d" providerId="ADAL" clId="{29A675BC-EC12-40EF-B0C6-6620D6F3A504}" dt="2021-09-05T15:13:32.587" v="10" actId="700"/>
          <ac:spMkLst>
            <pc:docMk/>
            <pc:sldMk cId="2310592609" sldId="264"/>
            <ac:spMk id="3" creationId="{65878177-23AB-4EC1-92BC-C0EE477E13AC}"/>
          </ac:spMkLst>
        </pc:spChg>
        <pc:spChg chg="add mod ord">
          <ac:chgData name="Sonwabile Gxoyiya" userId="45eece8a-c5de-466f-9c37-df1806b4781d" providerId="ADAL" clId="{29A675BC-EC12-40EF-B0C6-6620D6F3A504}" dt="2021-09-05T15:14:10.174" v="27" actId="403"/>
          <ac:spMkLst>
            <pc:docMk/>
            <pc:sldMk cId="2310592609" sldId="264"/>
            <ac:spMk id="4" creationId="{B6AA3B79-1E2D-4AE9-9508-F088B2C83DDD}"/>
          </ac:spMkLst>
        </pc:spChg>
        <pc:spChg chg="add mod ord">
          <ac:chgData name="Sonwabile Gxoyiya" userId="45eece8a-c5de-466f-9c37-df1806b4781d" providerId="ADAL" clId="{29A675BC-EC12-40EF-B0C6-6620D6F3A504}" dt="2021-09-05T15:14:13.351" v="28" actId="20577"/>
          <ac:spMkLst>
            <pc:docMk/>
            <pc:sldMk cId="2310592609" sldId="264"/>
            <ac:spMk id="5" creationId="{3C9C9683-F775-434C-BED2-A14C79070892}"/>
          </ac:spMkLst>
        </pc:spChg>
        <pc:spChg chg="add mod">
          <ac:chgData name="Sonwabile Gxoyiya" userId="45eece8a-c5de-466f-9c37-df1806b4781d" providerId="ADAL" clId="{29A675BC-EC12-40EF-B0C6-6620D6F3A504}" dt="2021-09-05T15:16:51.147" v="147" actId="1076"/>
          <ac:spMkLst>
            <pc:docMk/>
            <pc:sldMk cId="2310592609" sldId="264"/>
            <ac:spMk id="6" creationId="{592A370E-FC23-4C26-B76F-A86B4E241A76}"/>
          </ac:spMkLst>
        </pc:spChg>
        <pc:spChg chg="add mod">
          <ac:chgData name="Sonwabile Gxoyiya" userId="45eece8a-c5de-466f-9c37-df1806b4781d" providerId="ADAL" clId="{29A675BC-EC12-40EF-B0C6-6620D6F3A504}" dt="2021-09-05T15:17:58.522" v="189" actId="1076"/>
          <ac:spMkLst>
            <pc:docMk/>
            <pc:sldMk cId="2310592609" sldId="264"/>
            <ac:spMk id="7" creationId="{FEE893D3-FBA5-4070-BCE5-E42E17AE3650}"/>
          </ac:spMkLst>
        </pc:spChg>
        <pc:spChg chg="add mod">
          <ac:chgData name="Sonwabile Gxoyiya" userId="45eece8a-c5de-466f-9c37-df1806b4781d" providerId="ADAL" clId="{29A675BC-EC12-40EF-B0C6-6620D6F3A504}" dt="2021-09-05T15:38:34.165" v="363" actId="20577"/>
          <ac:spMkLst>
            <pc:docMk/>
            <pc:sldMk cId="2310592609" sldId="264"/>
            <ac:spMk id="8" creationId="{7CC4B4F2-7D35-4B53-BE93-11DFA7CF66C3}"/>
          </ac:spMkLst>
        </pc:spChg>
        <pc:spChg chg="add mod">
          <ac:chgData name="Sonwabile Gxoyiya" userId="45eece8a-c5de-466f-9c37-df1806b4781d" providerId="ADAL" clId="{29A675BC-EC12-40EF-B0C6-6620D6F3A504}" dt="2021-09-05T15:17:47.751" v="187" actId="20577"/>
          <ac:spMkLst>
            <pc:docMk/>
            <pc:sldMk cId="2310592609" sldId="264"/>
            <ac:spMk id="9" creationId="{0AD9B500-98F2-4F05-93DA-C617BBED4EDA}"/>
          </ac:spMkLst>
        </pc:spChg>
      </pc:sldChg>
      <pc:sldChg chg="modSp new mod">
        <pc:chgData name="Sonwabile Gxoyiya" userId="45eece8a-c5de-466f-9c37-df1806b4781d" providerId="ADAL" clId="{29A675BC-EC12-40EF-B0C6-6620D6F3A504}" dt="2021-09-05T15:49:05.546" v="478" actId="20577"/>
        <pc:sldMkLst>
          <pc:docMk/>
          <pc:sldMk cId="3182990411" sldId="265"/>
        </pc:sldMkLst>
        <pc:spChg chg="mod">
          <ac:chgData name="Sonwabile Gxoyiya" userId="45eece8a-c5de-466f-9c37-df1806b4781d" providerId="ADAL" clId="{29A675BC-EC12-40EF-B0C6-6620D6F3A504}" dt="2021-09-05T15:18:14.920" v="198" actId="20577"/>
          <ac:spMkLst>
            <pc:docMk/>
            <pc:sldMk cId="3182990411" sldId="265"/>
            <ac:spMk id="2" creationId="{A6F24992-7331-49AB-BB5A-8D99F1DA7F5D}"/>
          </ac:spMkLst>
        </pc:spChg>
        <pc:spChg chg="mod">
          <ac:chgData name="Sonwabile Gxoyiya" userId="45eece8a-c5de-466f-9c37-df1806b4781d" providerId="ADAL" clId="{29A675BC-EC12-40EF-B0C6-6620D6F3A504}" dt="2021-09-05T15:49:05.546" v="478" actId="20577"/>
          <ac:spMkLst>
            <pc:docMk/>
            <pc:sldMk cId="3182990411" sldId="265"/>
            <ac:spMk id="3" creationId="{85851513-D478-41BF-BFFC-904AF922419F}"/>
          </ac:spMkLst>
        </pc:spChg>
      </pc:sldChg>
      <pc:sldChg chg="modSp mod">
        <pc:chgData name="Sonwabile Gxoyiya" userId="45eece8a-c5de-466f-9c37-df1806b4781d" providerId="ADAL" clId="{29A675BC-EC12-40EF-B0C6-6620D6F3A504}" dt="2021-09-08T19:26:00.824" v="3605"/>
        <pc:sldMkLst>
          <pc:docMk/>
          <pc:sldMk cId="436603215" sldId="267"/>
        </pc:sldMkLst>
        <pc:spChg chg="mod">
          <ac:chgData name="Sonwabile Gxoyiya" userId="45eece8a-c5de-466f-9c37-df1806b4781d" providerId="ADAL" clId="{29A675BC-EC12-40EF-B0C6-6620D6F3A504}" dt="2021-09-07T17:38:12.046" v="1459" actId="20577"/>
          <ac:spMkLst>
            <pc:docMk/>
            <pc:sldMk cId="436603215" sldId="267"/>
            <ac:spMk id="3" creationId="{005F8C3F-9497-4722-836E-B89FAC4AE710}"/>
          </ac:spMkLst>
        </pc:spChg>
        <pc:picChg chg="mod">
          <ac:chgData name="Sonwabile Gxoyiya" userId="45eece8a-c5de-466f-9c37-df1806b4781d" providerId="ADAL" clId="{29A675BC-EC12-40EF-B0C6-6620D6F3A504}" dt="2021-09-08T19:26:00.824" v="3605"/>
          <ac:picMkLst>
            <pc:docMk/>
            <pc:sldMk cId="436603215" sldId="267"/>
            <ac:picMk id="4" creationId="{557CD10D-F1FD-47F5-9832-2A86C506B291}"/>
          </ac:picMkLst>
        </pc:picChg>
      </pc:sldChg>
      <pc:sldChg chg="modSp mod">
        <pc:chgData name="Sonwabile Gxoyiya" userId="45eece8a-c5de-466f-9c37-df1806b4781d" providerId="ADAL" clId="{29A675BC-EC12-40EF-B0C6-6620D6F3A504}" dt="2021-09-08T17:33:51.371" v="3515" actId="20577"/>
        <pc:sldMkLst>
          <pc:docMk/>
          <pc:sldMk cId="3970326179" sldId="270"/>
        </pc:sldMkLst>
        <pc:spChg chg="mod">
          <ac:chgData name="Sonwabile Gxoyiya" userId="45eece8a-c5de-466f-9c37-df1806b4781d" providerId="ADAL" clId="{29A675BC-EC12-40EF-B0C6-6620D6F3A504}" dt="2021-09-08T17:33:51.371" v="3515" actId="20577"/>
          <ac:spMkLst>
            <pc:docMk/>
            <pc:sldMk cId="3970326179" sldId="270"/>
            <ac:spMk id="3" creationId="{161061F4-E518-4423-A8A6-72CEC9550011}"/>
          </ac:spMkLst>
        </pc:spChg>
      </pc:sldChg>
      <pc:sldChg chg="modSp mod">
        <pc:chgData name="Sonwabile Gxoyiya" userId="45eece8a-c5de-466f-9c37-df1806b4781d" providerId="ADAL" clId="{29A675BC-EC12-40EF-B0C6-6620D6F3A504}" dt="2021-09-08T20:16:43.548" v="3703" actId="20577"/>
        <pc:sldMkLst>
          <pc:docMk/>
          <pc:sldMk cId="2350634277" sldId="279"/>
        </pc:sldMkLst>
        <pc:spChg chg="mod">
          <ac:chgData name="Sonwabile Gxoyiya" userId="45eece8a-c5de-466f-9c37-df1806b4781d" providerId="ADAL" clId="{29A675BC-EC12-40EF-B0C6-6620D6F3A504}" dt="2021-09-08T20:16:43.548" v="3703" actId="20577"/>
          <ac:spMkLst>
            <pc:docMk/>
            <pc:sldMk cId="2350634277" sldId="279"/>
            <ac:spMk id="3" creationId="{85851513-D478-41BF-BFFC-904AF922419F}"/>
          </ac:spMkLst>
        </pc:spChg>
      </pc:sldChg>
      <pc:sldChg chg="modSp mod">
        <pc:chgData name="Sonwabile Gxoyiya" userId="45eece8a-c5de-466f-9c37-df1806b4781d" providerId="ADAL" clId="{29A675BC-EC12-40EF-B0C6-6620D6F3A504}" dt="2021-09-08T19:05:56.756" v="3603" actId="20577"/>
        <pc:sldMkLst>
          <pc:docMk/>
          <pc:sldMk cId="3835514166" sldId="279"/>
        </pc:sldMkLst>
        <pc:spChg chg="mod">
          <ac:chgData name="Sonwabile Gxoyiya" userId="45eece8a-c5de-466f-9c37-df1806b4781d" providerId="ADAL" clId="{29A675BC-EC12-40EF-B0C6-6620D6F3A504}" dt="2021-09-08T19:05:56.756" v="3603" actId="20577"/>
          <ac:spMkLst>
            <pc:docMk/>
            <pc:sldMk cId="3835514166" sldId="279"/>
            <ac:spMk id="4" creationId="{6E5C059B-7FB2-4AE4-BB21-1403F3209595}"/>
          </ac:spMkLst>
        </pc:spChg>
      </pc:sldChg>
    </pc:docChg>
  </pc:docChgLst>
  <pc:docChgLst>
    <pc:chgData name="Melven Johannes Booysen" userId="S::219201277@mycput.ac.za::786fa234-875d-4214-87fd-5d50b57d43ce" providerId="AD" clId="Web-{C2A674D4-EC46-411E-A8AA-3F28F3493383}"/>
    <pc:docChg chg="modSld addMainMaster delMainMaster">
      <pc:chgData name="Melven Johannes Booysen" userId="S::219201277@mycput.ac.za::786fa234-875d-4214-87fd-5d50b57d43ce" providerId="AD" clId="Web-{C2A674D4-EC46-411E-A8AA-3F28F3493383}" dt="2021-09-05T13:43:29.146" v="1"/>
      <pc:docMkLst>
        <pc:docMk/>
      </pc:docMkLst>
      <pc:sldChg chg="addSp delSp modSp mod setBg modClrScheme chgLayout">
        <pc:chgData name="Melven Johannes Booysen" userId="S::219201277@mycput.ac.za::786fa234-875d-4214-87fd-5d50b57d43ce" providerId="AD" clId="Web-{C2A674D4-EC46-411E-A8AA-3F28F3493383}" dt="2021-09-05T13:43:29.146" v="1"/>
        <pc:sldMkLst>
          <pc:docMk/>
          <pc:sldMk cId="109857222" sldId="256"/>
        </pc:sldMkLst>
        <pc:spChg chg="mod">
          <ac:chgData name="Melven Johannes Booysen" userId="S::219201277@mycput.ac.za::786fa234-875d-4214-87fd-5d50b57d43ce" providerId="AD" clId="Web-{C2A674D4-EC46-411E-A8AA-3F28F3493383}" dt="2021-09-05T13:43:29.146" v="1"/>
          <ac:spMkLst>
            <pc:docMk/>
            <pc:sldMk cId="109857222" sldId="256"/>
            <ac:spMk id="2" creationId="{00000000-0000-0000-0000-000000000000}"/>
          </ac:spMkLst>
        </pc:spChg>
        <pc:spChg chg="mod">
          <ac:chgData name="Melven Johannes Booysen" userId="S::219201277@mycput.ac.za::786fa234-875d-4214-87fd-5d50b57d43ce" providerId="AD" clId="Web-{C2A674D4-EC46-411E-A8AA-3F28F3493383}" dt="2021-09-05T13:43:29.146" v="1"/>
          <ac:spMkLst>
            <pc:docMk/>
            <pc:sldMk cId="109857222" sldId="256"/>
            <ac:spMk id="3" creationId="{00000000-0000-0000-0000-000000000000}"/>
          </ac:spMkLst>
        </pc:spChg>
        <pc:spChg chg="add del">
          <ac:chgData name="Melven Johannes Booysen" userId="S::219201277@mycput.ac.za::786fa234-875d-4214-87fd-5d50b57d43ce" providerId="AD" clId="Web-{C2A674D4-EC46-411E-A8AA-3F28F3493383}" dt="2021-09-05T13:43:29.146" v="1"/>
          <ac:spMkLst>
            <pc:docMk/>
            <pc:sldMk cId="109857222" sldId="256"/>
            <ac:spMk id="9" creationId="{5E4165CA-2930-4841-AFB7-DD41E95F2DE1}"/>
          </ac:spMkLst>
        </pc:spChg>
        <pc:spChg chg="add del">
          <ac:chgData name="Melven Johannes Booysen" userId="S::219201277@mycput.ac.za::786fa234-875d-4214-87fd-5d50b57d43ce" providerId="AD" clId="Web-{C2A674D4-EC46-411E-A8AA-3F28F3493383}" dt="2021-09-05T13:43:29.146" v="1"/>
          <ac:spMkLst>
            <pc:docMk/>
            <pc:sldMk cId="109857222" sldId="256"/>
            <ac:spMk id="11" creationId="{D3A19439-95A7-4D53-B166-072A2A397205}"/>
          </ac:spMkLst>
        </pc:spChg>
        <pc:picChg chg="add del">
          <ac:chgData name="Melven Johannes Booysen" userId="S::219201277@mycput.ac.za::786fa234-875d-4214-87fd-5d50b57d43ce" providerId="AD" clId="Web-{C2A674D4-EC46-411E-A8AA-3F28F3493383}" dt="2021-09-05T13:43:29.146" v="1"/>
          <ac:picMkLst>
            <pc:docMk/>
            <pc:sldMk cId="109857222" sldId="256"/>
            <ac:picMk id="4" creationId="{82E46684-9197-4807-9830-D1ADDA038F39}"/>
          </ac:picMkLst>
        </pc:picChg>
      </pc:sldChg>
      <pc:sldMasterChg chg="add del addSldLayout delSldLayout">
        <pc:chgData name="Melven Johannes Booysen" userId="S::219201277@mycput.ac.za::786fa234-875d-4214-87fd-5d50b57d43ce" providerId="AD" clId="Web-{C2A674D4-EC46-411E-A8AA-3F28F3493383}" dt="2021-09-05T13:43:29.146" v="1"/>
        <pc:sldMasterMkLst>
          <pc:docMk/>
          <pc:sldMasterMk cId="2460954070" sldId="2147483660"/>
        </pc:sldMasterMkLst>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2385387890" sldId="2147483661"/>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949138452" sldId="2147483662"/>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2591524520" sldId="2147483663"/>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1203092039" sldId="2147483664"/>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3733172339" sldId="2147483665"/>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3210312558" sldId="2147483666"/>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3146388984" sldId="2147483667"/>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3171841454" sldId="2147483668"/>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1718958274" sldId="2147483669"/>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2202905451" sldId="2147483670"/>
          </pc:sldLayoutMkLst>
        </pc:sldLayoutChg>
        <pc:sldLayoutChg chg="add del">
          <pc:chgData name="Melven Johannes Booysen" userId="S::219201277@mycput.ac.za::786fa234-875d-4214-87fd-5d50b57d43ce" providerId="AD" clId="Web-{C2A674D4-EC46-411E-A8AA-3F28F3493383}" dt="2021-09-05T13:43:29.146" v="1"/>
          <pc:sldLayoutMkLst>
            <pc:docMk/>
            <pc:sldMasterMk cId="2460954070" sldId="2147483660"/>
            <pc:sldLayoutMk cId="3479445657" sldId="2147483671"/>
          </pc:sldLayoutMkLst>
        </pc:sldLayoutChg>
      </pc:sldMasterChg>
      <pc:sldMasterChg chg="add del replId addSldLayout delSldLayout">
        <pc:chgData name="Melven Johannes Booysen" userId="S::219201277@mycput.ac.za::786fa234-875d-4214-87fd-5d50b57d43ce" providerId="AD" clId="Web-{C2A674D4-EC46-411E-A8AA-3F28F3493383}" dt="2021-09-05T13:43:29.146" v="1"/>
        <pc:sldMasterMkLst>
          <pc:docMk/>
          <pc:sldMasterMk cId="1427084569" sldId="2147483672"/>
        </pc:sldMasterMkLst>
        <pc:sldLayoutChg chg="add del">
          <pc:chgData name="Melven Johannes Booysen" userId="S::219201277@mycput.ac.za::786fa234-875d-4214-87fd-5d50b57d43ce" providerId="AD" clId="Web-{C2A674D4-EC46-411E-A8AA-3F28F3493383}" dt="2021-09-05T13:43:29.146" v="1"/>
          <pc:sldLayoutMkLst>
            <pc:docMk/>
            <pc:sldMasterMk cId="1427084569" sldId="2147483672"/>
            <pc:sldLayoutMk cId="945544631" sldId="2147483673"/>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3073261665" sldId="2147483674"/>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616907859" sldId="2147483675"/>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2558114904" sldId="2147483676"/>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467428511" sldId="2147483677"/>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3367991591" sldId="2147483678"/>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1377986941" sldId="2147483679"/>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2761087619" sldId="2147483680"/>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3229322044" sldId="2147483681"/>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3040740263" sldId="2147483682"/>
          </pc:sldLayoutMkLst>
        </pc:sldLayoutChg>
        <pc:sldLayoutChg chg="add del replId">
          <pc:chgData name="Melven Johannes Booysen" userId="S::219201277@mycput.ac.za::786fa234-875d-4214-87fd-5d50b57d43ce" providerId="AD" clId="Web-{C2A674D4-EC46-411E-A8AA-3F28F3493383}" dt="2021-09-05T13:43:29.146" v="1"/>
          <pc:sldLayoutMkLst>
            <pc:docMk/>
            <pc:sldMasterMk cId="1427084569" sldId="2147483672"/>
            <pc:sldLayoutMk cId="3019879193" sldId="2147483683"/>
          </pc:sldLayoutMkLst>
        </pc:sldLayoutChg>
      </pc:sldMasterChg>
    </pc:docChg>
  </pc:docChgLst>
  <pc:docChgLst>
    <pc:chgData name="Casey Michael Keven Crafford" userId="S::219169640@mycput.ac.za::f9986a50-489f-4f86-889e-f85d5bb3a8ad" providerId="AD" clId="Web-{71FE7954-5181-40BB-B41E-972B581D7617}"/>
    <pc:docChg chg="">
      <pc:chgData name="Casey Michael Keven Crafford" userId="S::219169640@mycput.ac.za::f9986a50-489f-4f86-889e-f85d5bb3a8ad" providerId="AD" clId="Web-{71FE7954-5181-40BB-B41E-972B581D7617}" dt="2021-09-08T09:54:42.168" v="0"/>
      <pc:docMkLst>
        <pc:docMk/>
      </pc:docMkLst>
      <pc:sldChg chg="addCm">
        <pc:chgData name="Casey Michael Keven Crafford" userId="S::219169640@mycput.ac.za::f9986a50-489f-4f86-889e-f85d5bb3a8ad" providerId="AD" clId="Web-{71FE7954-5181-40BB-B41E-972B581D7617}" dt="2021-09-08T09:54:42.168" v="0"/>
        <pc:sldMkLst>
          <pc:docMk/>
          <pc:sldMk cId="2950647060" sldId="278"/>
        </pc:sldMkLst>
      </pc:sldChg>
    </pc:docChg>
  </pc:docChgLst>
  <pc:docChgLst>
    <pc:chgData name="Casey Michael Keven Crafford" userId="S::219169640@mycput.ac.za::f9986a50-489f-4f86-889e-f85d5bb3a8ad" providerId="AD" clId="Web-{C5508040-A30D-49E0-8C3F-945145055B0E}"/>
    <pc:docChg chg="modSld">
      <pc:chgData name="Casey Michael Keven Crafford" userId="S::219169640@mycput.ac.za::f9986a50-489f-4f86-889e-f85d5bb3a8ad" providerId="AD" clId="Web-{C5508040-A30D-49E0-8C3F-945145055B0E}" dt="2021-09-08T17:10:17.374" v="90"/>
      <pc:docMkLst>
        <pc:docMk/>
      </pc:docMkLst>
      <pc:sldChg chg="modSp">
        <pc:chgData name="Casey Michael Keven Crafford" userId="S::219169640@mycput.ac.za::f9986a50-489f-4f86-889e-f85d5bb3a8ad" providerId="AD" clId="Web-{C5508040-A30D-49E0-8C3F-945145055B0E}" dt="2021-09-08T16:33:35.807" v="5"/>
        <pc:sldMkLst>
          <pc:docMk/>
          <pc:sldMk cId="4247406594" sldId="257"/>
        </pc:sldMkLst>
        <pc:graphicFrameChg chg="mod modGraphic">
          <ac:chgData name="Casey Michael Keven Crafford" userId="S::219169640@mycput.ac.za::f9986a50-489f-4f86-889e-f85d5bb3a8ad" providerId="AD" clId="Web-{C5508040-A30D-49E0-8C3F-945145055B0E}" dt="2021-09-08T16:33:35.807" v="5"/>
          <ac:graphicFrameMkLst>
            <pc:docMk/>
            <pc:sldMk cId="4247406594" sldId="257"/>
            <ac:graphicFrameMk id="4" creationId="{B0191F57-00D1-4273-967A-C37CD1A82E05}"/>
          </ac:graphicFrameMkLst>
        </pc:graphicFrameChg>
      </pc:sldChg>
      <pc:sldChg chg="modSp addCm">
        <pc:chgData name="Casey Michael Keven Crafford" userId="S::219169640@mycput.ac.za::f9986a50-489f-4f86-889e-f85d5bb3a8ad" providerId="AD" clId="Web-{C5508040-A30D-49E0-8C3F-945145055B0E}" dt="2021-09-08T16:41:42.693" v="14" actId="20577"/>
        <pc:sldMkLst>
          <pc:docMk/>
          <pc:sldMk cId="3970326179" sldId="270"/>
        </pc:sldMkLst>
        <pc:spChg chg="mod">
          <ac:chgData name="Casey Michael Keven Crafford" userId="S::219169640@mycput.ac.za::f9986a50-489f-4f86-889e-f85d5bb3a8ad" providerId="AD" clId="Web-{C5508040-A30D-49E0-8C3F-945145055B0E}" dt="2021-09-08T16:41:42.693" v="14" actId="20577"/>
          <ac:spMkLst>
            <pc:docMk/>
            <pc:sldMk cId="3970326179" sldId="270"/>
            <ac:spMk id="3" creationId="{161061F4-E518-4423-A8A6-72CEC9550011}"/>
          </ac:spMkLst>
        </pc:spChg>
      </pc:sldChg>
      <pc:sldChg chg="addSp delSp modSp modMedia addAnim delAnim">
        <pc:chgData name="Casey Michael Keven Crafford" userId="S::219169640@mycput.ac.za::f9986a50-489f-4f86-889e-f85d5bb3a8ad" providerId="AD" clId="Web-{C5508040-A30D-49E0-8C3F-945145055B0E}" dt="2021-09-08T16:59:00.530" v="84"/>
        <pc:sldMkLst>
          <pc:docMk/>
          <pc:sldMk cId="2828050706" sldId="272"/>
        </pc:sldMkLst>
        <pc:spChg chg="mod">
          <ac:chgData name="Casey Michael Keven Crafford" userId="S::219169640@mycput.ac.za::f9986a50-489f-4f86-889e-f85d5bb3a8ad" providerId="AD" clId="Web-{C5508040-A30D-49E0-8C3F-945145055B0E}" dt="2021-09-08T16:58:20.607" v="83"/>
          <ac:spMkLst>
            <pc:docMk/>
            <pc:sldMk cId="2828050706" sldId="272"/>
            <ac:spMk id="2" creationId="{9A1D5423-AA5B-447E-A2A7-0622F91E90A0}"/>
          </ac:spMkLst>
        </pc:spChg>
        <pc:spChg chg="mod ord">
          <ac:chgData name="Casey Michael Keven Crafford" userId="S::219169640@mycput.ac.za::f9986a50-489f-4f86-889e-f85d5bb3a8ad" providerId="AD" clId="Web-{C5508040-A30D-49E0-8C3F-945145055B0E}" dt="2021-09-08T16:58:20.607" v="83"/>
          <ac:spMkLst>
            <pc:docMk/>
            <pc:sldMk cId="2828050706" sldId="272"/>
            <ac:spMk id="8" creationId="{D56FFFF4-D797-4D43-A454-B0FBBFC37D4E}"/>
          </ac:spMkLst>
        </pc:spChg>
        <pc:spChg chg="del">
          <ac:chgData name="Casey Michael Keven Crafford" userId="S::219169640@mycput.ac.za::f9986a50-489f-4f86-889e-f85d5bb3a8ad" providerId="AD" clId="Web-{C5508040-A30D-49E0-8C3F-945145055B0E}" dt="2021-09-08T16:58:20.607" v="83"/>
          <ac:spMkLst>
            <pc:docMk/>
            <pc:sldMk cId="2828050706" sldId="272"/>
            <ac:spMk id="10" creationId="{7905BA41-EE6E-4F80-8636-447F22DD729A}"/>
          </ac:spMkLst>
        </pc:spChg>
        <pc:spChg chg="del">
          <ac:chgData name="Casey Michael Keven Crafford" userId="S::219169640@mycput.ac.za::f9986a50-489f-4f86-889e-f85d5bb3a8ad" providerId="AD" clId="Web-{C5508040-A30D-49E0-8C3F-945145055B0E}" dt="2021-09-08T16:58:20.607" v="83"/>
          <ac:spMkLst>
            <pc:docMk/>
            <pc:sldMk cId="2828050706" sldId="272"/>
            <ac:spMk id="12" creationId="{CD7549B2-EE05-4558-8C64-AC46755F2B25}"/>
          </ac:spMkLst>
        </pc:spChg>
        <pc:spChg chg="add">
          <ac:chgData name="Casey Michael Keven Crafford" userId="S::219169640@mycput.ac.za::f9986a50-489f-4f86-889e-f85d5bb3a8ad" providerId="AD" clId="Web-{C5508040-A30D-49E0-8C3F-945145055B0E}" dt="2021-09-08T16:58:20.607" v="83"/>
          <ac:spMkLst>
            <pc:docMk/>
            <pc:sldMk cId="2828050706" sldId="272"/>
            <ac:spMk id="17" creationId="{C0B27210-D0CA-4654-B3E3-9ABB4F178EA1}"/>
          </ac:spMkLst>
        </pc:spChg>
        <pc:spChg chg="add">
          <ac:chgData name="Casey Michael Keven Crafford" userId="S::219169640@mycput.ac.za::f9986a50-489f-4f86-889e-f85d5bb3a8ad" providerId="AD" clId="Web-{C5508040-A30D-49E0-8C3F-945145055B0E}" dt="2021-09-08T16:58:20.607" v="83"/>
          <ac:spMkLst>
            <pc:docMk/>
            <pc:sldMk cId="2828050706" sldId="272"/>
            <ac:spMk id="19" creationId="{1DB7C82F-AB7E-4F0C-B829-FA1B9C415180}"/>
          </ac:spMkLst>
        </pc:spChg>
        <pc:spChg chg="add">
          <ac:chgData name="Casey Michael Keven Crafford" userId="S::219169640@mycput.ac.za::f9986a50-489f-4f86-889e-f85d5bb3a8ad" providerId="AD" clId="Web-{C5508040-A30D-49E0-8C3F-945145055B0E}" dt="2021-09-08T16:58:20.607" v="83"/>
          <ac:spMkLst>
            <pc:docMk/>
            <pc:sldMk cId="2828050706" sldId="272"/>
            <ac:spMk id="21" creationId="{70B66945-4967-4040-926D-DCA44313CDAB}"/>
          </ac:spMkLst>
        </pc:spChg>
        <pc:picChg chg="del">
          <ac:chgData name="Casey Michael Keven Crafford" userId="S::219169640@mycput.ac.za::f9986a50-489f-4f86-889e-f85d5bb3a8ad" providerId="AD" clId="Web-{C5508040-A30D-49E0-8C3F-945145055B0E}" dt="2021-09-08T16:58:17.232" v="82"/>
          <ac:picMkLst>
            <pc:docMk/>
            <pc:sldMk cId="2828050706" sldId="272"/>
            <ac:picMk id="3" creationId="{1A858AC2-47A5-4442-BBC3-623368247C9F}"/>
          </ac:picMkLst>
        </pc:picChg>
        <pc:picChg chg="add mod">
          <ac:chgData name="Casey Michael Keven Crafford" userId="S::219169640@mycput.ac.za::f9986a50-489f-4f86-889e-f85d5bb3a8ad" providerId="AD" clId="Web-{C5508040-A30D-49E0-8C3F-945145055B0E}" dt="2021-09-08T16:59:00.530" v="84"/>
          <ac:picMkLst>
            <pc:docMk/>
            <pc:sldMk cId="2828050706" sldId="272"/>
            <ac:picMk id="4" creationId="{D0FD262D-A87A-4DC9-BC57-5CD1ABD979A4}"/>
          </ac:picMkLst>
        </pc:picChg>
        <pc:picChg chg="mod">
          <ac:chgData name="Casey Michael Keven Crafford" userId="S::219169640@mycput.ac.za::f9986a50-489f-4f86-889e-f85d5bb3a8ad" providerId="AD" clId="Web-{C5508040-A30D-49E0-8C3F-945145055B0E}" dt="2021-09-08T16:58:20.607" v="83"/>
          <ac:picMkLst>
            <pc:docMk/>
            <pc:sldMk cId="2828050706" sldId="272"/>
            <ac:picMk id="7" creationId="{EBFCF696-E044-4CB8-852D-1993C03DA4FD}"/>
          </ac:picMkLst>
        </pc:picChg>
      </pc:sldChg>
      <pc:sldChg chg="addSp modSp mod modMedia setBg addAnim setClrOvrMap">
        <pc:chgData name="Casey Michael Keven Crafford" userId="S::219169640@mycput.ac.za::f9986a50-489f-4f86-889e-f85d5bb3a8ad" providerId="AD" clId="Web-{C5508040-A30D-49E0-8C3F-945145055B0E}" dt="2021-09-08T17:10:17.374" v="90"/>
        <pc:sldMkLst>
          <pc:docMk/>
          <pc:sldMk cId="3726642729" sldId="274"/>
        </pc:sldMkLst>
        <pc:spChg chg="mod">
          <ac:chgData name="Casey Michael Keven Crafford" userId="S::219169640@mycput.ac.za::f9986a50-489f-4f86-889e-f85d5bb3a8ad" providerId="AD" clId="Web-{C5508040-A30D-49E0-8C3F-945145055B0E}" dt="2021-09-08T16:54:58.805" v="80"/>
          <ac:spMkLst>
            <pc:docMk/>
            <pc:sldMk cId="3726642729" sldId="274"/>
            <ac:spMk id="2" creationId="{35C6C57E-C2C0-4E5A-80B1-3530103C7533}"/>
          </ac:spMkLst>
        </pc:spChg>
        <pc:spChg chg="mod ord">
          <ac:chgData name="Casey Michael Keven Crafford" userId="S::219169640@mycput.ac.za::f9986a50-489f-4f86-889e-f85d5bb3a8ad" providerId="AD" clId="Web-{C5508040-A30D-49E0-8C3F-945145055B0E}" dt="2021-09-08T16:54:58.805" v="80"/>
          <ac:spMkLst>
            <pc:docMk/>
            <pc:sldMk cId="3726642729" sldId="274"/>
            <ac:spMk id="3" creationId="{70D8A380-3BF3-4DD9-9511-A086260D5CD1}"/>
          </ac:spMkLst>
        </pc:spChg>
        <pc:spChg chg="add">
          <ac:chgData name="Casey Michael Keven Crafford" userId="S::219169640@mycput.ac.za::f9986a50-489f-4f86-889e-f85d5bb3a8ad" providerId="AD" clId="Web-{C5508040-A30D-49E0-8C3F-945145055B0E}" dt="2021-09-08T16:54:58.805" v="80"/>
          <ac:spMkLst>
            <pc:docMk/>
            <pc:sldMk cId="3726642729" sldId="274"/>
            <ac:spMk id="9" creationId="{357DD0D3-F869-46D0-944C-6EC60E19E351}"/>
          </ac:spMkLst>
        </pc:spChg>
        <pc:picChg chg="add mod">
          <ac:chgData name="Casey Michael Keven Crafford" userId="S::219169640@mycput.ac.za::f9986a50-489f-4f86-889e-f85d5bb3a8ad" providerId="AD" clId="Web-{C5508040-A30D-49E0-8C3F-945145055B0E}" dt="2021-09-08T16:54:58.805" v="80"/>
          <ac:picMkLst>
            <pc:docMk/>
            <pc:sldMk cId="3726642729" sldId="274"/>
            <ac:picMk id="4" creationId="{6ED17F97-D659-4079-AF2A-BB26F329FF32}"/>
          </ac:picMkLst>
        </pc:picChg>
        <pc:picChg chg="add mod">
          <ac:chgData name="Casey Michael Keven Crafford" userId="S::219169640@mycput.ac.za::f9986a50-489f-4f86-889e-f85d5bb3a8ad" providerId="AD" clId="Web-{C5508040-A30D-49E0-8C3F-945145055B0E}" dt="2021-09-08T17:10:17.374" v="90"/>
          <ac:picMkLst>
            <pc:docMk/>
            <pc:sldMk cId="3726642729" sldId="274"/>
            <ac:picMk id="5" creationId="{D046E871-6A8C-4C62-BBC7-27DA2B9E5066}"/>
          </ac:picMkLst>
        </pc:picChg>
      </pc:sldChg>
      <pc:sldChg chg="addSp delSp modSp mod modMedia setBg addAnim delAnim setClrOvrMap modCm">
        <pc:chgData name="Casey Michael Keven Crafford" userId="S::219169640@mycput.ac.za::f9986a50-489f-4f86-889e-f85d5bb3a8ad" providerId="AD" clId="Web-{C5508040-A30D-49E0-8C3F-945145055B0E}" dt="2021-09-08T17:07:10.838" v="87"/>
        <pc:sldMkLst>
          <pc:docMk/>
          <pc:sldMk cId="745331828" sldId="275"/>
        </pc:sldMkLst>
        <pc:spChg chg="mod">
          <ac:chgData name="Casey Michael Keven Crafford" userId="S::219169640@mycput.ac.za::f9986a50-489f-4f86-889e-f85d5bb3a8ad" providerId="AD" clId="Web-{C5508040-A30D-49E0-8C3F-945145055B0E}" dt="2021-09-08T16:51:51.535" v="77"/>
          <ac:spMkLst>
            <pc:docMk/>
            <pc:sldMk cId="745331828" sldId="275"/>
            <ac:spMk id="2" creationId="{D514EF9C-D6BF-48AB-9F66-6B5EC7DB6D9C}"/>
          </ac:spMkLst>
        </pc:spChg>
        <pc:spChg chg="mod">
          <ac:chgData name="Casey Michael Keven Crafford" userId="S::219169640@mycput.ac.za::f9986a50-489f-4f86-889e-f85d5bb3a8ad" providerId="AD" clId="Web-{C5508040-A30D-49E0-8C3F-945145055B0E}" dt="2021-09-08T16:51:51.535" v="77"/>
          <ac:spMkLst>
            <pc:docMk/>
            <pc:sldMk cId="745331828" sldId="275"/>
            <ac:spMk id="3" creationId="{CCF9DB95-40C5-464C-B1BA-1DD95E3E59FD}"/>
          </ac:spMkLst>
        </pc:spChg>
        <pc:spChg chg="add del">
          <ac:chgData name="Casey Michael Keven Crafford" userId="S::219169640@mycput.ac.za::f9986a50-489f-4f86-889e-f85d5bb3a8ad" providerId="AD" clId="Web-{C5508040-A30D-49E0-8C3F-945145055B0E}" dt="2021-09-08T16:49:16.407" v="41"/>
          <ac:spMkLst>
            <pc:docMk/>
            <pc:sldMk cId="745331828" sldId="275"/>
            <ac:spMk id="6" creationId="{821E6B13-0A31-4420-8AE1-77905E1298CF}"/>
          </ac:spMkLst>
        </pc:spChg>
        <pc:spChg chg="add del">
          <ac:chgData name="Casey Michael Keven Crafford" userId="S::219169640@mycput.ac.za::f9986a50-489f-4f86-889e-f85d5bb3a8ad" providerId="AD" clId="Web-{C5508040-A30D-49E0-8C3F-945145055B0E}" dt="2021-09-08T16:49:09.172" v="39"/>
          <ac:spMkLst>
            <pc:docMk/>
            <pc:sldMk cId="745331828" sldId="275"/>
            <ac:spMk id="7" creationId="{93780187-4F2C-409E-84AC-73D41803140C}"/>
          </ac:spMkLst>
        </pc:spChg>
        <pc:spChg chg="add">
          <ac:chgData name="Casey Michael Keven Crafford" userId="S::219169640@mycput.ac.za::f9986a50-489f-4f86-889e-f85d5bb3a8ad" providerId="AD" clId="Web-{C5508040-A30D-49E0-8C3F-945145055B0E}" dt="2021-09-08T16:51:51.535" v="77"/>
          <ac:spMkLst>
            <pc:docMk/>
            <pc:sldMk cId="745331828" sldId="275"/>
            <ac:spMk id="11" creationId="{CF62D2A7-8207-488C-9F46-316BA81A16C8}"/>
          </ac:spMkLst>
        </pc:spChg>
        <pc:spChg chg="add del">
          <ac:chgData name="Casey Michael Keven Crafford" userId="S::219169640@mycput.ac.za::f9986a50-489f-4f86-889e-f85d5bb3a8ad" providerId="AD" clId="Web-{C5508040-A30D-49E0-8C3F-945145055B0E}" dt="2021-09-08T16:51:05.066" v="69"/>
          <ac:spMkLst>
            <pc:docMk/>
            <pc:sldMk cId="745331828" sldId="275"/>
            <ac:spMk id="13" creationId="{CF62D2A7-8207-488C-9F46-316BA81A16C8}"/>
          </ac:spMkLst>
        </pc:spChg>
        <pc:picChg chg="add del mod">
          <ac:chgData name="Casey Michael Keven Crafford" userId="S::219169640@mycput.ac.za::f9986a50-489f-4f86-889e-f85d5bb3a8ad" providerId="AD" clId="Web-{C5508040-A30D-49E0-8C3F-945145055B0E}" dt="2021-09-08T16:51:26.566" v="73"/>
          <ac:picMkLst>
            <pc:docMk/>
            <pc:sldMk cId="745331828" sldId="275"/>
            <ac:picMk id="4" creationId="{3A78B2B2-AFF9-41BD-8676-4B9DF3202C20}"/>
          </ac:picMkLst>
        </pc:picChg>
        <pc:picChg chg="add del mod">
          <ac:chgData name="Casey Michael Keven Crafford" userId="S::219169640@mycput.ac.za::f9986a50-489f-4f86-889e-f85d5bb3a8ad" providerId="AD" clId="Web-{C5508040-A30D-49E0-8C3F-945145055B0E}" dt="2021-09-08T16:49:27.360" v="46"/>
          <ac:picMkLst>
            <pc:docMk/>
            <pc:sldMk cId="745331828" sldId="275"/>
            <ac:picMk id="5" creationId="{2EAFE054-30EF-4321-8843-D203A3983DAA}"/>
          </ac:picMkLst>
        </pc:picChg>
        <pc:picChg chg="add mod">
          <ac:chgData name="Casey Michael Keven Crafford" userId="S::219169640@mycput.ac.za::f9986a50-489f-4f86-889e-f85d5bb3a8ad" providerId="AD" clId="Web-{C5508040-A30D-49E0-8C3F-945145055B0E}" dt="2021-09-08T16:51:51.535" v="77"/>
          <ac:picMkLst>
            <pc:docMk/>
            <pc:sldMk cId="745331828" sldId="275"/>
            <ac:picMk id="8" creationId="{62E95FAB-ADE8-4D64-A89E-7B9614416906}"/>
          </ac:picMkLst>
        </pc:picChg>
        <pc:picChg chg="add del mod">
          <ac:chgData name="Casey Michael Keven Crafford" userId="S::219169640@mycput.ac.za::f9986a50-489f-4f86-889e-f85d5bb3a8ad" providerId="AD" clId="Web-{C5508040-A30D-49E0-8C3F-945145055B0E}" dt="2021-09-08T17:04:04.396" v="85"/>
          <ac:picMkLst>
            <pc:docMk/>
            <pc:sldMk cId="745331828" sldId="275"/>
            <ac:picMk id="9" creationId="{CBCD428D-8402-47A3-8D0C-7A0121512393}"/>
          </ac:picMkLst>
        </pc:picChg>
        <pc:picChg chg="add del mod">
          <ac:chgData name="Casey Michael Keven Crafford" userId="S::219169640@mycput.ac.za::f9986a50-489f-4f86-889e-f85d5bb3a8ad" providerId="AD" clId="Web-{C5508040-A30D-49E0-8C3F-945145055B0E}" dt="2021-09-08T16:50:59.003" v="62"/>
          <ac:picMkLst>
            <pc:docMk/>
            <pc:sldMk cId="745331828" sldId="275"/>
            <ac:picMk id="10" creationId="{A43F27C7-B6AD-440F-A096-A9CECBF4F059}"/>
          </ac:picMkLst>
        </pc:picChg>
        <pc:picChg chg="add mod">
          <ac:chgData name="Casey Michael Keven Crafford" userId="S::219169640@mycput.ac.za::f9986a50-489f-4f86-889e-f85d5bb3a8ad" providerId="AD" clId="Web-{C5508040-A30D-49E0-8C3F-945145055B0E}" dt="2021-09-08T17:07:10.838" v="87"/>
          <ac:picMkLst>
            <pc:docMk/>
            <pc:sldMk cId="745331828" sldId="275"/>
            <ac:picMk id="12" creationId="{C3ED50D7-A16E-4127-8AD5-0A4C098A9705}"/>
          </ac:picMkLst>
        </pc:picChg>
      </pc:sldChg>
      <pc:sldChg chg="addSp delSp modSp modMedia addAnim delAnim">
        <pc:chgData name="Casey Michael Keven Crafford" userId="S::219169640@mycput.ac.za::f9986a50-489f-4f86-889e-f85d5bb3a8ad" providerId="AD" clId="Web-{C5508040-A30D-49E0-8C3F-945145055B0E}" dt="2021-09-08T17:08:53.059" v="89"/>
        <pc:sldMkLst>
          <pc:docMk/>
          <pc:sldMk cId="3944542181" sldId="276"/>
        </pc:sldMkLst>
        <pc:picChg chg="add mod">
          <ac:chgData name="Casey Michael Keven Crafford" userId="S::219169640@mycput.ac.za::f9986a50-489f-4f86-889e-f85d5bb3a8ad" providerId="AD" clId="Web-{C5508040-A30D-49E0-8C3F-945145055B0E}" dt="2021-09-08T17:08:53.059" v="89"/>
          <ac:picMkLst>
            <pc:docMk/>
            <pc:sldMk cId="3944542181" sldId="276"/>
            <ac:picMk id="3" creationId="{81A69F16-D141-41BB-A524-EBD2F66EB0C8}"/>
          </ac:picMkLst>
        </pc:picChg>
        <pc:picChg chg="del mod">
          <ac:chgData name="Casey Michael Keven Crafford" userId="S::219169640@mycput.ac.za::f9986a50-489f-4f86-889e-f85d5bb3a8ad" providerId="AD" clId="Web-{C5508040-A30D-49E0-8C3F-945145055B0E}" dt="2021-09-08T17:07:50.605" v="88"/>
          <ac:picMkLst>
            <pc:docMk/>
            <pc:sldMk cId="3944542181" sldId="276"/>
            <ac:picMk id="9" creationId="{C812CB6C-B275-4C8F-AAC1-A9C7BD9212D2}"/>
          </ac:picMkLst>
        </pc:picChg>
      </pc:sldChg>
      <pc:sldChg chg="modSp modMedia">
        <pc:chgData name="Casey Michael Keven Crafford" userId="S::219169640@mycput.ac.za::f9986a50-489f-4f86-889e-f85d5bb3a8ad" providerId="AD" clId="Web-{C5508040-A30D-49E0-8C3F-945145055B0E}" dt="2021-09-08T16:52:37.896" v="79"/>
        <pc:sldMkLst>
          <pc:docMk/>
          <pc:sldMk cId="2950647060" sldId="278"/>
        </pc:sldMkLst>
        <pc:picChg chg="mod">
          <ac:chgData name="Casey Michael Keven Crafford" userId="S::219169640@mycput.ac.za::f9986a50-489f-4f86-889e-f85d5bb3a8ad" providerId="AD" clId="Web-{C5508040-A30D-49E0-8C3F-945145055B0E}" dt="2021-09-08T16:52:37.896" v="79"/>
          <ac:picMkLst>
            <pc:docMk/>
            <pc:sldMk cId="2950647060" sldId="278"/>
            <ac:picMk id="4" creationId="{4104ED64-99B2-48B3-97CB-306F3AE927F2}"/>
          </ac:picMkLst>
        </pc:picChg>
      </pc:sldChg>
      <pc:sldChg chg="modSp">
        <pc:chgData name="Casey Michael Keven Crafford" userId="S::219169640@mycput.ac.za::f9986a50-489f-4f86-889e-f85d5bb3a8ad" providerId="AD" clId="Web-{C5508040-A30D-49E0-8C3F-945145055B0E}" dt="2021-09-08T16:43:37.774" v="29" actId="20577"/>
        <pc:sldMkLst>
          <pc:docMk/>
          <pc:sldMk cId="3835514166" sldId="279"/>
        </pc:sldMkLst>
        <pc:spChg chg="mod">
          <ac:chgData name="Casey Michael Keven Crafford" userId="S::219169640@mycput.ac.za::f9986a50-489f-4f86-889e-f85d5bb3a8ad" providerId="AD" clId="Web-{C5508040-A30D-49E0-8C3F-945145055B0E}" dt="2021-09-08T16:43:37.774" v="29" actId="20577"/>
          <ac:spMkLst>
            <pc:docMk/>
            <pc:sldMk cId="3835514166" sldId="279"/>
            <ac:spMk id="3" creationId="{9F87CC4C-4CA8-4E2D-B88E-C3397E564FC7}"/>
          </ac:spMkLst>
        </pc:spChg>
      </pc:sldChg>
    </pc:docChg>
  </pc:docChgLst>
  <pc:docChgLst>
    <pc:chgData name="Melven Johannes Booysen" userId="S::219201277@mycput.ac.za::786fa234-875d-4214-87fd-5d50b57d43ce" providerId="AD" clId="Web-{E6FC7C33-77BE-4E2F-8E3C-56618F243F3D}"/>
    <pc:docChg chg="modSld">
      <pc:chgData name="Melven Johannes Booysen" userId="S::219201277@mycput.ac.za::786fa234-875d-4214-87fd-5d50b57d43ce" providerId="AD" clId="Web-{E6FC7C33-77BE-4E2F-8E3C-56618F243F3D}" dt="2021-09-07T13:27:36.072" v="3" actId="20577"/>
      <pc:docMkLst>
        <pc:docMk/>
      </pc:docMkLst>
      <pc:sldChg chg="modSp">
        <pc:chgData name="Melven Johannes Booysen" userId="S::219201277@mycput.ac.za::786fa234-875d-4214-87fd-5d50b57d43ce" providerId="AD" clId="Web-{E6FC7C33-77BE-4E2F-8E3C-56618F243F3D}" dt="2021-09-07T13:27:36.072" v="3" actId="20577"/>
        <pc:sldMkLst>
          <pc:docMk/>
          <pc:sldMk cId="3879672453" sldId="269"/>
        </pc:sldMkLst>
        <pc:spChg chg="mod">
          <ac:chgData name="Melven Johannes Booysen" userId="S::219201277@mycput.ac.za::786fa234-875d-4214-87fd-5d50b57d43ce" providerId="AD" clId="Web-{E6FC7C33-77BE-4E2F-8E3C-56618F243F3D}" dt="2021-09-07T13:27:36.072" v="3" actId="20577"/>
          <ac:spMkLst>
            <pc:docMk/>
            <pc:sldMk cId="3879672453" sldId="269"/>
            <ac:spMk id="3" creationId="{A710A66A-5CE2-4714-96BC-8D70C2AFCB56}"/>
          </ac:spMkLst>
        </pc:spChg>
      </pc:sldChg>
    </pc:docChg>
  </pc:docChgLst>
  <pc:docChgLst>
    <pc:chgData name="Casey Michael Keven Crafford" userId="S::219169640@mycput.ac.za::f9986a50-489f-4f86-889e-f85d5bb3a8ad" providerId="AD" clId="Web-{1B764ADC-86E0-472C-9A15-D98D47BD7054}"/>
    <pc:docChg chg="addSld delSld modSld sldOrd">
      <pc:chgData name="Casey Michael Keven Crafford" userId="S::219169640@mycput.ac.za::f9986a50-489f-4f86-889e-f85d5bb3a8ad" providerId="AD" clId="Web-{1B764ADC-86E0-472C-9A15-D98D47BD7054}" dt="2021-09-08T19:15:10.089" v="119"/>
      <pc:docMkLst>
        <pc:docMk/>
      </pc:docMkLst>
      <pc:sldChg chg="addSp delSp modSp mod setBg">
        <pc:chgData name="Casey Michael Keven Crafford" userId="S::219169640@mycput.ac.za::f9986a50-489f-4f86-889e-f85d5bb3a8ad" providerId="AD" clId="Web-{1B764ADC-86E0-472C-9A15-D98D47BD7054}" dt="2021-09-08T18:42:36.717" v="12"/>
        <pc:sldMkLst>
          <pc:docMk/>
          <pc:sldMk cId="109857222" sldId="256"/>
        </pc:sldMkLst>
        <pc:spChg chg="mod">
          <ac:chgData name="Casey Michael Keven Crafford" userId="S::219169640@mycput.ac.za::f9986a50-489f-4f86-889e-f85d5bb3a8ad" providerId="AD" clId="Web-{1B764ADC-86E0-472C-9A15-D98D47BD7054}" dt="2021-09-08T18:42:36.717" v="12"/>
          <ac:spMkLst>
            <pc:docMk/>
            <pc:sldMk cId="109857222" sldId="256"/>
            <ac:spMk id="3" creationId="{00000000-0000-0000-0000-000000000000}"/>
          </ac:spMkLst>
        </pc:spChg>
        <pc:spChg chg="mod">
          <ac:chgData name="Casey Michael Keven Crafford" userId="S::219169640@mycput.ac.za::f9986a50-489f-4f86-889e-f85d5bb3a8ad" providerId="AD" clId="Web-{1B764ADC-86E0-472C-9A15-D98D47BD7054}" dt="2021-09-08T18:42:36.717" v="12"/>
          <ac:spMkLst>
            <pc:docMk/>
            <pc:sldMk cId="109857222" sldId="256"/>
            <ac:spMk id="6" creationId="{7C3CA36E-B93F-472C-AB18-EEFF055D50CA}"/>
          </ac:spMkLst>
        </pc:spChg>
        <pc:spChg chg="del">
          <ac:chgData name="Casey Michael Keven Crafford" userId="S::219169640@mycput.ac.za::f9986a50-489f-4f86-889e-f85d5bb3a8ad" providerId="AD" clId="Web-{1B764ADC-86E0-472C-9A15-D98D47BD7054}" dt="2021-09-08T18:42:36.717" v="12"/>
          <ac:spMkLst>
            <pc:docMk/>
            <pc:sldMk cId="109857222" sldId="256"/>
            <ac:spMk id="41" creationId="{9AA72BD9-2C5A-4EDC-931F-5AA08EACA0F3}"/>
          </ac:spMkLst>
        </pc:spChg>
        <pc:spChg chg="del">
          <ac:chgData name="Casey Michael Keven Crafford" userId="S::219169640@mycput.ac.za::f9986a50-489f-4f86-889e-f85d5bb3a8ad" providerId="AD" clId="Web-{1B764ADC-86E0-472C-9A15-D98D47BD7054}" dt="2021-09-08T18:42:36.717" v="12"/>
          <ac:spMkLst>
            <pc:docMk/>
            <pc:sldMk cId="109857222" sldId="256"/>
            <ac:spMk id="43" creationId="{DD3981AC-7B61-4947-BCF3-F7AA7FA385B9}"/>
          </ac:spMkLst>
        </pc:spChg>
        <pc:spChg chg="del">
          <ac:chgData name="Casey Michael Keven Crafford" userId="S::219169640@mycput.ac.za::f9986a50-489f-4f86-889e-f85d5bb3a8ad" providerId="AD" clId="Web-{1B764ADC-86E0-472C-9A15-D98D47BD7054}" dt="2021-09-08T18:42:36.717" v="12"/>
          <ac:spMkLst>
            <pc:docMk/>
            <pc:sldMk cId="109857222" sldId="256"/>
            <ac:spMk id="45" creationId="{55D4142C-5077-457F-A6AD-3FECFDB39685}"/>
          </ac:spMkLst>
        </pc:spChg>
        <pc:spChg chg="del">
          <ac:chgData name="Casey Michael Keven Crafford" userId="S::219169640@mycput.ac.za::f9986a50-489f-4f86-889e-f85d5bb3a8ad" providerId="AD" clId="Web-{1B764ADC-86E0-472C-9A15-D98D47BD7054}" dt="2021-09-08T18:42:36.717" v="12"/>
          <ac:spMkLst>
            <pc:docMk/>
            <pc:sldMk cId="109857222" sldId="256"/>
            <ac:spMk id="47" creationId="{7A5F0580-5EE9-419F-96EE-B6529EF6E7D0}"/>
          </ac:spMkLst>
        </pc:spChg>
        <pc:spChg chg="add">
          <ac:chgData name="Casey Michael Keven Crafford" userId="S::219169640@mycput.ac.za::f9986a50-489f-4f86-889e-f85d5bb3a8ad" providerId="AD" clId="Web-{1B764ADC-86E0-472C-9A15-D98D47BD7054}" dt="2021-09-08T18:42:36.717" v="12"/>
          <ac:spMkLst>
            <pc:docMk/>
            <pc:sldMk cId="109857222" sldId="256"/>
            <ac:spMk id="52" creationId="{CF62D2A7-8207-488C-9F46-316BA81A16C8}"/>
          </ac:spMkLst>
        </pc:spChg>
        <pc:picChg chg="mod ord">
          <ac:chgData name="Casey Michael Keven Crafford" userId="S::219169640@mycput.ac.za::f9986a50-489f-4f86-889e-f85d5bb3a8ad" providerId="AD" clId="Web-{1B764ADC-86E0-472C-9A15-D98D47BD7054}" dt="2021-09-08T18:42:36.717" v="12"/>
          <ac:picMkLst>
            <pc:docMk/>
            <pc:sldMk cId="109857222" sldId="256"/>
            <ac:picMk id="4" creationId="{2805E447-D037-459D-A29C-BEE17DE3787C}"/>
          </ac:picMkLst>
        </pc:picChg>
      </pc:sldChg>
      <pc:sldChg chg="addSp delSp modSp mod setBg setClrOvrMap">
        <pc:chgData name="Casey Michael Keven Crafford" userId="S::219169640@mycput.ac.za::f9986a50-489f-4f86-889e-f85d5bb3a8ad" providerId="AD" clId="Web-{1B764ADC-86E0-472C-9A15-D98D47BD7054}" dt="2021-09-08T19:15:10.089" v="119"/>
        <pc:sldMkLst>
          <pc:docMk/>
          <pc:sldMk cId="4247406594" sldId="257"/>
        </pc:sldMkLst>
        <pc:spChg chg="mod">
          <ac:chgData name="Casey Michael Keven Crafford" userId="S::219169640@mycput.ac.za::f9986a50-489f-4f86-889e-f85d5bb3a8ad" providerId="AD" clId="Web-{1B764ADC-86E0-472C-9A15-D98D47BD7054}" dt="2021-09-08T19:02:43.432" v="92"/>
          <ac:spMkLst>
            <pc:docMk/>
            <pc:sldMk cId="4247406594" sldId="257"/>
            <ac:spMk id="2" creationId="{E2954338-85EA-4BE6-A527-76B198557B65}"/>
          </ac:spMkLst>
        </pc:spChg>
        <pc:spChg chg="add del">
          <ac:chgData name="Casey Michael Keven Crafford" userId="S::219169640@mycput.ac.za::f9986a50-489f-4f86-889e-f85d5bb3a8ad" providerId="AD" clId="Web-{1B764ADC-86E0-472C-9A15-D98D47BD7054}" dt="2021-09-08T19:02:37.526" v="89"/>
          <ac:spMkLst>
            <pc:docMk/>
            <pc:sldMk cId="4247406594" sldId="257"/>
            <ac:spMk id="6" creationId="{69AAB938-4404-42AF-B159-EFB4EFB1E4F7}"/>
          </ac:spMkLst>
        </pc:spChg>
        <pc:spChg chg="add del">
          <ac:chgData name="Casey Michael Keven Crafford" userId="S::219169640@mycput.ac.za::f9986a50-489f-4f86-889e-f85d5bb3a8ad" providerId="AD" clId="Web-{1B764ADC-86E0-472C-9A15-D98D47BD7054}" dt="2021-09-08T19:02:43.401" v="91"/>
          <ac:spMkLst>
            <pc:docMk/>
            <pc:sldMk cId="4247406594" sldId="257"/>
            <ac:spMk id="8" creationId="{251A5619-EFB6-410E-AD36-4F477B6122BE}"/>
          </ac:spMkLst>
        </pc:spChg>
        <pc:spChg chg="add del">
          <ac:chgData name="Casey Michael Keven Crafford" userId="S::219169640@mycput.ac.za::f9986a50-489f-4f86-889e-f85d5bb3a8ad" providerId="AD" clId="Web-{1B764ADC-86E0-472C-9A15-D98D47BD7054}" dt="2021-09-08T19:02:43.401" v="91"/>
          <ac:spMkLst>
            <pc:docMk/>
            <pc:sldMk cId="4247406594" sldId="257"/>
            <ac:spMk id="10" creationId="{0E2DCACE-DCF2-4232-AA17-F1E8FEA75917}"/>
          </ac:spMkLst>
        </pc:spChg>
        <pc:spChg chg="add del">
          <ac:chgData name="Casey Michael Keven Crafford" userId="S::219169640@mycput.ac.za::f9986a50-489f-4f86-889e-f85d5bb3a8ad" providerId="AD" clId="Web-{1B764ADC-86E0-472C-9A15-D98D47BD7054}" dt="2021-09-08T19:02:37.526" v="89"/>
          <ac:spMkLst>
            <pc:docMk/>
            <pc:sldMk cId="4247406594" sldId="257"/>
            <ac:spMk id="11" creationId="{92A46B1C-E9BA-4577-BED6-B96DDC9AC4D2}"/>
          </ac:spMkLst>
        </pc:spChg>
        <pc:spChg chg="add">
          <ac:chgData name="Casey Michael Keven Crafford" userId="S::219169640@mycput.ac.za::f9986a50-489f-4f86-889e-f85d5bb3a8ad" providerId="AD" clId="Web-{1B764ADC-86E0-472C-9A15-D98D47BD7054}" dt="2021-09-08T19:02:43.432" v="92"/>
          <ac:spMkLst>
            <pc:docMk/>
            <pc:sldMk cId="4247406594" sldId="257"/>
            <ac:spMk id="13" creationId="{69AAB938-4404-42AF-B159-EFB4EFB1E4F7}"/>
          </ac:spMkLst>
        </pc:spChg>
        <pc:spChg chg="add">
          <ac:chgData name="Casey Michael Keven Crafford" userId="S::219169640@mycput.ac.za::f9986a50-489f-4f86-889e-f85d5bb3a8ad" providerId="AD" clId="Web-{1B764ADC-86E0-472C-9A15-D98D47BD7054}" dt="2021-09-08T19:02:43.432" v="92"/>
          <ac:spMkLst>
            <pc:docMk/>
            <pc:sldMk cId="4247406594" sldId="257"/>
            <ac:spMk id="15" creationId="{92A46B1C-E9BA-4577-BED6-B96DDC9AC4D2}"/>
          </ac:spMkLst>
        </pc:spChg>
        <pc:graphicFrameChg chg="mod modGraphic">
          <ac:chgData name="Casey Michael Keven Crafford" userId="S::219169640@mycput.ac.za::f9986a50-489f-4f86-889e-f85d5bb3a8ad" providerId="AD" clId="Web-{1B764ADC-86E0-472C-9A15-D98D47BD7054}" dt="2021-09-08T19:15:10.089" v="119"/>
          <ac:graphicFrameMkLst>
            <pc:docMk/>
            <pc:sldMk cId="4247406594" sldId="257"/>
            <ac:graphicFrameMk id="4" creationId="{B0191F57-00D1-4273-967A-C37CD1A82E05}"/>
          </ac:graphicFrameMkLst>
        </pc:graphicFrameChg>
      </pc:sldChg>
      <pc:sldChg chg="addSp delSp modSp mod setBg setClrOvrMap">
        <pc:chgData name="Casey Michael Keven Crafford" userId="S::219169640@mycput.ac.za::f9986a50-489f-4f86-889e-f85d5bb3a8ad" providerId="AD" clId="Web-{1B764ADC-86E0-472C-9A15-D98D47BD7054}" dt="2021-09-08T19:04:28.309" v="105" actId="14100"/>
        <pc:sldMkLst>
          <pc:docMk/>
          <pc:sldMk cId="1338874783" sldId="258"/>
        </pc:sldMkLst>
        <pc:spChg chg="mod">
          <ac:chgData name="Casey Michael Keven Crafford" userId="S::219169640@mycput.ac.za::f9986a50-489f-4f86-889e-f85d5bb3a8ad" providerId="AD" clId="Web-{1B764ADC-86E0-472C-9A15-D98D47BD7054}" dt="2021-09-08T19:04:28.309" v="105" actId="14100"/>
          <ac:spMkLst>
            <pc:docMk/>
            <pc:sldMk cId="1338874783" sldId="258"/>
            <ac:spMk id="2" creationId="{05422D28-B2D8-4D6C-9D9C-39DDCCEE5AD2}"/>
          </ac:spMkLst>
        </pc:spChg>
        <pc:spChg chg="mod">
          <ac:chgData name="Casey Michael Keven Crafford" userId="S::219169640@mycput.ac.za::f9986a50-489f-4f86-889e-f85d5bb3a8ad" providerId="AD" clId="Web-{1B764ADC-86E0-472C-9A15-D98D47BD7054}" dt="2021-09-08T18:55:12.344" v="82"/>
          <ac:spMkLst>
            <pc:docMk/>
            <pc:sldMk cId="1338874783" sldId="258"/>
            <ac:spMk id="3" creationId="{D370DA46-E350-4D2E-9047-A3BE17318271}"/>
          </ac:spMkLst>
        </pc:spChg>
        <pc:spChg chg="del">
          <ac:chgData name="Casey Michael Keven Crafford" userId="S::219169640@mycput.ac.za::f9986a50-489f-4f86-889e-f85d5bb3a8ad" providerId="AD" clId="Web-{1B764ADC-86E0-472C-9A15-D98D47BD7054}" dt="2021-09-08T18:55:12.344" v="82"/>
          <ac:spMkLst>
            <pc:docMk/>
            <pc:sldMk cId="1338874783" sldId="258"/>
            <ac:spMk id="30" creationId="{46D6306C-ED4F-4AAE-B4A5-EEA6AFAD726E}"/>
          </ac:spMkLst>
        </pc:spChg>
        <pc:spChg chg="del">
          <ac:chgData name="Casey Michael Keven Crafford" userId="S::219169640@mycput.ac.za::f9986a50-489f-4f86-889e-f85d5bb3a8ad" providerId="AD" clId="Web-{1B764ADC-86E0-472C-9A15-D98D47BD7054}" dt="2021-09-08T18:55:12.344" v="82"/>
          <ac:spMkLst>
            <pc:docMk/>
            <pc:sldMk cId="1338874783" sldId="258"/>
            <ac:spMk id="31" creationId="{4508C0C5-2268-42B5-B3C8-4D0899E05F8C}"/>
          </ac:spMkLst>
        </pc:spChg>
        <pc:spChg chg="del">
          <ac:chgData name="Casey Michael Keven Crafford" userId="S::219169640@mycput.ac.za::f9986a50-489f-4f86-889e-f85d5bb3a8ad" providerId="AD" clId="Web-{1B764ADC-86E0-472C-9A15-D98D47BD7054}" dt="2021-09-08T18:55:12.344" v="82"/>
          <ac:spMkLst>
            <pc:docMk/>
            <pc:sldMk cId="1338874783" sldId="258"/>
            <ac:spMk id="36" creationId="{0EC5361D-F897-4856-B945-0455A365EB24}"/>
          </ac:spMkLst>
        </pc:spChg>
        <pc:spChg chg="del">
          <ac:chgData name="Casey Michael Keven Crafford" userId="S::219169640@mycput.ac.za::f9986a50-489f-4f86-889e-f85d5bb3a8ad" providerId="AD" clId="Web-{1B764ADC-86E0-472C-9A15-D98D47BD7054}" dt="2021-09-08T18:55:12.344" v="82"/>
          <ac:spMkLst>
            <pc:docMk/>
            <pc:sldMk cId="1338874783" sldId="258"/>
            <ac:spMk id="37" creationId="{9E914C83-E0D8-4953-92D5-169D28CB43AE}"/>
          </ac:spMkLst>
        </pc:spChg>
        <pc:spChg chg="del">
          <ac:chgData name="Casey Michael Keven Crafford" userId="S::219169640@mycput.ac.za::f9986a50-489f-4f86-889e-f85d5bb3a8ad" providerId="AD" clId="Web-{1B764ADC-86E0-472C-9A15-D98D47BD7054}" dt="2021-09-08T18:55:12.344" v="82"/>
          <ac:spMkLst>
            <pc:docMk/>
            <pc:sldMk cId="1338874783" sldId="258"/>
            <ac:spMk id="38" creationId="{141ACBDB-38F8-4B34-8183-BD95B4E55A62}"/>
          </ac:spMkLst>
        </pc:spChg>
        <pc:spChg chg="del">
          <ac:chgData name="Casey Michael Keven Crafford" userId="S::219169640@mycput.ac.za::f9986a50-489f-4f86-889e-f85d5bb3a8ad" providerId="AD" clId="Web-{1B764ADC-86E0-472C-9A15-D98D47BD7054}" dt="2021-09-08T18:55:12.344" v="82"/>
          <ac:spMkLst>
            <pc:docMk/>
            <pc:sldMk cId="1338874783" sldId="258"/>
            <ac:spMk id="39" creationId="{3512E083-F550-46AF-8490-767ECFD00CB7}"/>
          </ac:spMkLst>
        </pc:spChg>
        <pc:spChg chg="del">
          <ac:chgData name="Casey Michael Keven Crafford" userId="S::219169640@mycput.ac.za::f9986a50-489f-4f86-889e-f85d5bb3a8ad" providerId="AD" clId="Web-{1B764ADC-86E0-472C-9A15-D98D47BD7054}" dt="2021-09-08T18:55:12.344" v="82"/>
          <ac:spMkLst>
            <pc:docMk/>
            <pc:sldMk cId="1338874783" sldId="258"/>
            <ac:spMk id="40" creationId="{DE00DB52-3455-4E2F-867B-A6D0516E175B}"/>
          </ac:spMkLst>
        </pc:spChg>
        <pc:spChg chg="add">
          <ac:chgData name="Casey Michael Keven Crafford" userId="S::219169640@mycput.ac.za::f9986a50-489f-4f86-889e-f85d5bb3a8ad" providerId="AD" clId="Web-{1B764ADC-86E0-472C-9A15-D98D47BD7054}" dt="2021-09-08T18:55:12.344" v="82"/>
          <ac:spMkLst>
            <pc:docMk/>
            <pc:sldMk cId="1338874783" sldId="258"/>
            <ac:spMk id="42" creationId="{025E2AA9-10C9-4A14-BEA3-064CD0131100}"/>
          </ac:spMkLst>
        </pc:spChg>
        <pc:spChg chg="add">
          <ac:chgData name="Casey Michael Keven Crafford" userId="S::219169640@mycput.ac.za::f9986a50-489f-4f86-889e-f85d5bb3a8ad" providerId="AD" clId="Web-{1B764ADC-86E0-472C-9A15-D98D47BD7054}" dt="2021-09-08T18:55:12.344" v="82"/>
          <ac:spMkLst>
            <pc:docMk/>
            <pc:sldMk cId="1338874783" sldId="258"/>
            <ac:spMk id="47" creationId="{F076F371-EE61-49EA-AA2A-3582C3AC9BCD}"/>
          </ac:spMkLst>
        </pc:spChg>
      </pc:sldChg>
      <pc:sldChg chg="addSp delSp modSp del mod setBg">
        <pc:chgData name="Casey Michael Keven Crafford" userId="S::219169640@mycput.ac.za::f9986a50-489f-4f86-889e-f85d5bb3a8ad" providerId="AD" clId="Web-{1B764ADC-86E0-472C-9A15-D98D47BD7054}" dt="2021-09-08T18:54:14.702" v="81"/>
        <pc:sldMkLst>
          <pc:docMk/>
          <pc:sldMk cId="2310592609" sldId="264"/>
        </pc:sldMkLst>
        <pc:spChg chg="add del">
          <ac:chgData name="Casey Michael Keven Crafford" userId="S::219169640@mycput.ac.za::f9986a50-489f-4f86-889e-f85d5bb3a8ad" providerId="AD" clId="Web-{1B764ADC-86E0-472C-9A15-D98D47BD7054}" dt="2021-09-08T18:51:26.667" v="60"/>
          <ac:spMkLst>
            <pc:docMk/>
            <pc:sldMk cId="2310592609" sldId="264"/>
            <ac:spMk id="2" creationId="{49709317-B4E9-44E1-ABC1-301BCA037806}"/>
          </ac:spMkLst>
        </pc:spChg>
        <pc:spChg chg="add del">
          <ac:chgData name="Casey Michael Keven Crafford" userId="S::219169640@mycput.ac.za::f9986a50-489f-4f86-889e-f85d5bb3a8ad" providerId="AD" clId="Web-{1B764ADC-86E0-472C-9A15-D98D47BD7054}" dt="2021-09-08T18:51:24.448" v="59"/>
          <ac:spMkLst>
            <pc:docMk/>
            <pc:sldMk cId="2310592609" sldId="264"/>
            <ac:spMk id="3" creationId="{44993324-A609-4900-8B24-10596832BE84}"/>
          </ac:spMkLst>
        </pc:spChg>
        <pc:spChg chg="mod ord">
          <ac:chgData name="Casey Michael Keven Crafford" userId="S::219169640@mycput.ac.za::f9986a50-489f-4f86-889e-f85d5bb3a8ad" providerId="AD" clId="Web-{1B764ADC-86E0-472C-9A15-D98D47BD7054}" dt="2021-09-08T18:50:30.244" v="54"/>
          <ac:spMkLst>
            <pc:docMk/>
            <pc:sldMk cId="2310592609" sldId="264"/>
            <ac:spMk id="4" creationId="{B6AA3B79-1E2D-4AE9-9508-F088B2C83DDD}"/>
          </ac:spMkLst>
        </pc:spChg>
        <pc:spChg chg="mod ord">
          <ac:chgData name="Casey Michael Keven Crafford" userId="S::219169640@mycput.ac.za::f9986a50-489f-4f86-889e-f85d5bb3a8ad" providerId="AD" clId="Web-{1B764ADC-86E0-472C-9A15-D98D47BD7054}" dt="2021-09-08T18:50:30.244" v="54"/>
          <ac:spMkLst>
            <pc:docMk/>
            <pc:sldMk cId="2310592609" sldId="264"/>
            <ac:spMk id="5" creationId="{3C9C9683-F775-434C-BED2-A14C79070892}"/>
          </ac:spMkLst>
        </pc:spChg>
        <pc:spChg chg="mod">
          <ac:chgData name="Casey Michael Keven Crafford" userId="S::219169640@mycput.ac.za::f9986a50-489f-4f86-889e-f85d5bb3a8ad" providerId="AD" clId="Web-{1B764ADC-86E0-472C-9A15-D98D47BD7054}" dt="2021-09-08T18:50:30.244" v="54"/>
          <ac:spMkLst>
            <pc:docMk/>
            <pc:sldMk cId="2310592609" sldId="264"/>
            <ac:spMk id="6" creationId="{592A370E-FC23-4C26-B76F-A86B4E241A76}"/>
          </ac:spMkLst>
        </pc:spChg>
        <pc:spChg chg="mod">
          <ac:chgData name="Casey Michael Keven Crafford" userId="S::219169640@mycput.ac.za::f9986a50-489f-4f86-889e-f85d5bb3a8ad" providerId="AD" clId="Web-{1B764ADC-86E0-472C-9A15-D98D47BD7054}" dt="2021-09-08T18:50:39.072" v="55" actId="14100"/>
          <ac:spMkLst>
            <pc:docMk/>
            <pc:sldMk cId="2310592609" sldId="264"/>
            <ac:spMk id="7" creationId="{FEE893D3-FBA5-4070-BCE5-E42E17AE3650}"/>
          </ac:spMkLst>
        </pc:spChg>
        <pc:spChg chg="mod ord">
          <ac:chgData name="Casey Michael Keven Crafford" userId="S::219169640@mycput.ac.za::f9986a50-489f-4f86-889e-f85d5bb3a8ad" providerId="AD" clId="Web-{1B764ADC-86E0-472C-9A15-D98D47BD7054}" dt="2021-09-08T18:50:30.244" v="54"/>
          <ac:spMkLst>
            <pc:docMk/>
            <pc:sldMk cId="2310592609" sldId="264"/>
            <ac:spMk id="8" creationId="{7CC4B4F2-7D35-4B53-BE93-11DFA7CF66C3}"/>
          </ac:spMkLst>
        </pc:spChg>
        <pc:spChg chg="mod">
          <ac:chgData name="Casey Michael Keven Crafford" userId="S::219169640@mycput.ac.za::f9986a50-489f-4f86-889e-f85d5bb3a8ad" providerId="AD" clId="Web-{1B764ADC-86E0-472C-9A15-D98D47BD7054}" dt="2021-09-08T18:50:42.306" v="56" actId="14100"/>
          <ac:spMkLst>
            <pc:docMk/>
            <pc:sldMk cId="2310592609" sldId="264"/>
            <ac:spMk id="9" creationId="{0AD9B500-98F2-4F05-93DA-C617BBED4EDA}"/>
          </ac:spMkLst>
        </pc:spChg>
        <pc:spChg chg="add">
          <ac:chgData name="Casey Michael Keven Crafford" userId="S::219169640@mycput.ac.za::f9986a50-489f-4f86-889e-f85d5bb3a8ad" providerId="AD" clId="Web-{1B764ADC-86E0-472C-9A15-D98D47BD7054}" dt="2021-09-08T18:50:30.244" v="54"/>
          <ac:spMkLst>
            <pc:docMk/>
            <pc:sldMk cId="2310592609" sldId="264"/>
            <ac:spMk id="11" creationId="{7CA0DAA6-33B8-4A25-810D-2F4D816FB40E}"/>
          </ac:spMkLst>
        </pc:spChg>
      </pc:sldChg>
      <pc:sldChg chg="modSp">
        <pc:chgData name="Casey Michael Keven Crafford" userId="S::219169640@mycput.ac.za::f9986a50-489f-4f86-889e-f85d5bb3a8ad" providerId="AD" clId="Web-{1B764ADC-86E0-472C-9A15-D98D47BD7054}" dt="2021-09-08T18:45:08.877" v="38" actId="20577"/>
        <pc:sldMkLst>
          <pc:docMk/>
          <pc:sldMk cId="3182990411" sldId="265"/>
        </pc:sldMkLst>
        <pc:spChg chg="mod">
          <ac:chgData name="Casey Michael Keven Crafford" userId="S::219169640@mycput.ac.za::f9986a50-489f-4f86-889e-f85d5bb3a8ad" providerId="AD" clId="Web-{1B764ADC-86E0-472C-9A15-D98D47BD7054}" dt="2021-09-08T18:45:08.877" v="38" actId="20577"/>
          <ac:spMkLst>
            <pc:docMk/>
            <pc:sldMk cId="3182990411" sldId="265"/>
            <ac:spMk id="3" creationId="{85851513-D478-41BF-BFFC-904AF922419F}"/>
          </ac:spMkLst>
        </pc:spChg>
      </pc:sldChg>
      <pc:sldChg chg="addSp">
        <pc:chgData name="Casey Michael Keven Crafford" userId="S::219169640@mycput.ac.za::f9986a50-489f-4f86-889e-f85d5bb3a8ad" providerId="AD" clId="Web-{1B764ADC-86E0-472C-9A15-D98D47BD7054}" dt="2021-09-08T18:56:21.642" v="85"/>
        <pc:sldMkLst>
          <pc:docMk/>
          <pc:sldMk cId="1969048829" sldId="266"/>
        </pc:sldMkLst>
        <pc:spChg chg="add">
          <ac:chgData name="Casey Michael Keven Crafford" userId="S::219169640@mycput.ac.za::f9986a50-489f-4f86-889e-f85d5bb3a8ad" providerId="AD" clId="Web-{1B764ADC-86E0-472C-9A15-D98D47BD7054}" dt="2021-09-08T18:56:21.642" v="85"/>
          <ac:spMkLst>
            <pc:docMk/>
            <pc:sldMk cId="1969048829" sldId="266"/>
            <ac:spMk id="8" creationId="{B4E37CA5-0748-451C-BE53-4EF10B449394}"/>
          </ac:spMkLst>
        </pc:spChg>
      </pc:sldChg>
      <pc:sldChg chg="addSp delSp modSp mod setBg delAnim setClrOvrMap">
        <pc:chgData name="Casey Michael Keven Crafford" userId="S::219169640@mycput.ac.za::f9986a50-489f-4f86-889e-f85d5bb3a8ad" providerId="AD" clId="Web-{1B764ADC-86E0-472C-9A15-D98D47BD7054}" dt="2021-09-08T18:44:43.908" v="20"/>
        <pc:sldMkLst>
          <pc:docMk/>
          <pc:sldMk cId="436603215" sldId="267"/>
        </pc:sldMkLst>
        <pc:spChg chg="mod">
          <ac:chgData name="Casey Michael Keven Crafford" userId="S::219169640@mycput.ac.za::f9986a50-489f-4f86-889e-f85d5bb3a8ad" providerId="AD" clId="Web-{1B764ADC-86E0-472C-9A15-D98D47BD7054}" dt="2021-09-08T18:44:43.908" v="20"/>
          <ac:spMkLst>
            <pc:docMk/>
            <pc:sldMk cId="436603215" sldId="267"/>
            <ac:spMk id="2" creationId="{CEE30F1B-17F6-47FF-8344-912DA8CD0772}"/>
          </ac:spMkLst>
        </pc:spChg>
        <pc:spChg chg="mod">
          <ac:chgData name="Casey Michael Keven Crafford" userId="S::219169640@mycput.ac.za::f9986a50-489f-4f86-889e-f85d5bb3a8ad" providerId="AD" clId="Web-{1B764ADC-86E0-472C-9A15-D98D47BD7054}" dt="2021-09-08T18:44:43.908" v="20"/>
          <ac:spMkLst>
            <pc:docMk/>
            <pc:sldMk cId="436603215" sldId="267"/>
            <ac:spMk id="3" creationId="{005F8C3F-9497-4722-836E-B89FAC4AE710}"/>
          </ac:spMkLst>
        </pc:spChg>
        <pc:spChg chg="add del mod">
          <ac:chgData name="Casey Michael Keven Crafford" userId="S::219169640@mycput.ac.za::f9986a50-489f-4f86-889e-f85d5bb3a8ad" providerId="AD" clId="Web-{1B764ADC-86E0-472C-9A15-D98D47BD7054}" dt="2021-09-08T18:41:58.185" v="3"/>
          <ac:spMkLst>
            <pc:docMk/>
            <pc:sldMk cId="436603215" sldId="267"/>
            <ac:spMk id="5" creationId="{41950E0D-8C49-4971-BF0E-BDEA60234F08}"/>
          </ac:spMkLst>
        </pc:spChg>
        <pc:spChg chg="add del">
          <ac:chgData name="Casey Michael Keven Crafford" userId="S::219169640@mycput.ac.za::f9986a50-489f-4f86-889e-f85d5bb3a8ad" providerId="AD" clId="Web-{1B764ADC-86E0-472C-9A15-D98D47BD7054}" dt="2021-09-08T18:43:37.656" v="15"/>
          <ac:spMkLst>
            <pc:docMk/>
            <pc:sldMk cId="436603215" sldId="267"/>
            <ac:spMk id="10" creationId="{E35A04CF-97D4-4FF7-B359-C546B1F62E54}"/>
          </ac:spMkLst>
        </pc:spChg>
        <pc:spChg chg="add del">
          <ac:chgData name="Casey Michael Keven Crafford" userId="S::219169640@mycput.ac.za::f9986a50-489f-4f86-889e-f85d5bb3a8ad" providerId="AD" clId="Web-{1B764ADC-86E0-472C-9A15-D98D47BD7054}" dt="2021-09-08T18:43:37.656" v="15"/>
          <ac:spMkLst>
            <pc:docMk/>
            <pc:sldMk cId="436603215" sldId="267"/>
            <ac:spMk id="12" creationId="{1DE7243B-5109-444B-8FAF-7437C66BC0E9}"/>
          </ac:spMkLst>
        </pc:spChg>
        <pc:spChg chg="add del">
          <ac:chgData name="Casey Michael Keven Crafford" userId="S::219169640@mycput.ac.za::f9986a50-489f-4f86-889e-f85d5bb3a8ad" providerId="AD" clId="Web-{1B764ADC-86E0-472C-9A15-D98D47BD7054}" dt="2021-09-08T18:43:37.656" v="15"/>
          <ac:spMkLst>
            <pc:docMk/>
            <pc:sldMk cId="436603215" sldId="267"/>
            <ac:spMk id="14" creationId="{4C5D6221-DA7B-4611-AA26-7D8E349FDE96}"/>
          </ac:spMkLst>
        </pc:spChg>
        <pc:spChg chg="add del">
          <ac:chgData name="Casey Michael Keven Crafford" userId="S::219169640@mycput.ac.za::f9986a50-489f-4f86-889e-f85d5bb3a8ad" providerId="AD" clId="Web-{1B764ADC-86E0-472C-9A15-D98D47BD7054}" dt="2021-09-08T18:44:43.908" v="20"/>
          <ac:spMkLst>
            <pc:docMk/>
            <pc:sldMk cId="436603215" sldId="267"/>
            <ac:spMk id="16" creationId="{CB5DFCDA-694D-4637-8E9B-038575194349}"/>
          </ac:spMkLst>
        </pc:spChg>
        <pc:spChg chg="add del">
          <ac:chgData name="Casey Michael Keven Crafford" userId="S::219169640@mycput.ac.za::f9986a50-489f-4f86-889e-f85d5bb3a8ad" providerId="AD" clId="Web-{1B764ADC-86E0-472C-9A15-D98D47BD7054}" dt="2021-09-08T18:44:43.908" v="20"/>
          <ac:spMkLst>
            <pc:docMk/>
            <pc:sldMk cId="436603215" sldId="267"/>
            <ac:spMk id="17" creationId="{E4DB276E-BFF1-43F5-AB90-7ABA4B9A919A}"/>
          </ac:spMkLst>
        </pc:spChg>
        <pc:spChg chg="add del">
          <ac:chgData name="Casey Michael Keven Crafford" userId="S::219169640@mycput.ac.za::f9986a50-489f-4f86-889e-f85d5bb3a8ad" providerId="AD" clId="Web-{1B764ADC-86E0-472C-9A15-D98D47BD7054}" dt="2021-09-08T18:43:37.656" v="14"/>
          <ac:spMkLst>
            <pc:docMk/>
            <pc:sldMk cId="436603215" sldId="267"/>
            <ac:spMk id="19" creationId="{AD21898E-86C0-4C8A-A76C-DF33E844C87A}"/>
          </ac:spMkLst>
        </pc:spChg>
        <pc:spChg chg="add del">
          <ac:chgData name="Casey Michael Keven Crafford" userId="S::219169640@mycput.ac.za::f9986a50-489f-4f86-889e-f85d5bb3a8ad" providerId="AD" clId="Web-{1B764ADC-86E0-472C-9A15-D98D47BD7054}" dt="2021-09-08T18:44:43.892" v="19"/>
          <ac:spMkLst>
            <pc:docMk/>
            <pc:sldMk cId="436603215" sldId="267"/>
            <ac:spMk id="20" creationId="{025E2AA9-10C9-4A14-BEA3-064CD0131100}"/>
          </ac:spMkLst>
        </pc:spChg>
        <pc:spChg chg="add del">
          <ac:chgData name="Casey Michael Keven Crafford" userId="S::219169640@mycput.ac.za::f9986a50-489f-4f86-889e-f85d5bb3a8ad" providerId="AD" clId="Web-{1B764ADC-86E0-472C-9A15-D98D47BD7054}" dt="2021-09-08T18:43:37.656" v="14"/>
          <ac:spMkLst>
            <pc:docMk/>
            <pc:sldMk cId="436603215" sldId="267"/>
            <ac:spMk id="21" creationId="{5C8F04BD-D093-45D0-B54C-50FDB308B4EE}"/>
          </ac:spMkLst>
        </pc:spChg>
        <pc:spChg chg="add del">
          <ac:chgData name="Casey Michael Keven Crafford" userId="S::219169640@mycput.ac.za::f9986a50-489f-4f86-889e-f85d5bb3a8ad" providerId="AD" clId="Web-{1B764ADC-86E0-472C-9A15-D98D47BD7054}" dt="2021-09-08T18:44:32.032" v="17"/>
          <ac:spMkLst>
            <pc:docMk/>
            <pc:sldMk cId="436603215" sldId="267"/>
            <ac:spMk id="22" creationId="{DFF2AC85-FAA0-4844-813F-83C04D7382E2}"/>
          </ac:spMkLst>
        </pc:spChg>
        <pc:spChg chg="add del">
          <ac:chgData name="Casey Michael Keven Crafford" userId="S::219169640@mycput.ac.za::f9986a50-489f-4f86-889e-f85d5bb3a8ad" providerId="AD" clId="Web-{1B764ADC-86E0-472C-9A15-D98D47BD7054}" dt="2021-09-08T18:44:43.892" v="19"/>
          <ac:spMkLst>
            <pc:docMk/>
            <pc:sldMk cId="436603215" sldId="267"/>
            <ac:spMk id="23" creationId="{F076F371-EE61-49EA-AA2A-3582C3AC9BCD}"/>
          </ac:spMkLst>
        </pc:spChg>
        <pc:spChg chg="add del">
          <ac:chgData name="Casey Michael Keven Crafford" userId="S::219169640@mycput.ac.za::f9986a50-489f-4f86-889e-f85d5bb3a8ad" providerId="AD" clId="Web-{1B764ADC-86E0-472C-9A15-D98D47BD7054}" dt="2021-09-08T18:44:32.032" v="17"/>
          <ac:spMkLst>
            <pc:docMk/>
            <pc:sldMk cId="436603215" sldId="267"/>
            <ac:spMk id="24" creationId="{89CC0F1E-BAA2-47B1-8F83-7ECB9FD9E009}"/>
          </ac:spMkLst>
        </pc:spChg>
        <pc:spChg chg="add">
          <ac:chgData name="Casey Michael Keven Crafford" userId="S::219169640@mycput.ac.za::f9986a50-489f-4f86-889e-f85d5bb3a8ad" providerId="AD" clId="Web-{1B764ADC-86E0-472C-9A15-D98D47BD7054}" dt="2021-09-08T18:44:43.908" v="20"/>
          <ac:spMkLst>
            <pc:docMk/>
            <pc:sldMk cId="436603215" sldId="267"/>
            <ac:spMk id="25" creationId="{DFF2AC85-FAA0-4844-813F-83C04D7382E2}"/>
          </ac:spMkLst>
        </pc:spChg>
        <pc:spChg chg="add">
          <ac:chgData name="Casey Michael Keven Crafford" userId="S::219169640@mycput.ac.za::f9986a50-489f-4f86-889e-f85d5bb3a8ad" providerId="AD" clId="Web-{1B764ADC-86E0-472C-9A15-D98D47BD7054}" dt="2021-09-08T18:44:43.908" v="20"/>
          <ac:spMkLst>
            <pc:docMk/>
            <pc:sldMk cId="436603215" sldId="267"/>
            <ac:spMk id="26" creationId="{89CC0F1E-BAA2-47B1-8F83-7ECB9FD9E009}"/>
          </ac:spMkLst>
        </pc:spChg>
        <pc:picChg chg="del">
          <ac:chgData name="Casey Michael Keven Crafford" userId="S::219169640@mycput.ac.za::f9986a50-489f-4f86-889e-f85d5bb3a8ad" providerId="AD" clId="Web-{1B764ADC-86E0-472C-9A15-D98D47BD7054}" dt="2021-09-08T18:41:28.622" v="0"/>
          <ac:picMkLst>
            <pc:docMk/>
            <pc:sldMk cId="436603215" sldId="267"/>
            <ac:picMk id="4" creationId="{557CD10D-F1FD-47F5-9832-2A86C506B291}"/>
          </ac:picMkLst>
        </pc:picChg>
      </pc:sldChg>
      <pc:sldChg chg="addSp modSp mod setBg setClrOvrMap">
        <pc:chgData name="Casey Michael Keven Crafford" userId="S::219169640@mycput.ac.za::f9986a50-489f-4f86-889e-f85d5bb3a8ad" providerId="AD" clId="Web-{1B764ADC-86E0-472C-9A15-D98D47BD7054}" dt="2021-09-08T19:02:12.322" v="87"/>
        <pc:sldMkLst>
          <pc:docMk/>
          <pc:sldMk cId="3879672453" sldId="269"/>
        </pc:sldMkLst>
        <pc:spChg chg="mod">
          <ac:chgData name="Casey Michael Keven Crafford" userId="S::219169640@mycput.ac.za::f9986a50-489f-4f86-889e-f85d5bb3a8ad" providerId="AD" clId="Web-{1B764ADC-86E0-472C-9A15-D98D47BD7054}" dt="2021-09-08T19:02:12.322" v="87"/>
          <ac:spMkLst>
            <pc:docMk/>
            <pc:sldMk cId="3879672453" sldId="269"/>
            <ac:spMk id="2" creationId="{586F03C4-3641-4D90-92BC-3412D5C32824}"/>
          </ac:spMkLst>
        </pc:spChg>
        <pc:spChg chg="mod">
          <ac:chgData name="Casey Michael Keven Crafford" userId="S::219169640@mycput.ac.za::f9986a50-489f-4f86-889e-f85d5bb3a8ad" providerId="AD" clId="Web-{1B764ADC-86E0-472C-9A15-D98D47BD7054}" dt="2021-09-08T19:02:12.322" v="87"/>
          <ac:spMkLst>
            <pc:docMk/>
            <pc:sldMk cId="3879672453" sldId="269"/>
            <ac:spMk id="3" creationId="{A710A66A-5CE2-4714-96BC-8D70C2AFCB56}"/>
          </ac:spMkLst>
        </pc:spChg>
        <pc:spChg chg="add">
          <ac:chgData name="Casey Michael Keven Crafford" userId="S::219169640@mycput.ac.za::f9986a50-489f-4f86-889e-f85d5bb3a8ad" providerId="AD" clId="Web-{1B764ADC-86E0-472C-9A15-D98D47BD7054}" dt="2021-09-08T19:02:12.322" v="87"/>
          <ac:spMkLst>
            <pc:docMk/>
            <pc:sldMk cId="3879672453" sldId="269"/>
            <ac:spMk id="8" creationId="{DFF2AC85-FAA0-4844-813F-83C04D7382E2}"/>
          </ac:spMkLst>
        </pc:spChg>
        <pc:spChg chg="add">
          <ac:chgData name="Casey Michael Keven Crafford" userId="S::219169640@mycput.ac.za::f9986a50-489f-4f86-889e-f85d5bb3a8ad" providerId="AD" clId="Web-{1B764ADC-86E0-472C-9A15-D98D47BD7054}" dt="2021-09-08T19:02:12.322" v="87"/>
          <ac:spMkLst>
            <pc:docMk/>
            <pc:sldMk cId="3879672453" sldId="269"/>
            <ac:spMk id="10" creationId="{89CC0F1E-BAA2-47B1-8F83-7ECB9FD9E009}"/>
          </ac:spMkLst>
        </pc:spChg>
      </pc:sldChg>
      <pc:sldChg chg="addSp delSp modSp mod setBg delAnim setClrOvrMap">
        <pc:chgData name="Casey Michael Keven Crafford" userId="S::219169640@mycput.ac.za::f9986a50-489f-4f86-889e-f85d5bb3a8ad" providerId="AD" clId="Web-{1B764ADC-86E0-472C-9A15-D98D47BD7054}" dt="2021-09-08T18:49:28.461" v="51" actId="20577"/>
        <pc:sldMkLst>
          <pc:docMk/>
          <pc:sldMk cId="3970326179" sldId="270"/>
        </pc:sldMkLst>
        <pc:spChg chg="mod">
          <ac:chgData name="Casey Michael Keven Crafford" userId="S::219169640@mycput.ac.za::f9986a50-489f-4f86-889e-f85d5bb3a8ad" providerId="AD" clId="Web-{1B764ADC-86E0-472C-9A15-D98D47BD7054}" dt="2021-09-08T18:48:39.679" v="45"/>
          <ac:spMkLst>
            <pc:docMk/>
            <pc:sldMk cId="3970326179" sldId="270"/>
            <ac:spMk id="2" creationId="{B1F71494-894D-4840-AB6D-E27423A0B4B3}"/>
          </ac:spMkLst>
        </pc:spChg>
        <pc:spChg chg="mod">
          <ac:chgData name="Casey Michael Keven Crafford" userId="S::219169640@mycput.ac.za::f9986a50-489f-4f86-889e-f85d5bb3a8ad" providerId="AD" clId="Web-{1B764ADC-86E0-472C-9A15-D98D47BD7054}" dt="2021-09-08T18:49:28.461" v="51" actId="20577"/>
          <ac:spMkLst>
            <pc:docMk/>
            <pc:sldMk cId="3970326179" sldId="270"/>
            <ac:spMk id="3" creationId="{161061F4-E518-4423-A8A6-72CEC9550011}"/>
          </ac:spMkLst>
        </pc:spChg>
        <pc:spChg chg="add del mod">
          <ac:chgData name="Casey Michael Keven Crafford" userId="S::219169640@mycput.ac.za::f9986a50-489f-4f86-889e-f85d5bb3a8ad" providerId="AD" clId="Web-{1B764ADC-86E0-472C-9A15-D98D47BD7054}" dt="2021-09-08T18:48:24.788" v="43"/>
          <ac:spMkLst>
            <pc:docMk/>
            <pc:sldMk cId="3970326179" sldId="270"/>
            <ac:spMk id="4" creationId="{F443B6FD-282F-43EA-AFC3-539C9B50444F}"/>
          </ac:spMkLst>
        </pc:spChg>
        <pc:spChg chg="add del">
          <ac:chgData name="Casey Michael Keven Crafford" userId="S::219169640@mycput.ac.za::f9986a50-489f-4f86-889e-f85d5bb3a8ad" providerId="AD" clId="Web-{1B764ADC-86E0-472C-9A15-D98D47BD7054}" dt="2021-09-08T18:48:18.709" v="41"/>
          <ac:spMkLst>
            <pc:docMk/>
            <pc:sldMk cId="3970326179" sldId="270"/>
            <ac:spMk id="6" creationId="{0FE174E7-4EA7-4256-AD91-975CF8E7D7A4}"/>
          </ac:spMkLst>
        </pc:spChg>
        <pc:spChg chg="add">
          <ac:chgData name="Casey Michael Keven Crafford" userId="S::219169640@mycput.ac.za::f9986a50-489f-4f86-889e-f85d5bb3a8ad" providerId="AD" clId="Web-{1B764ADC-86E0-472C-9A15-D98D47BD7054}" dt="2021-09-08T18:48:39.679" v="45"/>
          <ac:spMkLst>
            <pc:docMk/>
            <pc:sldMk cId="3970326179" sldId="270"/>
            <ac:spMk id="8" creationId="{DFF2AC85-FAA0-4844-813F-83C04D7382E2}"/>
          </ac:spMkLst>
        </pc:spChg>
        <pc:spChg chg="add">
          <ac:chgData name="Casey Michael Keven Crafford" userId="S::219169640@mycput.ac.za::f9986a50-489f-4f86-889e-f85d5bb3a8ad" providerId="AD" clId="Web-{1B764ADC-86E0-472C-9A15-D98D47BD7054}" dt="2021-09-08T18:48:39.679" v="45"/>
          <ac:spMkLst>
            <pc:docMk/>
            <pc:sldMk cId="3970326179" sldId="270"/>
            <ac:spMk id="10" creationId="{89CC0F1E-BAA2-47B1-8F83-7ECB9FD9E009}"/>
          </ac:spMkLst>
        </pc:spChg>
        <pc:picChg chg="del">
          <ac:chgData name="Casey Michael Keven Crafford" userId="S::219169640@mycput.ac.za::f9986a50-489f-4f86-889e-f85d5bb3a8ad" providerId="AD" clId="Web-{1B764ADC-86E0-472C-9A15-D98D47BD7054}" dt="2021-09-08T18:48:35.944" v="44"/>
          <ac:picMkLst>
            <pc:docMk/>
            <pc:sldMk cId="3970326179" sldId="270"/>
            <ac:picMk id="5" creationId="{E523D32E-165A-4B5C-B3C6-E066D16AFEAB}"/>
          </ac:picMkLst>
        </pc:picChg>
      </pc:sldChg>
      <pc:sldChg chg="addSp modSp modMedia addAnim">
        <pc:chgData name="Casey Michael Keven Crafford" userId="S::219169640@mycput.ac.za::f9986a50-489f-4f86-889e-f85d5bb3a8ad" providerId="AD" clId="Web-{1B764ADC-86E0-472C-9A15-D98D47BD7054}" dt="2021-09-08T19:11:54.210" v="106"/>
        <pc:sldMkLst>
          <pc:docMk/>
          <pc:sldMk cId="2828050706" sldId="272"/>
        </pc:sldMkLst>
        <pc:picChg chg="add mod">
          <ac:chgData name="Casey Michael Keven Crafford" userId="S::219169640@mycput.ac.za::f9986a50-489f-4f86-889e-f85d5bb3a8ad" providerId="AD" clId="Web-{1B764ADC-86E0-472C-9A15-D98D47BD7054}" dt="2021-09-08T19:11:54.210" v="106"/>
          <ac:picMkLst>
            <pc:docMk/>
            <pc:sldMk cId="2828050706" sldId="272"/>
            <ac:picMk id="3" creationId="{80734A21-E5CC-4C15-8892-210904582A8E}"/>
          </ac:picMkLst>
        </pc:picChg>
      </pc:sldChg>
      <pc:sldChg chg="modSp modMedia">
        <pc:chgData name="Casey Michael Keven Crafford" userId="S::219169640@mycput.ac.za::f9986a50-489f-4f86-889e-f85d5bb3a8ad" providerId="AD" clId="Web-{1B764ADC-86E0-472C-9A15-D98D47BD7054}" dt="2021-09-08T19:11:59.726" v="107"/>
        <pc:sldMkLst>
          <pc:docMk/>
          <pc:sldMk cId="3726642729" sldId="274"/>
        </pc:sldMkLst>
        <pc:picChg chg="mod">
          <ac:chgData name="Casey Michael Keven Crafford" userId="S::219169640@mycput.ac.za::f9986a50-489f-4f86-889e-f85d5bb3a8ad" providerId="AD" clId="Web-{1B764ADC-86E0-472C-9A15-D98D47BD7054}" dt="2021-09-08T19:11:59.726" v="107"/>
          <ac:picMkLst>
            <pc:docMk/>
            <pc:sldMk cId="3726642729" sldId="274"/>
            <ac:picMk id="6" creationId="{87D3B433-D581-4AD6-9357-801359066075}"/>
          </ac:picMkLst>
        </pc:picChg>
      </pc:sldChg>
      <pc:sldChg chg="modSp modMedia">
        <pc:chgData name="Casey Michael Keven Crafford" userId="S::219169640@mycput.ac.za::f9986a50-489f-4f86-889e-f85d5bb3a8ad" providerId="AD" clId="Web-{1B764ADC-86E0-472C-9A15-D98D47BD7054}" dt="2021-09-08T19:12:22.586" v="110"/>
        <pc:sldMkLst>
          <pc:docMk/>
          <pc:sldMk cId="745331828" sldId="275"/>
        </pc:sldMkLst>
        <pc:spChg chg="mod">
          <ac:chgData name="Casey Michael Keven Crafford" userId="S::219169640@mycput.ac.za::f9986a50-489f-4f86-889e-f85d5bb3a8ad" providerId="AD" clId="Web-{1B764ADC-86E0-472C-9A15-D98D47BD7054}" dt="2021-09-08T18:50:14.493" v="53" actId="1076"/>
          <ac:spMkLst>
            <pc:docMk/>
            <pc:sldMk cId="745331828" sldId="275"/>
            <ac:spMk id="3" creationId="{CCF9DB95-40C5-464C-B1BA-1DD95E3E59FD}"/>
          </ac:spMkLst>
        </pc:spChg>
        <pc:picChg chg="mod">
          <ac:chgData name="Casey Michael Keven Crafford" userId="S::219169640@mycput.ac.za::f9986a50-489f-4f86-889e-f85d5bb3a8ad" providerId="AD" clId="Web-{1B764ADC-86E0-472C-9A15-D98D47BD7054}" dt="2021-09-08T19:12:22.586" v="110"/>
          <ac:picMkLst>
            <pc:docMk/>
            <pc:sldMk cId="745331828" sldId="275"/>
            <ac:picMk id="12" creationId="{C3ED50D7-A16E-4127-8AD5-0A4C098A9705}"/>
          </ac:picMkLst>
        </pc:picChg>
      </pc:sldChg>
      <pc:sldChg chg="modSp modMedia">
        <pc:chgData name="Casey Michael Keven Crafford" userId="S::219169640@mycput.ac.za::f9986a50-489f-4f86-889e-f85d5bb3a8ad" providerId="AD" clId="Web-{1B764ADC-86E0-472C-9A15-D98D47BD7054}" dt="2021-09-08T19:12:04.835" v="108"/>
        <pc:sldMkLst>
          <pc:docMk/>
          <pc:sldMk cId="3944542181" sldId="276"/>
        </pc:sldMkLst>
        <pc:picChg chg="mod">
          <ac:chgData name="Casey Michael Keven Crafford" userId="S::219169640@mycput.ac.za::f9986a50-489f-4f86-889e-f85d5bb3a8ad" providerId="AD" clId="Web-{1B764ADC-86E0-472C-9A15-D98D47BD7054}" dt="2021-09-08T19:12:04.835" v="108"/>
          <ac:picMkLst>
            <pc:docMk/>
            <pc:sldMk cId="3944542181" sldId="276"/>
            <ac:picMk id="3" creationId="{81A69F16-D141-41BB-A524-EBD2F66EB0C8}"/>
          </ac:picMkLst>
        </pc:picChg>
      </pc:sldChg>
      <pc:sldChg chg="modSp modMedia">
        <pc:chgData name="Casey Michael Keven Crafford" userId="S::219169640@mycput.ac.za::f9986a50-489f-4f86-889e-f85d5bb3a8ad" providerId="AD" clId="Web-{1B764ADC-86E0-472C-9A15-D98D47BD7054}" dt="2021-09-08T19:12:16.507" v="109"/>
        <pc:sldMkLst>
          <pc:docMk/>
          <pc:sldMk cId="2950647060" sldId="278"/>
        </pc:sldMkLst>
        <pc:picChg chg="mod">
          <ac:chgData name="Casey Michael Keven Crafford" userId="S::219169640@mycput.ac.za::f9986a50-489f-4f86-889e-f85d5bb3a8ad" providerId="AD" clId="Web-{1B764ADC-86E0-472C-9A15-D98D47BD7054}" dt="2021-09-08T19:12:16.507" v="109"/>
          <ac:picMkLst>
            <pc:docMk/>
            <pc:sldMk cId="2950647060" sldId="278"/>
            <ac:picMk id="4" creationId="{4104ED64-99B2-48B3-97CB-306F3AE927F2}"/>
          </ac:picMkLst>
        </pc:picChg>
      </pc:sldChg>
      <pc:sldChg chg="addSp modSp add ord replId">
        <pc:chgData name="Casey Michael Keven Crafford" userId="S::219169640@mycput.ac.za::f9986a50-489f-4f86-889e-f85d5bb3a8ad" providerId="AD" clId="Web-{1B764ADC-86E0-472C-9A15-D98D47BD7054}" dt="2021-09-08T18:53:44.951" v="80" actId="14100"/>
        <pc:sldMkLst>
          <pc:docMk/>
          <pc:sldMk cId="2350634277" sldId="279"/>
        </pc:sldMkLst>
        <pc:spChg chg="mod">
          <ac:chgData name="Casey Michael Keven Crafford" userId="S::219169640@mycput.ac.za::f9986a50-489f-4f86-889e-f85d5bb3a8ad" providerId="AD" clId="Web-{1B764ADC-86E0-472C-9A15-D98D47BD7054}" dt="2021-09-08T18:53:15.732" v="68"/>
          <ac:spMkLst>
            <pc:docMk/>
            <pc:sldMk cId="2350634277" sldId="279"/>
            <ac:spMk id="2" creationId="{A6F24992-7331-49AB-BB5A-8D99F1DA7F5D}"/>
          </ac:spMkLst>
        </pc:spChg>
        <pc:spChg chg="add mod">
          <ac:chgData name="Casey Michael Keven Crafford" userId="S::219169640@mycput.ac.za::f9986a50-489f-4f86-889e-f85d5bb3a8ad" providerId="AD" clId="Web-{1B764ADC-86E0-472C-9A15-D98D47BD7054}" dt="2021-09-08T18:53:44.951" v="80" actId="14100"/>
          <ac:spMkLst>
            <pc:docMk/>
            <pc:sldMk cId="2350634277" sldId="279"/>
            <ac:spMk id="4" creationId="{94F6CDDC-F179-4FD0-A26C-424DEB8DD443}"/>
          </ac:spMkLst>
        </pc:spChg>
      </pc:sldChg>
    </pc:docChg>
  </pc:docChgLst>
  <pc:docChgLst>
    <pc:chgData name="Casey Michael Keven Crafford" userId="S::219169640@mycput.ac.za::f9986a50-489f-4f86-889e-f85d5bb3a8ad" providerId="AD" clId="Web-{8733BEBD-85FD-412D-AC5E-22A91878E91E}"/>
    <pc:docChg chg="modSld">
      <pc:chgData name="Casey Michael Keven Crafford" userId="S::219169640@mycput.ac.za::f9986a50-489f-4f86-889e-f85d5bb3a8ad" providerId="AD" clId="Web-{8733BEBD-85FD-412D-AC5E-22A91878E91E}" dt="2021-09-08T10:21:35.461" v="1"/>
      <pc:docMkLst>
        <pc:docMk/>
      </pc:docMkLst>
      <pc:sldChg chg="addSp modSp modMedia addAnim modCm">
        <pc:chgData name="Casey Michael Keven Crafford" userId="S::219169640@mycput.ac.za::f9986a50-489f-4f86-889e-f85d5bb3a8ad" providerId="AD" clId="Web-{8733BEBD-85FD-412D-AC5E-22A91878E91E}" dt="2021-09-08T10:21:35.461" v="1"/>
        <pc:sldMkLst>
          <pc:docMk/>
          <pc:sldMk cId="2950647060" sldId="278"/>
        </pc:sldMkLst>
        <pc:picChg chg="add mod">
          <ac:chgData name="Casey Michael Keven Crafford" userId="S::219169640@mycput.ac.za::f9986a50-489f-4f86-889e-f85d5bb3a8ad" providerId="AD" clId="Web-{8733BEBD-85FD-412D-AC5E-22A91878E91E}" dt="2021-09-08T10:21:35.461" v="1"/>
          <ac:picMkLst>
            <pc:docMk/>
            <pc:sldMk cId="2950647060" sldId="278"/>
            <ac:picMk id="4" creationId="{4104ED64-99B2-48B3-97CB-306F3AE927F2}"/>
          </ac:picMkLst>
        </pc:picChg>
      </pc:sldChg>
    </pc:docChg>
  </pc:docChgLst>
  <pc:docChgLst>
    <pc:chgData name="Melven Johannes Booysen" userId="S::219201277@mycput.ac.za::786fa234-875d-4214-87fd-5d50b57d43ce" providerId="AD" clId="Web-{6DC6AC70-3015-45D3-875C-8DD90C3EEBE6}"/>
    <pc:docChg chg="modSld">
      <pc:chgData name="Melven Johannes Booysen" userId="S::219201277@mycput.ac.za::786fa234-875d-4214-87fd-5d50b57d43ce" providerId="AD" clId="Web-{6DC6AC70-3015-45D3-875C-8DD90C3EEBE6}" dt="2021-09-05T13:57:25.510" v="47" actId="20577"/>
      <pc:docMkLst>
        <pc:docMk/>
      </pc:docMkLst>
      <pc:sldChg chg="addSp delSp modSp mod setBg modClrScheme chgLayout">
        <pc:chgData name="Melven Johannes Booysen" userId="S::219201277@mycput.ac.za::786fa234-875d-4214-87fd-5d50b57d43ce" providerId="AD" clId="Web-{6DC6AC70-3015-45D3-875C-8DD90C3EEBE6}" dt="2021-09-05T13:57:25.510" v="47" actId="20577"/>
        <pc:sldMkLst>
          <pc:docMk/>
          <pc:sldMk cId="109857222" sldId="256"/>
        </pc:sldMkLst>
        <pc:spChg chg="mod ord">
          <ac:chgData name="Melven Johannes Booysen" userId="S::219201277@mycput.ac.za::786fa234-875d-4214-87fd-5d50b57d43ce" providerId="AD" clId="Web-{6DC6AC70-3015-45D3-875C-8DD90C3EEBE6}" dt="2021-09-05T13:54:04.630" v="16" actId="1076"/>
          <ac:spMkLst>
            <pc:docMk/>
            <pc:sldMk cId="109857222" sldId="256"/>
            <ac:spMk id="2" creationId="{00000000-0000-0000-0000-000000000000}"/>
          </ac:spMkLst>
        </pc:spChg>
        <pc:spChg chg="mod ord">
          <ac:chgData name="Melven Johannes Booysen" userId="S::219201277@mycput.ac.za::786fa234-875d-4214-87fd-5d50b57d43ce" providerId="AD" clId="Web-{6DC6AC70-3015-45D3-875C-8DD90C3EEBE6}" dt="2021-09-05T13:57:25.510" v="47" actId="20577"/>
          <ac:spMkLst>
            <pc:docMk/>
            <pc:sldMk cId="109857222" sldId="256"/>
            <ac:spMk id="3" creationId="{00000000-0000-0000-0000-000000000000}"/>
          </ac:spMkLst>
        </pc:spChg>
        <pc:spChg chg="add del">
          <ac:chgData name="Melven Johannes Booysen" userId="S::219201277@mycput.ac.za::786fa234-875d-4214-87fd-5d50b57d43ce" providerId="AD" clId="Web-{6DC6AC70-3015-45D3-875C-8DD90C3EEBE6}" dt="2021-09-05T13:52:53.879" v="7"/>
          <ac:spMkLst>
            <pc:docMk/>
            <pc:sldMk cId="109857222" sldId="256"/>
            <ac:spMk id="4" creationId="{685C3F79-D710-45DB-BE29-1A2E3E17FA21}"/>
          </ac:spMkLst>
        </pc:spChg>
        <pc:spChg chg="add del">
          <ac:chgData name="Melven Johannes Booysen" userId="S::219201277@mycput.ac.za::786fa234-875d-4214-87fd-5d50b57d43ce" providerId="AD" clId="Web-{6DC6AC70-3015-45D3-875C-8DD90C3EEBE6}" dt="2021-09-05T13:52:51.004" v="6"/>
          <ac:spMkLst>
            <pc:docMk/>
            <pc:sldMk cId="109857222" sldId="256"/>
            <ac:spMk id="5" creationId="{AA245219-A2D6-42B9-9CC9-B7059208EB79}"/>
          </ac:spMkLst>
        </pc:spChg>
        <pc:spChg chg="add del">
          <ac:chgData name="Melven Johannes Booysen" userId="S::219201277@mycput.ac.za::786fa234-875d-4214-87fd-5d50b57d43ce" providerId="AD" clId="Web-{6DC6AC70-3015-45D3-875C-8DD90C3EEBE6}" dt="2021-09-05T13:52:49.879" v="5"/>
          <ac:spMkLst>
            <pc:docMk/>
            <pc:sldMk cId="109857222" sldId="256"/>
            <ac:spMk id="6" creationId="{E2A1EC2A-B80F-4EFF-85AD-08045C46FFC7}"/>
          </ac:spMkLst>
        </pc:spChg>
        <pc:spChg chg="add del">
          <ac:chgData name="Melven Johannes Booysen" userId="S::219201277@mycput.ac.za::786fa234-875d-4214-87fd-5d50b57d43ce" providerId="AD" clId="Web-{6DC6AC70-3015-45D3-875C-8DD90C3EEBE6}" dt="2021-09-05T13:52:46.769" v="4"/>
          <ac:spMkLst>
            <pc:docMk/>
            <pc:sldMk cId="109857222" sldId="256"/>
            <ac:spMk id="7" creationId="{00DBD400-3F73-4488-834A-47D50779E8F4}"/>
          </ac:spMkLst>
        </pc:spChg>
        <pc:spChg chg="add del">
          <ac:chgData name="Melven Johannes Booysen" userId="S::219201277@mycput.ac.za::786fa234-875d-4214-87fd-5d50b57d43ce" providerId="AD" clId="Web-{6DC6AC70-3015-45D3-875C-8DD90C3EEBE6}" dt="2021-09-05T13:53:40.458" v="10"/>
          <ac:spMkLst>
            <pc:docMk/>
            <pc:sldMk cId="109857222" sldId="256"/>
            <ac:spMk id="8" creationId="{09588DA8-065E-4F6F-8EFD-43104AB2E0CF}"/>
          </ac:spMkLst>
        </pc:spChg>
        <pc:spChg chg="add del">
          <ac:chgData name="Melven Johannes Booysen" userId="S::219201277@mycput.ac.za::786fa234-875d-4214-87fd-5d50b57d43ce" providerId="AD" clId="Web-{6DC6AC70-3015-45D3-875C-8DD90C3EEBE6}" dt="2021-09-05T13:53:40.458" v="10"/>
          <ac:spMkLst>
            <pc:docMk/>
            <pc:sldMk cId="109857222" sldId="256"/>
            <ac:spMk id="10" creationId="{C4285719-470E-454C-AF62-8323075F1F5B}"/>
          </ac:spMkLst>
        </pc:spChg>
        <pc:spChg chg="add del">
          <ac:chgData name="Melven Johannes Booysen" userId="S::219201277@mycput.ac.za::786fa234-875d-4214-87fd-5d50b57d43ce" providerId="AD" clId="Web-{6DC6AC70-3015-45D3-875C-8DD90C3EEBE6}" dt="2021-09-05T13:53:40.458" v="10"/>
          <ac:spMkLst>
            <pc:docMk/>
            <pc:sldMk cId="109857222" sldId="256"/>
            <ac:spMk id="12" creationId="{CD9FE4EF-C4D8-49A0-B2FF-81D8DB7D8A24}"/>
          </ac:spMkLst>
        </pc:spChg>
        <pc:spChg chg="add del">
          <ac:chgData name="Melven Johannes Booysen" userId="S::219201277@mycput.ac.za::786fa234-875d-4214-87fd-5d50b57d43ce" providerId="AD" clId="Web-{6DC6AC70-3015-45D3-875C-8DD90C3EEBE6}" dt="2021-09-05T13:53:50.599" v="12"/>
          <ac:spMkLst>
            <pc:docMk/>
            <pc:sldMk cId="109857222" sldId="256"/>
            <ac:spMk id="13" creationId="{7CB4857B-ED7C-444D-9F04-2F885114A1C2}"/>
          </ac:spMkLst>
        </pc:spChg>
        <pc:spChg chg="add del">
          <ac:chgData name="Melven Johannes Booysen" userId="S::219201277@mycput.ac.za::786fa234-875d-4214-87fd-5d50b57d43ce" providerId="AD" clId="Web-{6DC6AC70-3015-45D3-875C-8DD90C3EEBE6}" dt="2021-09-05T13:53:40.458" v="10"/>
          <ac:spMkLst>
            <pc:docMk/>
            <pc:sldMk cId="109857222" sldId="256"/>
            <ac:spMk id="14" creationId="{4300840D-0A0B-4512-BACA-B439D5B9C57C}"/>
          </ac:spMkLst>
        </pc:spChg>
        <pc:spChg chg="add del">
          <ac:chgData name="Melven Johannes Booysen" userId="S::219201277@mycput.ac.za::786fa234-875d-4214-87fd-5d50b57d43ce" providerId="AD" clId="Web-{6DC6AC70-3015-45D3-875C-8DD90C3EEBE6}" dt="2021-09-05T13:53:50.599" v="12"/>
          <ac:spMkLst>
            <pc:docMk/>
            <pc:sldMk cId="109857222" sldId="256"/>
            <ac:spMk id="15" creationId="{D18046FB-44EA-4FD8-A585-EA09A319B2D0}"/>
          </ac:spMkLst>
        </pc:spChg>
        <pc:spChg chg="add del">
          <ac:chgData name="Melven Johannes Booysen" userId="S::219201277@mycput.ac.za::786fa234-875d-4214-87fd-5d50b57d43ce" providerId="AD" clId="Web-{6DC6AC70-3015-45D3-875C-8DD90C3EEBE6}" dt="2021-09-05T13:53:40.458" v="10"/>
          <ac:spMkLst>
            <pc:docMk/>
            <pc:sldMk cId="109857222" sldId="256"/>
            <ac:spMk id="16" creationId="{D2B78728-A580-49A7-84F9-6EF6F583ADE0}"/>
          </ac:spMkLst>
        </pc:spChg>
        <pc:spChg chg="add del">
          <ac:chgData name="Melven Johannes Booysen" userId="S::219201277@mycput.ac.za::786fa234-875d-4214-87fd-5d50b57d43ce" providerId="AD" clId="Web-{6DC6AC70-3015-45D3-875C-8DD90C3EEBE6}" dt="2021-09-05T13:53:50.599" v="12"/>
          <ac:spMkLst>
            <pc:docMk/>
            <pc:sldMk cId="109857222" sldId="256"/>
            <ac:spMk id="17" creationId="{479F5F2B-8B58-4140-AE6A-51F6C67B18D9}"/>
          </ac:spMkLst>
        </pc:spChg>
        <pc:spChg chg="add del">
          <ac:chgData name="Melven Johannes Booysen" userId="S::219201277@mycput.ac.za::786fa234-875d-4214-87fd-5d50b57d43ce" providerId="AD" clId="Web-{6DC6AC70-3015-45D3-875C-8DD90C3EEBE6}" dt="2021-09-05T13:53:40.458" v="10"/>
          <ac:spMkLst>
            <pc:docMk/>
            <pc:sldMk cId="109857222" sldId="256"/>
            <ac:spMk id="18" creationId="{38FAA1A1-D861-433F-88FA-1E9D6FD31D11}"/>
          </ac:spMkLst>
        </pc:spChg>
        <pc:spChg chg="add del">
          <ac:chgData name="Melven Johannes Booysen" userId="S::219201277@mycput.ac.za::786fa234-875d-4214-87fd-5d50b57d43ce" providerId="AD" clId="Web-{6DC6AC70-3015-45D3-875C-8DD90C3EEBE6}" dt="2021-09-05T13:53:54.911" v="14"/>
          <ac:spMkLst>
            <pc:docMk/>
            <pc:sldMk cId="109857222" sldId="256"/>
            <ac:spMk id="19" creationId="{907EF6B7-1338-4443-8C46-6A318D952DFD}"/>
          </ac:spMkLst>
        </pc:spChg>
        <pc:spChg chg="add del">
          <ac:chgData name="Melven Johannes Booysen" userId="S::219201277@mycput.ac.za::786fa234-875d-4214-87fd-5d50b57d43ce" providerId="AD" clId="Web-{6DC6AC70-3015-45D3-875C-8DD90C3EEBE6}" dt="2021-09-05T13:53:40.458" v="10"/>
          <ac:spMkLst>
            <pc:docMk/>
            <pc:sldMk cId="109857222" sldId="256"/>
            <ac:spMk id="20" creationId="{8D71EDA1-87BF-4D5D-AB79-F346FD19278A}"/>
          </ac:spMkLst>
        </pc:spChg>
        <pc:spChg chg="add del">
          <ac:chgData name="Melven Johannes Booysen" userId="S::219201277@mycput.ac.za::786fa234-875d-4214-87fd-5d50b57d43ce" providerId="AD" clId="Web-{6DC6AC70-3015-45D3-875C-8DD90C3EEBE6}" dt="2021-09-05T13:53:54.911" v="14"/>
          <ac:spMkLst>
            <pc:docMk/>
            <pc:sldMk cId="109857222" sldId="256"/>
            <ac:spMk id="21" creationId="{DAAE4CDD-124C-4DCF-9584-B6033B545DD5}"/>
          </ac:spMkLst>
        </pc:spChg>
        <pc:spChg chg="add del">
          <ac:chgData name="Melven Johannes Booysen" userId="S::219201277@mycput.ac.za::786fa234-875d-4214-87fd-5d50b57d43ce" providerId="AD" clId="Web-{6DC6AC70-3015-45D3-875C-8DD90C3EEBE6}" dt="2021-09-05T13:53:54.911" v="14"/>
          <ac:spMkLst>
            <pc:docMk/>
            <pc:sldMk cId="109857222" sldId="256"/>
            <ac:spMk id="22" creationId="{081E4A58-353D-44AE-B2FC-2A74E2E400F7}"/>
          </ac:spMkLst>
        </pc:spChg>
        <pc:spChg chg="add">
          <ac:chgData name="Melven Johannes Booysen" userId="S::219201277@mycput.ac.za::786fa234-875d-4214-87fd-5d50b57d43ce" providerId="AD" clId="Web-{6DC6AC70-3015-45D3-875C-8DD90C3EEBE6}" dt="2021-09-05T13:53:54.927" v="15"/>
          <ac:spMkLst>
            <pc:docMk/>
            <pc:sldMk cId="109857222" sldId="256"/>
            <ac:spMk id="23" creationId="{09588DA8-065E-4F6F-8EFD-43104AB2E0CF}"/>
          </ac:spMkLst>
        </pc:spChg>
        <pc:spChg chg="add">
          <ac:chgData name="Melven Johannes Booysen" userId="S::219201277@mycput.ac.za::786fa234-875d-4214-87fd-5d50b57d43ce" providerId="AD" clId="Web-{6DC6AC70-3015-45D3-875C-8DD90C3EEBE6}" dt="2021-09-05T13:53:54.927" v="15"/>
          <ac:spMkLst>
            <pc:docMk/>
            <pc:sldMk cId="109857222" sldId="256"/>
            <ac:spMk id="24" creationId="{C4285719-470E-454C-AF62-8323075F1F5B}"/>
          </ac:spMkLst>
        </pc:spChg>
        <pc:spChg chg="add">
          <ac:chgData name="Melven Johannes Booysen" userId="S::219201277@mycput.ac.za::786fa234-875d-4214-87fd-5d50b57d43ce" providerId="AD" clId="Web-{6DC6AC70-3015-45D3-875C-8DD90C3EEBE6}" dt="2021-09-05T13:53:54.927" v="15"/>
          <ac:spMkLst>
            <pc:docMk/>
            <pc:sldMk cId="109857222" sldId="256"/>
            <ac:spMk id="25" creationId="{CD9FE4EF-C4D8-49A0-B2FF-81D8DB7D8A24}"/>
          </ac:spMkLst>
        </pc:spChg>
        <pc:spChg chg="add">
          <ac:chgData name="Melven Johannes Booysen" userId="S::219201277@mycput.ac.za::786fa234-875d-4214-87fd-5d50b57d43ce" providerId="AD" clId="Web-{6DC6AC70-3015-45D3-875C-8DD90C3EEBE6}" dt="2021-09-05T13:53:54.927" v="15"/>
          <ac:spMkLst>
            <pc:docMk/>
            <pc:sldMk cId="109857222" sldId="256"/>
            <ac:spMk id="26" creationId="{4300840D-0A0B-4512-BACA-B439D5B9C57C}"/>
          </ac:spMkLst>
        </pc:spChg>
        <pc:spChg chg="add">
          <ac:chgData name="Melven Johannes Booysen" userId="S::219201277@mycput.ac.za::786fa234-875d-4214-87fd-5d50b57d43ce" providerId="AD" clId="Web-{6DC6AC70-3015-45D3-875C-8DD90C3EEBE6}" dt="2021-09-05T13:53:54.927" v="15"/>
          <ac:spMkLst>
            <pc:docMk/>
            <pc:sldMk cId="109857222" sldId="256"/>
            <ac:spMk id="27" creationId="{D2B78728-A580-49A7-84F9-6EF6F583ADE0}"/>
          </ac:spMkLst>
        </pc:spChg>
        <pc:spChg chg="add">
          <ac:chgData name="Melven Johannes Booysen" userId="S::219201277@mycput.ac.za::786fa234-875d-4214-87fd-5d50b57d43ce" providerId="AD" clId="Web-{6DC6AC70-3015-45D3-875C-8DD90C3EEBE6}" dt="2021-09-05T13:53:54.927" v="15"/>
          <ac:spMkLst>
            <pc:docMk/>
            <pc:sldMk cId="109857222" sldId="256"/>
            <ac:spMk id="28" creationId="{38FAA1A1-D861-433F-88FA-1E9D6FD31D11}"/>
          </ac:spMkLst>
        </pc:spChg>
        <pc:spChg chg="add">
          <ac:chgData name="Melven Johannes Booysen" userId="S::219201277@mycput.ac.za::786fa234-875d-4214-87fd-5d50b57d43ce" providerId="AD" clId="Web-{6DC6AC70-3015-45D3-875C-8DD90C3EEBE6}" dt="2021-09-05T13:53:54.927" v="15"/>
          <ac:spMkLst>
            <pc:docMk/>
            <pc:sldMk cId="109857222" sldId="256"/>
            <ac:spMk id="29" creationId="{8D71EDA1-87BF-4D5D-AB79-F346FD19278A}"/>
          </ac:spMkLst>
        </pc:spChg>
      </pc:sldChg>
    </pc:docChg>
  </pc:docChgLst>
  <pc:docChgLst>
    <pc:chgData name="Casey Michael Keven Crafford" userId="S::219169640@mycput.ac.za::f9986a50-489f-4f86-889e-f85d5bb3a8ad" providerId="AD" clId="Web-{8398364D-FDEC-4DF5-A7B3-3703F0AB3277}"/>
    <pc:docChg chg="modSld addMainMaster delMainMaster">
      <pc:chgData name="Casey Michael Keven Crafford" userId="S::219169640@mycput.ac.za::f9986a50-489f-4f86-889e-f85d5bb3a8ad" providerId="AD" clId="Web-{8398364D-FDEC-4DF5-A7B3-3703F0AB3277}" dt="2021-09-08T18:34:53.467" v="17"/>
      <pc:docMkLst>
        <pc:docMk/>
      </pc:docMkLst>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109857222" sldId="256"/>
        </pc:sldMkLst>
        <pc:spChg chg="mod ord">
          <ac:chgData name="Casey Michael Keven Crafford" userId="S::219169640@mycput.ac.za::f9986a50-489f-4f86-889e-f85d5bb3a8ad" providerId="AD" clId="Web-{8398364D-FDEC-4DF5-A7B3-3703F0AB3277}" dt="2021-09-08T18:34:12.623" v="15"/>
          <ac:spMkLst>
            <pc:docMk/>
            <pc:sldMk cId="109857222" sldId="256"/>
            <ac:spMk id="3" creationId="{00000000-0000-0000-0000-000000000000}"/>
          </ac:spMkLst>
        </pc:spChg>
        <pc:spChg chg="mod ord">
          <ac:chgData name="Casey Michael Keven Crafford" userId="S::219169640@mycput.ac.za::f9986a50-489f-4f86-889e-f85d5bb3a8ad" providerId="AD" clId="Web-{8398364D-FDEC-4DF5-A7B3-3703F0AB3277}" dt="2021-09-08T18:34:12.623" v="15"/>
          <ac:spMkLst>
            <pc:docMk/>
            <pc:sldMk cId="109857222" sldId="256"/>
            <ac:spMk id="6" creationId="{7C3CA36E-B93F-472C-AB18-EEFF055D50CA}"/>
          </ac:spMkLst>
        </pc:spChg>
        <pc:spChg chg="add del">
          <ac:chgData name="Casey Michael Keven Crafford" userId="S::219169640@mycput.ac.za::f9986a50-489f-4f86-889e-f85d5bb3a8ad" providerId="AD" clId="Web-{8398364D-FDEC-4DF5-A7B3-3703F0AB3277}" dt="2021-09-08T18:34:12.623" v="15"/>
          <ac:spMkLst>
            <pc:docMk/>
            <pc:sldMk cId="109857222" sldId="256"/>
            <ac:spMk id="30" creationId="{09588DA8-065E-4F6F-8EFD-43104AB2E0CF}"/>
          </ac:spMkLst>
        </pc:spChg>
        <pc:spChg chg="add del">
          <ac:chgData name="Casey Michael Keven Crafford" userId="S::219169640@mycput.ac.za::f9986a50-489f-4f86-889e-f85d5bb3a8ad" providerId="AD" clId="Web-{8398364D-FDEC-4DF5-A7B3-3703F0AB3277}" dt="2021-09-08T18:34:12.623" v="15"/>
          <ac:spMkLst>
            <pc:docMk/>
            <pc:sldMk cId="109857222" sldId="256"/>
            <ac:spMk id="31" creationId="{C4285719-470E-454C-AF62-8323075F1F5B}"/>
          </ac:spMkLst>
        </pc:spChg>
        <pc:spChg chg="add del">
          <ac:chgData name="Casey Michael Keven Crafford" userId="S::219169640@mycput.ac.za::f9986a50-489f-4f86-889e-f85d5bb3a8ad" providerId="AD" clId="Web-{8398364D-FDEC-4DF5-A7B3-3703F0AB3277}" dt="2021-09-08T18:34:12.623" v="15"/>
          <ac:spMkLst>
            <pc:docMk/>
            <pc:sldMk cId="109857222" sldId="256"/>
            <ac:spMk id="32" creationId="{CD9FE4EF-C4D8-49A0-B2FF-81D8DB7D8A24}"/>
          </ac:spMkLst>
        </pc:spChg>
        <pc:spChg chg="add del">
          <ac:chgData name="Casey Michael Keven Crafford" userId="S::219169640@mycput.ac.za::f9986a50-489f-4f86-889e-f85d5bb3a8ad" providerId="AD" clId="Web-{8398364D-FDEC-4DF5-A7B3-3703F0AB3277}" dt="2021-09-08T18:34:12.623" v="15"/>
          <ac:spMkLst>
            <pc:docMk/>
            <pc:sldMk cId="109857222" sldId="256"/>
            <ac:spMk id="33" creationId="{4300840D-0A0B-4512-BACA-B439D5B9C57C}"/>
          </ac:spMkLst>
        </pc:spChg>
        <pc:spChg chg="add del">
          <ac:chgData name="Casey Michael Keven Crafford" userId="S::219169640@mycput.ac.za::f9986a50-489f-4f86-889e-f85d5bb3a8ad" providerId="AD" clId="Web-{8398364D-FDEC-4DF5-A7B3-3703F0AB3277}" dt="2021-09-08T18:34:12.623" v="15"/>
          <ac:spMkLst>
            <pc:docMk/>
            <pc:sldMk cId="109857222" sldId="256"/>
            <ac:spMk id="34" creationId="{D2B78728-A580-49A7-84F9-6EF6F583ADE0}"/>
          </ac:spMkLst>
        </pc:spChg>
        <pc:spChg chg="add del">
          <ac:chgData name="Casey Michael Keven Crafford" userId="S::219169640@mycput.ac.za::f9986a50-489f-4f86-889e-f85d5bb3a8ad" providerId="AD" clId="Web-{8398364D-FDEC-4DF5-A7B3-3703F0AB3277}" dt="2021-09-08T18:34:12.623" v="15"/>
          <ac:spMkLst>
            <pc:docMk/>
            <pc:sldMk cId="109857222" sldId="256"/>
            <ac:spMk id="35" creationId="{38FAA1A1-D861-433F-88FA-1E9D6FD31D11}"/>
          </ac:spMkLst>
        </pc:spChg>
        <pc:spChg chg="add del">
          <ac:chgData name="Casey Michael Keven Crafford" userId="S::219169640@mycput.ac.za::f9986a50-489f-4f86-889e-f85d5bb3a8ad" providerId="AD" clId="Web-{8398364D-FDEC-4DF5-A7B3-3703F0AB3277}" dt="2021-09-08T18:34:12.623" v="15"/>
          <ac:spMkLst>
            <pc:docMk/>
            <pc:sldMk cId="109857222" sldId="256"/>
            <ac:spMk id="36" creationId="{8D71EDA1-87BF-4D5D-AB79-F346FD19278A}"/>
          </ac:spMkLst>
        </pc:spChg>
      </pc:sldChg>
      <pc:sldChg chg="addSp delSp modSp mod setBg modClrScheme setClrOvrMap chgLayout">
        <pc:chgData name="Casey Michael Keven Crafford" userId="S::219169640@mycput.ac.za::f9986a50-489f-4f86-889e-f85d5bb3a8ad" providerId="AD" clId="Web-{8398364D-FDEC-4DF5-A7B3-3703F0AB3277}" dt="2021-09-08T18:34:12.623" v="15"/>
        <pc:sldMkLst>
          <pc:docMk/>
          <pc:sldMk cId="4247406594" sldId="257"/>
        </pc:sldMkLst>
        <pc:spChg chg="mod ord">
          <ac:chgData name="Casey Michael Keven Crafford" userId="S::219169640@mycput.ac.za::f9986a50-489f-4f86-889e-f85d5bb3a8ad" providerId="AD" clId="Web-{8398364D-FDEC-4DF5-A7B3-3703F0AB3277}" dt="2021-09-08T18:34:12.623" v="15"/>
          <ac:spMkLst>
            <pc:docMk/>
            <pc:sldMk cId="4247406594" sldId="257"/>
            <ac:spMk id="2" creationId="{E2954338-85EA-4BE6-A527-76B198557B65}"/>
          </ac:spMkLst>
        </pc:spChg>
        <pc:spChg chg="add del">
          <ac:chgData name="Casey Michael Keven Crafford" userId="S::219169640@mycput.ac.za::f9986a50-489f-4f86-889e-f85d5bb3a8ad" providerId="AD" clId="Web-{8398364D-FDEC-4DF5-A7B3-3703F0AB3277}" dt="2021-09-08T18:30:39.586" v="1"/>
          <ac:spMkLst>
            <pc:docMk/>
            <pc:sldMk cId="4247406594" sldId="257"/>
            <ac:spMk id="9" creationId="{39CAD8D4-8492-4A50-9E30-E062D6E07007}"/>
          </ac:spMkLst>
        </pc:spChg>
        <pc:spChg chg="add del">
          <ac:chgData name="Casey Michael Keven Crafford" userId="S::219169640@mycput.ac.za::f9986a50-489f-4f86-889e-f85d5bb3a8ad" providerId="AD" clId="Web-{8398364D-FDEC-4DF5-A7B3-3703F0AB3277}" dt="2021-09-08T18:30:39.586" v="1"/>
          <ac:spMkLst>
            <pc:docMk/>
            <pc:sldMk cId="4247406594" sldId="257"/>
            <ac:spMk id="12" creationId="{4F74D28C-3268-4E35-8EE1-D92CB4A85A7D}"/>
          </ac:spMkLst>
        </pc:spChg>
        <pc:spChg chg="add del">
          <ac:chgData name="Casey Michael Keven Crafford" userId="S::219169640@mycput.ac.za::f9986a50-489f-4f86-889e-f85d5bb3a8ad" providerId="AD" clId="Web-{8398364D-FDEC-4DF5-A7B3-3703F0AB3277}" dt="2021-09-08T18:30:39.586" v="1"/>
          <ac:spMkLst>
            <pc:docMk/>
            <pc:sldMk cId="4247406594" sldId="257"/>
            <ac:spMk id="14" creationId="{58D44E42-C462-4105-BC86-FE75B4E3C4AF}"/>
          </ac:spMkLst>
        </pc:spChg>
        <pc:graphicFrameChg chg="add del mod ord">
          <ac:chgData name="Casey Michael Keven Crafford" userId="S::219169640@mycput.ac.za::f9986a50-489f-4f86-889e-f85d5bb3a8ad" providerId="AD" clId="Web-{8398364D-FDEC-4DF5-A7B3-3703F0AB3277}" dt="2021-09-08T18:34:12.623" v="15"/>
          <ac:graphicFrameMkLst>
            <pc:docMk/>
            <pc:sldMk cId="4247406594" sldId="257"/>
            <ac:graphicFrameMk id="4" creationId="{B0191F57-00D1-4273-967A-C37CD1A82E05}"/>
          </ac:graphicFrameMkLst>
        </pc:graphicFrameChg>
        <pc:graphicFrameChg chg="add del">
          <ac:chgData name="Casey Michael Keven Crafford" userId="S::219169640@mycput.ac.za::f9986a50-489f-4f86-889e-f85d5bb3a8ad" providerId="AD" clId="Web-{8398364D-FDEC-4DF5-A7B3-3703F0AB3277}" dt="2021-09-08T18:30:39.586" v="1"/>
          <ac:graphicFrameMkLst>
            <pc:docMk/>
            <pc:sldMk cId="4247406594" sldId="257"/>
            <ac:graphicFrameMk id="7" creationId="{B0191F57-00D1-4273-967A-C37CD1A82E05}"/>
          </ac:graphicFrameMkLst>
        </pc:graphicFrame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1338874783" sldId="258"/>
        </pc:sldMkLst>
        <pc:spChg chg="mod ord">
          <ac:chgData name="Casey Michael Keven Crafford" userId="S::219169640@mycput.ac.za::f9986a50-489f-4f86-889e-f85d5bb3a8ad" providerId="AD" clId="Web-{8398364D-FDEC-4DF5-A7B3-3703F0AB3277}" dt="2021-09-08T18:34:12.623" v="15"/>
          <ac:spMkLst>
            <pc:docMk/>
            <pc:sldMk cId="1338874783" sldId="258"/>
            <ac:spMk id="2" creationId="{05422D28-B2D8-4D6C-9D9C-39DDCCEE5AD2}"/>
          </ac:spMkLst>
        </pc:spChg>
        <pc:spChg chg="mod ord">
          <ac:chgData name="Casey Michael Keven Crafford" userId="S::219169640@mycput.ac.za::f9986a50-489f-4f86-889e-f85d5bb3a8ad" providerId="AD" clId="Web-{8398364D-FDEC-4DF5-A7B3-3703F0AB3277}" dt="2021-09-08T18:34:12.623" v="15"/>
          <ac:spMkLst>
            <pc:docMk/>
            <pc:sldMk cId="1338874783" sldId="258"/>
            <ac:spMk id="3" creationId="{D370DA46-E350-4D2E-9047-A3BE17318271}"/>
          </ac:spMkLst>
        </pc:spChg>
        <pc:spChg chg="add del">
          <ac:chgData name="Casey Michael Keven Crafford" userId="S::219169640@mycput.ac.za::f9986a50-489f-4f86-889e-f85d5bb3a8ad" providerId="AD" clId="Web-{8398364D-FDEC-4DF5-A7B3-3703F0AB3277}" dt="2021-09-08T18:34:12.623" v="15"/>
          <ac:spMkLst>
            <pc:docMk/>
            <pc:sldMk cId="1338874783" sldId="258"/>
            <ac:spMk id="30" creationId="{46D6306C-ED4F-4AAE-B4A5-EEA6AFAD726E}"/>
          </ac:spMkLst>
        </pc:spChg>
        <pc:spChg chg="add del">
          <ac:chgData name="Casey Michael Keven Crafford" userId="S::219169640@mycput.ac.za::f9986a50-489f-4f86-889e-f85d5bb3a8ad" providerId="AD" clId="Web-{8398364D-FDEC-4DF5-A7B3-3703F0AB3277}" dt="2021-09-08T18:34:12.623" v="15"/>
          <ac:spMkLst>
            <pc:docMk/>
            <pc:sldMk cId="1338874783" sldId="258"/>
            <ac:spMk id="31" creationId="{4508C0C5-2268-42B5-B3C8-4D0899E05F8C}"/>
          </ac:spMkLst>
        </pc:spChg>
        <pc:spChg chg="add del">
          <ac:chgData name="Casey Michael Keven Crafford" userId="S::219169640@mycput.ac.za::f9986a50-489f-4f86-889e-f85d5bb3a8ad" providerId="AD" clId="Web-{8398364D-FDEC-4DF5-A7B3-3703F0AB3277}" dt="2021-09-08T18:34:12.623" v="15"/>
          <ac:spMkLst>
            <pc:docMk/>
            <pc:sldMk cId="1338874783" sldId="258"/>
            <ac:spMk id="36" creationId="{0EC5361D-F897-4856-B945-0455A365EB24}"/>
          </ac:spMkLst>
        </pc:spChg>
        <pc:spChg chg="add del">
          <ac:chgData name="Casey Michael Keven Crafford" userId="S::219169640@mycput.ac.za::f9986a50-489f-4f86-889e-f85d5bb3a8ad" providerId="AD" clId="Web-{8398364D-FDEC-4DF5-A7B3-3703F0AB3277}" dt="2021-09-08T18:34:12.623" v="15"/>
          <ac:spMkLst>
            <pc:docMk/>
            <pc:sldMk cId="1338874783" sldId="258"/>
            <ac:spMk id="37" creationId="{9E914C83-E0D8-4953-92D5-169D28CB43AE}"/>
          </ac:spMkLst>
        </pc:spChg>
        <pc:spChg chg="add del">
          <ac:chgData name="Casey Michael Keven Crafford" userId="S::219169640@mycput.ac.za::f9986a50-489f-4f86-889e-f85d5bb3a8ad" providerId="AD" clId="Web-{8398364D-FDEC-4DF5-A7B3-3703F0AB3277}" dt="2021-09-08T18:34:12.623" v="15"/>
          <ac:spMkLst>
            <pc:docMk/>
            <pc:sldMk cId="1338874783" sldId="258"/>
            <ac:spMk id="38" creationId="{141ACBDB-38F8-4B34-8183-BD95B4E55A62}"/>
          </ac:spMkLst>
        </pc:spChg>
        <pc:spChg chg="add del">
          <ac:chgData name="Casey Michael Keven Crafford" userId="S::219169640@mycput.ac.za::f9986a50-489f-4f86-889e-f85d5bb3a8ad" providerId="AD" clId="Web-{8398364D-FDEC-4DF5-A7B3-3703F0AB3277}" dt="2021-09-08T18:34:12.623" v="15"/>
          <ac:spMkLst>
            <pc:docMk/>
            <pc:sldMk cId="1338874783" sldId="258"/>
            <ac:spMk id="39" creationId="{3512E083-F550-46AF-8490-767ECFD00CB7}"/>
          </ac:spMkLst>
        </pc:spChg>
        <pc:spChg chg="add del">
          <ac:chgData name="Casey Michael Keven Crafford" userId="S::219169640@mycput.ac.za::f9986a50-489f-4f86-889e-f85d5bb3a8ad" providerId="AD" clId="Web-{8398364D-FDEC-4DF5-A7B3-3703F0AB3277}" dt="2021-09-08T18:34:12.623" v="15"/>
          <ac:spMkLst>
            <pc:docMk/>
            <pc:sldMk cId="1338874783" sldId="258"/>
            <ac:spMk id="40" creationId="{DE00DB52-3455-4E2F-867B-A6D0516E175B}"/>
          </ac:spMkLst>
        </pc:spChg>
      </pc:sldChg>
      <pc:sldChg chg="modSp mod modClrScheme chgLayout">
        <pc:chgData name="Casey Michael Keven Crafford" userId="S::219169640@mycput.ac.za::f9986a50-489f-4f86-889e-f85d5bb3a8ad" providerId="AD" clId="Web-{8398364D-FDEC-4DF5-A7B3-3703F0AB3277}" dt="2021-09-08T18:34:12.623" v="15"/>
        <pc:sldMkLst>
          <pc:docMk/>
          <pc:sldMk cId="869728008" sldId="259"/>
        </pc:sldMkLst>
        <pc:spChg chg="mod ord">
          <ac:chgData name="Casey Michael Keven Crafford" userId="S::219169640@mycput.ac.za::f9986a50-489f-4f86-889e-f85d5bb3a8ad" providerId="AD" clId="Web-{8398364D-FDEC-4DF5-A7B3-3703F0AB3277}" dt="2021-09-08T18:34:12.623" v="15"/>
          <ac:spMkLst>
            <pc:docMk/>
            <pc:sldMk cId="869728008" sldId="259"/>
            <ac:spMk id="2" creationId="{4F16291B-CA7F-4F02-8E95-E2E018453C95}"/>
          </ac:spMkLst>
        </pc:spChg>
        <pc:spChg chg="mod ord">
          <ac:chgData name="Casey Michael Keven Crafford" userId="S::219169640@mycput.ac.za::f9986a50-489f-4f86-889e-f85d5bb3a8ad" providerId="AD" clId="Web-{8398364D-FDEC-4DF5-A7B3-3703F0AB3277}" dt="2021-09-08T18:34:12.623" v="15"/>
          <ac:spMkLst>
            <pc:docMk/>
            <pc:sldMk cId="869728008" sldId="259"/>
            <ac:spMk id="3" creationId="{A96F6E09-AB95-4521-A748-E5AACE9744AA}"/>
          </ac:spMkLst>
        </pc:spChg>
      </pc:sldChg>
      <pc:sldChg chg="addSp delSp modSp mod setBg modClrScheme setClrOvrMap delDesignElem chgLayout">
        <pc:chgData name="Casey Michael Keven Crafford" userId="S::219169640@mycput.ac.za::f9986a50-489f-4f86-889e-f85d5bb3a8ad" providerId="AD" clId="Web-{8398364D-FDEC-4DF5-A7B3-3703F0AB3277}" dt="2021-09-08T18:34:12.623" v="15"/>
        <pc:sldMkLst>
          <pc:docMk/>
          <pc:sldMk cId="3065796055" sldId="260"/>
        </pc:sldMkLst>
        <pc:spChg chg="mod ord">
          <ac:chgData name="Casey Michael Keven Crafford" userId="S::219169640@mycput.ac.za::f9986a50-489f-4f86-889e-f85d5bb3a8ad" providerId="AD" clId="Web-{8398364D-FDEC-4DF5-A7B3-3703F0AB3277}" dt="2021-09-08T18:34:12.623" v="15"/>
          <ac:spMkLst>
            <pc:docMk/>
            <pc:sldMk cId="3065796055" sldId="260"/>
            <ac:spMk id="2" creationId="{28C57F1D-072F-48D1-933F-ED399285D270}"/>
          </ac:spMkLst>
        </pc:spChg>
        <pc:spChg chg="mod ord">
          <ac:chgData name="Casey Michael Keven Crafford" userId="S::219169640@mycput.ac.za::f9986a50-489f-4f86-889e-f85d5bb3a8ad" providerId="AD" clId="Web-{8398364D-FDEC-4DF5-A7B3-3703F0AB3277}" dt="2021-09-08T18:34:12.623" v="15"/>
          <ac:spMkLst>
            <pc:docMk/>
            <pc:sldMk cId="3065796055" sldId="260"/>
            <ac:spMk id="3" creationId="{3ADC22AE-70D5-4E96-BA2B-297766D16D17}"/>
          </ac:spMkLst>
        </pc:spChg>
        <pc:spChg chg="mod">
          <ac:chgData name="Casey Michael Keven Crafford" userId="S::219169640@mycput.ac.za::f9986a50-489f-4f86-889e-f85d5bb3a8ad" providerId="AD" clId="Web-{8398364D-FDEC-4DF5-A7B3-3703F0AB3277}" dt="2021-09-08T18:32:04.072" v="4"/>
          <ac:spMkLst>
            <pc:docMk/>
            <pc:sldMk cId="3065796055" sldId="260"/>
            <ac:spMk id="6" creationId="{78ABA21C-DEAB-42E4-9A5A-5332CEE87269}"/>
          </ac:spMkLst>
        </pc:spChg>
        <pc:spChg chg="add del">
          <ac:chgData name="Casey Michael Keven Crafford" userId="S::219169640@mycput.ac.za::f9986a50-489f-4f86-889e-f85d5bb3a8ad" providerId="AD" clId="Web-{8398364D-FDEC-4DF5-A7B3-3703F0AB3277}" dt="2021-09-08T18:32:04.072" v="4"/>
          <ac:spMkLst>
            <pc:docMk/>
            <pc:sldMk cId="3065796055" sldId="260"/>
            <ac:spMk id="8" creationId="{4BC99CB9-DDAD-44A2-8A1C-E3AF4E72DF5C}"/>
          </ac:spMkLst>
        </pc:spChg>
        <pc:spChg chg="add del">
          <ac:chgData name="Casey Michael Keven Crafford" userId="S::219169640@mycput.ac.za::f9986a50-489f-4f86-889e-f85d5bb3a8ad" providerId="AD" clId="Web-{8398364D-FDEC-4DF5-A7B3-3703F0AB3277}" dt="2021-09-08T18:32:04.072" v="4"/>
          <ac:spMkLst>
            <pc:docMk/>
            <pc:sldMk cId="3065796055" sldId="260"/>
            <ac:spMk id="10" creationId="{64053CBF-3932-45FF-8285-EE5146085F3A}"/>
          </ac:spMkLst>
        </pc:spChg>
        <pc:spChg chg="add del">
          <ac:chgData name="Casey Michael Keven Crafford" userId="S::219169640@mycput.ac.za::f9986a50-489f-4f86-889e-f85d5bb3a8ad" providerId="AD" clId="Web-{8398364D-FDEC-4DF5-A7B3-3703F0AB3277}" dt="2021-09-08T18:34:12.623" v="15"/>
          <ac:spMkLst>
            <pc:docMk/>
            <pc:sldMk cId="3065796055" sldId="260"/>
            <ac:spMk id="24" creationId="{CF62D2A7-8207-488C-9F46-316BA81A16C8}"/>
          </ac:spMkLst>
        </pc:spChg>
        <pc:spChg chg="add del">
          <ac:chgData name="Casey Michael Keven Crafford" userId="S::219169640@mycput.ac.za::f9986a50-489f-4f86-889e-f85d5bb3a8ad" providerId="AD" clId="Web-{8398364D-FDEC-4DF5-A7B3-3703F0AB3277}" dt="2021-09-08T18:32:04.057" v="3"/>
          <ac:spMkLst>
            <pc:docMk/>
            <pc:sldMk cId="3065796055" sldId="260"/>
            <ac:spMk id="27" creationId="{357DD0D3-F869-46D0-944C-6EC60E19E351}"/>
          </ac:spMkLst>
        </pc:spChg>
        <pc:grpChg chg="add del">
          <ac:chgData name="Casey Michael Keven Crafford" userId="S::219169640@mycput.ac.za::f9986a50-489f-4f86-889e-f85d5bb3a8ad" providerId="AD" clId="Web-{8398364D-FDEC-4DF5-A7B3-3703F0AB3277}" dt="2021-09-08T18:32:04.072" v="4"/>
          <ac:grpSpMkLst>
            <pc:docMk/>
            <pc:sldMk cId="3065796055" sldId="260"/>
            <ac:grpSpMk id="12" creationId="{2E751C04-BEA6-446B-A678-9C74819EBD4C}"/>
          </ac:grpSpMkLst>
        </pc:grpChg>
        <pc:grpChg chg="add del">
          <ac:chgData name="Casey Michael Keven Crafford" userId="S::219169640@mycput.ac.za::f9986a50-489f-4f86-889e-f85d5bb3a8ad" providerId="AD" clId="Web-{8398364D-FDEC-4DF5-A7B3-3703F0AB3277}" dt="2021-09-08T18:32:04.072" v="4"/>
          <ac:grpSpMkLst>
            <pc:docMk/>
            <pc:sldMk cId="3065796055" sldId="260"/>
            <ac:grpSpMk id="18" creationId="{B63ACBA3-DEFD-4C6D-BBA0-64468FA99C2D}"/>
          </ac:grpSpMkLst>
        </pc:grpChg>
        <pc:picChg chg="mod">
          <ac:chgData name="Casey Michael Keven Crafford" userId="S::219169640@mycput.ac.za::f9986a50-489f-4f86-889e-f85d5bb3a8ad" providerId="AD" clId="Web-{8398364D-FDEC-4DF5-A7B3-3703F0AB3277}" dt="2021-09-08T18:32:12.604" v="6" actId="1076"/>
          <ac:picMkLst>
            <pc:docMk/>
            <pc:sldMk cId="3065796055" sldId="260"/>
            <ac:picMk id="5" creationId="{E181FDFB-1013-4AD2-A35A-80463300B05D}"/>
          </ac:picMkLst>
        </pc:pic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3212344048" sldId="261"/>
        </pc:sldMkLst>
        <pc:spChg chg="mod ord">
          <ac:chgData name="Casey Michael Keven Crafford" userId="S::219169640@mycput.ac.za::f9986a50-489f-4f86-889e-f85d5bb3a8ad" providerId="AD" clId="Web-{8398364D-FDEC-4DF5-A7B3-3703F0AB3277}" dt="2021-09-08T18:34:12.623" v="15"/>
          <ac:spMkLst>
            <pc:docMk/>
            <pc:sldMk cId="3212344048" sldId="261"/>
            <ac:spMk id="2" creationId="{F13DD23B-B8AC-4391-9555-C2B10A479854}"/>
          </ac:spMkLst>
        </pc:spChg>
        <pc:spChg chg="mod ord">
          <ac:chgData name="Casey Michael Keven Crafford" userId="S::219169640@mycput.ac.za::f9986a50-489f-4f86-889e-f85d5bb3a8ad" providerId="AD" clId="Web-{8398364D-FDEC-4DF5-A7B3-3703F0AB3277}" dt="2021-09-08T18:34:12.623" v="15"/>
          <ac:spMkLst>
            <pc:docMk/>
            <pc:sldMk cId="3212344048" sldId="261"/>
            <ac:spMk id="3" creationId="{42446B08-11EE-455A-A82C-3C7E4F0225A3}"/>
          </ac:spMkLst>
        </pc:spChg>
        <pc:spChg chg="add del">
          <ac:chgData name="Casey Michael Keven Crafford" userId="S::219169640@mycput.ac.za::f9986a50-489f-4f86-889e-f85d5bb3a8ad" providerId="AD" clId="Web-{8398364D-FDEC-4DF5-A7B3-3703F0AB3277}" dt="2021-09-08T18:34:12.623" v="15"/>
          <ac:spMkLst>
            <pc:docMk/>
            <pc:sldMk cId="3212344048" sldId="261"/>
            <ac:spMk id="45" creationId="{4BC99CB9-DDAD-44A2-8A1C-E3AF4E72DF5C}"/>
          </ac:spMkLst>
        </pc:spChg>
        <pc:spChg chg="add del">
          <ac:chgData name="Casey Michael Keven Crafford" userId="S::219169640@mycput.ac.za::f9986a50-489f-4f86-889e-f85d5bb3a8ad" providerId="AD" clId="Web-{8398364D-FDEC-4DF5-A7B3-3703F0AB3277}" dt="2021-09-08T18:34:12.623" v="15"/>
          <ac:spMkLst>
            <pc:docMk/>
            <pc:sldMk cId="3212344048" sldId="261"/>
            <ac:spMk id="47" creationId="{1561AEE4-4E38-4BAC-976D-E0DE523FC5D1}"/>
          </ac:spMkLst>
        </pc:spChg>
        <pc:grpChg chg="add del">
          <ac:chgData name="Casey Michael Keven Crafford" userId="S::219169640@mycput.ac.za::f9986a50-489f-4f86-889e-f85d5bb3a8ad" providerId="AD" clId="Web-{8398364D-FDEC-4DF5-A7B3-3703F0AB3277}" dt="2021-09-08T18:34:12.623" v="15"/>
          <ac:grpSpMkLst>
            <pc:docMk/>
            <pc:sldMk cId="3212344048" sldId="261"/>
            <ac:grpSpMk id="49" creationId="{F0BC676B-D19A-44DB-910A-0C0E6D433979}"/>
          </ac:grpSpMkLst>
        </pc:grp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4241949569" sldId="262"/>
        </pc:sldMkLst>
        <pc:spChg chg="mod ord">
          <ac:chgData name="Casey Michael Keven Crafford" userId="S::219169640@mycput.ac.za::f9986a50-489f-4f86-889e-f85d5bb3a8ad" providerId="AD" clId="Web-{8398364D-FDEC-4DF5-A7B3-3703F0AB3277}" dt="2021-09-08T18:34:12.623" v="15"/>
          <ac:spMkLst>
            <pc:docMk/>
            <pc:sldMk cId="4241949569" sldId="262"/>
            <ac:spMk id="2" creationId="{19682C9E-0300-4A2C-A36D-1CD757BC2EF9}"/>
          </ac:spMkLst>
        </pc:spChg>
        <pc:spChg chg="mod ord">
          <ac:chgData name="Casey Michael Keven Crafford" userId="S::219169640@mycput.ac.za::f9986a50-489f-4f86-889e-f85d5bb3a8ad" providerId="AD" clId="Web-{8398364D-FDEC-4DF5-A7B3-3703F0AB3277}" dt="2021-09-08T18:34:12.623" v="15"/>
          <ac:spMkLst>
            <pc:docMk/>
            <pc:sldMk cId="4241949569" sldId="262"/>
            <ac:spMk id="3" creationId="{885E6C03-A64F-4B20-B45F-2B7B8BE2A43A}"/>
          </ac:spMkLst>
        </pc:spChg>
        <pc:spChg chg="add del">
          <ac:chgData name="Casey Michael Keven Crafford" userId="S::219169640@mycput.ac.za::f9986a50-489f-4f86-889e-f85d5bb3a8ad" providerId="AD" clId="Web-{8398364D-FDEC-4DF5-A7B3-3703F0AB3277}" dt="2021-09-08T18:34:12.623" v="15"/>
          <ac:spMkLst>
            <pc:docMk/>
            <pc:sldMk cId="4241949569" sldId="262"/>
            <ac:spMk id="16" creationId="{4BC99CB9-DDAD-44A2-8A1C-E3AF4E72DF5C}"/>
          </ac:spMkLst>
        </pc:spChg>
        <pc:spChg chg="add del">
          <ac:chgData name="Casey Michael Keven Crafford" userId="S::219169640@mycput.ac.za::f9986a50-489f-4f86-889e-f85d5bb3a8ad" providerId="AD" clId="Web-{8398364D-FDEC-4DF5-A7B3-3703F0AB3277}" dt="2021-09-08T18:34:12.623" v="15"/>
          <ac:spMkLst>
            <pc:docMk/>
            <pc:sldMk cId="4241949569" sldId="262"/>
            <ac:spMk id="18" creationId="{1561AEE4-4E38-4BAC-976D-E0DE523FC5D1}"/>
          </ac:spMkLst>
        </pc:spChg>
        <pc:grpChg chg="add del">
          <ac:chgData name="Casey Michael Keven Crafford" userId="S::219169640@mycput.ac.za::f9986a50-489f-4f86-889e-f85d5bb3a8ad" providerId="AD" clId="Web-{8398364D-FDEC-4DF5-A7B3-3703F0AB3277}" dt="2021-09-08T18:34:12.623" v="15"/>
          <ac:grpSpMkLst>
            <pc:docMk/>
            <pc:sldMk cId="4241949569" sldId="262"/>
            <ac:grpSpMk id="20" creationId="{F0BC676B-D19A-44DB-910A-0C0E6D433979}"/>
          </ac:grpSpMkLst>
        </pc:grp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422156484" sldId="263"/>
        </pc:sldMkLst>
        <pc:spChg chg="mod ord">
          <ac:chgData name="Casey Michael Keven Crafford" userId="S::219169640@mycput.ac.za::f9986a50-489f-4f86-889e-f85d5bb3a8ad" providerId="AD" clId="Web-{8398364D-FDEC-4DF5-A7B3-3703F0AB3277}" dt="2021-09-08T18:34:12.623" v="15"/>
          <ac:spMkLst>
            <pc:docMk/>
            <pc:sldMk cId="422156484" sldId="263"/>
            <ac:spMk id="2" creationId="{25BDE725-FFCA-4E0B-BF23-252D74FB6A99}"/>
          </ac:spMkLst>
        </pc:spChg>
        <pc:spChg chg="mod ord">
          <ac:chgData name="Casey Michael Keven Crafford" userId="S::219169640@mycput.ac.za::f9986a50-489f-4f86-889e-f85d5bb3a8ad" providerId="AD" clId="Web-{8398364D-FDEC-4DF5-A7B3-3703F0AB3277}" dt="2021-09-08T18:34:12.623" v="15"/>
          <ac:spMkLst>
            <pc:docMk/>
            <pc:sldMk cId="422156484" sldId="263"/>
            <ac:spMk id="3" creationId="{151AB9C6-699C-4EC7-9A9B-5C84522E5BF2}"/>
          </ac:spMkLst>
        </pc:spChg>
        <pc:spChg chg="add del">
          <ac:chgData name="Casey Michael Keven Crafford" userId="S::219169640@mycput.ac.za::f9986a50-489f-4f86-889e-f85d5bb3a8ad" providerId="AD" clId="Web-{8398364D-FDEC-4DF5-A7B3-3703F0AB3277}" dt="2021-09-08T18:34:12.623" v="15"/>
          <ac:spMkLst>
            <pc:docMk/>
            <pc:sldMk cId="422156484" sldId="263"/>
            <ac:spMk id="5" creationId="{4BC99CB9-DDAD-44A2-8A1C-E3AF4E72DF5C}"/>
          </ac:spMkLst>
        </pc:spChg>
        <pc:spChg chg="add del">
          <ac:chgData name="Casey Michael Keven Crafford" userId="S::219169640@mycput.ac.za::f9986a50-489f-4f86-889e-f85d5bb3a8ad" providerId="AD" clId="Web-{8398364D-FDEC-4DF5-A7B3-3703F0AB3277}" dt="2021-09-08T18:34:12.623" v="15"/>
          <ac:spMkLst>
            <pc:docMk/>
            <pc:sldMk cId="422156484" sldId="263"/>
            <ac:spMk id="6" creationId="{64053CBF-3932-45FF-8285-EE5146085F3A}"/>
          </ac:spMkLst>
        </pc:spChg>
        <pc:grpChg chg="add del">
          <ac:chgData name="Casey Michael Keven Crafford" userId="S::219169640@mycput.ac.za::f9986a50-489f-4f86-889e-f85d5bb3a8ad" providerId="AD" clId="Web-{8398364D-FDEC-4DF5-A7B3-3703F0AB3277}" dt="2021-09-08T18:34:12.623" v="15"/>
          <ac:grpSpMkLst>
            <pc:docMk/>
            <pc:sldMk cId="422156484" sldId="263"/>
            <ac:grpSpMk id="7" creationId="{2E751C04-BEA6-446B-A678-9C74819EBD4C}"/>
          </ac:grpSpMkLst>
        </pc:grpChg>
        <pc:grpChg chg="add del">
          <ac:chgData name="Casey Michael Keven Crafford" userId="S::219169640@mycput.ac.za::f9986a50-489f-4f86-889e-f85d5bb3a8ad" providerId="AD" clId="Web-{8398364D-FDEC-4DF5-A7B3-3703F0AB3277}" dt="2021-09-08T18:34:12.623" v="15"/>
          <ac:grpSpMkLst>
            <pc:docMk/>
            <pc:sldMk cId="422156484" sldId="263"/>
            <ac:grpSpMk id="18" creationId="{B63ACBA3-DEFD-4C6D-BBA0-64468FA99C2D}"/>
          </ac:grpSpMkLst>
        </pc:grpChg>
      </pc:sldChg>
      <pc:sldChg chg="modSp mod modClrScheme chgLayout">
        <pc:chgData name="Casey Michael Keven Crafford" userId="S::219169640@mycput.ac.za::f9986a50-489f-4f86-889e-f85d5bb3a8ad" providerId="AD" clId="Web-{8398364D-FDEC-4DF5-A7B3-3703F0AB3277}" dt="2021-09-08T18:34:12.623" v="15"/>
        <pc:sldMkLst>
          <pc:docMk/>
          <pc:sldMk cId="2310592609" sldId="264"/>
        </pc:sldMkLst>
        <pc:spChg chg="mod ord">
          <ac:chgData name="Casey Michael Keven Crafford" userId="S::219169640@mycput.ac.za::f9986a50-489f-4f86-889e-f85d5bb3a8ad" providerId="AD" clId="Web-{8398364D-FDEC-4DF5-A7B3-3703F0AB3277}" dt="2021-09-08T18:34:12.623" v="15"/>
          <ac:spMkLst>
            <pc:docMk/>
            <pc:sldMk cId="2310592609" sldId="264"/>
            <ac:spMk id="4" creationId="{B6AA3B79-1E2D-4AE9-9508-F088B2C83DDD}"/>
          </ac:spMkLst>
        </pc:spChg>
        <pc:spChg chg="mod ord">
          <ac:chgData name="Casey Michael Keven Crafford" userId="S::219169640@mycput.ac.za::f9986a50-489f-4f86-889e-f85d5bb3a8ad" providerId="AD" clId="Web-{8398364D-FDEC-4DF5-A7B3-3703F0AB3277}" dt="2021-09-08T18:34:12.623" v="15"/>
          <ac:spMkLst>
            <pc:docMk/>
            <pc:sldMk cId="2310592609" sldId="264"/>
            <ac:spMk id="5" creationId="{3C9C9683-F775-434C-BED2-A14C79070892}"/>
          </ac:spMkLst>
        </pc:spChg>
      </pc:sldChg>
      <pc:sldChg chg="modSp mod modClrScheme chgLayout">
        <pc:chgData name="Casey Michael Keven Crafford" userId="S::219169640@mycput.ac.za::f9986a50-489f-4f86-889e-f85d5bb3a8ad" providerId="AD" clId="Web-{8398364D-FDEC-4DF5-A7B3-3703F0AB3277}" dt="2021-09-08T18:34:12.623" v="15"/>
        <pc:sldMkLst>
          <pc:docMk/>
          <pc:sldMk cId="3182990411" sldId="265"/>
        </pc:sldMkLst>
        <pc:spChg chg="mod ord">
          <ac:chgData name="Casey Michael Keven Crafford" userId="S::219169640@mycput.ac.za::f9986a50-489f-4f86-889e-f85d5bb3a8ad" providerId="AD" clId="Web-{8398364D-FDEC-4DF5-A7B3-3703F0AB3277}" dt="2021-09-08T18:34:12.623" v="15"/>
          <ac:spMkLst>
            <pc:docMk/>
            <pc:sldMk cId="3182990411" sldId="265"/>
            <ac:spMk id="2" creationId="{A6F24992-7331-49AB-BB5A-8D99F1DA7F5D}"/>
          </ac:spMkLst>
        </pc:spChg>
        <pc:spChg chg="mod ord">
          <ac:chgData name="Casey Michael Keven Crafford" userId="S::219169640@mycput.ac.za::f9986a50-489f-4f86-889e-f85d5bb3a8ad" providerId="AD" clId="Web-{8398364D-FDEC-4DF5-A7B3-3703F0AB3277}" dt="2021-09-08T18:34:12.623" v="15"/>
          <ac:spMkLst>
            <pc:docMk/>
            <pc:sldMk cId="3182990411" sldId="265"/>
            <ac:spMk id="3" creationId="{85851513-D478-41BF-BFFC-904AF922419F}"/>
          </ac:spMkLst>
        </pc:sp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1969048829" sldId="266"/>
        </pc:sldMkLst>
        <pc:spChg chg="mod ord">
          <ac:chgData name="Casey Michael Keven Crafford" userId="S::219169640@mycput.ac.za::f9986a50-489f-4f86-889e-f85d5bb3a8ad" providerId="AD" clId="Web-{8398364D-FDEC-4DF5-A7B3-3703F0AB3277}" dt="2021-09-08T18:34:12.623" v="15"/>
          <ac:spMkLst>
            <pc:docMk/>
            <pc:sldMk cId="1969048829" sldId="266"/>
            <ac:spMk id="2" creationId="{786B5FC7-2317-4705-A951-E9B31707D244}"/>
          </ac:spMkLst>
        </pc:spChg>
        <pc:spChg chg="mod ord">
          <ac:chgData name="Casey Michael Keven Crafford" userId="S::219169640@mycput.ac.za::f9986a50-489f-4f86-889e-f85d5bb3a8ad" providerId="AD" clId="Web-{8398364D-FDEC-4DF5-A7B3-3703F0AB3277}" dt="2021-09-08T18:34:12.623" v="15"/>
          <ac:spMkLst>
            <pc:docMk/>
            <pc:sldMk cId="1969048829" sldId="266"/>
            <ac:spMk id="3" creationId="{91E6AEC3-72D4-4521-9470-0CA853E59D52}"/>
          </ac:spMkLst>
        </pc:spChg>
        <pc:spChg chg="add del">
          <ac:chgData name="Casey Michael Keven Crafford" userId="S::219169640@mycput.ac.za::f9986a50-489f-4f86-889e-f85d5bb3a8ad" providerId="AD" clId="Web-{8398364D-FDEC-4DF5-A7B3-3703F0AB3277}" dt="2021-09-08T18:34:12.623" v="15"/>
          <ac:spMkLst>
            <pc:docMk/>
            <pc:sldMk cId="1969048829" sldId="266"/>
            <ac:spMk id="5" creationId="{1B15ED52-F352-441B-82BF-E0EA34836D08}"/>
          </ac:spMkLst>
        </pc:spChg>
        <pc:spChg chg="add del">
          <ac:chgData name="Casey Michael Keven Crafford" userId="S::219169640@mycput.ac.za::f9986a50-489f-4f86-889e-f85d5bb3a8ad" providerId="AD" clId="Web-{8398364D-FDEC-4DF5-A7B3-3703F0AB3277}" dt="2021-09-08T18:34:12.623" v="15"/>
          <ac:spMkLst>
            <pc:docMk/>
            <pc:sldMk cId="1969048829" sldId="266"/>
            <ac:spMk id="6" creationId="{3B2E3793-BFE6-45A2-9B7B-E18844431C99}"/>
          </ac:spMkLst>
        </pc:spChg>
        <pc:spChg chg="add del">
          <ac:chgData name="Casey Michael Keven Crafford" userId="S::219169640@mycput.ac.za::f9986a50-489f-4f86-889e-f85d5bb3a8ad" providerId="AD" clId="Web-{8398364D-FDEC-4DF5-A7B3-3703F0AB3277}" dt="2021-09-08T18:34:12.623" v="15"/>
          <ac:spMkLst>
            <pc:docMk/>
            <pc:sldMk cId="1969048829" sldId="266"/>
            <ac:spMk id="7" creationId="{BC4C4868-CB8F-4AF9-9CDB-8108F2C19B67}"/>
          </ac:spMkLst>
        </pc:spChg>
        <pc:spChg chg="add del">
          <ac:chgData name="Casey Michael Keven Crafford" userId="S::219169640@mycput.ac.za::f9986a50-489f-4f86-889e-f85d5bb3a8ad" providerId="AD" clId="Web-{8398364D-FDEC-4DF5-A7B3-3703F0AB3277}" dt="2021-09-08T18:34:12.623" v="15"/>
          <ac:spMkLst>
            <pc:docMk/>
            <pc:sldMk cId="1969048829" sldId="266"/>
            <ac:spMk id="9" creationId="{375E0459-6403-40CD-989D-56A4407CA12E}"/>
          </ac:spMkLst>
        </pc:spChg>
        <pc:spChg chg="add del">
          <ac:chgData name="Casey Michael Keven Crafford" userId="S::219169640@mycput.ac.za::f9986a50-489f-4f86-889e-f85d5bb3a8ad" providerId="AD" clId="Web-{8398364D-FDEC-4DF5-A7B3-3703F0AB3277}" dt="2021-09-08T18:34:12.623" v="15"/>
          <ac:spMkLst>
            <pc:docMk/>
            <pc:sldMk cId="1969048829" sldId="266"/>
            <ac:spMk id="11" creationId="{53E5B1A8-3AC9-4BD1-9BBC-78CA94F2D1BA}"/>
          </ac:spMkLst>
        </pc:spChg>
      </pc:sldChg>
      <pc:sldChg chg="modSp mod modClrScheme chgLayout">
        <pc:chgData name="Casey Michael Keven Crafford" userId="S::219169640@mycput.ac.za::f9986a50-489f-4f86-889e-f85d5bb3a8ad" providerId="AD" clId="Web-{8398364D-FDEC-4DF5-A7B3-3703F0AB3277}" dt="2021-09-08T18:34:12.623" v="15"/>
        <pc:sldMkLst>
          <pc:docMk/>
          <pc:sldMk cId="436603215" sldId="267"/>
        </pc:sldMkLst>
        <pc:spChg chg="mod ord">
          <ac:chgData name="Casey Michael Keven Crafford" userId="S::219169640@mycput.ac.za::f9986a50-489f-4f86-889e-f85d5bb3a8ad" providerId="AD" clId="Web-{8398364D-FDEC-4DF5-A7B3-3703F0AB3277}" dt="2021-09-08T18:34:12.623" v="15"/>
          <ac:spMkLst>
            <pc:docMk/>
            <pc:sldMk cId="436603215" sldId="267"/>
            <ac:spMk id="2" creationId="{CEE30F1B-17F6-47FF-8344-912DA8CD0772}"/>
          </ac:spMkLst>
        </pc:spChg>
        <pc:spChg chg="mod ord">
          <ac:chgData name="Casey Michael Keven Crafford" userId="S::219169640@mycput.ac.za::f9986a50-489f-4f86-889e-f85d5bb3a8ad" providerId="AD" clId="Web-{8398364D-FDEC-4DF5-A7B3-3703F0AB3277}" dt="2021-09-08T18:34:12.623" v="15"/>
          <ac:spMkLst>
            <pc:docMk/>
            <pc:sldMk cId="436603215" sldId="267"/>
            <ac:spMk id="3" creationId="{005F8C3F-9497-4722-836E-B89FAC4AE710}"/>
          </ac:spMkLst>
        </pc:spChg>
      </pc:sldChg>
      <pc:sldChg chg="modSp mod modClrScheme chgLayout">
        <pc:chgData name="Casey Michael Keven Crafford" userId="S::219169640@mycput.ac.za::f9986a50-489f-4f86-889e-f85d5bb3a8ad" providerId="AD" clId="Web-{8398364D-FDEC-4DF5-A7B3-3703F0AB3277}" dt="2021-09-08T18:34:12.623" v="15"/>
        <pc:sldMkLst>
          <pc:docMk/>
          <pc:sldMk cId="261546201" sldId="268"/>
        </pc:sldMkLst>
        <pc:spChg chg="mod ord">
          <ac:chgData name="Casey Michael Keven Crafford" userId="S::219169640@mycput.ac.za::f9986a50-489f-4f86-889e-f85d5bb3a8ad" providerId="AD" clId="Web-{8398364D-FDEC-4DF5-A7B3-3703F0AB3277}" dt="2021-09-08T18:34:12.623" v="15"/>
          <ac:spMkLst>
            <pc:docMk/>
            <pc:sldMk cId="261546201" sldId="268"/>
            <ac:spMk id="2" creationId="{980B273B-EE7F-4AD3-89D7-BF5A70909D70}"/>
          </ac:spMkLst>
        </pc:spChg>
        <pc:spChg chg="mod ord">
          <ac:chgData name="Casey Michael Keven Crafford" userId="S::219169640@mycput.ac.za::f9986a50-489f-4f86-889e-f85d5bb3a8ad" providerId="AD" clId="Web-{8398364D-FDEC-4DF5-A7B3-3703F0AB3277}" dt="2021-09-08T18:34:12.623" v="15"/>
          <ac:spMkLst>
            <pc:docMk/>
            <pc:sldMk cId="261546201" sldId="268"/>
            <ac:spMk id="3" creationId="{3E7849BF-392A-40A8-AD93-0BDE460DE7CF}"/>
          </ac:spMkLst>
        </pc:spChg>
      </pc:sldChg>
      <pc:sldChg chg="modSp mod modClrScheme chgLayout">
        <pc:chgData name="Casey Michael Keven Crafford" userId="S::219169640@mycput.ac.za::f9986a50-489f-4f86-889e-f85d5bb3a8ad" providerId="AD" clId="Web-{8398364D-FDEC-4DF5-A7B3-3703F0AB3277}" dt="2021-09-08T18:34:12.623" v="15"/>
        <pc:sldMkLst>
          <pc:docMk/>
          <pc:sldMk cId="3879672453" sldId="269"/>
        </pc:sldMkLst>
        <pc:spChg chg="mod ord">
          <ac:chgData name="Casey Michael Keven Crafford" userId="S::219169640@mycput.ac.za::f9986a50-489f-4f86-889e-f85d5bb3a8ad" providerId="AD" clId="Web-{8398364D-FDEC-4DF5-A7B3-3703F0AB3277}" dt="2021-09-08T18:34:12.623" v="15"/>
          <ac:spMkLst>
            <pc:docMk/>
            <pc:sldMk cId="3879672453" sldId="269"/>
            <ac:spMk id="2" creationId="{586F03C4-3641-4D90-92BC-3412D5C32824}"/>
          </ac:spMkLst>
        </pc:spChg>
        <pc:spChg chg="mod ord">
          <ac:chgData name="Casey Michael Keven Crafford" userId="S::219169640@mycput.ac.za::f9986a50-489f-4f86-889e-f85d5bb3a8ad" providerId="AD" clId="Web-{8398364D-FDEC-4DF5-A7B3-3703F0AB3277}" dt="2021-09-08T18:34:12.623" v="15"/>
          <ac:spMkLst>
            <pc:docMk/>
            <pc:sldMk cId="3879672453" sldId="269"/>
            <ac:spMk id="3" creationId="{A710A66A-5CE2-4714-96BC-8D70C2AFCB56}"/>
          </ac:spMkLst>
        </pc:spChg>
      </pc:sldChg>
      <pc:sldChg chg="modSp mod modClrScheme chgLayout">
        <pc:chgData name="Casey Michael Keven Crafford" userId="S::219169640@mycput.ac.za::f9986a50-489f-4f86-889e-f85d5bb3a8ad" providerId="AD" clId="Web-{8398364D-FDEC-4DF5-A7B3-3703F0AB3277}" dt="2021-09-08T18:34:12.623" v="15"/>
        <pc:sldMkLst>
          <pc:docMk/>
          <pc:sldMk cId="3970326179" sldId="270"/>
        </pc:sldMkLst>
        <pc:spChg chg="mod ord">
          <ac:chgData name="Casey Michael Keven Crafford" userId="S::219169640@mycput.ac.za::f9986a50-489f-4f86-889e-f85d5bb3a8ad" providerId="AD" clId="Web-{8398364D-FDEC-4DF5-A7B3-3703F0AB3277}" dt="2021-09-08T18:34:12.623" v="15"/>
          <ac:spMkLst>
            <pc:docMk/>
            <pc:sldMk cId="3970326179" sldId="270"/>
            <ac:spMk id="2" creationId="{B1F71494-894D-4840-AB6D-E27423A0B4B3}"/>
          </ac:spMkLst>
        </pc:spChg>
        <pc:spChg chg="mod ord">
          <ac:chgData name="Casey Michael Keven Crafford" userId="S::219169640@mycput.ac.za::f9986a50-489f-4f86-889e-f85d5bb3a8ad" providerId="AD" clId="Web-{8398364D-FDEC-4DF5-A7B3-3703F0AB3277}" dt="2021-09-08T18:34:12.623" v="15"/>
          <ac:spMkLst>
            <pc:docMk/>
            <pc:sldMk cId="3970326179" sldId="270"/>
            <ac:spMk id="3" creationId="{161061F4-E518-4423-A8A6-72CEC9550011}"/>
          </ac:spMkLst>
        </pc:spChg>
      </pc:sldChg>
      <pc:sldChg chg="addSp delSp modSp mod modClrScheme delAnim delDesignElem chgLayout">
        <pc:chgData name="Casey Michael Keven Crafford" userId="S::219169640@mycput.ac.za::f9986a50-489f-4f86-889e-f85d5bb3a8ad" providerId="AD" clId="Web-{8398364D-FDEC-4DF5-A7B3-3703F0AB3277}" dt="2021-09-08T18:34:34.592" v="16"/>
        <pc:sldMkLst>
          <pc:docMk/>
          <pc:sldMk cId="2828050706" sldId="272"/>
        </pc:sldMkLst>
        <pc:spChg chg="mod ord">
          <ac:chgData name="Casey Michael Keven Crafford" userId="S::219169640@mycput.ac.za::f9986a50-489f-4f86-889e-f85d5bb3a8ad" providerId="AD" clId="Web-{8398364D-FDEC-4DF5-A7B3-3703F0AB3277}" dt="2021-09-08T18:34:12.623" v="15"/>
          <ac:spMkLst>
            <pc:docMk/>
            <pc:sldMk cId="2828050706" sldId="272"/>
            <ac:spMk id="2" creationId="{9A1D5423-AA5B-447E-A2A7-0622F91E90A0}"/>
          </ac:spMkLst>
        </pc:spChg>
        <pc:spChg chg="add del">
          <ac:chgData name="Casey Michael Keven Crafford" userId="S::219169640@mycput.ac.za::f9986a50-489f-4f86-889e-f85d5bb3a8ad" providerId="AD" clId="Web-{8398364D-FDEC-4DF5-A7B3-3703F0AB3277}" dt="2021-09-08T18:34:12.623" v="15"/>
          <ac:spMkLst>
            <pc:docMk/>
            <pc:sldMk cId="2828050706" sldId="272"/>
            <ac:spMk id="17" creationId="{C0B27210-D0CA-4654-B3E3-9ABB4F178EA1}"/>
          </ac:spMkLst>
        </pc:spChg>
        <pc:spChg chg="add del">
          <ac:chgData name="Casey Michael Keven Crafford" userId="S::219169640@mycput.ac.za::f9986a50-489f-4f86-889e-f85d5bb3a8ad" providerId="AD" clId="Web-{8398364D-FDEC-4DF5-A7B3-3703F0AB3277}" dt="2021-09-08T18:34:12.623" v="15"/>
          <ac:spMkLst>
            <pc:docMk/>
            <pc:sldMk cId="2828050706" sldId="272"/>
            <ac:spMk id="19" creationId="{1DB7C82F-AB7E-4F0C-B829-FA1B9C415180}"/>
          </ac:spMkLst>
        </pc:spChg>
        <pc:spChg chg="add del">
          <ac:chgData name="Casey Michael Keven Crafford" userId="S::219169640@mycput.ac.za::f9986a50-489f-4f86-889e-f85d5bb3a8ad" providerId="AD" clId="Web-{8398364D-FDEC-4DF5-A7B3-3703F0AB3277}" dt="2021-09-08T18:34:12.623" v="15"/>
          <ac:spMkLst>
            <pc:docMk/>
            <pc:sldMk cId="2828050706" sldId="272"/>
            <ac:spMk id="21" creationId="{70B66945-4967-4040-926D-DCA44313CDAB}"/>
          </ac:spMkLst>
        </pc:spChg>
        <pc:picChg chg="del">
          <ac:chgData name="Casey Michael Keven Crafford" userId="S::219169640@mycput.ac.za::f9986a50-489f-4f86-889e-f85d5bb3a8ad" providerId="AD" clId="Web-{8398364D-FDEC-4DF5-A7B3-3703F0AB3277}" dt="2021-09-08T18:34:34.592" v="16"/>
          <ac:picMkLst>
            <pc:docMk/>
            <pc:sldMk cId="2828050706" sldId="272"/>
            <ac:picMk id="4" creationId="{D0FD262D-A87A-4DC9-BC57-5CD1ABD979A4}"/>
          </ac:picMkLst>
        </pc:picChg>
      </pc:sldChg>
      <pc:sldChg chg="addSp delSp modSp mod modMedia modClrScheme addAnim delDesignElem chgLayout">
        <pc:chgData name="Casey Michael Keven Crafford" userId="S::219169640@mycput.ac.za::f9986a50-489f-4f86-889e-f85d5bb3a8ad" providerId="AD" clId="Web-{8398364D-FDEC-4DF5-A7B3-3703F0AB3277}" dt="2021-09-08T18:34:53.467" v="17"/>
        <pc:sldMkLst>
          <pc:docMk/>
          <pc:sldMk cId="3726642729" sldId="274"/>
        </pc:sldMkLst>
        <pc:spChg chg="mod ord">
          <ac:chgData name="Casey Michael Keven Crafford" userId="S::219169640@mycput.ac.za::f9986a50-489f-4f86-889e-f85d5bb3a8ad" providerId="AD" clId="Web-{8398364D-FDEC-4DF5-A7B3-3703F0AB3277}" dt="2021-09-08T18:34:12.623" v="15"/>
          <ac:spMkLst>
            <pc:docMk/>
            <pc:sldMk cId="3726642729" sldId="274"/>
            <ac:spMk id="2" creationId="{35C6C57E-C2C0-4E5A-80B1-3530103C7533}"/>
          </ac:spMkLst>
        </pc:spChg>
        <pc:spChg chg="mod ord">
          <ac:chgData name="Casey Michael Keven Crafford" userId="S::219169640@mycput.ac.za::f9986a50-489f-4f86-889e-f85d5bb3a8ad" providerId="AD" clId="Web-{8398364D-FDEC-4DF5-A7B3-3703F0AB3277}" dt="2021-09-08T18:34:12.623" v="15"/>
          <ac:spMkLst>
            <pc:docMk/>
            <pc:sldMk cId="3726642729" sldId="274"/>
            <ac:spMk id="3" creationId="{70D8A380-3BF3-4DD9-9511-A086260D5CD1}"/>
          </ac:spMkLst>
        </pc:spChg>
        <pc:spChg chg="add del">
          <ac:chgData name="Casey Michael Keven Crafford" userId="S::219169640@mycput.ac.za::f9986a50-489f-4f86-889e-f85d5bb3a8ad" providerId="AD" clId="Web-{8398364D-FDEC-4DF5-A7B3-3703F0AB3277}" dt="2021-09-08T18:34:12.623" v="15"/>
          <ac:spMkLst>
            <pc:docMk/>
            <pc:sldMk cId="3726642729" sldId="274"/>
            <ac:spMk id="9" creationId="{357DD0D3-F869-46D0-944C-6EC60E19E351}"/>
          </ac:spMkLst>
        </pc:spChg>
        <pc:picChg chg="add mod">
          <ac:chgData name="Casey Michael Keven Crafford" userId="S::219169640@mycput.ac.za::f9986a50-489f-4f86-889e-f85d5bb3a8ad" providerId="AD" clId="Web-{8398364D-FDEC-4DF5-A7B3-3703F0AB3277}" dt="2021-09-08T18:34:53.467" v="17"/>
          <ac:picMkLst>
            <pc:docMk/>
            <pc:sldMk cId="3726642729" sldId="274"/>
            <ac:picMk id="6" creationId="{87D3B433-D581-4AD6-9357-801359066075}"/>
          </ac:picMkLst>
        </pc:pic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745331828" sldId="275"/>
        </pc:sldMkLst>
        <pc:spChg chg="mod ord">
          <ac:chgData name="Casey Michael Keven Crafford" userId="S::219169640@mycput.ac.za::f9986a50-489f-4f86-889e-f85d5bb3a8ad" providerId="AD" clId="Web-{8398364D-FDEC-4DF5-A7B3-3703F0AB3277}" dt="2021-09-08T18:34:12.623" v="15"/>
          <ac:spMkLst>
            <pc:docMk/>
            <pc:sldMk cId="745331828" sldId="275"/>
            <ac:spMk id="2" creationId="{D514EF9C-D6BF-48AB-9F66-6B5EC7DB6D9C}"/>
          </ac:spMkLst>
        </pc:spChg>
        <pc:spChg chg="mod ord">
          <ac:chgData name="Casey Michael Keven Crafford" userId="S::219169640@mycput.ac.za::f9986a50-489f-4f86-889e-f85d5bb3a8ad" providerId="AD" clId="Web-{8398364D-FDEC-4DF5-A7B3-3703F0AB3277}" dt="2021-09-08T18:34:12.623" v="15"/>
          <ac:spMkLst>
            <pc:docMk/>
            <pc:sldMk cId="745331828" sldId="275"/>
            <ac:spMk id="3" creationId="{CCF9DB95-40C5-464C-B1BA-1DD95E3E59FD}"/>
          </ac:spMkLst>
        </pc:spChg>
        <pc:spChg chg="add del">
          <ac:chgData name="Casey Michael Keven Crafford" userId="S::219169640@mycput.ac.za::f9986a50-489f-4f86-889e-f85d5bb3a8ad" providerId="AD" clId="Web-{8398364D-FDEC-4DF5-A7B3-3703F0AB3277}" dt="2021-09-08T18:34:12.623" v="15"/>
          <ac:spMkLst>
            <pc:docMk/>
            <pc:sldMk cId="745331828" sldId="275"/>
            <ac:spMk id="11" creationId="{CF62D2A7-8207-488C-9F46-316BA81A16C8}"/>
          </ac:spMkLst>
        </pc:sp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3944542181" sldId="276"/>
        </pc:sldMkLst>
        <pc:spChg chg="mod ord">
          <ac:chgData name="Casey Michael Keven Crafford" userId="S::219169640@mycput.ac.za::f9986a50-489f-4f86-889e-f85d5bb3a8ad" providerId="AD" clId="Web-{8398364D-FDEC-4DF5-A7B3-3703F0AB3277}" dt="2021-09-08T18:34:12.623" v="15"/>
          <ac:spMkLst>
            <pc:docMk/>
            <pc:sldMk cId="3944542181" sldId="276"/>
            <ac:spMk id="2" creationId="{25D6F29A-0BCD-46BA-8A79-374566EFB34F}"/>
          </ac:spMkLst>
        </pc:spChg>
        <pc:spChg chg="mod ord">
          <ac:chgData name="Casey Michael Keven Crafford" userId="S::219169640@mycput.ac.za::f9986a50-489f-4f86-889e-f85d5bb3a8ad" providerId="AD" clId="Web-{8398364D-FDEC-4DF5-A7B3-3703F0AB3277}" dt="2021-09-08T18:34:12.623" v="15"/>
          <ac:spMkLst>
            <pc:docMk/>
            <pc:sldMk cId="3944542181" sldId="276"/>
            <ac:spMk id="8" creationId="{385A3B4E-7DBC-4F0C-BDA8-F915F2281E3B}"/>
          </ac:spMkLst>
        </pc:spChg>
        <pc:spChg chg="add del">
          <ac:chgData name="Casey Michael Keven Crafford" userId="S::219169640@mycput.ac.za::f9986a50-489f-4f86-889e-f85d5bb3a8ad" providerId="AD" clId="Web-{8398364D-FDEC-4DF5-A7B3-3703F0AB3277}" dt="2021-09-08T18:34:12.623" v="15"/>
          <ac:spMkLst>
            <pc:docMk/>
            <pc:sldMk cId="3944542181" sldId="276"/>
            <ac:spMk id="11" creationId="{867D4867-5BA7-4462-B2F6-A23F4A622AA7}"/>
          </ac:spMkLst>
        </pc:spChg>
      </pc:sldChg>
      <pc:sldChg chg="addSp delSp modSp mod modClrScheme delDesignElem chgLayout">
        <pc:chgData name="Casey Michael Keven Crafford" userId="S::219169640@mycput.ac.za::f9986a50-489f-4f86-889e-f85d5bb3a8ad" providerId="AD" clId="Web-{8398364D-FDEC-4DF5-A7B3-3703F0AB3277}" dt="2021-09-08T18:34:12.623" v="15"/>
        <pc:sldMkLst>
          <pc:docMk/>
          <pc:sldMk cId="2950647060" sldId="278"/>
        </pc:sldMkLst>
        <pc:spChg chg="mod ord">
          <ac:chgData name="Casey Michael Keven Crafford" userId="S::219169640@mycput.ac.za::f9986a50-489f-4f86-889e-f85d5bb3a8ad" providerId="AD" clId="Web-{8398364D-FDEC-4DF5-A7B3-3703F0AB3277}" dt="2021-09-08T18:34:12.623" v="15"/>
          <ac:spMkLst>
            <pc:docMk/>
            <pc:sldMk cId="2950647060" sldId="278"/>
            <ac:spMk id="2" creationId="{25D6F29A-0BCD-46BA-8A79-374566EFB34F}"/>
          </ac:spMkLst>
        </pc:spChg>
        <pc:spChg chg="mod ord">
          <ac:chgData name="Casey Michael Keven Crafford" userId="S::219169640@mycput.ac.za::f9986a50-489f-4f86-889e-f85d5bb3a8ad" providerId="AD" clId="Web-{8398364D-FDEC-4DF5-A7B3-3703F0AB3277}" dt="2021-09-08T18:34:12.623" v="15"/>
          <ac:spMkLst>
            <pc:docMk/>
            <pc:sldMk cId="2950647060" sldId="278"/>
            <ac:spMk id="8" creationId="{385A3B4E-7DBC-4F0C-BDA8-F915F2281E3B}"/>
          </ac:spMkLst>
        </pc:spChg>
        <pc:spChg chg="add del">
          <ac:chgData name="Casey Michael Keven Crafford" userId="S::219169640@mycput.ac.za::f9986a50-489f-4f86-889e-f85d5bb3a8ad" providerId="AD" clId="Web-{8398364D-FDEC-4DF5-A7B3-3703F0AB3277}" dt="2021-09-08T18:34:12.623" v="15"/>
          <ac:spMkLst>
            <pc:docMk/>
            <pc:sldMk cId="2950647060" sldId="278"/>
            <ac:spMk id="11" creationId="{867D4867-5BA7-4462-B2F6-A23F4A622AA7}"/>
          </ac:spMkLst>
        </pc:spChg>
      </pc:sldChg>
      <pc:sldMasterChg chg="add del addSldLayout delSldLayout">
        <pc:chgData name="Casey Michael Keven Crafford" userId="S::219169640@mycput.ac.za::f9986a50-489f-4f86-889e-f85d5bb3a8ad" providerId="AD" clId="Web-{8398364D-FDEC-4DF5-A7B3-3703F0AB3277}" dt="2021-09-08T18:34:12.623" v="15"/>
        <pc:sldMasterMkLst>
          <pc:docMk/>
          <pc:sldMasterMk cId="422428710" sldId="2147483684"/>
        </pc:sldMasterMkLst>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941893377" sldId="2147483685"/>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2006373035" sldId="2147483686"/>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4275072907" sldId="2147483687"/>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1445155823" sldId="2147483688"/>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3184423461" sldId="2147483689"/>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2303624506" sldId="2147483690"/>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3944790219" sldId="2147483691"/>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3280265131" sldId="2147483692"/>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2143326807" sldId="2147483693"/>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2157619556" sldId="2147483694"/>
          </pc:sldLayoutMkLst>
        </pc:sldLayoutChg>
        <pc:sldLayoutChg chg="add del">
          <pc:chgData name="Casey Michael Keven Crafford" userId="S::219169640@mycput.ac.za::f9986a50-489f-4f86-889e-f85d5bb3a8ad" providerId="AD" clId="Web-{8398364D-FDEC-4DF5-A7B3-3703F0AB3277}" dt="2021-09-08T18:34:12.623" v="15"/>
          <pc:sldLayoutMkLst>
            <pc:docMk/>
            <pc:sldMasterMk cId="422428710" sldId="2147483684"/>
            <pc:sldLayoutMk cId="1297391508" sldId="2147483695"/>
          </pc:sldLayoutMkLst>
        </pc:sldLayoutChg>
      </pc:sldMasterChg>
      <pc:sldMasterChg chg="add del addSldLayout delSldLayout modSldLayout">
        <pc:chgData name="Casey Michael Keven Crafford" userId="S::219169640@mycput.ac.za::f9986a50-489f-4f86-889e-f85d5bb3a8ad" providerId="AD" clId="Web-{8398364D-FDEC-4DF5-A7B3-3703F0AB3277}" dt="2021-09-08T18:34:12.623" v="15"/>
        <pc:sldMasterMkLst>
          <pc:docMk/>
          <pc:sldMasterMk cId="3097386463" sldId="2147483696"/>
        </pc:sldMasterMkLst>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1391889167" sldId="2147483697"/>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3329570434" sldId="2147483698"/>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1577407195" sldId="2147483699"/>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2645382153" sldId="2147483700"/>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1100723261" sldId="2147483701"/>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761855172" sldId="2147483702"/>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3659154999" sldId="2147483703"/>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3357354317" sldId="2147483704"/>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3303250438" sldId="2147483705"/>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128710288" sldId="2147483706"/>
          </pc:sldLayoutMkLst>
        </pc:sldLayoutChg>
        <pc:sldLayoutChg chg="add del mod replId">
          <pc:chgData name="Casey Michael Keven Crafford" userId="S::219169640@mycput.ac.za::f9986a50-489f-4f86-889e-f85d5bb3a8ad" providerId="AD" clId="Web-{8398364D-FDEC-4DF5-A7B3-3703F0AB3277}" dt="2021-09-08T18:34:12.623" v="15"/>
          <pc:sldLayoutMkLst>
            <pc:docMk/>
            <pc:sldMasterMk cId="3097386463" sldId="2147483696"/>
            <pc:sldLayoutMk cId="3121387320" sldId="2147483707"/>
          </pc:sldLayoutMkLst>
        </pc:sldLayoutChg>
      </pc:sldMasterChg>
      <pc:sldMasterChg chg="add del addSldLayout delSldLayout modSldLayout">
        <pc:chgData name="Casey Michael Keven Crafford" userId="S::219169640@mycput.ac.za::f9986a50-489f-4f86-889e-f85d5bb3a8ad" providerId="AD" clId="Web-{8398364D-FDEC-4DF5-A7B3-3703F0AB3277}" dt="2021-09-08T18:34:08.263" v="14"/>
        <pc:sldMasterMkLst>
          <pc:docMk/>
          <pc:sldMasterMk cId="3379822017" sldId="2147483708"/>
        </pc:sldMasterMkLst>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3054045181" sldId="2147483709"/>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2448238879" sldId="2147483710"/>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149975294" sldId="2147483711"/>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1203079694" sldId="2147483712"/>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1963133206" sldId="2147483713"/>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1967373227" sldId="2147483714"/>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2947516015" sldId="2147483715"/>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1019567" sldId="2147483716"/>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1377443490" sldId="2147483717"/>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3337555732" sldId="2147483718"/>
          </pc:sldLayoutMkLst>
        </pc:sldLayoutChg>
        <pc:sldLayoutChg chg="add del mod replId">
          <pc:chgData name="Casey Michael Keven Crafford" userId="S::219169640@mycput.ac.za::f9986a50-489f-4f86-889e-f85d5bb3a8ad" providerId="AD" clId="Web-{8398364D-FDEC-4DF5-A7B3-3703F0AB3277}" dt="2021-09-08T18:34:08.263" v="14"/>
          <pc:sldLayoutMkLst>
            <pc:docMk/>
            <pc:sldMasterMk cId="3379822017" sldId="2147483708"/>
            <pc:sldLayoutMk cId="2559034586" sldId="2147483719"/>
          </pc:sldLayoutMkLst>
        </pc:sldLayoutChg>
      </pc:sldMasterChg>
      <pc:sldMasterChg chg="add del addSldLayout delSldLayout modSldLayout">
        <pc:chgData name="Casey Michael Keven Crafford" userId="S::219169640@mycput.ac.za::f9986a50-489f-4f86-889e-f85d5bb3a8ad" providerId="AD" clId="Web-{8398364D-FDEC-4DF5-A7B3-3703F0AB3277}" dt="2021-09-08T18:34:02.200" v="13"/>
        <pc:sldMasterMkLst>
          <pc:docMk/>
          <pc:sldMasterMk cId="2431912398" sldId="2147483720"/>
        </pc:sldMasterMkLst>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3263106013" sldId="2147483721"/>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1801785130" sldId="2147483722"/>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1448068639" sldId="2147483723"/>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2626770759" sldId="2147483724"/>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2644498651" sldId="2147483725"/>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463750401" sldId="2147483726"/>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4036091073" sldId="2147483727"/>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818489161" sldId="2147483728"/>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2586168844" sldId="2147483729"/>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4026059275" sldId="2147483730"/>
          </pc:sldLayoutMkLst>
        </pc:sldLayoutChg>
        <pc:sldLayoutChg chg="add del mod replId">
          <pc:chgData name="Casey Michael Keven Crafford" userId="S::219169640@mycput.ac.za::f9986a50-489f-4f86-889e-f85d5bb3a8ad" providerId="AD" clId="Web-{8398364D-FDEC-4DF5-A7B3-3703F0AB3277}" dt="2021-09-08T18:34:02.200" v="13"/>
          <pc:sldLayoutMkLst>
            <pc:docMk/>
            <pc:sldMasterMk cId="2431912398" sldId="2147483720"/>
            <pc:sldLayoutMk cId="1591883903" sldId="2147483731"/>
          </pc:sldLayoutMkLst>
        </pc:sldLayoutChg>
      </pc:sldMasterChg>
    </pc:docChg>
  </pc:docChgLst>
  <pc:docChgLst>
    <pc:chgData name="Casey Michael Keven Crafford" userId="S::219169640@mycput.ac.za::f9986a50-489f-4f86-889e-f85d5bb3a8ad" providerId="AD" clId="Web-{F49B6F31-96E3-4A81-9052-E46DF7FFD73F}"/>
    <pc:docChg chg="modSld">
      <pc:chgData name="Casey Michael Keven Crafford" userId="S::219169640@mycput.ac.za::f9986a50-489f-4f86-889e-f85d5bb3a8ad" providerId="AD" clId="Web-{F49B6F31-96E3-4A81-9052-E46DF7FFD73F}" dt="2021-09-07T16:34:41.132" v="4" actId="20577"/>
      <pc:docMkLst>
        <pc:docMk/>
      </pc:docMkLst>
      <pc:sldChg chg="modSp">
        <pc:chgData name="Casey Michael Keven Crafford" userId="S::219169640@mycput.ac.za::f9986a50-489f-4f86-889e-f85d5bb3a8ad" providerId="AD" clId="Web-{F49B6F31-96E3-4A81-9052-E46DF7FFD73F}" dt="2021-09-07T16:32:58.786" v="2" actId="20577"/>
        <pc:sldMkLst>
          <pc:docMk/>
          <pc:sldMk cId="422156484" sldId="263"/>
        </pc:sldMkLst>
        <pc:spChg chg="mod">
          <ac:chgData name="Casey Michael Keven Crafford" userId="S::219169640@mycput.ac.za::f9986a50-489f-4f86-889e-f85d5bb3a8ad" providerId="AD" clId="Web-{F49B6F31-96E3-4A81-9052-E46DF7FFD73F}" dt="2021-09-07T16:32:58.786" v="2" actId="20577"/>
          <ac:spMkLst>
            <pc:docMk/>
            <pc:sldMk cId="422156484" sldId="263"/>
            <ac:spMk id="3" creationId="{151AB9C6-699C-4EC7-9A9B-5C84522E5BF2}"/>
          </ac:spMkLst>
        </pc:spChg>
      </pc:sldChg>
      <pc:sldChg chg="modSp">
        <pc:chgData name="Casey Michael Keven Crafford" userId="S::219169640@mycput.ac.za::f9986a50-489f-4f86-889e-f85d5bb3a8ad" providerId="AD" clId="Web-{F49B6F31-96E3-4A81-9052-E46DF7FFD73F}" dt="2021-09-07T16:31:57.675" v="0" actId="20577"/>
        <pc:sldMkLst>
          <pc:docMk/>
          <pc:sldMk cId="3182990411" sldId="265"/>
        </pc:sldMkLst>
        <pc:spChg chg="mod">
          <ac:chgData name="Casey Michael Keven Crafford" userId="S::219169640@mycput.ac.za::f9986a50-489f-4f86-889e-f85d5bb3a8ad" providerId="AD" clId="Web-{F49B6F31-96E3-4A81-9052-E46DF7FFD73F}" dt="2021-09-07T16:31:57.675" v="0" actId="20577"/>
          <ac:spMkLst>
            <pc:docMk/>
            <pc:sldMk cId="3182990411" sldId="265"/>
            <ac:spMk id="2" creationId="{A6F24992-7331-49AB-BB5A-8D99F1DA7F5D}"/>
          </ac:spMkLst>
        </pc:spChg>
      </pc:sldChg>
      <pc:sldChg chg="modSp">
        <pc:chgData name="Casey Michael Keven Crafford" userId="S::219169640@mycput.ac.za::f9986a50-489f-4f86-889e-f85d5bb3a8ad" providerId="AD" clId="Web-{F49B6F31-96E3-4A81-9052-E46DF7FFD73F}" dt="2021-09-07T16:34:41.132" v="4" actId="20577"/>
        <pc:sldMkLst>
          <pc:docMk/>
          <pc:sldMk cId="436603215" sldId="267"/>
        </pc:sldMkLst>
        <pc:spChg chg="mod">
          <ac:chgData name="Casey Michael Keven Crafford" userId="S::219169640@mycput.ac.za::f9986a50-489f-4f86-889e-f85d5bb3a8ad" providerId="AD" clId="Web-{F49B6F31-96E3-4A81-9052-E46DF7FFD73F}" dt="2021-09-07T16:34:41.132" v="4" actId="20577"/>
          <ac:spMkLst>
            <pc:docMk/>
            <pc:sldMk cId="436603215" sldId="267"/>
            <ac:spMk id="3" creationId="{005F8C3F-9497-4722-836E-B89FAC4AE710}"/>
          </ac:spMkLst>
        </pc:spChg>
      </pc:sldChg>
    </pc:docChg>
  </pc:docChgLst>
  <pc:docChgLst>
    <pc:chgData name="Siyabulela Gxoyiya" userId="S::219288925@mycput.ac.za::d216f588-38df-44b6-a82f-38675bec932e" providerId="AD" clId="Web-{8192B0CC-F8C6-49DD-8E12-F93C0D9A6D33}"/>
    <pc:docChg chg="modSld">
      <pc:chgData name="Siyabulela Gxoyiya" userId="S::219288925@mycput.ac.za::d216f588-38df-44b6-a82f-38675bec932e" providerId="AD" clId="Web-{8192B0CC-F8C6-49DD-8E12-F93C0D9A6D33}" dt="2021-09-07T18:16:33.453" v="5"/>
      <pc:docMkLst>
        <pc:docMk/>
      </pc:docMkLst>
      <pc:sldChg chg="addSp modSp modMedia addAnim">
        <pc:chgData name="Siyabulela Gxoyiya" userId="S::219288925@mycput.ac.za::d216f588-38df-44b6-a82f-38675bec932e" providerId="AD" clId="Web-{8192B0CC-F8C6-49DD-8E12-F93C0D9A6D33}" dt="2021-09-07T18:14:58.826" v="4"/>
        <pc:sldMkLst>
          <pc:docMk/>
          <pc:sldMk cId="869728008" sldId="259"/>
        </pc:sldMkLst>
        <pc:spChg chg="mod">
          <ac:chgData name="Siyabulela Gxoyiya" userId="S::219288925@mycput.ac.za::d216f588-38df-44b6-a82f-38675bec932e" providerId="AD" clId="Web-{8192B0CC-F8C6-49DD-8E12-F93C0D9A6D33}" dt="2021-09-07T17:40:10.450" v="3" actId="20577"/>
          <ac:spMkLst>
            <pc:docMk/>
            <pc:sldMk cId="869728008" sldId="259"/>
            <ac:spMk id="3" creationId="{A96F6E09-AB95-4521-A748-E5AACE9744AA}"/>
          </ac:spMkLst>
        </pc:spChg>
        <pc:picChg chg="add mod">
          <ac:chgData name="Siyabulela Gxoyiya" userId="S::219288925@mycput.ac.za::d216f588-38df-44b6-a82f-38675bec932e" providerId="AD" clId="Web-{8192B0CC-F8C6-49DD-8E12-F93C0D9A6D33}" dt="2021-09-07T18:14:58.826" v="4"/>
          <ac:picMkLst>
            <pc:docMk/>
            <pc:sldMk cId="869728008" sldId="259"/>
            <ac:picMk id="4" creationId="{F7AE0FB0-E2E1-4A62-847E-3BCE799F61C5}"/>
          </ac:picMkLst>
        </pc:picChg>
      </pc:sldChg>
      <pc:sldChg chg="addSp modSp modMedia addAnim">
        <pc:chgData name="Siyabulela Gxoyiya" userId="S::219288925@mycput.ac.za::d216f588-38df-44b6-a82f-38675bec932e" providerId="AD" clId="Web-{8192B0CC-F8C6-49DD-8E12-F93C0D9A6D33}" dt="2021-09-07T18:16:33.453" v="5"/>
        <pc:sldMkLst>
          <pc:docMk/>
          <pc:sldMk cId="261546201" sldId="268"/>
        </pc:sldMkLst>
        <pc:picChg chg="add mod">
          <ac:chgData name="Siyabulela Gxoyiya" userId="S::219288925@mycput.ac.za::d216f588-38df-44b6-a82f-38675bec932e" providerId="AD" clId="Web-{8192B0CC-F8C6-49DD-8E12-F93C0D9A6D33}" dt="2021-09-07T18:16:33.453" v="5"/>
          <ac:picMkLst>
            <pc:docMk/>
            <pc:sldMk cId="261546201" sldId="268"/>
            <ac:picMk id="4" creationId="{CEEC284E-9853-4422-8048-A99DD3C2DD5D}"/>
          </ac:picMkLst>
        </pc:picChg>
      </pc:sldChg>
    </pc:docChg>
  </pc:docChgLst>
  <pc:docChgLst>
    <pc:chgData name="Casey Michael Keven Crafford" userId="S::219169640@mycput.ac.za::f9986a50-489f-4f86-889e-f85d5bb3a8ad" providerId="AD" clId="Web-{9790B8D3-9942-49A2-8AFC-D0A8A525E57B}"/>
    <pc:docChg chg="modSld">
      <pc:chgData name="Casey Michael Keven Crafford" userId="S::219169640@mycput.ac.za::f9986a50-489f-4f86-889e-f85d5bb3a8ad" providerId="AD" clId="Web-{9790B8D3-9942-49A2-8AFC-D0A8A525E57B}" dt="2021-09-08T19:25:11.275" v="74" actId="1076"/>
      <pc:docMkLst>
        <pc:docMk/>
      </pc:docMkLst>
      <pc:sldChg chg="modSp">
        <pc:chgData name="Casey Michael Keven Crafford" userId="S::219169640@mycput.ac.za::f9986a50-489f-4f86-889e-f85d5bb3a8ad" providerId="AD" clId="Web-{9790B8D3-9942-49A2-8AFC-D0A8A525E57B}" dt="2021-09-08T19:23:57.836" v="67" actId="1076"/>
        <pc:sldMkLst>
          <pc:docMk/>
          <pc:sldMk cId="2828050706" sldId="272"/>
        </pc:sldMkLst>
        <pc:picChg chg="mod">
          <ac:chgData name="Casey Michael Keven Crafford" userId="S::219169640@mycput.ac.za::f9986a50-489f-4f86-889e-f85d5bb3a8ad" providerId="AD" clId="Web-{9790B8D3-9942-49A2-8AFC-D0A8A525E57B}" dt="2021-09-08T19:23:57.836" v="67" actId="1076"/>
          <ac:picMkLst>
            <pc:docMk/>
            <pc:sldMk cId="2828050706" sldId="272"/>
            <ac:picMk id="3" creationId="{80734A21-E5CC-4C15-8892-210904582A8E}"/>
          </ac:picMkLst>
        </pc:picChg>
      </pc:sldChg>
      <pc:sldChg chg="delSp modSp modMedia delAnim">
        <pc:chgData name="Casey Michael Keven Crafford" userId="S::219169640@mycput.ac.za::f9986a50-489f-4f86-889e-f85d5bb3a8ad" providerId="AD" clId="Web-{9790B8D3-9942-49A2-8AFC-D0A8A525E57B}" dt="2021-09-08T19:24:40.853" v="71" actId="1076"/>
        <pc:sldMkLst>
          <pc:docMk/>
          <pc:sldMk cId="3726642729" sldId="274"/>
        </pc:sldMkLst>
        <pc:picChg chg="mod">
          <ac:chgData name="Casey Michael Keven Crafford" userId="S::219169640@mycput.ac.za::f9986a50-489f-4f86-889e-f85d5bb3a8ad" providerId="AD" clId="Web-{9790B8D3-9942-49A2-8AFC-D0A8A525E57B}" dt="2021-09-08T19:24:40.853" v="71" actId="1076"/>
          <ac:picMkLst>
            <pc:docMk/>
            <pc:sldMk cId="3726642729" sldId="274"/>
            <ac:picMk id="5" creationId="{D046E871-6A8C-4C62-BBC7-27DA2B9E5066}"/>
          </ac:picMkLst>
        </pc:picChg>
        <pc:picChg chg="del mod">
          <ac:chgData name="Casey Michael Keven Crafford" userId="S::219169640@mycput.ac.za::f9986a50-489f-4f86-889e-f85d5bb3a8ad" providerId="AD" clId="Web-{9790B8D3-9942-49A2-8AFC-D0A8A525E57B}" dt="2021-09-08T19:24:29.165" v="69"/>
          <ac:picMkLst>
            <pc:docMk/>
            <pc:sldMk cId="3726642729" sldId="274"/>
            <ac:picMk id="6" creationId="{87D3B433-D581-4AD6-9357-801359066075}"/>
          </ac:picMkLst>
        </pc:picChg>
      </pc:sldChg>
      <pc:sldChg chg="modSp">
        <pc:chgData name="Casey Michael Keven Crafford" userId="S::219169640@mycput.ac.za::f9986a50-489f-4f86-889e-f85d5bb3a8ad" providerId="AD" clId="Web-{9790B8D3-9942-49A2-8AFC-D0A8A525E57B}" dt="2021-09-08T19:25:11.275" v="74" actId="1076"/>
        <pc:sldMkLst>
          <pc:docMk/>
          <pc:sldMk cId="745331828" sldId="275"/>
        </pc:sldMkLst>
        <pc:picChg chg="mod">
          <ac:chgData name="Casey Michael Keven Crafford" userId="S::219169640@mycput.ac.za::f9986a50-489f-4f86-889e-f85d5bb3a8ad" providerId="AD" clId="Web-{9790B8D3-9942-49A2-8AFC-D0A8A525E57B}" dt="2021-09-08T19:25:11.275" v="74" actId="1076"/>
          <ac:picMkLst>
            <pc:docMk/>
            <pc:sldMk cId="745331828" sldId="275"/>
            <ac:picMk id="12" creationId="{C3ED50D7-A16E-4127-8AD5-0A4C098A9705}"/>
          </ac:picMkLst>
        </pc:picChg>
      </pc:sldChg>
      <pc:sldChg chg="modSp">
        <pc:chgData name="Casey Michael Keven Crafford" userId="S::219169640@mycput.ac.za::f9986a50-489f-4f86-889e-f85d5bb3a8ad" providerId="AD" clId="Web-{9790B8D3-9942-49A2-8AFC-D0A8A525E57B}" dt="2021-09-08T19:24:58.775" v="72" actId="1076"/>
        <pc:sldMkLst>
          <pc:docMk/>
          <pc:sldMk cId="3944542181" sldId="276"/>
        </pc:sldMkLst>
        <pc:picChg chg="mod">
          <ac:chgData name="Casey Michael Keven Crafford" userId="S::219169640@mycput.ac.za::f9986a50-489f-4f86-889e-f85d5bb3a8ad" providerId="AD" clId="Web-{9790B8D3-9942-49A2-8AFC-D0A8A525E57B}" dt="2021-09-08T19:24:58.775" v="72" actId="1076"/>
          <ac:picMkLst>
            <pc:docMk/>
            <pc:sldMk cId="3944542181" sldId="276"/>
            <ac:picMk id="3" creationId="{81A69F16-D141-41BB-A524-EBD2F66EB0C8}"/>
          </ac:picMkLst>
        </pc:picChg>
      </pc:sldChg>
      <pc:sldChg chg="modSp">
        <pc:chgData name="Casey Michael Keven Crafford" userId="S::219169640@mycput.ac.za::f9986a50-489f-4f86-889e-f85d5bb3a8ad" providerId="AD" clId="Web-{9790B8D3-9942-49A2-8AFC-D0A8A525E57B}" dt="2021-09-08T19:25:05.135" v="73" actId="1076"/>
        <pc:sldMkLst>
          <pc:docMk/>
          <pc:sldMk cId="2950647060" sldId="278"/>
        </pc:sldMkLst>
        <pc:picChg chg="mod">
          <ac:chgData name="Casey Michael Keven Crafford" userId="S::219169640@mycput.ac.za::f9986a50-489f-4f86-889e-f85d5bb3a8ad" providerId="AD" clId="Web-{9790B8D3-9942-49A2-8AFC-D0A8A525E57B}" dt="2021-09-08T19:25:05.135" v="73" actId="1076"/>
          <ac:picMkLst>
            <pc:docMk/>
            <pc:sldMk cId="2950647060" sldId="278"/>
            <ac:picMk id="4" creationId="{4104ED64-99B2-48B3-97CB-306F3AE927F2}"/>
          </ac:picMkLst>
        </pc:picChg>
      </pc:sldChg>
      <pc:sldChg chg="modSp">
        <pc:chgData name="Casey Michael Keven Crafford" userId="S::219169640@mycput.ac.za::f9986a50-489f-4f86-889e-f85d5bb3a8ad" providerId="AD" clId="Web-{9790B8D3-9942-49A2-8AFC-D0A8A525E57B}" dt="2021-09-08T19:18:32.062" v="66" actId="14100"/>
        <pc:sldMkLst>
          <pc:docMk/>
          <pc:sldMk cId="2350634277" sldId="279"/>
        </pc:sldMkLst>
        <pc:spChg chg="mod">
          <ac:chgData name="Casey Michael Keven Crafford" userId="S::219169640@mycput.ac.za::f9986a50-489f-4f86-889e-f85d5bb3a8ad" providerId="AD" clId="Web-{9790B8D3-9942-49A2-8AFC-D0A8A525E57B}" dt="2021-09-08T19:17:44.373" v="65" actId="20577"/>
          <ac:spMkLst>
            <pc:docMk/>
            <pc:sldMk cId="2350634277" sldId="279"/>
            <ac:spMk id="3" creationId="{85851513-D478-41BF-BFFC-904AF922419F}"/>
          </ac:spMkLst>
        </pc:spChg>
        <pc:spChg chg="mod">
          <ac:chgData name="Casey Michael Keven Crafford" userId="S::219169640@mycput.ac.za::f9986a50-489f-4f86-889e-f85d5bb3a8ad" providerId="AD" clId="Web-{9790B8D3-9942-49A2-8AFC-D0A8A525E57B}" dt="2021-09-08T19:18:32.062" v="66" actId="14100"/>
          <ac:spMkLst>
            <pc:docMk/>
            <pc:sldMk cId="2350634277" sldId="279"/>
            <ac:spMk id="4" creationId="{94F6CDDC-F179-4FD0-A26C-424DEB8DD443}"/>
          </ac:spMkLst>
        </pc:spChg>
      </pc:sldChg>
    </pc:docChg>
  </pc:docChgLst>
  <pc:docChgLst>
    <pc:chgData name="Melven Johannes Booysen" userId="S::219201277@mycput.ac.za::786fa234-875d-4214-87fd-5d50b57d43ce" providerId="AD" clId="Web-{6D5291AA-F412-4669-9B33-3E391E3D6631}"/>
    <pc:docChg chg="addSld delSld modSld">
      <pc:chgData name="Melven Johannes Booysen" userId="S::219201277@mycput.ac.za::786fa234-875d-4214-87fd-5d50b57d43ce" providerId="AD" clId="Web-{6D5291AA-F412-4669-9B33-3E391E3D6631}" dt="2021-09-08T19:16:50.030" v="673" actId="20577"/>
      <pc:docMkLst>
        <pc:docMk/>
      </pc:docMkLst>
      <pc:sldChg chg="addSp delSp modSp mod modMedia setBg addAnim delAnim setClrOvrMap">
        <pc:chgData name="Melven Johannes Booysen" userId="S::219201277@mycput.ac.za::786fa234-875d-4214-87fd-5d50b57d43ce" providerId="AD" clId="Web-{6D5291AA-F412-4669-9B33-3E391E3D6631}" dt="2021-09-08T19:09:33.269" v="658"/>
        <pc:sldMkLst>
          <pc:docMk/>
          <pc:sldMk cId="109857222" sldId="256"/>
        </pc:sldMkLst>
        <pc:spChg chg="mod ord">
          <ac:chgData name="Melven Johannes Booysen" userId="S::219201277@mycput.ac.za::786fa234-875d-4214-87fd-5d50b57d43ce" providerId="AD" clId="Web-{6D5291AA-F412-4669-9B33-3E391E3D6631}" dt="2021-09-08T18:51:14.686" v="615"/>
          <ac:spMkLst>
            <pc:docMk/>
            <pc:sldMk cId="109857222" sldId="256"/>
            <ac:spMk id="3" creationId="{00000000-0000-0000-0000-000000000000}"/>
          </ac:spMkLst>
        </pc:spChg>
        <pc:spChg chg="mod ord">
          <ac:chgData name="Melven Johannes Booysen" userId="S::219201277@mycput.ac.za::786fa234-875d-4214-87fd-5d50b57d43ce" providerId="AD" clId="Web-{6D5291AA-F412-4669-9B33-3E391E3D6631}" dt="2021-09-08T18:51:14.686" v="615"/>
          <ac:spMkLst>
            <pc:docMk/>
            <pc:sldMk cId="109857222" sldId="256"/>
            <ac:spMk id="6" creationId="{7C3CA36E-B93F-472C-AB18-EEFF055D50CA}"/>
          </ac:spMkLst>
        </pc:spChg>
        <pc:spChg chg="del">
          <ac:chgData name="Melven Johannes Booysen" userId="S::219201277@mycput.ac.za::786fa234-875d-4214-87fd-5d50b57d43ce" providerId="AD" clId="Web-{6D5291AA-F412-4669-9B33-3E391E3D6631}" dt="2021-09-08T18:37:11.880" v="570"/>
          <ac:spMkLst>
            <pc:docMk/>
            <pc:sldMk cId="109857222" sldId="256"/>
            <ac:spMk id="30" creationId="{09588DA8-065E-4F6F-8EFD-43104AB2E0CF}"/>
          </ac:spMkLst>
        </pc:spChg>
        <pc:spChg chg="del">
          <ac:chgData name="Melven Johannes Booysen" userId="S::219201277@mycput.ac.za::786fa234-875d-4214-87fd-5d50b57d43ce" providerId="AD" clId="Web-{6D5291AA-F412-4669-9B33-3E391E3D6631}" dt="2021-09-08T18:37:11.880" v="570"/>
          <ac:spMkLst>
            <pc:docMk/>
            <pc:sldMk cId="109857222" sldId="256"/>
            <ac:spMk id="31" creationId="{C4285719-470E-454C-AF62-8323075F1F5B}"/>
          </ac:spMkLst>
        </pc:spChg>
        <pc:spChg chg="del">
          <ac:chgData name="Melven Johannes Booysen" userId="S::219201277@mycput.ac.za::786fa234-875d-4214-87fd-5d50b57d43ce" providerId="AD" clId="Web-{6D5291AA-F412-4669-9B33-3E391E3D6631}" dt="2021-09-08T18:37:11.880" v="570"/>
          <ac:spMkLst>
            <pc:docMk/>
            <pc:sldMk cId="109857222" sldId="256"/>
            <ac:spMk id="32" creationId="{CD9FE4EF-C4D8-49A0-B2FF-81D8DB7D8A24}"/>
          </ac:spMkLst>
        </pc:spChg>
        <pc:spChg chg="del">
          <ac:chgData name="Melven Johannes Booysen" userId="S::219201277@mycput.ac.za::786fa234-875d-4214-87fd-5d50b57d43ce" providerId="AD" clId="Web-{6D5291AA-F412-4669-9B33-3E391E3D6631}" dt="2021-09-08T18:37:11.880" v="570"/>
          <ac:spMkLst>
            <pc:docMk/>
            <pc:sldMk cId="109857222" sldId="256"/>
            <ac:spMk id="33" creationId="{4300840D-0A0B-4512-BACA-B439D5B9C57C}"/>
          </ac:spMkLst>
        </pc:spChg>
        <pc:spChg chg="del">
          <ac:chgData name="Melven Johannes Booysen" userId="S::219201277@mycput.ac.za::786fa234-875d-4214-87fd-5d50b57d43ce" providerId="AD" clId="Web-{6D5291AA-F412-4669-9B33-3E391E3D6631}" dt="2021-09-08T18:37:11.880" v="570"/>
          <ac:spMkLst>
            <pc:docMk/>
            <pc:sldMk cId="109857222" sldId="256"/>
            <ac:spMk id="34" creationId="{D2B78728-A580-49A7-84F9-6EF6F583ADE0}"/>
          </ac:spMkLst>
        </pc:spChg>
        <pc:spChg chg="del">
          <ac:chgData name="Melven Johannes Booysen" userId="S::219201277@mycput.ac.za::786fa234-875d-4214-87fd-5d50b57d43ce" providerId="AD" clId="Web-{6D5291AA-F412-4669-9B33-3E391E3D6631}" dt="2021-09-08T18:37:11.880" v="570"/>
          <ac:spMkLst>
            <pc:docMk/>
            <pc:sldMk cId="109857222" sldId="256"/>
            <ac:spMk id="35" creationId="{38FAA1A1-D861-433F-88FA-1E9D6FD31D11}"/>
          </ac:spMkLst>
        </pc:spChg>
        <pc:spChg chg="del">
          <ac:chgData name="Melven Johannes Booysen" userId="S::219201277@mycput.ac.za::786fa234-875d-4214-87fd-5d50b57d43ce" providerId="AD" clId="Web-{6D5291AA-F412-4669-9B33-3E391E3D6631}" dt="2021-09-08T18:37:11.880" v="570"/>
          <ac:spMkLst>
            <pc:docMk/>
            <pc:sldMk cId="109857222" sldId="256"/>
            <ac:spMk id="36" creationId="{8D71EDA1-87BF-4D5D-AB79-F346FD19278A}"/>
          </ac:spMkLst>
        </pc:spChg>
        <pc:spChg chg="add">
          <ac:chgData name="Melven Johannes Booysen" userId="S::219201277@mycput.ac.za::786fa234-875d-4214-87fd-5d50b57d43ce" providerId="AD" clId="Web-{6D5291AA-F412-4669-9B33-3E391E3D6631}" dt="2021-09-08T18:37:11.880" v="570"/>
          <ac:spMkLst>
            <pc:docMk/>
            <pc:sldMk cId="109857222" sldId="256"/>
            <ac:spMk id="41" creationId="{9AA72BD9-2C5A-4EDC-931F-5AA08EACA0F3}"/>
          </ac:spMkLst>
        </pc:spChg>
        <pc:spChg chg="add">
          <ac:chgData name="Melven Johannes Booysen" userId="S::219201277@mycput.ac.za::786fa234-875d-4214-87fd-5d50b57d43ce" providerId="AD" clId="Web-{6D5291AA-F412-4669-9B33-3E391E3D6631}" dt="2021-09-08T18:37:11.880" v="570"/>
          <ac:spMkLst>
            <pc:docMk/>
            <pc:sldMk cId="109857222" sldId="256"/>
            <ac:spMk id="43" creationId="{DD3981AC-7B61-4947-BCF3-F7AA7FA385B9}"/>
          </ac:spMkLst>
        </pc:spChg>
        <pc:spChg chg="add">
          <ac:chgData name="Melven Johannes Booysen" userId="S::219201277@mycput.ac.za::786fa234-875d-4214-87fd-5d50b57d43ce" providerId="AD" clId="Web-{6D5291AA-F412-4669-9B33-3E391E3D6631}" dt="2021-09-08T18:37:11.880" v="570"/>
          <ac:spMkLst>
            <pc:docMk/>
            <pc:sldMk cId="109857222" sldId="256"/>
            <ac:spMk id="45" creationId="{55D4142C-5077-457F-A6AD-3FECFDB39685}"/>
          </ac:spMkLst>
        </pc:spChg>
        <pc:spChg chg="add">
          <ac:chgData name="Melven Johannes Booysen" userId="S::219201277@mycput.ac.za::786fa234-875d-4214-87fd-5d50b57d43ce" providerId="AD" clId="Web-{6D5291AA-F412-4669-9B33-3E391E3D6631}" dt="2021-09-08T18:37:11.880" v="570"/>
          <ac:spMkLst>
            <pc:docMk/>
            <pc:sldMk cId="109857222" sldId="256"/>
            <ac:spMk id="47" creationId="{7A5F0580-5EE9-419F-96EE-B6529EF6E7D0}"/>
          </ac:spMkLst>
        </pc:spChg>
        <pc:spChg chg="add del">
          <ac:chgData name="Melven Johannes Booysen" userId="S::219201277@mycput.ac.za::786fa234-875d-4214-87fd-5d50b57d43ce" providerId="AD" clId="Web-{6D5291AA-F412-4669-9B33-3E391E3D6631}" dt="2021-09-08T18:44:53.408" v="602"/>
          <ac:spMkLst>
            <pc:docMk/>
            <pc:sldMk cId="109857222" sldId="256"/>
            <ac:spMk id="52" creationId="{CF62D2A7-8207-488C-9F46-316BA81A16C8}"/>
          </ac:spMkLst>
        </pc:spChg>
        <pc:spChg chg="add del">
          <ac:chgData name="Melven Johannes Booysen" userId="S::219201277@mycput.ac.za::786fa234-875d-4214-87fd-5d50b57d43ce" providerId="AD" clId="Web-{6D5291AA-F412-4669-9B33-3E391E3D6631}" dt="2021-09-08T18:44:41.502" v="595"/>
          <ac:spMkLst>
            <pc:docMk/>
            <pc:sldMk cId="109857222" sldId="256"/>
            <ac:spMk id="54" creationId="{4F74D28C-3268-4E35-8EE1-D92CB4A85A7D}"/>
          </ac:spMkLst>
        </pc:spChg>
        <pc:spChg chg="add del">
          <ac:chgData name="Melven Johannes Booysen" userId="S::219201277@mycput.ac.za::786fa234-875d-4214-87fd-5d50b57d43ce" providerId="AD" clId="Web-{6D5291AA-F412-4669-9B33-3E391E3D6631}" dt="2021-09-08T18:44:44.502" v="597"/>
          <ac:spMkLst>
            <pc:docMk/>
            <pc:sldMk cId="109857222" sldId="256"/>
            <ac:spMk id="55" creationId="{357DD0D3-F869-46D0-944C-6EC60E19E351}"/>
          </ac:spMkLst>
        </pc:spChg>
        <pc:spChg chg="add del">
          <ac:chgData name="Melven Johannes Booysen" userId="S::219201277@mycput.ac.za::786fa234-875d-4214-87fd-5d50b57d43ce" providerId="AD" clId="Web-{6D5291AA-F412-4669-9B33-3E391E3D6631}" dt="2021-09-08T18:44:49.502" v="599"/>
          <ac:spMkLst>
            <pc:docMk/>
            <pc:sldMk cId="109857222" sldId="256"/>
            <ac:spMk id="56" creationId="{5FDF4720-5445-47BE-89FE-E40D1AE6F619}"/>
          </ac:spMkLst>
        </pc:spChg>
        <pc:spChg chg="add del">
          <ac:chgData name="Melven Johannes Booysen" userId="S::219201277@mycput.ac.za::786fa234-875d-4214-87fd-5d50b57d43ce" providerId="AD" clId="Web-{6D5291AA-F412-4669-9B33-3E391E3D6631}" dt="2021-09-08T18:44:37.548" v="593"/>
          <ac:spMkLst>
            <pc:docMk/>
            <pc:sldMk cId="109857222" sldId="256"/>
            <ac:spMk id="57" creationId="{9AA72BD9-2C5A-4EDC-931F-5AA08EACA0F3}"/>
          </ac:spMkLst>
        </pc:spChg>
        <pc:spChg chg="add del">
          <ac:chgData name="Melven Johannes Booysen" userId="S::219201277@mycput.ac.za::786fa234-875d-4214-87fd-5d50b57d43ce" providerId="AD" clId="Web-{6D5291AA-F412-4669-9B33-3E391E3D6631}" dt="2021-09-08T18:44:49.502" v="599"/>
          <ac:spMkLst>
            <pc:docMk/>
            <pc:sldMk cId="109857222" sldId="256"/>
            <ac:spMk id="58" creationId="{AC8710B4-A815-4082-9E4F-F13A0007090C}"/>
          </ac:spMkLst>
        </pc:spChg>
        <pc:spChg chg="add del">
          <ac:chgData name="Melven Johannes Booysen" userId="S::219201277@mycput.ac.za::786fa234-875d-4214-87fd-5d50b57d43ce" providerId="AD" clId="Web-{6D5291AA-F412-4669-9B33-3E391E3D6631}" dt="2021-09-08T18:44:37.548" v="593"/>
          <ac:spMkLst>
            <pc:docMk/>
            <pc:sldMk cId="109857222" sldId="256"/>
            <ac:spMk id="59" creationId="{DD3981AC-7B61-4947-BCF3-F7AA7FA385B9}"/>
          </ac:spMkLst>
        </pc:spChg>
        <pc:spChg chg="add del">
          <ac:chgData name="Melven Johannes Booysen" userId="S::219201277@mycput.ac.za::786fa234-875d-4214-87fd-5d50b57d43ce" providerId="AD" clId="Web-{6D5291AA-F412-4669-9B33-3E391E3D6631}" dt="2021-09-08T18:44:53.393" v="601"/>
          <ac:spMkLst>
            <pc:docMk/>
            <pc:sldMk cId="109857222" sldId="256"/>
            <ac:spMk id="60" creationId="{F13C74B1-5B17-4795-BED0-7140497B445A}"/>
          </ac:spMkLst>
        </pc:spChg>
        <pc:spChg chg="add del">
          <ac:chgData name="Melven Johannes Booysen" userId="S::219201277@mycput.ac.za::786fa234-875d-4214-87fd-5d50b57d43ce" providerId="AD" clId="Web-{6D5291AA-F412-4669-9B33-3E391E3D6631}" dt="2021-09-08T18:44:37.548" v="593"/>
          <ac:spMkLst>
            <pc:docMk/>
            <pc:sldMk cId="109857222" sldId="256"/>
            <ac:spMk id="61" creationId="{55D4142C-5077-457F-A6AD-3FECFDB39685}"/>
          </ac:spMkLst>
        </pc:spChg>
        <pc:spChg chg="add del">
          <ac:chgData name="Melven Johannes Booysen" userId="S::219201277@mycput.ac.za::786fa234-875d-4214-87fd-5d50b57d43ce" providerId="AD" clId="Web-{6D5291AA-F412-4669-9B33-3E391E3D6631}" dt="2021-09-08T18:44:53.393" v="601"/>
          <ac:spMkLst>
            <pc:docMk/>
            <pc:sldMk cId="109857222" sldId="256"/>
            <ac:spMk id="62" creationId="{D4974D33-8DC5-464E-8C6D-BE58F0669C17}"/>
          </ac:spMkLst>
        </pc:spChg>
        <pc:spChg chg="add del">
          <ac:chgData name="Melven Johannes Booysen" userId="S::219201277@mycput.ac.za::786fa234-875d-4214-87fd-5d50b57d43ce" providerId="AD" clId="Web-{6D5291AA-F412-4669-9B33-3E391E3D6631}" dt="2021-09-08T18:44:37.548" v="593"/>
          <ac:spMkLst>
            <pc:docMk/>
            <pc:sldMk cId="109857222" sldId="256"/>
            <ac:spMk id="63" creationId="{7A5F0580-5EE9-419F-96EE-B6529EF6E7D0}"/>
          </ac:spMkLst>
        </pc:spChg>
        <pc:spChg chg="add del">
          <ac:chgData name="Melven Johannes Booysen" userId="S::219201277@mycput.ac.za::786fa234-875d-4214-87fd-5d50b57d43ce" providerId="AD" clId="Web-{6D5291AA-F412-4669-9B33-3E391E3D6631}" dt="2021-09-08T18:51:14.686" v="615"/>
          <ac:spMkLst>
            <pc:docMk/>
            <pc:sldMk cId="109857222" sldId="256"/>
            <ac:spMk id="64" creationId="{9AA72BD9-2C5A-4EDC-931F-5AA08EACA0F3}"/>
          </ac:spMkLst>
        </pc:spChg>
        <pc:spChg chg="add del">
          <ac:chgData name="Melven Johannes Booysen" userId="S::219201277@mycput.ac.za::786fa234-875d-4214-87fd-5d50b57d43ce" providerId="AD" clId="Web-{6D5291AA-F412-4669-9B33-3E391E3D6631}" dt="2021-09-08T18:51:14.686" v="615"/>
          <ac:spMkLst>
            <pc:docMk/>
            <pc:sldMk cId="109857222" sldId="256"/>
            <ac:spMk id="65" creationId="{DD3981AC-7B61-4947-BCF3-F7AA7FA385B9}"/>
          </ac:spMkLst>
        </pc:spChg>
        <pc:spChg chg="add del">
          <ac:chgData name="Melven Johannes Booysen" userId="S::219201277@mycput.ac.za::786fa234-875d-4214-87fd-5d50b57d43ce" providerId="AD" clId="Web-{6D5291AA-F412-4669-9B33-3E391E3D6631}" dt="2021-09-08T18:51:14.686" v="615"/>
          <ac:spMkLst>
            <pc:docMk/>
            <pc:sldMk cId="109857222" sldId="256"/>
            <ac:spMk id="66" creationId="{55D4142C-5077-457F-A6AD-3FECFDB39685}"/>
          </ac:spMkLst>
        </pc:spChg>
        <pc:spChg chg="add del">
          <ac:chgData name="Melven Johannes Booysen" userId="S::219201277@mycput.ac.za::786fa234-875d-4214-87fd-5d50b57d43ce" providerId="AD" clId="Web-{6D5291AA-F412-4669-9B33-3E391E3D6631}" dt="2021-09-08T18:51:14.686" v="615"/>
          <ac:spMkLst>
            <pc:docMk/>
            <pc:sldMk cId="109857222" sldId="256"/>
            <ac:spMk id="67" creationId="{7A5F0580-5EE9-419F-96EE-B6529EF6E7D0}"/>
          </ac:spMkLst>
        </pc:spChg>
        <pc:spChg chg="add del">
          <ac:chgData name="Melven Johannes Booysen" userId="S::219201277@mycput.ac.za::786fa234-875d-4214-87fd-5d50b57d43ce" providerId="AD" clId="Web-{6D5291AA-F412-4669-9B33-3E391E3D6631}" dt="2021-09-08T18:50:09.106" v="608"/>
          <ac:spMkLst>
            <pc:docMk/>
            <pc:sldMk cId="109857222" sldId="256"/>
            <ac:spMk id="69" creationId="{9228552E-C8B1-4A80-8448-0787CE0FC704}"/>
          </ac:spMkLst>
        </pc:spChg>
        <pc:spChg chg="add del">
          <ac:chgData name="Melven Johannes Booysen" userId="S::219201277@mycput.ac.za::786fa234-875d-4214-87fd-5d50b57d43ce" providerId="AD" clId="Web-{6D5291AA-F412-4669-9B33-3E391E3D6631}" dt="2021-09-08T18:50:17.888" v="610"/>
          <ac:spMkLst>
            <pc:docMk/>
            <pc:sldMk cId="109857222" sldId="256"/>
            <ac:spMk id="70" creationId="{F2B38F72-8FC4-4001-8C67-FA6B86DEC767}"/>
          </ac:spMkLst>
        </pc:spChg>
        <pc:spChg chg="add del">
          <ac:chgData name="Melven Johannes Booysen" userId="S::219201277@mycput.ac.za::786fa234-875d-4214-87fd-5d50b57d43ce" providerId="AD" clId="Web-{6D5291AA-F412-4669-9B33-3E391E3D6631}" dt="2021-09-08T18:50:58.217" v="612"/>
          <ac:spMkLst>
            <pc:docMk/>
            <pc:sldMk cId="109857222" sldId="256"/>
            <ac:spMk id="71" creationId="{D009D6D5-DAC2-4A8B-A17A-E206B9012D09}"/>
          </ac:spMkLst>
        </pc:spChg>
        <pc:spChg chg="add del">
          <ac:chgData name="Melven Johannes Booysen" userId="S::219201277@mycput.ac.za::786fa234-875d-4214-87fd-5d50b57d43ce" providerId="AD" clId="Web-{6D5291AA-F412-4669-9B33-3E391E3D6631}" dt="2021-09-08T18:49:37.777" v="606"/>
          <ac:spMkLst>
            <pc:docMk/>
            <pc:sldMk cId="109857222" sldId="256"/>
            <ac:spMk id="72" creationId="{16EA23B6-4B44-4D76-87BA-D81CE35EDB73}"/>
          </ac:spMkLst>
        </pc:spChg>
        <pc:spChg chg="add del">
          <ac:chgData name="Melven Johannes Booysen" userId="S::219201277@mycput.ac.za::786fa234-875d-4214-87fd-5d50b57d43ce" providerId="AD" clId="Web-{6D5291AA-F412-4669-9B33-3E391E3D6631}" dt="2021-09-08T18:51:14.670" v="614"/>
          <ac:spMkLst>
            <pc:docMk/>
            <pc:sldMk cId="109857222" sldId="256"/>
            <ac:spMk id="73" creationId="{4F74D28C-3268-4E35-8EE1-D92CB4A85A7D}"/>
          </ac:spMkLst>
        </pc:spChg>
        <pc:spChg chg="add del">
          <ac:chgData name="Melven Johannes Booysen" userId="S::219201277@mycput.ac.za::786fa234-875d-4214-87fd-5d50b57d43ce" providerId="AD" clId="Web-{6D5291AA-F412-4669-9B33-3E391E3D6631}" dt="2021-09-08T18:49:37.777" v="606"/>
          <ac:spMkLst>
            <pc:docMk/>
            <pc:sldMk cId="109857222" sldId="256"/>
            <ac:spMk id="74" creationId="{2EEEAE0B-25B7-437B-B834-B70A935419CA}"/>
          </ac:spMkLst>
        </pc:spChg>
        <pc:spChg chg="add">
          <ac:chgData name="Melven Johannes Booysen" userId="S::219201277@mycput.ac.za::786fa234-875d-4214-87fd-5d50b57d43ce" providerId="AD" clId="Web-{6D5291AA-F412-4669-9B33-3E391E3D6631}" dt="2021-09-08T18:51:14.686" v="615"/>
          <ac:spMkLst>
            <pc:docMk/>
            <pc:sldMk cId="109857222" sldId="256"/>
            <ac:spMk id="75" creationId="{04812C46-200A-4DEB-A05E-3ED6C68C2387}"/>
          </ac:spMkLst>
        </pc:spChg>
        <pc:spChg chg="add">
          <ac:chgData name="Melven Johannes Booysen" userId="S::219201277@mycput.ac.za::786fa234-875d-4214-87fd-5d50b57d43ce" providerId="AD" clId="Web-{6D5291AA-F412-4669-9B33-3E391E3D6631}" dt="2021-09-08T18:51:14.686" v="615"/>
          <ac:spMkLst>
            <pc:docMk/>
            <pc:sldMk cId="109857222" sldId="256"/>
            <ac:spMk id="76" creationId="{D1EA859B-E555-4109-94F3-6700E046E008}"/>
          </ac:spMkLst>
        </pc:spChg>
        <pc:picChg chg="del mod">
          <ac:chgData name="Melven Johannes Booysen" userId="S::219201277@mycput.ac.za::786fa234-875d-4214-87fd-5d50b57d43ce" providerId="AD" clId="Web-{6D5291AA-F412-4669-9B33-3E391E3D6631}" dt="2021-09-08T18:37:04.646" v="569"/>
          <ac:picMkLst>
            <pc:docMk/>
            <pc:sldMk cId="109857222" sldId="256"/>
            <ac:picMk id="2" creationId="{90A921E0-B566-41FD-84A1-A5CF191EE433}"/>
          </ac:picMkLst>
        </pc:picChg>
        <pc:picChg chg="add mod ord">
          <ac:chgData name="Melven Johannes Booysen" userId="S::219201277@mycput.ac.za::786fa234-875d-4214-87fd-5d50b57d43ce" providerId="AD" clId="Web-{6D5291AA-F412-4669-9B33-3E391E3D6631}" dt="2021-09-08T18:51:14.686" v="615"/>
          <ac:picMkLst>
            <pc:docMk/>
            <pc:sldMk cId="109857222" sldId="256"/>
            <ac:picMk id="4" creationId="{2805E447-D037-459D-A29C-BEE17DE3787C}"/>
          </ac:picMkLst>
        </pc:picChg>
        <pc:picChg chg="add mod">
          <ac:chgData name="Melven Johannes Booysen" userId="S::219201277@mycput.ac.za::786fa234-875d-4214-87fd-5d50b57d43ce" providerId="AD" clId="Web-{6D5291AA-F412-4669-9B33-3E391E3D6631}" dt="2021-09-08T19:09:33.269" v="658"/>
          <ac:picMkLst>
            <pc:docMk/>
            <pc:sldMk cId="109857222" sldId="256"/>
            <ac:picMk id="5" creationId="{B7ECBC2C-9E71-4006-B568-6215AE1788FE}"/>
          </ac:picMkLst>
        </pc:picChg>
      </pc:sldChg>
      <pc:sldChg chg="addSp delSp modSp mod modMedia setBg addAnim delAnim setClrOvrMap">
        <pc:chgData name="Melven Johannes Booysen" userId="S::219201277@mycput.ac.za::786fa234-875d-4214-87fd-5d50b57d43ce" providerId="AD" clId="Web-{6D5291AA-F412-4669-9B33-3E391E3D6631}" dt="2021-09-08T19:09:44.301" v="659"/>
        <pc:sldMkLst>
          <pc:docMk/>
          <pc:sldMk cId="1338874783" sldId="258"/>
        </pc:sldMkLst>
        <pc:spChg chg="mod">
          <ac:chgData name="Melven Johannes Booysen" userId="S::219201277@mycput.ac.za::786fa234-875d-4214-87fd-5d50b57d43ce" providerId="AD" clId="Web-{6D5291AA-F412-4669-9B33-3E391E3D6631}" dt="2021-09-08T19:02:45.458" v="646" actId="20577"/>
          <ac:spMkLst>
            <pc:docMk/>
            <pc:sldMk cId="1338874783" sldId="258"/>
            <ac:spMk id="2" creationId="{05422D28-B2D8-4D6C-9D9C-39DDCCEE5AD2}"/>
          </ac:spMkLst>
        </pc:spChg>
        <pc:spChg chg="mod">
          <ac:chgData name="Melven Johannes Booysen" userId="S::219201277@mycput.ac.za::786fa234-875d-4214-87fd-5d50b57d43ce" providerId="AD" clId="Web-{6D5291AA-F412-4669-9B33-3E391E3D6631}" dt="2021-09-08T18:59:57.063" v="637"/>
          <ac:spMkLst>
            <pc:docMk/>
            <pc:sldMk cId="1338874783" sldId="258"/>
            <ac:spMk id="3" creationId="{D370DA46-E350-4D2E-9047-A3BE17318271}"/>
          </ac:spMkLst>
        </pc:spChg>
        <pc:spChg chg="add del">
          <ac:chgData name="Melven Johannes Booysen" userId="S::219201277@mycput.ac.za::786fa234-875d-4214-87fd-5d50b57d43ce" providerId="AD" clId="Web-{6D5291AA-F412-4669-9B33-3E391E3D6631}" dt="2021-09-08T18:53:56.584" v="622"/>
          <ac:spMkLst>
            <pc:docMk/>
            <pc:sldMk cId="1338874783" sldId="258"/>
            <ac:spMk id="30" creationId="{46D6306C-ED4F-4AAE-B4A5-EEA6AFAD726E}"/>
          </ac:spMkLst>
        </pc:spChg>
        <pc:spChg chg="add del">
          <ac:chgData name="Melven Johannes Booysen" userId="S::219201277@mycput.ac.za::786fa234-875d-4214-87fd-5d50b57d43ce" providerId="AD" clId="Web-{6D5291AA-F412-4669-9B33-3E391E3D6631}" dt="2021-09-08T18:53:56.584" v="622"/>
          <ac:spMkLst>
            <pc:docMk/>
            <pc:sldMk cId="1338874783" sldId="258"/>
            <ac:spMk id="31" creationId="{4508C0C5-2268-42B5-B3C8-4D0899E05F8C}"/>
          </ac:spMkLst>
        </pc:spChg>
        <pc:spChg chg="add del">
          <ac:chgData name="Melven Johannes Booysen" userId="S::219201277@mycput.ac.za::786fa234-875d-4214-87fd-5d50b57d43ce" providerId="AD" clId="Web-{6D5291AA-F412-4669-9B33-3E391E3D6631}" dt="2021-09-08T18:53:56.584" v="622"/>
          <ac:spMkLst>
            <pc:docMk/>
            <pc:sldMk cId="1338874783" sldId="258"/>
            <ac:spMk id="36" creationId="{0EC5361D-F897-4856-B945-0455A365EB24}"/>
          </ac:spMkLst>
        </pc:spChg>
        <pc:spChg chg="add del">
          <ac:chgData name="Melven Johannes Booysen" userId="S::219201277@mycput.ac.za::786fa234-875d-4214-87fd-5d50b57d43ce" providerId="AD" clId="Web-{6D5291AA-F412-4669-9B33-3E391E3D6631}" dt="2021-09-08T18:53:56.584" v="622"/>
          <ac:spMkLst>
            <pc:docMk/>
            <pc:sldMk cId="1338874783" sldId="258"/>
            <ac:spMk id="37" creationId="{9E914C83-E0D8-4953-92D5-169D28CB43AE}"/>
          </ac:spMkLst>
        </pc:spChg>
        <pc:spChg chg="add del">
          <ac:chgData name="Melven Johannes Booysen" userId="S::219201277@mycput.ac.za::786fa234-875d-4214-87fd-5d50b57d43ce" providerId="AD" clId="Web-{6D5291AA-F412-4669-9B33-3E391E3D6631}" dt="2021-09-08T18:53:56.584" v="622"/>
          <ac:spMkLst>
            <pc:docMk/>
            <pc:sldMk cId="1338874783" sldId="258"/>
            <ac:spMk id="38" creationId="{141ACBDB-38F8-4B34-8183-BD95B4E55A62}"/>
          </ac:spMkLst>
        </pc:spChg>
        <pc:spChg chg="add del">
          <ac:chgData name="Melven Johannes Booysen" userId="S::219201277@mycput.ac.za::786fa234-875d-4214-87fd-5d50b57d43ce" providerId="AD" clId="Web-{6D5291AA-F412-4669-9B33-3E391E3D6631}" dt="2021-09-08T18:53:56.584" v="622"/>
          <ac:spMkLst>
            <pc:docMk/>
            <pc:sldMk cId="1338874783" sldId="258"/>
            <ac:spMk id="39" creationId="{3512E083-F550-46AF-8490-767ECFD00CB7}"/>
          </ac:spMkLst>
        </pc:spChg>
        <pc:spChg chg="add del">
          <ac:chgData name="Melven Johannes Booysen" userId="S::219201277@mycput.ac.za::786fa234-875d-4214-87fd-5d50b57d43ce" providerId="AD" clId="Web-{6D5291AA-F412-4669-9B33-3E391E3D6631}" dt="2021-09-08T18:53:56.584" v="622"/>
          <ac:spMkLst>
            <pc:docMk/>
            <pc:sldMk cId="1338874783" sldId="258"/>
            <ac:spMk id="40" creationId="{DE00DB52-3455-4E2F-867B-A6D0516E175B}"/>
          </ac:spMkLst>
        </pc:spChg>
        <pc:spChg chg="add del">
          <ac:chgData name="Melven Johannes Booysen" userId="S::219201277@mycput.ac.za::786fa234-875d-4214-87fd-5d50b57d43ce" providerId="AD" clId="Web-{6D5291AA-F412-4669-9B33-3E391E3D6631}" dt="2021-09-08T18:57:51.794" v="629"/>
          <ac:spMkLst>
            <pc:docMk/>
            <pc:sldMk cId="1338874783" sldId="258"/>
            <ac:spMk id="42" creationId="{025E2AA9-10C9-4A14-BEA3-064CD0131100}"/>
          </ac:spMkLst>
        </pc:spChg>
        <pc:spChg chg="add del">
          <ac:chgData name="Melven Johannes Booysen" userId="S::219201277@mycput.ac.za::786fa234-875d-4214-87fd-5d50b57d43ce" providerId="AD" clId="Web-{6D5291AA-F412-4669-9B33-3E391E3D6631}" dt="2021-09-08T18:53:56.584" v="622"/>
          <ac:spMkLst>
            <pc:docMk/>
            <pc:sldMk cId="1338874783" sldId="258"/>
            <ac:spMk id="45" creationId="{2BD55E05-51A2-4173-A7FA-869DE4F71AC3}"/>
          </ac:spMkLst>
        </pc:spChg>
        <pc:spChg chg="add del">
          <ac:chgData name="Melven Johannes Booysen" userId="S::219201277@mycput.ac.za::786fa234-875d-4214-87fd-5d50b57d43ce" providerId="AD" clId="Web-{6D5291AA-F412-4669-9B33-3E391E3D6631}" dt="2021-09-08T18:57:51.794" v="629"/>
          <ac:spMkLst>
            <pc:docMk/>
            <pc:sldMk cId="1338874783" sldId="258"/>
            <ac:spMk id="47" creationId="{F076F371-EE61-49EA-AA2A-3582C3AC9BCD}"/>
          </ac:spMkLst>
        </pc:spChg>
        <pc:spChg chg="add del">
          <ac:chgData name="Melven Johannes Booysen" userId="S::219201277@mycput.ac.za::786fa234-875d-4214-87fd-5d50b57d43ce" providerId="AD" clId="Web-{6D5291AA-F412-4669-9B33-3E391E3D6631}" dt="2021-09-08T18:57:26.387" v="626"/>
          <ac:spMkLst>
            <pc:docMk/>
            <pc:sldMk cId="1338874783" sldId="258"/>
            <ac:spMk id="49" creationId="{7264F718-7FAC-4056-9FA9-A603EC682FE7}"/>
          </ac:spMkLst>
        </pc:spChg>
        <pc:spChg chg="add del">
          <ac:chgData name="Melven Johannes Booysen" userId="S::219201277@mycput.ac.za::786fa234-875d-4214-87fd-5d50b57d43ce" providerId="AD" clId="Web-{6D5291AA-F412-4669-9B33-3E391E3D6631}" dt="2021-09-08T18:57:26.387" v="626"/>
          <ac:spMkLst>
            <pc:docMk/>
            <pc:sldMk cId="1338874783" sldId="258"/>
            <ac:spMk id="50" creationId="{F74639F7-E3C7-4165-A83E-6386A86BA1DA}"/>
          </ac:spMkLst>
        </pc:spChg>
        <pc:spChg chg="add del">
          <ac:chgData name="Melven Johannes Booysen" userId="S::219201277@mycput.ac.za::786fa234-875d-4214-87fd-5d50b57d43ce" providerId="AD" clId="Web-{6D5291AA-F412-4669-9B33-3E391E3D6631}" dt="2021-09-08T18:57:26.387" v="626"/>
          <ac:spMkLst>
            <pc:docMk/>
            <pc:sldMk cId="1338874783" sldId="258"/>
            <ac:spMk id="51" creationId="{8B3AF0F1-707A-463E-B5EE-33C63A40CFC9}"/>
          </ac:spMkLst>
        </pc:spChg>
        <pc:spChg chg="add del">
          <ac:chgData name="Melven Johannes Booysen" userId="S::219201277@mycput.ac.za::786fa234-875d-4214-87fd-5d50b57d43ce" providerId="AD" clId="Web-{6D5291AA-F412-4669-9B33-3E391E3D6631}" dt="2021-09-08T18:56:52.387" v="624"/>
          <ac:spMkLst>
            <pc:docMk/>
            <pc:sldMk cId="1338874783" sldId="258"/>
            <ac:spMk id="52" creationId="{EA67B5B4-3A24-436E-B663-1B2EBFF8A0CD}"/>
          </ac:spMkLst>
        </pc:spChg>
        <pc:spChg chg="add del">
          <ac:chgData name="Melven Johannes Booysen" userId="S::219201277@mycput.ac.za::786fa234-875d-4214-87fd-5d50b57d43ce" providerId="AD" clId="Web-{6D5291AA-F412-4669-9B33-3E391E3D6631}" dt="2021-09-08T18:57:51.779" v="628"/>
          <ac:spMkLst>
            <pc:docMk/>
            <pc:sldMk cId="1338874783" sldId="258"/>
            <ac:spMk id="53" creationId="{B34F5AD2-EDBD-4BBD-A55C-EAFFD0C7097A}"/>
          </ac:spMkLst>
        </pc:spChg>
        <pc:spChg chg="add del">
          <ac:chgData name="Melven Johannes Booysen" userId="S::219201277@mycput.ac.za::786fa234-875d-4214-87fd-5d50b57d43ce" providerId="AD" clId="Web-{6D5291AA-F412-4669-9B33-3E391E3D6631}" dt="2021-09-08T18:56:52.387" v="624"/>
          <ac:spMkLst>
            <pc:docMk/>
            <pc:sldMk cId="1338874783" sldId="258"/>
            <ac:spMk id="54" creationId="{987FDF89-C993-41F4-A1B8-DBAFF16008A9}"/>
          </ac:spMkLst>
        </pc:spChg>
        <pc:spChg chg="add del">
          <ac:chgData name="Melven Johannes Booysen" userId="S::219201277@mycput.ac.za::786fa234-875d-4214-87fd-5d50b57d43ce" providerId="AD" clId="Web-{6D5291AA-F412-4669-9B33-3E391E3D6631}" dt="2021-09-08T18:57:51.779" v="628"/>
          <ac:spMkLst>
            <pc:docMk/>
            <pc:sldMk cId="1338874783" sldId="258"/>
            <ac:spMk id="55" creationId="{C3896A03-3945-419A-B66B-4EE266EDD152}"/>
          </ac:spMkLst>
        </pc:spChg>
        <pc:spChg chg="add del">
          <ac:chgData name="Melven Johannes Booysen" userId="S::219201277@mycput.ac.za::786fa234-875d-4214-87fd-5d50b57d43ce" providerId="AD" clId="Web-{6D5291AA-F412-4669-9B33-3E391E3D6631}" dt="2021-09-08T18:56:52.387" v="624"/>
          <ac:spMkLst>
            <pc:docMk/>
            <pc:sldMk cId="1338874783" sldId="258"/>
            <ac:spMk id="56" creationId="{64E585EA-75FD-4025-8270-F66A58A15CDA}"/>
          </ac:spMkLst>
        </pc:spChg>
        <pc:spChg chg="add del">
          <ac:chgData name="Melven Johannes Booysen" userId="S::219201277@mycput.ac.za::786fa234-875d-4214-87fd-5d50b57d43ce" providerId="AD" clId="Web-{6D5291AA-F412-4669-9B33-3E391E3D6631}" dt="2021-09-08T18:57:51.779" v="628"/>
          <ac:spMkLst>
            <pc:docMk/>
            <pc:sldMk cId="1338874783" sldId="258"/>
            <ac:spMk id="57" creationId="{B8EAE243-3A9F-4A46-B0D9-04C723A8A1BD}"/>
          </ac:spMkLst>
        </pc:spChg>
        <pc:spChg chg="add del">
          <ac:chgData name="Melven Johannes Booysen" userId="S::219201277@mycput.ac.za::786fa234-875d-4214-87fd-5d50b57d43ce" providerId="AD" clId="Web-{6D5291AA-F412-4669-9B33-3E391E3D6631}" dt="2021-09-08T18:59:57.063" v="637"/>
          <ac:spMkLst>
            <pc:docMk/>
            <pc:sldMk cId="1338874783" sldId="258"/>
            <ac:spMk id="58" creationId="{70DFC902-7D23-471A-B557-B6B6917D7A0D}"/>
          </ac:spMkLst>
        </pc:spChg>
        <pc:spChg chg="add del">
          <ac:chgData name="Melven Johannes Booysen" userId="S::219201277@mycput.ac.za::786fa234-875d-4214-87fd-5d50b57d43ce" providerId="AD" clId="Web-{6D5291AA-F412-4669-9B33-3E391E3D6631}" dt="2021-09-08T18:59:57.063" v="637"/>
          <ac:spMkLst>
            <pc:docMk/>
            <pc:sldMk cId="1338874783" sldId="258"/>
            <ac:spMk id="59" creationId="{A55D5633-D557-4DCA-982C-FF36EB7A1C00}"/>
          </ac:spMkLst>
        </pc:spChg>
        <pc:spChg chg="add del">
          <ac:chgData name="Melven Johannes Booysen" userId="S::219201277@mycput.ac.za::786fa234-875d-4214-87fd-5d50b57d43ce" providerId="AD" clId="Web-{6D5291AA-F412-4669-9B33-3E391E3D6631}" dt="2021-09-08T18:59:57.063" v="637"/>
          <ac:spMkLst>
            <pc:docMk/>
            <pc:sldMk cId="1338874783" sldId="258"/>
            <ac:spMk id="60" creationId="{450D3AD2-FA80-415F-A9CE-54D884561CD7}"/>
          </ac:spMkLst>
        </pc:spChg>
        <pc:spChg chg="add">
          <ac:chgData name="Melven Johannes Booysen" userId="S::219201277@mycput.ac.za::786fa234-875d-4214-87fd-5d50b57d43ce" providerId="AD" clId="Web-{6D5291AA-F412-4669-9B33-3E391E3D6631}" dt="2021-09-08T18:59:57.063" v="637"/>
          <ac:spMkLst>
            <pc:docMk/>
            <pc:sldMk cId="1338874783" sldId="258"/>
            <ac:spMk id="65" creationId="{DFF2AC85-FAA0-4844-813F-83C04D7382E2}"/>
          </ac:spMkLst>
        </pc:spChg>
        <pc:spChg chg="add">
          <ac:chgData name="Melven Johannes Booysen" userId="S::219201277@mycput.ac.za::786fa234-875d-4214-87fd-5d50b57d43ce" providerId="AD" clId="Web-{6D5291AA-F412-4669-9B33-3E391E3D6631}" dt="2021-09-08T18:59:57.063" v="637"/>
          <ac:spMkLst>
            <pc:docMk/>
            <pc:sldMk cId="1338874783" sldId="258"/>
            <ac:spMk id="67" creationId="{89CC0F1E-BAA2-47B1-8F83-7ECB9FD9E009}"/>
          </ac:spMkLst>
        </pc:spChg>
        <pc:picChg chg="del">
          <ac:chgData name="Melven Johannes Booysen" userId="S::219201277@mycput.ac.za::786fa234-875d-4214-87fd-5d50b57d43ce" providerId="AD" clId="Web-{6D5291AA-F412-4669-9B33-3E391E3D6631}" dt="2021-09-08T18:37:39.803" v="571"/>
          <ac:picMkLst>
            <pc:docMk/>
            <pc:sldMk cId="1338874783" sldId="258"/>
            <ac:picMk id="4" creationId="{7401FE1B-CB70-45B9-86AE-BB796C4ECD8A}"/>
          </ac:picMkLst>
        </pc:picChg>
        <pc:picChg chg="add mod">
          <ac:chgData name="Melven Johannes Booysen" userId="S::219201277@mycput.ac.za::786fa234-875d-4214-87fd-5d50b57d43ce" providerId="AD" clId="Web-{6D5291AA-F412-4669-9B33-3E391E3D6631}" dt="2021-09-08T19:09:44.301" v="659"/>
          <ac:picMkLst>
            <pc:docMk/>
            <pc:sldMk cId="1338874783" sldId="258"/>
            <ac:picMk id="5" creationId="{BC4D2E36-2AD5-4604-9811-B809EF83F93E}"/>
          </ac:picMkLst>
        </pc:picChg>
      </pc:sldChg>
      <pc:sldChg chg="addSp delSp modSp mod setBg delAnim setClrOvrMap">
        <pc:chgData name="Melven Johannes Booysen" userId="S::219201277@mycput.ac.za::786fa234-875d-4214-87fd-5d50b57d43ce" providerId="AD" clId="Web-{6D5291AA-F412-4669-9B33-3E391E3D6631}" dt="2021-09-08T18:42:29.014" v="587"/>
        <pc:sldMkLst>
          <pc:docMk/>
          <pc:sldMk cId="869728008" sldId="259"/>
        </pc:sldMkLst>
        <pc:spChg chg="mod">
          <ac:chgData name="Melven Johannes Booysen" userId="S::219201277@mycput.ac.za::786fa234-875d-4214-87fd-5d50b57d43ce" providerId="AD" clId="Web-{6D5291AA-F412-4669-9B33-3E391E3D6631}" dt="2021-09-08T18:42:29.014" v="587"/>
          <ac:spMkLst>
            <pc:docMk/>
            <pc:sldMk cId="869728008" sldId="259"/>
            <ac:spMk id="2" creationId="{4F16291B-CA7F-4F02-8E95-E2E018453C95}"/>
          </ac:spMkLst>
        </pc:spChg>
        <pc:spChg chg="mod">
          <ac:chgData name="Melven Johannes Booysen" userId="S::219201277@mycput.ac.za::786fa234-875d-4214-87fd-5d50b57d43ce" providerId="AD" clId="Web-{6D5291AA-F412-4669-9B33-3E391E3D6631}" dt="2021-09-08T18:42:29.014" v="587"/>
          <ac:spMkLst>
            <pc:docMk/>
            <pc:sldMk cId="869728008" sldId="259"/>
            <ac:spMk id="3" creationId="{A96F6E09-AB95-4521-A748-E5AACE9744AA}"/>
          </ac:spMkLst>
        </pc:spChg>
        <pc:spChg chg="add del">
          <ac:chgData name="Melven Johannes Booysen" userId="S::219201277@mycput.ac.za::786fa234-875d-4214-87fd-5d50b57d43ce" providerId="AD" clId="Web-{6D5291AA-F412-4669-9B33-3E391E3D6631}" dt="2021-09-08T18:41:13.528" v="576"/>
          <ac:spMkLst>
            <pc:docMk/>
            <pc:sldMk cId="869728008" sldId="259"/>
            <ac:spMk id="9" creationId="{9AA72BD9-2C5A-4EDC-931F-5AA08EACA0F3}"/>
          </ac:spMkLst>
        </pc:spChg>
        <pc:spChg chg="add del">
          <ac:chgData name="Melven Johannes Booysen" userId="S::219201277@mycput.ac.za::786fa234-875d-4214-87fd-5d50b57d43ce" providerId="AD" clId="Web-{6D5291AA-F412-4669-9B33-3E391E3D6631}" dt="2021-09-08T18:41:19.731" v="578"/>
          <ac:spMkLst>
            <pc:docMk/>
            <pc:sldMk cId="869728008" sldId="259"/>
            <ac:spMk id="10" creationId="{8FC9BE17-9A7B-462D-AE50-3D8777387304}"/>
          </ac:spMkLst>
        </pc:spChg>
        <pc:spChg chg="add del">
          <ac:chgData name="Melven Johannes Booysen" userId="S::219201277@mycput.ac.za::786fa234-875d-4214-87fd-5d50b57d43ce" providerId="AD" clId="Web-{6D5291AA-F412-4669-9B33-3E391E3D6631}" dt="2021-09-08T18:41:19.731" v="578"/>
          <ac:spMkLst>
            <pc:docMk/>
            <pc:sldMk cId="869728008" sldId="259"/>
            <ac:spMk id="11" creationId="{3EBE8569-6AEC-4B8C-8D53-2DE337CDBA65}"/>
          </ac:spMkLst>
        </pc:spChg>
        <pc:spChg chg="add del">
          <ac:chgData name="Melven Johannes Booysen" userId="S::219201277@mycput.ac.za::786fa234-875d-4214-87fd-5d50b57d43ce" providerId="AD" clId="Web-{6D5291AA-F412-4669-9B33-3E391E3D6631}" dt="2021-09-08T18:41:06.434" v="574"/>
          <ac:spMkLst>
            <pc:docMk/>
            <pc:sldMk cId="869728008" sldId="259"/>
            <ac:spMk id="12" creationId="{CF62D2A7-8207-488C-9F46-316BA81A16C8}"/>
          </ac:spMkLst>
        </pc:spChg>
        <pc:spChg chg="add del">
          <ac:chgData name="Melven Johannes Booysen" userId="S::219201277@mycput.ac.za::786fa234-875d-4214-87fd-5d50b57d43ce" providerId="AD" clId="Web-{6D5291AA-F412-4669-9B33-3E391E3D6631}" dt="2021-09-08T18:41:19.731" v="578"/>
          <ac:spMkLst>
            <pc:docMk/>
            <pc:sldMk cId="869728008" sldId="259"/>
            <ac:spMk id="13" creationId="{55D4142C-5077-457F-A6AD-3FECFDB39685}"/>
          </ac:spMkLst>
        </pc:spChg>
        <pc:spChg chg="add del">
          <ac:chgData name="Melven Johannes Booysen" userId="S::219201277@mycput.ac.za::786fa234-875d-4214-87fd-5d50b57d43ce" providerId="AD" clId="Web-{6D5291AA-F412-4669-9B33-3E391E3D6631}" dt="2021-09-08T18:41:13.528" v="576"/>
          <ac:spMkLst>
            <pc:docMk/>
            <pc:sldMk cId="869728008" sldId="259"/>
            <ac:spMk id="14" creationId="{DD3981AC-7B61-4947-BCF3-F7AA7FA385B9}"/>
          </ac:spMkLst>
        </pc:spChg>
        <pc:spChg chg="add del">
          <ac:chgData name="Melven Johannes Booysen" userId="S::219201277@mycput.ac.za::786fa234-875d-4214-87fd-5d50b57d43ce" providerId="AD" clId="Web-{6D5291AA-F412-4669-9B33-3E391E3D6631}" dt="2021-09-08T18:41:19.731" v="578"/>
          <ac:spMkLst>
            <pc:docMk/>
            <pc:sldMk cId="869728008" sldId="259"/>
            <ac:spMk id="15" creationId="{7A5F0580-5EE9-419F-96EE-B6529EF6E7D0}"/>
          </ac:spMkLst>
        </pc:spChg>
        <pc:spChg chg="add del">
          <ac:chgData name="Melven Johannes Booysen" userId="S::219201277@mycput.ac.za::786fa234-875d-4214-87fd-5d50b57d43ce" providerId="AD" clId="Web-{6D5291AA-F412-4669-9B33-3E391E3D6631}" dt="2021-09-08T18:41:13.528" v="576"/>
          <ac:spMkLst>
            <pc:docMk/>
            <pc:sldMk cId="869728008" sldId="259"/>
            <ac:spMk id="16" creationId="{55D4142C-5077-457F-A6AD-3FECFDB39685}"/>
          </ac:spMkLst>
        </pc:spChg>
        <pc:spChg chg="add del">
          <ac:chgData name="Melven Johannes Booysen" userId="S::219201277@mycput.ac.za::786fa234-875d-4214-87fd-5d50b57d43ce" providerId="AD" clId="Web-{6D5291AA-F412-4669-9B33-3E391E3D6631}" dt="2021-09-08T18:41:47.310" v="580"/>
          <ac:spMkLst>
            <pc:docMk/>
            <pc:sldMk cId="869728008" sldId="259"/>
            <ac:spMk id="17" creationId="{CF62D2A7-8207-488C-9F46-316BA81A16C8}"/>
          </ac:spMkLst>
        </pc:spChg>
        <pc:spChg chg="add del">
          <ac:chgData name="Melven Johannes Booysen" userId="S::219201277@mycput.ac.za::786fa234-875d-4214-87fd-5d50b57d43ce" providerId="AD" clId="Web-{6D5291AA-F412-4669-9B33-3E391E3D6631}" dt="2021-09-08T18:41:13.528" v="576"/>
          <ac:spMkLst>
            <pc:docMk/>
            <pc:sldMk cId="869728008" sldId="259"/>
            <ac:spMk id="18" creationId="{7A5F0580-5EE9-419F-96EE-B6529EF6E7D0}"/>
          </ac:spMkLst>
        </pc:spChg>
        <pc:spChg chg="add del">
          <ac:chgData name="Melven Johannes Booysen" userId="S::219201277@mycput.ac.za::786fa234-875d-4214-87fd-5d50b57d43ce" providerId="AD" clId="Web-{6D5291AA-F412-4669-9B33-3E391E3D6631}" dt="2021-09-08T18:41:59.732" v="582"/>
          <ac:spMkLst>
            <pc:docMk/>
            <pc:sldMk cId="869728008" sldId="259"/>
            <ac:spMk id="19" creationId="{5FDF4720-5445-47BE-89FE-E40D1AE6F619}"/>
          </ac:spMkLst>
        </pc:spChg>
        <pc:spChg chg="add del">
          <ac:chgData name="Melven Johannes Booysen" userId="S::219201277@mycput.ac.za::786fa234-875d-4214-87fd-5d50b57d43ce" providerId="AD" clId="Web-{6D5291AA-F412-4669-9B33-3E391E3D6631}" dt="2021-09-08T18:41:59.732" v="582"/>
          <ac:spMkLst>
            <pc:docMk/>
            <pc:sldMk cId="869728008" sldId="259"/>
            <ac:spMk id="20" creationId="{AC8710B4-A815-4082-9E4F-F13A0007090C}"/>
          </ac:spMkLst>
        </pc:spChg>
        <pc:spChg chg="add del">
          <ac:chgData name="Melven Johannes Booysen" userId="S::219201277@mycput.ac.za::786fa234-875d-4214-87fd-5d50b57d43ce" providerId="AD" clId="Web-{6D5291AA-F412-4669-9B33-3E391E3D6631}" dt="2021-09-08T18:42:05.404" v="584"/>
          <ac:spMkLst>
            <pc:docMk/>
            <pc:sldMk cId="869728008" sldId="259"/>
            <ac:spMk id="21" creationId="{7C432AFE-B3D2-4BFF-BF8F-96C27AFF1AC7}"/>
          </ac:spMkLst>
        </pc:spChg>
        <pc:spChg chg="add del">
          <ac:chgData name="Melven Johannes Booysen" userId="S::219201277@mycput.ac.za::786fa234-875d-4214-87fd-5d50b57d43ce" providerId="AD" clId="Web-{6D5291AA-F412-4669-9B33-3E391E3D6631}" dt="2021-09-08T18:42:05.404" v="584"/>
          <ac:spMkLst>
            <pc:docMk/>
            <pc:sldMk cId="869728008" sldId="259"/>
            <ac:spMk id="22" creationId="{AF2F604E-43BE-4DC3-B983-E071523364F8}"/>
          </ac:spMkLst>
        </pc:spChg>
        <pc:spChg chg="add del">
          <ac:chgData name="Melven Johannes Booysen" userId="S::219201277@mycput.ac.za::786fa234-875d-4214-87fd-5d50b57d43ce" providerId="AD" clId="Web-{6D5291AA-F412-4669-9B33-3E391E3D6631}" dt="2021-09-08T18:42:05.404" v="584"/>
          <ac:spMkLst>
            <pc:docMk/>
            <pc:sldMk cId="869728008" sldId="259"/>
            <ac:spMk id="23" creationId="{08C9B587-E65E-4B52-B37C-ABEBB6E87928}"/>
          </ac:spMkLst>
        </pc:spChg>
        <pc:spChg chg="add del">
          <ac:chgData name="Melven Johannes Booysen" userId="S::219201277@mycput.ac.za::786fa234-875d-4214-87fd-5d50b57d43ce" providerId="AD" clId="Web-{6D5291AA-F412-4669-9B33-3E391E3D6631}" dt="2021-09-08T18:42:28.998" v="586"/>
          <ac:spMkLst>
            <pc:docMk/>
            <pc:sldMk cId="869728008" sldId="259"/>
            <ac:spMk id="24" creationId="{9AA72BD9-2C5A-4EDC-931F-5AA08EACA0F3}"/>
          </ac:spMkLst>
        </pc:spChg>
        <pc:spChg chg="add del">
          <ac:chgData name="Melven Johannes Booysen" userId="S::219201277@mycput.ac.za::786fa234-875d-4214-87fd-5d50b57d43ce" providerId="AD" clId="Web-{6D5291AA-F412-4669-9B33-3E391E3D6631}" dt="2021-09-08T18:42:28.998" v="586"/>
          <ac:spMkLst>
            <pc:docMk/>
            <pc:sldMk cId="869728008" sldId="259"/>
            <ac:spMk id="25" creationId="{DD3981AC-7B61-4947-BCF3-F7AA7FA385B9}"/>
          </ac:spMkLst>
        </pc:spChg>
        <pc:spChg chg="add del">
          <ac:chgData name="Melven Johannes Booysen" userId="S::219201277@mycput.ac.za::786fa234-875d-4214-87fd-5d50b57d43ce" providerId="AD" clId="Web-{6D5291AA-F412-4669-9B33-3E391E3D6631}" dt="2021-09-08T18:42:28.998" v="586"/>
          <ac:spMkLst>
            <pc:docMk/>
            <pc:sldMk cId="869728008" sldId="259"/>
            <ac:spMk id="26" creationId="{55D4142C-5077-457F-A6AD-3FECFDB39685}"/>
          </ac:spMkLst>
        </pc:spChg>
        <pc:spChg chg="add del">
          <ac:chgData name="Melven Johannes Booysen" userId="S::219201277@mycput.ac.za::786fa234-875d-4214-87fd-5d50b57d43ce" providerId="AD" clId="Web-{6D5291AA-F412-4669-9B33-3E391E3D6631}" dt="2021-09-08T18:42:28.998" v="586"/>
          <ac:spMkLst>
            <pc:docMk/>
            <pc:sldMk cId="869728008" sldId="259"/>
            <ac:spMk id="27" creationId="{7A5F0580-5EE9-419F-96EE-B6529EF6E7D0}"/>
          </ac:spMkLst>
        </pc:spChg>
        <pc:spChg chg="add">
          <ac:chgData name="Melven Johannes Booysen" userId="S::219201277@mycput.ac.za::786fa234-875d-4214-87fd-5d50b57d43ce" providerId="AD" clId="Web-{6D5291AA-F412-4669-9B33-3E391E3D6631}" dt="2021-09-08T18:42:29.014" v="587"/>
          <ac:spMkLst>
            <pc:docMk/>
            <pc:sldMk cId="869728008" sldId="259"/>
            <ac:spMk id="28" creationId="{CF62D2A7-8207-488C-9F46-316BA81A16C8}"/>
          </ac:spMkLst>
        </pc:spChg>
        <pc:picChg chg="del">
          <ac:chgData name="Melven Johannes Booysen" userId="S::219201277@mycput.ac.za::786fa234-875d-4214-87fd-5d50b57d43ce" providerId="AD" clId="Web-{6D5291AA-F412-4669-9B33-3E391E3D6631}" dt="2021-09-08T18:40:55.746" v="572"/>
          <ac:picMkLst>
            <pc:docMk/>
            <pc:sldMk cId="869728008" sldId="259"/>
            <ac:picMk id="4" creationId="{F7AE0FB0-E2E1-4A62-847E-3BCE799F61C5}"/>
          </ac:picMkLst>
        </pc:picChg>
        <pc:picChg chg="mod ord">
          <ac:chgData name="Melven Johannes Booysen" userId="S::219201277@mycput.ac.za::786fa234-875d-4214-87fd-5d50b57d43ce" providerId="AD" clId="Web-{6D5291AA-F412-4669-9B33-3E391E3D6631}" dt="2021-09-08T18:42:29.014" v="587"/>
          <ac:picMkLst>
            <pc:docMk/>
            <pc:sldMk cId="869728008" sldId="259"/>
            <ac:picMk id="7" creationId="{AB7F15C6-98B8-43A1-852A-1AE46F22E789}"/>
          </ac:picMkLst>
        </pc:picChg>
      </pc:sldChg>
      <pc:sldChg chg="addSp delSp modSp mod setBg">
        <pc:chgData name="Melven Johannes Booysen" userId="S::219201277@mycput.ac.za::786fa234-875d-4214-87fd-5d50b57d43ce" providerId="AD" clId="Web-{6D5291AA-F412-4669-9B33-3E391E3D6631}" dt="2021-09-08T18:31:54.169" v="564"/>
        <pc:sldMkLst>
          <pc:docMk/>
          <pc:sldMk cId="2310592609" sldId="264"/>
        </pc:sldMkLst>
        <pc:spChg chg="mod ord">
          <ac:chgData name="Melven Johannes Booysen" userId="S::219201277@mycput.ac.za::786fa234-875d-4214-87fd-5d50b57d43ce" providerId="AD" clId="Web-{6D5291AA-F412-4669-9B33-3E391E3D6631}" dt="2021-09-08T18:31:54.169" v="564"/>
          <ac:spMkLst>
            <pc:docMk/>
            <pc:sldMk cId="2310592609" sldId="264"/>
            <ac:spMk id="4" creationId="{B6AA3B79-1E2D-4AE9-9508-F088B2C83DDD}"/>
          </ac:spMkLst>
        </pc:spChg>
        <pc:spChg chg="mod ord">
          <ac:chgData name="Melven Johannes Booysen" userId="S::219201277@mycput.ac.za::786fa234-875d-4214-87fd-5d50b57d43ce" providerId="AD" clId="Web-{6D5291AA-F412-4669-9B33-3E391E3D6631}" dt="2021-09-08T18:31:54.169" v="564"/>
          <ac:spMkLst>
            <pc:docMk/>
            <pc:sldMk cId="2310592609" sldId="264"/>
            <ac:spMk id="5" creationId="{3C9C9683-F775-434C-BED2-A14C79070892}"/>
          </ac:spMkLst>
        </pc:spChg>
        <pc:spChg chg="mod">
          <ac:chgData name="Melven Johannes Booysen" userId="S::219201277@mycput.ac.za::786fa234-875d-4214-87fd-5d50b57d43ce" providerId="AD" clId="Web-{6D5291AA-F412-4669-9B33-3E391E3D6631}" dt="2021-09-08T18:31:54.169" v="564"/>
          <ac:spMkLst>
            <pc:docMk/>
            <pc:sldMk cId="2310592609" sldId="264"/>
            <ac:spMk id="6" creationId="{592A370E-FC23-4C26-B76F-A86B4E241A76}"/>
          </ac:spMkLst>
        </pc:spChg>
        <pc:spChg chg="mod">
          <ac:chgData name="Melven Johannes Booysen" userId="S::219201277@mycput.ac.za::786fa234-875d-4214-87fd-5d50b57d43ce" providerId="AD" clId="Web-{6D5291AA-F412-4669-9B33-3E391E3D6631}" dt="2021-09-08T18:31:54.169" v="564"/>
          <ac:spMkLst>
            <pc:docMk/>
            <pc:sldMk cId="2310592609" sldId="264"/>
            <ac:spMk id="7" creationId="{FEE893D3-FBA5-4070-BCE5-E42E17AE3650}"/>
          </ac:spMkLst>
        </pc:spChg>
        <pc:spChg chg="mod">
          <ac:chgData name="Melven Johannes Booysen" userId="S::219201277@mycput.ac.za::786fa234-875d-4214-87fd-5d50b57d43ce" providerId="AD" clId="Web-{6D5291AA-F412-4669-9B33-3E391E3D6631}" dt="2021-09-08T18:31:54.169" v="564"/>
          <ac:spMkLst>
            <pc:docMk/>
            <pc:sldMk cId="2310592609" sldId="264"/>
            <ac:spMk id="8" creationId="{7CC4B4F2-7D35-4B53-BE93-11DFA7CF66C3}"/>
          </ac:spMkLst>
        </pc:spChg>
        <pc:spChg chg="mod">
          <ac:chgData name="Melven Johannes Booysen" userId="S::219201277@mycput.ac.za::786fa234-875d-4214-87fd-5d50b57d43ce" providerId="AD" clId="Web-{6D5291AA-F412-4669-9B33-3E391E3D6631}" dt="2021-09-08T18:31:54.169" v="564"/>
          <ac:spMkLst>
            <pc:docMk/>
            <pc:sldMk cId="2310592609" sldId="264"/>
            <ac:spMk id="9" creationId="{0AD9B500-98F2-4F05-93DA-C617BBED4EDA}"/>
          </ac:spMkLst>
        </pc:spChg>
        <pc:spChg chg="add del">
          <ac:chgData name="Melven Johannes Booysen" userId="S::219201277@mycput.ac.za::786fa234-875d-4214-87fd-5d50b57d43ce" providerId="AD" clId="Web-{6D5291AA-F412-4669-9B33-3E391E3D6631}" dt="2021-09-08T18:31:54.169" v="564"/>
          <ac:spMkLst>
            <pc:docMk/>
            <pc:sldMk cId="2310592609" sldId="264"/>
            <ac:spMk id="14" creationId="{A3BAF07C-C39E-42EB-BB22-8D46691D9735}"/>
          </ac:spMkLst>
        </pc:spChg>
        <pc:spChg chg="add del">
          <ac:chgData name="Melven Johannes Booysen" userId="S::219201277@mycput.ac.za::786fa234-875d-4214-87fd-5d50b57d43ce" providerId="AD" clId="Web-{6D5291AA-F412-4669-9B33-3E391E3D6631}" dt="2021-09-08T18:31:54.169" v="564"/>
          <ac:spMkLst>
            <pc:docMk/>
            <pc:sldMk cId="2310592609" sldId="264"/>
            <ac:spMk id="37" creationId="{A7795DFA-888F-47E2-B44E-DE1D3B3E46A4}"/>
          </ac:spMkLst>
        </pc:spChg>
        <pc:grpChg chg="add del">
          <ac:chgData name="Melven Johannes Booysen" userId="S::219201277@mycput.ac.za::786fa234-875d-4214-87fd-5d50b57d43ce" providerId="AD" clId="Web-{6D5291AA-F412-4669-9B33-3E391E3D6631}" dt="2021-09-08T18:31:54.169" v="564"/>
          <ac:grpSpMkLst>
            <pc:docMk/>
            <pc:sldMk cId="2310592609" sldId="264"/>
            <ac:grpSpMk id="16" creationId="{D8E9CF54-0466-4261-9E62-0249E60E1886}"/>
          </ac:grpSpMkLst>
        </pc:grpChg>
      </pc:sldChg>
      <pc:sldChg chg="addSp modSp mod setBg setClrOvrMap">
        <pc:chgData name="Melven Johannes Booysen" userId="S::219201277@mycput.ac.za::786fa234-875d-4214-87fd-5d50b57d43ce" providerId="AD" clId="Web-{6D5291AA-F412-4669-9B33-3E391E3D6631}" dt="2021-09-08T18:36:38.755" v="568"/>
        <pc:sldMkLst>
          <pc:docMk/>
          <pc:sldMk cId="3182990411" sldId="265"/>
        </pc:sldMkLst>
        <pc:spChg chg="mod">
          <ac:chgData name="Melven Johannes Booysen" userId="S::219201277@mycput.ac.za::786fa234-875d-4214-87fd-5d50b57d43ce" providerId="AD" clId="Web-{6D5291AA-F412-4669-9B33-3E391E3D6631}" dt="2021-09-08T18:36:38.755" v="568"/>
          <ac:spMkLst>
            <pc:docMk/>
            <pc:sldMk cId="3182990411" sldId="265"/>
            <ac:spMk id="2" creationId="{A6F24992-7331-49AB-BB5A-8D99F1DA7F5D}"/>
          </ac:spMkLst>
        </pc:spChg>
        <pc:spChg chg="mod">
          <ac:chgData name="Melven Johannes Booysen" userId="S::219201277@mycput.ac.za::786fa234-875d-4214-87fd-5d50b57d43ce" providerId="AD" clId="Web-{6D5291AA-F412-4669-9B33-3E391E3D6631}" dt="2021-09-08T18:36:38.755" v="568"/>
          <ac:spMkLst>
            <pc:docMk/>
            <pc:sldMk cId="3182990411" sldId="265"/>
            <ac:spMk id="3" creationId="{85851513-D478-41BF-BFFC-904AF922419F}"/>
          </ac:spMkLst>
        </pc:spChg>
        <pc:spChg chg="add">
          <ac:chgData name="Melven Johannes Booysen" userId="S::219201277@mycput.ac.za::786fa234-875d-4214-87fd-5d50b57d43ce" providerId="AD" clId="Web-{6D5291AA-F412-4669-9B33-3E391E3D6631}" dt="2021-09-08T18:36:38.755" v="568"/>
          <ac:spMkLst>
            <pc:docMk/>
            <pc:sldMk cId="3182990411" sldId="265"/>
            <ac:spMk id="8" creationId="{DFF2AC85-FAA0-4844-813F-83C04D7382E2}"/>
          </ac:spMkLst>
        </pc:spChg>
        <pc:spChg chg="add">
          <ac:chgData name="Melven Johannes Booysen" userId="S::219201277@mycput.ac.za::786fa234-875d-4214-87fd-5d50b57d43ce" providerId="AD" clId="Web-{6D5291AA-F412-4669-9B33-3E391E3D6631}" dt="2021-09-08T18:36:38.755" v="568"/>
          <ac:spMkLst>
            <pc:docMk/>
            <pc:sldMk cId="3182990411" sldId="265"/>
            <ac:spMk id="10" creationId="{89CC0F1E-BAA2-47B1-8F83-7ECB9FD9E009}"/>
          </ac:spMkLst>
        </pc:spChg>
      </pc:sldChg>
      <pc:sldChg chg="addSp delSp modSp mod modMedia setBg addAnim delAnim setClrOvrMap">
        <pc:chgData name="Melven Johannes Booysen" userId="S::219201277@mycput.ac.za::786fa234-875d-4214-87fd-5d50b57d43ce" providerId="AD" clId="Web-{6D5291AA-F412-4669-9B33-3E391E3D6631}" dt="2021-09-08T19:09:53.239" v="660"/>
        <pc:sldMkLst>
          <pc:docMk/>
          <pc:sldMk cId="1969048829" sldId="266"/>
        </pc:sldMkLst>
        <pc:spChg chg="mod">
          <ac:chgData name="Melven Johannes Booysen" userId="S::219201277@mycput.ac.za::786fa234-875d-4214-87fd-5d50b57d43ce" providerId="AD" clId="Web-{6D5291AA-F412-4669-9B33-3E391E3D6631}" dt="2021-09-08T19:05:20.009" v="647" actId="20577"/>
          <ac:spMkLst>
            <pc:docMk/>
            <pc:sldMk cId="1969048829" sldId="266"/>
            <ac:spMk id="2" creationId="{786B5FC7-2317-4705-A951-E9B31707D244}"/>
          </ac:spMkLst>
        </pc:spChg>
        <pc:spChg chg="mod">
          <ac:chgData name="Melven Johannes Booysen" userId="S::219201277@mycput.ac.za::786fa234-875d-4214-87fd-5d50b57d43ce" providerId="AD" clId="Web-{6D5291AA-F412-4669-9B33-3E391E3D6631}" dt="2021-09-08T18:59:32.875" v="636"/>
          <ac:spMkLst>
            <pc:docMk/>
            <pc:sldMk cId="1969048829" sldId="266"/>
            <ac:spMk id="3" creationId="{91E6AEC3-72D4-4521-9470-0CA853E59D52}"/>
          </ac:spMkLst>
        </pc:spChg>
        <pc:spChg chg="add del">
          <ac:chgData name="Melven Johannes Booysen" userId="S::219201277@mycput.ac.za::786fa234-875d-4214-87fd-5d50b57d43ce" providerId="AD" clId="Web-{6D5291AA-F412-4669-9B33-3E391E3D6631}" dt="2021-09-08T18:59:32.875" v="636"/>
          <ac:spMkLst>
            <pc:docMk/>
            <pc:sldMk cId="1969048829" sldId="266"/>
            <ac:spMk id="5" creationId="{1B15ED52-F352-441B-82BF-E0EA34836D08}"/>
          </ac:spMkLst>
        </pc:spChg>
        <pc:spChg chg="add del">
          <ac:chgData name="Melven Johannes Booysen" userId="S::219201277@mycput.ac.za::786fa234-875d-4214-87fd-5d50b57d43ce" providerId="AD" clId="Web-{6D5291AA-F412-4669-9B33-3E391E3D6631}" dt="2021-09-08T18:59:32.875" v="636"/>
          <ac:spMkLst>
            <pc:docMk/>
            <pc:sldMk cId="1969048829" sldId="266"/>
            <ac:spMk id="6" creationId="{3B2E3793-BFE6-45A2-9B7B-E18844431C99}"/>
          </ac:spMkLst>
        </pc:spChg>
        <pc:spChg chg="add del">
          <ac:chgData name="Melven Johannes Booysen" userId="S::219201277@mycput.ac.za::786fa234-875d-4214-87fd-5d50b57d43ce" providerId="AD" clId="Web-{6D5291AA-F412-4669-9B33-3E391E3D6631}" dt="2021-09-08T18:59:32.875" v="636"/>
          <ac:spMkLst>
            <pc:docMk/>
            <pc:sldMk cId="1969048829" sldId="266"/>
            <ac:spMk id="7" creationId="{BC4C4868-CB8F-4AF9-9CDB-8108F2C19B67}"/>
          </ac:spMkLst>
        </pc:spChg>
        <pc:spChg chg="del">
          <ac:chgData name="Melven Johannes Booysen" userId="S::219201277@mycput.ac.za::786fa234-875d-4214-87fd-5d50b57d43ce" providerId="AD" clId="Web-{6D5291AA-F412-4669-9B33-3E391E3D6631}" dt="2021-09-08T18:59:15.984" v="631"/>
          <ac:spMkLst>
            <pc:docMk/>
            <pc:sldMk cId="1969048829" sldId="266"/>
            <ac:spMk id="8" creationId="{B4E37CA5-0748-451C-BE53-4EF10B449394}"/>
          </ac:spMkLst>
        </pc:spChg>
        <pc:spChg chg="add del">
          <ac:chgData name="Melven Johannes Booysen" userId="S::219201277@mycput.ac.za::786fa234-875d-4214-87fd-5d50b57d43ce" providerId="AD" clId="Web-{6D5291AA-F412-4669-9B33-3E391E3D6631}" dt="2021-09-08T18:59:32.875" v="636"/>
          <ac:spMkLst>
            <pc:docMk/>
            <pc:sldMk cId="1969048829" sldId="266"/>
            <ac:spMk id="9" creationId="{375E0459-6403-40CD-989D-56A4407CA12E}"/>
          </ac:spMkLst>
        </pc:spChg>
        <pc:spChg chg="add del">
          <ac:chgData name="Melven Johannes Booysen" userId="S::219201277@mycput.ac.za::786fa234-875d-4214-87fd-5d50b57d43ce" providerId="AD" clId="Web-{6D5291AA-F412-4669-9B33-3E391E3D6631}" dt="2021-09-08T18:59:32.875" v="636"/>
          <ac:spMkLst>
            <pc:docMk/>
            <pc:sldMk cId="1969048829" sldId="266"/>
            <ac:spMk id="11" creationId="{53E5B1A8-3AC9-4BD1-9BBC-78CA94F2D1BA}"/>
          </ac:spMkLst>
        </pc:spChg>
        <pc:spChg chg="add del">
          <ac:chgData name="Melven Johannes Booysen" userId="S::219201277@mycput.ac.za::786fa234-875d-4214-87fd-5d50b57d43ce" providerId="AD" clId="Web-{6D5291AA-F412-4669-9B33-3E391E3D6631}" dt="2021-09-08T18:59:28.265" v="633"/>
          <ac:spMkLst>
            <pc:docMk/>
            <pc:sldMk cId="1969048829" sldId="266"/>
            <ac:spMk id="13" creationId="{7264F718-7FAC-4056-9FA9-A603EC682FE7}"/>
          </ac:spMkLst>
        </pc:spChg>
        <pc:spChg chg="add del">
          <ac:chgData name="Melven Johannes Booysen" userId="S::219201277@mycput.ac.za::786fa234-875d-4214-87fd-5d50b57d43ce" providerId="AD" clId="Web-{6D5291AA-F412-4669-9B33-3E391E3D6631}" dt="2021-09-08T18:59:32.859" v="635"/>
          <ac:spMkLst>
            <pc:docMk/>
            <pc:sldMk cId="1969048829" sldId="266"/>
            <ac:spMk id="15" creationId="{EA67B5B4-3A24-436E-B663-1B2EBFF8A0CD}"/>
          </ac:spMkLst>
        </pc:spChg>
        <pc:spChg chg="add del">
          <ac:chgData name="Melven Johannes Booysen" userId="S::219201277@mycput.ac.za::786fa234-875d-4214-87fd-5d50b57d43ce" providerId="AD" clId="Web-{6D5291AA-F412-4669-9B33-3E391E3D6631}" dt="2021-09-08T18:59:32.859" v="635"/>
          <ac:spMkLst>
            <pc:docMk/>
            <pc:sldMk cId="1969048829" sldId="266"/>
            <ac:spMk id="17" creationId="{987FDF89-C993-41F4-A1B8-DBAFF16008A9}"/>
          </ac:spMkLst>
        </pc:spChg>
        <pc:spChg chg="add del">
          <ac:chgData name="Melven Johannes Booysen" userId="S::219201277@mycput.ac.za::786fa234-875d-4214-87fd-5d50b57d43ce" providerId="AD" clId="Web-{6D5291AA-F412-4669-9B33-3E391E3D6631}" dt="2021-09-08T18:59:28.265" v="633"/>
          <ac:spMkLst>
            <pc:docMk/>
            <pc:sldMk cId="1969048829" sldId="266"/>
            <ac:spMk id="18" creationId="{F74639F7-E3C7-4165-A83E-6386A86BA1DA}"/>
          </ac:spMkLst>
        </pc:spChg>
        <pc:spChg chg="add del">
          <ac:chgData name="Melven Johannes Booysen" userId="S::219201277@mycput.ac.za::786fa234-875d-4214-87fd-5d50b57d43ce" providerId="AD" clId="Web-{6D5291AA-F412-4669-9B33-3E391E3D6631}" dt="2021-09-08T18:59:32.859" v="635"/>
          <ac:spMkLst>
            <pc:docMk/>
            <pc:sldMk cId="1969048829" sldId="266"/>
            <ac:spMk id="19" creationId="{64E585EA-75FD-4025-8270-F66A58A15CDA}"/>
          </ac:spMkLst>
        </pc:spChg>
        <pc:spChg chg="add del">
          <ac:chgData name="Melven Johannes Booysen" userId="S::219201277@mycput.ac.za::786fa234-875d-4214-87fd-5d50b57d43ce" providerId="AD" clId="Web-{6D5291AA-F412-4669-9B33-3E391E3D6631}" dt="2021-09-08T18:59:28.265" v="633"/>
          <ac:spMkLst>
            <pc:docMk/>
            <pc:sldMk cId="1969048829" sldId="266"/>
            <ac:spMk id="20" creationId="{8B3AF0F1-707A-463E-B5EE-33C63A40CFC9}"/>
          </ac:spMkLst>
        </pc:spChg>
        <pc:spChg chg="add">
          <ac:chgData name="Melven Johannes Booysen" userId="S::219201277@mycput.ac.za::786fa234-875d-4214-87fd-5d50b57d43ce" providerId="AD" clId="Web-{6D5291AA-F412-4669-9B33-3E391E3D6631}" dt="2021-09-08T18:59:32.875" v="636"/>
          <ac:spMkLst>
            <pc:docMk/>
            <pc:sldMk cId="1969048829" sldId="266"/>
            <ac:spMk id="21" creationId="{DFF2AC85-FAA0-4844-813F-83C04D7382E2}"/>
          </ac:spMkLst>
        </pc:spChg>
        <pc:spChg chg="add">
          <ac:chgData name="Melven Johannes Booysen" userId="S::219201277@mycput.ac.za::786fa234-875d-4214-87fd-5d50b57d43ce" providerId="AD" clId="Web-{6D5291AA-F412-4669-9B33-3E391E3D6631}" dt="2021-09-08T18:59:32.875" v="636"/>
          <ac:spMkLst>
            <pc:docMk/>
            <pc:sldMk cId="1969048829" sldId="266"/>
            <ac:spMk id="22" creationId="{89CC0F1E-BAA2-47B1-8F83-7ECB9FD9E009}"/>
          </ac:spMkLst>
        </pc:spChg>
        <pc:picChg chg="del">
          <ac:chgData name="Melven Johannes Booysen" userId="S::219201277@mycput.ac.za::786fa234-875d-4214-87fd-5d50b57d43ce" providerId="AD" clId="Web-{6D5291AA-F412-4669-9B33-3E391E3D6631}" dt="2021-09-08T18:59:13.250" v="630"/>
          <ac:picMkLst>
            <pc:docMk/>
            <pc:sldMk cId="1969048829" sldId="266"/>
            <ac:picMk id="4" creationId="{C63F23BB-FC56-49E6-AB24-0E5B1EC3F7D4}"/>
          </ac:picMkLst>
        </pc:picChg>
        <pc:picChg chg="add mod">
          <ac:chgData name="Melven Johannes Booysen" userId="S::219201277@mycput.ac.za::786fa234-875d-4214-87fd-5d50b57d43ce" providerId="AD" clId="Web-{6D5291AA-F412-4669-9B33-3E391E3D6631}" dt="2021-09-08T19:09:53.239" v="660"/>
          <ac:picMkLst>
            <pc:docMk/>
            <pc:sldMk cId="1969048829" sldId="266"/>
            <ac:picMk id="10" creationId="{D655ED5A-92BB-428B-BC61-2EDD5239588A}"/>
          </ac:picMkLst>
        </pc:picChg>
      </pc:sldChg>
      <pc:sldChg chg="addSp modSp modMedia addAnim">
        <pc:chgData name="Melven Johannes Booysen" userId="S::219201277@mycput.ac.za::786fa234-875d-4214-87fd-5d50b57d43ce" providerId="AD" clId="Web-{6D5291AA-F412-4669-9B33-3E391E3D6631}" dt="2021-09-08T19:09:18.175" v="657"/>
        <pc:sldMkLst>
          <pc:docMk/>
          <pc:sldMk cId="436603215" sldId="267"/>
        </pc:sldMkLst>
        <pc:picChg chg="add mod">
          <ac:chgData name="Melven Johannes Booysen" userId="S::219201277@mycput.ac.za::786fa234-875d-4214-87fd-5d50b57d43ce" providerId="AD" clId="Web-{6D5291AA-F412-4669-9B33-3E391E3D6631}" dt="2021-09-08T18:19:44.573" v="562" actId="1076"/>
          <ac:picMkLst>
            <pc:docMk/>
            <pc:sldMk cId="436603215" sldId="267"/>
            <ac:picMk id="4" creationId="{557CD10D-F1FD-47F5-9832-2A86C506B291}"/>
          </ac:picMkLst>
        </pc:picChg>
        <pc:picChg chg="add mod">
          <ac:chgData name="Melven Johannes Booysen" userId="S::219201277@mycput.ac.za::786fa234-875d-4214-87fd-5d50b57d43ce" providerId="AD" clId="Web-{6D5291AA-F412-4669-9B33-3E391E3D6631}" dt="2021-09-08T19:09:18.175" v="657"/>
          <ac:picMkLst>
            <pc:docMk/>
            <pc:sldMk cId="436603215" sldId="267"/>
            <ac:picMk id="4" creationId="{EED50A8C-FCB7-491D-958D-D0119761672A}"/>
          </ac:picMkLst>
        </pc:picChg>
      </pc:sldChg>
      <pc:sldChg chg="addSp delSp modSp mod setBg delAnim setClrOvrMap">
        <pc:chgData name="Melven Johannes Booysen" userId="S::219201277@mycput.ac.za::786fa234-875d-4214-87fd-5d50b57d43ce" providerId="AD" clId="Web-{6D5291AA-F412-4669-9B33-3E391E3D6631}" dt="2021-09-08T18:52:27.847" v="620"/>
        <pc:sldMkLst>
          <pc:docMk/>
          <pc:sldMk cId="261546201" sldId="268"/>
        </pc:sldMkLst>
        <pc:spChg chg="mod">
          <ac:chgData name="Melven Johannes Booysen" userId="S::219201277@mycput.ac.za::786fa234-875d-4214-87fd-5d50b57d43ce" providerId="AD" clId="Web-{6D5291AA-F412-4669-9B33-3E391E3D6631}" dt="2021-09-08T18:52:27.847" v="620"/>
          <ac:spMkLst>
            <pc:docMk/>
            <pc:sldMk cId="261546201" sldId="268"/>
            <ac:spMk id="2" creationId="{980B273B-EE7F-4AD3-89D7-BF5A70909D70}"/>
          </ac:spMkLst>
        </pc:spChg>
        <pc:spChg chg="mod">
          <ac:chgData name="Melven Johannes Booysen" userId="S::219201277@mycput.ac.za::786fa234-875d-4214-87fd-5d50b57d43ce" providerId="AD" clId="Web-{6D5291AA-F412-4669-9B33-3E391E3D6631}" dt="2021-09-08T18:52:27.847" v="620"/>
          <ac:spMkLst>
            <pc:docMk/>
            <pc:sldMk cId="261546201" sldId="268"/>
            <ac:spMk id="3" creationId="{3E7849BF-392A-40A8-AD93-0BDE460DE7CF}"/>
          </ac:spMkLst>
        </pc:spChg>
        <pc:spChg chg="add del">
          <ac:chgData name="Melven Johannes Booysen" userId="S::219201277@mycput.ac.za::786fa234-875d-4214-87fd-5d50b57d43ce" providerId="AD" clId="Web-{6D5291AA-F412-4669-9B33-3E391E3D6631}" dt="2021-09-08T18:45:21.537" v="603"/>
          <ac:spMkLst>
            <pc:docMk/>
            <pc:sldMk cId="261546201" sldId="268"/>
            <ac:spMk id="8" creationId="{4F74D28C-3268-4E35-8EE1-D92CB4A85A7D}"/>
          </ac:spMkLst>
        </pc:spChg>
        <pc:spChg chg="add del">
          <ac:chgData name="Melven Johannes Booysen" userId="S::219201277@mycput.ac.za::786fa234-875d-4214-87fd-5d50b57d43ce" providerId="AD" clId="Web-{6D5291AA-F412-4669-9B33-3E391E3D6631}" dt="2021-09-08T18:47:16.274" v="604"/>
          <ac:spMkLst>
            <pc:docMk/>
            <pc:sldMk cId="261546201" sldId="268"/>
            <ac:spMk id="10" creationId="{9AA72BD9-2C5A-4EDC-931F-5AA08EACA0F3}"/>
          </ac:spMkLst>
        </pc:spChg>
        <pc:spChg chg="add del">
          <ac:chgData name="Melven Johannes Booysen" userId="S::219201277@mycput.ac.za::786fa234-875d-4214-87fd-5d50b57d43ce" providerId="AD" clId="Web-{6D5291AA-F412-4669-9B33-3E391E3D6631}" dt="2021-09-08T18:43:11.437" v="590"/>
          <ac:spMkLst>
            <pc:docMk/>
            <pc:sldMk cId="261546201" sldId="268"/>
            <ac:spMk id="11" creationId="{9AA72BD9-2C5A-4EDC-931F-5AA08EACA0F3}"/>
          </ac:spMkLst>
        </pc:spChg>
        <pc:spChg chg="add del">
          <ac:chgData name="Melven Johannes Booysen" userId="S::219201277@mycput.ac.za::786fa234-875d-4214-87fd-5d50b57d43ce" providerId="AD" clId="Web-{6D5291AA-F412-4669-9B33-3E391E3D6631}" dt="2021-09-08T18:47:16.274" v="604"/>
          <ac:spMkLst>
            <pc:docMk/>
            <pc:sldMk cId="261546201" sldId="268"/>
            <ac:spMk id="12" creationId="{DD3981AC-7B61-4947-BCF3-F7AA7FA385B9}"/>
          </ac:spMkLst>
        </pc:spChg>
        <pc:spChg chg="add del">
          <ac:chgData name="Melven Johannes Booysen" userId="S::219201277@mycput.ac.za::786fa234-875d-4214-87fd-5d50b57d43ce" providerId="AD" clId="Web-{6D5291AA-F412-4669-9B33-3E391E3D6631}" dt="2021-09-08T18:43:11.437" v="590"/>
          <ac:spMkLst>
            <pc:docMk/>
            <pc:sldMk cId="261546201" sldId="268"/>
            <ac:spMk id="13" creationId="{DD3981AC-7B61-4947-BCF3-F7AA7FA385B9}"/>
          </ac:spMkLst>
        </pc:spChg>
        <pc:spChg chg="add del">
          <ac:chgData name="Melven Johannes Booysen" userId="S::219201277@mycput.ac.za::786fa234-875d-4214-87fd-5d50b57d43ce" providerId="AD" clId="Web-{6D5291AA-F412-4669-9B33-3E391E3D6631}" dt="2021-09-08T18:47:16.274" v="604"/>
          <ac:spMkLst>
            <pc:docMk/>
            <pc:sldMk cId="261546201" sldId="268"/>
            <ac:spMk id="14" creationId="{55D4142C-5077-457F-A6AD-3FECFDB39685}"/>
          </ac:spMkLst>
        </pc:spChg>
        <pc:spChg chg="add del">
          <ac:chgData name="Melven Johannes Booysen" userId="S::219201277@mycput.ac.za::786fa234-875d-4214-87fd-5d50b57d43ce" providerId="AD" clId="Web-{6D5291AA-F412-4669-9B33-3E391E3D6631}" dt="2021-09-08T18:43:11.437" v="590"/>
          <ac:spMkLst>
            <pc:docMk/>
            <pc:sldMk cId="261546201" sldId="268"/>
            <ac:spMk id="15" creationId="{55D4142C-5077-457F-A6AD-3FECFDB39685}"/>
          </ac:spMkLst>
        </pc:spChg>
        <pc:spChg chg="add del">
          <ac:chgData name="Melven Johannes Booysen" userId="S::219201277@mycput.ac.za::786fa234-875d-4214-87fd-5d50b57d43ce" providerId="AD" clId="Web-{6D5291AA-F412-4669-9B33-3E391E3D6631}" dt="2021-09-08T18:43:11.437" v="590"/>
          <ac:spMkLst>
            <pc:docMk/>
            <pc:sldMk cId="261546201" sldId="268"/>
            <ac:spMk id="17" creationId="{7A5F0580-5EE9-419F-96EE-B6529EF6E7D0}"/>
          </ac:spMkLst>
        </pc:spChg>
        <pc:spChg chg="add del">
          <ac:chgData name="Melven Johannes Booysen" userId="S::219201277@mycput.ac.za::786fa234-875d-4214-87fd-5d50b57d43ce" providerId="AD" clId="Web-{6D5291AA-F412-4669-9B33-3E391E3D6631}" dt="2021-09-08T18:47:16.274" v="604"/>
          <ac:spMkLst>
            <pc:docMk/>
            <pc:sldMk cId="261546201" sldId="268"/>
            <ac:spMk id="19" creationId="{7A5F0580-5EE9-419F-96EE-B6529EF6E7D0}"/>
          </ac:spMkLst>
        </pc:spChg>
        <pc:spChg chg="add del">
          <ac:chgData name="Melven Johannes Booysen" userId="S::219201277@mycput.ac.za::786fa234-875d-4214-87fd-5d50b57d43ce" providerId="AD" clId="Web-{6D5291AA-F412-4669-9B33-3E391E3D6631}" dt="2021-09-08T18:52:27.847" v="620"/>
          <ac:spMkLst>
            <pc:docMk/>
            <pc:sldMk cId="261546201" sldId="268"/>
            <ac:spMk id="24" creationId="{8F23F8A3-8FD7-4779-8323-FDC26BE99889}"/>
          </ac:spMkLst>
        </pc:spChg>
        <pc:spChg chg="add del">
          <ac:chgData name="Melven Johannes Booysen" userId="S::219201277@mycput.ac.za::786fa234-875d-4214-87fd-5d50b57d43ce" providerId="AD" clId="Web-{6D5291AA-F412-4669-9B33-3E391E3D6631}" dt="2021-09-08T18:52:27.847" v="620"/>
          <ac:spMkLst>
            <pc:docMk/>
            <pc:sldMk cId="261546201" sldId="268"/>
            <ac:spMk id="26" creationId="{F605C4CC-A25C-416F-8333-7CB7DC97D870}"/>
          </ac:spMkLst>
        </pc:spChg>
        <pc:spChg chg="add del">
          <ac:chgData name="Melven Johannes Booysen" userId="S::219201277@mycput.ac.za::786fa234-875d-4214-87fd-5d50b57d43ce" providerId="AD" clId="Web-{6D5291AA-F412-4669-9B33-3E391E3D6631}" dt="2021-09-08T18:52:27.847" v="619"/>
          <ac:spMkLst>
            <pc:docMk/>
            <pc:sldMk cId="261546201" sldId="268"/>
            <ac:spMk id="28" creationId="{C7FA33FF-088D-4F16-95A2-2C64D353DEA8}"/>
          </ac:spMkLst>
        </pc:spChg>
        <pc:spChg chg="add">
          <ac:chgData name="Melven Johannes Booysen" userId="S::219201277@mycput.ac.za::786fa234-875d-4214-87fd-5d50b57d43ce" providerId="AD" clId="Web-{6D5291AA-F412-4669-9B33-3E391E3D6631}" dt="2021-09-08T18:52:27.847" v="620"/>
          <ac:spMkLst>
            <pc:docMk/>
            <pc:sldMk cId="261546201" sldId="268"/>
            <ac:spMk id="29" creationId="{CF62D2A7-8207-488C-9F46-316BA81A16C8}"/>
          </ac:spMkLst>
        </pc:spChg>
        <pc:spChg chg="add del">
          <ac:chgData name="Melven Johannes Booysen" userId="S::219201277@mycput.ac.za::786fa234-875d-4214-87fd-5d50b57d43ce" providerId="AD" clId="Web-{6D5291AA-F412-4669-9B33-3E391E3D6631}" dt="2021-09-08T18:52:20.941" v="617"/>
          <ac:spMkLst>
            <pc:docMk/>
            <pc:sldMk cId="261546201" sldId="268"/>
            <ac:spMk id="31" creationId="{CF62D2A7-8207-488C-9F46-316BA81A16C8}"/>
          </ac:spMkLst>
        </pc:spChg>
        <pc:spChg chg="add del">
          <ac:chgData name="Melven Johannes Booysen" userId="S::219201277@mycput.ac.za::786fa234-875d-4214-87fd-5d50b57d43ce" providerId="AD" clId="Web-{6D5291AA-F412-4669-9B33-3E391E3D6631}" dt="2021-09-08T18:52:27.847" v="619"/>
          <ac:spMkLst>
            <pc:docMk/>
            <pc:sldMk cId="261546201" sldId="268"/>
            <ac:spMk id="33" creationId="{A376EFB1-01CF-419F-ABF1-2AF02BBFCBD1}"/>
          </ac:spMkLst>
        </pc:spChg>
        <pc:spChg chg="add del">
          <ac:chgData name="Melven Johannes Booysen" userId="S::219201277@mycput.ac.za::786fa234-875d-4214-87fd-5d50b57d43ce" providerId="AD" clId="Web-{6D5291AA-F412-4669-9B33-3E391E3D6631}" dt="2021-09-08T18:52:27.847" v="619"/>
          <ac:spMkLst>
            <pc:docMk/>
            <pc:sldMk cId="261546201" sldId="268"/>
            <ac:spMk id="35" creationId="{FF9DEA15-78BD-4750-AA18-B9F28A6D5AB8}"/>
          </ac:spMkLst>
        </pc:spChg>
        <pc:picChg chg="del">
          <ac:chgData name="Melven Johannes Booysen" userId="S::219201277@mycput.ac.za::786fa234-875d-4214-87fd-5d50b57d43ce" providerId="AD" clId="Web-{6D5291AA-F412-4669-9B33-3E391E3D6631}" dt="2021-09-08T18:42:40.467" v="588"/>
          <ac:picMkLst>
            <pc:docMk/>
            <pc:sldMk cId="261546201" sldId="268"/>
            <ac:picMk id="4" creationId="{CEEC284E-9853-4422-8048-A99DD3C2DD5D}"/>
          </ac:picMkLst>
        </pc:picChg>
        <pc:picChg chg="mod ord">
          <ac:chgData name="Melven Johannes Booysen" userId="S::219201277@mycput.ac.za::786fa234-875d-4214-87fd-5d50b57d43ce" providerId="AD" clId="Web-{6D5291AA-F412-4669-9B33-3E391E3D6631}" dt="2021-09-08T18:52:27.847" v="620"/>
          <ac:picMkLst>
            <pc:docMk/>
            <pc:sldMk cId="261546201" sldId="268"/>
            <ac:picMk id="6" creationId="{4F6172E9-5525-4079-BDD9-FAE4C7D33FF4}"/>
          </ac:picMkLst>
        </pc:picChg>
      </pc:sldChg>
      <pc:sldChg chg="modSp">
        <pc:chgData name="Melven Johannes Booysen" userId="S::219201277@mycput.ac.za::786fa234-875d-4214-87fd-5d50b57d43ce" providerId="AD" clId="Web-{6D5291AA-F412-4669-9B33-3E391E3D6631}" dt="2021-09-08T16:46:45.935" v="313" actId="20577"/>
        <pc:sldMkLst>
          <pc:docMk/>
          <pc:sldMk cId="3970326179" sldId="270"/>
        </pc:sldMkLst>
        <pc:spChg chg="mod">
          <ac:chgData name="Melven Johannes Booysen" userId="S::219201277@mycput.ac.za::786fa234-875d-4214-87fd-5d50b57d43ce" providerId="AD" clId="Web-{6D5291AA-F412-4669-9B33-3E391E3D6631}" dt="2021-09-08T16:46:45.935" v="313" actId="20577"/>
          <ac:spMkLst>
            <pc:docMk/>
            <pc:sldMk cId="3970326179" sldId="270"/>
            <ac:spMk id="3" creationId="{161061F4-E518-4423-A8A6-72CEC9550011}"/>
          </ac:spMkLst>
        </pc:spChg>
      </pc:sldChg>
      <pc:sldChg chg="addSp delSp modSp mod setBg">
        <pc:chgData name="Melven Johannes Booysen" userId="S::219201277@mycput.ac.za::786fa234-875d-4214-87fd-5d50b57d43ce" providerId="AD" clId="Web-{6D5291AA-F412-4669-9B33-3E391E3D6631}" dt="2021-09-08T19:16:50.030" v="673" actId="20577"/>
        <pc:sldMkLst>
          <pc:docMk/>
          <pc:sldMk cId="2350634277" sldId="279"/>
        </pc:sldMkLst>
        <pc:spChg chg="mod">
          <ac:chgData name="Melven Johannes Booysen" userId="S::219201277@mycput.ac.za::786fa234-875d-4214-87fd-5d50b57d43ce" providerId="AD" clId="Web-{6D5291AA-F412-4669-9B33-3E391E3D6631}" dt="2021-09-08T19:12:27.133" v="662"/>
          <ac:spMkLst>
            <pc:docMk/>
            <pc:sldMk cId="2350634277" sldId="279"/>
            <ac:spMk id="2" creationId="{A6F24992-7331-49AB-BB5A-8D99F1DA7F5D}"/>
          </ac:spMkLst>
        </pc:spChg>
        <pc:spChg chg="mod">
          <ac:chgData name="Melven Johannes Booysen" userId="S::219201277@mycput.ac.za::786fa234-875d-4214-87fd-5d50b57d43ce" providerId="AD" clId="Web-{6D5291AA-F412-4669-9B33-3E391E3D6631}" dt="2021-09-08T19:16:50.030" v="673" actId="20577"/>
          <ac:spMkLst>
            <pc:docMk/>
            <pc:sldMk cId="2350634277" sldId="279"/>
            <ac:spMk id="3" creationId="{85851513-D478-41BF-BFFC-904AF922419F}"/>
          </ac:spMkLst>
        </pc:spChg>
        <pc:spChg chg="mod">
          <ac:chgData name="Melven Johannes Booysen" userId="S::219201277@mycput.ac.za::786fa234-875d-4214-87fd-5d50b57d43ce" providerId="AD" clId="Web-{6D5291AA-F412-4669-9B33-3E391E3D6631}" dt="2021-09-08T19:12:27.133" v="662"/>
          <ac:spMkLst>
            <pc:docMk/>
            <pc:sldMk cId="2350634277" sldId="279"/>
            <ac:spMk id="4" creationId="{94F6CDDC-F179-4FD0-A26C-424DEB8DD443}"/>
          </ac:spMkLst>
        </pc:spChg>
        <pc:spChg chg="add del">
          <ac:chgData name="Melven Johannes Booysen" userId="S::219201277@mycput.ac.za::786fa234-875d-4214-87fd-5d50b57d43ce" providerId="AD" clId="Web-{6D5291AA-F412-4669-9B33-3E391E3D6631}" dt="2021-09-08T19:12:27.133" v="662"/>
          <ac:spMkLst>
            <pc:docMk/>
            <pc:sldMk cId="2350634277" sldId="279"/>
            <ac:spMk id="8" creationId="{DFF2AC85-FAA0-4844-813F-83C04D7382E2}"/>
          </ac:spMkLst>
        </pc:spChg>
        <pc:spChg chg="add del">
          <ac:chgData name="Melven Johannes Booysen" userId="S::219201277@mycput.ac.za::786fa234-875d-4214-87fd-5d50b57d43ce" providerId="AD" clId="Web-{6D5291AA-F412-4669-9B33-3E391E3D6631}" dt="2021-09-08T19:12:27.133" v="662"/>
          <ac:spMkLst>
            <pc:docMk/>
            <pc:sldMk cId="2350634277" sldId="279"/>
            <ac:spMk id="10" creationId="{89CC0F1E-BAA2-47B1-8F83-7ECB9FD9E009}"/>
          </ac:spMkLst>
        </pc:spChg>
        <pc:spChg chg="add del">
          <ac:chgData name="Melven Johannes Booysen" userId="S::219201277@mycput.ac.za::786fa234-875d-4214-87fd-5d50b57d43ce" providerId="AD" clId="Web-{6D5291AA-F412-4669-9B33-3E391E3D6631}" dt="2021-09-08T19:12:27.133" v="662"/>
          <ac:spMkLst>
            <pc:docMk/>
            <pc:sldMk cId="2350634277" sldId="279"/>
            <ac:spMk id="15" creationId="{8045BF01-625E-4022-91E5-488DB3FCB734}"/>
          </ac:spMkLst>
        </pc:spChg>
        <pc:spChg chg="add del">
          <ac:chgData name="Melven Johannes Booysen" userId="S::219201277@mycput.ac.za::786fa234-875d-4214-87fd-5d50b57d43ce" providerId="AD" clId="Web-{6D5291AA-F412-4669-9B33-3E391E3D6631}" dt="2021-09-08T19:12:27.133" v="662"/>
          <ac:spMkLst>
            <pc:docMk/>
            <pc:sldMk cId="2350634277" sldId="279"/>
            <ac:spMk id="17" creationId="{0E442549-290E-4B7E-892E-F2DB911DD205}"/>
          </ac:spMkLst>
        </pc:spChg>
      </pc:sldChg>
      <pc:sldChg chg="addSp delSp modSp new del">
        <pc:chgData name="Melven Johannes Booysen" userId="S::219201277@mycput.ac.za::786fa234-875d-4214-87fd-5d50b57d43ce" providerId="AD" clId="Web-{6D5291AA-F412-4669-9B33-3E391E3D6631}" dt="2021-09-08T18:19:04.275" v="560"/>
        <pc:sldMkLst>
          <pc:docMk/>
          <pc:sldMk cId="3835514166" sldId="279"/>
        </pc:sldMkLst>
        <pc:spChg chg="del mod">
          <ac:chgData name="Melven Johannes Booysen" userId="S::219201277@mycput.ac.za::786fa234-875d-4214-87fd-5d50b57d43ce" providerId="AD" clId="Web-{6D5291AA-F412-4669-9B33-3E391E3D6631}" dt="2021-09-08T18:00:52.457" v="484"/>
          <ac:spMkLst>
            <pc:docMk/>
            <pc:sldMk cId="3835514166" sldId="279"/>
            <ac:spMk id="2" creationId="{4C0C7A1D-F8EF-4065-AF37-A3BC0E0AE0EB}"/>
          </ac:spMkLst>
        </pc:spChg>
        <pc:spChg chg="del mod">
          <ac:chgData name="Melven Johannes Booysen" userId="S::219201277@mycput.ac.za::786fa234-875d-4214-87fd-5d50b57d43ce" providerId="AD" clId="Web-{6D5291AA-F412-4669-9B33-3E391E3D6631}" dt="2021-09-08T18:02:13.118" v="527"/>
          <ac:spMkLst>
            <pc:docMk/>
            <pc:sldMk cId="3835514166" sldId="279"/>
            <ac:spMk id="3" creationId="{9F87CC4C-4CA8-4E2D-B88E-C3397E564FC7}"/>
          </ac:spMkLst>
        </pc:spChg>
        <pc:spChg chg="add del mod">
          <ac:chgData name="Melven Johannes Booysen" userId="S::219201277@mycput.ac.za::786fa234-875d-4214-87fd-5d50b57d43ce" providerId="AD" clId="Web-{6D5291AA-F412-4669-9B33-3E391E3D6631}" dt="2021-09-08T18:18:58.900" v="559"/>
          <ac:spMkLst>
            <pc:docMk/>
            <pc:sldMk cId="3835514166" sldId="279"/>
            <ac:spMk id="4" creationId="{6E5C059B-7FB2-4AE4-BB21-1403F3209595}"/>
          </ac:spMkLst>
        </pc:spChg>
      </pc:sldChg>
    </pc:docChg>
  </pc:docChgLst>
  <pc:docChgLst>
    <pc:chgData name="Casey Michael Keven Crafford" userId="S::219169640@mycput.ac.za::f9986a50-489f-4f86-889e-f85d5bb3a8ad" providerId="AD" clId="Web-{F5962AC5-7565-4017-98A7-98FC729B0928}"/>
    <pc:docChg chg="addSld delSld modSld sldOrd">
      <pc:chgData name="Casey Michael Keven Crafford" userId="S::219169640@mycput.ac.za::f9986a50-489f-4f86-889e-f85d5bb3a8ad" providerId="AD" clId="Web-{F5962AC5-7565-4017-98A7-98FC729B0928}" dt="2021-09-08T09:00:11.370" v="701" actId="20577"/>
      <pc:docMkLst>
        <pc:docMk/>
      </pc:docMkLst>
      <pc:sldChg chg="modSp">
        <pc:chgData name="Casey Michael Keven Crafford" userId="S::219169640@mycput.ac.za::f9986a50-489f-4f86-889e-f85d5bb3a8ad" providerId="AD" clId="Web-{F5962AC5-7565-4017-98A7-98FC729B0928}" dt="2021-09-08T08:05:21.758" v="276" actId="20577"/>
        <pc:sldMkLst>
          <pc:docMk/>
          <pc:sldMk cId="422156484" sldId="263"/>
        </pc:sldMkLst>
        <pc:spChg chg="mod">
          <ac:chgData name="Casey Michael Keven Crafford" userId="S::219169640@mycput.ac.za::f9986a50-489f-4f86-889e-f85d5bb3a8ad" providerId="AD" clId="Web-{F5962AC5-7565-4017-98A7-98FC729B0928}" dt="2021-09-08T08:05:21.758" v="276" actId="20577"/>
          <ac:spMkLst>
            <pc:docMk/>
            <pc:sldMk cId="422156484" sldId="263"/>
            <ac:spMk id="3" creationId="{151AB9C6-699C-4EC7-9A9B-5C84522E5BF2}"/>
          </ac:spMkLst>
        </pc:spChg>
      </pc:sldChg>
      <pc:sldChg chg="del">
        <pc:chgData name="Casey Michael Keven Crafford" userId="S::219169640@mycput.ac.za::f9986a50-489f-4f86-889e-f85d5bb3a8ad" providerId="AD" clId="Web-{F5962AC5-7565-4017-98A7-98FC729B0928}" dt="2021-09-08T08:03:20.083" v="218"/>
        <pc:sldMkLst>
          <pc:docMk/>
          <pc:sldMk cId="1430873671" sldId="271"/>
        </pc:sldMkLst>
      </pc:sldChg>
      <pc:sldChg chg="del">
        <pc:chgData name="Casey Michael Keven Crafford" userId="S::219169640@mycput.ac.za::f9986a50-489f-4f86-889e-f85d5bb3a8ad" providerId="AD" clId="Web-{F5962AC5-7565-4017-98A7-98FC729B0928}" dt="2021-09-08T08:03:08.255" v="217"/>
        <pc:sldMkLst>
          <pc:docMk/>
          <pc:sldMk cId="550077428" sldId="273"/>
        </pc:sldMkLst>
      </pc:sldChg>
      <pc:sldChg chg="modSp">
        <pc:chgData name="Casey Michael Keven Crafford" userId="S::219169640@mycput.ac.za::f9986a50-489f-4f86-889e-f85d5bb3a8ad" providerId="AD" clId="Web-{F5962AC5-7565-4017-98A7-98FC729B0928}" dt="2021-09-08T07:59:31.376" v="216" actId="20577"/>
        <pc:sldMkLst>
          <pc:docMk/>
          <pc:sldMk cId="3726642729" sldId="274"/>
        </pc:sldMkLst>
        <pc:spChg chg="mod">
          <ac:chgData name="Casey Michael Keven Crafford" userId="S::219169640@mycput.ac.za::f9986a50-489f-4f86-889e-f85d5bb3a8ad" providerId="AD" clId="Web-{F5962AC5-7565-4017-98A7-98FC729B0928}" dt="2021-09-08T07:45:24.890" v="10" actId="20577"/>
          <ac:spMkLst>
            <pc:docMk/>
            <pc:sldMk cId="3726642729" sldId="274"/>
            <ac:spMk id="2" creationId="{35C6C57E-C2C0-4E5A-80B1-3530103C7533}"/>
          </ac:spMkLst>
        </pc:spChg>
        <pc:spChg chg="mod">
          <ac:chgData name="Casey Michael Keven Crafford" userId="S::219169640@mycput.ac.za::f9986a50-489f-4f86-889e-f85d5bb3a8ad" providerId="AD" clId="Web-{F5962AC5-7565-4017-98A7-98FC729B0928}" dt="2021-09-08T07:59:31.376" v="216" actId="20577"/>
          <ac:spMkLst>
            <pc:docMk/>
            <pc:sldMk cId="3726642729" sldId="274"/>
            <ac:spMk id="3" creationId="{70D8A380-3BF3-4DD9-9511-A086260D5CD1}"/>
          </ac:spMkLst>
        </pc:spChg>
      </pc:sldChg>
      <pc:sldChg chg="modSp">
        <pc:chgData name="Casey Michael Keven Crafford" userId="S::219169640@mycput.ac.za::f9986a50-489f-4f86-889e-f85d5bb3a8ad" providerId="AD" clId="Web-{F5962AC5-7565-4017-98A7-98FC729B0928}" dt="2021-09-08T08:04:06.381" v="269" actId="20577"/>
        <pc:sldMkLst>
          <pc:docMk/>
          <pc:sldMk cId="745331828" sldId="275"/>
        </pc:sldMkLst>
        <pc:spChg chg="mod">
          <ac:chgData name="Casey Michael Keven Crafford" userId="S::219169640@mycput.ac.za::f9986a50-489f-4f86-889e-f85d5bb3a8ad" providerId="AD" clId="Web-{F5962AC5-7565-4017-98A7-98FC729B0928}" dt="2021-09-08T08:04:06.381" v="269" actId="20577"/>
          <ac:spMkLst>
            <pc:docMk/>
            <pc:sldMk cId="745331828" sldId="275"/>
            <ac:spMk id="2" creationId="{D514EF9C-D6BF-48AB-9F66-6B5EC7DB6D9C}"/>
          </ac:spMkLst>
        </pc:spChg>
        <pc:spChg chg="mod">
          <ac:chgData name="Casey Michael Keven Crafford" userId="S::219169640@mycput.ac.za::f9986a50-489f-4f86-889e-f85d5bb3a8ad" providerId="AD" clId="Web-{F5962AC5-7565-4017-98A7-98FC729B0928}" dt="2021-09-08T07:44:25.951" v="2" actId="20577"/>
          <ac:spMkLst>
            <pc:docMk/>
            <pc:sldMk cId="745331828" sldId="275"/>
            <ac:spMk id="3" creationId="{CCF9DB95-40C5-464C-B1BA-1DD95E3E59FD}"/>
          </ac:spMkLst>
        </pc:spChg>
      </pc:sldChg>
      <pc:sldChg chg="addSp delSp modSp new mod modMedia setBg addAnim delAnim setClrOvrMap addCm modCm">
        <pc:chgData name="Casey Michael Keven Crafford" userId="S::219169640@mycput.ac.za::f9986a50-489f-4f86-889e-f85d5bb3a8ad" providerId="AD" clId="Web-{F5962AC5-7565-4017-98A7-98FC729B0928}" dt="2021-09-08T08:58:19.852" v="692" actId="20577"/>
        <pc:sldMkLst>
          <pc:docMk/>
          <pc:sldMk cId="3944542181" sldId="276"/>
        </pc:sldMkLst>
        <pc:spChg chg="mod">
          <ac:chgData name="Casey Michael Keven Crafford" userId="S::219169640@mycput.ac.za::f9986a50-489f-4f86-889e-f85d5bb3a8ad" providerId="AD" clId="Web-{F5962AC5-7565-4017-98A7-98FC729B0928}" dt="2021-09-08T08:19:59.729" v="280" actId="20577"/>
          <ac:spMkLst>
            <pc:docMk/>
            <pc:sldMk cId="3944542181" sldId="276"/>
            <ac:spMk id="2" creationId="{25D6F29A-0BCD-46BA-8A79-374566EFB34F}"/>
          </ac:spMkLst>
        </pc:spChg>
        <pc:spChg chg="del">
          <ac:chgData name="Casey Michael Keven Crafford" userId="S::219169640@mycput.ac.za::f9986a50-489f-4f86-889e-f85d5bb3a8ad" providerId="AD" clId="Web-{F5962AC5-7565-4017-98A7-98FC729B0928}" dt="2021-09-08T08:10:40.733" v="277"/>
          <ac:spMkLst>
            <pc:docMk/>
            <pc:sldMk cId="3944542181" sldId="276"/>
            <ac:spMk id="3" creationId="{275E2453-BB53-4AAE-9379-52C882DB7A76}"/>
          </ac:spMkLst>
        </pc:spChg>
        <pc:spChg chg="add mod">
          <ac:chgData name="Casey Michael Keven Crafford" userId="S::219169640@mycput.ac.za::f9986a50-489f-4f86-889e-f85d5bb3a8ad" providerId="AD" clId="Web-{F5962AC5-7565-4017-98A7-98FC729B0928}" dt="2021-09-08T08:58:19.852" v="692" actId="20577"/>
          <ac:spMkLst>
            <pc:docMk/>
            <pc:sldMk cId="3944542181" sldId="276"/>
            <ac:spMk id="8" creationId="{385A3B4E-7DBC-4F0C-BDA8-F915F2281E3B}"/>
          </ac:spMkLst>
        </pc:spChg>
        <pc:spChg chg="add">
          <ac:chgData name="Casey Michael Keven Crafford" userId="S::219169640@mycput.ac.za::f9986a50-489f-4f86-889e-f85d5bb3a8ad" providerId="AD" clId="Web-{F5962AC5-7565-4017-98A7-98FC729B0928}" dt="2021-09-08T08:10:55.967" v="278"/>
          <ac:spMkLst>
            <pc:docMk/>
            <pc:sldMk cId="3944542181" sldId="276"/>
            <ac:spMk id="11" creationId="{867D4867-5BA7-4462-B2F6-A23F4A622AA7}"/>
          </ac:spMkLst>
        </pc:spChg>
        <pc:picChg chg="add del mod ord">
          <ac:chgData name="Casey Michael Keven Crafford" userId="S::219169640@mycput.ac.za::f9986a50-489f-4f86-889e-f85d5bb3a8ad" providerId="AD" clId="Web-{F5962AC5-7565-4017-98A7-98FC729B0928}" dt="2021-09-08T08:26:50.237" v="441"/>
          <ac:picMkLst>
            <pc:docMk/>
            <pc:sldMk cId="3944542181" sldId="276"/>
            <ac:picMk id="4" creationId="{9B6BF8D1-17A2-4551-9397-81A05479BF98}"/>
          </ac:picMkLst>
        </pc:picChg>
        <pc:picChg chg="add del mod">
          <ac:chgData name="Casey Michael Keven Crafford" userId="S::219169640@mycput.ac.za::f9986a50-489f-4f86-889e-f85d5bb3a8ad" providerId="AD" clId="Web-{F5962AC5-7565-4017-98A7-98FC729B0928}" dt="2021-09-08T08:27:23.518" v="446"/>
          <ac:picMkLst>
            <pc:docMk/>
            <pc:sldMk cId="3944542181" sldId="276"/>
            <ac:picMk id="5" creationId="{C5DA9182-694F-47C7-8A6A-8BD4CFD73AEF}"/>
          </ac:picMkLst>
        </pc:picChg>
        <pc:picChg chg="add mod modCrop">
          <ac:chgData name="Casey Michael Keven Crafford" userId="S::219169640@mycput.ac.za::f9986a50-489f-4f86-889e-f85d5bb3a8ad" providerId="AD" clId="Web-{F5962AC5-7565-4017-98A7-98FC729B0928}" dt="2021-09-08T08:27:55.160" v="452"/>
          <ac:picMkLst>
            <pc:docMk/>
            <pc:sldMk cId="3944542181" sldId="276"/>
            <ac:picMk id="6" creationId="{C3B63CF1-76A7-4338-B000-35EECB88A565}"/>
          </ac:picMkLst>
        </pc:picChg>
        <pc:picChg chg="add del mod">
          <ac:chgData name="Casey Michael Keven Crafford" userId="S::219169640@mycput.ac.za::f9986a50-489f-4f86-889e-f85d5bb3a8ad" providerId="AD" clId="Web-{F5962AC5-7565-4017-98A7-98FC729B0928}" dt="2021-09-08T08:46:40.479" v="465"/>
          <ac:picMkLst>
            <pc:docMk/>
            <pc:sldMk cId="3944542181" sldId="276"/>
            <ac:picMk id="7" creationId="{860D2092-8BCF-4955-A65E-7D854E77041B}"/>
          </ac:picMkLst>
        </pc:picChg>
        <pc:picChg chg="add mod">
          <ac:chgData name="Casey Michael Keven Crafford" userId="S::219169640@mycput.ac.za::f9986a50-489f-4f86-889e-f85d5bb3a8ad" providerId="AD" clId="Web-{F5962AC5-7565-4017-98A7-98FC729B0928}" dt="2021-09-08T08:47:37.965" v="466"/>
          <ac:picMkLst>
            <pc:docMk/>
            <pc:sldMk cId="3944542181" sldId="276"/>
            <ac:picMk id="9" creationId="{C812CB6C-B275-4C8F-AAC1-A9C7BD9212D2}"/>
          </ac:picMkLst>
        </pc:picChg>
      </pc:sldChg>
      <pc:sldChg chg="new del ord">
        <pc:chgData name="Casey Michael Keven Crafford" userId="S::219169640@mycput.ac.za::f9986a50-489f-4f86-889e-f85d5bb3a8ad" providerId="AD" clId="Web-{F5962AC5-7565-4017-98A7-98FC729B0928}" dt="2021-09-08T08:37:14.374" v="459"/>
        <pc:sldMkLst>
          <pc:docMk/>
          <pc:sldMk cId="3170749869" sldId="277"/>
        </pc:sldMkLst>
      </pc:sldChg>
      <pc:sldChg chg="addSp delSp modSp add replId delAnim delCm">
        <pc:chgData name="Casey Michael Keven Crafford" userId="S::219169640@mycput.ac.za::f9986a50-489f-4f86-889e-f85d5bb3a8ad" providerId="AD" clId="Web-{F5962AC5-7565-4017-98A7-98FC729B0928}" dt="2021-09-08T09:00:11.370" v="701" actId="20577"/>
        <pc:sldMkLst>
          <pc:docMk/>
          <pc:sldMk cId="2950647060" sldId="278"/>
        </pc:sldMkLst>
        <pc:spChg chg="mod">
          <ac:chgData name="Casey Michael Keven Crafford" userId="S::219169640@mycput.ac.za::f9986a50-489f-4f86-889e-f85d5bb3a8ad" providerId="AD" clId="Web-{F5962AC5-7565-4017-98A7-98FC729B0928}" dt="2021-09-08T08:37:24.827" v="461" actId="20577"/>
          <ac:spMkLst>
            <pc:docMk/>
            <pc:sldMk cId="2950647060" sldId="278"/>
            <ac:spMk id="2" creationId="{25D6F29A-0BCD-46BA-8A79-374566EFB34F}"/>
          </ac:spMkLst>
        </pc:spChg>
        <pc:spChg chg="mod">
          <ac:chgData name="Casey Michael Keven Crafford" userId="S::219169640@mycput.ac.za::f9986a50-489f-4f86-889e-f85d5bb3a8ad" providerId="AD" clId="Web-{F5962AC5-7565-4017-98A7-98FC729B0928}" dt="2021-09-08T09:00:11.370" v="701" actId="20577"/>
          <ac:spMkLst>
            <pc:docMk/>
            <pc:sldMk cId="2950647060" sldId="278"/>
            <ac:spMk id="8" creationId="{385A3B4E-7DBC-4F0C-BDA8-F915F2281E3B}"/>
          </ac:spMkLst>
        </pc:spChg>
        <pc:picChg chg="add mod">
          <ac:chgData name="Casey Michael Keven Crafford" userId="S::219169640@mycput.ac.za::f9986a50-489f-4f86-889e-f85d5bb3a8ad" providerId="AD" clId="Web-{F5962AC5-7565-4017-98A7-98FC729B0928}" dt="2021-09-08T08:53:40.019" v="501" actId="1076"/>
          <ac:picMkLst>
            <pc:docMk/>
            <pc:sldMk cId="2950647060" sldId="278"/>
            <ac:picMk id="3" creationId="{D83F650B-7DFA-44F6-9402-3B196BBB2ACF}"/>
          </ac:picMkLst>
        </pc:picChg>
        <pc:picChg chg="del">
          <ac:chgData name="Casey Michael Keven Crafford" userId="S::219169640@mycput.ac.za::f9986a50-489f-4f86-889e-f85d5bb3a8ad" providerId="AD" clId="Web-{F5962AC5-7565-4017-98A7-98FC729B0928}" dt="2021-09-08T08:37:35.877" v="463"/>
          <ac:picMkLst>
            <pc:docMk/>
            <pc:sldMk cId="2950647060" sldId="278"/>
            <ac:picMk id="6" creationId="{C3B63CF1-76A7-4338-B000-35EECB88A565}"/>
          </ac:picMkLst>
        </pc:picChg>
        <pc:picChg chg="del">
          <ac:chgData name="Casey Michael Keven Crafford" userId="S::219169640@mycput.ac.za::f9986a50-489f-4f86-889e-f85d5bb3a8ad" providerId="AD" clId="Web-{F5962AC5-7565-4017-98A7-98FC729B0928}" dt="2021-09-08T08:37:17.608" v="460"/>
          <ac:picMkLst>
            <pc:docMk/>
            <pc:sldMk cId="2950647060" sldId="278"/>
            <ac:picMk id="7" creationId="{860D2092-8BCF-4955-A65E-7D854E77041B}"/>
          </ac:picMkLst>
        </pc:picChg>
      </pc:sldChg>
    </pc:docChg>
  </pc:docChgLst>
  <pc:docChgLst>
    <pc:chgData name="Siyabulela Gxoyiya" userId="S::219288925@mycput.ac.za::d216f588-38df-44b6-a82f-38675bec932e" providerId="AD" clId="Web-{2DCFDF21-F63A-4DC1-A932-5CFCF4B90EC1}"/>
    <pc:docChg chg="modSld">
      <pc:chgData name="Siyabulela Gxoyiya" userId="S::219288925@mycput.ac.za::d216f588-38df-44b6-a82f-38675bec932e" providerId="AD" clId="Web-{2DCFDF21-F63A-4DC1-A932-5CFCF4B90EC1}" dt="2021-09-08T16:41:55.405" v="29" actId="1076"/>
      <pc:docMkLst>
        <pc:docMk/>
      </pc:docMkLst>
      <pc:sldChg chg="addSp modSp">
        <pc:chgData name="Siyabulela Gxoyiya" userId="S::219288925@mycput.ac.za::d216f588-38df-44b6-a82f-38675bec932e" providerId="AD" clId="Web-{2DCFDF21-F63A-4DC1-A932-5CFCF4B90EC1}" dt="2021-09-08T16:41:55.405" v="29" actId="1076"/>
        <pc:sldMkLst>
          <pc:docMk/>
          <pc:sldMk cId="869728008" sldId="259"/>
        </pc:sldMkLst>
        <pc:picChg chg="add mod">
          <ac:chgData name="Siyabulela Gxoyiya" userId="S::219288925@mycput.ac.za::d216f588-38df-44b6-a82f-38675bec932e" providerId="AD" clId="Web-{2DCFDF21-F63A-4DC1-A932-5CFCF4B90EC1}" dt="2021-09-08T16:41:55.405" v="29" actId="1076"/>
          <ac:picMkLst>
            <pc:docMk/>
            <pc:sldMk cId="869728008" sldId="259"/>
            <ac:picMk id="5" creationId="{17FA66E0-FAD7-4608-9BFA-3016BEB85076}"/>
          </ac:picMkLst>
        </pc:picChg>
      </pc:sldChg>
      <pc:sldChg chg="modSp">
        <pc:chgData name="Siyabulela Gxoyiya" userId="S::219288925@mycput.ac.za::d216f588-38df-44b6-a82f-38675bec932e" providerId="AD" clId="Web-{2DCFDF21-F63A-4DC1-A932-5CFCF4B90EC1}" dt="2021-09-08T16:38:35.540" v="26" actId="20577"/>
        <pc:sldMkLst>
          <pc:docMk/>
          <pc:sldMk cId="3970326179" sldId="270"/>
        </pc:sldMkLst>
        <pc:spChg chg="mod">
          <ac:chgData name="Siyabulela Gxoyiya" userId="S::219288925@mycput.ac.za::d216f588-38df-44b6-a82f-38675bec932e" providerId="AD" clId="Web-{2DCFDF21-F63A-4DC1-A932-5CFCF4B90EC1}" dt="2021-09-08T16:38:35.540" v="26" actId="20577"/>
          <ac:spMkLst>
            <pc:docMk/>
            <pc:sldMk cId="3970326179" sldId="270"/>
            <ac:spMk id="3" creationId="{161061F4-E518-4423-A8A6-72CEC9550011}"/>
          </ac:spMkLst>
        </pc:spChg>
      </pc:sldChg>
    </pc:docChg>
  </pc:docChgLst>
  <pc:docChgLst>
    <pc:chgData name="Melven Johannes Booysen" userId="S::219201277@mycput.ac.za::786fa234-875d-4214-87fd-5d50b57d43ce" providerId="AD" clId="Web-{EDE21669-F916-4279-9205-CF08BA504297}"/>
    <pc:docChg chg="addSld modSld">
      <pc:chgData name="Melven Johannes Booysen" userId="S::219201277@mycput.ac.za::786fa234-875d-4214-87fd-5d50b57d43ce" providerId="AD" clId="Web-{EDE21669-F916-4279-9205-CF08BA504297}" dt="2021-09-05T14:52:40.880" v="56"/>
      <pc:docMkLst>
        <pc:docMk/>
      </pc:docMkLst>
      <pc:sldChg chg="addSp delSp modSp">
        <pc:chgData name="Melven Johannes Booysen" userId="S::219201277@mycput.ac.za::786fa234-875d-4214-87fd-5d50b57d43ce" providerId="AD" clId="Web-{EDE21669-F916-4279-9205-CF08BA504297}" dt="2021-09-05T14:52:40.880" v="56"/>
        <pc:sldMkLst>
          <pc:docMk/>
          <pc:sldMk cId="109857222" sldId="256"/>
        </pc:sldMkLst>
        <pc:spChg chg="mod">
          <ac:chgData name="Melven Johannes Booysen" userId="S::219201277@mycput.ac.za::786fa234-875d-4214-87fd-5d50b57d43ce" providerId="AD" clId="Web-{EDE21669-F916-4279-9205-CF08BA504297}" dt="2021-09-05T14:43:11.186" v="20" actId="20577"/>
          <ac:spMkLst>
            <pc:docMk/>
            <pc:sldMk cId="109857222" sldId="256"/>
            <ac:spMk id="3" creationId="{00000000-0000-0000-0000-000000000000}"/>
          </ac:spMkLst>
        </pc:spChg>
        <pc:spChg chg="add del">
          <ac:chgData name="Melven Johannes Booysen" userId="S::219201277@mycput.ac.za::786fa234-875d-4214-87fd-5d50b57d43ce" providerId="AD" clId="Web-{EDE21669-F916-4279-9205-CF08BA504297}" dt="2021-09-05T14:52:40.880" v="56"/>
          <ac:spMkLst>
            <pc:docMk/>
            <pc:sldMk cId="109857222" sldId="256"/>
            <ac:spMk id="4" creationId="{BFF46EA5-B835-49D5-B6E6-5BFD7EB4AE26}"/>
          </ac:spMkLst>
        </pc:spChg>
        <pc:spChg chg="add del">
          <ac:chgData name="Melven Johannes Booysen" userId="S::219201277@mycput.ac.za::786fa234-875d-4214-87fd-5d50b57d43ce" providerId="AD" clId="Web-{EDE21669-F916-4279-9205-CF08BA504297}" dt="2021-09-05T14:52:36.099" v="55"/>
          <ac:spMkLst>
            <pc:docMk/>
            <pc:sldMk cId="109857222" sldId="256"/>
            <ac:spMk id="5" creationId="{CC8D9DBA-B464-41B4-B9DC-2BD57166CC4C}"/>
          </ac:spMkLst>
        </pc:spChg>
      </pc:sldChg>
      <pc:sldChg chg="modSp">
        <pc:chgData name="Melven Johannes Booysen" userId="S::219201277@mycput.ac.za::786fa234-875d-4214-87fd-5d50b57d43ce" providerId="AD" clId="Web-{EDE21669-F916-4279-9205-CF08BA504297}" dt="2021-09-05T14:46:10.115" v="32" actId="20577"/>
        <pc:sldMkLst>
          <pc:docMk/>
          <pc:sldMk cId="1338874783" sldId="258"/>
        </pc:sldMkLst>
        <pc:spChg chg="mod">
          <ac:chgData name="Melven Johannes Booysen" userId="S::219201277@mycput.ac.za::786fa234-875d-4214-87fd-5d50b57d43ce" providerId="AD" clId="Web-{EDE21669-F916-4279-9205-CF08BA504297}" dt="2021-09-05T14:46:10.115" v="32" actId="20577"/>
          <ac:spMkLst>
            <pc:docMk/>
            <pc:sldMk cId="1338874783" sldId="258"/>
            <ac:spMk id="2" creationId="{05422D28-B2D8-4D6C-9D9C-39DDCCEE5AD2}"/>
          </ac:spMkLst>
        </pc:spChg>
        <pc:spChg chg="mod">
          <ac:chgData name="Melven Johannes Booysen" userId="S::219201277@mycput.ac.za::786fa234-875d-4214-87fd-5d50b57d43ce" providerId="AD" clId="Web-{EDE21669-F916-4279-9205-CF08BA504297}" dt="2021-09-05T14:45:30.912" v="30" actId="14100"/>
          <ac:spMkLst>
            <pc:docMk/>
            <pc:sldMk cId="1338874783" sldId="258"/>
            <ac:spMk id="3" creationId="{D370DA46-E350-4D2E-9047-A3BE17318271}"/>
          </ac:spMkLst>
        </pc:spChg>
      </pc:sldChg>
      <pc:sldChg chg="modSp">
        <pc:chgData name="Melven Johannes Booysen" userId="S::219201277@mycput.ac.za::786fa234-875d-4214-87fd-5d50b57d43ce" providerId="AD" clId="Web-{EDE21669-F916-4279-9205-CF08BA504297}" dt="2021-09-05T14:47:31.636" v="36" actId="20577"/>
        <pc:sldMkLst>
          <pc:docMk/>
          <pc:sldMk cId="869728008" sldId="259"/>
        </pc:sldMkLst>
        <pc:spChg chg="mod">
          <ac:chgData name="Melven Johannes Booysen" userId="S::219201277@mycput.ac.za::786fa234-875d-4214-87fd-5d50b57d43ce" providerId="AD" clId="Web-{EDE21669-F916-4279-9205-CF08BA504297}" dt="2021-09-05T14:47:31.636" v="36" actId="20577"/>
          <ac:spMkLst>
            <pc:docMk/>
            <pc:sldMk cId="869728008" sldId="259"/>
            <ac:spMk id="3" creationId="{A96F6E09-AB95-4521-A748-E5AACE9744AA}"/>
          </ac:spMkLst>
        </pc:spChg>
      </pc:sldChg>
      <pc:sldChg chg="modSp">
        <pc:chgData name="Melven Johannes Booysen" userId="S::219201277@mycput.ac.za::786fa234-875d-4214-87fd-5d50b57d43ce" providerId="AD" clId="Web-{EDE21669-F916-4279-9205-CF08BA504297}" dt="2021-09-05T14:38:58.554" v="17" actId="20577"/>
        <pc:sldMkLst>
          <pc:docMk/>
          <pc:sldMk cId="2310592609" sldId="264"/>
        </pc:sldMkLst>
        <pc:spChg chg="mod">
          <ac:chgData name="Melven Johannes Booysen" userId="S::219201277@mycput.ac.za::786fa234-875d-4214-87fd-5d50b57d43ce" providerId="AD" clId="Web-{EDE21669-F916-4279-9205-CF08BA504297}" dt="2021-09-05T14:38:58.554" v="17" actId="20577"/>
          <ac:spMkLst>
            <pc:docMk/>
            <pc:sldMk cId="2310592609" sldId="264"/>
            <ac:spMk id="6" creationId="{592A370E-FC23-4C26-B76F-A86B4E241A76}"/>
          </ac:spMkLst>
        </pc:spChg>
      </pc:sldChg>
      <pc:sldChg chg="modSp new">
        <pc:chgData name="Melven Johannes Booysen" userId="S::219201277@mycput.ac.za::786fa234-875d-4214-87fd-5d50b57d43ce" providerId="AD" clId="Web-{EDE21669-F916-4279-9205-CF08BA504297}" dt="2021-09-05T14:49:26.763" v="52" actId="20577"/>
        <pc:sldMkLst>
          <pc:docMk/>
          <pc:sldMk cId="1969048829" sldId="266"/>
        </pc:sldMkLst>
        <pc:spChg chg="mod">
          <ac:chgData name="Melven Johannes Booysen" userId="S::219201277@mycput.ac.za::786fa234-875d-4214-87fd-5d50b57d43ce" providerId="AD" clId="Web-{EDE21669-F916-4279-9205-CF08BA504297}" dt="2021-09-05T14:49:16.888" v="50" actId="20577"/>
          <ac:spMkLst>
            <pc:docMk/>
            <pc:sldMk cId="1969048829" sldId="266"/>
            <ac:spMk id="2" creationId="{786B5FC7-2317-4705-A951-E9B31707D244}"/>
          </ac:spMkLst>
        </pc:spChg>
        <pc:spChg chg="mod">
          <ac:chgData name="Melven Johannes Booysen" userId="S::219201277@mycput.ac.za::786fa234-875d-4214-87fd-5d50b57d43ce" providerId="AD" clId="Web-{EDE21669-F916-4279-9205-CF08BA504297}" dt="2021-09-05T14:49:26.763" v="52" actId="20577"/>
          <ac:spMkLst>
            <pc:docMk/>
            <pc:sldMk cId="1969048829" sldId="266"/>
            <ac:spMk id="3" creationId="{91E6AEC3-72D4-4521-9470-0CA853E59D52}"/>
          </ac:spMkLst>
        </pc:spChg>
      </pc:sldChg>
    </pc:docChg>
  </pc:docChgLst>
  <pc:docChgLst>
    <pc:chgData name="Sonwabile Gxoyiya" userId="S::219267189@mycput.ac.za::45eece8a-c5de-466f-9c37-df1806b4781d" providerId="AD" clId="Web-{E1B2A354-4DD0-4E8B-8A2D-7A9650127312}"/>
    <pc:docChg chg="addSld">
      <pc:chgData name="Sonwabile Gxoyiya" userId="S::219267189@mycput.ac.za::45eece8a-c5de-466f-9c37-df1806b4781d" providerId="AD" clId="Web-{E1B2A354-4DD0-4E8B-8A2D-7A9650127312}" dt="2021-09-05T14:00:06.020" v="0"/>
      <pc:docMkLst>
        <pc:docMk/>
      </pc:docMkLst>
      <pc:sldChg chg="new">
        <pc:chgData name="Sonwabile Gxoyiya" userId="S::219267189@mycput.ac.za::45eece8a-c5de-466f-9c37-df1806b4781d" providerId="AD" clId="Web-{E1B2A354-4DD0-4E8B-8A2D-7A9650127312}" dt="2021-09-05T14:00:06.020" v="0"/>
        <pc:sldMkLst>
          <pc:docMk/>
          <pc:sldMk cId="4247406594" sldId="257"/>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1-09-07T11:36:19.769" idx="1">
    <p:pos x="10" y="10"/>
    <p:text>managin automation: employment, inequality and ethics in the digital age by mathew lwarence, carys roberts and loren king. this is the source i have chosen for my section of this presentation. 
</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9-08T01:31:44.149" idx="3">
    <p:pos x="10" y="10"/>
    <p:text>Job Loss: one of the most serious ethical issues regarding automation. Manufacturing is one of the most affected as of today, since many of these processes are simple, repetitive tasks, which machines excel at, it has been one of the first sectors to utilize automation. As seen in the graph, It has experienced tremendous productivity growth while lowering the number of employees by a staggering amount. 
</p:text>
    <p:extLst>
      <p:ext uri="{C676402C-5697-4E1C-873F-D02D1690AC5C}">
        <p15:threadingInfo xmlns:p15="http://schemas.microsoft.com/office/powerpoint/2012/main" timeZoneBias="420"/>
      </p:ext>
    </p:extLst>
  </p:cm>
  <p:cm authorId="1" dt="2021-09-08T01:45:33.478" idx="5">
    <p:pos x="10" y="106"/>
    <p:text>However, according to Lawrence, Roberts and King, this is not something to worry about, and that even though jobs are being lost, the need for employment changed and these individuals are needed in other sectors. My concern is, are all these individuals' skills needed in other sectors?
</p:text>
    <p:extLst>
      <p:ext uri="{C676402C-5697-4E1C-873F-D02D1690AC5C}">
        <p15:threadingInfo xmlns:p15="http://schemas.microsoft.com/office/powerpoint/2012/main" timeZoneBias="420">
          <p15:parentCm authorId="1" idx="3"/>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9-08T02:54:42.168" idx="6">
    <p:pos x="10" y="10"/>
    <p:text>Inequalities. Automation has the risk of impacting a wide number of inequalities, namely wage, wealth, power, gender and reace or ethic inequalities. As displayed by the graph, lower wage workers are at greater risk of being replaced by an automated system or machine. According to the article, a higher proportion of women and ethnic groups in the UK work in these low skill low wage jobs. That means that if these individuals are replaced by machines, it would make the higher wage individuals more wealthy to the detriment of these low wage individuals, further increasing the gender and ethic inequalties that already exist. Additionally, this would also impact the general wage and wealth inequalities that are also already a problem. However, the solution from the article is policy. Lawrence, Roberts and King state that an authorty should be made that can manage the rate that automation is implemented and include workers in this process. There should be policy that includes workers in the switch to automated proceses so that instead of these workers being replaced, they can be retrained. And further policy can allocate funds to retraining in companies that increase productivity through automation while retaining their workforce.
</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1-09-07T12:09:44.088" idx="2">
    <p:pos x="10" y="10"/>
    <p:text>An area of the research for improvement. The quote displayed is the gist of the idea i am referring to. The authors mention the same concept later in the article by saying" Within the economy as a whole, employment is likely to be reallocated rather than eliminated. " 
The problem is that when this idea is further elaborated upon, no real world examples are provided, instead, the continued use of the word "likely" can be seen throughout the explanation. for example in the quote i just mentioned "employment is likely to be reallocated rather than eliminated" or when an opposite of this scenario is mentioned and the response is " this is a highly unlikely scenario".  
</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1-09-08T09:41:31.146" idx="7">
    <p:pos x="10" y="10"/>
    <p:text>When looking at automation in the workplace, Lawrence, Roberts and King believe the introduction of an authority dedicated to managing the use of automation in the workplace will prevent some of the ethical issues raised, such as job loss and inequality.</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42F489-DC86-4774-8F13-C870025910B5}" type="datetimeFigureOut">
              <a:rPr lang="en-GB" smtClean="0"/>
              <a:t>08/09/2021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F6944-4C7B-44F9-8471-3CEBE5887A50}" type="slidenum">
              <a:rPr lang="en-GB" smtClean="0"/>
              <a:t>‹#›</a:t>
            </a:fld>
            <a:endParaRPr lang="en-GB"/>
          </a:p>
        </p:txBody>
      </p:sp>
    </p:spTree>
    <p:extLst>
      <p:ext uri="{BB962C8B-B14F-4D97-AF65-F5344CB8AC3E}">
        <p14:creationId xmlns:p14="http://schemas.microsoft.com/office/powerpoint/2010/main" val="3743356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a:p>
        </p:txBody>
      </p:sp>
      <p:sp>
        <p:nvSpPr>
          <p:cNvPr id="4" name="Slide Number Placeholder 3"/>
          <p:cNvSpPr>
            <a:spLocks noGrp="1"/>
          </p:cNvSpPr>
          <p:nvPr>
            <p:ph type="sldNum" sz="quarter" idx="5"/>
          </p:nvPr>
        </p:nvSpPr>
        <p:spPr/>
        <p:txBody>
          <a:bodyPr/>
          <a:lstStyle/>
          <a:p>
            <a:fld id="{063F6944-4C7B-44F9-8471-3CEBE5887A50}" type="slidenum">
              <a:rPr lang="en-GB" smtClean="0"/>
              <a:t>9</a:t>
            </a:fld>
            <a:endParaRPr lang="en-GB"/>
          </a:p>
        </p:txBody>
      </p:sp>
    </p:spTree>
    <p:extLst>
      <p:ext uri="{BB962C8B-B14F-4D97-AF65-F5344CB8AC3E}">
        <p14:creationId xmlns:p14="http://schemas.microsoft.com/office/powerpoint/2010/main" val="2687384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63F6944-4C7B-44F9-8471-3CEBE5887A50}" type="slidenum">
              <a:rPr lang="en-GB" smtClean="0"/>
              <a:t>10</a:t>
            </a:fld>
            <a:endParaRPr lang="en-GB"/>
          </a:p>
        </p:txBody>
      </p:sp>
    </p:spTree>
    <p:extLst>
      <p:ext uri="{BB962C8B-B14F-4D97-AF65-F5344CB8AC3E}">
        <p14:creationId xmlns:p14="http://schemas.microsoft.com/office/powerpoint/2010/main" val="427810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63F6944-4C7B-44F9-8471-3CEBE5887A50}" type="slidenum">
              <a:rPr lang="en-GB" smtClean="0"/>
              <a:t>11</a:t>
            </a:fld>
            <a:endParaRPr lang="en-GB"/>
          </a:p>
        </p:txBody>
      </p:sp>
    </p:spTree>
    <p:extLst>
      <p:ext uri="{BB962C8B-B14F-4D97-AF65-F5344CB8AC3E}">
        <p14:creationId xmlns:p14="http://schemas.microsoft.com/office/powerpoint/2010/main" val="1789318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63F6944-4C7B-44F9-8471-3CEBE5887A50}" type="slidenum">
              <a:rPr lang="en-GB" smtClean="0"/>
              <a:t>12</a:t>
            </a:fld>
            <a:endParaRPr lang="en-GB"/>
          </a:p>
        </p:txBody>
      </p:sp>
    </p:spTree>
    <p:extLst>
      <p:ext uri="{BB962C8B-B14F-4D97-AF65-F5344CB8AC3E}">
        <p14:creationId xmlns:p14="http://schemas.microsoft.com/office/powerpoint/2010/main" val="2003498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9/8/2021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41893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06373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7507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9/8/2021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515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84423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9/8/2021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03624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44790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80265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43326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57619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97391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42242871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3.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3.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xml"/><Relationship Id="rId7" Type="http://schemas.openxmlformats.org/officeDocument/2006/relationships/hyperlink" Target="https://unsplash.com/s/photos/automation?utm_source=unsplash&amp;utm_medium=referral&amp;utm_content=creditCopyText" TargetMode="Externa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hyperlink" Target="https://unsplash.com/@lennykuhne?utm_source=unsplash&amp;utm_medium=referral&amp;utm_content=creditCopyText" TargetMode="External"/><Relationship Id="rId5" Type="http://schemas.openxmlformats.org/officeDocument/2006/relationships/image" Target="../media/image6.jpeg"/><Relationship Id="rId4"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xml"/><Relationship Id="rId7" Type="http://schemas.openxmlformats.org/officeDocument/2006/relationships/hyperlink" Target="https://unsplash.com/s/photos/automation?utm_source=unsplash&amp;utm_medium=referral&amp;utm_content=creditCopyText" TargetMode="Externa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hyperlink" Target="https://unsplash.com/@dawson2406?utm_source=unsplash&amp;utm_medium=referral&amp;utm_content=creditCopyText" TargetMode="External"/><Relationship Id="rId5" Type="http://schemas.openxmlformats.org/officeDocument/2006/relationships/image" Target="../media/image7.jpeg"/><Relationship Id="rId4"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omments" Target="../comments/comment1.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comments" Target="../comments/comment2.xml"/><Relationship Id="rId5" Type="http://schemas.openxmlformats.org/officeDocument/2006/relationships/image" Target="../media/image1.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comments" Target="../comments/comment3.xml"/><Relationship Id="rId5" Type="http://schemas.openxmlformats.org/officeDocument/2006/relationships/image" Target="../media/image1.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comments" Target="../comments/comment4.xml"/><Relationship Id="rId5" Type="http://schemas.openxmlformats.org/officeDocument/2006/relationships/image" Target="../media/image1.pn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comments" Target="../comments/comment5.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unsplash.com/@antoinegiret?utm_source=unsplash&amp;utm_medium=referral&amp;utm_content=creditCopyText" TargetMode="External"/><Relationship Id="rId2" Type="http://schemas.openxmlformats.org/officeDocument/2006/relationships/hyperlink" Target="https://www.ibe.org.uk/uploads/assets/14ab34e7-4530-48a2-972f709a64d88940/2019-Winning-Essay-Undergraduate.pdf" TargetMode="External"/><Relationship Id="rId1" Type="http://schemas.openxmlformats.org/officeDocument/2006/relationships/slideLayout" Target="../slideLayouts/slideLayout2.xml"/><Relationship Id="rId6" Type="http://schemas.openxmlformats.org/officeDocument/2006/relationships/hyperlink" Target="https://unsplash.com/s/photos/car-exhaust?utm_source=unsplash&amp;utm_medium=referral&amp;utm_content=creditCopyText" TargetMode="External"/><Relationship Id="rId5" Type="http://schemas.openxmlformats.org/officeDocument/2006/relationships/hyperlink" Target="https://unsplash.com/@mattboitor?utm_source=unsplash&amp;utm_medium=referral&amp;utm_content=creditCopyText" TargetMode="External"/><Relationship Id="rId4" Type="http://schemas.openxmlformats.org/officeDocument/2006/relationships/hyperlink" Target="https://unsplash.com/s/photos/pollution?utm_source=unsplash&amp;utm_medium=referral&amp;utm_content=creditCopyTex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4992-7331-49AB-BB5A-8D99F1DA7F5D}"/>
              </a:ext>
            </a:extLst>
          </p:cNvPr>
          <p:cNvSpPr>
            <a:spLocks noGrp="1"/>
          </p:cNvSpPr>
          <p:nvPr>
            <p:ph type="title"/>
          </p:nvPr>
        </p:nvSpPr>
        <p:spPr>
          <a:xfrm>
            <a:off x="775365" y="351340"/>
            <a:ext cx="3616856" cy="4376572"/>
          </a:xfrm>
        </p:spPr>
        <p:txBody>
          <a:bodyPr anchor="ctr">
            <a:normAutofit/>
          </a:bodyPr>
          <a:lstStyle/>
          <a:p>
            <a:r>
              <a:rPr lang="en-US" sz="4800">
                <a:solidFill>
                  <a:srgbClr val="FFFFFF"/>
                </a:solidFill>
              </a:rPr>
              <a:t>Automation</a:t>
            </a:r>
            <a:endParaRPr lang="en-US">
              <a:solidFill>
                <a:srgbClr val="FFFFFF"/>
              </a:solidFill>
            </a:endParaRPr>
          </a:p>
        </p:txBody>
      </p:sp>
      <p:sp>
        <p:nvSpPr>
          <p:cNvPr id="8" name="Freeform: Shape 7">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851513-D478-41BF-BFFC-904AF922419F}"/>
              </a:ext>
            </a:extLst>
          </p:cNvPr>
          <p:cNvSpPr>
            <a:spLocks noGrp="1"/>
          </p:cNvSpPr>
          <p:nvPr>
            <p:ph idx="1"/>
          </p:nvPr>
        </p:nvSpPr>
        <p:spPr>
          <a:xfrm>
            <a:off x="6096000" y="1399032"/>
            <a:ext cx="5501834" cy="4471416"/>
          </a:xfrm>
        </p:spPr>
        <p:txBody>
          <a:bodyPr vert="horz" lIns="91440" tIns="45720" rIns="91440" bIns="45720" rtlCol="0" anchor="ctr">
            <a:normAutofit/>
          </a:bodyPr>
          <a:lstStyle/>
          <a:p>
            <a:pPr marL="0" indent="0">
              <a:buNone/>
            </a:pPr>
            <a:r>
              <a:rPr lang="en-GB" sz="2200">
                <a:solidFill>
                  <a:schemeClr val="bg1"/>
                </a:solidFill>
                <a:cs typeface="Calibri"/>
              </a:rPr>
              <a:t>By:</a:t>
            </a:r>
          </a:p>
          <a:p>
            <a:r>
              <a:rPr lang="en-GB" sz="2200" err="1">
                <a:solidFill>
                  <a:schemeClr val="bg1"/>
                </a:solidFill>
                <a:cs typeface="Calibri"/>
              </a:rPr>
              <a:t>Melven</a:t>
            </a:r>
            <a:r>
              <a:rPr lang="en-GB" sz="2200">
                <a:solidFill>
                  <a:schemeClr val="bg1"/>
                </a:solidFill>
                <a:cs typeface="Calibri"/>
              </a:rPr>
              <a:t> </a:t>
            </a:r>
            <a:r>
              <a:rPr lang="en-GB" sz="2200" err="1">
                <a:solidFill>
                  <a:schemeClr val="bg1"/>
                </a:solidFill>
                <a:cs typeface="Calibri"/>
              </a:rPr>
              <a:t>Booysen</a:t>
            </a:r>
            <a:r>
              <a:rPr lang="en-GB" sz="2200">
                <a:solidFill>
                  <a:schemeClr val="bg1"/>
                </a:solidFill>
                <a:cs typeface="Calibri"/>
              </a:rPr>
              <a:t> - 219201277</a:t>
            </a:r>
          </a:p>
          <a:p>
            <a:r>
              <a:rPr lang="en-GB" sz="2200">
                <a:solidFill>
                  <a:schemeClr val="bg1"/>
                </a:solidFill>
                <a:cs typeface="Calibri"/>
              </a:rPr>
              <a:t>Siyabulela Gxoyiya - 219288925</a:t>
            </a:r>
          </a:p>
          <a:p>
            <a:r>
              <a:rPr lang="en-GB" sz="2200">
                <a:solidFill>
                  <a:schemeClr val="bg1"/>
                </a:solidFill>
                <a:cs typeface="Calibri"/>
              </a:rPr>
              <a:t>Sonwabile </a:t>
            </a:r>
            <a:r>
              <a:rPr lang="en-GB" sz="2200" err="1">
                <a:solidFill>
                  <a:schemeClr val="bg1"/>
                </a:solidFill>
                <a:ea typeface="+mn-lt"/>
                <a:cs typeface="+mn-lt"/>
              </a:rPr>
              <a:t>Gxoyiya</a:t>
            </a:r>
            <a:r>
              <a:rPr lang="en-GB" sz="2200">
                <a:solidFill>
                  <a:schemeClr val="bg1"/>
                </a:solidFill>
                <a:ea typeface="+mn-lt"/>
                <a:cs typeface="+mn-lt"/>
              </a:rPr>
              <a:t> </a:t>
            </a:r>
            <a:r>
              <a:rPr lang="en-GB" sz="2200">
                <a:solidFill>
                  <a:schemeClr val="bg1"/>
                </a:solidFill>
                <a:cs typeface="Calibri"/>
              </a:rPr>
              <a:t>- 219267189</a:t>
            </a:r>
          </a:p>
          <a:p>
            <a:r>
              <a:rPr lang="en-GB" sz="2200">
                <a:solidFill>
                  <a:schemeClr val="bg1"/>
                </a:solidFill>
                <a:cs typeface="Calibri"/>
              </a:rPr>
              <a:t>Casey </a:t>
            </a:r>
            <a:r>
              <a:rPr lang="en-GB" sz="2200" err="1">
                <a:solidFill>
                  <a:schemeClr val="bg1"/>
                </a:solidFill>
                <a:cs typeface="Calibri"/>
              </a:rPr>
              <a:t>Crafford</a:t>
            </a:r>
            <a:r>
              <a:rPr lang="en-GB" sz="2200">
                <a:solidFill>
                  <a:schemeClr val="bg1"/>
                </a:solidFill>
                <a:cs typeface="Calibri"/>
              </a:rPr>
              <a:t> - 219169640</a:t>
            </a:r>
          </a:p>
        </p:txBody>
      </p:sp>
      <p:sp>
        <p:nvSpPr>
          <p:cNvPr id="4" name="Subtitle 4">
            <a:extLst>
              <a:ext uri="{FF2B5EF4-FFF2-40B4-BE49-F238E27FC236}">
                <a16:creationId xmlns:a16="http://schemas.microsoft.com/office/drawing/2014/main" id="{94F6CDDC-F179-4FD0-A26C-424DEB8DD443}"/>
              </a:ext>
            </a:extLst>
          </p:cNvPr>
          <p:cNvSpPr txBox="1">
            <a:spLocks/>
          </p:cNvSpPr>
          <p:nvPr/>
        </p:nvSpPr>
        <p:spPr>
          <a:xfrm>
            <a:off x="778307" y="3688718"/>
            <a:ext cx="3480371" cy="1757433"/>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a:solidFill>
                  <a:srgbClr val="FFFFFF"/>
                </a:solidFill>
              </a:rPr>
              <a:t>What are the ethical issues associated with automation?</a:t>
            </a:r>
            <a:endParaRPr lang="en-US"/>
          </a:p>
        </p:txBody>
      </p:sp>
    </p:spTree>
    <p:extLst>
      <p:ext uri="{BB962C8B-B14F-4D97-AF65-F5344CB8AC3E}">
        <p14:creationId xmlns:p14="http://schemas.microsoft.com/office/powerpoint/2010/main" val="235063427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4992-7331-49AB-BB5A-8D99F1DA7F5D}"/>
              </a:ext>
            </a:extLst>
          </p:cNvPr>
          <p:cNvSpPr>
            <a:spLocks noGrp="1"/>
          </p:cNvSpPr>
          <p:nvPr>
            <p:ph type="title"/>
          </p:nvPr>
        </p:nvSpPr>
        <p:spPr>
          <a:xfrm>
            <a:off x="804673" y="1445494"/>
            <a:ext cx="3616856" cy="4376572"/>
          </a:xfrm>
        </p:spPr>
        <p:txBody>
          <a:bodyPr anchor="ctr">
            <a:normAutofit/>
          </a:bodyPr>
          <a:lstStyle/>
          <a:p>
            <a:r>
              <a:rPr lang="en-GB" sz="4800"/>
              <a:t>Contents</a:t>
            </a:r>
          </a:p>
        </p:txBody>
      </p:sp>
      <p:sp>
        <p:nvSpPr>
          <p:cNvPr id="8" name="Freeform: Shape 7">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851513-D478-41BF-BFFC-904AF922419F}"/>
              </a:ext>
            </a:extLst>
          </p:cNvPr>
          <p:cNvSpPr>
            <a:spLocks noGrp="1"/>
          </p:cNvSpPr>
          <p:nvPr>
            <p:ph idx="1"/>
          </p:nvPr>
        </p:nvSpPr>
        <p:spPr>
          <a:xfrm>
            <a:off x="6096000" y="1399032"/>
            <a:ext cx="5501834" cy="4471416"/>
          </a:xfrm>
        </p:spPr>
        <p:txBody>
          <a:bodyPr vert="horz" lIns="91440" tIns="45720" rIns="91440" bIns="45720" rtlCol="0" anchor="ctr">
            <a:normAutofit/>
          </a:bodyPr>
          <a:lstStyle/>
          <a:p>
            <a:r>
              <a:rPr lang="en-GB" sz="2200">
                <a:solidFill>
                  <a:schemeClr val="bg1"/>
                </a:solidFill>
              </a:rPr>
              <a:t>Introduction</a:t>
            </a:r>
            <a:endParaRPr lang="en-GB" sz="2200">
              <a:solidFill>
                <a:schemeClr val="bg1"/>
              </a:solidFill>
              <a:cs typeface="Calibri"/>
            </a:endParaRPr>
          </a:p>
          <a:p>
            <a:r>
              <a:rPr lang="en-GB" sz="2200">
                <a:solidFill>
                  <a:schemeClr val="bg1"/>
                </a:solidFill>
              </a:rPr>
              <a:t>Idea 1: Ethics around Autonomous Vehicles : Melven</a:t>
            </a:r>
            <a:endParaRPr lang="en-GB" sz="2200">
              <a:solidFill>
                <a:schemeClr val="bg1"/>
              </a:solidFill>
              <a:cs typeface="Calibri"/>
            </a:endParaRPr>
          </a:p>
          <a:p>
            <a:r>
              <a:rPr lang="en-GB" sz="2200">
                <a:solidFill>
                  <a:schemeClr val="bg1"/>
                </a:solidFill>
              </a:rPr>
              <a:t>Idea 2: Ethics around Autonomous devices and the Environment : Siyabulela</a:t>
            </a:r>
            <a:endParaRPr lang="en-GB" sz="2200">
              <a:solidFill>
                <a:schemeClr val="bg1"/>
              </a:solidFill>
              <a:cs typeface="Calibri"/>
            </a:endParaRPr>
          </a:p>
          <a:p>
            <a:r>
              <a:rPr lang="en-GB" sz="2200">
                <a:solidFill>
                  <a:schemeClr val="bg1"/>
                </a:solidFill>
              </a:rPr>
              <a:t>Idea 3: Ethics around introducing Autonomy in the workplace : </a:t>
            </a:r>
            <a:r>
              <a:rPr lang="en-GB" sz="2200" err="1">
                <a:solidFill>
                  <a:schemeClr val="bg1"/>
                </a:solidFill>
              </a:rPr>
              <a:t>Sonwabile</a:t>
            </a:r>
            <a:endParaRPr lang="en-GB" sz="2200" err="1">
              <a:solidFill>
                <a:schemeClr val="bg1"/>
              </a:solidFill>
              <a:cs typeface="Calibri"/>
            </a:endParaRPr>
          </a:p>
          <a:p>
            <a:r>
              <a:rPr lang="en-GB" sz="2200">
                <a:solidFill>
                  <a:schemeClr val="bg1"/>
                </a:solidFill>
              </a:rPr>
              <a:t>Idea 4: Managing the Ethical Dilemmas of Automation: Casey</a:t>
            </a:r>
            <a:endParaRPr lang="en-GB" sz="2200">
              <a:solidFill>
                <a:schemeClr val="bg1"/>
              </a:solidFill>
              <a:cs typeface="Calibri"/>
            </a:endParaRPr>
          </a:p>
          <a:p>
            <a:r>
              <a:rPr lang="en-GB" sz="2200">
                <a:solidFill>
                  <a:schemeClr val="bg1"/>
                </a:solidFill>
                <a:cs typeface="Calibri"/>
              </a:rPr>
              <a:t>Conclusion</a:t>
            </a:r>
          </a:p>
          <a:p>
            <a:r>
              <a:rPr lang="en-GB" sz="2200">
                <a:solidFill>
                  <a:schemeClr val="bg1"/>
                </a:solidFill>
                <a:cs typeface="Calibri"/>
              </a:rPr>
              <a:t>Recommendations</a:t>
            </a:r>
          </a:p>
        </p:txBody>
      </p:sp>
    </p:spTree>
    <p:extLst>
      <p:ext uri="{BB962C8B-B14F-4D97-AF65-F5344CB8AC3E}">
        <p14:creationId xmlns:p14="http://schemas.microsoft.com/office/powerpoint/2010/main" val="318299041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0F1B-17F6-47FF-8344-912DA8CD0772}"/>
              </a:ext>
            </a:extLst>
          </p:cNvPr>
          <p:cNvSpPr>
            <a:spLocks noGrp="1"/>
          </p:cNvSpPr>
          <p:nvPr>
            <p:ph type="title"/>
          </p:nvPr>
        </p:nvSpPr>
        <p:spPr>
          <a:xfrm>
            <a:off x="804673" y="1445494"/>
            <a:ext cx="3616856" cy="4376572"/>
          </a:xfrm>
        </p:spPr>
        <p:txBody>
          <a:bodyPr vert="horz" lIns="91440" tIns="45720" rIns="91440" bIns="45720" rtlCol="0" anchor="ctr">
            <a:normAutofit/>
          </a:bodyPr>
          <a:lstStyle/>
          <a:p>
            <a:r>
              <a:rPr lang="en-US" sz="4800" b="1" kern="1200">
                <a:latin typeface="+mj-lt"/>
                <a:ea typeface="+mj-ea"/>
                <a:cs typeface="+mj-cs"/>
              </a:rPr>
              <a:t>Introduction</a:t>
            </a:r>
          </a:p>
        </p:txBody>
      </p:sp>
      <p:sp>
        <p:nvSpPr>
          <p:cNvPr id="25" name="Freeform: Shape 21">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3">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5F8C3F-9497-4722-836E-B89FAC4AE710}"/>
              </a:ext>
            </a:extLst>
          </p:cNvPr>
          <p:cNvSpPr>
            <a:spLocks noGrp="1"/>
          </p:cNvSpPr>
          <p:nvPr>
            <p:ph idx="1"/>
          </p:nvPr>
        </p:nvSpPr>
        <p:spPr>
          <a:xfrm>
            <a:off x="6096000" y="1399032"/>
            <a:ext cx="5501834" cy="4471416"/>
          </a:xfrm>
        </p:spPr>
        <p:txBody>
          <a:bodyPr vert="horz" lIns="91440" tIns="45720" rIns="91440" bIns="45720" rtlCol="0" anchor="ctr">
            <a:normAutofit/>
          </a:bodyPr>
          <a:lstStyle/>
          <a:p>
            <a:r>
              <a:rPr lang="en-US" sz="1900">
                <a:solidFill>
                  <a:schemeClr val="bg1"/>
                </a:solidFill>
              </a:rPr>
              <a:t>We chose the topic of automation and the ethical issues surrounding it. After we looked at our sources each of us produced a question.</a:t>
            </a:r>
            <a:endParaRPr lang="en-US" sz="1900">
              <a:solidFill>
                <a:schemeClr val="bg1"/>
              </a:solidFill>
              <a:cs typeface="Calibri"/>
            </a:endParaRPr>
          </a:p>
          <a:p>
            <a:r>
              <a:rPr lang="en-US" sz="1900">
                <a:solidFill>
                  <a:schemeClr val="bg1"/>
                </a:solidFill>
              </a:rPr>
              <a:t>We look at  the application of automation in the automotive Industry and the Ethical issues that surround it.</a:t>
            </a:r>
            <a:endParaRPr lang="en-US" sz="1900">
              <a:solidFill>
                <a:schemeClr val="bg1"/>
              </a:solidFill>
              <a:cs typeface="Calibri"/>
            </a:endParaRPr>
          </a:p>
          <a:p>
            <a:r>
              <a:rPr lang="en-US" sz="1900">
                <a:solidFill>
                  <a:schemeClr val="bg1"/>
                </a:solidFill>
              </a:rPr>
              <a:t>Additionally, we touch on how automation impacts the environment and the subsequent ethical issues that arise during this process.</a:t>
            </a:r>
            <a:endParaRPr lang="en-US" sz="1900">
              <a:solidFill>
                <a:schemeClr val="bg1"/>
              </a:solidFill>
              <a:cs typeface="Calibri"/>
            </a:endParaRPr>
          </a:p>
          <a:p>
            <a:r>
              <a:rPr lang="en-US" sz="1900">
                <a:solidFill>
                  <a:schemeClr val="bg1"/>
                </a:solidFill>
              </a:rPr>
              <a:t>Automation in the workplace and the ethical issues in the workplace and the economy.</a:t>
            </a:r>
            <a:endParaRPr lang="en-US" sz="1900">
              <a:solidFill>
                <a:schemeClr val="bg1"/>
              </a:solidFill>
              <a:cs typeface="Calibri"/>
            </a:endParaRPr>
          </a:p>
          <a:p>
            <a:r>
              <a:rPr lang="en-US" sz="1900">
                <a:solidFill>
                  <a:schemeClr val="bg1"/>
                </a:solidFill>
              </a:rPr>
              <a:t>Although AI is a separate topic, we often refer to it in this presentation as many automation systems work through some type of AI.</a:t>
            </a:r>
            <a:endParaRPr lang="en-US" sz="1900">
              <a:solidFill>
                <a:schemeClr val="bg1"/>
              </a:solidFill>
              <a:cs typeface="Calibri"/>
            </a:endParaRPr>
          </a:p>
          <a:p>
            <a:endParaRPr lang="en-US" sz="1900">
              <a:solidFill>
                <a:schemeClr val="bg1"/>
              </a:solidFill>
            </a:endParaRPr>
          </a:p>
        </p:txBody>
      </p:sp>
      <p:pic>
        <p:nvPicPr>
          <p:cNvPr id="4" name="Intro (online-audio-converter.com)">
            <a:hlinkClick r:id="" action="ppaction://media"/>
            <a:extLst>
              <a:ext uri="{FF2B5EF4-FFF2-40B4-BE49-F238E27FC236}">
                <a16:creationId xmlns:a16="http://schemas.microsoft.com/office/drawing/2014/main" id="{EED50A8C-FCB7-491D-958D-D0119761672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189403" y="5723686"/>
            <a:ext cx="730250" cy="730250"/>
          </a:xfrm>
          <a:prstGeom prst="rect">
            <a:avLst/>
          </a:prstGeom>
        </p:spPr>
      </p:pic>
    </p:spTree>
    <p:extLst>
      <p:ext uri="{BB962C8B-B14F-4D97-AF65-F5344CB8AC3E}">
        <p14:creationId xmlns:p14="http://schemas.microsoft.com/office/powerpoint/2010/main" val="43660321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28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2805E447-D037-459D-A29C-BEE17DE3787C}"/>
              </a:ext>
            </a:extLst>
          </p:cNvPr>
          <p:cNvPicPr>
            <a:picLocks noChangeAspect="1"/>
          </p:cNvPicPr>
          <p:nvPr/>
        </p:nvPicPr>
        <p:blipFill rotWithShape="1">
          <a:blip r:embed="rId4"/>
          <a:srcRect l="8164" r="23607" b="-1"/>
          <a:stretch/>
        </p:blipFill>
        <p:spPr>
          <a:xfrm>
            <a:off x="0" y="-1"/>
            <a:ext cx="7009876" cy="6857990"/>
          </a:xfrm>
          <a:custGeom>
            <a:avLst/>
            <a:gdLst/>
            <a:ahLst/>
            <a:cxnLst/>
            <a:rect l="l" t="t" r="r" b="b"/>
            <a:pathLst>
              <a:path w="7009896" h="6858000">
                <a:moveTo>
                  <a:pt x="0" y="0"/>
                </a:moveTo>
                <a:lnTo>
                  <a:pt x="7009896" y="0"/>
                </a:lnTo>
                <a:lnTo>
                  <a:pt x="7009896" y="1"/>
                </a:lnTo>
                <a:lnTo>
                  <a:pt x="6295211" y="1"/>
                </a:lnTo>
                <a:lnTo>
                  <a:pt x="6195255" y="380651"/>
                </a:lnTo>
                <a:cubicBezTo>
                  <a:pt x="5677600" y="2559611"/>
                  <a:pt x="5966601" y="4758249"/>
                  <a:pt x="6880029" y="6647018"/>
                </a:cubicBezTo>
                <a:lnTo>
                  <a:pt x="6988280" y="6858000"/>
                </a:lnTo>
                <a:lnTo>
                  <a:pt x="0" y="6858000"/>
                </a:lnTo>
                <a:close/>
              </a:path>
            </a:pathLst>
          </a:custGeom>
        </p:spPr>
      </p:pic>
      <p:sp>
        <p:nvSpPr>
          <p:cNvPr id="81" name="Freeform: Shape 80">
            <a:extLst>
              <a:ext uri="{FF2B5EF4-FFF2-40B4-BE49-F238E27FC236}">
                <a16:creationId xmlns:a16="http://schemas.microsoft.com/office/drawing/2014/main" id="{5FDF4720-5445-47BE-89FE-E40D1AE6F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11927" y="-1"/>
            <a:ext cx="6480073" cy="6858002"/>
          </a:xfrm>
          <a:custGeom>
            <a:avLst/>
            <a:gdLst>
              <a:gd name="connsiteX0" fmla="*/ 6130244 w 6480073"/>
              <a:gd name="connsiteY0" fmla="*/ 0 h 6858002"/>
              <a:gd name="connsiteX1" fmla="*/ 6212951 w 6480073"/>
              <a:gd name="connsiteY1" fmla="*/ 314584 h 6858002"/>
              <a:gd name="connsiteX2" fmla="*/ 5540779 w 6480073"/>
              <a:gd name="connsiteY2" fmla="*/ 6756649 h 6858002"/>
              <a:gd name="connsiteX3" fmla="*/ 5489971 w 6480073"/>
              <a:gd name="connsiteY3" fmla="*/ 6858002 h 6858002"/>
              <a:gd name="connsiteX4" fmla="*/ 0 w 6480073"/>
              <a:gd name="connsiteY4" fmla="*/ 6858002 h 6858002"/>
              <a:gd name="connsiteX5" fmla="*/ 0 w 6480073"/>
              <a:gd name="connsiteY5"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0073" h="6858002">
                <a:moveTo>
                  <a:pt x="6130244" y="0"/>
                </a:moveTo>
                <a:lnTo>
                  <a:pt x="6212951" y="314584"/>
                </a:lnTo>
                <a:cubicBezTo>
                  <a:pt x="6745828" y="2551616"/>
                  <a:pt x="6460994" y="4808873"/>
                  <a:pt x="5540779" y="6756649"/>
                </a:cubicBezTo>
                <a:lnTo>
                  <a:pt x="5489971" y="6858002"/>
                </a:lnTo>
                <a:lnTo>
                  <a:pt x="0" y="6858002"/>
                </a:lnTo>
                <a:lnTo>
                  <a:pt x="0"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2">
            <a:extLst>
              <a:ext uri="{FF2B5EF4-FFF2-40B4-BE49-F238E27FC236}">
                <a16:creationId xmlns:a16="http://schemas.microsoft.com/office/drawing/2014/main" id="{AC8710B4-A815-4082-9E4F-F13A00070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2784" y="0"/>
            <a:ext cx="6249216" cy="6858001"/>
          </a:xfrm>
          <a:custGeom>
            <a:avLst/>
            <a:gdLst>
              <a:gd name="connsiteX0" fmla="*/ 0 w 6249216"/>
              <a:gd name="connsiteY0" fmla="*/ 0 h 6858001"/>
              <a:gd name="connsiteX1" fmla="*/ 5893742 w 6249216"/>
              <a:gd name="connsiteY1" fmla="*/ 1 h 6858001"/>
              <a:gd name="connsiteX2" fmla="*/ 5993697 w 6249216"/>
              <a:gd name="connsiteY2" fmla="*/ 380651 h 6858001"/>
              <a:gd name="connsiteX3" fmla="*/ 5308924 w 6249216"/>
              <a:gd name="connsiteY3" fmla="*/ 6647018 h 6858001"/>
              <a:gd name="connsiteX4" fmla="*/ 5200672 w 6249216"/>
              <a:gd name="connsiteY4" fmla="*/ 6858001 h 6858001"/>
              <a:gd name="connsiteX5" fmla="*/ 1 w 6249216"/>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9216" h="6858001">
                <a:moveTo>
                  <a:pt x="0" y="0"/>
                </a:moveTo>
                <a:lnTo>
                  <a:pt x="5893742" y="1"/>
                </a:lnTo>
                <a:lnTo>
                  <a:pt x="5993697" y="380651"/>
                </a:lnTo>
                <a:cubicBezTo>
                  <a:pt x="6511353" y="2559611"/>
                  <a:pt x="6222352" y="4758249"/>
                  <a:pt x="5308924" y="6647018"/>
                </a:cubicBezTo>
                <a:lnTo>
                  <a:pt x="5200672" y="6858001"/>
                </a:lnTo>
                <a:lnTo>
                  <a:pt x="1" y="6858001"/>
                </a:lnTo>
                <a:close/>
              </a:path>
            </a:pathLst>
          </a:custGeom>
          <a:solidFill>
            <a:schemeClr val="bg1">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5">
            <a:extLst>
              <a:ext uri="{FF2B5EF4-FFF2-40B4-BE49-F238E27FC236}">
                <a16:creationId xmlns:a16="http://schemas.microsoft.com/office/drawing/2014/main" id="{7C3CA36E-B93F-472C-AB18-EEFF055D50CA}"/>
              </a:ext>
            </a:extLst>
          </p:cNvPr>
          <p:cNvSpPr>
            <a:spLocks noGrp="1"/>
          </p:cNvSpPr>
          <p:nvPr>
            <p:ph type="title"/>
          </p:nvPr>
        </p:nvSpPr>
        <p:spPr>
          <a:xfrm>
            <a:off x="6801436" y="1396289"/>
            <a:ext cx="4819952" cy="1325563"/>
          </a:xfrm>
        </p:spPr>
        <p:txBody>
          <a:bodyPr>
            <a:normAutofit/>
          </a:bodyPr>
          <a:lstStyle/>
          <a:p>
            <a:r>
              <a:rPr lang="en-GB" b="1" dirty="0">
                <a:cs typeface="Calibri Light"/>
              </a:rPr>
              <a:t>Autonomous vehicle</a:t>
            </a:r>
          </a:p>
        </p:txBody>
      </p:sp>
      <p:sp>
        <p:nvSpPr>
          <p:cNvPr id="3" name="Subtitle 2"/>
          <p:cNvSpPr>
            <a:spLocks noGrp="1"/>
          </p:cNvSpPr>
          <p:nvPr>
            <p:ph idx="1"/>
          </p:nvPr>
        </p:nvSpPr>
        <p:spPr>
          <a:xfrm>
            <a:off x="6801435" y="2871982"/>
            <a:ext cx="4819951" cy="3181684"/>
          </a:xfrm>
        </p:spPr>
        <p:txBody>
          <a:bodyPr anchor="t">
            <a:normAutofit/>
          </a:bodyPr>
          <a:lstStyle/>
          <a:p>
            <a:pPr marL="0" indent="0">
              <a:buNone/>
            </a:pPr>
            <a:r>
              <a:rPr lang="en-GB" sz="1800" dirty="0">
                <a:ea typeface="+mn-lt"/>
                <a:cs typeface="+mn-lt"/>
              </a:rPr>
              <a:t>Autonomous vehicles are self-driven motors that sense their environment to manoeuvre from point A to point B. They do so by collecting real-time traffic data based on cameras and sensors, as well as by exchanging information with other vehicles and the infrastructure. An example of this is the Tesla model vehicles.</a:t>
            </a:r>
            <a:endParaRPr lang="en-GB" sz="1800" dirty="0">
              <a:cs typeface="Calibri" panose="020F0502020204030204"/>
            </a:endParaRPr>
          </a:p>
        </p:txBody>
      </p:sp>
      <p:pic>
        <p:nvPicPr>
          <p:cNvPr id="7" name="Media2">
            <a:hlinkClick r:id="" action="ppaction://media"/>
            <a:extLst>
              <a:ext uri="{FF2B5EF4-FFF2-40B4-BE49-F238E27FC236}">
                <a16:creationId xmlns:a16="http://schemas.microsoft.com/office/drawing/2014/main" id="{B6AD6D6A-57EF-46FD-93F9-50E793175E3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906610" y="5444066"/>
            <a:ext cx="609600" cy="609600"/>
          </a:xfrm>
          <a:prstGeom prst="rect">
            <a:avLst/>
          </a:prstGeom>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767"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22D28-B2D8-4D6C-9D9C-39DDCCEE5AD2}"/>
              </a:ext>
            </a:extLst>
          </p:cNvPr>
          <p:cNvSpPr>
            <a:spLocks noGrp="1"/>
          </p:cNvSpPr>
          <p:nvPr>
            <p:ph type="title"/>
          </p:nvPr>
        </p:nvSpPr>
        <p:spPr>
          <a:xfrm>
            <a:off x="804673" y="1397202"/>
            <a:ext cx="3987717" cy="4424864"/>
          </a:xfrm>
        </p:spPr>
        <p:txBody>
          <a:bodyPr anchor="ctr">
            <a:normAutofit/>
          </a:bodyPr>
          <a:lstStyle/>
          <a:p>
            <a:r>
              <a:rPr lang="en-GB" sz="4800" b="1">
                <a:latin typeface="Calibri"/>
                <a:cs typeface="Calibri"/>
              </a:rPr>
              <a:t>Ethics of Autonomous Vehicles </a:t>
            </a:r>
            <a:endParaRPr lang="en-GB" sz="4800">
              <a:latin typeface="Calibri"/>
              <a:cs typeface="Calibri"/>
            </a:endParaRPr>
          </a:p>
        </p:txBody>
      </p:sp>
      <p:sp>
        <p:nvSpPr>
          <p:cNvPr id="65" name="Freeform: Shape 64">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370DA46-E350-4D2E-9047-A3BE17318271}"/>
              </a:ext>
            </a:extLst>
          </p:cNvPr>
          <p:cNvSpPr>
            <a:spLocks noGrp="1"/>
          </p:cNvSpPr>
          <p:nvPr>
            <p:ph idx="1"/>
          </p:nvPr>
        </p:nvSpPr>
        <p:spPr>
          <a:xfrm>
            <a:off x="6096000" y="1399032"/>
            <a:ext cx="5501834" cy="4471416"/>
          </a:xfrm>
        </p:spPr>
        <p:txBody>
          <a:bodyPr vert="horz" lIns="91440" tIns="45720" rIns="91440" bIns="45720" rtlCol="0" anchor="ctr">
            <a:normAutofit/>
          </a:bodyPr>
          <a:lstStyle/>
          <a:p>
            <a:pPr marL="0" indent="0">
              <a:buNone/>
            </a:pPr>
            <a:r>
              <a:rPr lang="en-GB" sz="2200">
                <a:solidFill>
                  <a:schemeClr val="bg1"/>
                </a:solidFill>
                <a:ea typeface="+mn-lt"/>
                <a:cs typeface="+mn-lt"/>
              </a:rPr>
              <a:t>Ethical concerns play a big role in the acceptance of emerging car technology. Furthermore, an article has identified two critical issues based on the ethics of AV. </a:t>
            </a:r>
            <a:endParaRPr lang="en-GB" sz="2200">
              <a:solidFill>
                <a:schemeClr val="bg1"/>
              </a:solidFill>
              <a:cs typeface="Calibri"/>
            </a:endParaRPr>
          </a:p>
          <a:p>
            <a:pPr marL="0" indent="0">
              <a:buNone/>
            </a:pPr>
            <a:endParaRPr lang="en-GB" sz="2200">
              <a:solidFill>
                <a:schemeClr val="bg1"/>
              </a:solidFill>
              <a:ea typeface="+mn-lt"/>
              <a:cs typeface="+mn-lt"/>
            </a:endParaRPr>
          </a:p>
          <a:p>
            <a:pPr lvl="1"/>
            <a:r>
              <a:rPr lang="en-GB" sz="2200" b="1">
                <a:solidFill>
                  <a:schemeClr val="bg1"/>
                </a:solidFill>
                <a:ea typeface="+mn-lt"/>
                <a:cs typeface="+mn-lt"/>
              </a:rPr>
              <a:t>Firstly</a:t>
            </a:r>
            <a:r>
              <a:rPr lang="en-GB" sz="2200">
                <a:solidFill>
                  <a:schemeClr val="bg1"/>
                </a:solidFill>
                <a:ea typeface="+mn-lt"/>
                <a:cs typeface="+mn-lt"/>
              </a:rPr>
              <a:t>, which people at risk should be prioritized in unavoidable accident scenarios, the car occupants or the traffic participants.</a:t>
            </a:r>
            <a:endParaRPr lang="en-GB" sz="2200">
              <a:solidFill>
                <a:schemeClr val="bg1"/>
              </a:solidFill>
              <a:cs typeface="Calibri"/>
            </a:endParaRPr>
          </a:p>
          <a:p>
            <a:pPr lvl="1"/>
            <a:r>
              <a:rPr lang="en-GB" sz="2200" b="1">
                <a:solidFill>
                  <a:schemeClr val="bg1"/>
                </a:solidFill>
                <a:ea typeface="+mn-lt"/>
                <a:cs typeface="+mn-lt"/>
              </a:rPr>
              <a:t>Secondly</a:t>
            </a:r>
            <a:r>
              <a:rPr lang="en-GB" sz="2200">
                <a:solidFill>
                  <a:schemeClr val="bg1"/>
                </a:solidFill>
                <a:ea typeface="+mn-lt"/>
                <a:cs typeface="+mn-lt"/>
              </a:rPr>
              <a:t>, how to allocate responsibility for accidents, in which people are harmed. </a:t>
            </a:r>
            <a:endParaRPr lang="en-GB" sz="2200">
              <a:solidFill>
                <a:schemeClr val="bg1"/>
              </a:solidFill>
              <a:cs typeface="Calibri"/>
            </a:endParaRPr>
          </a:p>
          <a:p>
            <a:endParaRPr lang="en-GB" sz="2200">
              <a:solidFill>
                <a:schemeClr val="bg1"/>
              </a:solidFill>
              <a:cs typeface="Calibri"/>
            </a:endParaRPr>
          </a:p>
        </p:txBody>
      </p:sp>
      <p:pic>
        <p:nvPicPr>
          <p:cNvPr id="5" name="Part_Two (online-audio-converter.com)">
            <a:hlinkClick r:id="" action="ppaction://media"/>
            <a:extLst>
              <a:ext uri="{FF2B5EF4-FFF2-40B4-BE49-F238E27FC236}">
                <a16:creationId xmlns:a16="http://schemas.microsoft.com/office/drawing/2014/main" id="{BC4D2E36-2AD5-4604-9811-B809EF83F93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131894" y="5407384"/>
            <a:ext cx="730250" cy="730250"/>
          </a:xfrm>
          <a:prstGeom prst="rect">
            <a:avLst/>
          </a:prstGeom>
        </p:spPr>
      </p:pic>
    </p:spTree>
    <p:extLst>
      <p:ext uri="{BB962C8B-B14F-4D97-AF65-F5344CB8AC3E}">
        <p14:creationId xmlns:p14="http://schemas.microsoft.com/office/powerpoint/2010/main" val="133887478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98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B5FC7-2317-4705-A951-E9B31707D244}"/>
              </a:ext>
            </a:extLst>
          </p:cNvPr>
          <p:cNvSpPr>
            <a:spLocks noGrp="1"/>
          </p:cNvSpPr>
          <p:nvPr>
            <p:ph type="title"/>
          </p:nvPr>
        </p:nvSpPr>
        <p:spPr>
          <a:xfrm>
            <a:off x="804673" y="1445494"/>
            <a:ext cx="3616856" cy="4376572"/>
          </a:xfrm>
        </p:spPr>
        <p:txBody>
          <a:bodyPr anchor="ctr">
            <a:normAutofit/>
          </a:bodyPr>
          <a:lstStyle/>
          <a:p>
            <a:r>
              <a:rPr lang="en-GB" sz="4800" b="1">
                <a:ea typeface="+mj-lt"/>
                <a:cs typeface="+mj-lt"/>
              </a:rPr>
              <a:t>One could hold different participates guilt of this, like;</a:t>
            </a:r>
            <a:endParaRPr lang="en-US" sz="4800" b="1">
              <a:cs typeface="Calibri Light"/>
            </a:endParaRPr>
          </a:p>
        </p:txBody>
      </p:sp>
      <p:sp>
        <p:nvSpPr>
          <p:cNvPr id="21" name="Freeform: Shape 15">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7">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E6AEC3-72D4-4521-9470-0CA853E59D52}"/>
              </a:ext>
            </a:extLst>
          </p:cNvPr>
          <p:cNvSpPr>
            <a:spLocks noGrp="1"/>
          </p:cNvSpPr>
          <p:nvPr>
            <p:ph idx="1"/>
          </p:nvPr>
        </p:nvSpPr>
        <p:spPr>
          <a:xfrm>
            <a:off x="6096000" y="1399032"/>
            <a:ext cx="5501834" cy="4471416"/>
          </a:xfrm>
        </p:spPr>
        <p:txBody>
          <a:bodyPr vert="horz" lIns="91440" tIns="45720" rIns="91440" bIns="45720" rtlCol="0" anchor="ctr">
            <a:normAutofit/>
          </a:bodyPr>
          <a:lstStyle/>
          <a:p>
            <a:pPr marL="0" indent="0">
              <a:buNone/>
            </a:pPr>
            <a:endParaRPr lang="en-GB" sz="1900">
              <a:solidFill>
                <a:schemeClr val="bg1"/>
              </a:solidFill>
              <a:cs typeface="Calibri" panose="020F0502020204030204"/>
            </a:endParaRPr>
          </a:p>
          <a:p>
            <a:r>
              <a:rPr lang="en-GB" sz="1900" b="1">
                <a:solidFill>
                  <a:schemeClr val="bg1"/>
                </a:solidFill>
                <a:ea typeface="+mn-lt"/>
                <a:cs typeface="+mn-lt"/>
              </a:rPr>
              <a:t>Holding the manufacturers responsible</a:t>
            </a:r>
            <a:r>
              <a:rPr lang="en-GB" sz="1900">
                <a:solidFill>
                  <a:schemeClr val="bg1"/>
                </a:solidFill>
                <a:ea typeface="+mn-lt"/>
                <a:cs typeface="+mn-lt"/>
              </a:rPr>
              <a:t> for a crash caused by the vehicle (AV), since they are ultimately responsible for the final product. </a:t>
            </a:r>
            <a:r>
              <a:rPr lang="en-GB" sz="1900" b="1">
                <a:solidFill>
                  <a:schemeClr val="bg1"/>
                </a:solidFill>
                <a:ea typeface="+mn-lt"/>
                <a:cs typeface="+mn-lt"/>
              </a:rPr>
              <a:t>But</a:t>
            </a:r>
            <a:r>
              <a:rPr lang="en-GB" sz="1900">
                <a:solidFill>
                  <a:schemeClr val="bg1"/>
                </a:solidFill>
                <a:ea typeface="+mn-lt"/>
                <a:cs typeface="+mn-lt"/>
              </a:rPr>
              <a:t> “the liability burden on the manufacturer may be prohibitive of further development.’’ (Marchant and Lindor 2012).</a:t>
            </a:r>
            <a:endParaRPr lang="en-GB" sz="1900">
              <a:solidFill>
                <a:schemeClr val="bg1"/>
              </a:solidFill>
              <a:cs typeface="Calibri"/>
            </a:endParaRPr>
          </a:p>
          <a:p>
            <a:pPr marL="0" indent="0">
              <a:buNone/>
            </a:pPr>
            <a:endParaRPr lang="en-GB" sz="1900">
              <a:solidFill>
                <a:schemeClr val="bg1"/>
              </a:solidFill>
              <a:ea typeface="+mn-lt"/>
              <a:cs typeface="+mn-lt"/>
            </a:endParaRPr>
          </a:p>
          <a:p>
            <a:r>
              <a:rPr lang="en-GB" sz="1900">
                <a:solidFill>
                  <a:schemeClr val="bg1"/>
                </a:solidFill>
                <a:ea typeface="+mn-lt"/>
                <a:cs typeface="+mn-lt"/>
              </a:rPr>
              <a:t>An alternative would be to</a:t>
            </a:r>
            <a:r>
              <a:rPr lang="en-GB" sz="1900" b="1">
                <a:solidFill>
                  <a:schemeClr val="bg1"/>
                </a:solidFill>
                <a:ea typeface="+mn-lt"/>
                <a:cs typeface="+mn-lt"/>
              </a:rPr>
              <a:t> hold the users of autonomous vehicles responsible </a:t>
            </a:r>
            <a:r>
              <a:rPr lang="en-GB" sz="1900">
                <a:solidFill>
                  <a:schemeClr val="bg1"/>
                </a:solidFill>
                <a:ea typeface="+mn-lt"/>
                <a:cs typeface="+mn-lt"/>
              </a:rPr>
              <a:t>for possible accidents. </a:t>
            </a:r>
            <a:r>
              <a:rPr lang="en-GB" sz="1900" b="1">
                <a:solidFill>
                  <a:schemeClr val="bg1"/>
                </a:solidFill>
                <a:ea typeface="+mn-lt"/>
                <a:cs typeface="+mn-lt"/>
              </a:rPr>
              <a:t>But </a:t>
            </a:r>
            <a:r>
              <a:rPr lang="en-GB" sz="1900">
                <a:solidFill>
                  <a:schemeClr val="bg1"/>
                </a:solidFill>
                <a:ea typeface="+mn-lt"/>
                <a:cs typeface="+mn-lt"/>
              </a:rPr>
              <a:t>“the liability of the driver in the case of an accident would be based on their failure to pay attention and intervene”. This will diminish the whole purpose behind the creation of AV vehicles, which is automating driving. </a:t>
            </a:r>
            <a:endParaRPr lang="en-GB" sz="1900">
              <a:solidFill>
                <a:schemeClr val="bg1"/>
              </a:solidFill>
            </a:endParaRPr>
          </a:p>
          <a:p>
            <a:endParaRPr lang="en-GB" sz="1900">
              <a:solidFill>
                <a:schemeClr val="bg1"/>
              </a:solidFill>
              <a:cs typeface="Calibri"/>
            </a:endParaRPr>
          </a:p>
        </p:txBody>
      </p:sp>
      <p:pic>
        <p:nvPicPr>
          <p:cNvPr id="10" name="Part_Three (online-audio-converter.com)">
            <a:hlinkClick r:id="" action="ppaction://media"/>
            <a:extLst>
              <a:ext uri="{FF2B5EF4-FFF2-40B4-BE49-F238E27FC236}">
                <a16:creationId xmlns:a16="http://schemas.microsoft.com/office/drawing/2014/main" id="{D655ED5A-92BB-428B-BC61-2EDD5239588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33177" y="5608667"/>
            <a:ext cx="730250" cy="730250"/>
          </a:xfrm>
          <a:prstGeom prst="rect">
            <a:avLst/>
          </a:prstGeom>
        </p:spPr>
      </p:pic>
    </p:spTree>
    <p:extLst>
      <p:ext uri="{BB962C8B-B14F-4D97-AF65-F5344CB8AC3E}">
        <p14:creationId xmlns:p14="http://schemas.microsoft.com/office/powerpoint/2010/main" val="19690488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291B-CA7F-4F02-8E95-E2E018453C95}"/>
              </a:ext>
            </a:extLst>
          </p:cNvPr>
          <p:cNvSpPr>
            <a:spLocks noGrp="1"/>
          </p:cNvSpPr>
          <p:nvPr>
            <p:ph type="title"/>
          </p:nvPr>
        </p:nvSpPr>
        <p:spPr>
          <a:xfrm>
            <a:off x="762001" y="803325"/>
            <a:ext cx="5314536" cy="1325563"/>
          </a:xfrm>
        </p:spPr>
        <p:txBody>
          <a:bodyPr>
            <a:normAutofit/>
          </a:bodyPr>
          <a:lstStyle/>
          <a:p>
            <a:r>
              <a:rPr lang="en-GB">
                <a:latin typeface="Calibri"/>
                <a:cs typeface="Calibri"/>
              </a:rPr>
              <a:t>Ethics of Autonomy on the Environment</a:t>
            </a:r>
            <a:endParaRPr lang="en-GB">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A96F6E09-AB95-4521-A748-E5AACE9744AA}"/>
              </a:ext>
            </a:extLst>
          </p:cNvPr>
          <p:cNvSpPr>
            <a:spLocks noGrp="1"/>
          </p:cNvSpPr>
          <p:nvPr>
            <p:ph idx="1"/>
          </p:nvPr>
        </p:nvSpPr>
        <p:spPr>
          <a:xfrm>
            <a:off x="762000" y="2279018"/>
            <a:ext cx="5314543" cy="3375920"/>
          </a:xfrm>
        </p:spPr>
        <p:txBody>
          <a:bodyPr vert="horz" lIns="91440" tIns="45720" rIns="91440" bIns="45720" rtlCol="0" anchor="t">
            <a:normAutofit/>
          </a:bodyPr>
          <a:lstStyle/>
          <a:p>
            <a:pPr marL="0" indent="0">
              <a:buNone/>
            </a:pPr>
            <a:r>
              <a:rPr lang="en-GB" sz="1800">
                <a:cs typeface="Calibri"/>
              </a:rPr>
              <a:t>Automation can have ethical uses that positively impacts the environment.</a:t>
            </a:r>
          </a:p>
          <a:p>
            <a:r>
              <a:rPr lang="en-GB" sz="1800">
                <a:ea typeface="+mn-lt"/>
                <a:cs typeface="+mn-lt"/>
              </a:rPr>
              <a:t>(</a:t>
            </a:r>
            <a:r>
              <a:rPr lang="en-GB" sz="1800" err="1">
                <a:ea typeface="+mn-lt"/>
                <a:cs typeface="+mn-lt"/>
              </a:rPr>
              <a:t>Igliński</a:t>
            </a:r>
            <a:r>
              <a:rPr lang="en-GB" sz="1800">
                <a:ea typeface="+mn-lt"/>
                <a:cs typeface="+mn-lt"/>
              </a:rPr>
              <a:t> &amp; </a:t>
            </a:r>
            <a:r>
              <a:rPr lang="en-GB" sz="1800" err="1">
                <a:ea typeface="+mn-lt"/>
                <a:cs typeface="+mn-lt"/>
              </a:rPr>
              <a:t>Babiak</a:t>
            </a:r>
            <a:r>
              <a:rPr lang="en-GB" sz="1800">
                <a:ea typeface="+mn-lt"/>
                <a:cs typeface="+mn-lt"/>
              </a:rPr>
              <a:t>, 2017) describe how autonomous vehicles could help in reducing green house emissions, and consume less fuel.</a:t>
            </a:r>
            <a:endParaRPr lang="en-GB" sz="1800">
              <a:cs typeface="Calibri"/>
            </a:endParaRPr>
          </a:p>
        </p:txBody>
      </p:sp>
      <p:sp>
        <p:nvSpPr>
          <p:cNvPr id="28" name="Freeform: Shape 11">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B7F15C6-98B8-43A1-852A-1AE46F22E789}"/>
              </a:ext>
            </a:extLst>
          </p:cNvPr>
          <p:cNvPicPr>
            <a:picLocks noChangeAspect="1"/>
          </p:cNvPicPr>
          <p:nvPr/>
        </p:nvPicPr>
        <p:blipFill rotWithShape="1">
          <a:blip r:embed="rId4">
            <a:extLst>
              <a:ext uri="{28A0092B-C50C-407E-A947-70E740481C1C}">
                <a14:useLocalDpi xmlns:a14="http://schemas.microsoft.com/office/drawing/2010/main" val="0"/>
              </a:ext>
            </a:extLst>
          </a:blip>
          <a:srcRect l="21528" r="14238" b="2"/>
          <a:stretch/>
        </p:blipFill>
        <p:spPr>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pic>
        <p:nvPicPr>
          <p:cNvPr id="4" name="PFP_v1">
            <a:hlinkClick r:id="" action="ppaction://media"/>
            <a:extLst>
              <a:ext uri="{FF2B5EF4-FFF2-40B4-BE49-F238E27FC236}">
                <a16:creationId xmlns:a16="http://schemas.microsoft.com/office/drawing/2014/main" id="{24FC80F8-7606-4536-AAC1-CE652096E33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114469" y="4181475"/>
            <a:ext cx="609600" cy="609600"/>
          </a:xfrm>
          <a:prstGeom prst="rect">
            <a:avLst/>
          </a:prstGeom>
        </p:spPr>
      </p:pic>
    </p:spTree>
    <p:extLst>
      <p:ext uri="{BB962C8B-B14F-4D97-AF65-F5344CB8AC3E}">
        <p14:creationId xmlns:p14="http://schemas.microsoft.com/office/powerpoint/2010/main" val="86972800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77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B273B-EE7F-4AD3-89D7-BF5A70909D70}"/>
              </a:ext>
            </a:extLst>
          </p:cNvPr>
          <p:cNvSpPr>
            <a:spLocks noGrp="1"/>
          </p:cNvSpPr>
          <p:nvPr>
            <p:ph type="title"/>
          </p:nvPr>
        </p:nvSpPr>
        <p:spPr>
          <a:xfrm>
            <a:off x="762001" y="803325"/>
            <a:ext cx="5314536" cy="1325563"/>
          </a:xfrm>
        </p:spPr>
        <p:txBody>
          <a:bodyPr>
            <a:normAutofit/>
          </a:bodyPr>
          <a:lstStyle/>
          <a:p>
            <a:r>
              <a:rPr lang="en-GB">
                <a:latin typeface="Calibri"/>
                <a:cs typeface="Calibri"/>
              </a:rPr>
              <a:t>Ethics of Autonomy on the Environment</a:t>
            </a:r>
            <a:endParaRPr lang="en-US"/>
          </a:p>
        </p:txBody>
      </p:sp>
      <p:sp>
        <p:nvSpPr>
          <p:cNvPr id="3" name="Content Placeholder 2">
            <a:extLst>
              <a:ext uri="{FF2B5EF4-FFF2-40B4-BE49-F238E27FC236}">
                <a16:creationId xmlns:a16="http://schemas.microsoft.com/office/drawing/2014/main" id="{3E7849BF-392A-40A8-AD93-0BDE460DE7CF}"/>
              </a:ext>
            </a:extLst>
          </p:cNvPr>
          <p:cNvSpPr>
            <a:spLocks noGrp="1"/>
          </p:cNvSpPr>
          <p:nvPr>
            <p:ph idx="1"/>
          </p:nvPr>
        </p:nvSpPr>
        <p:spPr>
          <a:xfrm>
            <a:off x="762000" y="2279018"/>
            <a:ext cx="5314543" cy="3375920"/>
          </a:xfrm>
        </p:spPr>
        <p:txBody>
          <a:bodyPr vert="horz" lIns="91440" tIns="45720" rIns="91440" bIns="45720" rtlCol="0" anchor="t">
            <a:normAutofit/>
          </a:bodyPr>
          <a:lstStyle/>
          <a:p>
            <a:pPr marL="0" indent="0">
              <a:buNone/>
            </a:pPr>
            <a:r>
              <a:rPr lang="en-US" sz="1800">
                <a:cs typeface="Calibri"/>
              </a:rPr>
              <a:t>Automation can also have negative impacts on the environment. </a:t>
            </a:r>
            <a:r>
              <a:rPr lang="en-US" sz="1800" err="1">
                <a:ea typeface="+mn-lt"/>
                <a:cs typeface="+mn-lt"/>
              </a:rPr>
              <a:t>Khakurel</a:t>
            </a:r>
            <a:r>
              <a:rPr lang="en-US" sz="1800">
                <a:ea typeface="+mn-lt"/>
                <a:cs typeface="+mn-lt"/>
              </a:rPr>
              <a:t> (2018) mentions 2 effects.</a:t>
            </a:r>
          </a:p>
          <a:p>
            <a:r>
              <a:rPr lang="en-US" sz="1800">
                <a:cs typeface="Calibri"/>
              </a:rPr>
              <a:t>The </a:t>
            </a:r>
            <a:r>
              <a:rPr lang="en-US" sz="1800" b="1">
                <a:cs typeface="Calibri"/>
              </a:rPr>
              <a:t>rate natural resources </a:t>
            </a:r>
            <a:r>
              <a:rPr lang="en-US" sz="1800">
                <a:cs typeface="Calibri"/>
              </a:rPr>
              <a:t>are extracted and consumed is increased</a:t>
            </a:r>
          </a:p>
          <a:p>
            <a:r>
              <a:rPr lang="en-US" sz="1800">
                <a:cs typeface="Calibri"/>
              </a:rPr>
              <a:t>This greatly increases production of machines and environmental degradation</a:t>
            </a:r>
          </a:p>
          <a:p>
            <a:r>
              <a:rPr lang="en-US" sz="1800" b="1">
                <a:cs typeface="Calibri"/>
              </a:rPr>
              <a:t>Planned Obsolesce</a:t>
            </a:r>
            <a:r>
              <a:rPr lang="en-ZA" sz="1800">
                <a:cs typeface="Calibri"/>
              </a:rPr>
              <a:t>, machines prematurely wear out and need to be replaced</a:t>
            </a:r>
          </a:p>
          <a:p>
            <a:r>
              <a:rPr lang="en-ZA" sz="1800">
                <a:cs typeface="Calibri"/>
              </a:rPr>
              <a:t>Both increase waste pollution</a:t>
            </a:r>
          </a:p>
        </p:txBody>
      </p:sp>
      <p:sp>
        <p:nvSpPr>
          <p:cNvPr id="29" name="Freeform: Shape 3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picture containing outdoor, people&#10;&#10;&#10;">
            <a:extLst>
              <a:ext uri="{FF2B5EF4-FFF2-40B4-BE49-F238E27FC236}">
                <a16:creationId xmlns:a16="http://schemas.microsoft.com/office/drawing/2014/main" id="{4F6172E9-5525-4079-BDD9-FAE4C7D33FF4}"/>
              </a:ext>
            </a:extLst>
          </p:cNvPr>
          <p:cNvPicPr>
            <a:picLocks noChangeAspect="1"/>
          </p:cNvPicPr>
          <p:nvPr/>
        </p:nvPicPr>
        <p:blipFill rotWithShape="1">
          <a:blip r:embed="rId4">
            <a:extLst>
              <a:ext uri="{28A0092B-C50C-407E-A947-70E740481C1C}">
                <a14:useLocalDpi xmlns:a14="http://schemas.microsoft.com/office/drawing/2010/main" val="0"/>
              </a:ext>
            </a:extLst>
          </a:blip>
          <a:srcRect l="7731" r="28274" b="-1"/>
          <a:stretch/>
        </p:blipFill>
        <p:spPr>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pic>
        <p:nvPicPr>
          <p:cNvPr id="4" name="PFP_v2">
            <a:hlinkClick r:id="" action="ppaction://media"/>
            <a:extLst>
              <a:ext uri="{FF2B5EF4-FFF2-40B4-BE49-F238E27FC236}">
                <a16:creationId xmlns:a16="http://schemas.microsoft.com/office/drawing/2014/main" id="{41FE10B9-8500-48A6-BD4C-E7C9495B840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462174" y="5073913"/>
            <a:ext cx="609600" cy="609600"/>
          </a:xfrm>
          <a:prstGeom prst="rect">
            <a:avLst/>
          </a:prstGeom>
        </p:spPr>
      </p:pic>
    </p:spTree>
    <p:extLst>
      <p:ext uri="{BB962C8B-B14F-4D97-AF65-F5344CB8AC3E}">
        <p14:creationId xmlns:p14="http://schemas.microsoft.com/office/powerpoint/2010/main" val="26154620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71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5" name="Picture 4" descr="A picture containing building&#10;&#10;Description automatically generated">
            <a:extLst>
              <a:ext uri="{FF2B5EF4-FFF2-40B4-BE49-F238E27FC236}">
                <a16:creationId xmlns:a16="http://schemas.microsoft.com/office/drawing/2014/main" id="{E181FDFB-1013-4AD2-A35A-80463300B05D}"/>
              </a:ext>
            </a:extLst>
          </p:cNvPr>
          <p:cNvPicPr>
            <a:picLocks noChangeAspect="1"/>
          </p:cNvPicPr>
          <p:nvPr/>
        </p:nvPicPr>
        <p:blipFill rotWithShape="1">
          <a:blip r:embed="rId5">
            <a:extLst>
              <a:ext uri="{28A0092B-C50C-407E-A947-70E740481C1C}">
                <a14:useLocalDpi xmlns:a14="http://schemas.microsoft.com/office/drawing/2010/main" val="0"/>
              </a:ext>
            </a:extLst>
          </a:blip>
          <a:srcRect l="11588" r="20182" b="-1"/>
          <a:stretch/>
        </p:blipFill>
        <p:spPr>
          <a:xfrm>
            <a:off x="5182104" y="10"/>
            <a:ext cx="7009896" cy="6857990"/>
          </a:xfrm>
          <a:custGeom>
            <a:avLst/>
            <a:gdLst/>
            <a:ahLst/>
            <a:cxnLst/>
            <a:rect l="l" t="t" r="r" b="b"/>
            <a:pathLst>
              <a:path w="7009896" h="6858000">
                <a:moveTo>
                  <a:pt x="0" y="0"/>
                </a:moveTo>
                <a:lnTo>
                  <a:pt x="7009896" y="0"/>
                </a:lnTo>
                <a:lnTo>
                  <a:pt x="7009896" y="6858000"/>
                </a:lnTo>
                <a:lnTo>
                  <a:pt x="21616" y="6858000"/>
                </a:lnTo>
                <a:lnTo>
                  <a:pt x="129867" y="6647018"/>
                </a:lnTo>
                <a:cubicBezTo>
                  <a:pt x="1043295" y="4758249"/>
                  <a:pt x="1332296" y="2559611"/>
                  <a:pt x="814641" y="380651"/>
                </a:cubicBezTo>
                <a:lnTo>
                  <a:pt x="714685" y="1"/>
                </a:lnTo>
                <a:lnTo>
                  <a:pt x="0" y="1"/>
                </a:lnTo>
                <a:close/>
              </a:path>
            </a:pathLst>
          </a:custGeom>
        </p:spPr>
      </p:pic>
      <p:sp>
        <p:nvSpPr>
          <p:cNvPr id="60" name="Freeform: Shape 51">
            <a:extLst>
              <a:ext uri="{FF2B5EF4-FFF2-40B4-BE49-F238E27FC236}">
                <a16:creationId xmlns:a16="http://schemas.microsoft.com/office/drawing/2014/main" id="{5FDF4720-5445-47BE-89FE-E40D1AE6F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480073" cy="6858002"/>
          </a:xfrm>
          <a:custGeom>
            <a:avLst/>
            <a:gdLst>
              <a:gd name="connsiteX0" fmla="*/ 6130244 w 6480073"/>
              <a:gd name="connsiteY0" fmla="*/ 0 h 6858002"/>
              <a:gd name="connsiteX1" fmla="*/ 6212951 w 6480073"/>
              <a:gd name="connsiteY1" fmla="*/ 314584 h 6858002"/>
              <a:gd name="connsiteX2" fmla="*/ 5540779 w 6480073"/>
              <a:gd name="connsiteY2" fmla="*/ 6756649 h 6858002"/>
              <a:gd name="connsiteX3" fmla="*/ 5489971 w 6480073"/>
              <a:gd name="connsiteY3" fmla="*/ 6858002 h 6858002"/>
              <a:gd name="connsiteX4" fmla="*/ 0 w 6480073"/>
              <a:gd name="connsiteY4" fmla="*/ 6858002 h 6858002"/>
              <a:gd name="connsiteX5" fmla="*/ 0 w 6480073"/>
              <a:gd name="connsiteY5"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0073" h="6858002">
                <a:moveTo>
                  <a:pt x="6130244" y="0"/>
                </a:moveTo>
                <a:lnTo>
                  <a:pt x="6212951" y="314584"/>
                </a:lnTo>
                <a:cubicBezTo>
                  <a:pt x="6745828" y="2551616"/>
                  <a:pt x="6460994" y="4808873"/>
                  <a:pt x="5540779" y="6756649"/>
                </a:cubicBezTo>
                <a:lnTo>
                  <a:pt x="5489971" y="6858002"/>
                </a:lnTo>
                <a:lnTo>
                  <a:pt x="0" y="6858002"/>
                </a:lnTo>
                <a:lnTo>
                  <a:pt x="0"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61" name="Freeform: Shape 53">
            <a:extLst>
              <a:ext uri="{FF2B5EF4-FFF2-40B4-BE49-F238E27FC236}">
                <a16:creationId xmlns:a16="http://schemas.microsoft.com/office/drawing/2014/main" id="{AC8710B4-A815-4082-9E4F-F13A00070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49216" cy="6858001"/>
          </a:xfrm>
          <a:custGeom>
            <a:avLst/>
            <a:gdLst>
              <a:gd name="connsiteX0" fmla="*/ 0 w 6249216"/>
              <a:gd name="connsiteY0" fmla="*/ 0 h 6858001"/>
              <a:gd name="connsiteX1" fmla="*/ 5893742 w 6249216"/>
              <a:gd name="connsiteY1" fmla="*/ 1 h 6858001"/>
              <a:gd name="connsiteX2" fmla="*/ 5993697 w 6249216"/>
              <a:gd name="connsiteY2" fmla="*/ 380651 h 6858001"/>
              <a:gd name="connsiteX3" fmla="*/ 5308924 w 6249216"/>
              <a:gd name="connsiteY3" fmla="*/ 6647018 h 6858001"/>
              <a:gd name="connsiteX4" fmla="*/ 5200672 w 6249216"/>
              <a:gd name="connsiteY4" fmla="*/ 6858001 h 6858001"/>
              <a:gd name="connsiteX5" fmla="*/ 1 w 6249216"/>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9216" h="6858001">
                <a:moveTo>
                  <a:pt x="0" y="0"/>
                </a:moveTo>
                <a:lnTo>
                  <a:pt x="5893742" y="1"/>
                </a:lnTo>
                <a:lnTo>
                  <a:pt x="5993697" y="380651"/>
                </a:lnTo>
                <a:cubicBezTo>
                  <a:pt x="6511353" y="2559611"/>
                  <a:pt x="6222352" y="4758249"/>
                  <a:pt x="5308924" y="6647018"/>
                </a:cubicBezTo>
                <a:lnTo>
                  <a:pt x="5200672" y="6858001"/>
                </a:lnTo>
                <a:lnTo>
                  <a:pt x="1" y="685800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8C57F1D-072F-48D1-933F-ED399285D270}"/>
              </a:ext>
            </a:extLst>
          </p:cNvPr>
          <p:cNvSpPr>
            <a:spLocks noGrp="1"/>
          </p:cNvSpPr>
          <p:nvPr>
            <p:ph type="title"/>
          </p:nvPr>
        </p:nvSpPr>
        <p:spPr>
          <a:xfrm>
            <a:off x="804673" y="1396289"/>
            <a:ext cx="4782458" cy="1325563"/>
          </a:xfrm>
        </p:spPr>
        <p:txBody>
          <a:bodyPr>
            <a:normAutofit/>
          </a:bodyPr>
          <a:lstStyle/>
          <a:p>
            <a:r>
              <a:rPr lang="en-GB" sz="3700">
                <a:latin typeface="Calibri"/>
                <a:cs typeface="Calibri"/>
              </a:rPr>
              <a:t>Introducing Autonomy in the Workplace</a:t>
            </a:r>
            <a:endParaRPr lang="en-GB" sz="370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3ADC22AE-70D5-4E96-BA2B-297766D16D17}"/>
              </a:ext>
            </a:extLst>
          </p:cNvPr>
          <p:cNvSpPr>
            <a:spLocks noGrp="1"/>
          </p:cNvSpPr>
          <p:nvPr>
            <p:ph idx="1"/>
          </p:nvPr>
        </p:nvSpPr>
        <p:spPr>
          <a:xfrm>
            <a:off x="804672" y="2871982"/>
            <a:ext cx="4782458" cy="3181684"/>
          </a:xfrm>
        </p:spPr>
        <p:txBody>
          <a:bodyPr anchor="t">
            <a:normAutofit/>
          </a:bodyPr>
          <a:lstStyle/>
          <a:p>
            <a:pPr marL="0" indent="0">
              <a:buNone/>
            </a:pPr>
            <a:r>
              <a:rPr lang="en-GB" sz="1800"/>
              <a:t>Automation is introduced in the form of Artificial Intelligence that exists in robots, data collection, monitoring employees when working, measuring performances in the workplace. </a:t>
            </a:r>
          </a:p>
        </p:txBody>
      </p:sp>
      <p:sp>
        <p:nvSpPr>
          <p:cNvPr id="6" name="TextBox 5">
            <a:extLst>
              <a:ext uri="{FF2B5EF4-FFF2-40B4-BE49-F238E27FC236}">
                <a16:creationId xmlns:a16="http://schemas.microsoft.com/office/drawing/2014/main" id="{78ABA21C-DEAB-42E4-9A5A-5332CEE87269}"/>
              </a:ext>
            </a:extLst>
          </p:cNvPr>
          <p:cNvSpPr txBox="1"/>
          <p:nvPr/>
        </p:nvSpPr>
        <p:spPr>
          <a:xfrm>
            <a:off x="0" y="6500733"/>
            <a:ext cx="5441859" cy="357257"/>
          </a:xfrm>
          <a:prstGeom prst="rect">
            <a:avLst/>
          </a:prstGeom>
          <a:solidFill>
            <a:srgbClr val="000000">
              <a:alpha val="50000"/>
            </a:srgbClr>
          </a:solidFill>
          <a:ln>
            <a:noFill/>
          </a:ln>
        </p:spPr>
        <p:txBody>
          <a:bodyPr wrap="square" rtlCol="0">
            <a:noAutofit/>
          </a:bodyPr>
          <a:lstStyle/>
          <a:p>
            <a:pPr algn="ctr">
              <a:spcAft>
                <a:spcPts val="600"/>
              </a:spcAft>
            </a:pPr>
            <a:r>
              <a:rPr lang="en-GB" sz="1300">
                <a:solidFill>
                  <a:srgbClr val="FFFFFF"/>
                </a:solidFill>
              </a:rPr>
              <a:t>Photo by </a:t>
            </a:r>
            <a:r>
              <a:rPr lang="en-GB" sz="1300">
                <a:solidFill>
                  <a:srgbClr val="FFFFFF"/>
                </a:solidFill>
                <a:hlinkClick r:id="rId6">
                  <a:extLst>
                    <a:ext uri="{A12FA001-AC4F-418D-AE19-62706E023703}">
                      <ahyp:hlinkClr xmlns:ahyp="http://schemas.microsoft.com/office/drawing/2018/hyperlinkcolor" val="tx"/>
                    </a:ext>
                  </a:extLst>
                </a:hlinkClick>
              </a:rPr>
              <a:t>Lenny Kuhne</a:t>
            </a:r>
            <a:r>
              <a:rPr lang="en-GB" sz="1300">
                <a:solidFill>
                  <a:srgbClr val="FFFFFF"/>
                </a:solidFill>
              </a:rPr>
              <a:t> on </a:t>
            </a:r>
            <a:r>
              <a:rPr lang="en-GB" sz="1300" err="1">
                <a:solidFill>
                  <a:srgbClr val="FFFFFF"/>
                </a:solidFill>
                <a:hlinkClick r:id="rId7">
                  <a:extLst>
                    <a:ext uri="{A12FA001-AC4F-418D-AE19-62706E023703}">
                      <ahyp:hlinkClr xmlns:ahyp="http://schemas.microsoft.com/office/drawing/2018/hyperlinkcolor" val="tx"/>
                    </a:ext>
                  </a:extLst>
                </a:hlinkClick>
              </a:rPr>
              <a:t>Unsplash</a:t>
            </a:r>
            <a:r>
              <a:rPr lang="en-GB" sz="1300">
                <a:solidFill>
                  <a:srgbClr val="FFFFFF"/>
                </a:solidFill>
              </a:rPr>
              <a:t> </a:t>
            </a:r>
          </a:p>
        </p:txBody>
      </p:sp>
      <p:pic>
        <p:nvPicPr>
          <p:cNvPr id="11" name="slide 1">
            <a:hlinkClick r:id="" action="ppaction://media"/>
            <a:extLst>
              <a:ext uri="{FF2B5EF4-FFF2-40B4-BE49-F238E27FC236}">
                <a16:creationId xmlns:a16="http://schemas.microsoft.com/office/drawing/2014/main" id="{ED15C957-2C98-4C30-A11E-8174C70F3FB3}"/>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2874963" y="4643438"/>
            <a:ext cx="609600" cy="609600"/>
          </a:xfrm>
          <a:prstGeom prst="rect">
            <a:avLst/>
          </a:prstGeom>
        </p:spPr>
      </p:pic>
    </p:spTree>
    <p:extLst>
      <p:ext uri="{BB962C8B-B14F-4D97-AF65-F5344CB8AC3E}">
        <p14:creationId xmlns:p14="http://schemas.microsoft.com/office/powerpoint/2010/main" val="306579605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603"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03" name="!!BGRectangle">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3DD23B-B8AC-4391-9555-C2B10A479854}"/>
              </a:ext>
            </a:extLst>
          </p:cNvPr>
          <p:cNvSpPr>
            <a:spLocks noGrp="1"/>
          </p:cNvSpPr>
          <p:nvPr>
            <p:ph type="title"/>
          </p:nvPr>
        </p:nvSpPr>
        <p:spPr>
          <a:xfrm>
            <a:off x="6421700" y="713232"/>
            <a:ext cx="5154168" cy="1197864"/>
          </a:xfrm>
        </p:spPr>
        <p:txBody>
          <a:bodyPr>
            <a:normAutofit/>
          </a:bodyPr>
          <a:lstStyle/>
          <a:p>
            <a:r>
              <a:rPr lang="en-GB" sz="3400">
                <a:latin typeface="Calibri" panose="020F0502020204030204" pitchFamily="34" charset="0"/>
                <a:cs typeface="Calibri" panose="020F0502020204030204" pitchFamily="34" charset="0"/>
              </a:rPr>
              <a:t>Ethics around introducing Autonomy in the work place</a:t>
            </a:r>
          </a:p>
        </p:txBody>
      </p:sp>
      <p:pic>
        <p:nvPicPr>
          <p:cNvPr id="5" name="Picture 4" descr="A picture containing text&#10;&#10;Description automatically generated">
            <a:extLst>
              <a:ext uri="{FF2B5EF4-FFF2-40B4-BE49-F238E27FC236}">
                <a16:creationId xmlns:a16="http://schemas.microsoft.com/office/drawing/2014/main" id="{050CC0C3-2FA4-46F4-A19A-B1A3BF7DE524}"/>
              </a:ext>
            </a:extLst>
          </p:cNvPr>
          <p:cNvPicPr>
            <a:picLocks noChangeAspect="1"/>
          </p:cNvPicPr>
          <p:nvPr/>
        </p:nvPicPr>
        <p:blipFill rotWithShape="1">
          <a:blip r:embed="rId5">
            <a:extLst>
              <a:ext uri="{28A0092B-C50C-407E-A947-70E740481C1C}">
                <a14:useLocalDpi xmlns:a14="http://schemas.microsoft.com/office/drawing/2010/main" val="0"/>
              </a:ext>
            </a:extLst>
          </a:blip>
          <a:srcRect l="27939" r="14369" b="-2"/>
          <a:stretch/>
        </p:blipFill>
        <p:spPr>
          <a:xfrm>
            <a:off x="20" y="10"/>
            <a:ext cx="5495089" cy="6857990"/>
          </a:xfrm>
          <a:prstGeom prst="rect">
            <a:avLst/>
          </a:prstGeom>
        </p:spPr>
      </p:pic>
      <p:sp>
        <p:nvSpPr>
          <p:cNvPr id="104" name="!!Line">
            <a:extLst>
              <a:ext uri="{FF2B5EF4-FFF2-40B4-BE49-F238E27FC236}">
                <a16:creationId xmlns:a16="http://schemas.microsoft.com/office/drawing/2014/main" id="{29A9EE12-EF77-4DB4-84E4-043DE7235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3328" y="822960"/>
            <a:ext cx="9144"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446B08-11EE-455A-A82C-3C7E4F0225A3}"/>
              </a:ext>
            </a:extLst>
          </p:cNvPr>
          <p:cNvSpPr>
            <a:spLocks noGrp="1"/>
          </p:cNvSpPr>
          <p:nvPr>
            <p:ph idx="1"/>
          </p:nvPr>
        </p:nvSpPr>
        <p:spPr>
          <a:xfrm>
            <a:off x="6421700" y="2048256"/>
            <a:ext cx="5154168" cy="4123944"/>
          </a:xfrm>
        </p:spPr>
        <p:txBody>
          <a:bodyPr anchor="t">
            <a:normAutofit/>
          </a:bodyPr>
          <a:lstStyle/>
          <a:p>
            <a:pPr marL="0" indent="0">
              <a:buNone/>
            </a:pPr>
            <a:r>
              <a:rPr lang="en-GB" sz="2200"/>
              <a:t>A.I used for monitoring workers when performing tasks. The methods used for monitoring (keylogging, facial recognition, measuring the quality of work.) can add pressure to workers and invade workers privacy rights. can create mistrust in the environment.</a:t>
            </a:r>
          </a:p>
        </p:txBody>
      </p:sp>
      <p:sp>
        <p:nvSpPr>
          <p:cNvPr id="7" name="TextBox 6">
            <a:extLst>
              <a:ext uri="{FF2B5EF4-FFF2-40B4-BE49-F238E27FC236}">
                <a16:creationId xmlns:a16="http://schemas.microsoft.com/office/drawing/2014/main" id="{2141C97B-BA53-46F4-9BBF-2F958391B930}"/>
              </a:ext>
            </a:extLst>
          </p:cNvPr>
          <p:cNvSpPr txBox="1"/>
          <p:nvPr/>
        </p:nvSpPr>
        <p:spPr>
          <a:xfrm>
            <a:off x="5495109" y="6464915"/>
            <a:ext cx="5754696" cy="307777"/>
          </a:xfrm>
          <a:prstGeom prst="rect">
            <a:avLst/>
          </a:prstGeom>
          <a:noFill/>
        </p:spPr>
        <p:txBody>
          <a:bodyPr wrap="square" rtlCol="0">
            <a:spAutoFit/>
          </a:bodyPr>
          <a:lstStyle/>
          <a:p>
            <a:pPr>
              <a:spcAft>
                <a:spcPts val="600"/>
              </a:spcAft>
            </a:pPr>
            <a:r>
              <a:rPr lang="en-GB" sz="1400"/>
              <a:t>Photo by </a:t>
            </a:r>
            <a:r>
              <a:rPr lang="en-GB" sz="1400">
                <a:hlinkClick r:id="rId6"/>
              </a:rPr>
              <a:t>Stephen Dawson</a:t>
            </a:r>
            <a:r>
              <a:rPr lang="en-GB" sz="1400"/>
              <a:t> on </a:t>
            </a:r>
            <a:r>
              <a:rPr lang="en-GB" sz="1400">
                <a:hlinkClick r:id="rId7"/>
              </a:rPr>
              <a:t>Unsplash</a:t>
            </a:r>
            <a:r>
              <a:rPr lang="en-GB" sz="1400"/>
              <a:t> </a:t>
            </a:r>
          </a:p>
        </p:txBody>
      </p:sp>
      <p:pic>
        <p:nvPicPr>
          <p:cNvPr id="8" name="slide 2">
            <a:hlinkClick r:id="" action="ppaction://media"/>
            <a:extLst>
              <a:ext uri="{FF2B5EF4-FFF2-40B4-BE49-F238E27FC236}">
                <a16:creationId xmlns:a16="http://schemas.microsoft.com/office/drawing/2014/main" id="{63CC3F17-2691-4BA6-B08F-7FF45A035074}"/>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537230" y="4723572"/>
            <a:ext cx="609600" cy="609600"/>
          </a:xfrm>
          <a:prstGeom prst="rect">
            <a:avLst/>
          </a:prstGeom>
        </p:spPr>
      </p:pic>
    </p:spTree>
    <p:extLst>
      <p:ext uri="{BB962C8B-B14F-4D97-AF65-F5344CB8AC3E}">
        <p14:creationId xmlns:p14="http://schemas.microsoft.com/office/powerpoint/2010/main" val="32123440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682C9E-0300-4A2C-A36D-1CD757BC2EF9}"/>
              </a:ext>
            </a:extLst>
          </p:cNvPr>
          <p:cNvSpPr>
            <a:spLocks noGrp="1"/>
          </p:cNvSpPr>
          <p:nvPr>
            <p:ph type="title"/>
          </p:nvPr>
        </p:nvSpPr>
        <p:spPr>
          <a:xfrm>
            <a:off x="804672" y="640080"/>
            <a:ext cx="3282696" cy="5257800"/>
          </a:xfrm>
        </p:spPr>
        <p:txBody>
          <a:bodyPr>
            <a:normAutofit/>
          </a:bodyPr>
          <a:lstStyle/>
          <a:p>
            <a:r>
              <a:rPr lang="en-GB">
                <a:solidFill>
                  <a:schemeClr val="bg1"/>
                </a:solidFill>
                <a:latin typeface="Calibri" panose="020F0502020204030204" pitchFamily="34" charset="0"/>
                <a:cs typeface="Calibri" panose="020F0502020204030204" pitchFamily="34" charset="0"/>
              </a:rPr>
              <a:t>Employee Interests vs Company Interests</a:t>
            </a:r>
          </a:p>
        </p:txBody>
      </p:sp>
      <p:sp>
        <p:nvSpPr>
          <p:cNvPr id="3" name="Content Placeholder 2">
            <a:extLst>
              <a:ext uri="{FF2B5EF4-FFF2-40B4-BE49-F238E27FC236}">
                <a16:creationId xmlns:a16="http://schemas.microsoft.com/office/drawing/2014/main" id="{885E6C03-A64F-4B20-B45F-2B7B8BE2A43A}"/>
              </a:ext>
            </a:extLst>
          </p:cNvPr>
          <p:cNvSpPr>
            <a:spLocks noGrp="1"/>
          </p:cNvSpPr>
          <p:nvPr>
            <p:ph idx="1"/>
          </p:nvPr>
        </p:nvSpPr>
        <p:spPr>
          <a:xfrm>
            <a:off x="5358384" y="640081"/>
            <a:ext cx="6024654" cy="5257800"/>
          </a:xfrm>
        </p:spPr>
        <p:txBody>
          <a:bodyPr anchor="ctr">
            <a:normAutofit/>
          </a:bodyPr>
          <a:lstStyle/>
          <a:p>
            <a:pPr marL="0" indent="0">
              <a:buNone/>
            </a:pPr>
            <a:r>
              <a:rPr lang="en-GB" sz="2400" dirty="0"/>
              <a:t>Businesses may favour worker-substituting technologies, choosing to replace workers with automation rather than placing them side by side for financial reasons, introducing job insecurity to workers and affecting mental health.</a:t>
            </a:r>
          </a:p>
          <a:p>
            <a:pPr marL="0" indent="0">
              <a:buNone/>
            </a:pPr>
            <a:r>
              <a:rPr lang="en-GB" sz="2400" dirty="0"/>
              <a:t>Some benefits to automation for the workers include reducing time and effort on repeatable tasks while upholding the quality of the work and allowing the worker to do more tasks.</a:t>
            </a:r>
          </a:p>
          <a:p>
            <a:pPr marL="0" indent="0">
              <a:buNone/>
            </a:pPr>
            <a:endParaRPr lang="en-GB" sz="2400" dirty="0"/>
          </a:p>
        </p:txBody>
      </p:sp>
      <p:pic>
        <p:nvPicPr>
          <p:cNvPr id="4" name="slide3">
            <a:hlinkClick r:id="" action="ppaction://media"/>
            <a:extLst>
              <a:ext uri="{FF2B5EF4-FFF2-40B4-BE49-F238E27FC236}">
                <a16:creationId xmlns:a16="http://schemas.microsoft.com/office/drawing/2014/main" id="{ED2B23D2-3B92-4125-8559-064A1106B5B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029739" y="5081381"/>
            <a:ext cx="609600" cy="609600"/>
          </a:xfrm>
          <a:prstGeom prst="rect">
            <a:avLst/>
          </a:prstGeom>
        </p:spPr>
      </p:pic>
    </p:spTree>
    <p:extLst>
      <p:ext uri="{BB962C8B-B14F-4D97-AF65-F5344CB8AC3E}">
        <p14:creationId xmlns:p14="http://schemas.microsoft.com/office/powerpoint/2010/main" val="424194956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32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BDE725-FFCA-4E0B-BF23-252D74FB6A99}"/>
              </a:ext>
            </a:extLst>
          </p:cNvPr>
          <p:cNvSpPr>
            <a:spLocks noGrp="1"/>
          </p:cNvSpPr>
          <p:nvPr>
            <p:ph type="title"/>
          </p:nvPr>
        </p:nvSpPr>
        <p:spPr>
          <a:xfrm>
            <a:off x="2311147" y="365760"/>
            <a:ext cx="7569706" cy="1288238"/>
          </a:xfrm>
        </p:spPr>
        <p:txBody>
          <a:bodyPr anchor="ctr">
            <a:normAutofit/>
          </a:bodyPr>
          <a:lstStyle/>
          <a:p>
            <a:pPr algn="ctr"/>
            <a:r>
              <a:rPr lang="en-GB" sz="4100">
                <a:latin typeface="Calibri" panose="020F0502020204030204" pitchFamily="34" charset="0"/>
                <a:cs typeface="Calibri" panose="020F0502020204030204" pitchFamily="34" charset="0"/>
              </a:rPr>
              <a:t>Impact of Automation in companies and the economy</a:t>
            </a:r>
          </a:p>
        </p:txBody>
      </p:sp>
      <p:sp>
        <p:nvSpPr>
          <p:cNvPr id="3" name="Content Placeholder 2">
            <a:extLst>
              <a:ext uri="{FF2B5EF4-FFF2-40B4-BE49-F238E27FC236}">
                <a16:creationId xmlns:a16="http://schemas.microsoft.com/office/drawing/2014/main" id="{151AB9C6-699C-4EC7-9A9B-5C84522E5BF2}"/>
              </a:ext>
            </a:extLst>
          </p:cNvPr>
          <p:cNvSpPr>
            <a:spLocks noGrp="1"/>
          </p:cNvSpPr>
          <p:nvPr>
            <p:ph idx="1"/>
          </p:nvPr>
        </p:nvSpPr>
        <p:spPr>
          <a:xfrm>
            <a:off x="2165569" y="1956816"/>
            <a:ext cx="7860863" cy="4024884"/>
          </a:xfrm>
        </p:spPr>
        <p:txBody>
          <a:bodyPr anchor="t">
            <a:normAutofit/>
          </a:bodyPr>
          <a:lstStyle/>
          <a:p>
            <a:pPr marL="0" indent="0">
              <a:buNone/>
            </a:pPr>
            <a:r>
              <a:rPr lang="en-GB" sz="2400">
                <a:cs typeface="Calibri"/>
              </a:rPr>
              <a:t>Companies who want to remain competitive in their respective industries will want to cut on costs to generate as much income as possible. Therefore company would turn to Automise many departments. </a:t>
            </a:r>
          </a:p>
          <a:p>
            <a:pPr marL="0" indent="0">
              <a:buNone/>
            </a:pPr>
            <a:r>
              <a:rPr lang="en-GB" sz="2400">
                <a:cs typeface="Calibri"/>
              </a:rPr>
              <a:t>The job market will become smaller and highly competitive.</a:t>
            </a:r>
          </a:p>
        </p:txBody>
      </p:sp>
      <p:pic>
        <p:nvPicPr>
          <p:cNvPr id="8" name="slide 4">
            <a:hlinkClick r:id="" action="ppaction://media"/>
            <a:extLst>
              <a:ext uri="{FF2B5EF4-FFF2-40B4-BE49-F238E27FC236}">
                <a16:creationId xmlns:a16="http://schemas.microsoft.com/office/drawing/2014/main" id="{0875DFA6-BE68-498D-B359-2AD88C58F35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57850" y="4106863"/>
            <a:ext cx="609600" cy="609600"/>
          </a:xfrm>
          <a:prstGeom prst="rect">
            <a:avLst/>
          </a:prstGeom>
        </p:spPr>
      </p:pic>
    </p:spTree>
    <p:extLst>
      <p:ext uri="{BB962C8B-B14F-4D97-AF65-F5344CB8AC3E}">
        <p14:creationId xmlns:p14="http://schemas.microsoft.com/office/powerpoint/2010/main" val="4221564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4325"/>
    </mc:Choice>
    <mc:Fallback xmlns="">
      <p:transition spd="slow" advTm="343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432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D5423-AA5B-447E-A2A7-0622F91E90A0}"/>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3800" kern="1200">
                <a:solidFill>
                  <a:schemeClr val="bg1"/>
                </a:solidFill>
                <a:latin typeface="+mj-lt"/>
                <a:ea typeface="+mj-ea"/>
                <a:cs typeface="+mj-cs"/>
              </a:rPr>
              <a:t>Managing Automation:</a:t>
            </a:r>
            <a:br>
              <a:rPr lang="en-US" sz="3800" kern="1200">
                <a:solidFill>
                  <a:schemeClr val="bg1"/>
                </a:solidFill>
                <a:latin typeface="+mj-lt"/>
                <a:ea typeface="+mj-ea"/>
                <a:cs typeface="+mj-cs"/>
              </a:rPr>
            </a:br>
            <a:r>
              <a:rPr lang="en-US" sz="3800" kern="1200">
                <a:solidFill>
                  <a:schemeClr val="bg1"/>
                </a:solidFill>
                <a:latin typeface="+mj-lt"/>
                <a:ea typeface="+mj-ea"/>
                <a:cs typeface="+mj-cs"/>
              </a:rPr>
              <a:t>Employment, inequality and ethics in the digital age</a:t>
            </a:r>
          </a:p>
        </p:txBody>
      </p:sp>
      <p:sp>
        <p:nvSpPr>
          <p:cNvPr id="8" name="Title 1">
            <a:extLst>
              <a:ext uri="{FF2B5EF4-FFF2-40B4-BE49-F238E27FC236}">
                <a16:creationId xmlns:a16="http://schemas.microsoft.com/office/drawing/2014/main" id="{D56FFFF4-D797-4D43-A454-B0FBBFC37D4E}"/>
              </a:ext>
            </a:extLst>
          </p:cNvPr>
          <p:cNvSpPr txBox="1">
            <a:spLocks/>
          </p:cNvSpPr>
          <p:nvPr/>
        </p:nvSpPr>
        <p:spPr>
          <a:xfrm>
            <a:off x="6746627" y="4750893"/>
            <a:ext cx="4645250" cy="11478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2000" kern="1200">
                <a:solidFill>
                  <a:schemeClr val="bg1"/>
                </a:solidFill>
                <a:latin typeface="+mn-lt"/>
                <a:ea typeface="+mn-ea"/>
                <a:cs typeface="+mn-cs"/>
              </a:rPr>
              <a:t>Mathew Lawrence, Carys Roberts and</a:t>
            </a:r>
          </a:p>
          <a:p>
            <a:pPr>
              <a:spcBef>
                <a:spcPts val="1000"/>
              </a:spcBef>
            </a:pPr>
            <a:r>
              <a:rPr lang="en-US" sz="2000" kern="1200">
                <a:solidFill>
                  <a:schemeClr val="bg1"/>
                </a:solidFill>
                <a:latin typeface="+mn-lt"/>
                <a:ea typeface="+mn-ea"/>
                <a:cs typeface="+mn-cs"/>
              </a:rPr>
              <a:t>Loren King</a:t>
            </a:r>
          </a:p>
        </p:txBody>
      </p:sp>
      <p:sp>
        <p:nvSpPr>
          <p:cNvPr id="19" name="Freeform: Shape 18">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Scales of Justice">
            <a:extLst>
              <a:ext uri="{FF2B5EF4-FFF2-40B4-BE49-F238E27FC236}">
                <a16:creationId xmlns:a16="http://schemas.microsoft.com/office/drawing/2014/main" id="{EBFCF696-E044-4CB8-852D-1993C03DA4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9382" y="720993"/>
            <a:ext cx="4047843" cy="4047843"/>
          </a:xfrm>
          <a:prstGeom prst="rect">
            <a:avLst/>
          </a:prstGeom>
        </p:spPr>
      </p:pic>
      <p:sp>
        <p:nvSpPr>
          <p:cNvPr id="6" name="Title 1">
            <a:extLst>
              <a:ext uri="{FF2B5EF4-FFF2-40B4-BE49-F238E27FC236}">
                <a16:creationId xmlns:a16="http://schemas.microsoft.com/office/drawing/2014/main" id="{7AA7A195-F005-4EE9-9507-5C63B0E0C488}"/>
              </a:ext>
            </a:extLst>
          </p:cNvPr>
          <p:cNvSpPr txBox="1">
            <a:spLocks/>
          </p:cNvSpPr>
          <p:nvPr/>
        </p:nvSpPr>
        <p:spPr>
          <a:xfrm>
            <a:off x="1850052" y="4482996"/>
            <a:ext cx="8495070" cy="1784402"/>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000">
              <a:solidFill>
                <a:srgbClr val="FFFFFF"/>
              </a:solidFill>
              <a:cs typeface="Calibri Light"/>
            </a:endParaRPr>
          </a:p>
        </p:txBody>
      </p:sp>
      <p:pic>
        <p:nvPicPr>
          <p:cNvPr id="3" name="Intro">
            <a:hlinkClick r:id="" action="ppaction://media"/>
            <a:extLst>
              <a:ext uri="{FF2B5EF4-FFF2-40B4-BE49-F238E27FC236}">
                <a16:creationId xmlns:a16="http://schemas.microsoft.com/office/drawing/2014/main" id="{80734A21-E5CC-4C15-8892-210904582A8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712200" y="5540375"/>
            <a:ext cx="730250" cy="730250"/>
          </a:xfrm>
          <a:prstGeom prst="rect">
            <a:avLst/>
          </a:prstGeom>
        </p:spPr>
      </p:pic>
    </p:spTree>
    <p:extLst>
      <p:ext uri="{BB962C8B-B14F-4D97-AF65-F5344CB8AC3E}">
        <p14:creationId xmlns:p14="http://schemas.microsoft.com/office/powerpoint/2010/main" val="2828050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6C57E-C2C0-4E5A-80B1-3530103C7533}"/>
              </a:ext>
            </a:extLst>
          </p:cNvPr>
          <p:cNvSpPr>
            <a:spLocks noGrp="1"/>
          </p:cNvSpPr>
          <p:nvPr>
            <p:ph type="title"/>
          </p:nvPr>
        </p:nvSpPr>
        <p:spPr>
          <a:xfrm>
            <a:off x="6289158" y="803325"/>
            <a:ext cx="5259707" cy="1325563"/>
          </a:xfrm>
        </p:spPr>
        <p:txBody>
          <a:bodyPr>
            <a:normAutofit/>
          </a:bodyPr>
          <a:lstStyle/>
          <a:p>
            <a:r>
              <a:rPr lang="en-US">
                <a:cs typeface="Calibri Light"/>
              </a:rPr>
              <a:t>Ideas Expressed</a:t>
            </a:r>
            <a:endParaRPr lang="en-US"/>
          </a:p>
        </p:txBody>
      </p:sp>
      <p:sp>
        <p:nvSpPr>
          <p:cNvPr id="9" name="Freeform: Shape 8">
            <a:extLst>
              <a:ext uri="{FF2B5EF4-FFF2-40B4-BE49-F238E27FC236}">
                <a16:creationId xmlns:a16="http://schemas.microsoft.com/office/drawing/2014/main" id="{357DD0D3-F869-46D0-944C-6EC60E19E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36816" cy="5254922"/>
          </a:xfrm>
          <a:custGeom>
            <a:avLst/>
            <a:gdLst>
              <a:gd name="connsiteX0" fmla="*/ 0 w 6136816"/>
              <a:gd name="connsiteY0" fmla="*/ 0 h 5254922"/>
              <a:gd name="connsiteX1" fmla="*/ 6136816 w 6136816"/>
              <a:gd name="connsiteY1" fmla="*/ 0 h 5254922"/>
              <a:gd name="connsiteX2" fmla="*/ 6134892 w 6136816"/>
              <a:gd name="connsiteY2" fmla="*/ 111520 h 5254922"/>
              <a:gd name="connsiteX3" fmla="*/ 6066513 w 6136816"/>
              <a:gd name="connsiteY3" fmla="*/ 752995 h 5254922"/>
              <a:gd name="connsiteX4" fmla="*/ 140712 w 6136816"/>
              <a:gd name="connsiteY4" fmla="*/ 5219363 h 5254922"/>
              <a:gd name="connsiteX5" fmla="*/ 0 w 6136816"/>
              <a:gd name="connsiteY5" fmla="*/ 5199534 h 52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36816" h="5254922">
                <a:moveTo>
                  <a:pt x="0" y="0"/>
                </a:moveTo>
                <a:lnTo>
                  <a:pt x="6136816" y="0"/>
                </a:lnTo>
                <a:lnTo>
                  <a:pt x="6134892" y="111520"/>
                </a:lnTo>
                <a:cubicBezTo>
                  <a:pt x="6124961" y="323936"/>
                  <a:pt x="6102367" y="538040"/>
                  <a:pt x="6066513" y="752995"/>
                </a:cubicBezTo>
                <a:cubicBezTo>
                  <a:pt x="5592281" y="3596146"/>
                  <a:pt x="2972232" y="5545369"/>
                  <a:pt x="140712" y="5219363"/>
                </a:cubicBezTo>
                <a:lnTo>
                  <a:pt x="0" y="5199534"/>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4">
            <a:extLst>
              <a:ext uri="{FF2B5EF4-FFF2-40B4-BE49-F238E27FC236}">
                <a16:creationId xmlns:a16="http://schemas.microsoft.com/office/drawing/2014/main" id="{6ED17F97-D659-4079-AF2A-BB26F329FF32}"/>
              </a:ext>
            </a:extLst>
          </p:cNvPr>
          <p:cNvPicPr>
            <a:picLocks noChangeAspect="1"/>
          </p:cNvPicPr>
          <p:nvPr/>
        </p:nvPicPr>
        <p:blipFill rotWithShape="1">
          <a:blip r:embed="rId4"/>
          <a:srcRect l="15145" r="6630" b="-2"/>
          <a:stretch/>
        </p:blipFill>
        <p:spPr>
          <a:xfrm>
            <a:off x="1" y="2"/>
            <a:ext cx="5863721" cy="4984915"/>
          </a:xfrm>
          <a:custGeom>
            <a:avLst/>
            <a:gdLst/>
            <a:ahLst/>
            <a:cxnLst/>
            <a:rect l="l" t="t" r="r" b="b"/>
            <a:pathLst>
              <a:path w="5863721" h="4984915">
                <a:moveTo>
                  <a:pt x="0" y="0"/>
                </a:moveTo>
                <a:lnTo>
                  <a:pt x="5863721" y="0"/>
                </a:lnTo>
                <a:lnTo>
                  <a:pt x="5844576" y="326138"/>
                </a:lnTo>
                <a:cubicBezTo>
                  <a:pt x="5833049" y="448313"/>
                  <a:pt x="5817094" y="570952"/>
                  <a:pt x="5796589" y="693884"/>
                </a:cubicBezTo>
                <a:cubicBezTo>
                  <a:pt x="5344573" y="3403845"/>
                  <a:pt x="2847261" y="5261756"/>
                  <a:pt x="148386" y="4951022"/>
                </a:cubicBezTo>
                <a:lnTo>
                  <a:pt x="0" y="4930112"/>
                </a:lnTo>
                <a:close/>
              </a:path>
            </a:pathLst>
          </a:custGeom>
        </p:spPr>
      </p:pic>
      <p:sp>
        <p:nvSpPr>
          <p:cNvPr id="3" name="Content Placeholder 2">
            <a:extLst>
              <a:ext uri="{FF2B5EF4-FFF2-40B4-BE49-F238E27FC236}">
                <a16:creationId xmlns:a16="http://schemas.microsoft.com/office/drawing/2014/main" id="{70D8A380-3BF3-4DD9-9511-A086260D5CD1}"/>
              </a:ext>
            </a:extLst>
          </p:cNvPr>
          <p:cNvSpPr>
            <a:spLocks noGrp="1"/>
          </p:cNvSpPr>
          <p:nvPr>
            <p:ph idx="1"/>
          </p:nvPr>
        </p:nvSpPr>
        <p:spPr>
          <a:xfrm>
            <a:off x="6289158" y="2279018"/>
            <a:ext cx="5259714" cy="3375920"/>
          </a:xfrm>
        </p:spPr>
        <p:txBody>
          <a:bodyPr vert="horz" lIns="91440" tIns="45720" rIns="91440" bIns="45720" rtlCol="0" anchor="t">
            <a:normAutofit/>
          </a:bodyPr>
          <a:lstStyle/>
          <a:p>
            <a:r>
              <a:rPr lang="en-US" sz="1800">
                <a:cs typeface="Calibri"/>
              </a:rPr>
              <a:t>The main ethical issues addressed: </a:t>
            </a:r>
          </a:p>
          <a:p>
            <a:pPr lvl="1"/>
            <a:r>
              <a:rPr lang="en-US" sz="1800">
                <a:cs typeface="Calibri"/>
              </a:rPr>
              <a:t>Job loss</a:t>
            </a:r>
          </a:p>
          <a:p>
            <a:pPr lvl="1"/>
            <a:r>
              <a:rPr lang="en-US" sz="1800">
                <a:cs typeface="Calibri"/>
              </a:rPr>
              <a:t>Wage, wealth and power inequalities</a:t>
            </a:r>
          </a:p>
          <a:p>
            <a:pPr lvl="1"/>
            <a:endParaRPr lang="en-US" sz="1800">
              <a:cs typeface="Calibri"/>
            </a:endParaRPr>
          </a:p>
          <a:p>
            <a:r>
              <a:rPr lang="en-US" sz="1800">
                <a:cs typeface="Calibri"/>
              </a:rPr>
              <a:t>The main ideas:</a:t>
            </a:r>
          </a:p>
          <a:p>
            <a:pPr lvl="1"/>
            <a:r>
              <a:rPr lang="en-US" sz="1800">
                <a:cs typeface="Calibri"/>
              </a:rPr>
              <a:t>The work scene changing and not being replaced</a:t>
            </a:r>
          </a:p>
          <a:p>
            <a:pPr lvl="1"/>
            <a:r>
              <a:rPr lang="en-US" sz="1800">
                <a:cs typeface="Calibri"/>
              </a:rPr>
              <a:t>Creating policy that will prevent the rise of inequality</a:t>
            </a:r>
          </a:p>
          <a:p>
            <a:pPr lvl="1"/>
            <a:endParaRPr lang="en-US" sz="1800">
              <a:cs typeface="Calibri"/>
            </a:endParaRPr>
          </a:p>
          <a:p>
            <a:pPr lvl="1"/>
            <a:endParaRPr lang="en-US" sz="1800">
              <a:cs typeface="Calibri"/>
            </a:endParaRPr>
          </a:p>
        </p:txBody>
      </p:sp>
      <p:pic>
        <p:nvPicPr>
          <p:cNvPr id="5" name="Recording (8)">
            <a:hlinkClick r:id="" action="ppaction://media"/>
            <a:extLst>
              <a:ext uri="{FF2B5EF4-FFF2-40B4-BE49-F238E27FC236}">
                <a16:creationId xmlns:a16="http://schemas.microsoft.com/office/drawing/2014/main" id="{D046E871-6A8C-4C62-BBC7-27DA2B9E506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556625" y="5500688"/>
            <a:ext cx="730250" cy="730250"/>
          </a:xfrm>
          <a:prstGeom prst="rect">
            <a:avLst/>
          </a:prstGeom>
        </p:spPr>
      </p:pic>
    </p:spTree>
    <p:extLst>
      <p:ext uri="{BB962C8B-B14F-4D97-AF65-F5344CB8AC3E}">
        <p14:creationId xmlns:p14="http://schemas.microsoft.com/office/powerpoint/2010/main" val="37266427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D6F29A-0BCD-46BA-8A79-374566EFB34F}"/>
              </a:ext>
            </a:extLst>
          </p:cNvPr>
          <p:cNvSpPr>
            <a:spLocks noGrp="1"/>
          </p:cNvSpPr>
          <p:nvPr>
            <p:ph type="title"/>
          </p:nvPr>
        </p:nvSpPr>
        <p:spPr>
          <a:xfrm>
            <a:off x="643468" y="623392"/>
            <a:ext cx="3363974" cy="1607060"/>
          </a:xfrm>
          <a:noFill/>
          <a:ln w="19050">
            <a:noFill/>
          </a:ln>
        </p:spPr>
        <p:txBody>
          <a:bodyPr wrap="square" anchor="ctr">
            <a:normAutofit/>
          </a:bodyPr>
          <a:lstStyle/>
          <a:p>
            <a:pPr algn="ctr"/>
            <a:r>
              <a:rPr lang="en-US" dirty="0">
                <a:cs typeface="Calibri Light"/>
              </a:rPr>
              <a:t>Job Loss</a:t>
            </a:r>
            <a:endParaRPr lang="en-US" dirty="0"/>
          </a:p>
        </p:txBody>
      </p:sp>
      <p:sp>
        <p:nvSpPr>
          <p:cNvPr id="8" name="Content Placeholder 7">
            <a:extLst>
              <a:ext uri="{FF2B5EF4-FFF2-40B4-BE49-F238E27FC236}">
                <a16:creationId xmlns:a16="http://schemas.microsoft.com/office/drawing/2014/main" id="{385A3B4E-7DBC-4F0C-BDA8-F915F2281E3B}"/>
              </a:ext>
            </a:extLst>
          </p:cNvPr>
          <p:cNvSpPr>
            <a:spLocks noGrp="1"/>
          </p:cNvSpPr>
          <p:nvPr>
            <p:ph idx="1"/>
          </p:nvPr>
        </p:nvSpPr>
        <p:spPr>
          <a:xfrm>
            <a:off x="643468" y="2638043"/>
            <a:ext cx="3363974" cy="3415623"/>
          </a:xfrm>
        </p:spPr>
        <p:txBody>
          <a:bodyPr vert="horz" lIns="91440" tIns="45720" rIns="91440" bIns="45720" rtlCol="0" anchor="t">
            <a:normAutofit/>
          </a:bodyPr>
          <a:lstStyle/>
          <a:p>
            <a:r>
              <a:rPr lang="en-US" sz="2000">
                <a:cs typeface="Calibri"/>
              </a:rPr>
              <a:t>The most worrying ethical issue</a:t>
            </a:r>
          </a:p>
          <a:p>
            <a:r>
              <a:rPr lang="en-US" sz="2000">
                <a:cs typeface="Calibri"/>
              </a:rPr>
              <a:t>Manufacturing is highly affected</a:t>
            </a:r>
          </a:p>
          <a:p>
            <a:r>
              <a:rPr lang="en-US" sz="2000">
                <a:cs typeface="Calibri"/>
              </a:rPr>
              <a:t>Output increasing while employment numbers are decreasing</a:t>
            </a:r>
          </a:p>
          <a:p>
            <a:r>
              <a:rPr lang="en-US" sz="2000">
                <a:cs typeface="Calibri"/>
              </a:rPr>
              <a:t>Are they needed elsewhere?</a:t>
            </a:r>
          </a:p>
        </p:txBody>
      </p:sp>
      <p:pic>
        <p:nvPicPr>
          <p:cNvPr id="6" name="Picture 6" descr="Chart, line chart&#10;&#10;Description automatically generated">
            <a:extLst>
              <a:ext uri="{FF2B5EF4-FFF2-40B4-BE49-F238E27FC236}">
                <a16:creationId xmlns:a16="http://schemas.microsoft.com/office/drawing/2014/main" id="{C3B63CF1-76A7-4338-B000-35EECB88A565}"/>
              </a:ext>
            </a:extLst>
          </p:cNvPr>
          <p:cNvPicPr>
            <a:picLocks noChangeAspect="1"/>
          </p:cNvPicPr>
          <p:nvPr/>
        </p:nvPicPr>
        <p:blipFill rotWithShape="1">
          <a:blip r:embed="rId4"/>
          <a:srcRect t="333" r="-194"/>
          <a:stretch/>
        </p:blipFill>
        <p:spPr>
          <a:xfrm>
            <a:off x="5687279" y="522316"/>
            <a:ext cx="5058522" cy="5839024"/>
          </a:xfrm>
          <a:prstGeom prst="rect">
            <a:avLst/>
          </a:prstGeom>
        </p:spPr>
      </p:pic>
      <p:pic>
        <p:nvPicPr>
          <p:cNvPr id="3" name="Recording (7)">
            <a:hlinkClick r:id="" action="ppaction://media"/>
            <a:extLst>
              <a:ext uri="{FF2B5EF4-FFF2-40B4-BE49-F238E27FC236}">
                <a16:creationId xmlns:a16="http://schemas.microsoft.com/office/drawing/2014/main" id="{81A69F16-D141-41BB-A524-EBD2F66EB0C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958975" y="5730875"/>
            <a:ext cx="730250" cy="730250"/>
          </a:xfrm>
          <a:prstGeom prst="rect">
            <a:avLst/>
          </a:prstGeom>
        </p:spPr>
      </p:pic>
    </p:spTree>
    <p:extLst>
      <p:ext uri="{BB962C8B-B14F-4D97-AF65-F5344CB8AC3E}">
        <p14:creationId xmlns:p14="http://schemas.microsoft.com/office/powerpoint/2010/main" val="394454218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D6F29A-0BCD-46BA-8A79-374566EFB34F}"/>
              </a:ext>
            </a:extLst>
          </p:cNvPr>
          <p:cNvSpPr>
            <a:spLocks noGrp="1"/>
          </p:cNvSpPr>
          <p:nvPr>
            <p:ph type="title"/>
          </p:nvPr>
        </p:nvSpPr>
        <p:spPr>
          <a:xfrm>
            <a:off x="643468" y="623392"/>
            <a:ext cx="3363974" cy="1607060"/>
          </a:xfrm>
          <a:noFill/>
          <a:ln w="19050">
            <a:noFill/>
          </a:ln>
        </p:spPr>
        <p:txBody>
          <a:bodyPr wrap="square" anchor="ctr">
            <a:normAutofit/>
          </a:bodyPr>
          <a:lstStyle/>
          <a:p>
            <a:pPr algn="ctr"/>
            <a:r>
              <a:rPr lang="en-US" dirty="0">
                <a:cs typeface="Calibri Light"/>
              </a:rPr>
              <a:t>Inequalities</a:t>
            </a:r>
            <a:endParaRPr lang="en-US" dirty="0"/>
          </a:p>
        </p:txBody>
      </p:sp>
      <p:sp>
        <p:nvSpPr>
          <p:cNvPr id="8" name="Content Placeholder 7">
            <a:extLst>
              <a:ext uri="{FF2B5EF4-FFF2-40B4-BE49-F238E27FC236}">
                <a16:creationId xmlns:a16="http://schemas.microsoft.com/office/drawing/2014/main" id="{385A3B4E-7DBC-4F0C-BDA8-F915F2281E3B}"/>
              </a:ext>
            </a:extLst>
          </p:cNvPr>
          <p:cNvSpPr>
            <a:spLocks noGrp="1"/>
          </p:cNvSpPr>
          <p:nvPr>
            <p:ph idx="1"/>
          </p:nvPr>
        </p:nvSpPr>
        <p:spPr>
          <a:xfrm>
            <a:off x="643468" y="2638043"/>
            <a:ext cx="3363974" cy="3415623"/>
          </a:xfrm>
        </p:spPr>
        <p:txBody>
          <a:bodyPr vert="horz" lIns="91440" tIns="45720" rIns="91440" bIns="45720" rtlCol="0" anchor="t">
            <a:normAutofit/>
          </a:bodyPr>
          <a:lstStyle/>
          <a:p>
            <a:r>
              <a:rPr lang="en-US" sz="2000">
                <a:cs typeface="Calibri"/>
              </a:rPr>
              <a:t>Wage, wealth, power, gender and race</a:t>
            </a:r>
          </a:p>
          <a:p>
            <a:r>
              <a:rPr lang="en-US" sz="2000">
                <a:cs typeface="Calibri"/>
              </a:rPr>
              <a:t>Lower income-greater risk of replacement</a:t>
            </a:r>
          </a:p>
          <a:p>
            <a:r>
              <a:rPr lang="en-US" sz="2000">
                <a:cs typeface="Calibri"/>
              </a:rPr>
              <a:t>In the UK: women and certain ethnic groups at higher risk</a:t>
            </a:r>
          </a:p>
          <a:p>
            <a:r>
              <a:rPr lang="en-US" sz="2000">
                <a:cs typeface="Calibri"/>
              </a:rPr>
              <a:t>The fix: policy</a:t>
            </a:r>
          </a:p>
          <a:p>
            <a:endParaRPr lang="en-US" sz="2000">
              <a:cs typeface="Calibri"/>
            </a:endParaRPr>
          </a:p>
        </p:txBody>
      </p:sp>
      <p:pic>
        <p:nvPicPr>
          <p:cNvPr id="3" name="Picture 3">
            <a:extLst>
              <a:ext uri="{FF2B5EF4-FFF2-40B4-BE49-F238E27FC236}">
                <a16:creationId xmlns:a16="http://schemas.microsoft.com/office/drawing/2014/main" id="{D83F650B-7DFA-44F6-9402-3B196BBB2ACF}"/>
              </a:ext>
            </a:extLst>
          </p:cNvPr>
          <p:cNvPicPr>
            <a:picLocks noChangeAspect="1"/>
          </p:cNvPicPr>
          <p:nvPr/>
        </p:nvPicPr>
        <p:blipFill>
          <a:blip r:embed="rId4"/>
          <a:stretch>
            <a:fillRect/>
          </a:stretch>
        </p:blipFill>
        <p:spPr>
          <a:xfrm>
            <a:off x="5002212" y="1118942"/>
            <a:ext cx="6751637" cy="4429617"/>
          </a:xfrm>
          <a:prstGeom prst="rect">
            <a:avLst/>
          </a:prstGeom>
        </p:spPr>
      </p:pic>
      <p:pic>
        <p:nvPicPr>
          <p:cNvPr id="4" name="Recording (5)">
            <a:hlinkClick r:id="" action="ppaction://media"/>
            <a:extLst>
              <a:ext uri="{FF2B5EF4-FFF2-40B4-BE49-F238E27FC236}">
                <a16:creationId xmlns:a16="http://schemas.microsoft.com/office/drawing/2014/main" id="{4104ED64-99B2-48B3-97CB-306F3AE927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968500" y="5692775"/>
            <a:ext cx="730250" cy="730250"/>
          </a:xfrm>
          <a:prstGeom prst="rect">
            <a:avLst/>
          </a:prstGeom>
        </p:spPr>
      </p:pic>
    </p:spTree>
    <p:extLst>
      <p:ext uri="{BB962C8B-B14F-4D97-AF65-F5344CB8AC3E}">
        <p14:creationId xmlns:p14="http://schemas.microsoft.com/office/powerpoint/2010/main" val="29506470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4EF9C-D6BF-48AB-9F66-6B5EC7DB6D9C}"/>
              </a:ext>
            </a:extLst>
          </p:cNvPr>
          <p:cNvSpPr>
            <a:spLocks noGrp="1"/>
          </p:cNvSpPr>
          <p:nvPr>
            <p:ph type="title"/>
          </p:nvPr>
        </p:nvSpPr>
        <p:spPr>
          <a:xfrm>
            <a:off x="762001" y="803325"/>
            <a:ext cx="5314536" cy="1325563"/>
          </a:xfrm>
        </p:spPr>
        <p:txBody>
          <a:bodyPr>
            <a:normAutofit/>
          </a:bodyPr>
          <a:lstStyle/>
          <a:p>
            <a:r>
              <a:rPr lang="en-US" sz="4100" dirty="0">
                <a:cs typeface="Calibri Light"/>
              </a:rPr>
              <a:t>An Area of the Research for Improvement</a:t>
            </a:r>
            <a:endParaRPr lang="en-US" sz="4100" dirty="0"/>
          </a:p>
        </p:txBody>
      </p:sp>
      <p:sp>
        <p:nvSpPr>
          <p:cNvPr id="3" name="Content Placeholder 2">
            <a:extLst>
              <a:ext uri="{FF2B5EF4-FFF2-40B4-BE49-F238E27FC236}">
                <a16:creationId xmlns:a16="http://schemas.microsoft.com/office/drawing/2014/main" id="{CCF9DB95-40C5-464C-B1BA-1DD95E3E59FD}"/>
              </a:ext>
            </a:extLst>
          </p:cNvPr>
          <p:cNvSpPr>
            <a:spLocks noGrp="1"/>
          </p:cNvSpPr>
          <p:nvPr>
            <p:ph idx="1"/>
          </p:nvPr>
        </p:nvSpPr>
        <p:spPr>
          <a:xfrm>
            <a:off x="762000" y="2660018"/>
            <a:ext cx="5314543" cy="3375920"/>
          </a:xfrm>
        </p:spPr>
        <p:txBody>
          <a:bodyPr vert="horz" lIns="91440" tIns="45720" rIns="91440" bIns="45720" rtlCol="0" anchor="t">
            <a:normAutofit/>
          </a:bodyPr>
          <a:lstStyle/>
          <a:p>
            <a:pPr marL="0" indent="0">
              <a:buNone/>
            </a:pPr>
            <a:r>
              <a:rPr lang="en-US" sz="1800">
                <a:ea typeface="+mn-lt"/>
                <a:cs typeface="+mn-lt"/>
              </a:rPr>
              <a:t>"As automating technologies are increasingly introduced, rising labour productivity will cause a decline in the numbers of some kinds of jobs in some sectors. These are likely to be offset by an increase in the demand for labour in other sectors, and in other kinds of jobs."</a:t>
            </a:r>
          </a:p>
          <a:p>
            <a:pPr marL="0" indent="0">
              <a:buNone/>
            </a:pPr>
            <a:r>
              <a:rPr lang="en-US" sz="1800">
                <a:cs typeface="Calibri" panose="020F0502020204030204"/>
              </a:rPr>
              <a:t>(Lawrence, Roberts and King, 2017)</a:t>
            </a:r>
          </a:p>
        </p:txBody>
      </p:sp>
      <p:sp>
        <p:nvSpPr>
          <p:cNvPr id="11" name="Freeform: Shape 12">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8" descr="A picture containing text, computer, person, indoor&#10;&#10;Description automatically generated">
            <a:extLst>
              <a:ext uri="{FF2B5EF4-FFF2-40B4-BE49-F238E27FC236}">
                <a16:creationId xmlns:a16="http://schemas.microsoft.com/office/drawing/2014/main" id="{62E95FAB-ADE8-4D64-A89E-7B9614416906}"/>
              </a:ext>
            </a:extLst>
          </p:cNvPr>
          <p:cNvPicPr>
            <a:picLocks noChangeAspect="1"/>
          </p:cNvPicPr>
          <p:nvPr/>
        </p:nvPicPr>
        <p:blipFill rotWithShape="1">
          <a:blip r:embed="rId4"/>
          <a:srcRect l="8044" r="27723" b="2"/>
          <a:stretch/>
        </p:blipFill>
        <p:spPr>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pic>
        <p:nvPicPr>
          <p:cNvPr id="12" name="Recording (6)">
            <a:hlinkClick r:id="" action="ppaction://media"/>
            <a:extLst>
              <a:ext uri="{FF2B5EF4-FFF2-40B4-BE49-F238E27FC236}">
                <a16:creationId xmlns:a16="http://schemas.microsoft.com/office/drawing/2014/main" id="{C3ED50D7-A16E-4127-8AD5-0A4C098A970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055937" y="5286375"/>
            <a:ext cx="730250" cy="730250"/>
          </a:xfrm>
          <a:prstGeom prst="rect">
            <a:avLst/>
          </a:prstGeom>
        </p:spPr>
      </p:pic>
    </p:spTree>
    <p:extLst>
      <p:ext uri="{BB962C8B-B14F-4D97-AF65-F5344CB8AC3E}">
        <p14:creationId xmlns:p14="http://schemas.microsoft.com/office/powerpoint/2010/main" val="74533182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StopAudio" delay="0">
                      <p:tgtEl>
                        <p:sldTgt/>
                      </p:tgtEl>
                    </p:cond>
                  </p:endCondLst>
                </p:cTn>
                <p:tgtEl>
                  <p:spTgt spid="1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71494-894D-4840-AB6D-E27423A0B4B3}"/>
              </a:ext>
            </a:extLst>
          </p:cNvPr>
          <p:cNvSpPr>
            <a:spLocks noGrp="1"/>
          </p:cNvSpPr>
          <p:nvPr>
            <p:ph type="title"/>
          </p:nvPr>
        </p:nvSpPr>
        <p:spPr>
          <a:xfrm>
            <a:off x="804673" y="1445494"/>
            <a:ext cx="3616856" cy="4376572"/>
          </a:xfrm>
        </p:spPr>
        <p:txBody>
          <a:bodyPr anchor="ctr">
            <a:normAutofit/>
          </a:bodyPr>
          <a:lstStyle/>
          <a:p>
            <a:r>
              <a:rPr lang="en-US" sz="4800">
                <a:cs typeface="Calibri Light"/>
              </a:rPr>
              <a:t>Conclusion</a:t>
            </a:r>
            <a:endParaRPr lang="en-US" sz="4800"/>
          </a:p>
        </p:txBody>
      </p:sp>
      <p:sp>
        <p:nvSpPr>
          <p:cNvPr id="8" name="Freeform: Shape 7">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1061F4-E518-4423-A8A6-72CEC9550011}"/>
              </a:ext>
            </a:extLst>
          </p:cNvPr>
          <p:cNvSpPr>
            <a:spLocks noGrp="1"/>
          </p:cNvSpPr>
          <p:nvPr>
            <p:ph idx="1"/>
          </p:nvPr>
        </p:nvSpPr>
        <p:spPr>
          <a:xfrm>
            <a:off x="6096000" y="408432"/>
            <a:ext cx="5501834" cy="6389116"/>
          </a:xfrm>
        </p:spPr>
        <p:txBody>
          <a:bodyPr vert="horz" lIns="91440" tIns="45720" rIns="91440" bIns="45720" rtlCol="0" anchor="ctr">
            <a:normAutofit/>
          </a:bodyPr>
          <a:lstStyle/>
          <a:p>
            <a:r>
              <a:rPr lang="en-US" sz="2000">
                <a:solidFill>
                  <a:schemeClr val="bg1"/>
                </a:solidFill>
              </a:rPr>
              <a:t>Automation for workplaces can greatly reduce the workload and save on costs but can introduce pressure and replace large amounts of manual workers.</a:t>
            </a:r>
            <a:endParaRPr lang="en-US" sz="2000">
              <a:solidFill>
                <a:schemeClr val="bg1"/>
              </a:solidFill>
              <a:cs typeface="Calibri"/>
            </a:endParaRPr>
          </a:p>
          <a:p>
            <a:r>
              <a:rPr lang="en-US" sz="2000">
                <a:solidFill>
                  <a:schemeClr val="bg1"/>
                </a:solidFill>
                <a:ea typeface="+mn-lt"/>
                <a:cs typeface="+mn-lt"/>
              </a:rPr>
              <a:t>The lack of establishing concrete regulations and ethical standards compromises this industry from flourish</a:t>
            </a:r>
            <a:r>
              <a:rPr lang="en-GB" sz="2000">
                <a:solidFill>
                  <a:schemeClr val="bg1"/>
                </a:solidFill>
                <a:ea typeface="+mn-lt"/>
                <a:cs typeface="+mn-lt"/>
              </a:rPr>
              <a:t> and is important for this to  happen so that we can rip from these benefits.</a:t>
            </a:r>
            <a:endParaRPr lang="en-US" sz="2000">
              <a:solidFill>
                <a:schemeClr val="bg1"/>
              </a:solidFill>
              <a:cs typeface="Calibri"/>
            </a:endParaRPr>
          </a:p>
          <a:p>
            <a:r>
              <a:rPr lang="en-US" sz="2000">
                <a:solidFill>
                  <a:schemeClr val="bg1"/>
                </a:solidFill>
              </a:rPr>
              <a:t>Automation impacts the environment in both positive and negative ways.</a:t>
            </a:r>
            <a:endParaRPr lang="en-US" sz="2000">
              <a:solidFill>
                <a:schemeClr val="bg1"/>
              </a:solidFill>
              <a:cs typeface="Calibri"/>
            </a:endParaRPr>
          </a:p>
          <a:p>
            <a:r>
              <a:rPr lang="en-US" sz="2000">
                <a:solidFill>
                  <a:schemeClr val="bg1"/>
                </a:solidFill>
                <a:ea typeface="+mn-lt"/>
                <a:cs typeface="+mn-lt"/>
              </a:rPr>
              <a:t>When looking at automation in the workplace, Lawrence, Roberts and King believe the introduction of an authority dedicated to managing the use of automation in the workplace will prevent some of the ethical issues raised, such as job loss and inequality. </a:t>
            </a:r>
            <a:endParaRPr lang="en-US" sz="2000">
              <a:solidFill>
                <a:schemeClr val="bg1"/>
              </a:solidFill>
              <a:cs typeface="Calibri"/>
            </a:endParaRPr>
          </a:p>
          <a:p>
            <a:endParaRPr lang="en-US" sz="1700">
              <a:solidFill>
                <a:schemeClr val="bg1"/>
              </a:solidFill>
              <a:cs typeface="Calibri"/>
            </a:endParaRPr>
          </a:p>
        </p:txBody>
      </p:sp>
      <p:pic>
        <p:nvPicPr>
          <p:cNvPr id="4" name="PFP Conclusion2">
            <a:hlinkClick r:id="" action="ppaction://media"/>
            <a:extLst>
              <a:ext uri="{FF2B5EF4-FFF2-40B4-BE49-F238E27FC236}">
                <a16:creationId xmlns:a16="http://schemas.microsoft.com/office/drawing/2014/main" id="{0907B22A-2A25-476F-BF2C-7E8DD8C74C5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2027313" y="4395787"/>
            <a:ext cx="609600" cy="609600"/>
          </a:xfrm>
          <a:prstGeom prst="rect">
            <a:avLst/>
          </a:prstGeom>
        </p:spPr>
      </p:pic>
    </p:spTree>
    <p:extLst>
      <p:ext uri="{BB962C8B-B14F-4D97-AF65-F5344CB8AC3E}">
        <p14:creationId xmlns:p14="http://schemas.microsoft.com/office/powerpoint/2010/main" val="397032617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85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54338-85EA-4BE6-A527-76B198557B65}"/>
              </a:ext>
            </a:extLst>
          </p:cNvPr>
          <p:cNvSpPr>
            <a:spLocks noGrp="1"/>
          </p:cNvSpPr>
          <p:nvPr>
            <p:ph type="title"/>
          </p:nvPr>
        </p:nvSpPr>
        <p:spPr>
          <a:xfrm>
            <a:off x="801098" y="1396289"/>
            <a:ext cx="3583615" cy="4482819"/>
          </a:xfrm>
        </p:spPr>
        <p:txBody>
          <a:bodyPr>
            <a:normAutofit/>
          </a:bodyPr>
          <a:lstStyle/>
          <a:p>
            <a:r>
              <a:rPr lang="en-GB" sz="3400">
                <a:cs typeface="Calibri Light"/>
              </a:rPr>
              <a:t>Recommendations</a:t>
            </a:r>
            <a:endParaRPr lang="en-GB" sz="3400"/>
          </a:p>
        </p:txBody>
      </p:sp>
      <p:sp>
        <p:nvSpPr>
          <p:cNvPr id="13" name="Freeform: Shape 8">
            <a:extLst>
              <a:ext uri="{FF2B5EF4-FFF2-40B4-BE49-F238E27FC236}">
                <a16:creationId xmlns:a16="http://schemas.microsoft.com/office/drawing/2014/main" id="{69AAB938-4404-42AF-B159-EFB4EFB1E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4117" y="-1"/>
            <a:ext cx="7627884" cy="6858001"/>
          </a:xfrm>
          <a:custGeom>
            <a:avLst/>
            <a:gdLst>
              <a:gd name="connsiteX0" fmla="*/ 85359 w 7627884"/>
              <a:gd name="connsiteY0" fmla="*/ 0 h 6858001"/>
              <a:gd name="connsiteX1" fmla="*/ 7627884 w 7627884"/>
              <a:gd name="connsiteY1" fmla="*/ 0 h 6858001"/>
              <a:gd name="connsiteX2" fmla="*/ 7627884 w 7627884"/>
              <a:gd name="connsiteY2" fmla="*/ 6858001 h 6858001"/>
              <a:gd name="connsiteX3" fmla="*/ 2199224 w 7627884"/>
              <a:gd name="connsiteY3" fmla="*/ 6858001 h 6858001"/>
              <a:gd name="connsiteX4" fmla="*/ 2165320 w 7627884"/>
              <a:gd name="connsiteY4" fmla="*/ 6822453 h 6858001"/>
              <a:gd name="connsiteX5" fmla="*/ 0 w 7627884"/>
              <a:gd name="connsiteY5" fmla="*/ 1189815 h 6858001"/>
              <a:gd name="connsiteX6" fmla="*/ 43414 w 7627884"/>
              <a:gd name="connsiteY6" fmla="*/ 33009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7884" h="6858001">
                <a:moveTo>
                  <a:pt x="85359" y="0"/>
                </a:moveTo>
                <a:lnTo>
                  <a:pt x="7627884" y="0"/>
                </a:lnTo>
                <a:lnTo>
                  <a:pt x="7627884" y="6858001"/>
                </a:lnTo>
                <a:lnTo>
                  <a:pt x="2199224" y="6858001"/>
                </a:lnTo>
                <a:lnTo>
                  <a:pt x="2165320" y="6822453"/>
                </a:lnTo>
                <a:cubicBezTo>
                  <a:pt x="819447" y="5331646"/>
                  <a:pt x="0" y="3356427"/>
                  <a:pt x="0" y="1189815"/>
                </a:cubicBezTo>
                <a:cubicBezTo>
                  <a:pt x="0" y="899574"/>
                  <a:pt x="14708" y="612766"/>
                  <a:pt x="43414" y="33009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0">
            <a:extLst>
              <a:ext uri="{FF2B5EF4-FFF2-40B4-BE49-F238E27FC236}">
                <a16:creationId xmlns:a16="http://schemas.microsoft.com/office/drawing/2014/main" id="{92A46B1C-E9BA-4577-BED6-B96DDC9AC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47781" y="-1"/>
            <a:ext cx="7444220" cy="6858001"/>
          </a:xfrm>
          <a:custGeom>
            <a:avLst/>
            <a:gdLst>
              <a:gd name="connsiteX0" fmla="*/ 7357257 w 7444220"/>
              <a:gd name="connsiteY0" fmla="*/ 0 h 6858001"/>
              <a:gd name="connsiteX1" fmla="*/ 0 w 7444220"/>
              <a:gd name="connsiteY1" fmla="*/ 0 h 6858001"/>
              <a:gd name="connsiteX2" fmla="*/ 0 w 7444220"/>
              <a:gd name="connsiteY2" fmla="*/ 6858001 h 6858001"/>
              <a:gd name="connsiteX3" fmla="*/ 5169521 w 7444220"/>
              <a:gd name="connsiteY3" fmla="*/ 6858001 h 6858001"/>
              <a:gd name="connsiteX4" fmla="*/ 5459879 w 7444220"/>
              <a:gd name="connsiteY4" fmla="*/ 6539727 h 6858001"/>
              <a:gd name="connsiteX5" fmla="*/ 7444220 w 7444220"/>
              <a:gd name="connsiteY5" fmla="*/ 1189814 h 6858001"/>
              <a:gd name="connsiteX6" fmla="*/ 7401867 w 7444220"/>
              <a:gd name="connsiteY6" fmla="*/ 35106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44220" h="6858001">
                <a:moveTo>
                  <a:pt x="7357257" y="0"/>
                </a:moveTo>
                <a:lnTo>
                  <a:pt x="0" y="0"/>
                </a:lnTo>
                <a:lnTo>
                  <a:pt x="0" y="6858001"/>
                </a:lnTo>
                <a:lnTo>
                  <a:pt x="5169521" y="6858001"/>
                </a:lnTo>
                <a:lnTo>
                  <a:pt x="5459879" y="6539727"/>
                </a:lnTo>
                <a:cubicBezTo>
                  <a:pt x="6696598" y="5103389"/>
                  <a:pt x="7444220" y="3233911"/>
                  <a:pt x="7444220" y="1189814"/>
                </a:cubicBezTo>
                <a:cubicBezTo>
                  <a:pt x="7444220" y="906649"/>
                  <a:pt x="7429873" y="626836"/>
                  <a:pt x="7401867" y="351060"/>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4">
            <a:extLst>
              <a:ext uri="{FF2B5EF4-FFF2-40B4-BE49-F238E27FC236}">
                <a16:creationId xmlns:a16="http://schemas.microsoft.com/office/drawing/2014/main" id="{B0191F57-00D1-4273-967A-C37CD1A82E05}"/>
              </a:ext>
            </a:extLst>
          </p:cNvPr>
          <p:cNvGraphicFramePr>
            <a:graphicFrameLocks noGrp="1"/>
          </p:cNvGraphicFramePr>
          <p:nvPr>
            <p:ph idx="1"/>
            <p:extLst>
              <p:ext uri="{D42A27DB-BD31-4B8C-83A1-F6EECF244321}">
                <p14:modId xmlns:p14="http://schemas.microsoft.com/office/powerpoint/2010/main" val="612948346"/>
              </p:ext>
            </p:extLst>
          </p:nvPr>
        </p:nvGraphicFramePr>
        <p:xfrm>
          <a:off x="5796439" y="860146"/>
          <a:ext cx="5163240" cy="3765939"/>
        </p:xfrm>
        <a:graphic>
          <a:graphicData uri="http://schemas.openxmlformats.org/drawingml/2006/table">
            <a:tbl>
              <a:tblPr firstRow="1" bandRow="1">
                <a:tableStyleId>{5940675A-B579-460E-94D1-54222C63F5DA}</a:tableStyleId>
              </a:tblPr>
              <a:tblGrid>
                <a:gridCol w="1807880">
                  <a:extLst>
                    <a:ext uri="{9D8B030D-6E8A-4147-A177-3AD203B41FA5}">
                      <a16:colId xmlns:a16="http://schemas.microsoft.com/office/drawing/2014/main" val="4048240426"/>
                    </a:ext>
                  </a:extLst>
                </a:gridCol>
                <a:gridCol w="3355360">
                  <a:extLst>
                    <a:ext uri="{9D8B030D-6E8A-4147-A177-3AD203B41FA5}">
                      <a16:colId xmlns:a16="http://schemas.microsoft.com/office/drawing/2014/main" val="4039658189"/>
                    </a:ext>
                  </a:extLst>
                </a:gridCol>
              </a:tblGrid>
              <a:tr h="374284">
                <a:tc>
                  <a:txBody>
                    <a:bodyPr/>
                    <a:lstStyle/>
                    <a:p>
                      <a:pPr algn="just"/>
                      <a:r>
                        <a:rPr lang="en-GB" sz="1800" b="1"/>
                        <a:t>Student Name</a:t>
                      </a:r>
                    </a:p>
                  </a:txBody>
                  <a:tcPr marL="69312" marR="69312" marT="34656" marB="34656">
                    <a:solidFill>
                      <a:srgbClr val="4188F1"/>
                    </a:solidFill>
                  </a:tcPr>
                </a:tc>
                <a:tc>
                  <a:txBody>
                    <a:bodyPr/>
                    <a:lstStyle/>
                    <a:p>
                      <a:pPr algn="just"/>
                      <a:r>
                        <a:rPr lang="en-GB" sz="1800" b="1"/>
                        <a:t>Research Question</a:t>
                      </a:r>
                    </a:p>
                  </a:txBody>
                  <a:tcPr marL="69312" marR="69312" marT="34656" marB="34656">
                    <a:solidFill>
                      <a:srgbClr val="4188F1"/>
                    </a:solidFill>
                  </a:tcPr>
                </a:tc>
                <a:extLst>
                  <a:ext uri="{0D108BD9-81ED-4DB2-BD59-A6C34878D82A}">
                    <a16:rowId xmlns:a16="http://schemas.microsoft.com/office/drawing/2014/main" val="1928705376"/>
                  </a:ext>
                </a:extLst>
              </a:tr>
              <a:tr h="790154">
                <a:tc>
                  <a:txBody>
                    <a:bodyPr/>
                    <a:lstStyle/>
                    <a:p>
                      <a:pPr algn="just"/>
                      <a:r>
                        <a:rPr lang="en-GB" sz="1500" dirty="0" err="1">
                          <a:solidFill>
                            <a:schemeClr val="bg1"/>
                          </a:solidFill>
                        </a:rPr>
                        <a:t>Sonwabile</a:t>
                      </a:r>
                      <a:r>
                        <a:rPr lang="en-GB" sz="1500" dirty="0">
                          <a:solidFill>
                            <a:schemeClr val="bg1"/>
                          </a:solidFill>
                        </a:rPr>
                        <a:t> </a:t>
                      </a:r>
                      <a:r>
                        <a:rPr lang="en-GB" sz="1500" dirty="0" err="1">
                          <a:solidFill>
                            <a:schemeClr val="bg1"/>
                          </a:solidFill>
                        </a:rPr>
                        <a:t>Gxoyiya</a:t>
                      </a:r>
                      <a:endParaRPr lang="en-GB" sz="1500" dirty="0">
                        <a:solidFill>
                          <a:schemeClr val="bg1"/>
                        </a:solidFill>
                      </a:endParaRPr>
                    </a:p>
                  </a:txBody>
                  <a:tcPr marL="69312" marR="69312" marT="34656" marB="34656"/>
                </a:tc>
                <a:tc>
                  <a:txBody>
                    <a:bodyPr/>
                    <a:lstStyle/>
                    <a:p>
                      <a:r>
                        <a:rPr lang="en-GB" sz="1500">
                          <a:solidFill>
                            <a:schemeClr val="bg1"/>
                          </a:solidFill>
                        </a:rPr>
                        <a:t>The Ethics of automation in business and how it affects the workers and the business itself.</a:t>
                      </a:r>
                    </a:p>
                  </a:txBody>
                  <a:tcPr marL="69312" marR="69312" marT="34656" marB="34656"/>
                </a:tc>
                <a:extLst>
                  <a:ext uri="{0D108BD9-81ED-4DB2-BD59-A6C34878D82A}">
                    <a16:rowId xmlns:a16="http://schemas.microsoft.com/office/drawing/2014/main" val="2349207916"/>
                  </a:ext>
                </a:extLst>
              </a:tr>
              <a:tr h="1021193">
                <a:tc>
                  <a:txBody>
                    <a:bodyPr/>
                    <a:lstStyle/>
                    <a:p>
                      <a:pPr algn="just"/>
                      <a:r>
                        <a:rPr lang="en-GB" sz="1500" dirty="0" err="1">
                          <a:solidFill>
                            <a:schemeClr val="bg1"/>
                          </a:solidFill>
                        </a:rPr>
                        <a:t>Melven</a:t>
                      </a:r>
                      <a:r>
                        <a:rPr lang="en-GB" sz="1500" dirty="0">
                          <a:solidFill>
                            <a:schemeClr val="bg1"/>
                          </a:solidFill>
                        </a:rPr>
                        <a:t> </a:t>
                      </a:r>
                      <a:r>
                        <a:rPr lang="en-GB" sz="1500" dirty="0" err="1">
                          <a:solidFill>
                            <a:schemeClr val="bg1"/>
                          </a:solidFill>
                        </a:rPr>
                        <a:t>Booysen</a:t>
                      </a:r>
                      <a:endParaRPr lang="en-GB" sz="1500" dirty="0">
                        <a:solidFill>
                          <a:schemeClr val="bg1"/>
                        </a:solidFill>
                      </a:endParaRPr>
                    </a:p>
                  </a:txBody>
                  <a:tcPr marL="69312" marR="69312" marT="34656" marB="34656"/>
                </a:tc>
                <a:tc>
                  <a:txBody>
                    <a:bodyPr/>
                    <a:lstStyle/>
                    <a:p>
                      <a:pPr lvl="0">
                        <a:buNone/>
                      </a:pPr>
                      <a:r>
                        <a:rPr lang="en-GB" sz="1500" b="0" i="0" u="none" strike="noStrike" noProof="0">
                          <a:solidFill>
                            <a:schemeClr val="bg1"/>
                          </a:solidFill>
                          <a:latin typeface="Calibri"/>
                        </a:rPr>
                        <a:t>Should automation be limited and too what extent should the line be drawn on automation implementation in our society/ community? </a:t>
                      </a:r>
                      <a:endParaRPr lang="en-US" sz="1500">
                        <a:solidFill>
                          <a:schemeClr val="bg1"/>
                        </a:solidFill>
                      </a:endParaRPr>
                    </a:p>
                  </a:txBody>
                  <a:tcPr marL="69312" marR="69312" marT="34656" marB="34656"/>
                </a:tc>
                <a:extLst>
                  <a:ext uri="{0D108BD9-81ED-4DB2-BD59-A6C34878D82A}">
                    <a16:rowId xmlns:a16="http://schemas.microsoft.com/office/drawing/2014/main" val="740886239"/>
                  </a:ext>
                </a:extLst>
              </a:tr>
              <a:tr h="1021193">
                <a:tc>
                  <a:txBody>
                    <a:bodyPr/>
                    <a:lstStyle/>
                    <a:p>
                      <a:pPr algn="just"/>
                      <a:r>
                        <a:rPr lang="en-GB" sz="1500">
                          <a:solidFill>
                            <a:schemeClr val="bg1"/>
                          </a:solidFill>
                        </a:rPr>
                        <a:t>Casey Crafford</a:t>
                      </a:r>
                      <a:endParaRPr lang="en-GB" sz="1500" err="1">
                        <a:solidFill>
                          <a:schemeClr val="bg1"/>
                        </a:solidFill>
                      </a:endParaRPr>
                    </a:p>
                  </a:txBody>
                  <a:tcPr marL="69312" marR="69312" marT="34656" marB="34656"/>
                </a:tc>
                <a:tc>
                  <a:txBody>
                    <a:bodyPr/>
                    <a:lstStyle/>
                    <a:p>
                      <a:r>
                        <a:rPr lang="en-GB" sz="1500">
                          <a:solidFill>
                            <a:schemeClr val="bg1"/>
                          </a:solidFill>
                        </a:rPr>
                        <a:t>Should countries focus on creating a new authority specifically catered to the management of automation in the workplace?</a:t>
                      </a:r>
                    </a:p>
                  </a:txBody>
                  <a:tcPr marL="69312" marR="69312" marT="34656" marB="34656"/>
                </a:tc>
                <a:extLst>
                  <a:ext uri="{0D108BD9-81ED-4DB2-BD59-A6C34878D82A}">
                    <a16:rowId xmlns:a16="http://schemas.microsoft.com/office/drawing/2014/main" val="1637786654"/>
                  </a:ext>
                </a:extLst>
              </a:tr>
              <a:tr h="559115">
                <a:tc>
                  <a:txBody>
                    <a:bodyPr/>
                    <a:lstStyle/>
                    <a:p>
                      <a:pPr algn="just"/>
                      <a:r>
                        <a:rPr lang="en-GB" sz="1500">
                          <a:solidFill>
                            <a:schemeClr val="bg1"/>
                          </a:solidFill>
                        </a:rPr>
                        <a:t>Siyabulela Gxoyiya</a:t>
                      </a:r>
                      <a:endParaRPr lang="en-GB" sz="1500" err="1">
                        <a:solidFill>
                          <a:schemeClr val="bg1"/>
                        </a:solidFill>
                      </a:endParaRPr>
                    </a:p>
                  </a:txBody>
                  <a:tcPr marL="69312" marR="69312" marT="34656" marB="34656"/>
                </a:tc>
                <a:tc>
                  <a:txBody>
                    <a:bodyPr/>
                    <a:lstStyle/>
                    <a:p>
                      <a:r>
                        <a:rPr lang="en-GB" sz="1500" dirty="0">
                          <a:solidFill>
                            <a:schemeClr val="bg1"/>
                          </a:solidFill>
                        </a:rPr>
                        <a:t>What are the ethical impacts automation has on the environment?</a:t>
                      </a:r>
                    </a:p>
                  </a:txBody>
                  <a:tcPr marL="69312" marR="69312" marT="34656" marB="34656"/>
                </a:tc>
                <a:extLst>
                  <a:ext uri="{0D108BD9-81ED-4DB2-BD59-A6C34878D82A}">
                    <a16:rowId xmlns:a16="http://schemas.microsoft.com/office/drawing/2014/main" val="1279268794"/>
                  </a:ext>
                </a:extLst>
              </a:tr>
            </a:tbl>
          </a:graphicData>
        </a:graphic>
      </p:graphicFrame>
    </p:spTree>
    <p:extLst>
      <p:ext uri="{BB962C8B-B14F-4D97-AF65-F5344CB8AC3E}">
        <p14:creationId xmlns:p14="http://schemas.microsoft.com/office/powerpoint/2010/main" val="4247406594"/>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03C4-3641-4D90-92BC-3412D5C32824}"/>
              </a:ext>
            </a:extLst>
          </p:cNvPr>
          <p:cNvSpPr>
            <a:spLocks noGrp="1"/>
          </p:cNvSpPr>
          <p:nvPr>
            <p:ph type="title"/>
          </p:nvPr>
        </p:nvSpPr>
        <p:spPr>
          <a:xfrm>
            <a:off x="804673" y="1445494"/>
            <a:ext cx="3616856" cy="4376572"/>
          </a:xfrm>
        </p:spPr>
        <p:txBody>
          <a:bodyPr anchor="ctr">
            <a:normAutofit/>
          </a:bodyPr>
          <a:lstStyle/>
          <a:p>
            <a:r>
              <a:rPr lang="en-US" sz="4800">
                <a:cs typeface="Calibri Light"/>
              </a:rPr>
              <a:t>Bibliography</a:t>
            </a:r>
            <a:endParaRPr lang="en-US" sz="4800"/>
          </a:p>
        </p:txBody>
      </p:sp>
      <p:sp>
        <p:nvSpPr>
          <p:cNvPr id="8" name="Freeform: Shape 7">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10A66A-5CE2-4714-96BC-8D70C2AFCB56}"/>
              </a:ext>
            </a:extLst>
          </p:cNvPr>
          <p:cNvSpPr>
            <a:spLocks noGrp="1"/>
          </p:cNvSpPr>
          <p:nvPr>
            <p:ph idx="1"/>
          </p:nvPr>
        </p:nvSpPr>
        <p:spPr>
          <a:xfrm>
            <a:off x="6096000" y="1399032"/>
            <a:ext cx="5501834" cy="4471416"/>
          </a:xfrm>
        </p:spPr>
        <p:txBody>
          <a:bodyPr vert="horz" lIns="91440" tIns="45720" rIns="91440" bIns="45720" rtlCol="0" anchor="ctr">
            <a:normAutofit/>
          </a:bodyPr>
          <a:lstStyle/>
          <a:p>
            <a:r>
              <a:rPr lang="en-US" sz="1400">
                <a:solidFill>
                  <a:schemeClr val="bg1"/>
                </a:solidFill>
                <a:ea typeface="+mn-lt"/>
                <a:cs typeface="+mn-lt"/>
              </a:rPr>
              <a:t>Igliński, H. &amp; Babiak, M., 2017. Analysis of the Potential of Autonomous Vehicles in Reducing the Emissions of Greenhouse Gases in Road Transport. </a:t>
            </a:r>
            <a:r>
              <a:rPr lang="en-US" sz="1400" i="1">
                <a:solidFill>
                  <a:schemeClr val="bg1"/>
                </a:solidFill>
                <a:ea typeface="+mn-lt"/>
                <a:cs typeface="+mn-lt"/>
              </a:rPr>
              <a:t>Procedia Engineering, </a:t>
            </a:r>
            <a:r>
              <a:rPr lang="en-US" sz="1400">
                <a:solidFill>
                  <a:schemeClr val="bg1"/>
                </a:solidFill>
                <a:ea typeface="+mn-lt"/>
                <a:cs typeface="+mn-lt"/>
              </a:rPr>
              <a:t>Volume 192, pp. 353-358. </a:t>
            </a:r>
            <a:endParaRPr lang="en-US" sz="1400">
              <a:solidFill>
                <a:schemeClr val="bg1"/>
              </a:solidFill>
              <a:cs typeface="Calibri" panose="020F0502020204030204"/>
            </a:endParaRPr>
          </a:p>
          <a:p>
            <a:r>
              <a:rPr lang="en-US" sz="1400">
                <a:solidFill>
                  <a:schemeClr val="bg1"/>
                </a:solidFill>
                <a:ea typeface="+mn-lt"/>
                <a:cs typeface="+mn-lt"/>
              </a:rPr>
              <a:t>Khakurel, J. et al., 2018. The Rise of Artificial Intelligence under the Lens. </a:t>
            </a:r>
            <a:r>
              <a:rPr lang="en-US" sz="1400" i="1">
                <a:solidFill>
                  <a:schemeClr val="bg1"/>
                </a:solidFill>
                <a:ea typeface="+mn-lt"/>
                <a:cs typeface="+mn-lt"/>
              </a:rPr>
              <a:t>Technologies, </a:t>
            </a:r>
            <a:r>
              <a:rPr lang="en-US" sz="1400">
                <a:solidFill>
                  <a:schemeClr val="bg1"/>
                </a:solidFill>
                <a:ea typeface="+mn-lt"/>
                <a:cs typeface="+mn-lt"/>
              </a:rPr>
              <a:t>11.Volume 6. </a:t>
            </a:r>
          </a:p>
          <a:p>
            <a:r>
              <a:rPr lang="en-US" sz="1400">
                <a:solidFill>
                  <a:schemeClr val="bg1"/>
                </a:solidFill>
                <a:ea typeface="+mn-lt"/>
                <a:cs typeface="+mn-lt"/>
              </a:rPr>
              <a:t>Lawrence, M., Roberts, C. and King, L., 2017. Managing automation: Employment, inequality and ethics in the digital age. </a:t>
            </a:r>
            <a:r>
              <a:rPr lang="en-US" sz="1400" i="1">
                <a:solidFill>
                  <a:schemeClr val="bg1"/>
                </a:solidFill>
                <a:ea typeface="+mn-lt"/>
                <a:cs typeface="+mn-lt"/>
              </a:rPr>
              <a:t>Institute for Public Policy Research, London</a:t>
            </a:r>
            <a:r>
              <a:rPr lang="en-US" sz="1400">
                <a:solidFill>
                  <a:schemeClr val="bg1"/>
                </a:solidFill>
                <a:ea typeface="+mn-lt"/>
                <a:cs typeface="+mn-lt"/>
              </a:rPr>
              <a:t>.</a:t>
            </a:r>
          </a:p>
          <a:p>
            <a:r>
              <a:rPr lang="en-US" sz="1400">
                <a:solidFill>
                  <a:schemeClr val="bg1"/>
                </a:solidFill>
                <a:ea typeface="+mn-lt"/>
                <a:cs typeface="+mn-lt"/>
              </a:rPr>
              <a:t>Vrščaj, D., Nyholm, S. and Verbong, G.P.J. (2020). Is tomorrow’s car appealing today? Ethical issues and user attitudes beyond automation. </a:t>
            </a:r>
            <a:r>
              <a:rPr lang="en-US" sz="1400" i="1">
                <a:solidFill>
                  <a:schemeClr val="bg1"/>
                </a:solidFill>
                <a:ea typeface="+mn-lt"/>
                <a:cs typeface="+mn-lt"/>
              </a:rPr>
              <a:t>AI &amp; SOCIETY</a:t>
            </a:r>
            <a:r>
              <a:rPr lang="en-US" sz="1400">
                <a:solidFill>
                  <a:schemeClr val="bg1"/>
                </a:solidFill>
                <a:ea typeface="+mn-lt"/>
                <a:cs typeface="+mn-lt"/>
              </a:rPr>
              <a:t>. </a:t>
            </a:r>
          </a:p>
          <a:p>
            <a:r>
              <a:rPr lang="en-US" sz="1400">
                <a:solidFill>
                  <a:schemeClr val="bg1"/>
                </a:solidFill>
                <a:cs typeface="Calibri"/>
              </a:rPr>
              <a:t>Christoph, J. N. (2019). Ethics and the Workplace Automation. 7. Retrieved September 5, 2021, from </a:t>
            </a:r>
            <a:r>
              <a:rPr lang="en-US" sz="1400">
                <a:solidFill>
                  <a:schemeClr val="bg1"/>
                </a:solidFill>
                <a:cs typeface="Calibri"/>
                <a:hlinkClick r:id="rId2"/>
              </a:rPr>
              <a:t>https://www.ibe.org.uk/uploads/assets/14ab34e7-4530-48a2-972f709a64d88940/2019-Winning-Essay-Undergraduate.pdf</a:t>
            </a:r>
            <a:r>
              <a:rPr lang="en-US" sz="1400">
                <a:solidFill>
                  <a:schemeClr val="bg1"/>
                </a:solidFill>
                <a:cs typeface="Calibri"/>
              </a:rPr>
              <a:t> </a:t>
            </a:r>
          </a:p>
          <a:p>
            <a:r>
              <a:rPr lang="en-ZA" sz="1400">
                <a:solidFill>
                  <a:schemeClr val="bg1"/>
                </a:solidFill>
              </a:rPr>
              <a:t>Photo of rubbish on a beach by </a:t>
            </a:r>
            <a:r>
              <a:rPr lang="en-ZA" sz="1400">
                <a:solidFill>
                  <a:schemeClr val="bg1"/>
                </a:solidFill>
                <a:hlinkClick r:id="rId3"/>
              </a:rPr>
              <a:t>Antoine GIRET</a:t>
            </a:r>
            <a:r>
              <a:rPr lang="en-ZA" sz="1400">
                <a:solidFill>
                  <a:schemeClr val="bg1"/>
                </a:solidFill>
              </a:rPr>
              <a:t> on </a:t>
            </a:r>
            <a:r>
              <a:rPr lang="en-ZA" sz="1400">
                <a:solidFill>
                  <a:schemeClr val="bg1"/>
                </a:solidFill>
                <a:hlinkClick r:id="rId4"/>
              </a:rPr>
              <a:t>Unsplash</a:t>
            </a:r>
            <a:endParaRPr lang="en-ZA" sz="1400">
              <a:solidFill>
                <a:schemeClr val="bg1"/>
              </a:solidFill>
            </a:endParaRPr>
          </a:p>
          <a:p>
            <a:r>
              <a:rPr lang="en-ZA" sz="1400">
                <a:solidFill>
                  <a:schemeClr val="bg1"/>
                </a:solidFill>
              </a:rPr>
              <a:t>Photo of car exhaust by </a:t>
            </a:r>
            <a:r>
              <a:rPr lang="en-ZA" sz="1400">
                <a:solidFill>
                  <a:schemeClr val="bg1"/>
                </a:solidFill>
                <a:hlinkClick r:id="rId5"/>
              </a:rPr>
              <a:t>Matt Boitor</a:t>
            </a:r>
            <a:r>
              <a:rPr lang="en-ZA" sz="1400">
                <a:solidFill>
                  <a:schemeClr val="bg1"/>
                </a:solidFill>
              </a:rPr>
              <a:t> on </a:t>
            </a:r>
            <a:r>
              <a:rPr lang="en-ZA" sz="1400">
                <a:solidFill>
                  <a:schemeClr val="bg1"/>
                </a:solidFill>
                <a:hlinkClick r:id="rId6"/>
              </a:rPr>
              <a:t>Unsplash</a:t>
            </a:r>
            <a:r>
              <a:rPr lang="en-ZA" sz="1400">
                <a:solidFill>
                  <a:schemeClr val="bg1"/>
                </a:solidFill>
              </a:rPr>
              <a:t> </a:t>
            </a:r>
            <a:endParaRPr lang="en-US" sz="1400">
              <a:solidFill>
                <a:schemeClr val="bg1"/>
              </a:solidFill>
              <a:cs typeface="Calibri"/>
            </a:endParaRPr>
          </a:p>
        </p:txBody>
      </p:sp>
    </p:spTree>
    <p:extLst>
      <p:ext uri="{BB962C8B-B14F-4D97-AF65-F5344CB8AC3E}">
        <p14:creationId xmlns:p14="http://schemas.microsoft.com/office/powerpoint/2010/main" val="387967245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B2C5F09709BE438ABC4702C46635A3" ma:contentTypeVersion="2" ma:contentTypeDescription="Create a new document." ma:contentTypeScope="" ma:versionID="d68cb47c0dd6fe0af668bbbb60cdef19">
  <xsd:schema xmlns:xsd="http://www.w3.org/2001/XMLSchema" xmlns:xs="http://www.w3.org/2001/XMLSchema" xmlns:p="http://schemas.microsoft.com/office/2006/metadata/properties" xmlns:ns2="79595f13-358b-4178-804d-5d063dd32468" targetNamespace="http://schemas.microsoft.com/office/2006/metadata/properties" ma:root="true" ma:fieldsID="b7750f1a15a5ea7c1c02cf383409c28a" ns2:_="">
    <xsd:import namespace="79595f13-358b-4178-804d-5d063dd32468"/>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595f13-358b-4178-804d-5d063dd324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D7C05A-D0AA-4997-9D49-E6F6F4824BA9}">
  <ds:schemaRefs>
    <ds:schemaRef ds:uri="http://schemas.microsoft.com/sharepoint/v3/contenttype/forms"/>
  </ds:schemaRefs>
</ds:datastoreItem>
</file>

<file path=customXml/itemProps2.xml><?xml version="1.0" encoding="utf-8"?>
<ds:datastoreItem xmlns:ds="http://schemas.openxmlformats.org/officeDocument/2006/customXml" ds:itemID="{639B3F3F-B97F-48CE-9C89-05BC25B91E7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14DD316-2F68-4140-A9D7-8B6956E4142A}">
  <ds:schemaRefs>
    <ds:schemaRef ds:uri="79595f13-358b-4178-804d-5d063dd3246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9</TotalTime>
  <Words>1323</Words>
  <Application>Microsoft Office PowerPoint</Application>
  <PresentationFormat>Widescreen</PresentationFormat>
  <Paragraphs>106</Paragraphs>
  <Slides>20</Slides>
  <Notes>4</Notes>
  <HiddenSlides>0</HiddenSlides>
  <MMClips>16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Automation</vt:lpstr>
      <vt:lpstr>Contents</vt:lpstr>
      <vt:lpstr>Introduction</vt:lpstr>
      <vt:lpstr>Autonomous vehicle</vt:lpstr>
      <vt:lpstr>Ethics of Autonomous Vehicles </vt:lpstr>
      <vt:lpstr>One could hold different participates guilt of this, like;</vt:lpstr>
      <vt:lpstr>Ethics of Autonomy on the Environment</vt:lpstr>
      <vt:lpstr>Ethics of Autonomy on the Environment</vt:lpstr>
      <vt:lpstr>Introducing Autonomy in the Workplace</vt:lpstr>
      <vt:lpstr>Ethics around introducing Autonomy in the work place</vt:lpstr>
      <vt:lpstr>Employee Interests vs Company Interests</vt:lpstr>
      <vt:lpstr>Impact of Automation in companies and the economy</vt:lpstr>
      <vt:lpstr>Managing Automation: Employment, inequality and ethics in the digital age</vt:lpstr>
      <vt:lpstr>Ideas Expressed</vt:lpstr>
      <vt:lpstr>Job Loss</vt:lpstr>
      <vt:lpstr>Inequalities</vt:lpstr>
      <vt:lpstr>An Area of the Research for Improvement</vt:lpstr>
      <vt:lpstr>Conclusion</vt:lpstr>
      <vt:lpstr>Recommendations</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Casey Crafford</dc:creator>
  <cp:lastModifiedBy>Casey Crafford</cp:lastModifiedBy>
  <cp:revision>6</cp:revision>
  <dcterms:created xsi:type="dcterms:W3CDTF">2021-09-05T13:42:58Z</dcterms:created>
  <dcterms:modified xsi:type="dcterms:W3CDTF">2021-09-08T19:38:20Z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0x010100E0B2C5F09709BE438ABC4702C46635A3</vt:lpwstr>
  </property>
</Properties>
</file>