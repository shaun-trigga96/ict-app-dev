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4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A809-1473-4322-80F3-7FC9D1DD8DB3}" type="datetimeFigureOut">
              <a:rPr lang="en-ZA" smtClean="0"/>
              <a:t>10 Sep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3520-FC84-4960-857A-7370FA5DFAF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4461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A809-1473-4322-80F3-7FC9D1DD8DB3}" type="datetimeFigureOut">
              <a:rPr lang="en-ZA" smtClean="0"/>
              <a:t>10 Sep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3520-FC84-4960-857A-7370FA5DFAF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49914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A809-1473-4322-80F3-7FC9D1DD8DB3}" type="datetimeFigureOut">
              <a:rPr lang="en-ZA" smtClean="0"/>
              <a:t>10 Sep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3520-FC84-4960-857A-7370FA5DFAF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8000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A809-1473-4322-80F3-7FC9D1DD8DB3}" type="datetimeFigureOut">
              <a:rPr lang="en-ZA" smtClean="0"/>
              <a:t>10 Sep 2022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3520-FC84-4960-857A-7370FA5DFAF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54124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A809-1473-4322-80F3-7FC9D1DD8DB3}" type="datetimeFigureOut">
              <a:rPr lang="en-ZA" smtClean="0"/>
              <a:t>10 Sep 2022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3520-FC84-4960-857A-7370FA5DFAF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24727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A809-1473-4322-80F3-7FC9D1DD8DB3}" type="datetimeFigureOut">
              <a:rPr lang="en-ZA" smtClean="0"/>
              <a:t>10 Sep 2022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3520-FC84-4960-857A-7370FA5DFAF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85705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A809-1473-4322-80F3-7FC9D1DD8DB3}" type="datetimeFigureOut">
              <a:rPr lang="en-ZA" smtClean="0"/>
              <a:t>10 Sep 2022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3520-FC84-4960-857A-7370FA5DFAF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6699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A809-1473-4322-80F3-7FC9D1DD8DB3}" type="datetimeFigureOut">
              <a:rPr lang="en-ZA" smtClean="0"/>
              <a:t>10 Sep 2022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3520-FC84-4960-857A-7370FA5DFAF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39395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A809-1473-4322-80F3-7FC9D1DD8DB3}" type="datetimeFigureOut">
              <a:rPr lang="en-ZA" smtClean="0"/>
              <a:t>10 Sep 2022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3520-FC84-4960-857A-7370FA5DFAF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937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A809-1473-4322-80F3-7FC9D1DD8DB3}" type="datetimeFigureOut">
              <a:rPr lang="en-ZA" smtClean="0"/>
              <a:t>10 Sep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3520-FC84-4960-857A-7370FA5DFAF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3211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A809-1473-4322-80F3-7FC9D1DD8DB3}" type="datetimeFigureOut">
              <a:rPr lang="en-ZA" smtClean="0"/>
              <a:t>10 Sep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3520-FC84-4960-857A-7370FA5DFAF8}" type="slidenum">
              <a:rPr lang="en-ZA" smtClean="0"/>
              <a:t>‹#›</a:t>
            </a:fld>
            <a:endParaRPr lang="en-Z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348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A809-1473-4322-80F3-7FC9D1DD8DB3}" type="datetimeFigureOut">
              <a:rPr lang="en-ZA" smtClean="0"/>
              <a:t>10 Sep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3520-FC84-4960-857A-7370FA5DFAF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4564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A809-1473-4322-80F3-7FC9D1DD8DB3}" type="datetimeFigureOut">
              <a:rPr lang="en-ZA" smtClean="0"/>
              <a:t>10 Sep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3520-FC84-4960-857A-7370FA5DFAF8}" type="slidenum">
              <a:rPr lang="en-ZA" smtClean="0"/>
              <a:t>‹#›</a:t>
            </a:fld>
            <a:endParaRPr lang="en-Z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2585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A809-1473-4322-80F3-7FC9D1DD8DB3}" type="datetimeFigureOut">
              <a:rPr lang="en-ZA" smtClean="0"/>
              <a:t>10 Sep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3520-FC84-4960-857A-7370FA5DFAF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59817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A809-1473-4322-80F3-7FC9D1DD8DB3}" type="datetimeFigureOut">
              <a:rPr lang="en-ZA" smtClean="0"/>
              <a:t>10 Sep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3520-FC84-4960-857A-7370FA5DFAF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899885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5A809-1473-4322-80F3-7FC9D1DD8DB3}" type="datetimeFigureOut">
              <a:rPr lang="en-ZA" smtClean="0"/>
              <a:t>10 Sep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63520-FC84-4960-857A-7370FA5DFAF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7169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5A809-1473-4322-80F3-7FC9D1DD8DB3}" type="datetimeFigureOut">
              <a:rPr lang="en-ZA" smtClean="0"/>
              <a:t>10 Sep 2022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3963520-FC84-4960-857A-7370FA5DFAF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1259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4C39D-7F31-157E-9AB3-E20DB0CE7A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47147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943189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</TotalTime>
  <Words>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Trebuchet MS</vt:lpstr>
      <vt:lpstr>Wingdings 3</vt:lpstr>
      <vt:lpstr>Facet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Conclusion</dc:title>
  <dc:creator>Thabiso Matsaba Matsaba</dc:creator>
  <cp:lastModifiedBy>Thabiso Matsaba Matsaba</cp:lastModifiedBy>
  <cp:revision>1</cp:revision>
  <dcterms:created xsi:type="dcterms:W3CDTF">2022-09-10T13:07:41Z</dcterms:created>
  <dcterms:modified xsi:type="dcterms:W3CDTF">2022-09-10T13:24:47Z</dcterms:modified>
</cp:coreProperties>
</file>