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9/10/2022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9/10/2022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9/10/2022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9/10/2022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9/10/2022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9/10/2022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9/10/2022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9/10/2022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9/10/2022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9/10/2022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9/10/2022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9/10/2022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9/10/2022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9/10/2022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4C176-937A-53FB-722C-07B31DD063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20812" y="5349791"/>
            <a:ext cx="8791575" cy="1424712"/>
          </a:xfrm>
        </p:spPr>
        <p:txBody>
          <a:bodyPr>
            <a:noAutofit/>
          </a:bodyPr>
          <a:lstStyle/>
          <a:p>
            <a:br>
              <a:rPr lang="en-ZA" sz="2000" b="1" dirty="0">
                <a:solidFill>
                  <a:srgbClr val="002060"/>
                </a:solidFill>
              </a:rPr>
            </a:br>
            <a:br>
              <a:rPr lang="en-ZA" sz="2000" b="1" dirty="0">
                <a:solidFill>
                  <a:srgbClr val="002060"/>
                </a:solidFill>
              </a:rPr>
            </a:br>
            <a:br>
              <a:rPr lang="en-ZA" sz="2000" b="1" dirty="0">
                <a:solidFill>
                  <a:srgbClr val="002060"/>
                </a:solidFill>
              </a:rPr>
            </a:br>
            <a:br>
              <a:rPr lang="en-ZA" sz="2000" b="1" dirty="0">
                <a:solidFill>
                  <a:srgbClr val="002060"/>
                </a:solidFill>
              </a:rPr>
            </a:br>
            <a:br>
              <a:rPr lang="en-ZA" sz="2000" b="1" dirty="0">
                <a:solidFill>
                  <a:srgbClr val="002060"/>
                </a:solidFill>
              </a:rPr>
            </a:br>
            <a:br>
              <a:rPr lang="en-ZA" sz="2000" b="1" dirty="0">
                <a:solidFill>
                  <a:srgbClr val="002060"/>
                </a:solidFill>
              </a:rPr>
            </a:br>
            <a:br>
              <a:rPr lang="en-ZA" sz="2000" b="1" dirty="0">
                <a:solidFill>
                  <a:srgbClr val="002060"/>
                </a:solidFill>
              </a:rPr>
            </a:br>
            <a:br>
              <a:rPr lang="en-ZA" sz="2000" b="1" dirty="0">
                <a:solidFill>
                  <a:srgbClr val="002060"/>
                </a:solidFill>
              </a:rPr>
            </a:br>
            <a:br>
              <a:rPr lang="en-ZA" sz="2000" b="1" dirty="0">
                <a:solidFill>
                  <a:srgbClr val="002060"/>
                </a:solidFill>
              </a:rPr>
            </a:br>
            <a:br>
              <a:rPr lang="en-ZA" sz="2000" b="1" dirty="0">
                <a:solidFill>
                  <a:srgbClr val="002060"/>
                </a:solidFill>
              </a:rPr>
            </a:br>
            <a:br>
              <a:rPr lang="en-ZA" sz="2000" b="1" dirty="0">
                <a:solidFill>
                  <a:srgbClr val="002060"/>
                </a:solidFill>
              </a:rPr>
            </a:br>
            <a:br>
              <a:rPr lang="en-ZA" sz="2000" b="1" dirty="0">
                <a:solidFill>
                  <a:srgbClr val="002060"/>
                </a:solidFill>
              </a:rPr>
            </a:br>
            <a:br>
              <a:rPr lang="en-ZA" sz="2000" b="1" dirty="0">
                <a:solidFill>
                  <a:srgbClr val="002060"/>
                </a:solidFill>
              </a:rPr>
            </a:br>
            <a:br>
              <a:rPr lang="en-ZA" sz="2000" b="1" dirty="0">
                <a:solidFill>
                  <a:srgbClr val="002060"/>
                </a:solidFill>
              </a:rPr>
            </a:br>
            <a:br>
              <a:rPr lang="en-ZA" sz="2000" b="1" dirty="0">
                <a:solidFill>
                  <a:srgbClr val="002060"/>
                </a:solidFill>
              </a:rPr>
            </a:br>
            <a:br>
              <a:rPr lang="en-ZA" sz="2000" b="1" dirty="0">
                <a:solidFill>
                  <a:srgbClr val="002060"/>
                </a:solidFill>
              </a:rPr>
            </a:br>
            <a:br>
              <a:rPr lang="en-ZA" sz="2000" b="1" dirty="0">
                <a:solidFill>
                  <a:srgbClr val="002060"/>
                </a:solidFill>
              </a:rPr>
            </a:br>
            <a:br>
              <a:rPr lang="en-ZA" sz="2000" b="1" dirty="0">
                <a:solidFill>
                  <a:srgbClr val="002060"/>
                </a:solidFill>
              </a:rPr>
            </a:br>
            <a:br>
              <a:rPr lang="en-ZA" sz="2000" b="1" dirty="0">
                <a:solidFill>
                  <a:srgbClr val="002060"/>
                </a:solidFill>
              </a:rPr>
            </a:br>
            <a:br>
              <a:rPr lang="en-ZA" sz="2000" b="1" dirty="0">
                <a:solidFill>
                  <a:srgbClr val="002060"/>
                </a:solidFill>
              </a:rPr>
            </a:br>
            <a:br>
              <a:rPr lang="en-ZA" sz="2000" b="1" dirty="0">
                <a:solidFill>
                  <a:srgbClr val="002060"/>
                </a:solidFill>
              </a:rPr>
            </a:br>
            <a:br>
              <a:rPr lang="en-ZA" sz="2000" b="1" dirty="0">
                <a:solidFill>
                  <a:srgbClr val="002060"/>
                </a:solidFill>
              </a:rPr>
            </a:br>
            <a:br>
              <a:rPr lang="en-ZA" sz="2000" b="1" dirty="0">
                <a:solidFill>
                  <a:srgbClr val="002060"/>
                </a:solidFill>
              </a:rPr>
            </a:br>
            <a:r>
              <a:rPr lang="en-ZA" sz="2400" b="1" dirty="0">
                <a:solidFill>
                  <a:srgbClr val="002060"/>
                </a:solidFill>
              </a:rPr>
              <a:t>FACULTY OF INFORMATICS AND DESIGN</a:t>
            </a:r>
            <a:br>
              <a:rPr lang="en-ZA" sz="2000" b="1" dirty="0">
                <a:solidFill>
                  <a:srgbClr val="002060"/>
                </a:solidFill>
              </a:rPr>
            </a:br>
            <a:br>
              <a:rPr lang="en-ZA" sz="1100" b="1" dirty="0">
                <a:solidFill>
                  <a:srgbClr val="002060"/>
                </a:solidFill>
              </a:rPr>
            </a:br>
            <a:r>
              <a:rPr lang="en-ZA" sz="1400" b="1" dirty="0">
                <a:solidFill>
                  <a:srgbClr val="002060"/>
                </a:solidFill>
              </a:rPr>
              <a:t>Course:	                            Professional Practice 3</a:t>
            </a:r>
            <a:br>
              <a:rPr lang="en-ZA" sz="1400" b="1" dirty="0">
                <a:solidFill>
                  <a:srgbClr val="002060"/>
                </a:solidFill>
              </a:rPr>
            </a:br>
            <a:br>
              <a:rPr lang="en-ZA" sz="1400" b="1" dirty="0">
                <a:solidFill>
                  <a:srgbClr val="002060"/>
                </a:solidFill>
              </a:rPr>
            </a:br>
            <a:r>
              <a:rPr lang="en-ZA" sz="1400" b="1" dirty="0">
                <a:solidFill>
                  <a:srgbClr val="002060"/>
                </a:solidFill>
              </a:rPr>
              <a:t>Course code:	         PFP360S/PFP361S/PFP362S</a:t>
            </a:r>
            <a:br>
              <a:rPr lang="en-ZA" sz="1400" b="1" dirty="0">
                <a:solidFill>
                  <a:srgbClr val="002060"/>
                </a:solidFill>
              </a:rPr>
            </a:br>
            <a:br>
              <a:rPr lang="en-ZA" sz="1400" b="1" dirty="0">
                <a:solidFill>
                  <a:srgbClr val="002060"/>
                </a:solidFill>
              </a:rPr>
            </a:br>
            <a:r>
              <a:rPr lang="en-ZA" sz="1400" b="1" dirty="0">
                <a:solidFill>
                  <a:srgbClr val="002060"/>
                </a:solidFill>
              </a:rPr>
              <a:t>Lecturer:                               N. Wessels</a:t>
            </a:r>
            <a:br>
              <a:rPr lang="en-ZA" sz="1400" b="1" dirty="0">
                <a:solidFill>
                  <a:srgbClr val="002060"/>
                </a:solidFill>
              </a:rPr>
            </a:br>
            <a:br>
              <a:rPr lang="en-ZA" sz="1400" b="1" dirty="0">
                <a:solidFill>
                  <a:srgbClr val="002060"/>
                </a:solidFill>
              </a:rPr>
            </a:br>
            <a:r>
              <a:rPr lang="en-ZA" sz="1400" b="1" dirty="0">
                <a:solidFill>
                  <a:srgbClr val="002060"/>
                </a:solidFill>
              </a:rPr>
              <a:t>Internal Moderator:        G. Hartman</a:t>
            </a:r>
            <a:br>
              <a:rPr lang="en-ZA" sz="1400" b="1" dirty="0">
                <a:solidFill>
                  <a:srgbClr val="002060"/>
                </a:solidFill>
              </a:rPr>
            </a:br>
            <a:br>
              <a:rPr lang="en-ZA" sz="1400" b="1" dirty="0">
                <a:solidFill>
                  <a:srgbClr val="002060"/>
                </a:solidFill>
              </a:rPr>
            </a:br>
            <a:r>
              <a:rPr lang="en-ZA" sz="1400" b="1" dirty="0">
                <a:solidFill>
                  <a:srgbClr val="002060"/>
                </a:solidFill>
              </a:rPr>
              <a:t>External Moderator:        N. </a:t>
            </a:r>
            <a:r>
              <a:rPr lang="en-ZA" sz="1400" b="1" dirty="0" err="1">
                <a:solidFill>
                  <a:srgbClr val="002060"/>
                </a:solidFill>
              </a:rPr>
              <a:t>Mabuto</a:t>
            </a:r>
            <a:br>
              <a:rPr lang="en-ZA" sz="1400" b="1" dirty="0">
                <a:solidFill>
                  <a:srgbClr val="002060"/>
                </a:solidFill>
              </a:rPr>
            </a:br>
            <a:br>
              <a:rPr lang="en-ZA" sz="1400" b="1" dirty="0">
                <a:solidFill>
                  <a:srgbClr val="002060"/>
                </a:solidFill>
              </a:rPr>
            </a:br>
            <a:r>
              <a:rPr lang="en-ZA" sz="1400" b="1" dirty="0">
                <a:solidFill>
                  <a:srgbClr val="002060"/>
                </a:solidFill>
              </a:rPr>
              <a:t>Department:	         Information Technology</a:t>
            </a:r>
            <a:br>
              <a:rPr lang="en-ZA" sz="1400" b="1" dirty="0">
                <a:solidFill>
                  <a:srgbClr val="002060"/>
                </a:solidFill>
              </a:rPr>
            </a:br>
            <a:br>
              <a:rPr lang="en-ZA" sz="1400" b="1" dirty="0">
                <a:solidFill>
                  <a:srgbClr val="002060"/>
                </a:solidFill>
              </a:rPr>
            </a:br>
            <a:r>
              <a:rPr lang="en-ZA" sz="1400" b="1" dirty="0">
                <a:solidFill>
                  <a:srgbClr val="002060"/>
                </a:solidFill>
              </a:rPr>
              <a:t>Programme:                         National Diploma: Information Technology</a:t>
            </a:r>
            <a:br>
              <a:rPr lang="en-ZA" sz="1400" b="1" dirty="0">
                <a:solidFill>
                  <a:srgbClr val="002060"/>
                </a:solidFill>
              </a:rPr>
            </a:br>
            <a:br>
              <a:rPr lang="en-ZA" sz="1400" b="1" dirty="0">
                <a:solidFill>
                  <a:srgbClr val="002060"/>
                </a:solidFill>
              </a:rPr>
            </a:br>
            <a:r>
              <a:rPr lang="en-ZA" sz="1400" b="1" dirty="0">
                <a:solidFill>
                  <a:srgbClr val="002060"/>
                </a:solidFill>
              </a:rPr>
              <a:t>Group MEMBERS:                   KULULO MANGCUNYANA – </a:t>
            </a:r>
            <a:br>
              <a:rPr lang="en-ZA" sz="1400" b="1" dirty="0">
                <a:solidFill>
                  <a:srgbClr val="002060"/>
                </a:solidFill>
              </a:rPr>
            </a:br>
            <a:br>
              <a:rPr lang="en-ZA" sz="1400" b="1" dirty="0">
                <a:solidFill>
                  <a:srgbClr val="002060"/>
                </a:solidFill>
              </a:rPr>
            </a:br>
            <a:r>
              <a:rPr lang="en-ZA" sz="1400" b="1" dirty="0">
                <a:solidFill>
                  <a:srgbClr val="002060"/>
                </a:solidFill>
              </a:rPr>
              <a:t>	                             Anele Aneal Tose – 216079292</a:t>
            </a:r>
            <a:br>
              <a:rPr lang="en-ZA" sz="1400" b="1" dirty="0">
                <a:solidFill>
                  <a:srgbClr val="002060"/>
                </a:solidFill>
              </a:rPr>
            </a:br>
            <a:br>
              <a:rPr lang="en-ZA" sz="1400" b="1" dirty="0">
                <a:solidFill>
                  <a:srgbClr val="002060"/>
                </a:solidFill>
              </a:rPr>
            </a:br>
            <a:r>
              <a:rPr lang="en-ZA" sz="1400" b="1" dirty="0">
                <a:solidFill>
                  <a:srgbClr val="002060"/>
                </a:solidFill>
              </a:rPr>
              <a:t>		          Thabiso-</a:t>
            </a:r>
            <a:br>
              <a:rPr lang="en-ZA" sz="1400" b="1" dirty="0">
                <a:solidFill>
                  <a:srgbClr val="002060"/>
                </a:solidFill>
              </a:rPr>
            </a:br>
            <a:br>
              <a:rPr lang="en-ZA" sz="1400" b="1" dirty="0">
                <a:solidFill>
                  <a:srgbClr val="002060"/>
                </a:solidFill>
              </a:rPr>
            </a:br>
            <a:r>
              <a:rPr lang="en-ZA" sz="1400" b="1" dirty="0">
                <a:solidFill>
                  <a:srgbClr val="002060"/>
                </a:solidFill>
              </a:rPr>
              <a:t>		          </a:t>
            </a:r>
            <a:r>
              <a:rPr lang="en-ZA" sz="1400" b="1" dirty="0" err="1">
                <a:solidFill>
                  <a:srgbClr val="002060"/>
                </a:solidFill>
              </a:rPr>
              <a:t>toni</a:t>
            </a:r>
            <a:r>
              <a:rPr lang="en-ZA" sz="1400" b="1" dirty="0">
                <a:solidFill>
                  <a:srgbClr val="002060"/>
                </a:solidFill>
              </a:rPr>
              <a:t>-</a:t>
            </a:r>
            <a:br>
              <a:rPr lang="en-ZA" sz="1400" b="1" dirty="0">
                <a:solidFill>
                  <a:srgbClr val="002060"/>
                </a:solidFill>
              </a:rPr>
            </a:br>
            <a:endParaRPr lang="en-ZA" sz="1400" b="1" dirty="0">
              <a:solidFill>
                <a:srgbClr val="00206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E00217-5124-F780-DA3A-F3936421A4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20812" y="3602038"/>
            <a:ext cx="8791575" cy="2363756"/>
          </a:xfrm>
        </p:spPr>
        <p:txBody>
          <a:bodyPr>
            <a:normAutofit fontScale="40000" lnSpcReduction="20000"/>
          </a:bodyPr>
          <a:lstStyle/>
          <a:p>
            <a:r>
              <a:rPr lang="en-ZA" sz="36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br>
              <a:rPr lang="en-ZA" sz="36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br>
              <a:rPr lang="en-ZA" sz="36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br>
              <a:rPr lang="en-ZA" sz="36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br>
              <a:rPr lang="en-ZA" sz="36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br>
              <a:rPr lang="en-ZA" sz="36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ZA" sz="36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br>
              <a:rPr lang="en-ZA" sz="36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br>
              <a:rPr lang="en-ZA" dirty="0"/>
            </a:br>
            <a:br>
              <a:rPr lang="en-ZA" dirty="0"/>
            </a:br>
            <a:br>
              <a:rPr lang="en-ZA" dirty="0"/>
            </a:br>
            <a:br>
              <a:rPr lang="en-ZA" dirty="0"/>
            </a:br>
            <a:br>
              <a:rPr lang="en-ZA" dirty="0"/>
            </a:br>
            <a:br>
              <a:rPr lang="en-ZA" dirty="0"/>
            </a:br>
            <a:endParaRPr lang="en-ZA" dirty="0"/>
          </a:p>
          <a:p>
            <a:endParaRPr lang="en-ZA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A0F5BD5-6E44-A5A3-18DC-12BAE577BB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3837" y="383727"/>
            <a:ext cx="4012315" cy="1214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66418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11ABC-CFE2-F840-65F4-40D2B5C00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DDA5DC-30BE-A9F3-10B0-2E8A520B8D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 dirty="0"/>
              <a:t>Impact of fact news</a:t>
            </a:r>
          </a:p>
          <a:p>
            <a:r>
              <a:rPr lang="en-ZA" dirty="0"/>
              <a:t>The acceleration of spreading false information on social media</a:t>
            </a:r>
          </a:p>
          <a:p>
            <a:endParaRPr lang="en-ZA" dirty="0"/>
          </a:p>
          <a:p>
            <a:endParaRPr lang="en-ZA" dirty="0"/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40087112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5E35B-D242-839C-B118-6179EC1FD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Main body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A573B0-954F-C1DD-AF21-593E07D3B0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4320307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F81EC-5D36-BBEF-AC88-3CCC8CE0D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17C597-5B39-E9F8-F00D-50C99D789A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898073"/>
            <a:ext cx="9905999" cy="4211782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GB" dirty="0"/>
              <a:t>Social media users are poor at identifying fake news from true news. They are easily susceptible to confirmation bias.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dirty="0"/>
              <a:t> Tracking the life cycle of fake news on social media requires recording essential trajectories of fake news diffusion in general.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dirty="0"/>
              <a:t>To mitigate the effect of fake news, social media network intervention aims to develop strategies to control the widespread dissemination of fake news before it goes viral.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dirty="0"/>
              <a:t> Despite several existing computational solutions on the detection of fake news, the lack of comprehensive and community-driven fake news data sets has become one of major roadblocks.</a:t>
            </a:r>
          </a:p>
          <a:p>
            <a:pPr>
              <a:buFont typeface="Wingdings" panose="05000000000000000000" pitchFamily="2" charset="2"/>
              <a:buChar char="§"/>
            </a:pPr>
            <a:endParaRPr lang="en-ZA" dirty="0"/>
          </a:p>
        </p:txBody>
      </p:sp>
      <p:pic>
        <p:nvPicPr>
          <p:cNvPr id="4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7641BDCB-3027-C4ED-44FF-AB9F6EF935E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89612" y="5805055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7372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7781"/>
    </mc:Choice>
    <mc:Fallback>
      <p:transition spd="slow" advTm="5778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778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5951A-A8F1-8603-5E8B-1302E1760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591885"/>
            <a:ext cx="9905998" cy="1478570"/>
          </a:xfrm>
        </p:spPr>
        <p:txBody>
          <a:bodyPr/>
          <a:lstStyle/>
          <a:p>
            <a:r>
              <a:rPr lang="en-ZA" dirty="0"/>
              <a:t>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183B7E-6D16-072D-859F-08E6E2C539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69209979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159</TotalTime>
  <Words>253</Words>
  <Application>Microsoft Office PowerPoint</Application>
  <PresentationFormat>Widescreen</PresentationFormat>
  <Paragraphs>13</Paragraphs>
  <Slides>5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Tw Cen MT</vt:lpstr>
      <vt:lpstr>Wingdings</vt:lpstr>
      <vt:lpstr>Circuit</vt:lpstr>
      <vt:lpstr>                       FACULTY OF INFORMATICS AND DESIGN  Course:                             Professional Practice 3  Course code:          PFP360S/PFP361S/PFP362S  Lecturer:                               N. Wessels  Internal Moderator:        G. Hartman  External Moderator:        N. Mabuto  Department:          Information Technology  Programme:                         National Diploma: Information Technology  Group MEMBERS:                   KULULO MANGCUNYANA –                                 Anele Aneal Tose – 216079292              Thabiso-              toni- </vt:lpstr>
      <vt:lpstr>introduction</vt:lpstr>
      <vt:lpstr>Main body</vt:lpstr>
      <vt:lpstr>conclusion</vt:lpstr>
      <vt:lpstr>recommendations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                     FACULTY OF INFORMATICS AND DESIGN  Course:                             Professional Practice 3  Course code:          PFP360S/PFP361S/PFP362S  Lecturer:                               N. Wessels  Internal Moderator:        G. Hartman  External Moderator:        N. Mabuto  Department:          Information Technology  Programme:                         National Diploma: Information Technology  Group MEMBERS:                   KULULO MANGCUNYANA –                                 Anele Aneal Tose – 216079292              Thabiso-              toni- </dc:title>
  <dc:creator>Anele Aneal Tose</dc:creator>
  <cp:lastModifiedBy>Thabiso Matsaba Matsaba</cp:lastModifiedBy>
  <cp:revision>2</cp:revision>
  <dcterms:created xsi:type="dcterms:W3CDTF">2022-09-10T08:43:41Z</dcterms:created>
  <dcterms:modified xsi:type="dcterms:W3CDTF">2022-09-10T15:34:23Z</dcterms:modified>
</cp:coreProperties>
</file>