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6"/>
  </p:normalViewPr>
  <p:slideViewPr>
    <p:cSldViewPr snapToGrid="0">
      <p:cViewPr varScale="1">
        <p:scale>
          <a:sx n="90" d="100"/>
          <a:sy n="90" d="100"/>
        </p:scale>
        <p:origin x="23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8473-1121-6D7D-A9FD-2DF82CB8A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B52D9-D686-D409-BCA5-27B836DB3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E5058-CFB3-1595-6A8D-75C7CDDF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BD807-2BDD-807F-758F-CB85E24F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33DD-D03B-35D3-63FE-65BCAAAA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1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AB33-FDB8-29A3-6931-A452D161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A95C-0EDE-BE9A-7F58-673E17ECF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6DBF9-A17B-2523-4820-C79DB77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FE616-8123-8DB5-32C7-1896AB3A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ADDA4-CF83-155B-B665-2B7827A2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9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35F1-10D7-835E-C9CB-6A33F5BF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808E-A612-13C8-7CA5-C9D03B803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C268A-869D-12A9-B3AE-BA06CA21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BC039-1C91-93D4-F07F-290C2184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44C75-A80A-EEAC-BE56-E6144118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7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6583-5D13-DDA4-92F1-E832F983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3405-1505-8303-8C9F-898F40840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A80EF-C711-1B6C-2533-80DBE5700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65E2A-BB2B-D631-5126-03CB195D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148BB-63DA-940A-6403-0C4B9BB0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32E7-B22B-85C7-CFCC-16EE79AE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1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C82E-6E89-F7B8-9ED0-0C91D9D3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05BB-072A-90BC-4943-3B03E326D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4FE85-6639-0F2F-5CC6-8B60CA12E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AE8F1-343A-DD31-E8CE-365C4D02F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FDE31-52E7-30A1-A8CC-209782153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D2CAD-B4D9-D41C-91ED-B935311C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92393-9AF5-8988-A5A9-01E06D10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DA53C-978F-D065-67A7-079723EF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7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EF7F-3E94-0E1D-3B29-86034C12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4B307-3E2A-12AF-9CCF-83AC42F8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6637E-3238-300D-386C-7E9302ED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BC405-1BE9-3C05-0D47-6BC1967E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F4601-187C-CF45-4344-492DEF28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B3F8A-A0C8-8BD1-075F-3AF99E13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6FD3-6559-D903-2420-2955D01B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3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E063-E7A7-CD92-4FBE-9540A5AC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58A0-B803-83AA-91C0-51759F406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83346-A862-131E-EDBD-48E5719E0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33B7C-8F89-7ED6-E3FD-D003E5C1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90778-E5F2-6665-1475-17FD38CD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3BB90-68B4-B60F-2269-75D217DD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4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9BF6-992B-3543-81F0-ACAE12E7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56439-B863-4A58-B514-B79404319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23C5D-5863-A805-16C7-48188CB35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23F31-C383-04F2-EB91-93E65358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DAFA4-F220-55F4-6293-68D12C91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69CC1-9F78-1932-D29F-BBBB3C2E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6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4D61-7889-727C-2FC1-8DCE464C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55443-AE52-3F50-B9BA-C973140AB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008FD-FA31-27F5-4BC2-A78BF100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FAAE-EBB0-B8E4-EE33-11A6041C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30EA6-F25B-7CFA-94BD-E1DDAB37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02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94BBC-76F3-29E5-E6C2-6D466AE69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EA949-453E-55A7-E887-580C821FA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3C13-EE02-47BD-324D-58FE7299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C4F50-DE2D-C09D-4EF1-E8B40A80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6896-D2F7-4E9A-9889-CA3D213A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7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899B0-9615-9E0B-F522-B6B2C497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A585E-C68E-240F-8152-040C70395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A137-8333-86A7-FCFE-FAC32703E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C1C9F-0A2E-9D41-A639-57F2038D1BCD}" type="datetimeFigureOut">
              <a:rPr lang="en-US" smtClean="0"/>
              <a:t>7/27/22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9F90A-5760-E213-5C73-D7DE5937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1022-0974-CBE8-462A-FD6DEFAB2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C7B48-C0EA-9247-B542-B69C2545A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2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4E6539-2276-09D1-E947-B3076148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" y="1071563"/>
            <a:ext cx="12176938" cy="47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2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Prima Inderlal</dc:creator>
  <cp:lastModifiedBy>Prima Inderlal</cp:lastModifiedBy>
  <cp:revision>1</cp:revision>
  <dcterms:created xsi:type="dcterms:W3CDTF">2022-07-27T14:32:44Z</dcterms:created>
  <dcterms:modified xsi:type="dcterms:W3CDTF">2022-07-27T14:34:25Z</dcterms:modified>
</cp:coreProperties>
</file>