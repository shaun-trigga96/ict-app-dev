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80" r:id="rId1"/>
  </p:sldMasterIdLst>
  <p:notesMasterIdLst>
    <p:notesMasterId r:id="rId37"/>
  </p:notesMasterIdLst>
  <p:handoutMasterIdLst>
    <p:handoutMasterId r:id="rId38"/>
  </p:handoutMasterIdLst>
  <p:sldIdLst>
    <p:sldId id="256" r:id="rId2"/>
    <p:sldId id="324" r:id="rId3"/>
    <p:sldId id="320" r:id="rId4"/>
    <p:sldId id="291" r:id="rId5"/>
    <p:sldId id="289" r:id="rId6"/>
    <p:sldId id="292" r:id="rId7"/>
    <p:sldId id="293" r:id="rId8"/>
    <p:sldId id="295" r:id="rId9"/>
    <p:sldId id="294" r:id="rId10"/>
    <p:sldId id="321" r:id="rId11"/>
    <p:sldId id="322" r:id="rId12"/>
    <p:sldId id="323" r:id="rId13"/>
    <p:sldId id="325" r:id="rId14"/>
    <p:sldId id="296" r:id="rId15"/>
    <p:sldId id="297" r:id="rId16"/>
    <p:sldId id="298" r:id="rId17"/>
    <p:sldId id="299" r:id="rId18"/>
    <p:sldId id="300" r:id="rId19"/>
    <p:sldId id="301" r:id="rId20"/>
    <p:sldId id="302" r:id="rId21"/>
    <p:sldId id="303" r:id="rId22"/>
    <p:sldId id="304" r:id="rId23"/>
    <p:sldId id="305" r:id="rId24"/>
    <p:sldId id="307" r:id="rId25"/>
    <p:sldId id="310" r:id="rId26"/>
    <p:sldId id="311" r:id="rId27"/>
    <p:sldId id="312" r:id="rId28"/>
    <p:sldId id="313" r:id="rId29"/>
    <p:sldId id="314" r:id="rId30"/>
    <p:sldId id="315" r:id="rId31"/>
    <p:sldId id="316" r:id="rId32"/>
    <p:sldId id="317" r:id="rId33"/>
    <p:sldId id="318" r:id="rId34"/>
    <p:sldId id="319" r:id="rId35"/>
    <p:sldId id="309" r:id="rId36"/>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7718"/>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34580" autoAdjust="0"/>
    <p:restoredTop sz="86410" autoAdjust="0"/>
  </p:normalViewPr>
  <p:slideViewPr>
    <p:cSldViewPr>
      <p:cViewPr>
        <p:scale>
          <a:sx n="70" d="100"/>
          <a:sy n="70" d="100"/>
        </p:scale>
        <p:origin x="72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024"/>
    </p:cViewPr>
  </p:sorterViewPr>
  <p:notesViewPr>
    <p:cSldViewPr>
      <p:cViewPr varScale="1">
        <p:scale>
          <a:sx n="89" d="100"/>
          <a:sy n="89" d="100"/>
        </p:scale>
        <p:origin x="3788" y="68"/>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ZA"/>
          </a:p>
        </p:txBody>
      </p:sp>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endParaRPr lang="en-ZA"/>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ZA"/>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3053315E-2CB0-4908-866C-F61A3CCAD8E0}" type="slidenum">
              <a:rPr lang="en-ZA" smtClean="0"/>
              <a:t>‹#›</a:t>
            </a:fld>
            <a:endParaRPr lang="en-ZA"/>
          </a:p>
        </p:txBody>
      </p:sp>
    </p:spTree>
    <p:extLst>
      <p:ext uri="{BB962C8B-B14F-4D97-AF65-F5344CB8AC3E}">
        <p14:creationId xmlns:p14="http://schemas.microsoft.com/office/powerpoint/2010/main" val="115769642"/>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atin typeface="Arial" pitchFamily="34" charset="0"/>
                <a:cs typeface="Arial" pitchFamily="34" charset="0"/>
              </a:defRPr>
            </a:lvl1pPr>
          </a:lstStyle>
          <a:p>
            <a:pPr>
              <a:defRPr/>
            </a:pPr>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atin typeface="Arial" pitchFamily="34" charset="0"/>
                <a:cs typeface="Arial" pitchFamily="34" charset="0"/>
              </a:defRPr>
            </a:lvl1pPr>
          </a:lstStyle>
          <a:p>
            <a:pPr>
              <a:defRPr/>
            </a:pPr>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atin typeface="Arial" pitchFamily="34" charset="0"/>
                <a:cs typeface="Arial" pitchFamily="34" charset="0"/>
              </a:defRPr>
            </a:lvl1pPr>
          </a:lstStyle>
          <a:p>
            <a:pPr>
              <a:defRPr/>
            </a:pPr>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atin typeface="Arial" pitchFamily="34" charset="0"/>
                <a:cs typeface="Arial" pitchFamily="34" charset="0"/>
              </a:defRPr>
            </a:lvl1pPr>
          </a:lstStyle>
          <a:p>
            <a:pPr>
              <a:defRPr/>
            </a:pPr>
            <a:fld id="{BB5BB344-7644-4F24-A6E0-209AC9691763}" type="slidenum">
              <a:rPr lang="en-US"/>
              <a:pPr>
                <a:defRPr/>
              </a:pPr>
              <a:t>‹#›</a:t>
            </a:fld>
            <a:endParaRPr lang="en-US" dirty="0"/>
          </a:p>
        </p:txBody>
      </p:sp>
    </p:spTree>
    <p:extLst>
      <p:ext uri="{BB962C8B-B14F-4D97-AF65-F5344CB8AC3E}">
        <p14:creationId xmlns:p14="http://schemas.microsoft.com/office/powerpoint/2010/main" val="2109458675"/>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defTabSz="931774" eaLnBrk="1" fontAlgn="auto">
              <a:spcBef>
                <a:spcPts val="0"/>
              </a:spcBef>
              <a:spcAft>
                <a:spcPts val="0"/>
              </a:spcAft>
              <a:defRPr/>
            </a:pPr>
            <a:endParaRPr lang="en-US" dirty="0"/>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DC3197EF-CAF0-46C3-8FB9-B9EAD91BD989}" type="slidenum">
              <a:rPr lang="en-US" altLang="en-US" smtClean="0">
                <a:latin typeface="Arial" charset="0"/>
                <a:cs typeface="Arial" charset="0"/>
              </a:rPr>
              <a:pPr eaLnBrk="1" hangingPunct="1">
                <a:spcBef>
                  <a:spcPct val="0"/>
                </a:spcBef>
              </a:pPr>
              <a:t>1</a:t>
            </a:fld>
            <a:endParaRPr lang="en-US" altLang="en-US">
              <a:latin typeface="Arial" charset="0"/>
              <a:cs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7352234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4" name="Picture 6" descr="blank chapter title icon for ppt from book copy.png"/>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0" y="1401763"/>
            <a:ext cx="9144000" cy="4054475"/>
          </a:xfrm>
          <a:prstGeom prst="rect">
            <a:avLst/>
          </a:prstGeom>
          <a:solidFill>
            <a:srgbClr val="C00000"/>
          </a:solidFill>
          <a:ln>
            <a:noFill/>
          </a:ln>
        </p:spPr>
      </p:pic>
      <p:sp>
        <p:nvSpPr>
          <p:cNvPr id="3" name="Subtitle 2"/>
          <p:cNvSpPr>
            <a:spLocks noGrp="1"/>
          </p:cNvSpPr>
          <p:nvPr>
            <p:ph type="subTitle" idx="1"/>
          </p:nvPr>
        </p:nvSpPr>
        <p:spPr>
          <a:xfrm>
            <a:off x="304800" y="3200400"/>
            <a:ext cx="5638800" cy="1600200"/>
          </a:xfrm>
        </p:spPr>
        <p:txBody>
          <a:bodyPr anchor="ctr"/>
          <a:lstStyle>
            <a:lvl1pPr marL="0" indent="0" algn="ctr">
              <a:buNone/>
              <a:defRPr b="1">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Text Placeholder 2"/>
          <p:cNvSpPr>
            <a:spLocks noGrp="1"/>
          </p:cNvSpPr>
          <p:nvPr>
            <p:ph type="body" idx="13"/>
          </p:nvPr>
        </p:nvSpPr>
        <p:spPr>
          <a:xfrm>
            <a:off x="533400" y="1828800"/>
            <a:ext cx="4572000" cy="890587"/>
          </a:xfrm>
        </p:spPr>
        <p:txBody>
          <a:bodyPr anchor="ctr"/>
          <a:lstStyle>
            <a:lvl1pPr marL="0" indent="0">
              <a:buNone/>
              <a:defRPr sz="3200" b="1">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5" name="Date Placeholder 3"/>
          <p:cNvSpPr>
            <a:spLocks noGrp="1"/>
          </p:cNvSpPr>
          <p:nvPr>
            <p:ph type="dt" sz="half" idx="14"/>
          </p:nvPr>
        </p:nvSpPr>
        <p:spPr/>
        <p:txBody>
          <a:bodyPr/>
          <a:lstStyle>
            <a:lvl1pPr>
              <a:defRPr/>
            </a:lvl1pPr>
          </a:lstStyle>
          <a:p>
            <a:pPr>
              <a:defRPr/>
            </a:pPr>
            <a:fld id="{1D577DCA-080C-4D28-AA19-F169990FC464}" type="datetimeFigureOut">
              <a:rPr lang="en-US"/>
              <a:pPr>
                <a:defRPr/>
              </a:pPr>
              <a:t>2/26/2021</a:t>
            </a:fld>
            <a:endParaRPr lang="en-US" dirty="0"/>
          </a:p>
        </p:txBody>
      </p:sp>
      <p:sp>
        <p:nvSpPr>
          <p:cNvPr id="6" name="Footer Placeholder 4"/>
          <p:cNvSpPr>
            <a:spLocks noGrp="1"/>
          </p:cNvSpPr>
          <p:nvPr>
            <p:ph type="ftr" sz="quarter" idx="15"/>
          </p:nvPr>
        </p:nvSpPr>
        <p:spPr/>
        <p:txBody>
          <a:bodyPr/>
          <a:lstStyle>
            <a:lvl1pPr>
              <a:defRPr/>
            </a:lvl1pPr>
          </a:lstStyle>
          <a:p>
            <a:pPr>
              <a:defRPr/>
            </a:pPr>
            <a:endParaRPr lang="en-US"/>
          </a:p>
        </p:txBody>
      </p:sp>
      <p:sp>
        <p:nvSpPr>
          <p:cNvPr id="7" name="Slide Number Placeholder 5"/>
          <p:cNvSpPr>
            <a:spLocks noGrp="1"/>
          </p:cNvSpPr>
          <p:nvPr>
            <p:ph type="sldNum" sz="quarter" idx="16"/>
          </p:nvPr>
        </p:nvSpPr>
        <p:spPr/>
        <p:txBody>
          <a:bodyPr/>
          <a:lstStyle>
            <a:lvl1pPr>
              <a:defRPr/>
            </a:lvl1pPr>
          </a:lstStyle>
          <a:p>
            <a:pPr>
              <a:defRPr/>
            </a:pPr>
            <a:fld id="{6F028491-C706-45B3-A9AA-7CF125922783}" type="slidenum">
              <a:rPr lang="en-US"/>
              <a:pPr>
                <a:defRPr/>
              </a:pPr>
              <a:t>‹#›</a:t>
            </a:fld>
            <a:endParaRPr lang="en-US" dirty="0"/>
          </a:p>
        </p:txBody>
      </p:sp>
    </p:spTree>
    <p:extLst>
      <p:ext uri="{BB962C8B-B14F-4D97-AF65-F5344CB8AC3E}">
        <p14:creationId xmlns:p14="http://schemas.microsoft.com/office/powerpoint/2010/main" val="3761025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Rectangle 3"/>
          <p:cNvSpPr/>
          <p:nvPr/>
        </p:nvSpPr>
        <p:spPr>
          <a:xfrm>
            <a:off x="0" y="0"/>
            <a:ext cx="9144000" cy="228600"/>
          </a:xfrm>
          <a:prstGeom prst="rect">
            <a:avLst/>
          </a:prstGeom>
          <a:solidFill>
            <a:schemeClr val="accent1">
              <a:lumMod val="75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3" name="Content Placeholder 2"/>
          <p:cNvSpPr>
            <a:spLocks noGrp="1"/>
          </p:cNvSpPr>
          <p:nvPr>
            <p:ph idx="1"/>
          </p:nvPr>
        </p:nvSpPr>
        <p:spPr/>
        <p:txBody>
          <a:bodyPr/>
          <a:lstStyle>
            <a:lvl1pPr>
              <a:buClr>
                <a:schemeClr val="accent2"/>
              </a:buClr>
              <a:buSzPct val="100000"/>
              <a:buFont typeface="Calibri" pitchFamily="34" charset="0"/>
              <a:buChar char="•"/>
              <a:defRPr/>
            </a:lvl1pPr>
            <a:lvl2pPr marL="742950" indent="-285750">
              <a:buClr>
                <a:srgbClr val="C00000"/>
              </a:buClr>
              <a:buSzPct val="100000"/>
              <a:buFont typeface="Courier New" panose="02070309020205020404" pitchFamily="49" charset="0"/>
              <a:buChar char="o"/>
              <a:defRPr/>
            </a:lvl2pPr>
            <a:lvl3pPr marL="1143000" indent="-228600">
              <a:buClr>
                <a:schemeClr val="accent2"/>
              </a:buClr>
              <a:buSzPct val="100000"/>
              <a:buFont typeface="Wingdings" panose="05000000000000000000" pitchFamily="2" charset="2"/>
              <a:buChar char="§"/>
              <a:defRPr/>
            </a:lvl3pPr>
            <a:lvl4pPr marL="1600200" indent="-228600">
              <a:buClr>
                <a:schemeClr val="accent1">
                  <a:lumMod val="75000"/>
                </a:schemeClr>
              </a:buClr>
              <a:buSzPct val="100000"/>
              <a:buFont typeface="Wingdings" panose="05000000000000000000" pitchFamily="2" charset="2"/>
              <a:buChar char="Ø"/>
              <a:defRPr/>
            </a:lvl4pPr>
            <a:lvl5pPr marL="2057400" indent="-228600">
              <a:buClr>
                <a:srgbClr val="C00000"/>
              </a:buClr>
              <a:buSzPct val="100000"/>
              <a:buFont typeface="Wingdings" panose="05000000000000000000" pitchFamily="2" charset="2"/>
              <a:buChar char="ü"/>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EE6C7F1E-44E2-425C-BE64-07694BFA9178}"/>
              </a:ext>
            </a:extLst>
          </p:cNvPr>
          <p:cNvSpPr>
            <a:spLocks noGrp="1"/>
          </p:cNvSpPr>
          <p:nvPr>
            <p:ph type="title"/>
          </p:nvPr>
        </p:nvSpPr>
        <p:spPr/>
        <p:txBody>
          <a:bodyPr/>
          <a:lstStyle/>
          <a:p>
            <a:r>
              <a:rPr lang="en-US"/>
              <a:t>Click to edit Master title style</a:t>
            </a:r>
            <a:endParaRPr lang="en-GB"/>
          </a:p>
        </p:txBody>
      </p:sp>
      <p:sp>
        <p:nvSpPr>
          <p:cNvPr id="9" name="Date Placeholder 8">
            <a:extLst>
              <a:ext uri="{FF2B5EF4-FFF2-40B4-BE49-F238E27FC236}">
                <a16:creationId xmlns:a16="http://schemas.microsoft.com/office/drawing/2014/main" id="{EAFEB67A-4843-46C1-9AFE-7C4C0C032EFD}"/>
              </a:ext>
            </a:extLst>
          </p:cNvPr>
          <p:cNvSpPr>
            <a:spLocks noGrp="1"/>
          </p:cNvSpPr>
          <p:nvPr>
            <p:ph type="dt" sz="half" idx="10"/>
          </p:nvPr>
        </p:nvSpPr>
        <p:spPr/>
        <p:txBody>
          <a:bodyPr/>
          <a:lstStyle/>
          <a:p>
            <a:pPr>
              <a:defRPr/>
            </a:pPr>
            <a:fld id="{05BD23F6-244A-4E03-BAE6-C2A33693709E}" type="datetimeFigureOut">
              <a:rPr lang="en-US" smtClean="0"/>
              <a:pPr>
                <a:defRPr/>
              </a:pPr>
              <a:t>2/26/2021</a:t>
            </a:fld>
            <a:endParaRPr lang="en-US" dirty="0"/>
          </a:p>
        </p:txBody>
      </p:sp>
      <p:sp>
        <p:nvSpPr>
          <p:cNvPr id="10" name="Footer Placeholder 9">
            <a:extLst>
              <a:ext uri="{FF2B5EF4-FFF2-40B4-BE49-F238E27FC236}">
                <a16:creationId xmlns:a16="http://schemas.microsoft.com/office/drawing/2014/main" id="{C3E78C99-43B6-4F10-A96F-AD5CE17622BD}"/>
              </a:ext>
            </a:extLst>
          </p:cNvPr>
          <p:cNvSpPr>
            <a:spLocks noGrp="1"/>
          </p:cNvSpPr>
          <p:nvPr>
            <p:ph type="ftr" sz="quarter" idx="11"/>
          </p:nvPr>
        </p:nvSpPr>
        <p:spPr/>
        <p:txBody>
          <a:bodyPr/>
          <a:lstStyle/>
          <a:p>
            <a:pPr>
              <a:defRPr/>
            </a:pPr>
            <a:endParaRPr lang="en-US"/>
          </a:p>
        </p:txBody>
      </p:sp>
      <p:sp>
        <p:nvSpPr>
          <p:cNvPr id="11" name="Slide Number Placeholder 10">
            <a:extLst>
              <a:ext uri="{FF2B5EF4-FFF2-40B4-BE49-F238E27FC236}">
                <a16:creationId xmlns:a16="http://schemas.microsoft.com/office/drawing/2014/main" id="{E9991FDF-E9C8-477B-B812-4E1F9957DF45}"/>
              </a:ext>
            </a:extLst>
          </p:cNvPr>
          <p:cNvSpPr>
            <a:spLocks noGrp="1"/>
          </p:cNvSpPr>
          <p:nvPr>
            <p:ph type="sldNum" sz="quarter" idx="12"/>
          </p:nvPr>
        </p:nvSpPr>
        <p:spPr/>
        <p:txBody>
          <a:bodyPr/>
          <a:lstStyle/>
          <a:p>
            <a:pPr>
              <a:defRPr/>
            </a:pPr>
            <a:fld id="{310609F6-E883-4B4A-AC96-B2A8073F0199}" type="slidenum">
              <a:rPr lang="en-US" smtClean="0"/>
              <a:pPr>
                <a:defRPr/>
              </a:pPr>
              <a:t>‹#›</a:t>
            </a:fld>
            <a:endParaRPr lang="en-US" dirty="0"/>
          </a:p>
        </p:txBody>
      </p:sp>
    </p:spTree>
    <p:extLst>
      <p:ext uri="{BB962C8B-B14F-4D97-AF65-F5344CB8AC3E}">
        <p14:creationId xmlns:p14="http://schemas.microsoft.com/office/powerpoint/2010/main" val="4246565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6" descr="blank title icon for ppt from book copy.png"/>
          <p:cNvPicPr>
            <a:picLocks noChangeAspect="1"/>
          </p:cNvPicPr>
          <p:nvPr/>
        </p:nvPicPr>
        <p:blipFill>
          <a:blip r:embed="rId2">
            <a:duotone>
              <a:prstClr val="black"/>
              <a:schemeClr val="accent1">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0" y="838200"/>
            <a:ext cx="9144000" cy="260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724400" y="838200"/>
            <a:ext cx="4419600" cy="2667001"/>
          </a:xfrm>
        </p:spPr>
        <p:txBody>
          <a:bodyPr>
            <a:normAutofit/>
          </a:bodyPr>
          <a:lstStyle>
            <a:lvl1pPr algn="l">
              <a:defRPr sz="3200" b="1" cap="none">
                <a:solidFill>
                  <a:schemeClr val="tx1">
                    <a:lumMod val="65000"/>
                    <a:lumOff val="35000"/>
                  </a:schemeClr>
                </a:solidFill>
              </a:defRPr>
            </a:lvl1pPr>
          </a:lstStyle>
          <a:p>
            <a:r>
              <a:rPr lang="en-US" dirty="0"/>
              <a:t>Click to edit Master title style</a:t>
            </a:r>
          </a:p>
        </p:txBody>
      </p:sp>
      <p:sp>
        <p:nvSpPr>
          <p:cNvPr id="3" name="Text Placeholder 2"/>
          <p:cNvSpPr>
            <a:spLocks noGrp="1"/>
          </p:cNvSpPr>
          <p:nvPr>
            <p:ph type="body" idx="1"/>
          </p:nvPr>
        </p:nvSpPr>
        <p:spPr>
          <a:xfrm>
            <a:off x="304800" y="1905000"/>
            <a:ext cx="3352800" cy="890587"/>
          </a:xfrm>
        </p:spPr>
        <p:txBody>
          <a:bodyPr anchor="ctr"/>
          <a:lstStyle>
            <a:lvl1pPr marL="0" indent="0">
              <a:buNone/>
              <a:defRPr sz="20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3FBCB08-CCC5-4BC2-B041-71FDDC65690E}" type="datetimeFigureOut">
              <a:rPr lang="en-US"/>
              <a:pPr>
                <a:defRPr/>
              </a:pPr>
              <a:t>2/26/2021</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ED24D11-839A-41BD-9F93-F4F22BC2A766}" type="slidenum">
              <a:rPr lang="en-US"/>
              <a:pPr>
                <a:defRPr/>
              </a:pPr>
              <a:t>‹#›</a:t>
            </a:fld>
            <a:endParaRPr lang="en-US" dirty="0"/>
          </a:p>
        </p:txBody>
      </p:sp>
    </p:spTree>
    <p:extLst>
      <p:ext uri="{BB962C8B-B14F-4D97-AF65-F5344CB8AC3E}">
        <p14:creationId xmlns:p14="http://schemas.microsoft.com/office/powerpoint/2010/main" val="859566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p:cNvSpPr/>
          <p:nvPr/>
        </p:nvSpPr>
        <p:spPr>
          <a:xfrm>
            <a:off x="0" y="0"/>
            <a:ext cx="9144000" cy="228600"/>
          </a:xfrm>
          <a:prstGeom prst="rect">
            <a:avLst/>
          </a:prstGeom>
          <a:solidFill>
            <a:schemeClr val="accent1">
              <a:lumMod val="75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p:txBody>
          <a:bodyPr/>
          <a:lstStyle>
            <a:lvl1pPr>
              <a:defRPr>
                <a:solidFill>
                  <a:schemeClr val="accent2"/>
                </a:solidFill>
              </a:defRPr>
            </a:lvl1p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buClr>
                <a:schemeClr val="accent2"/>
              </a:buClr>
              <a:buSzPct val="100000"/>
              <a:buFont typeface="Arial" pitchFamily="34" charset="0"/>
              <a:buChar char="•"/>
              <a:defRPr sz="2800"/>
            </a:lvl1pPr>
            <a:lvl2pPr marL="742950" indent="-285750">
              <a:buClr>
                <a:schemeClr val="accent2"/>
              </a:buClr>
              <a:buSzPct val="100000"/>
              <a:buFont typeface="Courier New" panose="02070309020205020404" pitchFamily="49" charset="0"/>
              <a:buChar char="o"/>
              <a:defRPr sz="2400"/>
            </a:lvl2pPr>
            <a:lvl3pPr marL="1143000" indent="-228600">
              <a:buClr>
                <a:srgbClr val="C00000"/>
              </a:buClr>
              <a:buSzPct val="100000"/>
              <a:buFont typeface="Wingdings" panose="05000000000000000000" pitchFamily="2" charset="2"/>
              <a:buChar char="v"/>
              <a:defRPr sz="2000"/>
            </a:lvl3pPr>
            <a:lvl4pPr marL="1600200" indent="-228600">
              <a:buClr>
                <a:schemeClr val="accent2"/>
              </a:buClr>
              <a:buSzPct val="100000"/>
              <a:buFont typeface="Wingdings" panose="05000000000000000000" pitchFamily="2" charset="2"/>
              <a:buChar char="Ø"/>
              <a:defRPr sz="1800"/>
            </a:lvl4pPr>
            <a:lvl5pPr marL="2057400" indent="-228600">
              <a:buClr>
                <a:srgbClr val="C00000"/>
              </a:buClr>
              <a:buSzPct val="100000"/>
              <a:buFont typeface="Wingdings" panose="05000000000000000000" pitchFamily="2" charset="2"/>
              <a:buChar char="ü"/>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lstStyle>
            <a:lvl1pPr marL="342900" indent="-342900">
              <a:buClr>
                <a:schemeClr val="accent2"/>
              </a:buClr>
              <a:buSzPct val="100000"/>
              <a:buFont typeface="Arial" panose="020B0604020202020204" pitchFamily="34" charset="0"/>
              <a:buChar char="•"/>
              <a:defRPr sz="2800"/>
            </a:lvl1pPr>
            <a:lvl2pPr marL="742950" indent="-285750">
              <a:buClr>
                <a:schemeClr val="accent2"/>
              </a:buClr>
              <a:buSzPct val="100000"/>
              <a:buFont typeface="Courier New" panose="02070309020205020404" pitchFamily="49" charset="0"/>
              <a:buChar char="o"/>
              <a:defRPr sz="2400"/>
            </a:lvl2pPr>
            <a:lvl3pPr marL="1143000" indent="-228600">
              <a:buClr>
                <a:schemeClr val="accent2"/>
              </a:buClr>
              <a:buSzPct val="100000"/>
              <a:buFont typeface="Wingdings" panose="05000000000000000000" pitchFamily="2" charset="2"/>
              <a:buChar char="v"/>
              <a:defRPr sz="2000"/>
            </a:lvl3pPr>
            <a:lvl4pPr marL="1600200" indent="-228600">
              <a:buClr>
                <a:schemeClr val="accent2"/>
              </a:buClr>
              <a:buSzPct val="100000"/>
              <a:buFont typeface="Wingdings" panose="05000000000000000000" pitchFamily="2" charset="2"/>
              <a:buChar char="Ø"/>
              <a:defRPr sz="1800"/>
            </a:lvl4pPr>
            <a:lvl5pPr marL="2171700" indent="-342900">
              <a:buClr>
                <a:schemeClr val="accent2"/>
              </a:buClr>
              <a:buSzPct val="100000"/>
              <a:buFont typeface="Wingdings" panose="05000000000000000000" pitchFamily="2" charset="2"/>
              <a:buChar char="ü"/>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4"/>
          <p:cNvSpPr>
            <a:spLocks noGrp="1"/>
          </p:cNvSpPr>
          <p:nvPr>
            <p:ph type="dt" sz="half" idx="10"/>
          </p:nvPr>
        </p:nvSpPr>
        <p:spPr/>
        <p:txBody>
          <a:bodyPr/>
          <a:lstStyle>
            <a:lvl1pPr>
              <a:defRPr/>
            </a:lvl1pPr>
          </a:lstStyle>
          <a:p>
            <a:pPr>
              <a:defRPr/>
            </a:pPr>
            <a:fld id="{8EB75665-02B0-4B57-B215-97B42AFF8BCB}" type="datetimeFigureOut">
              <a:rPr lang="en-US"/>
              <a:pPr>
                <a:defRPr/>
              </a:pPr>
              <a:t>2/26/2021</a:t>
            </a:fld>
            <a:endParaRPr lang="en-US" dirty="0"/>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21ADBE1B-A2E7-4FCA-82ED-CEAA65568B20}" type="slidenum">
              <a:rPr lang="en-US"/>
              <a:pPr>
                <a:defRPr/>
              </a:pPr>
              <a:t>‹#›</a:t>
            </a:fld>
            <a:endParaRPr lang="en-US" dirty="0"/>
          </a:p>
        </p:txBody>
      </p:sp>
    </p:spTree>
    <p:extLst>
      <p:ext uri="{BB962C8B-B14F-4D97-AF65-F5344CB8AC3E}">
        <p14:creationId xmlns:p14="http://schemas.microsoft.com/office/powerpoint/2010/main" val="1135661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Rectangle 6"/>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p:txBody>
          <a:bodyPr/>
          <a:lstStyle>
            <a:lvl1pPr>
              <a:defRPr>
                <a:solidFill>
                  <a:schemeClr val="accent2"/>
                </a:solidFill>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buClr>
                <a:schemeClr val="accent2"/>
              </a:buClr>
              <a:buSzPct val="100000"/>
              <a:buFont typeface="Arial" pitchFamily="34" charset="0"/>
              <a:buChar char="•"/>
              <a:defRPr sz="2400"/>
            </a:lvl1pPr>
            <a:lvl2pPr marL="742950" indent="-285750">
              <a:buClr>
                <a:srgbClr val="C00000"/>
              </a:buClr>
              <a:buSzPct val="100000"/>
              <a:buFont typeface="Courier New" panose="02070309020205020404" pitchFamily="49" charset="0"/>
              <a:buChar char="o"/>
              <a:defRPr sz="2000"/>
            </a:lvl2pPr>
            <a:lvl3pPr marL="1143000" indent="-228600">
              <a:buClr>
                <a:srgbClr val="C00000"/>
              </a:buClr>
              <a:buSzPct val="100000"/>
              <a:buFont typeface="Wingdings" panose="05000000000000000000" pitchFamily="2" charset="2"/>
              <a:buChar char="v"/>
              <a:defRPr sz="1800"/>
            </a:lvl3pPr>
            <a:lvl4pPr marL="1600200" indent="-228600">
              <a:buClr>
                <a:srgbClr val="C00000"/>
              </a:buClr>
              <a:buSzPct val="100000"/>
              <a:buFont typeface="Wingdings" panose="05000000000000000000" pitchFamily="2" charset="2"/>
              <a:buChar char="Ø"/>
              <a:defRPr sz="1600"/>
            </a:lvl4pPr>
            <a:lvl5pPr marL="2057400" indent="-228600">
              <a:buClr>
                <a:srgbClr val="C00000"/>
              </a:buClr>
              <a:buSzPct val="100000"/>
              <a:buFont typeface="Wingdings" panose="05000000000000000000" pitchFamily="2" charset="2"/>
              <a:buChar char="ü"/>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buClr>
                <a:srgbClr val="C00000"/>
              </a:buClr>
              <a:buSzPct val="100000"/>
              <a:buFont typeface="Arial" pitchFamily="34" charset="0"/>
              <a:buChar char="•"/>
              <a:defRPr sz="2400"/>
            </a:lvl1pPr>
            <a:lvl2pPr marL="742950" indent="-285750">
              <a:buClr>
                <a:srgbClr val="C00000"/>
              </a:buClr>
              <a:buSzPct val="100000"/>
              <a:buFont typeface="Courier New" panose="02070309020205020404" pitchFamily="49" charset="0"/>
              <a:buChar char="o"/>
              <a:defRPr sz="2000"/>
            </a:lvl2pPr>
            <a:lvl3pPr marL="1143000" indent="-228600">
              <a:buClr>
                <a:srgbClr val="C00000"/>
              </a:buClr>
              <a:buSzPct val="100000"/>
              <a:buFont typeface="Wingdings" panose="05000000000000000000" pitchFamily="2" charset="2"/>
              <a:buChar char="v"/>
              <a:defRPr sz="1800"/>
            </a:lvl3pPr>
            <a:lvl4pPr marL="1600200" indent="-228600">
              <a:buClr>
                <a:srgbClr val="C00000"/>
              </a:buClr>
              <a:buSzPct val="100000"/>
              <a:buFont typeface="Wingdings" panose="05000000000000000000" pitchFamily="2" charset="2"/>
              <a:buChar char="Ø"/>
              <a:defRPr sz="1600"/>
            </a:lvl4pPr>
            <a:lvl5pPr marL="2057400" indent="-228600">
              <a:buClr>
                <a:srgbClr val="C00000"/>
              </a:buClr>
              <a:buSzPct val="100000"/>
              <a:buFont typeface="Wingdings" panose="05000000000000000000" pitchFamily="2" charset="2"/>
              <a:buChar char="ü"/>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6"/>
          <p:cNvSpPr>
            <a:spLocks noGrp="1"/>
          </p:cNvSpPr>
          <p:nvPr>
            <p:ph type="dt" sz="half" idx="10"/>
          </p:nvPr>
        </p:nvSpPr>
        <p:spPr/>
        <p:txBody>
          <a:bodyPr/>
          <a:lstStyle>
            <a:lvl1pPr>
              <a:defRPr/>
            </a:lvl1pPr>
          </a:lstStyle>
          <a:p>
            <a:pPr>
              <a:defRPr/>
            </a:pPr>
            <a:fld id="{287C7704-79CC-4676-9AC4-96A6AA016FB9}" type="datetimeFigureOut">
              <a:rPr lang="en-US"/>
              <a:pPr>
                <a:defRPr/>
              </a:pPr>
              <a:t>2/26/2021</a:t>
            </a:fld>
            <a:endParaRPr lang="en-US" dirty="0"/>
          </a:p>
        </p:txBody>
      </p:sp>
      <p:sp>
        <p:nvSpPr>
          <p:cNvPr id="9" name="Footer Placeholder 7"/>
          <p:cNvSpPr>
            <a:spLocks noGrp="1"/>
          </p:cNvSpPr>
          <p:nvPr>
            <p:ph type="ftr" sz="quarter" idx="11"/>
          </p:nvPr>
        </p:nvSpPr>
        <p:spPr/>
        <p:txBody>
          <a:bodyPr/>
          <a:lstStyle>
            <a:lvl1pPr>
              <a:defRPr/>
            </a:lvl1pPr>
          </a:lstStyle>
          <a:p>
            <a:pPr>
              <a:defRPr/>
            </a:pPr>
            <a:endParaRPr lang="en-US"/>
          </a:p>
        </p:txBody>
      </p:sp>
      <p:sp>
        <p:nvSpPr>
          <p:cNvPr id="10" name="Slide Number Placeholder 8"/>
          <p:cNvSpPr>
            <a:spLocks noGrp="1"/>
          </p:cNvSpPr>
          <p:nvPr>
            <p:ph type="sldNum" sz="quarter" idx="12"/>
          </p:nvPr>
        </p:nvSpPr>
        <p:spPr/>
        <p:txBody>
          <a:bodyPr/>
          <a:lstStyle>
            <a:lvl1pPr>
              <a:defRPr/>
            </a:lvl1pPr>
          </a:lstStyle>
          <a:p>
            <a:pPr>
              <a:defRPr/>
            </a:pPr>
            <a:fld id="{0999526A-2092-4DD0-8C94-FBD39C62F96F}" type="slidenum">
              <a:rPr lang="en-US"/>
              <a:pPr>
                <a:defRPr/>
              </a:pPr>
              <a:t>‹#›</a:t>
            </a:fld>
            <a:endParaRPr lang="en-US" dirty="0"/>
          </a:p>
        </p:txBody>
      </p:sp>
    </p:spTree>
    <p:extLst>
      <p:ext uri="{BB962C8B-B14F-4D97-AF65-F5344CB8AC3E}">
        <p14:creationId xmlns:p14="http://schemas.microsoft.com/office/powerpoint/2010/main" val="905083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2"/>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p:txBody>
          <a:bodyPr/>
          <a:lstStyle>
            <a:lvl1pPr>
              <a:defRPr>
                <a:solidFill>
                  <a:schemeClr val="accent2"/>
                </a:solidFill>
              </a:defRPr>
            </a:lvl1pPr>
          </a:lstStyle>
          <a:p>
            <a:r>
              <a:rPr lang="en-US" dirty="0"/>
              <a:t>Click to edit Master title style</a:t>
            </a:r>
          </a:p>
        </p:txBody>
      </p:sp>
      <p:sp>
        <p:nvSpPr>
          <p:cNvPr id="4" name="Date Placeholder 2"/>
          <p:cNvSpPr>
            <a:spLocks noGrp="1"/>
          </p:cNvSpPr>
          <p:nvPr>
            <p:ph type="dt" sz="half" idx="10"/>
          </p:nvPr>
        </p:nvSpPr>
        <p:spPr/>
        <p:txBody>
          <a:bodyPr/>
          <a:lstStyle>
            <a:lvl1pPr>
              <a:defRPr/>
            </a:lvl1pPr>
          </a:lstStyle>
          <a:p>
            <a:pPr>
              <a:defRPr/>
            </a:pPr>
            <a:fld id="{CB7FA3B8-74EA-45ED-B799-737CA6822B89}" type="datetimeFigureOut">
              <a:rPr lang="en-US"/>
              <a:pPr>
                <a:defRPr/>
              </a:pPr>
              <a:t>2/26/2021</a:t>
            </a:fld>
            <a:endParaRPr lang="en-US" dirty="0"/>
          </a:p>
        </p:txBody>
      </p:sp>
      <p:sp>
        <p:nvSpPr>
          <p:cNvPr id="5" name="Footer Placeholder 3"/>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pPr>
              <a:defRPr/>
            </a:pPr>
            <a:fld id="{3C6FDBD4-B13A-4BA4-B202-D15934A6172B}" type="slidenum">
              <a:rPr lang="en-US"/>
              <a:pPr>
                <a:defRPr/>
              </a:pPr>
              <a:t>‹#›</a:t>
            </a:fld>
            <a:endParaRPr lang="en-US" dirty="0"/>
          </a:p>
        </p:txBody>
      </p:sp>
    </p:spTree>
    <p:extLst>
      <p:ext uri="{BB962C8B-B14F-4D97-AF65-F5344CB8AC3E}">
        <p14:creationId xmlns:p14="http://schemas.microsoft.com/office/powerpoint/2010/main" val="1782830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p:cNvSpPr/>
          <p:nvPr/>
        </p:nvSpPr>
        <p:spPr>
          <a:xfrm>
            <a:off x="0" y="0"/>
            <a:ext cx="9144000" cy="228600"/>
          </a:xfrm>
          <a:prstGeom prst="rect">
            <a:avLst/>
          </a:prstGeom>
          <a:solidFill>
            <a:schemeClr val="accent2"/>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Date Placeholder 1"/>
          <p:cNvSpPr>
            <a:spLocks noGrp="1"/>
          </p:cNvSpPr>
          <p:nvPr>
            <p:ph type="dt" sz="half" idx="10"/>
          </p:nvPr>
        </p:nvSpPr>
        <p:spPr/>
        <p:txBody>
          <a:bodyPr/>
          <a:lstStyle>
            <a:lvl1pPr>
              <a:defRPr/>
            </a:lvl1pPr>
          </a:lstStyle>
          <a:p>
            <a:pPr>
              <a:defRPr/>
            </a:pPr>
            <a:fld id="{84ECAC4F-D8BA-4163-9AE8-00B0A8870D72}" type="datetimeFigureOut">
              <a:rPr lang="en-US"/>
              <a:pPr>
                <a:defRPr/>
              </a:pPr>
              <a:t>2/26/2021</a:t>
            </a:fld>
            <a:endParaRPr lang="en-US" dirty="0"/>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3"/>
          <p:cNvSpPr>
            <a:spLocks noGrp="1"/>
          </p:cNvSpPr>
          <p:nvPr>
            <p:ph type="sldNum" sz="quarter" idx="12"/>
          </p:nvPr>
        </p:nvSpPr>
        <p:spPr/>
        <p:txBody>
          <a:bodyPr/>
          <a:lstStyle>
            <a:lvl1pPr>
              <a:defRPr/>
            </a:lvl1pPr>
          </a:lstStyle>
          <a:p>
            <a:pPr>
              <a:defRPr/>
            </a:pPr>
            <a:fld id="{E1712C7B-B6D5-4C38-B9EC-F1D5B3BCCDE8}" type="slidenum">
              <a:rPr lang="en-US"/>
              <a:pPr>
                <a:defRPr/>
              </a:pPr>
              <a:t>‹#›</a:t>
            </a:fld>
            <a:endParaRPr lang="en-US" dirty="0"/>
          </a:p>
        </p:txBody>
      </p:sp>
    </p:spTree>
    <p:extLst>
      <p:ext uri="{BB962C8B-B14F-4D97-AF65-F5344CB8AC3E}">
        <p14:creationId xmlns:p14="http://schemas.microsoft.com/office/powerpoint/2010/main" val="4197479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273050"/>
            <a:ext cx="3657600" cy="1162050"/>
          </a:xfrm>
        </p:spPr>
        <p:txBody>
          <a:bodyPr anchor="b"/>
          <a:lstStyle>
            <a:lvl1pPr algn="l">
              <a:defRPr sz="2400" b="1">
                <a:solidFill>
                  <a:schemeClr val="accent2"/>
                </a:solidFill>
              </a:defRPr>
            </a:lvl1pPr>
          </a:lstStyle>
          <a:p>
            <a:r>
              <a:rPr lang="en-US" dirty="0"/>
              <a:t>Click to edit Master title style</a:t>
            </a:r>
          </a:p>
        </p:txBody>
      </p:sp>
      <p:sp>
        <p:nvSpPr>
          <p:cNvPr id="3" name="Content Placeholder 2"/>
          <p:cNvSpPr>
            <a:spLocks noGrp="1"/>
          </p:cNvSpPr>
          <p:nvPr>
            <p:ph idx="1"/>
          </p:nvPr>
        </p:nvSpPr>
        <p:spPr>
          <a:xfrm>
            <a:off x="4419600" y="304800"/>
            <a:ext cx="4267200" cy="5821363"/>
          </a:xfrm>
        </p:spPr>
        <p:txBody>
          <a:bodyPr>
            <a:normAutofit/>
          </a:bodyPr>
          <a:lstStyle>
            <a:lvl1pPr>
              <a:buClr>
                <a:srgbClr val="C00000"/>
              </a:buClr>
              <a:buSzPct val="100000"/>
              <a:buFont typeface="Calibri" pitchFamily="34" charset="0"/>
              <a:buChar char="•"/>
              <a:defRPr sz="2400"/>
            </a:lvl1pPr>
            <a:lvl2pPr marL="742950" indent="-285750">
              <a:buClr>
                <a:schemeClr val="accent2"/>
              </a:buClr>
              <a:buSzPct val="100000"/>
              <a:buFont typeface="Courier New" panose="02070309020205020404" pitchFamily="49" charset="0"/>
              <a:buChar char="o"/>
              <a:defRPr sz="2000"/>
            </a:lvl2pPr>
            <a:lvl3pPr marL="1143000" indent="-228600">
              <a:buClr>
                <a:schemeClr val="accent2"/>
              </a:buClr>
              <a:buSzPct val="100000"/>
              <a:buFont typeface="Wingdings" panose="05000000000000000000" pitchFamily="2" charset="2"/>
              <a:buChar char="v"/>
              <a:defRPr sz="1800"/>
            </a:lvl3pPr>
            <a:lvl4pPr marL="1600200" indent="-228600">
              <a:buClr>
                <a:srgbClr val="C00000"/>
              </a:buClr>
              <a:buSzPct val="100000"/>
              <a:buFont typeface="Wingdings" panose="05000000000000000000" pitchFamily="2" charset="2"/>
              <a:buChar char="Ø"/>
              <a:defRPr sz="1600"/>
            </a:lvl4pPr>
            <a:lvl5pPr marL="2057400" indent="-228600">
              <a:buClr>
                <a:srgbClr val="C00000"/>
              </a:buClr>
              <a:buSzPct val="100000"/>
              <a:buFont typeface="Wingdings" panose="05000000000000000000" pitchFamily="2" charset="2"/>
              <a:buChar char="ü"/>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657600" cy="4691063"/>
          </a:xfrm>
        </p:spPr>
        <p:txBody>
          <a:bodyPr/>
          <a:lstStyle>
            <a:lvl1pPr marL="233363" indent="-233363">
              <a:buClr>
                <a:srgbClr val="C00000"/>
              </a:buClr>
              <a:buSzPct val="100000"/>
              <a:buFont typeface="Calibri" pitchFamily="34" charset="0"/>
              <a:buChar char="•"/>
              <a:defRPr sz="2000"/>
            </a:lvl1pPr>
            <a:lvl2pPr marL="690563" indent="-233363">
              <a:buClr>
                <a:srgbClr val="C00000"/>
              </a:buClr>
              <a:buSzPct val="100000"/>
              <a:buFont typeface="Courier New" panose="02070309020205020404" pitchFamily="49" charset="0"/>
              <a:buChar char="o"/>
              <a:defRPr sz="20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a:p>
            <a:pPr lvl="1"/>
            <a:r>
              <a:rPr lang="en-US" dirty="0"/>
              <a:t>Second level</a:t>
            </a:r>
          </a:p>
        </p:txBody>
      </p:sp>
      <p:sp>
        <p:nvSpPr>
          <p:cNvPr id="6" name="Date Placeholder 4"/>
          <p:cNvSpPr>
            <a:spLocks noGrp="1"/>
          </p:cNvSpPr>
          <p:nvPr>
            <p:ph type="dt" sz="half" idx="10"/>
          </p:nvPr>
        </p:nvSpPr>
        <p:spPr/>
        <p:txBody>
          <a:bodyPr/>
          <a:lstStyle>
            <a:lvl1pPr>
              <a:defRPr/>
            </a:lvl1pPr>
          </a:lstStyle>
          <a:p>
            <a:pPr>
              <a:defRPr/>
            </a:pPr>
            <a:fld id="{5AB2FA0E-78EC-4CA3-9A83-7F17E5EC7DC7}" type="datetimeFigureOut">
              <a:rPr lang="en-US"/>
              <a:pPr>
                <a:defRPr/>
              </a:pPr>
              <a:t>2/26/2021</a:t>
            </a:fld>
            <a:endParaRPr lang="en-US" dirty="0"/>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3129869C-F517-4170-80FF-6AF284CF498E}" type="slidenum">
              <a:rPr lang="en-US"/>
              <a:pPr>
                <a:defRPr/>
              </a:pPr>
              <a:t>‹#›</a:t>
            </a:fld>
            <a:endParaRPr lang="en-US" dirty="0"/>
          </a:p>
        </p:txBody>
      </p:sp>
    </p:spTree>
    <p:extLst>
      <p:ext uri="{BB962C8B-B14F-4D97-AF65-F5344CB8AC3E}">
        <p14:creationId xmlns:p14="http://schemas.microsoft.com/office/powerpoint/2010/main" val="4116761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1792288" y="4800600"/>
            <a:ext cx="5486400" cy="566738"/>
          </a:xfrm>
        </p:spPr>
        <p:txBody>
          <a:bodyPr anchor="b"/>
          <a:lstStyle>
            <a:lvl1pPr algn="l">
              <a:defRPr sz="2000" b="1">
                <a:solidFill>
                  <a:schemeClr val="tx2"/>
                </a:solidFill>
              </a:defRPr>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fld id="{3CC72848-2DF0-413A-AC17-B8C06F98ECEC}" type="datetimeFigureOut">
              <a:rPr lang="en-US"/>
              <a:pPr>
                <a:defRPr/>
              </a:pPr>
              <a:t>2/26/2021</a:t>
            </a:fld>
            <a:endParaRPr lang="en-US" dirty="0"/>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84295C1F-8125-4A6A-8FCC-EA228CB22A1A}" type="slidenum">
              <a:rPr lang="en-US"/>
              <a:pPr>
                <a:defRPr/>
              </a:pPr>
              <a:t>‹#›</a:t>
            </a:fld>
            <a:endParaRPr lang="en-US" dirty="0"/>
          </a:p>
        </p:txBody>
      </p:sp>
    </p:spTree>
    <p:extLst>
      <p:ext uri="{BB962C8B-B14F-4D97-AF65-F5344CB8AC3E}">
        <p14:creationId xmlns:p14="http://schemas.microsoft.com/office/powerpoint/2010/main" val="3489559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C00000"/>
                </a:solidFil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buClr>
                <a:srgbClr val="C00000"/>
              </a:buClr>
              <a:defRPr/>
            </a:lvl1pPr>
            <a:lvl2pPr marL="742950" indent="-285750">
              <a:buClr>
                <a:srgbClr val="C00000"/>
              </a:buClr>
              <a:buFont typeface="Courier New" panose="02070309020205020404" pitchFamily="49" charset="0"/>
              <a:buChar char="o"/>
              <a:defRPr/>
            </a:lvl2pPr>
            <a:lvl3pPr marL="1143000" indent="-228600">
              <a:buClr>
                <a:schemeClr val="accent2"/>
              </a:buClr>
              <a:buFont typeface="Wingdings" panose="05000000000000000000" pitchFamily="2" charset="2"/>
              <a:buChar char="v"/>
              <a:defRPr/>
            </a:lvl3pPr>
            <a:lvl4pPr marL="1600200" indent="-228600">
              <a:buClr>
                <a:schemeClr val="accent2"/>
              </a:buClr>
              <a:buFont typeface="Wingdings" panose="05000000000000000000" pitchFamily="2" charset="2"/>
              <a:buChar char="Ø"/>
              <a:defRPr/>
            </a:lvl4pPr>
            <a:lvl5pPr marL="2057400" indent="-228600">
              <a:buClr>
                <a:srgbClr val="C00000"/>
              </a:buClr>
              <a:buFont typeface="Wingdings" panose="05000000000000000000" pitchFamily="2" charset="2"/>
              <a:buChar char="ü"/>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a:defRPr/>
            </a:pPr>
            <a:fld id="{8575F2E9-6380-45FF-A9D7-C65D986BB972}" type="datetimeFigureOut">
              <a:rPr lang="en-US"/>
              <a:pPr>
                <a:defRPr/>
              </a:pPr>
              <a:t>2/26/2021</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C8E33D2-B6F6-479F-8566-D35F58DF5ECE}" type="slidenum">
              <a:rPr lang="en-US"/>
              <a:pPr>
                <a:defRPr/>
              </a:pPr>
              <a:t>‹#›</a:t>
            </a:fld>
            <a:endParaRPr lang="en-US" dirty="0"/>
          </a:p>
        </p:txBody>
      </p:sp>
    </p:spTree>
    <p:extLst>
      <p:ext uri="{BB962C8B-B14F-4D97-AF65-F5344CB8AC3E}">
        <p14:creationId xmlns:p14="http://schemas.microsoft.com/office/powerpoint/2010/main" val="3771741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lvl1pPr>
              <a:defRPr>
                <a:solidFill>
                  <a:srgbClr val="C00000"/>
                </a:solidFill>
              </a:defRPr>
            </a:lvl1pPr>
          </a:lstStyle>
          <a:p>
            <a:r>
              <a:rPr lang="en-US" dirty="0"/>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lvl1pPr>
              <a:buClr>
                <a:schemeClr val="accent2"/>
              </a:buClr>
              <a:defRPr/>
            </a:lvl1pPr>
            <a:lvl2pPr marL="742950" indent="-285750">
              <a:buClr>
                <a:srgbClr val="C00000"/>
              </a:buClr>
              <a:buFont typeface="Courier New" panose="02070309020205020404" pitchFamily="49" charset="0"/>
              <a:buChar char="o"/>
              <a:defRPr/>
            </a:lvl2pPr>
            <a:lvl3pPr marL="1143000" indent="-228600">
              <a:buClr>
                <a:schemeClr val="accent2"/>
              </a:buClr>
              <a:buFont typeface="Wingdings" panose="05000000000000000000" pitchFamily="2" charset="2"/>
              <a:buChar char="v"/>
              <a:defRPr/>
            </a:lvl3pPr>
            <a:lvl4pPr marL="1600200" indent="-228600">
              <a:buClr>
                <a:schemeClr val="accent2"/>
              </a:buClr>
              <a:buFont typeface="Wingdings" panose="05000000000000000000" pitchFamily="2" charset="2"/>
              <a:buChar char="Ø"/>
              <a:defRPr/>
            </a:lvl4pPr>
            <a:lvl5pPr marL="2057400" indent="-228600">
              <a:buClr>
                <a:srgbClr val="C00000"/>
              </a:buClr>
              <a:buFont typeface="Wingdings" panose="05000000000000000000" pitchFamily="2" charset="2"/>
              <a:buChar char="ü"/>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a:defRPr/>
            </a:pPr>
            <a:fld id="{70AE6794-8E2F-4D8F-8274-10A7538E275B}" type="datetimeFigureOut">
              <a:rPr lang="en-US"/>
              <a:pPr>
                <a:defRPr/>
              </a:pPr>
              <a:t>2/26/2021</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B575C28-2797-438F-8325-40A74C91495C}" type="slidenum">
              <a:rPr lang="en-US"/>
              <a:pPr>
                <a:defRPr/>
              </a:pPr>
              <a:t>‹#›</a:t>
            </a:fld>
            <a:endParaRPr lang="en-US" dirty="0"/>
          </a:p>
        </p:txBody>
      </p:sp>
    </p:spTree>
    <p:extLst>
      <p:ext uri="{BB962C8B-B14F-4D97-AF65-F5344CB8AC3E}">
        <p14:creationId xmlns:p14="http://schemas.microsoft.com/office/powerpoint/2010/main" val="21190057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vl1pPr>
          </a:lstStyle>
          <a:p>
            <a:pPr>
              <a:defRPr/>
            </a:pPr>
            <a:fld id="{E090CDA7-CA2F-4D9A-B7A5-4B792117B6D1}" type="datetimeFigureOut">
              <a:rPr lang="en-US"/>
              <a:pPr>
                <a:defRPr/>
              </a:pPr>
              <a:t>2/26/2021</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6C9D8BF-A93A-4E83-B117-A8D487C70BBA}" type="slidenum">
              <a:rPr lang="en-US"/>
              <a:pPr>
                <a:defRPr/>
              </a:pPr>
              <a:t>‹#›</a:t>
            </a:fld>
            <a:endParaRPr lang="en-US" dirty="0"/>
          </a:p>
        </p:txBody>
      </p:sp>
    </p:spTree>
    <p:extLst>
      <p:ext uri="{BB962C8B-B14F-4D97-AF65-F5344CB8AC3E}">
        <p14:creationId xmlns:p14="http://schemas.microsoft.com/office/powerpoint/2010/main" val="1985563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05BD23F6-244A-4E03-BAE6-C2A33693709E}" type="datetimeFigureOut">
              <a:rPr lang="en-US"/>
              <a:pPr>
                <a:defRPr/>
              </a:pPr>
              <a:t>2/26/2021</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310609F6-E883-4B4A-AC96-B2A8073F0199}" type="slidenum">
              <a:rPr lang="en-US"/>
              <a:pPr>
                <a:defRPr/>
              </a:pPr>
              <a:t>‹#›</a:t>
            </a:fld>
            <a:endParaRPr lang="en-US" dirty="0"/>
          </a:p>
        </p:txBody>
      </p:sp>
      <p:sp>
        <p:nvSpPr>
          <p:cNvPr id="1031" name="Rectangle 6"/>
          <p:cNvSpPr>
            <a:spLocks noChangeArrowheads="1"/>
          </p:cNvSpPr>
          <p:nvPr userDrawn="1"/>
        </p:nvSpPr>
        <p:spPr bwMode="auto">
          <a:xfrm>
            <a:off x="228600" y="6616700"/>
            <a:ext cx="74676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a:r>
              <a:rPr lang="en-US" altLang="en-US" sz="800" dirty="0"/>
              <a:t>© 2018 Cengage Learning.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4026" r:id="rId1"/>
    <p:sldLayoutId id="2147484027" r:id="rId2"/>
    <p:sldLayoutId id="2147484028" r:id="rId3"/>
    <p:sldLayoutId id="2147484029" r:id="rId4"/>
    <p:sldLayoutId id="2147484030" r:id="rId5"/>
    <p:sldLayoutId id="2147484031" r:id="rId6"/>
    <p:sldLayoutId id="2147484032" r:id="rId7"/>
    <p:sldLayoutId id="2147484033" r:id="rId8"/>
    <p:sldLayoutId id="2147484034" r:id="rId9"/>
    <p:sldLayoutId id="2147484023" r:id="rId10"/>
    <p:sldLayoutId id="2147484024" r:id="rId11"/>
    <p:sldLayoutId id="2147484025" r:id="rId12"/>
  </p:sldLayoutIdLst>
  <p:txStyles>
    <p:titleStyle>
      <a:lvl1pPr algn="l" rtl="0" eaLnBrk="0" fontAlgn="base" hangingPunct="0">
        <a:spcBef>
          <a:spcPct val="0"/>
        </a:spcBef>
        <a:spcAft>
          <a:spcPct val="0"/>
        </a:spcAft>
        <a:defRPr sz="3600" kern="1200">
          <a:solidFill>
            <a:schemeClr val="accent2"/>
          </a:solidFill>
          <a:latin typeface="+mj-lt"/>
          <a:ea typeface="+mj-ea"/>
          <a:cs typeface="+mj-cs"/>
        </a:defRPr>
      </a:lvl1pPr>
      <a:lvl2pPr algn="l" rtl="0" eaLnBrk="0" fontAlgn="base" hangingPunct="0">
        <a:spcBef>
          <a:spcPct val="0"/>
        </a:spcBef>
        <a:spcAft>
          <a:spcPct val="0"/>
        </a:spcAft>
        <a:defRPr sz="3600">
          <a:solidFill>
            <a:srgbClr val="00ADEE"/>
          </a:solidFill>
          <a:latin typeface="Calibri" pitchFamily="34" charset="0"/>
        </a:defRPr>
      </a:lvl2pPr>
      <a:lvl3pPr algn="l" rtl="0" eaLnBrk="0" fontAlgn="base" hangingPunct="0">
        <a:spcBef>
          <a:spcPct val="0"/>
        </a:spcBef>
        <a:spcAft>
          <a:spcPct val="0"/>
        </a:spcAft>
        <a:defRPr sz="3600">
          <a:solidFill>
            <a:srgbClr val="00ADEE"/>
          </a:solidFill>
          <a:latin typeface="Calibri" pitchFamily="34" charset="0"/>
        </a:defRPr>
      </a:lvl3pPr>
      <a:lvl4pPr algn="l" rtl="0" eaLnBrk="0" fontAlgn="base" hangingPunct="0">
        <a:spcBef>
          <a:spcPct val="0"/>
        </a:spcBef>
        <a:spcAft>
          <a:spcPct val="0"/>
        </a:spcAft>
        <a:defRPr sz="3600">
          <a:solidFill>
            <a:srgbClr val="00ADEE"/>
          </a:solidFill>
          <a:latin typeface="Calibri" pitchFamily="34" charset="0"/>
        </a:defRPr>
      </a:lvl4pPr>
      <a:lvl5pPr algn="l" rtl="0" eaLnBrk="0" fontAlgn="base" hangingPunct="0">
        <a:spcBef>
          <a:spcPct val="0"/>
        </a:spcBef>
        <a:spcAft>
          <a:spcPct val="0"/>
        </a:spcAft>
        <a:defRPr sz="3600">
          <a:solidFill>
            <a:srgbClr val="00ADEE"/>
          </a:solidFill>
          <a:latin typeface="Calibri" pitchFamily="34" charset="0"/>
        </a:defRPr>
      </a:lvl5pPr>
      <a:lvl6pPr marL="457200" algn="l" rtl="0" eaLnBrk="1" fontAlgn="base" hangingPunct="1">
        <a:spcBef>
          <a:spcPct val="0"/>
        </a:spcBef>
        <a:spcAft>
          <a:spcPct val="0"/>
        </a:spcAft>
        <a:defRPr sz="3600">
          <a:solidFill>
            <a:srgbClr val="687718"/>
          </a:solidFill>
          <a:latin typeface="Calibri" pitchFamily="34" charset="0"/>
        </a:defRPr>
      </a:lvl6pPr>
      <a:lvl7pPr marL="914400" algn="l" rtl="0" eaLnBrk="1" fontAlgn="base" hangingPunct="1">
        <a:spcBef>
          <a:spcPct val="0"/>
        </a:spcBef>
        <a:spcAft>
          <a:spcPct val="0"/>
        </a:spcAft>
        <a:defRPr sz="3600">
          <a:solidFill>
            <a:srgbClr val="687718"/>
          </a:solidFill>
          <a:latin typeface="Calibri" pitchFamily="34" charset="0"/>
        </a:defRPr>
      </a:lvl7pPr>
      <a:lvl8pPr marL="1371600" algn="l" rtl="0" eaLnBrk="1" fontAlgn="base" hangingPunct="1">
        <a:spcBef>
          <a:spcPct val="0"/>
        </a:spcBef>
        <a:spcAft>
          <a:spcPct val="0"/>
        </a:spcAft>
        <a:defRPr sz="3600">
          <a:solidFill>
            <a:srgbClr val="687718"/>
          </a:solidFill>
          <a:latin typeface="Calibri" pitchFamily="34" charset="0"/>
        </a:defRPr>
      </a:lvl8pPr>
      <a:lvl9pPr marL="1828800" algn="l" rtl="0" eaLnBrk="1" fontAlgn="base" hangingPunct="1">
        <a:spcBef>
          <a:spcPct val="0"/>
        </a:spcBef>
        <a:spcAft>
          <a:spcPct val="0"/>
        </a:spcAft>
        <a:defRPr sz="3600">
          <a:solidFill>
            <a:srgbClr val="687718"/>
          </a:solidFill>
          <a:latin typeface="Calibri" pitchFamily="34" charset="0"/>
        </a:defRPr>
      </a:lvl9pPr>
    </p:titleStyle>
    <p:bodyStyle>
      <a:lvl1pPr marL="342900" indent="-342900" algn="l" rtl="0" eaLnBrk="0" fontAlgn="base" hangingPunct="0">
        <a:spcBef>
          <a:spcPct val="20000"/>
        </a:spcBef>
        <a:spcAft>
          <a:spcPct val="0"/>
        </a:spcAft>
        <a:buClr>
          <a:schemeClr val="accent2"/>
        </a:buClr>
        <a:buSzPct val="100000"/>
        <a:buFont typeface="Arial" charset="0"/>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100000"/>
        <a:buFont typeface="Courier New" panose="02070309020205020404" pitchFamily="49" charset="0"/>
        <a:buChar char="o"/>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100000"/>
        <a:buFont typeface="Wingdings" panose="05000000000000000000" pitchFamily="2" charset="2"/>
        <a:buChar char="v"/>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100000"/>
        <a:buFont typeface="Wingdings" panose="05000000000000000000" pitchFamily="2" charset="2"/>
        <a:buChar char="Ø"/>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C00000"/>
        </a:buClr>
        <a:buSzPct val="100000"/>
        <a:buFont typeface="Wingdings" panose="05000000000000000000" pitchFamily="2" charset="2"/>
        <a:buChar char="ü"/>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f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ubtitle 2"/>
          <p:cNvSpPr>
            <a:spLocks noGrp="1"/>
          </p:cNvSpPr>
          <p:nvPr>
            <p:ph type="subTitle" idx="1"/>
          </p:nvPr>
        </p:nvSpPr>
        <p:spPr/>
        <p:txBody>
          <a:bodyPr/>
          <a:lstStyle/>
          <a:p>
            <a:pPr eaLnBrk="1" hangingPunct="1"/>
            <a:r>
              <a:rPr lang="en-US" altLang="en-US" dirty="0" err="1"/>
              <a:t>PMBOK</a:t>
            </a:r>
            <a:r>
              <a:rPr lang="en-US" altLang="en-US" dirty="0"/>
              <a:t> Knowledge Areas</a:t>
            </a:r>
          </a:p>
        </p:txBody>
      </p:sp>
      <p:pic>
        <p:nvPicPr>
          <p:cNvPr id="3" name="Picture 2">
            <a:extLst>
              <a:ext uri="{FF2B5EF4-FFF2-40B4-BE49-F238E27FC236}">
                <a16:creationId xmlns:a16="http://schemas.microsoft.com/office/drawing/2014/main" id="{E9CCE256-5268-437F-8AE3-9DB20FE0D4FA}"/>
              </a:ext>
            </a:extLst>
          </p:cNvPr>
          <p:cNvPicPr>
            <a:picLocks noChangeAspect="1"/>
          </p:cNvPicPr>
          <p:nvPr/>
        </p:nvPicPr>
        <p:blipFill>
          <a:blip r:embed="rId3"/>
          <a:stretch>
            <a:fillRect/>
          </a:stretch>
        </p:blipFill>
        <p:spPr>
          <a:xfrm>
            <a:off x="533400" y="1828800"/>
            <a:ext cx="3314700" cy="942975"/>
          </a:xfrm>
          <a:prstGeom prst="rect">
            <a:avLst/>
          </a:prstGeom>
        </p:spPr>
      </p:pic>
      <p:sp>
        <p:nvSpPr>
          <p:cNvPr id="2" name="Text Placeholder 1">
            <a:extLst>
              <a:ext uri="{FF2B5EF4-FFF2-40B4-BE49-F238E27FC236}">
                <a16:creationId xmlns:a16="http://schemas.microsoft.com/office/drawing/2014/main" id="{D2CF64B6-C02F-4D8B-B1B4-985D5EF88FA0}"/>
              </a:ext>
            </a:extLst>
          </p:cNvPr>
          <p:cNvSpPr>
            <a:spLocks noGrp="1"/>
          </p:cNvSpPr>
          <p:nvPr>
            <p:ph type="body" idx="13"/>
          </p:nvPr>
        </p:nvSpPr>
        <p:spPr>
          <a:xfrm>
            <a:off x="3429000" y="5410200"/>
            <a:ext cx="4572000" cy="890587"/>
          </a:xfrm>
        </p:spPr>
        <p:txBody>
          <a:bodyPr/>
          <a:lstStyle/>
          <a:p>
            <a:r>
              <a:rPr lang="en-GB" dirty="0"/>
              <a:t>Elizabeth </a:t>
            </a:r>
            <a:r>
              <a:rPr lang="en-GB" dirty="0" err="1"/>
              <a:t>Harrin</a:t>
            </a: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DF69A4-9A7D-47E0-B0C8-DD885877590C}"/>
              </a:ext>
            </a:extLst>
          </p:cNvPr>
          <p:cNvSpPr>
            <a:spLocks noGrp="1"/>
          </p:cNvSpPr>
          <p:nvPr>
            <p:ph type="title"/>
          </p:nvPr>
        </p:nvSpPr>
        <p:spPr/>
        <p:txBody>
          <a:bodyPr/>
          <a:lstStyle/>
          <a:p>
            <a:r>
              <a:rPr lang="en-US" sz="4000" dirty="0"/>
              <a:t>Project Phases (Process Groups)</a:t>
            </a:r>
          </a:p>
        </p:txBody>
      </p:sp>
      <p:pic>
        <p:nvPicPr>
          <p:cNvPr id="4" name="Picture 3">
            <a:extLst>
              <a:ext uri="{FF2B5EF4-FFF2-40B4-BE49-F238E27FC236}">
                <a16:creationId xmlns:a16="http://schemas.microsoft.com/office/drawing/2014/main" id="{72432819-516F-4AB5-B8AE-8714005E51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1600200"/>
            <a:ext cx="5181600" cy="4318000"/>
          </a:xfrm>
          <a:prstGeom prst="rect">
            <a:avLst/>
          </a:prstGeom>
        </p:spPr>
      </p:pic>
    </p:spTree>
    <p:extLst>
      <p:ext uri="{BB962C8B-B14F-4D97-AF65-F5344CB8AC3E}">
        <p14:creationId xmlns:p14="http://schemas.microsoft.com/office/powerpoint/2010/main" val="1976328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40FE1A-673D-46C8-A17E-9B57567788BF}"/>
              </a:ext>
            </a:extLst>
          </p:cNvPr>
          <p:cNvSpPr>
            <a:spLocks noGrp="1"/>
          </p:cNvSpPr>
          <p:nvPr>
            <p:ph type="title"/>
          </p:nvPr>
        </p:nvSpPr>
        <p:spPr/>
        <p:txBody>
          <a:bodyPr/>
          <a:lstStyle/>
          <a:p>
            <a:r>
              <a:rPr lang="en-US" sz="4000" dirty="0"/>
              <a:t>Project Phases (Process Groups)</a:t>
            </a:r>
          </a:p>
        </p:txBody>
      </p:sp>
      <p:pic>
        <p:nvPicPr>
          <p:cNvPr id="13" name="Picture 12">
            <a:extLst>
              <a:ext uri="{FF2B5EF4-FFF2-40B4-BE49-F238E27FC236}">
                <a16:creationId xmlns:a16="http://schemas.microsoft.com/office/drawing/2014/main" id="{CFA5B872-2718-4B15-8D88-FFCD20D1DFA8}"/>
              </a:ext>
            </a:extLst>
          </p:cNvPr>
          <p:cNvPicPr>
            <a:picLocks noChangeAspect="1"/>
          </p:cNvPicPr>
          <p:nvPr/>
        </p:nvPicPr>
        <p:blipFill>
          <a:blip r:embed="rId2"/>
          <a:stretch>
            <a:fillRect/>
          </a:stretch>
        </p:blipFill>
        <p:spPr>
          <a:xfrm>
            <a:off x="914400" y="1398588"/>
            <a:ext cx="6829765" cy="4643438"/>
          </a:xfrm>
          <a:prstGeom prst="rect">
            <a:avLst/>
          </a:prstGeom>
        </p:spPr>
      </p:pic>
    </p:spTree>
    <p:extLst>
      <p:ext uri="{BB962C8B-B14F-4D97-AF65-F5344CB8AC3E}">
        <p14:creationId xmlns:p14="http://schemas.microsoft.com/office/powerpoint/2010/main" val="4020420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FF87D-C531-400B-B776-7FF2CB5E4B31}"/>
              </a:ext>
            </a:extLst>
          </p:cNvPr>
          <p:cNvSpPr>
            <a:spLocks noGrp="1"/>
          </p:cNvSpPr>
          <p:nvPr>
            <p:ph type="title"/>
          </p:nvPr>
        </p:nvSpPr>
        <p:spPr/>
        <p:txBody>
          <a:bodyPr/>
          <a:lstStyle/>
          <a:p>
            <a:pPr lvl="0"/>
            <a:r>
              <a:rPr lang="en-US" dirty="0"/>
              <a:t>Knowledge Areas: Definition</a:t>
            </a:r>
            <a:endParaRPr lang="en-US" sz="4800" dirty="0"/>
          </a:p>
        </p:txBody>
      </p:sp>
      <p:sp>
        <p:nvSpPr>
          <p:cNvPr id="3" name="Content Placeholder 2">
            <a:extLst>
              <a:ext uri="{FF2B5EF4-FFF2-40B4-BE49-F238E27FC236}">
                <a16:creationId xmlns:a16="http://schemas.microsoft.com/office/drawing/2014/main" id="{C70104FD-F42A-4EF8-9E38-A379A5A836F8}"/>
              </a:ext>
            </a:extLst>
          </p:cNvPr>
          <p:cNvSpPr>
            <a:spLocks noGrp="1"/>
          </p:cNvSpPr>
          <p:nvPr>
            <p:ph sz="half" idx="1"/>
          </p:nvPr>
        </p:nvSpPr>
        <p:spPr>
          <a:xfrm>
            <a:off x="457200" y="1600200"/>
            <a:ext cx="7848600" cy="4525963"/>
          </a:xfrm>
        </p:spPr>
        <p:txBody>
          <a:bodyPr/>
          <a:lstStyle/>
          <a:p>
            <a:pPr lvl="0"/>
            <a:r>
              <a:rPr lang="en-US" sz="2400" dirty="0"/>
              <a:t>What exactly are ‘Knowledge Areas’? </a:t>
            </a:r>
          </a:p>
          <a:p>
            <a:pPr lvl="0"/>
            <a:r>
              <a:rPr lang="en-US" sz="2400" dirty="0"/>
              <a:t>And why are they so important they have capital letters?</a:t>
            </a:r>
          </a:p>
          <a:p>
            <a:pPr lvl="0"/>
            <a:endParaRPr lang="en-US" sz="2400" dirty="0"/>
          </a:p>
          <a:p>
            <a:pPr lvl="0"/>
            <a:r>
              <a:rPr lang="en-US" sz="2400" dirty="0"/>
              <a:t>PMI defines a Knowledge Area in the </a:t>
            </a:r>
            <a:r>
              <a:rPr lang="en-US" sz="2400" dirty="0" err="1"/>
              <a:t>PMBOK</a:t>
            </a:r>
            <a:r>
              <a:rPr lang="en-US" sz="2400" dirty="0"/>
              <a:t>® Guide — Sixth Edition Glossary like this:</a:t>
            </a:r>
          </a:p>
        </p:txBody>
      </p:sp>
    </p:spTree>
    <p:extLst>
      <p:ext uri="{BB962C8B-B14F-4D97-AF65-F5344CB8AC3E}">
        <p14:creationId xmlns:p14="http://schemas.microsoft.com/office/powerpoint/2010/main" val="3815074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B8CC4-6EE9-4FD3-8292-5EC2D8720CC9}"/>
              </a:ext>
            </a:extLst>
          </p:cNvPr>
          <p:cNvSpPr>
            <a:spLocks noGrp="1"/>
          </p:cNvSpPr>
          <p:nvPr>
            <p:ph type="title"/>
          </p:nvPr>
        </p:nvSpPr>
        <p:spPr/>
        <p:txBody>
          <a:bodyPr/>
          <a:lstStyle/>
          <a:p>
            <a:pPr lvl="0"/>
            <a:r>
              <a:rPr lang="en-US" dirty="0"/>
              <a:t>Knowledge Areas: Definition</a:t>
            </a:r>
          </a:p>
        </p:txBody>
      </p:sp>
      <p:sp>
        <p:nvSpPr>
          <p:cNvPr id="3" name="Content Placeholder 2">
            <a:extLst>
              <a:ext uri="{FF2B5EF4-FFF2-40B4-BE49-F238E27FC236}">
                <a16:creationId xmlns:a16="http://schemas.microsoft.com/office/drawing/2014/main" id="{70163D76-A454-4D24-B6A0-F15F9E5F8A6C}"/>
              </a:ext>
            </a:extLst>
          </p:cNvPr>
          <p:cNvSpPr>
            <a:spLocks noGrp="1"/>
          </p:cNvSpPr>
          <p:nvPr>
            <p:ph sz="half" idx="1"/>
          </p:nvPr>
        </p:nvSpPr>
        <p:spPr>
          <a:xfrm>
            <a:off x="457200" y="1600200"/>
            <a:ext cx="8686800" cy="4525963"/>
          </a:xfrm>
        </p:spPr>
        <p:txBody>
          <a:bodyPr/>
          <a:lstStyle/>
          <a:p>
            <a:pPr lvl="0"/>
            <a:r>
              <a:rPr lang="en-US" dirty="0"/>
              <a:t>How many knowledge areas are there in project management?</a:t>
            </a:r>
          </a:p>
          <a:p>
            <a:pPr lvl="0"/>
            <a:endParaRPr lang="en-US" dirty="0"/>
          </a:p>
          <a:p>
            <a:pPr lvl="0"/>
            <a:r>
              <a:rPr lang="en-US" dirty="0"/>
              <a:t>What are the project management Knowledge Areas?</a:t>
            </a:r>
          </a:p>
          <a:p>
            <a:pPr lvl="0"/>
            <a:endParaRPr lang="en-US" dirty="0"/>
          </a:p>
        </p:txBody>
      </p:sp>
    </p:spTree>
    <p:extLst>
      <p:ext uri="{BB962C8B-B14F-4D97-AF65-F5344CB8AC3E}">
        <p14:creationId xmlns:p14="http://schemas.microsoft.com/office/powerpoint/2010/main" val="1515051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D3B87-0DD0-4DD0-9B64-DE6DA51239C1}"/>
              </a:ext>
            </a:extLst>
          </p:cNvPr>
          <p:cNvSpPr>
            <a:spLocks noGrp="1"/>
          </p:cNvSpPr>
          <p:nvPr>
            <p:ph type="title"/>
          </p:nvPr>
        </p:nvSpPr>
        <p:spPr/>
        <p:txBody>
          <a:bodyPr/>
          <a:lstStyle/>
          <a:p>
            <a:r>
              <a:rPr lang="en-US" dirty="0"/>
              <a:t>Knowledge Areas: Definition</a:t>
            </a:r>
          </a:p>
        </p:txBody>
      </p:sp>
      <p:sp>
        <p:nvSpPr>
          <p:cNvPr id="3" name="Content Placeholder 2">
            <a:extLst>
              <a:ext uri="{FF2B5EF4-FFF2-40B4-BE49-F238E27FC236}">
                <a16:creationId xmlns:a16="http://schemas.microsoft.com/office/drawing/2014/main" id="{0E75214A-166A-4517-9791-695FD73F29B8}"/>
              </a:ext>
            </a:extLst>
          </p:cNvPr>
          <p:cNvSpPr>
            <a:spLocks noGrp="1"/>
          </p:cNvSpPr>
          <p:nvPr>
            <p:ph sz="half" idx="1"/>
          </p:nvPr>
        </p:nvSpPr>
        <p:spPr>
          <a:xfrm>
            <a:off x="457200" y="1600200"/>
            <a:ext cx="8610600" cy="4525963"/>
          </a:xfrm>
        </p:spPr>
        <p:txBody>
          <a:bodyPr/>
          <a:lstStyle/>
          <a:p>
            <a:pPr lvl="0"/>
            <a:r>
              <a:rPr lang="en-US" sz="2400" dirty="0"/>
              <a:t>An identified area of project management defined by its knowledge requirements and described in terms of its component processes, practices, inputs, outputs, tools, and techniques.</a:t>
            </a:r>
          </a:p>
          <a:p>
            <a:pPr lvl="0"/>
            <a:r>
              <a:rPr lang="en-US" sz="2400" dirty="0"/>
              <a:t>Basically, each Knowledge Area (which you might see abbreviated to KA) is a category of concepts and processes with a common goal. </a:t>
            </a:r>
          </a:p>
          <a:p>
            <a:pPr lvl="0"/>
            <a:r>
              <a:rPr lang="en-US" sz="2400" dirty="0"/>
              <a:t>All the things you need to know and do for successful risk management, for example, are bundled under the Risk Management Knowledge Area.</a:t>
            </a:r>
          </a:p>
          <a:p>
            <a:pPr lvl="0"/>
            <a:endParaRPr lang="en-US" sz="2400" dirty="0"/>
          </a:p>
        </p:txBody>
      </p:sp>
    </p:spTree>
    <p:extLst>
      <p:ext uri="{BB962C8B-B14F-4D97-AF65-F5344CB8AC3E}">
        <p14:creationId xmlns:p14="http://schemas.microsoft.com/office/powerpoint/2010/main" val="3515909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29935-74B2-440A-AAED-FF2698FBF65A}"/>
              </a:ext>
            </a:extLst>
          </p:cNvPr>
          <p:cNvSpPr>
            <a:spLocks noGrp="1"/>
          </p:cNvSpPr>
          <p:nvPr>
            <p:ph type="title"/>
          </p:nvPr>
        </p:nvSpPr>
        <p:spPr/>
        <p:txBody>
          <a:bodyPr/>
          <a:lstStyle/>
          <a:p>
            <a:pPr lvl="0"/>
            <a:r>
              <a:rPr lang="en-US" dirty="0"/>
              <a:t>How many knowledge areas are there in project management?</a:t>
            </a:r>
            <a:endParaRPr lang="en-US" sz="4800" dirty="0"/>
          </a:p>
        </p:txBody>
      </p:sp>
      <p:sp>
        <p:nvSpPr>
          <p:cNvPr id="3" name="Content Placeholder 2">
            <a:extLst>
              <a:ext uri="{FF2B5EF4-FFF2-40B4-BE49-F238E27FC236}">
                <a16:creationId xmlns:a16="http://schemas.microsoft.com/office/drawing/2014/main" id="{B509AD35-BBFB-4733-B69E-8F3D40D6CEFD}"/>
              </a:ext>
            </a:extLst>
          </p:cNvPr>
          <p:cNvSpPr>
            <a:spLocks noGrp="1"/>
          </p:cNvSpPr>
          <p:nvPr>
            <p:ph sz="half" idx="1"/>
          </p:nvPr>
        </p:nvSpPr>
        <p:spPr>
          <a:xfrm>
            <a:off x="457200" y="1600200"/>
            <a:ext cx="8229600" cy="4525963"/>
          </a:xfrm>
        </p:spPr>
        <p:txBody>
          <a:bodyPr/>
          <a:lstStyle/>
          <a:p>
            <a:pPr lvl="0"/>
            <a:r>
              <a:rPr lang="en-US" sz="2400" dirty="0"/>
              <a:t>According to the </a:t>
            </a:r>
            <a:r>
              <a:rPr lang="en-US" sz="2400" dirty="0" err="1"/>
              <a:t>PMBOK</a:t>
            </a:r>
            <a:r>
              <a:rPr lang="en-US" sz="2400" dirty="0"/>
              <a:t>® Guide — Sixth Edition, there are 10. </a:t>
            </a:r>
          </a:p>
          <a:p>
            <a:pPr lvl="0"/>
            <a:r>
              <a:rPr lang="en-US" sz="2400" dirty="0"/>
              <a:t>However, as with any discipline that requires working with cross-functional teams, you may find in reality you need to draw on other areas in order to get the job done.</a:t>
            </a:r>
          </a:p>
        </p:txBody>
      </p:sp>
    </p:spTree>
    <p:extLst>
      <p:ext uri="{BB962C8B-B14F-4D97-AF65-F5344CB8AC3E}">
        <p14:creationId xmlns:p14="http://schemas.microsoft.com/office/powerpoint/2010/main" val="2616476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825CF-EFDD-438F-816E-2C79BE94AA93}"/>
              </a:ext>
            </a:extLst>
          </p:cNvPr>
          <p:cNvSpPr>
            <a:spLocks noGrp="1"/>
          </p:cNvSpPr>
          <p:nvPr>
            <p:ph type="title"/>
          </p:nvPr>
        </p:nvSpPr>
        <p:spPr/>
        <p:txBody>
          <a:bodyPr/>
          <a:lstStyle/>
          <a:p>
            <a:pPr lvl="0"/>
            <a:r>
              <a:rPr lang="en-US" dirty="0"/>
              <a:t>10 Knowledge Areas of Project Management</a:t>
            </a:r>
            <a:endParaRPr lang="en-US" sz="4800" dirty="0"/>
          </a:p>
        </p:txBody>
      </p:sp>
      <p:sp>
        <p:nvSpPr>
          <p:cNvPr id="3" name="Content Placeholder 2">
            <a:extLst>
              <a:ext uri="{FF2B5EF4-FFF2-40B4-BE49-F238E27FC236}">
                <a16:creationId xmlns:a16="http://schemas.microsoft.com/office/drawing/2014/main" id="{3D357E7D-35C4-49B8-BC3F-316B6C61EE86}"/>
              </a:ext>
            </a:extLst>
          </p:cNvPr>
          <p:cNvSpPr>
            <a:spLocks noGrp="1"/>
          </p:cNvSpPr>
          <p:nvPr>
            <p:ph sz="half" idx="1"/>
          </p:nvPr>
        </p:nvSpPr>
        <p:spPr>
          <a:xfrm>
            <a:off x="457200" y="1600200"/>
            <a:ext cx="7848600" cy="4525963"/>
          </a:xfrm>
        </p:spPr>
        <p:txBody>
          <a:bodyPr/>
          <a:lstStyle/>
          <a:p>
            <a:pPr lvl="0"/>
            <a:r>
              <a:rPr lang="en-US" sz="2400" dirty="0"/>
              <a:t>They appear in that order as there is some logic to how they map to the project lifecycle. </a:t>
            </a:r>
          </a:p>
          <a:p>
            <a:pPr lvl="0"/>
            <a:r>
              <a:rPr lang="en-US" sz="2400" dirty="0"/>
              <a:t>For example, it helps to know the scope of a project before you plan the schedule. </a:t>
            </a:r>
          </a:p>
          <a:p>
            <a:pPr lvl="0"/>
            <a:r>
              <a:rPr lang="en-US" sz="2400" dirty="0"/>
              <a:t>You need to know the resources before you communicate to them.</a:t>
            </a:r>
          </a:p>
          <a:p>
            <a:pPr lvl="0"/>
            <a:endParaRPr lang="en-US" sz="2400" dirty="0"/>
          </a:p>
          <a:p>
            <a:pPr lvl="0"/>
            <a:r>
              <a:rPr lang="en-US" sz="1800" b="1" i="1" dirty="0"/>
              <a:t>Regardless: if you are going for the </a:t>
            </a:r>
            <a:r>
              <a:rPr lang="en-US" sz="1800" b="1" i="1" dirty="0" err="1"/>
              <a:t>PMP</a:t>
            </a:r>
            <a:r>
              <a:rPr lang="en-US" sz="1800" b="1" i="1" dirty="0"/>
              <a:t>® exam, you will have to memorize the Knowledge Areas and make sure you know them in the correct order (i.e. the order in the list above).</a:t>
            </a:r>
          </a:p>
          <a:p>
            <a:pPr lvl="0"/>
            <a:endParaRPr lang="en-US" sz="2400" dirty="0"/>
          </a:p>
        </p:txBody>
      </p:sp>
    </p:spTree>
    <p:extLst>
      <p:ext uri="{BB962C8B-B14F-4D97-AF65-F5344CB8AC3E}">
        <p14:creationId xmlns:p14="http://schemas.microsoft.com/office/powerpoint/2010/main" val="257279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646DA-0D80-47DC-919E-3365CEA62223}"/>
              </a:ext>
            </a:extLst>
          </p:cNvPr>
          <p:cNvSpPr>
            <a:spLocks noGrp="1"/>
          </p:cNvSpPr>
          <p:nvPr>
            <p:ph type="title"/>
          </p:nvPr>
        </p:nvSpPr>
        <p:spPr/>
        <p:txBody>
          <a:bodyPr/>
          <a:lstStyle/>
          <a:p>
            <a:pPr lvl="0"/>
            <a:r>
              <a:rPr lang="en-US" dirty="0"/>
              <a:t>What are the project management Knowledge Areas?</a:t>
            </a:r>
            <a:endParaRPr lang="en-US" sz="4800" dirty="0"/>
          </a:p>
        </p:txBody>
      </p:sp>
      <p:sp>
        <p:nvSpPr>
          <p:cNvPr id="3" name="Content Placeholder 2">
            <a:extLst>
              <a:ext uri="{FF2B5EF4-FFF2-40B4-BE49-F238E27FC236}">
                <a16:creationId xmlns:a16="http://schemas.microsoft.com/office/drawing/2014/main" id="{0A2B0986-93FD-4BBC-8ADC-24FD49D41A3F}"/>
              </a:ext>
            </a:extLst>
          </p:cNvPr>
          <p:cNvSpPr>
            <a:spLocks noGrp="1"/>
          </p:cNvSpPr>
          <p:nvPr>
            <p:ph sz="half" idx="1"/>
          </p:nvPr>
        </p:nvSpPr>
        <p:spPr>
          <a:xfrm>
            <a:off x="457200" y="1600200"/>
            <a:ext cx="8229600" cy="4525963"/>
          </a:xfrm>
        </p:spPr>
        <p:txBody>
          <a:bodyPr/>
          <a:lstStyle/>
          <a:p>
            <a:pPr marL="457200" lvl="0" indent="-457200">
              <a:buFont typeface="+mj-lt"/>
              <a:buAutoNum type="arabicPeriod"/>
            </a:pPr>
            <a:r>
              <a:rPr lang="en-US" sz="2400" dirty="0"/>
              <a:t>Integration Management</a:t>
            </a:r>
          </a:p>
          <a:p>
            <a:pPr marL="457200" lvl="0" indent="-457200">
              <a:buFont typeface="+mj-lt"/>
              <a:buAutoNum type="arabicPeriod"/>
            </a:pPr>
            <a:r>
              <a:rPr lang="en-US" sz="2400" dirty="0"/>
              <a:t>Scope Management</a:t>
            </a:r>
          </a:p>
          <a:p>
            <a:pPr marL="457200" lvl="0" indent="-457200">
              <a:buFont typeface="+mj-lt"/>
              <a:buAutoNum type="arabicPeriod"/>
            </a:pPr>
            <a:r>
              <a:rPr lang="en-US" sz="2400" dirty="0"/>
              <a:t>Schedule Management</a:t>
            </a:r>
          </a:p>
          <a:p>
            <a:pPr marL="457200" lvl="0" indent="-457200">
              <a:buFont typeface="+mj-lt"/>
              <a:buAutoNum type="arabicPeriod"/>
            </a:pPr>
            <a:r>
              <a:rPr lang="en-US" sz="2400" dirty="0"/>
              <a:t>Cost Management</a:t>
            </a:r>
          </a:p>
          <a:p>
            <a:pPr marL="457200" lvl="0" indent="-457200">
              <a:buFont typeface="+mj-lt"/>
              <a:buAutoNum type="arabicPeriod"/>
            </a:pPr>
            <a:r>
              <a:rPr lang="en-US" sz="2400" dirty="0"/>
              <a:t>Quality Management</a:t>
            </a:r>
          </a:p>
          <a:p>
            <a:pPr marL="457200" lvl="0" indent="-457200">
              <a:buFont typeface="+mj-lt"/>
              <a:buAutoNum type="arabicPeriod"/>
            </a:pPr>
            <a:r>
              <a:rPr lang="en-US" sz="2400" dirty="0"/>
              <a:t>Resource Management</a:t>
            </a:r>
          </a:p>
          <a:p>
            <a:pPr marL="457200" lvl="0" indent="-457200">
              <a:buFont typeface="+mj-lt"/>
              <a:buAutoNum type="arabicPeriod"/>
            </a:pPr>
            <a:r>
              <a:rPr lang="en-US" sz="2400" dirty="0"/>
              <a:t>Communications Management</a:t>
            </a:r>
          </a:p>
          <a:p>
            <a:pPr marL="457200" lvl="0" indent="-457200">
              <a:buFont typeface="+mj-lt"/>
              <a:buAutoNum type="arabicPeriod"/>
            </a:pPr>
            <a:r>
              <a:rPr lang="en-US" sz="2400" dirty="0"/>
              <a:t>Risk Management</a:t>
            </a:r>
          </a:p>
          <a:p>
            <a:pPr marL="457200" lvl="0" indent="-457200">
              <a:buFont typeface="+mj-lt"/>
              <a:buAutoNum type="arabicPeriod"/>
            </a:pPr>
            <a:r>
              <a:rPr lang="en-US" sz="2400" dirty="0"/>
              <a:t>Procurement Management</a:t>
            </a:r>
          </a:p>
          <a:p>
            <a:pPr marL="457200" lvl="0" indent="-457200">
              <a:buFont typeface="+mj-lt"/>
              <a:buAutoNum type="arabicPeriod"/>
            </a:pPr>
            <a:r>
              <a:rPr lang="en-US" sz="2400" dirty="0"/>
              <a:t>Stakeholder Management.</a:t>
            </a:r>
          </a:p>
          <a:p>
            <a:pPr lvl="0"/>
            <a:endParaRPr lang="en-US" sz="2400" dirty="0"/>
          </a:p>
        </p:txBody>
      </p:sp>
    </p:spTree>
    <p:extLst>
      <p:ext uri="{BB962C8B-B14F-4D97-AF65-F5344CB8AC3E}">
        <p14:creationId xmlns:p14="http://schemas.microsoft.com/office/powerpoint/2010/main" val="2086846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8701442-021A-4A39-AFEA-E59FDB705E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0600" y="1066800"/>
            <a:ext cx="7696200" cy="5180135"/>
          </a:xfrm>
          <a:prstGeom prst="rect">
            <a:avLst/>
          </a:prstGeom>
        </p:spPr>
      </p:pic>
      <p:sp>
        <p:nvSpPr>
          <p:cNvPr id="3" name="Title 2">
            <a:extLst>
              <a:ext uri="{FF2B5EF4-FFF2-40B4-BE49-F238E27FC236}">
                <a16:creationId xmlns:a16="http://schemas.microsoft.com/office/drawing/2014/main" id="{136CD30A-675B-49BE-A01C-8EC33B4697E5}"/>
              </a:ext>
            </a:extLst>
          </p:cNvPr>
          <p:cNvSpPr>
            <a:spLocks noGrp="1"/>
          </p:cNvSpPr>
          <p:nvPr>
            <p:ph type="title"/>
          </p:nvPr>
        </p:nvSpPr>
        <p:spPr/>
        <p:txBody>
          <a:bodyPr/>
          <a:lstStyle/>
          <a:p>
            <a:r>
              <a:rPr lang="en-US" sz="4000" dirty="0"/>
              <a:t>Knowledge Areas</a:t>
            </a:r>
          </a:p>
        </p:txBody>
      </p:sp>
    </p:spTree>
    <p:extLst>
      <p:ext uri="{BB962C8B-B14F-4D97-AF65-F5344CB8AC3E}">
        <p14:creationId xmlns:p14="http://schemas.microsoft.com/office/powerpoint/2010/main" val="13724671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D1613A-3304-4111-A15D-24F99D3644D7}"/>
              </a:ext>
            </a:extLst>
          </p:cNvPr>
          <p:cNvSpPr>
            <a:spLocks noGrp="1"/>
          </p:cNvSpPr>
          <p:nvPr>
            <p:ph type="title"/>
          </p:nvPr>
        </p:nvSpPr>
        <p:spPr/>
        <p:txBody>
          <a:bodyPr/>
          <a:lstStyle/>
          <a:p>
            <a:endParaRPr lang="en-US" dirty="0"/>
          </a:p>
        </p:txBody>
      </p:sp>
      <p:pic>
        <p:nvPicPr>
          <p:cNvPr id="4" name="Content Placeholder 4">
            <a:extLst>
              <a:ext uri="{FF2B5EF4-FFF2-40B4-BE49-F238E27FC236}">
                <a16:creationId xmlns:a16="http://schemas.microsoft.com/office/drawing/2014/main" id="{85E76684-E94C-43E4-8C29-1EAF82B8E25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3066" t="3367"/>
          <a:stretch/>
        </p:blipFill>
        <p:spPr>
          <a:xfrm>
            <a:off x="15879" y="418786"/>
            <a:ext cx="9128121" cy="5707378"/>
          </a:xfrm>
        </p:spPr>
      </p:pic>
    </p:spTree>
    <p:extLst>
      <p:ext uri="{BB962C8B-B14F-4D97-AF65-F5344CB8AC3E}">
        <p14:creationId xmlns:p14="http://schemas.microsoft.com/office/powerpoint/2010/main" val="989457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787BE7-E2F0-49BB-B811-029452112482}"/>
              </a:ext>
            </a:extLst>
          </p:cNvPr>
          <p:cNvSpPr>
            <a:spLocks noGrp="1"/>
          </p:cNvSpPr>
          <p:nvPr>
            <p:ph type="title"/>
          </p:nvPr>
        </p:nvSpPr>
        <p:spPr/>
        <p:txBody>
          <a:bodyPr/>
          <a:lstStyle/>
          <a:p>
            <a:endParaRPr lang="en-US" dirty="0"/>
          </a:p>
        </p:txBody>
      </p:sp>
      <p:pic>
        <p:nvPicPr>
          <p:cNvPr id="5" name="Picture 4">
            <a:extLst>
              <a:ext uri="{FF2B5EF4-FFF2-40B4-BE49-F238E27FC236}">
                <a16:creationId xmlns:a16="http://schemas.microsoft.com/office/drawing/2014/main" id="{E2C73287-4A47-4C33-AE09-3B5D48AA7A1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4636"/>
            <a:ext cx="9144000" cy="12934335"/>
          </a:xfrm>
          <a:prstGeom prst="rect">
            <a:avLst/>
          </a:prstGeom>
        </p:spPr>
      </p:pic>
    </p:spTree>
    <p:extLst>
      <p:ext uri="{BB962C8B-B14F-4D97-AF65-F5344CB8AC3E}">
        <p14:creationId xmlns:p14="http://schemas.microsoft.com/office/powerpoint/2010/main" val="39592616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787BE7-E2F0-49BB-B811-029452112482}"/>
              </a:ext>
            </a:extLst>
          </p:cNvPr>
          <p:cNvSpPr>
            <a:spLocks noGrp="1"/>
          </p:cNvSpPr>
          <p:nvPr>
            <p:ph type="title"/>
          </p:nvPr>
        </p:nvSpPr>
        <p:spPr/>
        <p:txBody>
          <a:bodyPr/>
          <a:lstStyle/>
          <a:p>
            <a:endParaRPr lang="en-US" dirty="0"/>
          </a:p>
        </p:txBody>
      </p:sp>
      <p:pic>
        <p:nvPicPr>
          <p:cNvPr id="5" name="Picture 4">
            <a:extLst>
              <a:ext uri="{FF2B5EF4-FFF2-40B4-BE49-F238E27FC236}">
                <a16:creationId xmlns:a16="http://schemas.microsoft.com/office/drawing/2014/main" id="{E2C73287-4A47-4C33-AE09-3B5D48AA7A1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51166"/>
          <a:stretch/>
        </p:blipFill>
        <p:spPr>
          <a:xfrm>
            <a:off x="0" y="541663"/>
            <a:ext cx="9144000" cy="6316337"/>
          </a:xfrm>
          <a:prstGeom prst="rect">
            <a:avLst/>
          </a:prstGeom>
        </p:spPr>
      </p:pic>
    </p:spTree>
    <p:extLst>
      <p:ext uri="{BB962C8B-B14F-4D97-AF65-F5344CB8AC3E}">
        <p14:creationId xmlns:p14="http://schemas.microsoft.com/office/powerpoint/2010/main" val="29939328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568FE-3307-458B-B55A-73B6915C328B}"/>
              </a:ext>
            </a:extLst>
          </p:cNvPr>
          <p:cNvSpPr>
            <a:spLocks noGrp="1"/>
          </p:cNvSpPr>
          <p:nvPr>
            <p:ph type="title"/>
          </p:nvPr>
        </p:nvSpPr>
        <p:spPr/>
        <p:txBody>
          <a:bodyPr/>
          <a:lstStyle/>
          <a:p>
            <a:pPr lvl="0"/>
            <a:r>
              <a:rPr lang="en-US" dirty="0"/>
              <a:t>1. Integration Management</a:t>
            </a:r>
            <a:endParaRPr lang="en-US" sz="4800" dirty="0"/>
          </a:p>
        </p:txBody>
      </p:sp>
      <p:sp>
        <p:nvSpPr>
          <p:cNvPr id="3" name="Content Placeholder 2">
            <a:extLst>
              <a:ext uri="{FF2B5EF4-FFF2-40B4-BE49-F238E27FC236}">
                <a16:creationId xmlns:a16="http://schemas.microsoft.com/office/drawing/2014/main" id="{C1E6BDCA-3B44-4774-9E38-27793F9FE979}"/>
              </a:ext>
            </a:extLst>
          </p:cNvPr>
          <p:cNvSpPr>
            <a:spLocks noGrp="1"/>
          </p:cNvSpPr>
          <p:nvPr>
            <p:ph sz="half" idx="1"/>
          </p:nvPr>
        </p:nvSpPr>
        <p:spPr>
          <a:xfrm>
            <a:off x="457200" y="1600200"/>
            <a:ext cx="8001000" cy="4525963"/>
          </a:xfrm>
        </p:spPr>
        <p:txBody>
          <a:bodyPr/>
          <a:lstStyle/>
          <a:p>
            <a:pPr lvl="0"/>
            <a:r>
              <a:rPr lang="en-US" sz="2400" dirty="0"/>
              <a:t>Project Integration Management is the hardest KA to get your head around because (in my opinion) it feels so vague.</a:t>
            </a:r>
          </a:p>
          <a:p>
            <a:pPr lvl="0"/>
            <a:r>
              <a:rPr lang="en-US" sz="2400" dirty="0"/>
              <a:t>The point of this whole Knowledge Area is to make it clear that everything about project management overlaps and needs to be managed as a holistic whole.</a:t>
            </a:r>
          </a:p>
          <a:p>
            <a:pPr lvl="0"/>
            <a:r>
              <a:rPr lang="en-US" sz="2400" dirty="0"/>
              <a:t>In other words, you can’t ‘do’ schedule management and ignore what the impacts of that might be on people, risk, communications, cost and the rest. This is the domain where you have to manage interdependencies between pretty much everything on the project.</a:t>
            </a:r>
          </a:p>
          <a:p>
            <a:pPr lvl="0"/>
            <a:endParaRPr lang="en-US" sz="2400" dirty="0"/>
          </a:p>
        </p:txBody>
      </p:sp>
    </p:spTree>
    <p:extLst>
      <p:ext uri="{BB962C8B-B14F-4D97-AF65-F5344CB8AC3E}">
        <p14:creationId xmlns:p14="http://schemas.microsoft.com/office/powerpoint/2010/main" val="181934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A8D4F-A405-493A-BF98-4A7D7127A585}"/>
              </a:ext>
            </a:extLst>
          </p:cNvPr>
          <p:cNvSpPr>
            <a:spLocks noGrp="1"/>
          </p:cNvSpPr>
          <p:nvPr>
            <p:ph type="title"/>
          </p:nvPr>
        </p:nvSpPr>
        <p:spPr/>
        <p:txBody>
          <a:bodyPr/>
          <a:lstStyle/>
          <a:p>
            <a:pPr lvl="0"/>
            <a:r>
              <a:rPr lang="en-US" dirty="0"/>
              <a:t>2. Scope Management</a:t>
            </a:r>
            <a:endParaRPr lang="en-US" sz="4800" dirty="0"/>
          </a:p>
        </p:txBody>
      </p:sp>
      <p:sp>
        <p:nvSpPr>
          <p:cNvPr id="3" name="Content Placeholder 2">
            <a:extLst>
              <a:ext uri="{FF2B5EF4-FFF2-40B4-BE49-F238E27FC236}">
                <a16:creationId xmlns:a16="http://schemas.microsoft.com/office/drawing/2014/main" id="{C9B11983-41D9-4F14-9B76-3C44AC16BF05}"/>
              </a:ext>
            </a:extLst>
          </p:cNvPr>
          <p:cNvSpPr>
            <a:spLocks noGrp="1"/>
          </p:cNvSpPr>
          <p:nvPr>
            <p:ph sz="half" idx="1"/>
          </p:nvPr>
        </p:nvSpPr>
        <p:spPr>
          <a:xfrm>
            <a:off x="457200" y="1600200"/>
            <a:ext cx="8229600" cy="4525963"/>
          </a:xfrm>
        </p:spPr>
        <p:txBody>
          <a:bodyPr/>
          <a:lstStyle/>
          <a:p>
            <a:pPr lvl="0"/>
            <a:r>
              <a:rPr lang="en-US" sz="2400" dirty="0"/>
              <a:t>This Knowledge Area looks at everything to do with managing project scope.</a:t>
            </a:r>
          </a:p>
          <a:p>
            <a:pPr lvl="0"/>
            <a:r>
              <a:rPr lang="en-US" sz="2400" dirty="0"/>
              <a:t>Ultimately, the end result is that once you have worked through the relevant processes, you know what the project is going to deliver.</a:t>
            </a:r>
          </a:p>
          <a:p>
            <a:pPr lvl="0"/>
            <a:r>
              <a:rPr lang="en-US" sz="2400" dirty="0"/>
              <a:t>That includes requirements (full or as full as is appropriate at this point in time) and a work breakdown structure if you use one.</a:t>
            </a:r>
          </a:p>
          <a:p>
            <a:pPr lvl="0"/>
            <a:r>
              <a:rPr lang="en-US" sz="1800" b="1" i="1" dirty="0"/>
              <a:t>Tip: Don’t get hung up on creating a WBS. If it isn’t a helpful tool for you, in real life you don’t have to use it! But you will need to know about them if you intend to go for the </a:t>
            </a:r>
            <a:r>
              <a:rPr lang="en-US" sz="1800" b="1" i="1" dirty="0" err="1"/>
              <a:t>PMP</a:t>
            </a:r>
            <a:r>
              <a:rPr lang="en-US" sz="1800" b="1" i="1" dirty="0"/>
              <a:t>® exam.</a:t>
            </a:r>
          </a:p>
          <a:p>
            <a:pPr lvl="0"/>
            <a:endParaRPr lang="en-US" sz="2400" dirty="0"/>
          </a:p>
        </p:txBody>
      </p:sp>
    </p:spTree>
    <p:extLst>
      <p:ext uri="{BB962C8B-B14F-4D97-AF65-F5344CB8AC3E}">
        <p14:creationId xmlns:p14="http://schemas.microsoft.com/office/powerpoint/2010/main" val="16315377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C0A82-78BE-4695-A01D-3F6C6CA06296}"/>
              </a:ext>
            </a:extLst>
          </p:cNvPr>
          <p:cNvSpPr>
            <a:spLocks noGrp="1"/>
          </p:cNvSpPr>
          <p:nvPr>
            <p:ph type="title"/>
          </p:nvPr>
        </p:nvSpPr>
        <p:spPr/>
        <p:txBody>
          <a:bodyPr/>
          <a:lstStyle/>
          <a:p>
            <a:pPr lvl="0"/>
            <a:r>
              <a:rPr lang="en-US" dirty="0"/>
              <a:t>3. Schedule Management</a:t>
            </a:r>
            <a:endParaRPr lang="en-US" sz="4800" dirty="0"/>
          </a:p>
        </p:txBody>
      </p:sp>
      <p:sp>
        <p:nvSpPr>
          <p:cNvPr id="3" name="Content Placeholder 2">
            <a:extLst>
              <a:ext uri="{FF2B5EF4-FFF2-40B4-BE49-F238E27FC236}">
                <a16:creationId xmlns:a16="http://schemas.microsoft.com/office/drawing/2014/main" id="{88B9CF1D-3E50-4A70-865F-7F6691FF7465}"/>
              </a:ext>
            </a:extLst>
          </p:cNvPr>
          <p:cNvSpPr>
            <a:spLocks noGrp="1"/>
          </p:cNvSpPr>
          <p:nvPr>
            <p:ph sz="half" idx="1"/>
          </p:nvPr>
        </p:nvSpPr>
        <p:spPr>
          <a:xfrm>
            <a:off x="457200" y="1600200"/>
            <a:ext cx="8001000" cy="4525963"/>
          </a:xfrm>
        </p:spPr>
        <p:txBody>
          <a:bodyPr/>
          <a:lstStyle/>
          <a:p>
            <a:pPr lvl="0"/>
            <a:r>
              <a:rPr lang="en-US" sz="2400" dirty="0"/>
              <a:t>Project Schedule Management is all about making a detailed plan to tell everyone when the project will deliver what is in the requirements.</a:t>
            </a:r>
          </a:p>
          <a:p>
            <a:pPr lvl="0"/>
            <a:r>
              <a:rPr lang="en-US" sz="2400" dirty="0"/>
              <a:t>Schedule management overlaps heavily with comms, as the timeline for the project is of major interest to stakeholders. </a:t>
            </a:r>
          </a:p>
          <a:p>
            <a:pPr lvl="0"/>
            <a:r>
              <a:rPr lang="en-US" sz="2400" dirty="0"/>
              <a:t>It’s a key document that you’ll use to manage stakeholders’ expectations.</a:t>
            </a:r>
          </a:p>
          <a:p>
            <a:pPr lvl="0"/>
            <a:r>
              <a:rPr lang="en-US" sz="2400" dirty="0"/>
              <a:t>And you use it to track progress.</a:t>
            </a:r>
          </a:p>
          <a:p>
            <a:pPr lvl="0"/>
            <a:r>
              <a:rPr lang="en-US" sz="2400" dirty="0"/>
              <a:t>There are a number of different techniques for tracking schedule progress including earned value management and percent complete. </a:t>
            </a:r>
          </a:p>
        </p:txBody>
      </p:sp>
    </p:spTree>
    <p:extLst>
      <p:ext uri="{BB962C8B-B14F-4D97-AF65-F5344CB8AC3E}">
        <p14:creationId xmlns:p14="http://schemas.microsoft.com/office/powerpoint/2010/main" val="3480632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C3F66-CF64-4D4F-8BDF-412C8CB546CE}"/>
              </a:ext>
            </a:extLst>
          </p:cNvPr>
          <p:cNvSpPr>
            <a:spLocks noGrp="1"/>
          </p:cNvSpPr>
          <p:nvPr>
            <p:ph type="title"/>
          </p:nvPr>
        </p:nvSpPr>
        <p:spPr/>
        <p:txBody>
          <a:bodyPr/>
          <a:lstStyle/>
          <a:p>
            <a:r>
              <a:rPr lang="en-US" dirty="0"/>
              <a:t>3. Schedule Management</a:t>
            </a:r>
          </a:p>
        </p:txBody>
      </p:sp>
      <p:sp>
        <p:nvSpPr>
          <p:cNvPr id="3" name="Content Placeholder 2">
            <a:extLst>
              <a:ext uri="{FF2B5EF4-FFF2-40B4-BE49-F238E27FC236}">
                <a16:creationId xmlns:a16="http://schemas.microsoft.com/office/drawing/2014/main" id="{65AD9E84-05E4-4A32-B06C-9DCAAF9061DA}"/>
              </a:ext>
            </a:extLst>
          </p:cNvPr>
          <p:cNvSpPr>
            <a:spLocks noGrp="1"/>
          </p:cNvSpPr>
          <p:nvPr>
            <p:ph sz="half" idx="1"/>
          </p:nvPr>
        </p:nvSpPr>
        <p:spPr>
          <a:xfrm>
            <a:off x="457200" y="1600200"/>
            <a:ext cx="8229600" cy="4525963"/>
          </a:xfrm>
        </p:spPr>
        <p:txBody>
          <a:bodyPr/>
          <a:lstStyle/>
          <a:p>
            <a:pPr lvl="0"/>
            <a:r>
              <a:rPr lang="en-US" sz="2400" dirty="0"/>
              <a:t>There is a whole other PMI practice standard for scheduling, so this KA doesn’t have a ton of detail in about the ‘how’.</a:t>
            </a:r>
          </a:p>
          <a:p>
            <a:pPr lvl="0"/>
            <a:r>
              <a:rPr lang="en-US" sz="2400" dirty="0"/>
              <a:t>In this KA, you cover everything to do with defining the work required to deliver the scope, </a:t>
            </a:r>
          </a:p>
          <a:p>
            <a:pPr lvl="1"/>
            <a:r>
              <a:rPr lang="en-US" sz="2000" dirty="0"/>
              <a:t>putting those tasks in the right order, </a:t>
            </a:r>
          </a:p>
          <a:p>
            <a:pPr lvl="1"/>
            <a:r>
              <a:rPr lang="en-US" sz="2000" dirty="0"/>
              <a:t>estimating how long they will take to do and, </a:t>
            </a:r>
          </a:p>
          <a:p>
            <a:pPr lvl="1"/>
            <a:r>
              <a:rPr lang="en-US" sz="2000" dirty="0"/>
              <a:t>building the project schedule.</a:t>
            </a:r>
          </a:p>
          <a:p>
            <a:pPr lvl="0"/>
            <a:r>
              <a:rPr lang="en-US" sz="2400" dirty="0"/>
              <a:t>The domain also covers keeping the schedule up to date.</a:t>
            </a:r>
          </a:p>
          <a:p>
            <a:pPr lvl="0"/>
            <a:r>
              <a:rPr lang="en-US" sz="2400" dirty="0"/>
              <a:t>You’ll often see schedule management and cost management on project management job descriptions, because they are the technical skills employers want to know you can do.</a:t>
            </a:r>
          </a:p>
          <a:p>
            <a:pPr lvl="0"/>
            <a:endParaRPr lang="en-US" sz="2400" dirty="0"/>
          </a:p>
        </p:txBody>
      </p:sp>
    </p:spTree>
    <p:extLst>
      <p:ext uri="{BB962C8B-B14F-4D97-AF65-F5344CB8AC3E}">
        <p14:creationId xmlns:p14="http://schemas.microsoft.com/office/powerpoint/2010/main" val="3649555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89886-65D9-46F5-A5D9-AB7D546CF59C}"/>
              </a:ext>
            </a:extLst>
          </p:cNvPr>
          <p:cNvSpPr>
            <a:spLocks noGrp="1"/>
          </p:cNvSpPr>
          <p:nvPr>
            <p:ph type="title"/>
          </p:nvPr>
        </p:nvSpPr>
        <p:spPr/>
        <p:txBody>
          <a:bodyPr/>
          <a:lstStyle/>
          <a:p>
            <a:pPr lvl="0"/>
            <a:r>
              <a:rPr lang="en-US" dirty="0"/>
              <a:t>4. Cost Management</a:t>
            </a:r>
            <a:endParaRPr lang="en-US" sz="4800" dirty="0"/>
          </a:p>
        </p:txBody>
      </p:sp>
      <p:sp>
        <p:nvSpPr>
          <p:cNvPr id="3" name="Content Placeholder 2">
            <a:extLst>
              <a:ext uri="{FF2B5EF4-FFF2-40B4-BE49-F238E27FC236}">
                <a16:creationId xmlns:a16="http://schemas.microsoft.com/office/drawing/2014/main" id="{E8237F84-22E7-4E39-9CF3-B97E2B20F2A2}"/>
              </a:ext>
            </a:extLst>
          </p:cNvPr>
          <p:cNvSpPr>
            <a:spLocks noGrp="1"/>
          </p:cNvSpPr>
          <p:nvPr>
            <p:ph sz="half" idx="1"/>
          </p:nvPr>
        </p:nvSpPr>
        <p:spPr>
          <a:xfrm>
            <a:off x="457200" y="1600200"/>
            <a:ext cx="8229600" cy="4525963"/>
          </a:xfrm>
        </p:spPr>
        <p:txBody>
          <a:bodyPr/>
          <a:lstStyle/>
          <a:p>
            <a:pPr lvl="0"/>
            <a:r>
              <a:rPr lang="en-US" sz="2400" dirty="0"/>
              <a:t>Cost management is basically managing project funding.</a:t>
            </a:r>
          </a:p>
          <a:p>
            <a:pPr lvl="0"/>
            <a:r>
              <a:rPr lang="en-US" sz="2400" dirty="0"/>
              <a:t>Under the umbrella of cost management, you will:</a:t>
            </a:r>
          </a:p>
          <a:p>
            <a:pPr lvl="1"/>
            <a:r>
              <a:rPr lang="en-US" sz="2000" dirty="0"/>
              <a:t>Plan how much you are going to approach budgeting</a:t>
            </a:r>
          </a:p>
          <a:p>
            <a:pPr lvl="1"/>
            <a:r>
              <a:rPr lang="en-US" sz="2000" dirty="0"/>
              <a:t>Estimate your costs</a:t>
            </a:r>
          </a:p>
          <a:p>
            <a:pPr lvl="1"/>
            <a:r>
              <a:rPr lang="en-US" sz="2000" dirty="0"/>
              <a:t>Create the project budget</a:t>
            </a:r>
          </a:p>
          <a:p>
            <a:pPr lvl="1"/>
            <a:r>
              <a:rPr lang="en-US" sz="2000" dirty="0"/>
              <a:t>Track and control the budget (using a budget tracking spreadsheet)</a:t>
            </a:r>
          </a:p>
          <a:p>
            <a:pPr lvl="0"/>
            <a:endParaRPr lang="en-US" sz="2400" dirty="0"/>
          </a:p>
          <a:p>
            <a:pPr lvl="0"/>
            <a:r>
              <a:rPr lang="en-US" sz="2400" dirty="0"/>
              <a:t>Many project managers on smaller projects don’t have the final say on how much money is allocated to their project, or final sign off on how it is spent. </a:t>
            </a:r>
          </a:p>
          <a:p>
            <a:pPr lvl="0"/>
            <a:r>
              <a:rPr lang="en-US" sz="1800" b="1" i="1" dirty="0"/>
              <a:t>Thought: This is unfortunate. If you are going to do the job, you should have authority to do it all.</a:t>
            </a:r>
          </a:p>
        </p:txBody>
      </p:sp>
    </p:spTree>
    <p:extLst>
      <p:ext uri="{BB962C8B-B14F-4D97-AF65-F5344CB8AC3E}">
        <p14:creationId xmlns:p14="http://schemas.microsoft.com/office/powerpoint/2010/main" val="2908856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CC55A-6651-40CF-B69F-87A83516B649}"/>
              </a:ext>
            </a:extLst>
          </p:cNvPr>
          <p:cNvSpPr>
            <a:spLocks noGrp="1"/>
          </p:cNvSpPr>
          <p:nvPr>
            <p:ph type="title"/>
          </p:nvPr>
        </p:nvSpPr>
        <p:spPr/>
        <p:txBody>
          <a:bodyPr/>
          <a:lstStyle/>
          <a:p>
            <a:r>
              <a:rPr lang="en-US" dirty="0"/>
              <a:t>4. Cost Management</a:t>
            </a:r>
          </a:p>
        </p:txBody>
      </p:sp>
      <p:sp>
        <p:nvSpPr>
          <p:cNvPr id="3" name="Content Placeholder 2">
            <a:extLst>
              <a:ext uri="{FF2B5EF4-FFF2-40B4-BE49-F238E27FC236}">
                <a16:creationId xmlns:a16="http://schemas.microsoft.com/office/drawing/2014/main" id="{5F604DBF-4F5A-4A63-B7C9-5FEE47245C9A}"/>
              </a:ext>
            </a:extLst>
          </p:cNvPr>
          <p:cNvSpPr>
            <a:spLocks noGrp="1"/>
          </p:cNvSpPr>
          <p:nvPr>
            <p:ph sz="half" idx="1"/>
          </p:nvPr>
        </p:nvSpPr>
        <p:spPr>
          <a:xfrm>
            <a:off x="457200" y="1600200"/>
            <a:ext cx="8382000" cy="4525963"/>
          </a:xfrm>
        </p:spPr>
        <p:txBody>
          <a:bodyPr/>
          <a:lstStyle/>
          <a:p>
            <a:pPr lvl="0"/>
            <a:r>
              <a:rPr lang="en-US" sz="2400" dirty="0"/>
              <a:t>However, I think many managers in the sponsorship role prefer to hold the purse strings themselves. It’s a shame, as they could delegate this to their project managers.</a:t>
            </a:r>
          </a:p>
          <a:p>
            <a:pPr lvl="0"/>
            <a:r>
              <a:rPr lang="en-US" sz="2400" dirty="0"/>
              <a:t>You need to understand how your organization expects you to handle finances on your project.</a:t>
            </a:r>
          </a:p>
          <a:p>
            <a:pPr lvl="0"/>
            <a:r>
              <a:rPr lang="en-US" sz="2400" dirty="0"/>
              <a:t>Whether it’s you raising purchase orders and approving invoices or your sponsor, get the process clear in your own head so that funding isn’t a cause of delay.</a:t>
            </a:r>
          </a:p>
          <a:p>
            <a:pPr lvl="0"/>
            <a:endParaRPr lang="en-US" sz="2400" dirty="0"/>
          </a:p>
        </p:txBody>
      </p:sp>
    </p:spTree>
    <p:extLst>
      <p:ext uri="{BB962C8B-B14F-4D97-AF65-F5344CB8AC3E}">
        <p14:creationId xmlns:p14="http://schemas.microsoft.com/office/powerpoint/2010/main" val="36957668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98A77-56F0-4AF3-B4F9-7E2FC2657241}"/>
              </a:ext>
            </a:extLst>
          </p:cNvPr>
          <p:cNvSpPr>
            <a:spLocks noGrp="1"/>
          </p:cNvSpPr>
          <p:nvPr>
            <p:ph type="title"/>
          </p:nvPr>
        </p:nvSpPr>
        <p:spPr/>
        <p:txBody>
          <a:bodyPr/>
          <a:lstStyle/>
          <a:p>
            <a:pPr lvl="0"/>
            <a:r>
              <a:rPr lang="en-US" dirty="0"/>
              <a:t>5. Quality Management</a:t>
            </a:r>
            <a:endParaRPr lang="en-US" sz="4800" dirty="0"/>
          </a:p>
        </p:txBody>
      </p:sp>
      <p:sp>
        <p:nvSpPr>
          <p:cNvPr id="3" name="Content Placeholder 2">
            <a:extLst>
              <a:ext uri="{FF2B5EF4-FFF2-40B4-BE49-F238E27FC236}">
                <a16:creationId xmlns:a16="http://schemas.microsoft.com/office/drawing/2014/main" id="{855050F6-D4F1-4BA4-86D3-FC193489AFFB}"/>
              </a:ext>
            </a:extLst>
          </p:cNvPr>
          <p:cNvSpPr>
            <a:spLocks noGrp="1"/>
          </p:cNvSpPr>
          <p:nvPr>
            <p:ph sz="half" idx="1"/>
          </p:nvPr>
        </p:nvSpPr>
        <p:spPr>
          <a:xfrm>
            <a:off x="457200" y="1600200"/>
            <a:ext cx="8382000" cy="4525963"/>
          </a:xfrm>
        </p:spPr>
        <p:txBody>
          <a:bodyPr/>
          <a:lstStyle/>
          <a:p>
            <a:pPr lvl="0"/>
            <a:r>
              <a:rPr lang="en-US" sz="2400" dirty="0"/>
              <a:t>It would be nice to think that quality was something formal covered on every project, but in practice, and the experience of the project managers, quality isn’t often considered formally.</a:t>
            </a:r>
          </a:p>
          <a:p>
            <a:pPr lvl="0"/>
            <a:r>
              <a:rPr lang="en-US" sz="2400" b="1" dirty="0"/>
              <a:t>Obviously it depends on the project. </a:t>
            </a:r>
          </a:p>
          <a:p>
            <a:pPr lvl="1"/>
            <a:r>
              <a:rPr lang="en-US" sz="2000" i="1" dirty="0"/>
              <a:t>If you are opening a factory that makes bricks, you want every single brick to adhere to quality criteria that make it safe for building works.</a:t>
            </a:r>
          </a:p>
          <a:p>
            <a:pPr lvl="0"/>
            <a:endParaRPr lang="en-US" sz="2400" dirty="0"/>
          </a:p>
          <a:p>
            <a:pPr lvl="0"/>
            <a:r>
              <a:rPr lang="en-US" sz="2400" dirty="0"/>
              <a:t>Many knowledge work-related projects don’t take the same regimented approach to quality. However, it’s an important Knowledge Area to be aware of and use as appropriate to ensure a quality result on your project.</a:t>
            </a:r>
          </a:p>
        </p:txBody>
      </p:sp>
    </p:spTree>
    <p:extLst>
      <p:ext uri="{BB962C8B-B14F-4D97-AF65-F5344CB8AC3E}">
        <p14:creationId xmlns:p14="http://schemas.microsoft.com/office/powerpoint/2010/main" val="30024446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7CE1C-5D2C-4D6B-9BAB-135101203837}"/>
              </a:ext>
            </a:extLst>
          </p:cNvPr>
          <p:cNvSpPr>
            <a:spLocks noGrp="1"/>
          </p:cNvSpPr>
          <p:nvPr>
            <p:ph type="title"/>
          </p:nvPr>
        </p:nvSpPr>
        <p:spPr/>
        <p:txBody>
          <a:bodyPr/>
          <a:lstStyle/>
          <a:p>
            <a:pPr lvl="0"/>
            <a:r>
              <a:rPr lang="en-US" sz="4400" dirty="0"/>
              <a:t>5. Quality Management</a:t>
            </a:r>
            <a:endParaRPr lang="en-US" sz="6000" dirty="0"/>
          </a:p>
        </p:txBody>
      </p:sp>
      <p:sp>
        <p:nvSpPr>
          <p:cNvPr id="3" name="Content Placeholder 2">
            <a:extLst>
              <a:ext uri="{FF2B5EF4-FFF2-40B4-BE49-F238E27FC236}">
                <a16:creationId xmlns:a16="http://schemas.microsoft.com/office/drawing/2014/main" id="{6244CD50-2CF2-4103-9EED-E176E97DCEFF}"/>
              </a:ext>
            </a:extLst>
          </p:cNvPr>
          <p:cNvSpPr>
            <a:spLocks noGrp="1"/>
          </p:cNvSpPr>
          <p:nvPr>
            <p:ph sz="half" idx="1"/>
          </p:nvPr>
        </p:nvSpPr>
        <p:spPr>
          <a:xfrm>
            <a:off x="457200" y="1600200"/>
            <a:ext cx="8077200" cy="4525963"/>
          </a:xfrm>
        </p:spPr>
        <p:txBody>
          <a:bodyPr/>
          <a:lstStyle/>
          <a:p>
            <a:pPr lvl="0"/>
            <a:r>
              <a:rPr lang="en-US" sz="2400" dirty="0"/>
              <a:t>Project Quality Management involves: </a:t>
            </a:r>
          </a:p>
          <a:p>
            <a:pPr lvl="1"/>
            <a:r>
              <a:rPr lang="en-US" dirty="0"/>
              <a:t>preparing a quality management plan with metrics. </a:t>
            </a:r>
          </a:p>
          <a:p>
            <a:pPr lvl="1"/>
            <a:r>
              <a:rPr lang="en-US" dirty="0"/>
              <a:t>Then implement the plan, </a:t>
            </a:r>
          </a:p>
          <a:p>
            <a:pPr lvl="1"/>
            <a:r>
              <a:rPr lang="en-US" dirty="0"/>
              <a:t>carry out quality-related tasks and </a:t>
            </a:r>
          </a:p>
          <a:p>
            <a:pPr lvl="1"/>
            <a:r>
              <a:rPr lang="en-US" dirty="0"/>
              <a:t>making course-corrections as necessary to keep your project delivering the outputs you expect.</a:t>
            </a:r>
          </a:p>
          <a:p>
            <a:pPr lvl="0"/>
            <a:endParaRPr lang="en-US" sz="2400" dirty="0"/>
          </a:p>
        </p:txBody>
      </p:sp>
    </p:spTree>
    <p:extLst>
      <p:ext uri="{BB962C8B-B14F-4D97-AF65-F5344CB8AC3E}">
        <p14:creationId xmlns:p14="http://schemas.microsoft.com/office/powerpoint/2010/main" val="9744671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055AE-D499-46AD-849F-1A1FB9579F6B}"/>
              </a:ext>
            </a:extLst>
          </p:cNvPr>
          <p:cNvSpPr>
            <a:spLocks noGrp="1"/>
          </p:cNvSpPr>
          <p:nvPr>
            <p:ph type="title"/>
          </p:nvPr>
        </p:nvSpPr>
        <p:spPr/>
        <p:txBody>
          <a:bodyPr/>
          <a:lstStyle/>
          <a:p>
            <a:pPr lvl="0"/>
            <a:r>
              <a:rPr lang="en-US" dirty="0"/>
              <a:t>6. Resource Management</a:t>
            </a:r>
            <a:endParaRPr lang="en-US" sz="4800" dirty="0"/>
          </a:p>
        </p:txBody>
      </p:sp>
      <p:sp>
        <p:nvSpPr>
          <p:cNvPr id="3" name="Content Placeholder 2">
            <a:extLst>
              <a:ext uri="{FF2B5EF4-FFF2-40B4-BE49-F238E27FC236}">
                <a16:creationId xmlns:a16="http://schemas.microsoft.com/office/drawing/2014/main" id="{49EBEAB7-D099-4D3D-8E5D-18B8383423BF}"/>
              </a:ext>
            </a:extLst>
          </p:cNvPr>
          <p:cNvSpPr>
            <a:spLocks noGrp="1"/>
          </p:cNvSpPr>
          <p:nvPr>
            <p:ph sz="half" idx="1"/>
          </p:nvPr>
        </p:nvSpPr>
        <p:spPr>
          <a:xfrm>
            <a:off x="457200" y="1600200"/>
            <a:ext cx="8686800" cy="4525963"/>
          </a:xfrm>
        </p:spPr>
        <p:txBody>
          <a:bodyPr/>
          <a:lstStyle/>
          <a:p>
            <a:pPr lvl="0"/>
            <a:r>
              <a:rPr lang="en-US" sz="2400" dirty="0"/>
              <a:t>It’s the domain where you work out what you need to get the project done.</a:t>
            </a:r>
          </a:p>
          <a:p>
            <a:pPr lvl="0"/>
            <a:endParaRPr lang="en-US" sz="2400" dirty="0"/>
          </a:p>
          <a:p>
            <a:pPr lvl="0"/>
            <a:r>
              <a:rPr lang="en-US" sz="2400" dirty="0"/>
              <a:t>Resources are typically people but could also be other things like:</a:t>
            </a:r>
          </a:p>
          <a:p>
            <a:pPr lvl="1"/>
            <a:r>
              <a:rPr lang="en-US" sz="2000" dirty="0"/>
              <a:t>Equipment or vehicles</a:t>
            </a:r>
          </a:p>
          <a:p>
            <a:pPr lvl="1"/>
            <a:r>
              <a:rPr lang="en-US" sz="2000" dirty="0"/>
              <a:t>IT hardware and software</a:t>
            </a:r>
          </a:p>
          <a:p>
            <a:pPr lvl="1"/>
            <a:r>
              <a:rPr lang="en-US" sz="2000" dirty="0"/>
              <a:t>Materials like sand, gravel or other components</a:t>
            </a:r>
          </a:p>
          <a:p>
            <a:pPr lvl="1"/>
            <a:r>
              <a:rPr lang="en-US" sz="2000" dirty="0"/>
              <a:t>Facilities e.g. an office you have to rent for the duration of the project</a:t>
            </a:r>
          </a:p>
          <a:p>
            <a:pPr lvl="1"/>
            <a:r>
              <a:rPr lang="en-US" sz="2000" dirty="0"/>
              <a:t>Office gadgets like projectors.</a:t>
            </a:r>
          </a:p>
          <a:p>
            <a:pPr lvl="1"/>
            <a:r>
              <a:rPr lang="en-US" sz="2000" dirty="0"/>
              <a:t>Money is a resource as well. (If you don’t have the funding, you won’t be doing your project.)</a:t>
            </a:r>
          </a:p>
          <a:p>
            <a:pPr lvl="0"/>
            <a:endParaRPr lang="en-US" sz="2400" dirty="0"/>
          </a:p>
        </p:txBody>
      </p:sp>
    </p:spTree>
    <p:extLst>
      <p:ext uri="{BB962C8B-B14F-4D97-AF65-F5344CB8AC3E}">
        <p14:creationId xmlns:p14="http://schemas.microsoft.com/office/powerpoint/2010/main" val="542833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F4FD6-5D15-4824-B734-2B495E9CF9EE}"/>
              </a:ext>
            </a:extLst>
          </p:cNvPr>
          <p:cNvSpPr>
            <a:spLocks noGrp="1"/>
          </p:cNvSpPr>
          <p:nvPr>
            <p:ph type="title"/>
          </p:nvPr>
        </p:nvSpPr>
        <p:spPr/>
        <p:txBody>
          <a:bodyPr/>
          <a:lstStyle/>
          <a:p>
            <a:r>
              <a:rPr lang="en-US" dirty="0"/>
              <a:t>6. Resource Management</a:t>
            </a:r>
          </a:p>
        </p:txBody>
      </p:sp>
      <p:sp>
        <p:nvSpPr>
          <p:cNvPr id="3" name="Content Placeholder 2">
            <a:extLst>
              <a:ext uri="{FF2B5EF4-FFF2-40B4-BE49-F238E27FC236}">
                <a16:creationId xmlns:a16="http://schemas.microsoft.com/office/drawing/2014/main" id="{5B9E977A-6DF6-445B-85C5-CB02EF850B64}"/>
              </a:ext>
            </a:extLst>
          </p:cNvPr>
          <p:cNvSpPr>
            <a:spLocks noGrp="1"/>
          </p:cNvSpPr>
          <p:nvPr>
            <p:ph sz="half" idx="1"/>
          </p:nvPr>
        </p:nvSpPr>
        <p:spPr>
          <a:xfrm>
            <a:off x="457200" y="1600200"/>
            <a:ext cx="8077200" cy="4525963"/>
          </a:xfrm>
        </p:spPr>
        <p:txBody>
          <a:bodyPr/>
          <a:lstStyle/>
          <a:p>
            <a:pPr lvl="0"/>
            <a:r>
              <a:rPr lang="en-US" sz="2400" dirty="0"/>
              <a:t>This Knowledge Area covers: </a:t>
            </a:r>
          </a:p>
          <a:p>
            <a:pPr lvl="1"/>
            <a:r>
              <a:rPr lang="en-US" sz="2000" dirty="0"/>
              <a:t>planning how you are going to do resource management,</a:t>
            </a:r>
          </a:p>
          <a:p>
            <a:pPr lvl="1"/>
            <a:r>
              <a:rPr lang="en-US" sz="2000" dirty="0"/>
              <a:t>estimating what resources you need, </a:t>
            </a:r>
          </a:p>
          <a:p>
            <a:pPr lvl="1"/>
            <a:r>
              <a:rPr lang="en-US" sz="2000" dirty="0"/>
              <a:t>acquiring the resources you need and, </a:t>
            </a:r>
          </a:p>
          <a:p>
            <a:pPr lvl="1"/>
            <a:r>
              <a:rPr lang="en-US" sz="2000" dirty="0"/>
              <a:t>ensuring the physical resources you’re using are available as necessary.</a:t>
            </a:r>
          </a:p>
          <a:p>
            <a:pPr lvl="0"/>
            <a:r>
              <a:rPr lang="en-US" sz="2400" dirty="0"/>
              <a:t>You’ll also track the utilization of resources and take corrective action if necessary  </a:t>
            </a:r>
          </a:p>
          <a:p>
            <a:pPr lvl="1"/>
            <a:r>
              <a:rPr lang="en-US" sz="2000" dirty="0"/>
              <a:t>for example if you’re getting through your resources at a quicker-than-planned rate.</a:t>
            </a:r>
          </a:p>
        </p:txBody>
      </p:sp>
    </p:spTree>
    <p:extLst>
      <p:ext uri="{BB962C8B-B14F-4D97-AF65-F5344CB8AC3E}">
        <p14:creationId xmlns:p14="http://schemas.microsoft.com/office/powerpoint/2010/main" val="11152945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6A709-F44A-4EE8-AD48-2E61290BE7E4}"/>
              </a:ext>
            </a:extLst>
          </p:cNvPr>
          <p:cNvSpPr>
            <a:spLocks noGrp="1"/>
          </p:cNvSpPr>
          <p:nvPr>
            <p:ph type="title"/>
          </p:nvPr>
        </p:nvSpPr>
        <p:spPr/>
        <p:txBody>
          <a:bodyPr/>
          <a:lstStyle/>
          <a:p>
            <a:r>
              <a:rPr lang="en-US" dirty="0"/>
              <a:t>6. Resource Management</a:t>
            </a:r>
          </a:p>
        </p:txBody>
      </p:sp>
      <p:sp>
        <p:nvSpPr>
          <p:cNvPr id="3" name="Content Placeholder 2">
            <a:extLst>
              <a:ext uri="{FF2B5EF4-FFF2-40B4-BE49-F238E27FC236}">
                <a16:creationId xmlns:a16="http://schemas.microsoft.com/office/drawing/2014/main" id="{AA8444B7-9A73-47D7-82BB-B31AB78747D3}"/>
              </a:ext>
            </a:extLst>
          </p:cNvPr>
          <p:cNvSpPr>
            <a:spLocks noGrp="1"/>
          </p:cNvSpPr>
          <p:nvPr>
            <p:ph sz="half" idx="1"/>
          </p:nvPr>
        </p:nvSpPr>
        <p:spPr>
          <a:xfrm>
            <a:off x="457200" y="1600200"/>
            <a:ext cx="8229600" cy="4525963"/>
          </a:xfrm>
        </p:spPr>
        <p:txBody>
          <a:bodyPr/>
          <a:lstStyle/>
          <a:p>
            <a:pPr lvl="0"/>
            <a:r>
              <a:rPr lang="en-US" sz="2400" dirty="0"/>
              <a:t>The Resource Management Knowledge Area also covers developing your project team and managing the team.</a:t>
            </a:r>
          </a:p>
          <a:p>
            <a:pPr lvl="0"/>
            <a:r>
              <a:rPr lang="en-US" sz="2400" dirty="0"/>
              <a:t>Developing the team means:</a:t>
            </a:r>
          </a:p>
          <a:p>
            <a:pPr lvl="1"/>
            <a:r>
              <a:rPr lang="en-US" sz="2000" dirty="0"/>
              <a:t>Helping them improve their skills</a:t>
            </a:r>
          </a:p>
          <a:p>
            <a:pPr lvl="1"/>
            <a:r>
              <a:rPr lang="en-US" sz="2000" dirty="0"/>
              <a:t>Ensuring they can work together effectively</a:t>
            </a:r>
          </a:p>
          <a:p>
            <a:pPr lvl="1"/>
            <a:r>
              <a:rPr lang="en-US" sz="2000" dirty="0"/>
              <a:t>Creating an environment where the team can do their best work.</a:t>
            </a:r>
          </a:p>
          <a:p>
            <a:pPr lvl="0"/>
            <a:r>
              <a:rPr lang="en-US" sz="2400" dirty="0"/>
              <a:t>Managing the team means:</a:t>
            </a:r>
          </a:p>
          <a:p>
            <a:pPr lvl="1"/>
            <a:r>
              <a:rPr lang="en-US" sz="2000" dirty="0"/>
              <a:t>Tracking individual performance against planned work</a:t>
            </a:r>
          </a:p>
          <a:p>
            <a:pPr lvl="1"/>
            <a:r>
              <a:rPr lang="en-US" sz="2000" dirty="0"/>
              <a:t>Providing them with feedback on their contributions</a:t>
            </a:r>
          </a:p>
          <a:p>
            <a:pPr lvl="1"/>
            <a:r>
              <a:rPr lang="en-US" sz="2000" dirty="0"/>
              <a:t>Resolving problems individuals may have</a:t>
            </a:r>
          </a:p>
          <a:p>
            <a:pPr lvl="1"/>
            <a:r>
              <a:rPr lang="en-US" sz="2000" dirty="0"/>
              <a:t>Managing starters and leavers in the team so the team stays cohesive and changes don’t affect project performance.</a:t>
            </a:r>
          </a:p>
        </p:txBody>
      </p:sp>
    </p:spTree>
    <p:extLst>
      <p:ext uri="{BB962C8B-B14F-4D97-AF65-F5344CB8AC3E}">
        <p14:creationId xmlns:p14="http://schemas.microsoft.com/office/powerpoint/2010/main" val="28962501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0B944-36F7-421A-AB56-67038D3D685E}"/>
              </a:ext>
            </a:extLst>
          </p:cNvPr>
          <p:cNvSpPr>
            <a:spLocks noGrp="1"/>
          </p:cNvSpPr>
          <p:nvPr>
            <p:ph type="title"/>
          </p:nvPr>
        </p:nvSpPr>
        <p:spPr/>
        <p:txBody>
          <a:bodyPr/>
          <a:lstStyle/>
          <a:p>
            <a:r>
              <a:rPr lang="en-US" dirty="0"/>
              <a:t>6. Resource Management</a:t>
            </a:r>
          </a:p>
        </p:txBody>
      </p:sp>
      <p:sp>
        <p:nvSpPr>
          <p:cNvPr id="3" name="Content Placeholder 2">
            <a:extLst>
              <a:ext uri="{FF2B5EF4-FFF2-40B4-BE49-F238E27FC236}">
                <a16:creationId xmlns:a16="http://schemas.microsoft.com/office/drawing/2014/main" id="{72D0D61A-6363-4BE2-A2B0-D3B28E173E25}"/>
              </a:ext>
            </a:extLst>
          </p:cNvPr>
          <p:cNvSpPr>
            <a:spLocks noGrp="1"/>
          </p:cNvSpPr>
          <p:nvPr>
            <p:ph sz="half" idx="1"/>
          </p:nvPr>
        </p:nvSpPr>
        <p:spPr>
          <a:xfrm>
            <a:off x="457200" y="1600200"/>
            <a:ext cx="8382000" cy="4525963"/>
          </a:xfrm>
        </p:spPr>
        <p:txBody>
          <a:bodyPr/>
          <a:lstStyle/>
          <a:p>
            <a:pPr lvl="0"/>
            <a:r>
              <a:rPr lang="en-US" sz="2400" dirty="0"/>
              <a:t>That’s actually quite a lot for a project manager to do, especially if the people don’t work directly for you. </a:t>
            </a:r>
          </a:p>
          <a:p>
            <a:pPr lvl="0"/>
            <a:r>
              <a:rPr lang="en-US" sz="2400" dirty="0"/>
              <a:t>Just do your best and be aware that you set the tone for the team’s culture.</a:t>
            </a:r>
          </a:p>
          <a:p>
            <a:pPr lvl="0"/>
            <a:endParaRPr lang="en-US" sz="2400" dirty="0"/>
          </a:p>
          <a:p>
            <a:pPr lvl="0"/>
            <a:r>
              <a:rPr lang="en-US" sz="2400" dirty="0"/>
              <a:t>Teamwork is so important, so focus on what you can do to make your project team a great place to work. Keep morale and enthusiasm high.</a:t>
            </a:r>
          </a:p>
          <a:p>
            <a:pPr lvl="0"/>
            <a:endParaRPr lang="en-US" sz="2400" dirty="0"/>
          </a:p>
        </p:txBody>
      </p:sp>
    </p:spTree>
    <p:extLst>
      <p:ext uri="{BB962C8B-B14F-4D97-AF65-F5344CB8AC3E}">
        <p14:creationId xmlns:p14="http://schemas.microsoft.com/office/powerpoint/2010/main" val="18566101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39D47-63B8-4DA7-AA6E-696408472029}"/>
              </a:ext>
            </a:extLst>
          </p:cNvPr>
          <p:cNvSpPr>
            <a:spLocks noGrp="1"/>
          </p:cNvSpPr>
          <p:nvPr>
            <p:ph type="title"/>
          </p:nvPr>
        </p:nvSpPr>
        <p:spPr/>
        <p:txBody>
          <a:bodyPr/>
          <a:lstStyle/>
          <a:p>
            <a:pPr lvl="0"/>
            <a:r>
              <a:rPr lang="en-US" dirty="0"/>
              <a:t>7. Communications Management</a:t>
            </a:r>
            <a:endParaRPr lang="en-US" sz="4800" dirty="0"/>
          </a:p>
        </p:txBody>
      </p:sp>
      <p:sp>
        <p:nvSpPr>
          <p:cNvPr id="3" name="Content Placeholder 2">
            <a:extLst>
              <a:ext uri="{FF2B5EF4-FFF2-40B4-BE49-F238E27FC236}">
                <a16:creationId xmlns:a16="http://schemas.microsoft.com/office/drawing/2014/main" id="{E87371C1-7F74-49A7-99A9-223DDA71750C}"/>
              </a:ext>
            </a:extLst>
          </p:cNvPr>
          <p:cNvSpPr>
            <a:spLocks noGrp="1"/>
          </p:cNvSpPr>
          <p:nvPr>
            <p:ph sz="half" idx="1"/>
          </p:nvPr>
        </p:nvSpPr>
        <p:spPr>
          <a:xfrm>
            <a:off x="457200" y="1600200"/>
            <a:ext cx="8077200" cy="4525963"/>
          </a:xfrm>
        </p:spPr>
        <p:txBody>
          <a:bodyPr/>
          <a:lstStyle/>
          <a:p>
            <a:pPr lvl="0"/>
            <a:r>
              <a:rPr lang="en-US" sz="2400" dirty="0"/>
              <a:t>In this Knowledge Area, you:</a:t>
            </a:r>
          </a:p>
          <a:p>
            <a:pPr lvl="1"/>
            <a:r>
              <a:rPr lang="en-US" dirty="0"/>
              <a:t>Create a communications management plan</a:t>
            </a:r>
          </a:p>
          <a:p>
            <a:pPr lvl="1"/>
            <a:r>
              <a:rPr lang="en-US" dirty="0"/>
              <a:t>‘Do’ communications i.e. carry out your plan, send briefings out, give presentations or whatever</a:t>
            </a:r>
          </a:p>
          <a:p>
            <a:pPr lvl="1"/>
            <a:r>
              <a:rPr lang="en-US" dirty="0"/>
              <a:t>Monitor the success (or otherwise) of those</a:t>
            </a:r>
          </a:p>
          <a:p>
            <a:pPr lvl="1"/>
            <a:r>
              <a:rPr lang="en-US" dirty="0"/>
              <a:t>Make changes as appropriate to ensure your next communications are effectively received and acted on.</a:t>
            </a:r>
          </a:p>
          <a:p>
            <a:pPr lvl="0"/>
            <a:endParaRPr lang="en-US" sz="2400" dirty="0"/>
          </a:p>
        </p:txBody>
      </p:sp>
    </p:spTree>
    <p:extLst>
      <p:ext uri="{BB962C8B-B14F-4D97-AF65-F5344CB8AC3E}">
        <p14:creationId xmlns:p14="http://schemas.microsoft.com/office/powerpoint/2010/main" val="34775170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6CB12-6EF6-4800-854D-3E85DB990744}"/>
              </a:ext>
            </a:extLst>
          </p:cNvPr>
          <p:cNvSpPr>
            <a:spLocks noGrp="1"/>
          </p:cNvSpPr>
          <p:nvPr>
            <p:ph type="title"/>
          </p:nvPr>
        </p:nvSpPr>
        <p:spPr/>
        <p:txBody>
          <a:bodyPr/>
          <a:lstStyle/>
          <a:p>
            <a:pPr lvl="0"/>
            <a:r>
              <a:rPr lang="en-US" dirty="0"/>
              <a:t>8. Risk Management</a:t>
            </a:r>
            <a:endParaRPr lang="en-US" sz="4800" dirty="0"/>
          </a:p>
        </p:txBody>
      </p:sp>
      <p:sp>
        <p:nvSpPr>
          <p:cNvPr id="3" name="Content Placeholder 2">
            <a:extLst>
              <a:ext uri="{FF2B5EF4-FFF2-40B4-BE49-F238E27FC236}">
                <a16:creationId xmlns:a16="http://schemas.microsoft.com/office/drawing/2014/main" id="{A194F8E3-EC66-4324-8E5E-C6B3900821ED}"/>
              </a:ext>
            </a:extLst>
          </p:cNvPr>
          <p:cNvSpPr>
            <a:spLocks noGrp="1"/>
          </p:cNvSpPr>
          <p:nvPr>
            <p:ph sz="half" idx="1"/>
          </p:nvPr>
        </p:nvSpPr>
        <p:spPr>
          <a:xfrm>
            <a:off x="457200" y="1600200"/>
            <a:ext cx="8001000" cy="4525963"/>
          </a:xfrm>
        </p:spPr>
        <p:txBody>
          <a:bodyPr/>
          <a:lstStyle/>
          <a:p>
            <a:pPr lvl="0"/>
            <a:r>
              <a:rPr lang="en-US" sz="2400" dirty="0"/>
              <a:t>There’s a whole PMI credential on risk management, </a:t>
            </a:r>
            <a:br>
              <a:rPr lang="en-US" sz="2400" dirty="0"/>
            </a:br>
            <a:r>
              <a:rPr lang="en-US" sz="1800" b="1" i="1" dirty="0"/>
              <a:t>so that tells you risk management is a big deal for project managers.</a:t>
            </a:r>
          </a:p>
          <a:p>
            <a:pPr lvl="0"/>
            <a:r>
              <a:rPr lang="en-US" sz="2400" dirty="0"/>
              <a:t>The Risk Management Knowledge Area covers an adequate overview of what you need to do to manage risk on your project. </a:t>
            </a:r>
          </a:p>
          <a:p>
            <a:pPr lvl="0"/>
            <a:r>
              <a:rPr lang="en-US" sz="2400" dirty="0"/>
              <a:t>Within this KA, you’ll be:</a:t>
            </a:r>
          </a:p>
          <a:p>
            <a:pPr lvl="1"/>
            <a:r>
              <a:rPr lang="en-US" sz="2000" dirty="0"/>
              <a:t>Planning how to manage risk on the project</a:t>
            </a:r>
          </a:p>
          <a:p>
            <a:pPr lvl="1"/>
            <a:r>
              <a:rPr lang="en-US" sz="2000" dirty="0"/>
              <a:t>Creating a risk management plan &amp; Identifying risks</a:t>
            </a:r>
          </a:p>
          <a:p>
            <a:pPr lvl="1"/>
            <a:r>
              <a:rPr lang="en-US" sz="2000" dirty="0"/>
              <a:t>Analyzing risks (both qualitatively and quantitatively)</a:t>
            </a:r>
          </a:p>
          <a:p>
            <a:pPr lvl="1"/>
            <a:r>
              <a:rPr lang="en-US" sz="2000" dirty="0"/>
              <a:t>Planning the risk response based on your analysis</a:t>
            </a:r>
          </a:p>
          <a:p>
            <a:pPr lvl="1"/>
            <a:r>
              <a:rPr lang="en-US" sz="2000" dirty="0"/>
              <a:t>Carrying out the risk response activities</a:t>
            </a:r>
          </a:p>
          <a:p>
            <a:pPr lvl="1"/>
            <a:r>
              <a:rPr lang="en-US" sz="2000" dirty="0"/>
              <a:t>Monitoring risk to check the success (or otherwise) of your response activities, and taking action as necessary.</a:t>
            </a:r>
          </a:p>
        </p:txBody>
      </p:sp>
    </p:spTree>
    <p:extLst>
      <p:ext uri="{BB962C8B-B14F-4D97-AF65-F5344CB8AC3E}">
        <p14:creationId xmlns:p14="http://schemas.microsoft.com/office/powerpoint/2010/main" val="31485370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11B89-BC80-4819-B33B-BB2B36E69B66}"/>
              </a:ext>
            </a:extLst>
          </p:cNvPr>
          <p:cNvSpPr>
            <a:spLocks noGrp="1"/>
          </p:cNvSpPr>
          <p:nvPr>
            <p:ph type="title"/>
          </p:nvPr>
        </p:nvSpPr>
        <p:spPr/>
        <p:txBody>
          <a:bodyPr/>
          <a:lstStyle/>
          <a:p>
            <a:r>
              <a:rPr lang="en-US" dirty="0"/>
              <a:t>8. Risk Management</a:t>
            </a:r>
          </a:p>
        </p:txBody>
      </p:sp>
      <p:sp>
        <p:nvSpPr>
          <p:cNvPr id="3" name="Content Placeholder 2">
            <a:extLst>
              <a:ext uri="{FF2B5EF4-FFF2-40B4-BE49-F238E27FC236}">
                <a16:creationId xmlns:a16="http://schemas.microsoft.com/office/drawing/2014/main" id="{433E6CD4-6DB9-4B61-9A76-4CB89B9C7945}"/>
              </a:ext>
            </a:extLst>
          </p:cNvPr>
          <p:cNvSpPr>
            <a:spLocks noGrp="1"/>
          </p:cNvSpPr>
          <p:nvPr>
            <p:ph sz="half" idx="1"/>
          </p:nvPr>
        </p:nvSpPr>
        <p:spPr>
          <a:xfrm>
            <a:off x="457200" y="1600200"/>
            <a:ext cx="8229600" cy="4525963"/>
          </a:xfrm>
        </p:spPr>
        <p:txBody>
          <a:bodyPr/>
          <a:lstStyle/>
          <a:p>
            <a:pPr lvl="0"/>
            <a:r>
              <a:rPr lang="en-US" sz="2400" dirty="0"/>
              <a:t>Basically, that’s the risk management process in a nutshell.</a:t>
            </a:r>
          </a:p>
          <a:p>
            <a:pPr marL="0" lvl="0" indent="0">
              <a:buNone/>
            </a:pPr>
            <a:r>
              <a:rPr lang="en-US" sz="2400" dirty="0"/>
              <a:t> </a:t>
            </a:r>
          </a:p>
          <a:p>
            <a:pPr lvl="0"/>
            <a:r>
              <a:rPr lang="en-US" sz="2400" dirty="0"/>
              <a:t>You’ll be managing risk the whole way through the project. </a:t>
            </a:r>
          </a:p>
          <a:p>
            <a:pPr marL="0" lvl="0" indent="0">
              <a:buNone/>
            </a:pPr>
            <a:endParaRPr lang="en-US" sz="2400" dirty="0"/>
          </a:p>
          <a:p>
            <a:pPr lvl="0"/>
            <a:r>
              <a:rPr lang="en-US" sz="2400" dirty="0"/>
              <a:t>Anyone can raise a risk or take action to manage a risk.</a:t>
            </a:r>
          </a:p>
          <a:p>
            <a:pPr lvl="0"/>
            <a:endParaRPr lang="en-US" sz="2400" dirty="0"/>
          </a:p>
          <a:p>
            <a:pPr lvl="0"/>
            <a:r>
              <a:rPr lang="en-US" sz="2400" dirty="0"/>
              <a:t>Risk management is a team effort and this is a KA you’ll be using over and over again until it becomes second nature.</a:t>
            </a:r>
          </a:p>
          <a:p>
            <a:pPr lvl="0"/>
            <a:endParaRPr lang="en-US" sz="2400" dirty="0"/>
          </a:p>
        </p:txBody>
      </p:sp>
    </p:spTree>
    <p:extLst>
      <p:ext uri="{BB962C8B-B14F-4D97-AF65-F5344CB8AC3E}">
        <p14:creationId xmlns:p14="http://schemas.microsoft.com/office/powerpoint/2010/main" val="5190578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80ED0-2E85-412A-8CC3-7A89F6683444}"/>
              </a:ext>
            </a:extLst>
          </p:cNvPr>
          <p:cNvSpPr>
            <a:spLocks noGrp="1"/>
          </p:cNvSpPr>
          <p:nvPr>
            <p:ph type="title"/>
          </p:nvPr>
        </p:nvSpPr>
        <p:spPr/>
        <p:txBody>
          <a:bodyPr/>
          <a:lstStyle/>
          <a:p>
            <a:pPr lvl="0"/>
            <a:r>
              <a:rPr lang="en-US" dirty="0"/>
              <a:t>9. Procurement Management</a:t>
            </a:r>
            <a:endParaRPr lang="en-US" sz="4800" dirty="0"/>
          </a:p>
        </p:txBody>
      </p:sp>
      <p:sp>
        <p:nvSpPr>
          <p:cNvPr id="3" name="Content Placeholder 2">
            <a:extLst>
              <a:ext uri="{FF2B5EF4-FFF2-40B4-BE49-F238E27FC236}">
                <a16:creationId xmlns:a16="http://schemas.microsoft.com/office/drawing/2014/main" id="{D1A1BE6C-59CC-499A-A0F2-31A59D1DE8F9}"/>
              </a:ext>
            </a:extLst>
          </p:cNvPr>
          <p:cNvSpPr>
            <a:spLocks noGrp="1"/>
          </p:cNvSpPr>
          <p:nvPr>
            <p:ph sz="half" idx="1"/>
          </p:nvPr>
        </p:nvSpPr>
        <p:spPr>
          <a:xfrm>
            <a:off x="457200" y="1600200"/>
            <a:ext cx="8229600" cy="4525963"/>
          </a:xfrm>
        </p:spPr>
        <p:txBody>
          <a:bodyPr/>
          <a:lstStyle/>
          <a:p>
            <a:pPr lvl="0"/>
            <a:r>
              <a:rPr lang="en-US" sz="2400" dirty="0"/>
              <a:t>If your project isn’t buying anything, you can skip this whole Knowledge Area in real life, although you’ll need to know it for the </a:t>
            </a:r>
            <a:r>
              <a:rPr lang="en-US" sz="2400" dirty="0" err="1"/>
              <a:t>PMP</a:t>
            </a:r>
            <a:r>
              <a:rPr lang="en-US" sz="2400" dirty="0"/>
              <a:t>® exam.</a:t>
            </a:r>
          </a:p>
          <a:p>
            <a:pPr lvl="0"/>
            <a:r>
              <a:rPr lang="en-US" sz="2400" dirty="0"/>
              <a:t>In the Procurement Management Knowledge Area, you:</a:t>
            </a:r>
          </a:p>
          <a:p>
            <a:pPr lvl="1"/>
            <a:r>
              <a:rPr lang="en-US" sz="2000" dirty="0"/>
              <a:t>Plan the procurements required and create a statement of work</a:t>
            </a:r>
          </a:p>
          <a:p>
            <a:pPr lvl="1"/>
            <a:r>
              <a:rPr lang="en-US" sz="2000" dirty="0"/>
              <a:t>Plan how you will make decisions about vendors</a:t>
            </a:r>
          </a:p>
          <a:p>
            <a:pPr lvl="1"/>
            <a:r>
              <a:rPr lang="en-US" sz="2000" dirty="0"/>
              <a:t>Carry out the procurement exercise to select a vendor</a:t>
            </a:r>
          </a:p>
          <a:p>
            <a:pPr lvl="1"/>
            <a:r>
              <a:rPr lang="en-US" sz="2000" dirty="0"/>
              <a:t>Manage the relationship with the vendor while they do the work</a:t>
            </a:r>
          </a:p>
          <a:p>
            <a:pPr lvl="1"/>
            <a:r>
              <a:rPr lang="en-US" sz="2000" dirty="0"/>
              <a:t>Close the procurement contract at the end of the work.</a:t>
            </a:r>
          </a:p>
        </p:txBody>
      </p:sp>
    </p:spTree>
    <p:extLst>
      <p:ext uri="{BB962C8B-B14F-4D97-AF65-F5344CB8AC3E}">
        <p14:creationId xmlns:p14="http://schemas.microsoft.com/office/powerpoint/2010/main" val="40989055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37FC-CDED-41F3-9D22-0478F9BEC5EA}"/>
              </a:ext>
            </a:extLst>
          </p:cNvPr>
          <p:cNvSpPr>
            <a:spLocks noGrp="1"/>
          </p:cNvSpPr>
          <p:nvPr>
            <p:ph type="title"/>
          </p:nvPr>
        </p:nvSpPr>
        <p:spPr/>
        <p:txBody>
          <a:bodyPr/>
          <a:lstStyle/>
          <a:p>
            <a:r>
              <a:rPr lang="en-US" dirty="0"/>
              <a:t>Procurement Management</a:t>
            </a:r>
          </a:p>
        </p:txBody>
      </p:sp>
      <p:sp>
        <p:nvSpPr>
          <p:cNvPr id="3" name="Content Placeholder 2">
            <a:extLst>
              <a:ext uri="{FF2B5EF4-FFF2-40B4-BE49-F238E27FC236}">
                <a16:creationId xmlns:a16="http://schemas.microsoft.com/office/drawing/2014/main" id="{D5287855-E985-443F-A4DE-24F3A9D79CCD}"/>
              </a:ext>
            </a:extLst>
          </p:cNvPr>
          <p:cNvSpPr>
            <a:spLocks noGrp="1"/>
          </p:cNvSpPr>
          <p:nvPr>
            <p:ph sz="half" idx="1"/>
          </p:nvPr>
        </p:nvSpPr>
        <p:spPr>
          <a:xfrm>
            <a:off x="457200" y="1600200"/>
            <a:ext cx="7772400" cy="4525963"/>
          </a:xfrm>
        </p:spPr>
        <p:txBody>
          <a:bodyPr/>
          <a:lstStyle/>
          <a:p>
            <a:pPr lvl="0"/>
            <a:r>
              <a:rPr lang="en-US" sz="2400" dirty="0"/>
              <a:t>Depending on what you are buying, and the type of organization you work in, you may have access to a specialist Purchasing team who can help with all of this.</a:t>
            </a:r>
          </a:p>
          <a:p>
            <a:pPr marL="0" lvl="0" indent="0">
              <a:buNone/>
            </a:pPr>
            <a:endParaRPr lang="en-US" sz="2400" dirty="0"/>
          </a:p>
          <a:p>
            <a:pPr lvl="0"/>
            <a:r>
              <a:rPr lang="en-US" sz="2400" dirty="0"/>
              <a:t>There is a lot of contracting involved and those negotiations can be quite challenging if you aren’t used to being in that environment.</a:t>
            </a:r>
          </a:p>
        </p:txBody>
      </p:sp>
    </p:spTree>
    <p:extLst>
      <p:ext uri="{BB962C8B-B14F-4D97-AF65-F5344CB8AC3E}">
        <p14:creationId xmlns:p14="http://schemas.microsoft.com/office/powerpoint/2010/main" val="33004933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EE9E6-2A00-4AE4-AD42-67E56B589B6D}"/>
              </a:ext>
            </a:extLst>
          </p:cNvPr>
          <p:cNvSpPr>
            <a:spLocks noGrp="1"/>
          </p:cNvSpPr>
          <p:nvPr>
            <p:ph type="title"/>
          </p:nvPr>
        </p:nvSpPr>
        <p:spPr/>
        <p:txBody>
          <a:bodyPr/>
          <a:lstStyle/>
          <a:p>
            <a:r>
              <a:rPr lang="en-US" dirty="0"/>
              <a:t>10. Stakeholder Management</a:t>
            </a:r>
            <a:endParaRPr lang="en-US" sz="4800" dirty="0"/>
          </a:p>
        </p:txBody>
      </p:sp>
      <p:sp>
        <p:nvSpPr>
          <p:cNvPr id="3" name="Content Placeholder 2">
            <a:extLst>
              <a:ext uri="{FF2B5EF4-FFF2-40B4-BE49-F238E27FC236}">
                <a16:creationId xmlns:a16="http://schemas.microsoft.com/office/drawing/2014/main" id="{665B9040-E96F-4545-AA24-A40C7D0EB991}"/>
              </a:ext>
            </a:extLst>
          </p:cNvPr>
          <p:cNvSpPr>
            <a:spLocks noGrp="1"/>
          </p:cNvSpPr>
          <p:nvPr>
            <p:ph sz="half" idx="1"/>
          </p:nvPr>
        </p:nvSpPr>
        <p:spPr>
          <a:xfrm>
            <a:off x="457200" y="1600200"/>
            <a:ext cx="8001000" cy="4525963"/>
          </a:xfrm>
        </p:spPr>
        <p:txBody>
          <a:bodyPr/>
          <a:lstStyle/>
          <a:p>
            <a:pPr lvl="0"/>
            <a:r>
              <a:rPr lang="en-US" dirty="0"/>
              <a:t>Project Stakeholder Management is an extremely important Knowledge Area because projects are done through people.</a:t>
            </a:r>
          </a:p>
          <a:p>
            <a:pPr lvl="0"/>
            <a:endParaRPr lang="en-US" dirty="0"/>
          </a:p>
          <a:p>
            <a:pPr lvl="0"/>
            <a:r>
              <a:rPr lang="en-US" dirty="0"/>
              <a:t>Managing people could be viewed as a slightly arrogant way to think about the work done in this domain, so it may be preferable to think about it as stakeholder engagement.</a:t>
            </a:r>
          </a:p>
        </p:txBody>
      </p:sp>
    </p:spTree>
    <p:extLst>
      <p:ext uri="{BB962C8B-B14F-4D97-AF65-F5344CB8AC3E}">
        <p14:creationId xmlns:p14="http://schemas.microsoft.com/office/powerpoint/2010/main" val="12686909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0D8B6-B349-402E-B246-BA37C37F3E7F}"/>
              </a:ext>
            </a:extLst>
          </p:cNvPr>
          <p:cNvSpPr>
            <a:spLocks noGrp="1"/>
          </p:cNvSpPr>
          <p:nvPr>
            <p:ph type="title"/>
          </p:nvPr>
        </p:nvSpPr>
        <p:spPr/>
        <p:txBody>
          <a:bodyPr/>
          <a:lstStyle/>
          <a:p>
            <a:r>
              <a:rPr lang="en-US" dirty="0"/>
              <a:t>10. Stakeholder Management</a:t>
            </a:r>
          </a:p>
        </p:txBody>
      </p:sp>
      <p:sp>
        <p:nvSpPr>
          <p:cNvPr id="3" name="Content Placeholder 2">
            <a:extLst>
              <a:ext uri="{FF2B5EF4-FFF2-40B4-BE49-F238E27FC236}">
                <a16:creationId xmlns:a16="http://schemas.microsoft.com/office/drawing/2014/main" id="{C0974013-11F7-44B7-8CF2-3348885ED442}"/>
              </a:ext>
            </a:extLst>
          </p:cNvPr>
          <p:cNvSpPr>
            <a:spLocks noGrp="1"/>
          </p:cNvSpPr>
          <p:nvPr>
            <p:ph sz="half" idx="1"/>
          </p:nvPr>
        </p:nvSpPr>
        <p:spPr>
          <a:xfrm>
            <a:off x="457200" y="1600200"/>
            <a:ext cx="8153400" cy="4525963"/>
          </a:xfrm>
        </p:spPr>
        <p:txBody>
          <a:bodyPr/>
          <a:lstStyle/>
          <a:p>
            <a:pPr lvl="0"/>
            <a:r>
              <a:rPr lang="en-US" sz="2400" dirty="0"/>
              <a:t>In this KA you:</a:t>
            </a:r>
          </a:p>
          <a:p>
            <a:pPr lvl="1"/>
            <a:r>
              <a:rPr lang="en-US" sz="2000" dirty="0"/>
              <a:t>Identify the people involved and affected by the project — the stakeholders</a:t>
            </a:r>
          </a:p>
          <a:p>
            <a:pPr lvl="1"/>
            <a:r>
              <a:rPr lang="en-US" sz="2000" dirty="0"/>
              <a:t>Plan how you are going to engage them in your work: </a:t>
            </a:r>
          </a:p>
          <a:p>
            <a:pPr lvl="1"/>
            <a:r>
              <a:rPr lang="en-US" sz="2000" dirty="0"/>
              <a:t>Create a stakeholder engagement plan</a:t>
            </a:r>
          </a:p>
          <a:p>
            <a:pPr lvl="1"/>
            <a:r>
              <a:rPr lang="en-US" sz="2000" dirty="0"/>
              <a:t>Manage the activities you are going to use to engage them, and </a:t>
            </a:r>
          </a:p>
          <a:p>
            <a:pPr lvl="1"/>
            <a:r>
              <a:rPr lang="en-US" sz="2000" dirty="0"/>
              <a:t>Gather feedback on whether the activities were successful or not.</a:t>
            </a:r>
          </a:p>
          <a:p>
            <a:pPr lvl="1"/>
            <a:r>
              <a:rPr lang="en-US" sz="2000" dirty="0"/>
              <a:t>Act on the feedback to improve your stakeholder engagement work for next time.</a:t>
            </a:r>
          </a:p>
        </p:txBody>
      </p:sp>
    </p:spTree>
    <p:extLst>
      <p:ext uri="{BB962C8B-B14F-4D97-AF65-F5344CB8AC3E}">
        <p14:creationId xmlns:p14="http://schemas.microsoft.com/office/powerpoint/2010/main" val="41471906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EF110-80F4-4BE1-BBA8-4F85159897E4}"/>
              </a:ext>
            </a:extLst>
          </p:cNvPr>
          <p:cNvSpPr>
            <a:spLocks noGrp="1"/>
          </p:cNvSpPr>
          <p:nvPr>
            <p:ph type="title"/>
          </p:nvPr>
        </p:nvSpPr>
        <p:spPr/>
        <p:txBody>
          <a:bodyPr/>
          <a:lstStyle/>
          <a:p>
            <a:r>
              <a:rPr lang="en-US" dirty="0"/>
              <a:t>10. Stakeholder Management</a:t>
            </a:r>
          </a:p>
        </p:txBody>
      </p:sp>
      <p:sp>
        <p:nvSpPr>
          <p:cNvPr id="3" name="Content Placeholder 2">
            <a:extLst>
              <a:ext uri="{FF2B5EF4-FFF2-40B4-BE49-F238E27FC236}">
                <a16:creationId xmlns:a16="http://schemas.microsoft.com/office/drawing/2014/main" id="{9734F0E1-AA04-4E72-AE89-96FE35B07CAE}"/>
              </a:ext>
            </a:extLst>
          </p:cNvPr>
          <p:cNvSpPr>
            <a:spLocks noGrp="1"/>
          </p:cNvSpPr>
          <p:nvPr>
            <p:ph sz="half" idx="1"/>
          </p:nvPr>
        </p:nvSpPr>
        <p:spPr>
          <a:xfrm>
            <a:off x="457200" y="1600200"/>
            <a:ext cx="7924800" cy="4525963"/>
          </a:xfrm>
        </p:spPr>
        <p:txBody>
          <a:bodyPr/>
          <a:lstStyle/>
          <a:p>
            <a:pPr lvl="0"/>
            <a:r>
              <a:rPr lang="en-US" sz="2400" dirty="0"/>
              <a:t>This is also the area of the project where you are likely to have the most challenges, because people don’t act the way you sometimes expect them to. You’ll be dealing with: </a:t>
            </a:r>
          </a:p>
          <a:p>
            <a:pPr lvl="1"/>
            <a:r>
              <a:rPr lang="en-US" sz="2000" dirty="0"/>
              <a:t>conflict, </a:t>
            </a:r>
          </a:p>
          <a:p>
            <a:pPr lvl="1"/>
            <a:r>
              <a:rPr lang="en-US" sz="2000" dirty="0"/>
              <a:t>negotiating, </a:t>
            </a:r>
          </a:p>
          <a:p>
            <a:pPr lvl="1"/>
            <a:r>
              <a:rPr lang="en-US" sz="2000" dirty="0"/>
              <a:t>managing office politics.</a:t>
            </a:r>
          </a:p>
          <a:p>
            <a:pPr lvl="0"/>
            <a:endParaRPr lang="en-US" sz="2400" dirty="0"/>
          </a:p>
          <a:p>
            <a:pPr lvl="0"/>
            <a:r>
              <a:rPr lang="en-US" sz="2400" dirty="0"/>
              <a:t>This is also the domain where you are likely to be planning change management activities, if you don’t have a dedicated business change manager on the team.</a:t>
            </a:r>
          </a:p>
        </p:txBody>
      </p:sp>
    </p:spTree>
    <p:extLst>
      <p:ext uri="{BB962C8B-B14F-4D97-AF65-F5344CB8AC3E}">
        <p14:creationId xmlns:p14="http://schemas.microsoft.com/office/powerpoint/2010/main" val="385223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B900A-7F92-4CB9-9471-FC8BCFA6E606}"/>
              </a:ext>
            </a:extLst>
          </p:cNvPr>
          <p:cNvSpPr>
            <a:spLocks noGrp="1"/>
          </p:cNvSpPr>
          <p:nvPr>
            <p:ph type="title"/>
          </p:nvPr>
        </p:nvSpPr>
        <p:spPr/>
        <p:txBody>
          <a:bodyPr/>
          <a:lstStyle/>
          <a:p>
            <a:r>
              <a:rPr lang="en-US" dirty="0"/>
              <a:t>10. Stakeholder Management</a:t>
            </a:r>
          </a:p>
        </p:txBody>
      </p:sp>
      <p:sp>
        <p:nvSpPr>
          <p:cNvPr id="3" name="Content Placeholder 2">
            <a:extLst>
              <a:ext uri="{FF2B5EF4-FFF2-40B4-BE49-F238E27FC236}">
                <a16:creationId xmlns:a16="http://schemas.microsoft.com/office/drawing/2014/main" id="{C608081D-3BDF-4AAD-B1D2-003A7B557BC3}"/>
              </a:ext>
            </a:extLst>
          </p:cNvPr>
          <p:cNvSpPr>
            <a:spLocks noGrp="1"/>
          </p:cNvSpPr>
          <p:nvPr>
            <p:ph sz="half" idx="1"/>
          </p:nvPr>
        </p:nvSpPr>
        <p:spPr>
          <a:xfrm>
            <a:off x="457200" y="1600200"/>
            <a:ext cx="7772400" cy="4525963"/>
          </a:xfrm>
        </p:spPr>
        <p:txBody>
          <a:bodyPr/>
          <a:lstStyle/>
          <a:p>
            <a:pPr lvl="0"/>
            <a:r>
              <a:rPr lang="en-US" sz="2400" dirty="0"/>
              <a:t>Stakeholder Management is the most interesting part of project management and can also see you at the table with the most senior managers in the company.</a:t>
            </a:r>
          </a:p>
          <a:p>
            <a:pPr lvl="0"/>
            <a:endParaRPr lang="en-US" sz="2400" dirty="0"/>
          </a:p>
          <a:p>
            <a:pPr lvl="0"/>
            <a:r>
              <a:rPr lang="en-US" sz="2400" dirty="0"/>
              <a:t>So it’s worth spending some time learning the tools and techniques to support how you get work done through others, because they are so critical to your success and the project’s success!</a:t>
            </a:r>
          </a:p>
          <a:p>
            <a:endParaRPr lang="en-US" dirty="0"/>
          </a:p>
        </p:txBody>
      </p:sp>
    </p:spTree>
    <p:extLst>
      <p:ext uri="{BB962C8B-B14F-4D97-AF65-F5344CB8AC3E}">
        <p14:creationId xmlns:p14="http://schemas.microsoft.com/office/powerpoint/2010/main" val="8624070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9A96B-8611-4CDB-BC70-F1BD2C16B2FC}"/>
              </a:ext>
            </a:extLst>
          </p:cNvPr>
          <p:cNvSpPr>
            <a:spLocks noGrp="1"/>
          </p:cNvSpPr>
          <p:nvPr>
            <p:ph type="title"/>
          </p:nvPr>
        </p:nvSpPr>
        <p:spPr/>
        <p:txBody>
          <a:bodyPr/>
          <a:lstStyle/>
          <a:p>
            <a:r>
              <a:rPr lang="en-US" altLang="en-US" dirty="0"/>
              <a:t>Summary</a:t>
            </a:r>
            <a:endParaRPr lang="en-US" dirty="0"/>
          </a:p>
        </p:txBody>
      </p:sp>
      <p:sp>
        <p:nvSpPr>
          <p:cNvPr id="3" name="Content Placeholder 2">
            <a:extLst>
              <a:ext uri="{FF2B5EF4-FFF2-40B4-BE49-F238E27FC236}">
                <a16:creationId xmlns:a16="http://schemas.microsoft.com/office/drawing/2014/main" id="{D8905979-908E-42CC-BC6E-B7F4EB51B821}"/>
              </a:ext>
            </a:extLst>
          </p:cNvPr>
          <p:cNvSpPr>
            <a:spLocks noGrp="1"/>
          </p:cNvSpPr>
          <p:nvPr>
            <p:ph sz="half" idx="1"/>
          </p:nvPr>
        </p:nvSpPr>
        <p:spPr>
          <a:xfrm>
            <a:off x="457200" y="1600200"/>
            <a:ext cx="8077200" cy="4525963"/>
          </a:xfrm>
        </p:spPr>
        <p:txBody>
          <a:bodyPr/>
          <a:lstStyle/>
          <a:p>
            <a:pPr eaLnBrk="1" hangingPunct="1">
              <a:spcBef>
                <a:spcPts val="600"/>
              </a:spcBef>
            </a:pPr>
            <a:r>
              <a:rPr lang="en-US" altLang="en-US" sz="1600" dirty="0"/>
              <a:t>The PMI (Project Management Institute) has developed / coordinated the compilation of international best practice and published this as a guide.</a:t>
            </a:r>
          </a:p>
          <a:p>
            <a:pPr eaLnBrk="1" hangingPunct="1">
              <a:spcBef>
                <a:spcPts val="600"/>
              </a:spcBef>
            </a:pPr>
            <a:r>
              <a:rPr lang="en-US" altLang="en-US" sz="1600" dirty="0"/>
              <a:t>The guide is the Project Management Body of Knowledge (</a:t>
            </a:r>
            <a:r>
              <a:rPr lang="en-US" altLang="en-US" sz="1600" dirty="0" err="1"/>
              <a:t>PMBOK</a:t>
            </a:r>
            <a:r>
              <a:rPr lang="en-US" altLang="en-US" sz="1600" dirty="0"/>
              <a:t>).</a:t>
            </a:r>
          </a:p>
          <a:p>
            <a:pPr eaLnBrk="1" hangingPunct="1">
              <a:spcBef>
                <a:spcPts val="600"/>
              </a:spcBef>
            </a:pPr>
            <a:r>
              <a:rPr lang="en-US" altLang="en-US" sz="1600" dirty="0"/>
              <a:t>This guide enjoys widespread industry acknowledgement and the associated professional qualifications are highly desired and sought after.</a:t>
            </a:r>
          </a:p>
          <a:p>
            <a:pPr eaLnBrk="1" hangingPunct="1">
              <a:spcBef>
                <a:spcPts val="600"/>
              </a:spcBef>
            </a:pPr>
            <a:r>
              <a:rPr lang="en-US" altLang="en-US" sz="1600" dirty="0"/>
              <a:t>The </a:t>
            </a:r>
            <a:r>
              <a:rPr lang="en-US" altLang="en-US" sz="1600" dirty="0" err="1"/>
              <a:t>PMBOK</a:t>
            </a:r>
            <a:r>
              <a:rPr lang="en-US" altLang="en-US" sz="1600" dirty="0"/>
              <a:t> defines 10 Knowledge Areas (</a:t>
            </a:r>
            <a:r>
              <a:rPr lang="en-US" altLang="en-US" sz="1600" dirty="0" err="1"/>
              <a:t>KAs</a:t>
            </a:r>
            <a:r>
              <a:rPr lang="en-US" altLang="en-US" sz="1600" dirty="0"/>
              <a:t>) that effectively scopes the knowledge requirements for contemporary project management.</a:t>
            </a:r>
          </a:p>
          <a:p>
            <a:pPr eaLnBrk="1" hangingPunct="1">
              <a:spcBef>
                <a:spcPts val="600"/>
              </a:spcBef>
            </a:pPr>
            <a:r>
              <a:rPr lang="en-US" altLang="en-US" sz="1600" dirty="0"/>
              <a:t>Within each knowledge area, the guide defines several processes that must be followed. These are flexible, but they define how the knowledge areas are implemented.</a:t>
            </a:r>
          </a:p>
          <a:p>
            <a:pPr eaLnBrk="1" hangingPunct="1">
              <a:spcBef>
                <a:spcPts val="600"/>
              </a:spcBef>
            </a:pPr>
            <a:r>
              <a:rPr lang="en-US" altLang="en-US" sz="1600" dirty="0"/>
              <a:t>Within the </a:t>
            </a:r>
            <a:r>
              <a:rPr lang="en-US" altLang="en-US" sz="1600" dirty="0" err="1"/>
              <a:t>PMBOK</a:t>
            </a:r>
            <a:r>
              <a:rPr lang="en-US" altLang="en-US" sz="1600" dirty="0"/>
              <a:t>, these processes are grouped together by Process Groups (PGs).</a:t>
            </a:r>
          </a:p>
          <a:p>
            <a:pPr eaLnBrk="1" hangingPunct="1">
              <a:spcBef>
                <a:spcPts val="600"/>
              </a:spcBef>
            </a:pPr>
            <a:r>
              <a:rPr lang="en-US" altLang="en-US" sz="1600" dirty="0"/>
              <a:t>Note that the </a:t>
            </a:r>
            <a:r>
              <a:rPr lang="en-US" altLang="en-US" sz="1600" dirty="0" err="1"/>
              <a:t>PMBOK</a:t>
            </a:r>
            <a:r>
              <a:rPr lang="en-US" altLang="en-US" sz="1600" dirty="0"/>
              <a:t> is constantly evolving. Every 4-5 years an updated version is released that takes into consideration the latest developments in the field. It is every practitioners responsibility to keep up to date with these advancements. </a:t>
            </a:r>
          </a:p>
        </p:txBody>
      </p:sp>
    </p:spTree>
    <p:extLst>
      <p:ext uri="{BB962C8B-B14F-4D97-AF65-F5344CB8AC3E}">
        <p14:creationId xmlns:p14="http://schemas.microsoft.com/office/powerpoint/2010/main" val="4014815292"/>
      </p:ext>
    </p:extLst>
  </p:cSld>
  <p:clrMapOvr>
    <a:masterClrMapping/>
  </p:clrMapOvr>
</p:sld>
</file>

<file path=ppt/theme/theme1.xml><?xml version="1.0" encoding="utf-8"?>
<a:theme xmlns:a="http://schemas.openxmlformats.org/drawingml/2006/main" name="68347_Pppt_templat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68347_Pppt_template</Template>
  <TotalTime>23411</TotalTime>
  <Words>2257</Words>
  <Application>Microsoft Office PowerPoint</Application>
  <PresentationFormat>On-screen Show (4:3)</PresentationFormat>
  <Paragraphs>189</Paragraphs>
  <Slides>35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Courier New</vt:lpstr>
      <vt:lpstr>Wingdings</vt:lpstr>
      <vt:lpstr>68347_Pppt_template</vt:lpstr>
      <vt:lpstr>PowerPoint Presentation</vt:lpstr>
      <vt:lpstr>Project Phases (Process Groups)</vt:lpstr>
      <vt:lpstr>Project Phases (Process Groups)</vt:lpstr>
      <vt:lpstr>Knowledge Areas: Definition</vt:lpstr>
      <vt:lpstr>Knowledge Areas: Definition</vt:lpstr>
      <vt:lpstr>Knowledge Areas: Definition</vt:lpstr>
      <vt:lpstr>How many knowledge areas are there in project management?</vt:lpstr>
      <vt:lpstr>10 Knowledge Areas of Project Management</vt:lpstr>
      <vt:lpstr>What are the project management Knowledge Areas?</vt:lpstr>
      <vt:lpstr>Knowledge Areas</vt:lpstr>
      <vt:lpstr>PowerPoint Presentation</vt:lpstr>
      <vt:lpstr>PowerPoint Presentation</vt:lpstr>
      <vt:lpstr>PowerPoint Presentation</vt:lpstr>
      <vt:lpstr>1. Integration Management</vt:lpstr>
      <vt:lpstr>2. Scope Management</vt:lpstr>
      <vt:lpstr>3. Schedule Management</vt:lpstr>
      <vt:lpstr>3. Schedule Management</vt:lpstr>
      <vt:lpstr>4. Cost Management</vt:lpstr>
      <vt:lpstr>4. Cost Management</vt:lpstr>
      <vt:lpstr>5. Quality Management</vt:lpstr>
      <vt:lpstr>5. Quality Management</vt:lpstr>
      <vt:lpstr>6. Resource Management</vt:lpstr>
      <vt:lpstr>6. Resource Management</vt:lpstr>
      <vt:lpstr>6. Resource Management</vt:lpstr>
      <vt:lpstr>6. Resource Management</vt:lpstr>
      <vt:lpstr>7. Communications Management</vt:lpstr>
      <vt:lpstr>8. Risk Management</vt:lpstr>
      <vt:lpstr>8. Risk Management</vt:lpstr>
      <vt:lpstr>9. Procurement Management</vt:lpstr>
      <vt:lpstr>Procurement Management</vt:lpstr>
      <vt:lpstr>10. Stakeholder Management</vt:lpstr>
      <vt:lpstr>10. Stakeholder Management</vt:lpstr>
      <vt:lpstr>10. Stakeholder Management</vt:lpstr>
      <vt:lpstr>10. Stakeholder Management</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Rose</dc:creator>
  <cp:lastModifiedBy>Leon Small</cp:lastModifiedBy>
  <cp:revision>225</cp:revision>
  <cp:lastPrinted>2019-04-01T15:58:27Z</cp:lastPrinted>
  <dcterms:created xsi:type="dcterms:W3CDTF">2010-12-13T04:11:14Z</dcterms:created>
  <dcterms:modified xsi:type="dcterms:W3CDTF">2021-03-04T06:56:45Z</dcterms:modified>
</cp:coreProperties>
</file>