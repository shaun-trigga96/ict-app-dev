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0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8" r:id="rId3"/>
    <p:sldId id="259" r:id="rId4"/>
    <p:sldId id="257" r:id="rId5"/>
    <p:sldId id="262" r:id="rId6"/>
    <p:sldId id="264" r:id="rId7"/>
    <p:sldId id="266" r:id="rId8"/>
    <p:sldId id="267" r:id="rId9"/>
    <p:sldId id="268" r:id="rId10"/>
    <p:sldId id="269" r:id="rId11"/>
    <p:sldId id="270" r:id="rId12"/>
    <p:sldId id="271" r:id="rId13"/>
    <p:sldId id="274" r:id="rId14"/>
    <p:sldId id="275" r:id="rId15"/>
    <p:sldId id="276" r:id="rId16"/>
    <p:sldId id="277" r:id="rId17"/>
    <p:sldId id="278" r:id="rId18"/>
    <p:sldId id="281" r:id="rId19"/>
    <p:sldId id="289" r:id="rId20"/>
    <p:sldId id="282" r:id="rId21"/>
    <p:sldId id="290" r:id="rId22"/>
    <p:sldId id="287" r:id="rId23"/>
    <p:sldId id="288" r:id="rId24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7718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 autoAdjust="0"/>
    <p:restoredTop sz="86410" autoAdjust="0"/>
  </p:normalViewPr>
  <p:slideViewPr>
    <p:cSldViewPr>
      <p:cViewPr varScale="1">
        <p:scale>
          <a:sx n="60" d="100"/>
          <a:sy n="60" d="100"/>
        </p:scale>
        <p:origin x="96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3788" y="68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053315E-2CB0-4908-866C-F61A3CCAD8E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5769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BB5BB344-7644-4F24-A6E0-209AC969176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458675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31774"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C3197EF-CAF0-46C3-8FB9-B9EAD91BD989}" type="slidenum">
              <a:rPr lang="en-US" altLang="en-US" smtClean="0">
                <a:latin typeface="Arial" charset="0"/>
                <a:cs typeface="Arial" charset="0"/>
              </a:rPr>
              <a:pPr eaLnBrk="1" hangingPunct="1">
                <a:spcBef>
                  <a:spcPct val="0"/>
                </a:spcBef>
              </a:pPr>
              <a:t>1</a:t>
            </a:fld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223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>
              <a:spcBef>
                <a:spcPct val="0"/>
              </a:spcBef>
              <a:defRPr/>
            </a:pPr>
            <a:endParaRPr lang="en-US" dirty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959EEC8-7164-474C-8505-D878E03795B4}" type="slidenum">
              <a:rPr lang="en-US" altLang="en-US" smtClean="0">
                <a:latin typeface="Arial" charset="0"/>
                <a:cs typeface="Arial" charset="0"/>
              </a:rPr>
              <a:pPr eaLnBrk="1" hangingPunct="1">
                <a:spcBef>
                  <a:spcPct val="0"/>
                </a:spcBef>
              </a:pPr>
              <a:t>2</a:t>
            </a:fld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928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>
              <a:spcBef>
                <a:spcPct val="0"/>
              </a:spcBef>
              <a:defRPr/>
            </a:pPr>
            <a:endParaRPr lang="en-US" dirty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36EFD38-E22A-4C39-B4AA-59009AD89D02}" type="slidenum">
              <a:rPr lang="en-US" altLang="en-US" smtClean="0">
                <a:latin typeface="Arial" charset="0"/>
                <a:cs typeface="Arial" charset="0"/>
              </a:rPr>
              <a:pPr eaLnBrk="1" hangingPunct="1">
                <a:spcBef>
                  <a:spcPct val="0"/>
                </a:spcBef>
              </a:pPr>
              <a:t>3</a:t>
            </a:fld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715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E638236-B851-4AE3-9834-8B9188D1D05F}" type="slidenum">
              <a:rPr lang="en-US" altLang="en-US" smtClean="0">
                <a:latin typeface="Arial" charset="0"/>
                <a:cs typeface="Arial" charset="0"/>
              </a:rPr>
              <a:pPr eaLnBrk="1" hangingPunct="1">
                <a:spcBef>
                  <a:spcPct val="0"/>
                </a:spcBef>
              </a:pPr>
              <a:t>4</a:t>
            </a:fld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153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>
              <a:spcBef>
                <a:spcPct val="0"/>
              </a:spcBef>
              <a:defRPr/>
            </a:pPr>
            <a:endParaRPr lang="en-US" dirty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BA30902-1176-4F6D-B839-1CAEA2462AF2}" type="slidenum">
              <a:rPr lang="en-US" altLang="en-US" smtClean="0">
                <a:latin typeface="Arial" charset="0"/>
                <a:cs typeface="Arial" charset="0"/>
              </a:rPr>
              <a:pPr eaLnBrk="1" hangingPunct="1">
                <a:spcBef>
                  <a:spcPct val="0"/>
                </a:spcBef>
              </a:pPr>
              <a:t>5</a:t>
            </a:fld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824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466848F-7FDE-4317-A96F-7B14C555AD9E}" type="slidenum">
              <a:rPr lang="en-US" altLang="en-US" smtClean="0">
                <a:latin typeface="Arial" charset="0"/>
                <a:cs typeface="Arial" charset="0"/>
              </a:rPr>
              <a:pPr eaLnBrk="1" hangingPunct="1">
                <a:spcBef>
                  <a:spcPct val="0"/>
                </a:spcBef>
              </a:pPr>
              <a:t>6</a:t>
            </a:fld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66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defRPr/>
            </a:pPr>
            <a:endParaRPr lang="en-US" dirty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9F29192-84F4-478B-897F-C94EC016D6BC}" type="slidenum">
              <a:rPr lang="en-US" altLang="en-US" smtClean="0">
                <a:latin typeface="Arial" charset="0"/>
                <a:cs typeface="Arial" charset="0"/>
              </a:rPr>
              <a:pPr eaLnBrk="1" hangingPunct="1">
                <a:spcBef>
                  <a:spcPct val="0"/>
                </a:spcBef>
              </a:pPr>
              <a:t>7</a:t>
            </a:fld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226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74708" indent="-174708" eaLnBrk="1" hangingPunct="1">
              <a:spcBef>
                <a:spcPct val="0"/>
              </a:spcBef>
              <a:buFont typeface="Arial" pitchFamily="34" charset="0"/>
              <a:buChar char="•"/>
              <a:defRPr/>
            </a:pPr>
            <a:endParaRPr lang="en-US" dirty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DD2A8434-A9FA-4CEF-ABE3-3C8690530CBE}" type="slidenum">
              <a:rPr lang="en-US" altLang="en-US" smtClean="0">
                <a:latin typeface="Arial" charset="0"/>
                <a:cs typeface="Arial" charset="0"/>
              </a:rPr>
              <a:pPr eaLnBrk="1" hangingPunct="1">
                <a:spcBef>
                  <a:spcPct val="0"/>
                </a:spcBef>
              </a:pPr>
              <a:t>8</a:t>
            </a:fld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7854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>
              <a:spcBef>
                <a:spcPct val="0"/>
              </a:spcBef>
              <a:defRPr/>
            </a:pPr>
            <a:endParaRPr lang="en-US" dirty="0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EC32D77-D605-4A47-A915-31AE6E46B610}" type="slidenum">
              <a:rPr lang="en-US" altLang="en-US" smtClean="0">
                <a:latin typeface="Arial" charset="0"/>
                <a:cs typeface="Arial" charset="0"/>
              </a:rPr>
              <a:pPr eaLnBrk="1" hangingPunct="1">
                <a:spcBef>
                  <a:spcPct val="0"/>
                </a:spcBef>
              </a:pPr>
              <a:t>9</a:t>
            </a:fld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3192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>
              <a:spcBef>
                <a:spcPct val="0"/>
              </a:spcBef>
              <a:defRPr/>
            </a:pPr>
            <a:endParaRPr lang="en-US" dirty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C29F3CC8-0EC9-4E9E-AFB9-8F4FA26603FD}" type="slidenum">
              <a:rPr lang="en-US" altLang="en-US" smtClean="0">
                <a:latin typeface="Arial" charset="0"/>
                <a:cs typeface="Arial" charset="0"/>
              </a:rPr>
              <a:pPr eaLnBrk="1" hangingPunct="1">
                <a:spcBef>
                  <a:spcPct val="0"/>
                </a:spcBef>
              </a:pPr>
              <a:t>10</a:t>
            </a:fld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697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0A31EDF-3531-434B-B788-A19DA3D3DCEB}" type="slidenum">
              <a:rPr lang="en-US" altLang="en-US" smtClean="0">
                <a:latin typeface="Arial" charset="0"/>
                <a:cs typeface="Arial" charset="0"/>
              </a:rPr>
              <a:pPr eaLnBrk="1" hangingPunct="1">
                <a:spcBef>
                  <a:spcPct val="0"/>
                </a:spcBef>
              </a:pPr>
              <a:t>11</a:t>
            </a:fld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0741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>
              <a:spcBef>
                <a:spcPct val="0"/>
              </a:spcBef>
              <a:defRPr/>
            </a:pPr>
            <a:endParaRPr lang="en-US" dirty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47D98C0-97DA-46A7-8AFB-783A20DECDDF}" type="slidenum">
              <a:rPr lang="en-US" altLang="en-US" smtClean="0">
                <a:latin typeface="Arial" charset="0"/>
                <a:cs typeface="Arial" charset="0"/>
              </a:rPr>
              <a:pPr eaLnBrk="1" hangingPunct="1">
                <a:spcBef>
                  <a:spcPct val="0"/>
                </a:spcBef>
              </a:pPr>
              <a:t>12</a:t>
            </a:fld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7211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B74E208-0F4F-4F0A-A11F-F32CD2CEE801}" type="slidenum">
              <a:rPr lang="en-US" altLang="en-US" smtClean="0">
                <a:latin typeface="Arial" charset="0"/>
                <a:cs typeface="Arial" charset="0"/>
              </a:rPr>
              <a:pPr eaLnBrk="1" hangingPunct="1">
                <a:spcBef>
                  <a:spcPct val="0"/>
                </a:spcBef>
              </a:pPr>
              <a:t>13</a:t>
            </a:fld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3515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>
              <a:spcBef>
                <a:spcPct val="0"/>
              </a:spcBef>
              <a:defRPr/>
            </a:pPr>
            <a:endParaRPr lang="en-US" dirty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7711738-DC8E-4752-B1EF-5EDA27FBBF0D}" type="slidenum">
              <a:rPr lang="en-US" altLang="en-US" smtClean="0">
                <a:latin typeface="Arial" charset="0"/>
                <a:cs typeface="Arial" charset="0"/>
              </a:rPr>
              <a:pPr eaLnBrk="1" hangingPunct="1">
                <a:spcBef>
                  <a:spcPct val="0"/>
                </a:spcBef>
              </a:pPr>
              <a:t>14</a:t>
            </a:fld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0026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defRPr/>
            </a:pPr>
            <a:endParaRPr lang="en-US" dirty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3107A4DC-B7D7-4C1E-8D9B-A10BC3C4A1A7}" type="slidenum">
              <a:rPr lang="en-US" altLang="en-US" smtClean="0">
                <a:latin typeface="Arial" charset="0"/>
                <a:cs typeface="Arial" charset="0"/>
              </a:rPr>
              <a:pPr eaLnBrk="1" hangingPunct="1">
                <a:spcBef>
                  <a:spcPct val="0"/>
                </a:spcBef>
              </a:pPr>
              <a:t>15</a:t>
            </a:fld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8613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defRPr/>
            </a:pPr>
            <a:endParaRPr 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1E51630-AC0F-4120-AA8D-C8330EE015D9}" type="slidenum">
              <a:rPr lang="en-US" altLang="en-US" smtClean="0">
                <a:latin typeface="Arial" charset="0"/>
                <a:cs typeface="Arial" charset="0"/>
              </a:rPr>
              <a:pPr eaLnBrk="1" hangingPunct="1">
                <a:spcBef>
                  <a:spcPct val="0"/>
                </a:spcBef>
              </a:pPr>
              <a:t>16</a:t>
            </a:fld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8399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defRPr/>
            </a:pPr>
            <a:endParaRPr lang="en-US" dirty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51C2DD9-BB46-4FFE-80C5-DA3C684B0EB0}" type="slidenum">
              <a:rPr lang="en-US" altLang="en-US" smtClean="0">
                <a:latin typeface="Arial" charset="0"/>
                <a:cs typeface="Arial" charset="0"/>
              </a:rPr>
              <a:pPr eaLnBrk="1" hangingPunct="1">
                <a:spcBef>
                  <a:spcPct val="0"/>
                </a:spcBef>
              </a:pPr>
              <a:t>17</a:t>
            </a:fld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5780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defRPr/>
            </a:pPr>
            <a:endParaRPr lang="en-US" dirty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8AA6080-F93B-4A46-9866-C24C77ECF7D9}" type="slidenum">
              <a:rPr lang="en-US" altLang="en-US" smtClean="0">
                <a:latin typeface="Arial" charset="0"/>
                <a:cs typeface="Arial" charset="0"/>
              </a:rPr>
              <a:pPr eaLnBrk="1" hangingPunct="1">
                <a:spcBef>
                  <a:spcPct val="0"/>
                </a:spcBef>
              </a:pPr>
              <a:t>18</a:t>
            </a:fld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6290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endParaRPr lang="en-US" altLang="en-US" dirty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B1C3B049-AB2B-4FAF-8A30-9F988C6D0845}" type="slidenum">
              <a:rPr lang="en-US" altLang="en-US" smtClean="0">
                <a:latin typeface="Arial" charset="0"/>
                <a:cs typeface="Arial" charset="0"/>
              </a:rPr>
              <a:pPr eaLnBrk="1" hangingPunct="1">
                <a:spcBef>
                  <a:spcPct val="0"/>
                </a:spcBef>
              </a:pPr>
              <a:t>19</a:t>
            </a:fld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9452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53C58B1A-BD8E-4A82-A734-2CC37F006F42}" type="slidenum">
              <a:rPr lang="en-US" altLang="en-US" smtClean="0">
                <a:latin typeface="Arial" charset="0"/>
                <a:cs typeface="Arial" charset="0"/>
              </a:rPr>
              <a:pPr eaLnBrk="1" hangingPunct="1">
                <a:spcBef>
                  <a:spcPct val="0"/>
                </a:spcBef>
              </a:pPr>
              <a:t>20</a:t>
            </a:fld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2933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63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F009DAA6-8B6F-43C9-95D3-4F5113584484}" type="slidenum">
              <a:rPr lang="en-US" altLang="en-US" smtClean="0">
                <a:latin typeface="Arial" charset="0"/>
                <a:cs typeface="Arial" charset="0"/>
              </a:rPr>
              <a:pPr eaLnBrk="1" hangingPunct="1">
                <a:spcBef>
                  <a:spcPct val="0"/>
                </a:spcBef>
              </a:pPr>
              <a:t>21</a:t>
            </a:fld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0282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75F220CF-AF85-4493-B869-EF4168B09105}" type="slidenum">
              <a:rPr lang="en-US" altLang="en-US" smtClean="0">
                <a:latin typeface="Arial" charset="0"/>
                <a:cs typeface="Arial" charset="0"/>
              </a:rPr>
              <a:pPr eaLnBrk="1" hangingPunct="1">
                <a:spcBef>
                  <a:spcPct val="0"/>
                </a:spcBef>
              </a:pPr>
              <a:t>22</a:t>
            </a:fld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3377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 bwMode="auto">
          <a:extLst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74708" indent="-174708" eaLnBrk="1" hangingPunct="1">
              <a:spcBef>
                <a:spcPct val="0"/>
              </a:spcBef>
              <a:buFont typeface="Arial" pitchFamily="34" charset="0"/>
              <a:buChar char="•"/>
              <a:defRPr/>
            </a:pPr>
            <a:endParaRPr lang="en-US" dirty="0"/>
          </a:p>
        </p:txBody>
      </p:sp>
      <p:sp>
        <p:nvSpPr>
          <p:cNvPr id="583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57066" indent="-291179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64717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30604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96491" indent="-23294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62377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3028264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94151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960038" indent="-23294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4B8084E6-8671-4B5A-8ED9-1F9CB12DA714}" type="slidenum">
              <a:rPr lang="en-US" altLang="en-US" smtClean="0">
                <a:latin typeface="Arial" charset="0"/>
                <a:cs typeface="Arial" charset="0"/>
              </a:rPr>
              <a:pPr eaLnBrk="1" hangingPunct="1">
                <a:spcBef>
                  <a:spcPct val="0"/>
                </a:spcBef>
              </a:pPr>
              <a:t>23</a:t>
            </a:fld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592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blank chapter title icon for ppt from book copy.png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01763"/>
            <a:ext cx="9144000" cy="4054475"/>
          </a:xfrm>
          <a:prstGeom prst="rect">
            <a:avLst/>
          </a:prstGeom>
          <a:solidFill>
            <a:srgbClr val="C00000"/>
          </a:solidFill>
          <a:ln>
            <a:noFill/>
          </a:ln>
          <a:extLst/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200400"/>
            <a:ext cx="5638800" cy="1600200"/>
          </a:xfrm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3"/>
          </p:nvPr>
        </p:nvSpPr>
        <p:spPr>
          <a:xfrm>
            <a:off x="533400" y="1828800"/>
            <a:ext cx="4572000" cy="890587"/>
          </a:xfrm>
        </p:spPr>
        <p:txBody>
          <a:bodyPr anchor="ctr"/>
          <a:lstStyle>
            <a:lvl1pPr marL="0" indent="0">
              <a:buNone/>
              <a:defRPr sz="32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577DCA-080C-4D28-AA19-F169990FC464}" type="datetimeFigureOut">
              <a:rPr lang="en-US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28491-C706-45B3-A9AA-7CF12592278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025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2"/>
              </a:buClr>
              <a:buSzPct val="100000"/>
              <a:buFont typeface="Calibri" pitchFamily="34" charset="0"/>
              <a:buChar char="•"/>
              <a:defRPr/>
            </a:lvl1pPr>
            <a:lvl2pPr marL="742950" indent="-285750">
              <a:buClr>
                <a:srgbClr val="C00000"/>
              </a:buClr>
              <a:buSzPct val="100000"/>
              <a:buFont typeface="Courier New" panose="02070309020205020404" pitchFamily="49" charset="0"/>
              <a:buChar char="o"/>
              <a:defRPr/>
            </a:lvl2pPr>
            <a:lvl3pPr marL="1143000" indent="-228600"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chemeClr val="accent1">
                  <a:lumMod val="75000"/>
                </a:schemeClr>
              </a:buClr>
              <a:buSzPct val="100000"/>
              <a:buFont typeface="Wingdings" panose="05000000000000000000" pitchFamily="2" charset="2"/>
              <a:buChar char="Ø"/>
              <a:defRPr/>
            </a:lvl4pPr>
            <a:lvl5pPr marL="20574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E6C7F1E-44E2-425C-BE64-07694BFA9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AFEB67A-4843-46C1-9AFE-7C4C0C03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5BD23F6-244A-4E03-BAE6-C2A33693709E}" type="datetimeFigureOut">
              <a:rPr lang="en-US" smtClean="0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3E78C99-43B6-4F10-A96F-AD5CE1762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9991FDF-E9C8-477B-B812-4E1F9957D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0609F6-E883-4B4A-AC96-B2A8073F019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565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blank title icon for ppt from book copy.png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9144000" cy="260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4400" y="838200"/>
            <a:ext cx="4419600" cy="2667001"/>
          </a:xfrm>
        </p:spPr>
        <p:txBody>
          <a:bodyPr>
            <a:normAutofit/>
          </a:bodyPr>
          <a:lstStyle>
            <a:lvl1pPr algn="l">
              <a:defRPr sz="3200" b="1" cap="none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905000"/>
            <a:ext cx="3352800" cy="890587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FBCB08-CCC5-4BC2-B041-71FDDC65690E}" type="datetimeFigureOut">
              <a:rPr lang="en-US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D24D11-839A-41BD-9F93-F4F22BC2A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566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itchFamily="34" charset="0"/>
              <a:buChar char="•"/>
              <a:defRPr sz="2800"/>
            </a:lvl1pPr>
            <a:lvl2pPr marL="742950" indent="-285750"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sz="2400"/>
            </a:lvl2pPr>
            <a:lvl3pPr marL="11430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v"/>
              <a:defRPr sz="2000"/>
            </a:lvl3pPr>
            <a:lvl4pPr marL="1600200" indent="-228600">
              <a:buClr>
                <a:schemeClr val="accent2"/>
              </a:buClr>
              <a:buSzPct val="100000"/>
              <a:buFont typeface="Wingdings" panose="05000000000000000000" pitchFamily="2" charset="2"/>
              <a:buChar char="Ø"/>
              <a:defRPr sz="1800"/>
            </a:lvl4pPr>
            <a:lvl5pPr marL="20574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 marL="342900" indent="-342900"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2800"/>
            </a:lvl1pPr>
            <a:lvl2pPr marL="742950" indent="-285750"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sz="2400"/>
            </a:lvl2pPr>
            <a:lvl3pPr marL="1143000" indent="-228600">
              <a:buClr>
                <a:schemeClr val="accent2"/>
              </a:buClr>
              <a:buSzPct val="100000"/>
              <a:buFont typeface="Wingdings" panose="05000000000000000000" pitchFamily="2" charset="2"/>
              <a:buChar char="v"/>
              <a:defRPr sz="2000"/>
            </a:lvl3pPr>
            <a:lvl4pPr marL="1600200" indent="-228600">
              <a:buClr>
                <a:schemeClr val="accent2"/>
              </a:buClr>
              <a:buSzPct val="100000"/>
              <a:buFont typeface="Wingdings" panose="05000000000000000000" pitchFamily="2" charset="2"/>
              <a:buChar char="Ø"/>
              <a:defRPr sz="1800"/>
            </a:lvl4pPr>
            <a:lvl5pPr marL="2171700" indent="-342900">
              <a:buClr>
                <a:schemeClr val="accent2"/>
              </a:buClr>
              <a:buSzPct val="100000"/>
              <a:buFont typeface="Wingdings" panose="05000000000000000000" pitchFamily="2" charset="2"/>
              <a:buChar char="ü"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B75665-02B0-4B57-B215-97B42AFF8BCB}" type="datetimeFigureOut">
              <a:rPr lang="en-US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DBE1B-A2E7-4FCA-82ED-CEAA65568B2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661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Clr>
                <a:schemeClr val="accent2"/>
              </a:buClr>
              <a:buSzPct val="100000"/>
              <a:buFont typeface="Arial" pitchFamily="34" charset="0"/>
              <a:buChar char="•"/>
              <a:defRPr sz="2400"/>
            </a:lvl1pPr>
            <a:lvl2pPr marL="742950" indent="-285750">
              <a:buClr>
                <a:srgbClr val="C00000"/>
              </a:buClr>
              <a:buSzPct val="100000"/>
              <a:buFont typeface="Courier New" panose="02070309020205020404" pitchFamily="49" charset="0"/>
              <a:buChar char="o"/>
              <a:defRPr sz="2000"/>
            </a:lvl2pPr>
            <a:lvl3pPr marL="11430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v"/>
              <a:defRPr sz="1800"/>
            </a:lvl3pPr>
            <a:lvl4pPr marL="16002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defRPr sz="1600"/>
            </a:lvl4pPr>
            <a:lvl5pPr marL="20574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Clr>
                <a:srgbClr val="C00000"/>
              </a:buClr>
              <a:buSzPct val="100000"/>
              <a:buFont typeface="Arial" pitchFamily="34" charset="0"/>
              <a:buChar char="•"/>
              <a:defRPr sz="2400"/>
            </a:lvl1pPr>
            <a:lvl2pPr marL="742950" indent="-285750">
              <a:buClr>
                <a:srgbClr val="C00000"/>
              </a:buClr>
              <a:buSzPct val="100000"/>
              <a:buFont typeface="Courier New" panose="02070309020205020404" pitchFamily="49" charset="0"/>
              <a:buChar char="o"/>
              <a:defRPr sz="2000"/>
            </a:lvl2pPr>
            <a:lvl3pPr marL="11430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v"/>
              <a:defRPr sz="1800"/>
            </a:lvl3pPr>
            <a:lvl4pPr marL="16002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defRPr sz="1600"/>
            </a:lvl4pPr>
            <a:lvl5pPr marL="20574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7C7704-79CC-4676-9AC4-96A6AA016FB9}" type="datetimeFigureOut">
              <a:rPr lang="en-US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99526A-2092-4DD0-8C94-FBD39C62F96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083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7FA3B8-74EA-45ED-B799-737CA6822B89}" type="datetimeFigureOut">
              <a:rPr lang="en-US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6FDBD4-B13A-4BA4-B202-D15934A6172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30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accent2"/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ECAC4F-D8BA-4163-9AE8-00B0A8870D72}" type="datetimeFigureOut">
              <a:rPr lang="en-US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12C7B-B6D5-4C38-B9EC-F1D5B3BCCDE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479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657600" cy="1162050"/>
          </a:xfrm>
        </p:spPr>
        <p:txBody>
          <a:bodyPr anchor="b"/>
          <a:lstStyle>
            <a:lvl1pPr algn="l">
              <a:defRPr sz="24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9600" y="304800"/>
            <a:ext cx="4267200" cy="5821363"/>
          </a:xfrm>
        </p:spPr>
        <p:txBody>
          <a:bodyPr>
            <a:normAutofit/>
          </a:bodyPr>
          <a:lstStyle>
            <a:lvl1pPr>
              <a:buClr>
                <a:srgbClr val="C00000"/>
              </a:buClr>
              <a:buSzPct val="100000"/>
              <a:buFont typeface="Calibri" pitchFamily="34" charset="0"/>
              <a:buChar char="•"/>
              <a:defRPr sz="2400"/>
            </a:lvl1pPr>
            <a:lvl2pPr marL="742950" indent="-285750">
              <a:buClr>
                <a:schemeClr val="accent2"/>
              </a:buClr>
              <a:buSzPct val="100000"/>
              <a:buFont typeface="Courier New" panose="02070309020205020404" pitchFamily="49" charset="0"/>
              <a:buChar char="o"/>
              <a:defRPr sz="2000"/>
            </a:lvl2pPr>
            <a:lvl3pPr marL="1143000" indent="-228600">
              <a:buClr>
                <a:schemeClr val="accent2"/>
              </a:buClr>
              <a:buSzPct val="100000"/>
              <a:buFont typeface="Wingdings" panose="05000000000000000000" pitchFamily="2" charset="2"/>
              <a:buChar char="v"/>
              <a:defRPr sz="1800"/>
            </a:lvl3pPr>
            <a:lvl4pPr marL="16002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defRPr sz="1600"/>
            </a:lvl4pPr>
            <a:lvl5pPr marL="2057400" indent="-228600">
              <a:buClr>
                <a:srgbClr val="C00000"/>
              </a:buClr>
              <a:buSzPct val="100000"/>
              <a:buFont typeface="Wingdings" panose="05000000000000000000" pitchFamily="2" charset="2"/>
              <a:buChar char="ü"/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657600" cy="4691063"/>
          </a:xfrm>
        </p:spPr>
        <p:txBody>
          <a:bodyPr/>
          <a:lstStyle>
            <a:lvl1pPr marL="233363" indent="-233363">
              <a:buClr>
                <a:srgbClr val="C00000"/>
              </a:buClr>
              <a:buSzPct val="100000"/>
              <a:buFont typeface="Calibri" pitchFamily="34" charset="0"/>
              <a:buChar char="•"/>
              <a:defRPr sz="2000"/>
            </a:lvl1pPr>
            <a:lvl2pPr marL="690563" indent="-233363">
              <a:buClr>
                <a:srgbClr val="C00000"/>
              </a:buClr>
              <a:buSzPct val="100000"/>
              <a:buFont typeface="Courier New" panose="02070309020205020404" pitchFamily="49" charset="0"/>
              <a:buChar char="o"/>
              <a:defRPr sz="20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B2FA0E-78EC-4CA3-9A83-7F17E5EC7DC7}" type="datetimeFigureOut">
              <a:rPr lang="en-US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29869C-F517-4170-80FF-6AF284CF498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761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C72848-2DF0-413A-AC17-B8C06F98ECEC}" type="datetimeFigureOut">
              <a:rPr lang="en-US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295C1F-8125-4A6A-8FCC-EA228CB22A1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59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buClr>
                <a:srgbClr val="C00000"/>
              </a:buClr>
              <a:defRPr/>
            </a:lvl1pPr>
            <a:lvl2pPr marL="742950" indent="-285750">
              <a:buClr>
                <a:srgbClr val="C00000"/>
              </a:buClr>
              <a:buFont typeface="Courier New" panose="02070309020205020404" pitchFamily="49" charset="0"/>
              <a:buChar char="o"/>
              <a:defRPr/>
            </a:lvl2pPr>
            <a:lvl3pPr marL="1143000" indent="-228600">
              <a:buClr>
                <a:schemeClr val="accent2"/>
              </a:buClr>
              <a:buFont typeface="Wingdings" panose="05000000000000000000" pitchFamily="2" charset="2"/>
              <a:buChar char="v"/>
              <a:defRPr/>
            </a:lvl3pPr>
            <a:lvl4pPr marL="1600200" indent="-228600">
              <a:buClr>
                <a:schemeClr val="accent2"/>
              </a:buClr>
              <a:buFont typeface="Wingdings" panose="05000000000000000000" pitchFamily="2" charset="2"/>
              <a:buChar char="Ø"/>
              <a:defRPr/>
            </a:lvl4pPr>
            <a:lvl5pPr marL="2057400" indent="-228600">
              <a:buClr>
                <a:srgbClr val="C00000"/>
              </a:buClr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75F2E9-6380-45FF-A9D7-C65D986BB972}" type="datetimeFigureOut">
              <a:rPr lang="en-US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8E33D2-B6F6-479F-8566-D35F58DF5EC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741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lvl1pPr>
              <a:buClr>
                <a:schemeClr val="accent2"/>
              </a:buClr>
              <a:defRPr/>
            </a:lvl1pPr>
            <a:lvl2pPr marL="742950" indent="-285750">
              <a:buClr>
                <a:srgbClr val="C00000"/>
              </a:buClr>
              <a:buFont typeface="Courier New" panose="02070309020205020404" pitchFamily="49" charset="0"/>
              <a:buChar char="o"/>
              <a:defRPr/>
            </a:lvl2pPr>
            <a:lvl3pPr marL="1143000" indent="-228600">
              <a:buClr>
                <a:schemeClr val="accent2"/>
              </a:buClr>
              <a:buFont typeface="Wingdings" panose="05000000000000000000" pitchFamily="2" charset="2"/>
              <a:buChar char="v"/>
              <a:defRPr/>
            </a:lvl3pPr>
            <a:lvl4pPr marL="1600200" indent="-228600">
              <a:buClr>
                <a:schemeClr val="accent2"/>
              </a:buClr>
              <a:buFont typeface="Wingdings" panose="05000000000000000000" pitchFamily="2" charset="2"/>
              <a:buChar char="Ø"/>
              <a:defRPr/>
            </a:lvl4pPr>
            <a:lvl5pPr marL="2057400" indent="-228600">
              <a:buClr>
                <a:srgbClr val="C00000"/>
              </a:buClr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E6794-8E2F-4D8F-8274-10A7538E275B}" type="datetimeFigureOut">
              <a:rPr lang="en-US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575C28-2797-438F-8325-40A74C91495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0057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90CDA7-CA2F-4D9A-B7A5-4B792117B6D1}" type="datetimeFigureOut">
              <a:rPr lang="en-US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9D8BF-A93A-4E83-B117-A8D487C70B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563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5BD23F6-244A-4E03-BAE6-C2A33693709E}" type="datetimeFigureOut">
              <a:rPr lang="en-US"/>
              <a:pPr>
                <a:defRPr/>
              </a:pPr>
              <a:t>4/1/2019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10609F6-E883-4B4A-AC96-B2A8073F019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31" name="Rectangle 6"/>
          <p:cNvSpPr>
            <a:spLocks noChangeArrowheads="1"/>
          </p:cNvSpPr>
          <p:nvPr userDrawn="1"/>
        </p:nvSpPr>
        <p:spPr bwMode="auto">
          <a:xfrm>
            <a:off x="228600" y="6616700"/>
            <a:ext cx="74676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/>
            <a:r>
              <a:rPr lang="en-US" altLang="en-US" sz="800" dirty="0"/>
              <a:t>© 2018 Cengage Learning. All Rights Reserved. May not be scanned, copied or duplicated, or posted to a publicly accessible website, in whole or in part.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6" r:id="rId1"/>
    <p:sldLayoutId id="2147484027" r:id="rId2"/>
    <p:sldLayoutId id="2147484028" r:id="rId3"/>
    <p:sldLayoutId id="2147484029" r:id="rId4"/>
    <p:sldLayoutId id="2147484030" r:id="rId5"/>
    <p:sldLayoutId id="2147484031" r:id="rId6"/>
    <p:sldLayoutId id="2147484032" r:id="rId7"/>
    <p:sldLayoutId id="2147484033" r:id="rId8"/>
    <p:sldLayoutId id="2147484034" r:id="rId9"/>
    <p:sldLayoutId id="2147484023" r:id="rId10"/>
    <p:sldLayoutId id="2147484024" r:id="rId11"/>
    <p:sldLayoutId id="2147484025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ADEE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ADEE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ADEE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ADEE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87718"/>
          </a:solidFill>
          <a:latin typeface="Calibri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87718"/>
          </a:solidFill>
          <a:latin typeface="Calibri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87718"/>
          </a:solidFill>
          <a:latin typeface="Calibri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687718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100000"/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100000"/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100000"/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100000"/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00000"/>
        </a:buClr>
        <a:buSzPct val="100000"/>
        <a:buFont typeface="Wingdings" panose="05000000000000000000" pitchFamily="2" charset="2"/>
        <a:buChar char="ü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Project Management Concepts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CCE256-5268-437F-8AE3-9DB20FE0D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828800"/>
            <a:ext cx="3314700" cy="942975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CF64B6-C02F-4D8B-B1B4-985D5EF88FA0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Concepts</a:t>
            </a:r>
          </a:p>
        </p:txBody>
      </p:sp>
      <p:sp>
        <p:nvSpPr>
          <p:cNvPr id="12291" name="Content Placeholder 4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257800"/>
          </a:xfrm>
        </p:spPr>
        <p:txBody>
          <a:bodyPr/>
          <a:lstStyle/>
          <a:p>
            <a:pPr eaLnBrk="1" hangingPunct="1"/>
            <a:r>
              <a:rPr lang="en-US" altLang="en-US" dirty="0"/>
              <a:t>Definition of a project and its attributes</a:t>
            </a:r>
          </a:p>
          <a:p>
            <a:pPr eaLnBrk="1" hangingPunct="1"/>
            <a:r>
              <a:rPr lang="en-US" altLang="en-US" dirty="0"/>
              <a:t>Key constraints within which a project must be managed</a:t>
            </a:r>
          </a:p>
          <a:p>
            <a:pPr eaLnBrk="1" hangingPunct="1"/>
            <a:r>
              <a:rPr lang="en-US" altLang="en-US" dirty="0"/>
              <a:t>Life cycle of a project</a:t>
            </a:r>
          </a:p>
          <a:p>
            <a:pPr eaLnBrk="1" hangingPunct="1"/>
            <a:r>
              <a:rPr lang="en-US" altLang="en-US" dirty="0"/>
              <a:t>Definition of project management</a:t>
            </a:r>
          </a:p>
          <a:p>
            <a:pPr eaLnBrk="1" hangingPunct="1"/>
            <a:r>
              <a:rPr lang="en-US" altLang="en-US" dirty="0"/>
              <a:t>Elements of the project management process</a:t>
            </a:r>
          </a:p>
          <a:p>
            <a:pPr eaLnBrk="1" hangingPunct="1"/>
            <a:r>
              <a:rPr lang="en-US" altLang="en-US" dirty="0"/>
              <a:t>Identification and engagement of stakeholders</a:t>
            </a:r>
          </a:p>
          <a:p>
            <a:pPr eaLnBrk="1" hangingPunct="1"/>
            <a:r>
              <a:rPr lang="en-US" altLang="en-US" dirty="0"/>
              <a:t>Implications of global project management</a:t>
            </a:r>
          </a:p>
          <a:p>
            <a:pPr eaLnBrk="1" hangingPunct="1"/>
            <a:r>
              <a:rPr lang="en-US" altLang="en-US" dirty="0"/>
              <a:t>Project Management Institute</a:t>
            </a:r>
          </a:p>
          <a:p>
            <a:pPr eaLnBrk="1" hangingPunct="1"/>
            <a:r>
              <a:rPr lang="en-US" altLang="en-US" dirty="0"/>
              <a:t>Benefits of project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Learning Outcomes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029200"/>
          </a:xfrm>
        </p:spPr>
        <p:txBody>
          <a:bodyPr rtlCol="0">
            <a:normAutofit fontScale="77500" lnSpcReduction="20000"/>
          </a:bodyPr>
          <a:lstStyle/>
          <a:p>
            <a:pPr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dirty="0"/>
              <a:t>Define what a project is</a:t>
            </a:r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dirty="0"/>
              <a:t>List and discuss the attributes of a project</a:t>
            </a:r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dirty="0"/>
              <a:t>Explain what is meant by project objective</a:t>
            </a:r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dirty="0"/>
              <a:t>Define what is meant by project deliverable</a:t>
            </a:r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dirty="0"/>
              <a:t>Provide examples of projects</a:t>
            </a:r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dirty="0"/>
              <a:t>Discuss project constraints</a:t>
            </a:r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dirty="0"/>
              <a:t>Describe the phases of the project life cycle</a:t>
            </a:r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dirty="0"/>
              <a:t>Define and apply Project Management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724400"/>
          </a:xfrm>
        </p:spPr>
        <p:txBody>
          <a:bodyPr rtlCol="0">
            <a:normAutofit fontScale="70000" lnSpcReduction="20000"/>
          </a:bodyPr>
          <a:lstStyle/>
          <a:p>
            <a:pPr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dirty="0"/>
              <a:t>Discuss the steps of the planning process</a:t>
            </a:r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dirty="0"/>
              <a:t>Identify the three elements of the executing process</a:t>
            </a:r>
          </a:p>
          <a:p>
            <a:pPr eaLnBrk="1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dirty="0"/>
              <a:t>Create a stakeholder register</a:t>
            </a:r>
          </a:p>
          <a:p>
            <a:pPr eaLnBrk="1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dirty="0"/>
              <a:t>Discuss stakeholder engagement</a:t>
            </a:r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dirty="0"/>
              <a:t>Discuss some implications of global project management</a:t>
            </a:r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dirty="0"/>
              <a:t>Discuss the Project Management Institute</a:t>
            </a:r>
          </a:p>
          <a:p>
            <a:pPr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dirty="0"/>
              <a:t>List benefits of project management techniques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3"/>
          <p:cNvSpPr>
            <a:spLocks noGrp="1"/>
          </p:cNvSpPr>
          <p:nvPr>
            <p:ph type="title"/>
          </p:nvPr>
        </p:nvSpPr>
        <p:spPr>
          <a:xfrm>
            <a:off x="4724400" y="838200"/>
            <a:ext cx="4419600" cy="2667000"/>
          </a:xfrm>
        </p:spPr>
        <p:txBody>
          <a:bodyPr/>
          <a:lstStyle/>
          <a:p>
            <a:pPr eaLnBrk="1" hangingPunct="1"/>
            <a:r>
              <a:rPr lang="en-US" altLang="en-US" dirty="0"/>
              <a:t>Project Integration Management</a:t>
            </a:r>
          </a:p>
        </p:txBody>
      </p:sp>
      <p:sp>
        <p:nvSpPr>
          <p:cNvPr id="14339" name="Text Placeholder 4"/>
          <p:cNvSpPr>
            <a:spLocks noGrp="1"/>
          </p:cNvSpPr>
          <p:nvPr>
            <p:ph type="body" idx="1"/>
          </p:nvPr>
        </p:nvSpPr>
        <p:spPr>
          <a:xfrm>
            <a:off x="152400" y="1905000"/>
            <a:ext cx="3657600" cy="890588"/>
          </a:xfrm>
        </p:spPr>
        <p:txBody>
          <a:bodyPr/>
          <a:lstStyle/>
          <a:p>
            <a:pPr eaLnBrk="1" hangingPunct="1"/>
            <a:r>
              <a:rPr lang="en-US" altLang="en-US" dirty="0"/>
              <a:t>Project Management Knowledge Areas from </a:t>
            </a:r>
            <a:r>
              <a:rPr lang="en-US" altLang="en-US" i="1" dirty="0"/>
              <a:t>PMBOK®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Project Attributes</a:t>
            </a:r>
          </a:p>
        </p:txBody>
      </p:sp>
      <p:sp>
        <p:nvSpPr>
          <p:cNvPr id="15363" name="Content Placeholder 7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eaLnBrk="1" hangingPunct="1"/>
            <a:r>
              <a:rPr lang="en-US" altLang="en-US" dirty="0"/>
              <a:t>Clear objective</a:t>
            </a:r>
          </a:p>
          <a:p>
            <a:pPr eaLnBrk="1" hangingPunct="1"/>
            <a:r>
              <a:rPr lang="en-US" altLang="en-US" dirty="0"/>
              <a:t>Series of interdependent activities</a:t>
            </a:r>
          </a:p>
          <a:p>
            <a:pPr eaLnBrk="1" hangingPunct="1"/>
            <a:r>
              <a:rPr lang="en-US" altLang="en-US" dirty="0"/>
              <a:t>Various resources</a:t>
            </a:r>
          </a:p>
          <a:p>
            <a:pPr eaLnBrk="1" hangingPunct="1"/>
            <a:r>
              <a:rPr lang="en-US" altLang="en-US" dirty="0"/>
              <a:t>Specific time frame</a:t>
            </a:r>
          </a:p>
          <a:p>
            <a:pPr eaLnBrk="1" hangingPunct="1"/>
            <a:r>
              <a:rPr lang="en-US" altLang="en-US" dirty="0"/>
              <a:t>Unique, one-time </a:t>
            </a:r>
            <a:r>
              <a:rPr lang="en-US" altLang="en-US" dirty="0" err="1"/>
              <a:t>endeavour</a:t>
            </a:r>
            <a:endParaRPr lang="en-US" altLang="en-US" dirty="0"/>
          </a:p>
          <a:p>
            <a:pPr eaLnBrk="1" hangingPunct="1"/>
            <a:r>
              <a:rPr lang="en-US" altLang="en-US" dirty="0"/>
              <a:t>Sponsor or customer</a:t>
            </a:r>
          </a:p>
          <a:p>
            <a:pPr eaLnBrk="1" hangingPunct="1"/>
            <a:r>
              <a:rPr lang="en-US" altLang="en-US" dirty="0"/>
              <a:t>Degree of uncertainty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Balancing Project Constraints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082865-A11C-4E52-8C40-F5178CCD1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1295400"/>
            <a:ext cx="4743450" cy="5105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Project Manager Actions</a:t>
            </a:r>
          </a:p>
        </p:txBody>
      </p:sp>
      <p:sp>
        <p:nvSpPr>
          <p:cNvPr id="17411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Prevent, anticipate, overcome</a:t>
            </a:r>
          </a:p>
          <a:p>
            <a:pPr eaLnBrk="1" hangingPunct="1"/>
            <a:r>
              <a:rPr lang="en-US" altLang="en-US"/>
              <a:t>Have good planning and communication</a:t>
            </a:r>
          </a:p>
          <a:p>
            <a:pPr eaLnBrk="1" hangingPunct="1"/>
            <a:r>
              <a:rPr lang="en-US" altLang="en-US"/>
              <a:t>Be responsible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The Project Life Cycle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EB0628-8BAA-45D8-8AEB-7BFBB772C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98588"/>
            <a:ext cx="6829765" cy="46434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Initiating phase</a:t>
            </a:r>
          </a:p>
        </p:txBody>
      </p:sp>
      <p:sp>
        <p:nvSpPr>
          <p:cNvPr id="19459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rPr lang="en-US" altLang="en-US" sz="2400"/>
              <a:t>First phase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400"/>
              <a:t>Identify need, problem, or opportunity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400"/>
              <a:t>Determine if select project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400"/>
              <a:t>Develop project charter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2200"/>
              <a:t>Rationale 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2200"/>
              <a:t>Project objective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2200"/>
              <a:t>Expected benefits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2200"/>
              <a:t>General requirements and conditions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400"/>
              <a:t>Decide if RFP needed</a:t>
            </a:r>
          </a:p>
          <a:p>
            <a:pPr eaLnBrk="1" hangingPunct="1">
              <a:buFontTx/>
              <a:buBlip>
                <a:blip r:embed="rId3"/>
              </a:buBlip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3949F-B9DD-4858-95D0-BE58BC3357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72D8B9-33FF-4458-9C30-8844F06E5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1600199"/>
            <a:ext cx="4419600" cy="30048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Planning phase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rPr lang="en-US" altLang="en-US" sz="1800" dirty="0"/>
              <a:t>Second phase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1800" dirty="0"/>
              <a:t>Show how project scope will be achieved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1800" dirty="0"/>
              <a:t>Plan the work and work the plan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1800" dirty="0"/>
              <a:t>Develop baseline plan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1700" i="1" dirty="0"/>
              <a:t>What needs to be done – </a:t>
            </a:r>
            <a:r>
              <a:rPr lang="en-US" altLang="en-US" sz="1700" dirty="0"/>
              <a:t>scope, deliverable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1700" i="1" dirty="0"/>
              <a:t>How it will get done – </a:t>
            </a:r>
            <a:r>
              <a:rPr lang="en-US" altLang="en-US" sz="1700" dirty="0"/>
              <a:t>activities, sequence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1700" i="1" dirty="0"/>
              <a:t>Who will do it – </a:t>
            </a:r>
            <a:r>
              <a:rPr lang="en-US" altLang="en-US" sz="1700" dirty="0"/>
              <a:t>resources,</a:t>
            </a:r>
            <a:r>
              <a:rPr lang="en-US" altLang="en-US" sz="1700" i="1" dirty="0"/>
              <a:t> </a:t>
            </a:r>
            <a:r>
              <a:rPr lang="en-US" altLang="en-US" sz="1700" dirty="0"/>
              <a:t>responsibilities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1700" i="1" dirty="0"/>
              <a:t>How long it will take – </a:t>
            </a:r>
            <a:r>
              <a:rPr lang="en-US" altLang="en-US" sz="1700" dirty="0"/>
              <a:t>durations,</a:t>
            </a:r>
            <a:r>
              <a:rPr lang="en-US" altLang="en-US" sz="1700" i="1" dirty="0"/>
              <a:t> </a:t>
            </a:r>
            <a:r>
              <a:rPr lang="en-US" altLang="en-US" sz="1700" dirty="0"/>
              <a:t>schedule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1700" i="1" dirty="0"/>
              <a:t>How much it will cost – </a:t>
            </a:r>
            <a:r>
              <a:rPr lang="en-US" altLang="en-US" sz="1700" dirty="0"/>
              <a:t>budget 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1700" i="1" dirty="0"/>
              <a:t>What the risks are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1800" dirty="0"/>
              <a:t>Have actual resources plan the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90225-D977-4ADA-8D8E-15490CBFA24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98C7F3-74AD-4F98-AAA3-79C0DF096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1600199"/>
            <a:ext cx="4419600" cy="30048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Performing phase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rPr lang="en-US" altLang="en-US" sz="2000" dirty="0"/>
              <a:t>Third phase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000" dirty="0"/>
              <a:t>Achieve project objectives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1800" dirty="0"/>
              <a:t>Project manager leads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sz="1800" dirty="0"/>
              <a:t>Project team completes the project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000" dirty="0"/>
              <a:t>Increase pace as more resources are added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000" dirty="0"/>
              <a:t>Monitor and control progress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000" dirty="0"/>
              <a:t>Take corrective action as needed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000" dirty="0"/>
              <a:t>Manage and control changes with sponsor approval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000" dirty="0"/>
              <a:t>Achieve customer satisfaction with acceptance of deliverable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D84AE-6551-41C9-A752-9A80ACC962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F0A74E-6B50-46F1-B367-CD035CE41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1828800"/>
            <a:ext cx="4419600" cy="30048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Closing phase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rPr lang="en-US" altLang="en-US" sz="2400" dirty="0"/>
              <a:t>Final phase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400" dirty="0"/>
              <a:t>Collect and make final payments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400" dirty="0" err="1"/>
              <a:t>Recognise</a:t>
            </a:r>
            <a:r>
              <a:rPr lang="en-US" altLang="en-US" sz="2400" dirty="0"/>
              <a:t> and evaluate staff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400" dirty="0"/>
              <a:t>Conduct post project evaluation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400" dirty="0"/>
              <a:t>Document lessons learned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400" dirty="0"/>
              <a:t>Archive project documents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400" dirty="0"/>
              <a:t>Record lessons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082C3-1B86-42A2-A574-7444652C195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2A26F9-E2CA-4294-8174-CAFC13891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676400"/>
            <a:ext cx="4419600" cy="300480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Project Planning Process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5105400"/>
          </a:xfrm>
        </p:spPr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rPr lang="en-US" altLang="en-US" sz="2400" dirty="0"/>
              <a:t>Establish project objective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400" dirty="0"/>
              <a:t>Define scope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400" dirty="0"/>
              <a:t>Create WBS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400" dirty="0"/>
              <a:t>Assign responsibility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400" dirty="0"/>
              <a:t>Define specific activities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400" dirty="0"/>
              <a:t>Sequence activities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400" dirty="0"/>
              <a:t>Estimate activity resources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400" dirty="0"/>
              <a:t>Estimate activity durations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400" dirty="0"/>
              <a:t>Develop project schedule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400" dirty="0"/>
              <a:t>Estimate activity costs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400" dirty="0"/>
              <a:t>Determine budget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53C859-0249-46DA-8843-E9A469692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99" y="368380"/>
            <a:ext cx="3514725" cy="16953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ABFE06-C9B8-4EC8-8321-1890DA53F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261102"/>
            <a:ext cx="3886200" cy="12316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DBDC22-F3EC-443C-8615-C405E12F0C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1190" y="3660906"/>
            <a:ext cx="1910879" cy="15525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FB7520-AD03-4F25-B740-EA0BFEF857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1743" y="5263500"/>
            <a:ext cx="1689771" cy="130968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Create WBS and assign responsibility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FC3F69-913D-4411-8228-B142E3355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417638"/>
            <a:ext cx="8676834" cy="422116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391319" y="533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Sequence activities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46D8ED-350A-4D29-B7AB-0B3466EB0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006" y="1828800"/>
            <a:ext cx="8458200" cy="26163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Develop the project schedule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971761-69FC-4C98-84EB-62A75A9FC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295400"/>
            <a:ext cx="6276975" cy="51911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Determine budget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10D2E3-C0CE-4EB2-B3BE-275B7B88D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24000"/>
            <a:ext cx="5724525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4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Execute the project plan</a:t>
            </a:r>
          </a:p>
        </p:txBody>
      </p:sp>
      <p:sp>
        <p:nvSpPr>
          <p:cNvPr id="28675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rPr lang="en-US" altLang="en-US"/>
              <a:t>Perform the work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/>
              <a:t>Monitor and control progress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/>
              <a:t>Control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9929-A312-4F07-8746-773F5E426B5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50B249-CEDC-446E-AC2D-40E05CD65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003" y="1752600"/>
            <a:ext cx="4531678" cy="308100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Stakeholder Engagement</a:t>
            </a:r>
          </a:p>
        </p:txBody>
      </p:sp>
      <p:sp>
        <p:nvSpPr>
          <p:cNvPr id="29699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Who are stakeholders?</a:t>
            </a:r>
          </a:p>
        </p:txBody>
      </p:sp>
      <p:sp>
        <p:nvSpPr>
          <p:cNvPr id="29700" name="Content Placeholder 2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eaLnBrk="1">
              <a:buFont typeface="Arial" charset="0"/>
              <a:buChar char="•"/>
            </a:pPr>
            <a:r>
              <a:rPr lang="en-US" altLang="en-US" dirty="0"/>
              <a:t>Customer/sponsor </a:t>
            </a:r>
          </a:p>
          <a:p>
            <a:pPr eaLnBrk="1">
              <a:buFont typeface="Arial" charset="0"/>
              <a:buChar char="•"/>
            </a:pPr>
            <a:r>
              <a:rPr lang="en-US" altLang="en-US" dirty="0"/>
              <a:t>Project team including subcontractors and suppliers</a:t>
            </a:r>
          </a:p>
          <a:p>
            <a:pPr eaLnBrk="1">
              <a:buFont typeface="Arial" charset="0"/>
              <a:buChar char="•"/>
            </a:pPr>
            <a:r>
              <a:rPr lang="en-US" altLang="en-US" dirty="0" err="1"/>
              <a:t>organisations</a:t>
            </a:r>
            <a:r>
              <a:rPr lang="en-US" altLang="en-US" dirty="0"/>
              <a:t> or groups</a:t>
            </a:r>
          </a:p>
          <a:p>
            <a:pPr lvl="1" eaLnBrk="1"/>
            <a:r>
              <a:rPr lang="en-US" altLang="en-US" dirty="0"/>
              <a:t>Supportive or adversarial</a:t>
            </a:r>
          </a:p>
          <a:p>
            <a:pPr lvl="1" eaLnBrk="1"/>
            <a:r>
              <a:rPr lang="en-US" altLang="en-US" dirty="0"/>
              <a:t>Want to be kept informed because of potential impact</a:t>
            </a:r>
          </a:p>
          <a:p>
            <a:pPr eaLnBrk="1">
              <a:buFont typeface="Arial" charset="0"/>
              <a:buChar char="•"/>
            </a:pPr>
            <a:endParaRPr lang="en-US" altLang="en-US" dirty="0"/>
          </a:p>
        </p:txBody>
      </p:sp>
      <p:sp>
        <p:nvSpPr>
          <p:cNvPr id="29701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What to create</a:t>
            </a:r>
          </a:p>
        </p:txBody>
      </p:sp>
      <p:sp>
        <p:nvSpPr>
          <p:cNvPr id="29702" name="Content Placeholder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rPr lang="en-US" altLang="en-US"/>
              <a:t>Stakeholder register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/>
              <a:t>Created as identify stakeholders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/>
              <a:t>Include </a:t>
            </a:r>
          </a:p>
          <a:p>
            <a:pPr lvl="2" eaLnBrk="1" hangingPunct="1">
              <a:buFont typeface="Arial" charset="0"/>
              <a:buChar char="•"/>
            </a:pPr>
            <a:r>
              <a:rPr lang="en-US" altLang="en-US"/>
              <a:t>Key contact information</a:t>
            </a:r>
          </a:p>
          <a:p>
            <a:pPr lvl="2" eaLnBrk="1" hangingPunct="1">
              <a:buFont typeface="Arial" charset="0"/>
              <a:buChar char="•"/>
            </a:pPr>
            <a:r>
              <a:rPr lang="en-US" altLang="en-US"/>
              <a:t>Role or specific topics of interest</a:t>
            </a:r>
          </a:p>
          <a:p>
            <a:pPr lvl="2" eaLnBrk="1" hangingPunct="1">
              <a:buFont typeface="Arial" charset="0"/>
              <a:buChar char="•"/>
            </a:pPr>
            <a:r>
              <a:rPr lang="en-US" altLang="en-US"/>
              <a:t>Expectations</a:t>
            </a:r>
          </a:p>
          <a:p>
            <a:pPr lvl="2" eaLnBrk="1" hangingPunct="1">
              <a:buFont typeface="Arial" charset="0"/>
              <a:buChar char="•"/>
            </a:pPr>
            <a:r>
              <a:rPr lang="en-US" altLang="en-US"/>
              <a:t>Any known issues</a:t>
            </a:r>
          </a:p>
          <a:p>
            <a:pPr lvl="2" eaLnBrk="1" hangingPunct="1">
              <a:buFont typeface="Arial" charset="0"/>
              <a:buChar char="•"/>
            </a:pPr>
            <a:r>
              <a:rPr lang="en-US" altLang="en-US"/>
              <a:t>Areas of potential influence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/>
              <a:t>Issue log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Global Project Management</a:t>
            </a:r>
          </a:p>
        </p:txBody>
      </p:sp>
      <p:sp>
        <p:nvSpPr>
          <p:cNvPr id="30723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Globalisation</a:t>
            </a:r>
            <a:endParaRPr lang="en-US" altLang="en-US" dirty="0"/>
          </a:p>
        </p:txBody>
      </p:sp>
      <p:sp>
        <p:nvSpPr>
          <p:cNvPr id="30724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rPr lang="en-US" altLang="en-US" dirty="0"/>
              <a:t>Adds a dimension of complexity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dirty="0"/>
              <a:t>Changes project dynamics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dirty="0"/>
              <a:t>Requires awareness of factors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dirty="0"/>
              <a:t>Cultural differences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dirty="0"/>
              <a:t>Currency 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dirty="0"/>
              <a:t>Codes and regulations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dirty="0"/>
              <a:t>Business </a:t>
            </a:r>
            <a:r>
              <a:rPr lang="en-US" altLang="en-US" dirty="0" err="1"/>
              <a:t>organisation</a:t>
            </a:r>
            <a:endParaRPr lang="en-US" altLang="en-US" dirty="0"/>
          </a:p>
          <a:p>
            <a:pPr lvl="1" eaLnBrk="1" hangingPunct="1">
              <a:buFont typeface="Arial" charset="0"/>
              <a:buChar char="•"/>
            </a:pPr>
            <a:r>
              <a:rPr lang="en-US" altLang="en-US" dirty="0"/>
              <a:t>Political relations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altLang="en-US" dirty="0"/>
              <a:t>Workforce availability</a:t>
            </a:r>
          </a:p>
        </p:txBody>
      </p:sp>
      <p:sp>
        <p:nvSpPr>
          <p:cNvPr id="30725" name="Text Placeholder 8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270375" cy="639762"/>
          </a:xfrm>
        </p:spPr>
        <p:txBody>
          <a:bodyPr/>
          <a:lstStyle/>
          <a:p>
            <a:pPr eaLnBrk="1" hangingPunct="1"/>
            <a:r>
              <a:rPr lang="en-US" altLang="en-US" dirty="0"/>
              <a:t>Helpful competencies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4645025" y="2174874"/>
            <a:ext cx="4041775" cy="4683126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Foreign language skills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Knowledge of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Cultures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Geography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World history and contemporary events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International economics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Awareness of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Customs and etiquette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Geopolitical environment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Technology adoption and translation software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Project Management Associations</a:t>
            </a:r>
          </a:p>
        </p:txBody>
      </p:sp>
      <p:sp>
        <p:nvSpPr>
          <p:cNvPr id="31747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Project Management Institute</a:t>
            </a:r>
          </a:p>
        </p:txBody>
      </p:sp>
      <p:sp>
        <p:nvSpPr>
          <p:cNvPr id="31748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4606925"/>
          </a:xfrm>
        </p:spPr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rPr lang="en-US" altLang="en-US" sz="2000" dirty="0"/>
              <a:t>Worldwide non-profit association of practitioners</a:t>
            </a:r>
          </a:p>
          <a:p>
            <a:pPr lvl="1" eaLnBrk="1" hangingPunct="1"/>
            <a:r>
              <a:rPr lang="en-US" altLang="en-US" dirty="0"/>
              <a:t>~500 000 members in nearly 200 countries</a:t>
            </a:r>
          </a:p>
          <a:p>
            <a:pPr lvl="1" eaLnBrk="1" hangingPunct="1"/>
            <a:r>
              <a:rPr lang="en-US" altLang="en-US" dirty="0"/>
              <a:t>~270 chapters in &gt;80 countries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000" dirty="0"/>
              <a:t>&gt;30 online communities for collaboration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000" i="1" dirty="0"/>
              <a:t>PMBOK</a:t>
            </a:r>
            <a:r>
              <a:rPr lang="en-US" altLang="en-US" sz="2000" i="1" baseline="30000" dirty="0"/>
              <a:t>®</a:t>
            </a:r>
            <a:r>
              <a:rPr lang="en-US" altLang="en-US" sz="2000" i="1" dirty="0"/>
              <a:t> Guide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000" i="1" dirty="0"/>
              <a:t>PMI Code of Ethics and Professional Conduct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000" dirty="0"/>
              <a:t>Certifications</a:t>
            </a:r>
          </a:p>
          <a:p>
            <a:pPr eaLnBrk="1" hangingPunct="1">
              <a:buFont typeface="Arial" charset="0"/>
              <a:buChar char="•"/>
            </a:pPr>
            <a:r>
              <a:rPr lang="en-US" altLang="en-US" sz="2000" dirty="0"/>
              <a:t>www.pmi.org</a:t>
            </a:r>
          </a:p>
        </p:txBody>
      </p:sp>
      <p:sp>
        <p:nvSpPr>
          <p:cNvPr id="31749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Global associations</a:t>
            </a:r>
          </a:p>
        </p:txBody>
      </p:sp>
      <p:sp>
        <p:nvSpPr>
          <p:cNvPr id="31750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rPr lang="en-US" altLang="en-US"/>
              <a:t>Links available at www.cengagebrain.com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3E3122-3E1D-483A-97CD-727AEBF94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441" y="3230563"/>
            <a:ext cx="3460318" cy="2895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Critical Success Factors </a:t>
            </a:r>
          </a:p>
        </p:txBody>
      </p:sp>
      <p:sp>
        <p:nvSpPr>
          <p:cNvPr id="43011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1600" b="1" dirty="0"/>
              <a:t>Planning and communication </a:t>
            </a:r>
            <a:r>
              <a:rPr lang="en-US" altLang="en-US" sz="1600" dirty="0"/>
              <a:t>are critical to successful project management. They prevent problems from occurring or </a:t>
            </a:r>
            <a:r>
              <a:rPr lang="en-US" altLang="en-US" sz="1600" dirty="0" err="1"/>
              <a:t>minimise</a:t>
            </a:r>
            <a:r>
              <a:rPr lang="en-US" altLang="en-US" sz="1600" dirty="0"/>
              <a:t> their impact on the achievement of the project objective when they do occur.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1600" dirty="0"/>
              <a:t>Taking the time to develop </a:t>
            </a:r>
            <a:r>
              <a:rPr lang="en-US" altLang="en-US" sz="1600" b="1" dirty="0"/>
              <a:t>a well thought-out plan </a:t>
            </a:r>
            <a:r>
              <a:rPr lang="en-US" altLang="en-US" sz="1600" dirty="0"/>
              <a:t>before the start of the project is critical to the successful achievement of any project.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1600" dirty="0"/>
              <a:t>A project must have </a:t>
            </a:r>
            <a:r>
              <a:rPr lang="en-US" altLang="en-US" sz="1600" b="1" dirty="0"/>
              <a:t>a clear objective </a:t>
            </a:r>
            <a:r>
              <a:rPr lang="en-US" altLang="en-US" sz="1600" dirty="0"/>
              <a:t>of what is to be achieved and defined in terms of end product or deliverable, schedule, and budget; and is agreed upon by the customer.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1600" b="1" dirty="0"/>
              <a:t>Involve the sponsor </a:t>
            </a:r>
            <a:r>
              <a:rPr lang="en-US" altLang="en-US" sz="1600" dirty="0"/>
              <a:t>or customer as a partner in the successful outcome of the project through active participation during the project.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1600" dirty="0"/>
              <a:t>Achieving customer satisfaction requires </a:t>
            </a:r>
            <a:r>
              <a:rPr lang="en-US" altLang="en-US" sz="1600" b="1" dirty="0"/>
              <a:t>ongoing communication </a:t>
            </a:r>
            <a:r>
              <a:rPr lang="en-US" altLang="en-US" sz="1600" dirty="0"/>
              <a:t>with the customer to keep the customer informed and to determine whether expectations have changed.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1600" dirty="0"/>
              <a:t>The key to effective project control is </a:t>
            </a:r>
            <a:r>
              <a:rPr lang="en-US" altLang="en-US" sz="1600" b="1" dirty="0"/>
              <a:t>measuring actual progress </a:t>
            </a:r>
            <a:r>
              <a:rPr lang="en-US" altLang="en-US" sz="1600" dirty="0"/>
              <a:t>and comparing it to planned progress on a timely and regular basis and taking any needed corrective action immediately.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1600" dirty="0"/>
              <a:t>After the conclusion of a project, the </a:t>
            </a:r>
            <a:r>
              <a:rPr lang="en-US" altLang="en-US" sz="1600" b="1" dirty="0"/>
              <a:t>project performance </a:t>
            </a:r>
            <a:r>
              <a:rPr lang="en-US" altLang="en-US" sz="1600" dirty="0"/>
              <a:t>should be evaluated to learn what could be improved if a similar project were to be undertaken in the future. </a:t>
            </a:r>
            <a:r>
              <a:rPr lang="en-US" altLang="en-US" sz="1600" b="1" dirty="0"/>
              <a:t>Feedback</a:t>
            </a:r>
            <a:r>
              <a:rPr lang="en-US" altLang="en-US" sz="1600" dirty="0"/>
              <a:t> should be obtained from the sponsor or customer and the project team.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1600" b="1" dirty="0"/>
              <a:t>Learning and understanding the culture and customs </a:t>
            </a:r>
            <a:r>
              <a:rPr lang="en-US" altLang="en-US" sz="1600" dirty="0"/>
              <a:t>of other project participants will demonstrate respect, help build trust, and aid in developing an effective project team; and it is critical for successful global project management.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Summary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1600" dirty="0"/>
              <a:t>A project is an </a:t>
            </a:r>
            <a:r>
              <a:rPr lang="en-US" altLang="en-US" sz="1600" dirty="0" err="1"/>
              <a:t>endeavour</a:t>
            </a:r>
            <a:r>
              <a:rPr lang="en-US" altLang="en-US" sz="1600" dirty="0"/>
              <a:t> to achieve a specific objective through a unique set of interrelated activities and the effective </a:t>
            </a:r>
            <a:r>
              <a:rPr lang="en-US" altLang="en-US" sz="1600" dirty="0" err="1"/>
              <a:t>utilisation</a:t>
            </a:r>
            <a:r>
              <a:rPr lang="en-US" altLang="en-US" sz="1600" dirty="0"/>
              <a:t> of resources.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1600" dirty="0"/>
              <a:t>The successful achievement of the project objective could be constrained by many factors, including scope, quality, schedule, budget, resources, risks, customer satisfaction, and stakeholder support.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1600" dirty="0"/>
              <a:t>The project life cycle has four phases: initiating, planning, performing, and closing the project.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1600" dirty="0"/>
              <a:t>Project management is planning, </a:t>
            </a:r>
            <a:r>
              <a:rPr lang="en-US" altLang="en-US" sz="1600" dirty="0" err="1"/>
              <a:t>organising</a:t>
            </a:r>
            <a:r>
              <a:rPr lang="en-US" altLang="en-US" sz="1600" dirty="0"/>
              <a:t>, coordinating, leading, and controlling resources to achieve the project objective. The project management process involves two major functions: first establishing a plan and then executing that plan to achieve the project objective.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1600" dirty="0" err="1"/>
              <a:t>Globalisation</a:t>
            </a:r>
            <a:r>
              <a:rPr lang="en-US" altLang="en-US" sz="1600" dirty="0"/>
              <a:t> changes the dynamics of a project and adds a layer of complexity that can adversely affect the project outcome if the project participants are not aware of what they can encounter regarding cultural differences and multinational economic transactions.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1600" dirty="0"/>
              <a:t>The Project Management Institute is a premier worldwide non-profit association for practitioners in the project management profession.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1600" dirty="0"/>
              <a:t>The ultimate benefit of implementing project management techniques is having a satisfied customer – whether you are the customer of your own project or a business (contractor) being paid by a customer to perform a project.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</p:bldLst>
  </p:timing>
</p:sld>
</file>

<file path=ppt/theme/theme1.xml><?xml version="1.0" encoding="utf-8"?>
<a:theme xmlns:a="http://schemas.openxmlformats.org/drawingml/2006/main" name="68347_Pppt_templat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68347_Pppt_template</Template>
  <TotalTime>15091</TotalTime>
  <Words>1087</Words>
  <Application>Microsoft Office PowerPoint</Application>
  <PresentationFormat>On-screen Show (4:3)</PresentationFormat>
  <Paragraphs>194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Courier New</vt:lpstr>
      <vt:lpstr>Wingdings</vt:lpstr>
      <vt:lpstr>68347_Pppt_template</vt:lpstr>
      <vt:lpstr>PowerPoint Presentation</vt:lpstr>
      <vt:lpstr>Chapter Concepts</vt:lpstr>
      <vt:lpstr>Learning Outcomes</vt:lpstr>
      <vt:lpstr>Project Integration Management</vt:lpstr>
      <vt:lpstr>Project Attributes</vt:lpstr>
      <vt:lpstr>Balancing Project Constraints</vt:lpstr>
      <vt:lpstr>Project Manager Actions</vt:lpstr>
      <vt:lpstr>The Project Life Cycle</vt:lpstr>
      <vt:lpstr>Initiating phase</vt:lpstr>
      <vt:lpstr>Planning phase</vt:lpstr>
      <vt:lpstr>Performing phase</vt:lpstr>
      <vt:lpstr>Closing phase</vt:lpstr>
      <vt:lpstr>Project Planning Process</vt:lpstr>
      <vt:lpstr>Create WBS and assign responsibility </vt:lpstr>
      <vt:lpstr>Sequence activities</vt:lpstr>
      <vt:lpstr>Develop the project schedule</vt:lpstr>
      <vt:lpstr>Determine budget</vt:lpstr>
      <vt:lpstr>Execute the project plan</vt:lpstr>
      <vt:lpstr>Stakeholder Engagement</vt:lpstr>
      <vt:lpstr>Global Project Management</vt:lpstr>
      <vt:lpstr>Project Management Associations</vt:lpstr>
      <vt:lpstr>Critical Success Factors 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Rose</dc:creator>
  <cp:lastModifiedBy>Windows User</cp:lastModifiedBy>
  <cp:revision>214</cp:revision>
  <cp:lastPrinted>2019-04-01T15:58:27Z</cp:lastPrinted>
  <dcterms:created xsi:type="dcterms:W3CDTF">2010-12-13T04:11:14Z</dcterms:created>
  <dcterms:modified xsi:type="dcterms:W3CDTF">2019-04-01T16:00:19Z</dcterms:modified>
</cp:coreProperties>
</file>