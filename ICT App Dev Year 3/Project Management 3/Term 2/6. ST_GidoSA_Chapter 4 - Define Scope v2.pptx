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75" r:id="rId1"/>
  </p:sldMasterIdLst>
  <p:notesMasterIdLst>
    <p:notesMasterId r:id="rId30"/>
  </p:notesMasterIdLst>
  <p:handoutMasterIdLst>
    <p:handoutMasterId r:id="rId31"/>
  </p:handoutMasterIdLst>
  <p:sldIdLst>
    <p:sldId id="256" r:id="rId2"/>
    <p:sldId id="258" r:id="rId3"/>
    <p:sldId id="259" r:id="rId4"/>
    <p:sldId id="257" r:id="rId5"/>
    <p:sldId id="262" r:id="rId6"/>
    <p:sldId id="264" r:id="rId7"/>
    <p:sldId id="266" r:id="rId8"/>
    <p:sldId id="268" r:id="rId9"/>
    <p:sldId id="275" r:id="rId10"/>
    <p:sldId id="303" r:id="rId11"/>
    <p:sldId id="304" r:id="rId12"/>
    <p:sldId id="276" r:id="rId13"/>
    <p:sldId id="281" r:id="rId14"/>
    <p:sldId id="278" r:id="rId15"/>
    <p:sldId id="291" r:id="rId16"/>
    <p:sldId id="292" r:id="rId17"/>
    <p:sldId id="293" r:id="rId18"/>
    <p:sldId id="294" r:id="rId19"/>
    <p:sldId id="295" r:id="rId20"/>
    <p:sldId id="296" r:id="rId21"/>
    <p:sldId id="297" r:id="rId22"/>
    <p:sldId id="298" r:id="rId23"/>
    <p:sldId id="299" r:id="rId24"/>
    <p:sldId id="300" r:id="rId25"/>
    <p:sldId id="301" r:id="rId26"/>
    <p:sldId id="302" r:id="rId27"/>
    <p:sldId id="287" r:id="rId28"/>
    <p:sldId id="288" r:id="rId29"/>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87718"/>
    <a:srgbClr val="89898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455" autoAdjust="0"/>
    <p:restoredTop sz="88194" autoAdjust="0"/>
  </p:normalViewPr>
  <p:slideViewPr>
    <p:cSldViewPr>
      <p:cViewPr varScale="1">
        <p:scale>
          <a:sx n="64" d="100"/>
          <a:sy n="64" d="100"/>
        </p:scale>
        <p:origin x="1692" y="6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ZA"/>
          </a:p>
        </p:txBody>
      </p:sp>
      <p:sp>
        <p:nvSpPr>
          <p:cNvPr id="3" name="Date Placeholder 2"/>
          <p:cNvSpPr>
            <a:spLocks noGrp="1"/>
          </p:cNvSpPr>
          <p:nvPr>
            <p:ph type="dt" sz="quarter" idx="1"/>
          </p:nvPr>
        </p:nvSpPr>
        <p:spPr>
          <a:xfrm>
            <a:off x="3970938" y="0"/>
            <a:ext cx="3037840" cy="466434"/>
          </a:xfrm>
          <a:prstGeom prst="rect">
            <a:avLst/>
          </a:prstGeom>
        </p:spPr>
        <p:txBody>
          <a:bodyPr vert="horz" lIns="93177" tIns="46589" rIns="93177" bIns="46589" rtlCol="0"/>
          <a:lstStyle>
            <a:lvl1pPr algn="r">
              <a:defRPr sz="1200"/>
            </a:lvl1pPr>
          </a:lstStyle>
          <a:p>
            <a:endParaRPr lang="en-ZA"/>
          </a:p>
        </p:txBody>
      </p:sp>
      <p:sp>
        <p:nvSpPr>
          <p:cNvPr id="4" name="Footer Placeholder 3"/>
          <p:cNvSpPr>
            <a:spLocks noGrp="1"/>
          </p:cNvSpPr>
          <p:nvPr>
            <p:ph type="ftr" sz="quarter" idx="2"/>
          </p:nvPr>
        </p:nvSpPr>
        <p:spPr>
          <a:xfrm>
            <a:off x="0" y="8829967"/>
            <a:ext cx="3037840" cy="466433"/>
          </a:xfrm>
          <a:prstGeom prst="rect">
            <a:avLst/>
          </a:prstGeom>
        </p:spPr>
        <p:txBody>
          <a:bodyPr vert="horz" lIns="93177" tIns="46589" rIns="93177" bIns="46589" rtlCol="0" anchor="b"/>
          <a:lstStyle>
            <a:lvl1pPr algn="l">
              <a:defRPr sz="1200"/>
            </a:lvl1pPr>
          </a:lstStyle>
          <a:p>
            <a:endParaRPr lang="en-ZA"/>
          </a:p>
        </p:txBody>
      </p:sp>
      <p:sp>
        <p:nvSpPr>
          <p:cNvPr id="5" name="Slide Number Placeholder 4"/>
          <p:cNvSpPr>
            <a:spLocks noGrp="1"/>
          </p:cNvSpPr>
          <p:nvPr>
            <p:ph type="sldNum" sz="quarter" idx="3"/>
          </p:nvPr>
        </p:nvSpPr>
        <p:spPr>
          <a:xfrm>
            <a:off x="3970938" y="8829967"/>
            <a:ext cx="3037840" cy="466433"/>
          </a:xfrm>
          <a:prstGeom prst="rect">
            <a:avLst/>
          </a:prstGeom>
        </p:spPr>
        <p:txBody>
          <a:bodyPr vert="horz" lIns="93177" tIns="46589" rIns="93177" bIns="46589" rtlCol="0" anchor="b"/>
          <a:lstStyle>
            <a:lvl1pPr algn="r">
              <a:defRPr sz="1200"/>
            </a:lvl1pPr>
          </a:lstStyle>
          <a:p>
            <a:fld id="{9EF377F0-041B-4585-B758-EDD2699BCFED}" type="slidenum">
              <a:rPr lang="en-ZA" smtClean="0"/>
              <a:t>‹#›</a:t>
            </a:fld>
            <a:endParaRPr lang="en-ZA"/>
          </a:p>
        </p:txBody>
      </p:sp>
    </p:spTree>
    <p:extLst>
      <p:ext uri="{BB962C8B-B14F-4D97-AF65-F5344CB8AC3E}">
        <p14:creationId xmlns:p14="http://schemas.microsoft.com/office/powerpoint/2010/main" val="162364414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atin typeface="Arial" charset="0"/>
                <a:cs typeface="Arial" charset="0"/>
              </a:defRPr>
            </a:lvl1pPr>
          </a:lstStyle>
          <a:p>
            <a:pPr>
              <a:defRPr/>
            </a:pPr>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atin typeface="Arial" charset="0"/>
                <a:cs typeface="Arial" charset="0"/>
              </a:defRPr>
            </a:lvl1pPr>
          </a:lstStyle>
          <a:p>
            <a:pPr>
              <a:defRPr/>
            </a:pPr>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pPr lvl="0"/>
            <a:endParaRPr lang="en-US" noProof="0"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atin typeface="Arial" charset="0"/>
                <a:cs typeface="Arial" charset="0"/>
              </a:defRPr>
            </a:lvl1pPr>
          </a:lstStyle>
          <a:p>
            <a:pPr>
              <a:defRPr/>
            </a:pPr>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atin typeface="Arial" charset="0"/>
                <a:cs typeface="Arial" charset="0"/>
              </a:defRPr>
            </a:lvl1pPr>
          </a:lstStyle>
          <a:p>
            <a:pPr>
              <a:defRPr/>
            </a:pPr>
            <a:fld id="{5D6227F7-A704-4799-8F41-6A37C11CDB0A}" type="slidenum">
              <a:rPr lang="en-US"/>
              <a:pPr>
                <a:defRPr/>
              </a:pPr>
              <a:t>‹#›</a:t>
            </a:fld>
            <a:endParaRPr lang="en-US" dirty="0"/>
          </a:p>
        </p:txBody>
      </p:sp>
    </p:spTree>
    <p:extLst>
      <p:ext uri="{BB962C8B-B14F-4D97-AF65-F5344CB8AC3E}">
        <p14:creationId xmlns:p14="http://schemas.microsoft.com/office/powerpoint/2010/main" val="2832929473"/>
      </p:ext>
    </p:extLst>
  </p:cSld>
  <p:clrMap bg1="lt1" tx1="dk1" bg2="lt2" tx2="dk2" accent1="accent1" accent2="accent2" accent3="accent3" accent4="accent4" accent5="accent5" accent6="accent6" hlink="hlink" folHlink="folHlink"/>
  <p:hf hdr="0" ftr="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eaLnBrk="1" fontAlgn="auto">
              <a:spcBef>
                <a:spcPts val="0"/>
              </a:spcBef>
              <a:spcAft>
                <a:spcPts val="0"/>
              </a:spcAft>
              <a:defRPr/>
            </a:pPr>
            <a:endParaRPr lang="en-US" dirty="0"/>
          </a:p>
        </p:txBody>
      </p:sp>
      <p:sp>
        <p:nvSpPr>
          <p:cNvPr id="3891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44A73057-4568-4F0F-9321-783DC76A1872}" type="slidenum">
              <a:rPr lang="en-US" altLang="en-US" smtClean="0">
                <a:latin typeface="Arial" charset="0"/>
              </a:rPr>
              <a:pPr eaLnBrk="1" hangingPunct="1">
                <a:spcBef>
                  <a:spcPct val="0"/>
                </a:spcBef>
              </a:pPr>
              <a:t>1</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16984497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5" name="Notes Placeholder 2"/>
          <p:cNvSpPr>
            <a:spLocks noGrp="1"/>
          </p:cNvSpPr>
          <p:nvPr>
            <p:ph type="body" idx="1"/>
          </p:nvPr>
        </p:nvSpPr>
        <p:spPr bwMode="auto"/>
        <p:txBody>
          <a:bodyPr wrap="square" numCol="1" anchor="t" anchorCtr="0" compatLnSpc="1">
            <a:prstTxWarp prst="textNoShape">
              <a:avLst/>
            </a:prstTxWarp>
          </a:bodyPr>
          <a:lstStyle/>
          <a:p>
            <a:pPr eaLnBrk="1">
              <a:spcBef>
                <a:spcPct val="0"/>
              </a:spcBef>
              <a:defRPr/>
            </a:pPr>
            <a:endParaRPr lang="en-US" dirty="0"/>
          </a:p>
        </p:txBody>
      </p:sp>
      <p:sp>
        <p:nvSpPr>
          <p:cNvPr id="3994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953928A4-24F0-4F16-9DAB-BF3C1A18342E}" type="slidenum">
              <a:rPr lang="en-US" altLang="en-US" smtClean="0">
                <a:latin typeface="Arial" charset="0"/>
              </a:rPr>
              <a:pPr eaLnBrk="1" hangingPunct="1">
                <a:spcBef>
                  <a:spcPct val="0"/>
                </a:spcBef>
              </a:pPr>
              <a:t>2</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30810326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19" name="Notes Placeholder 2"/>
          <p:cNvSpPr>
            <a:spLocks noGrp="1"/>
          </p:cNvSpPr>
          <p:nvPr>
            <p:ph type="body" idx="1"/>
          </p:nvPr>
        </p:nvSpPr>
        <p:spPr bwMode="auto"/>
        <p:txBody>
          <a:bodyPr wrap="square" numCol="1" anchor="t" anchorCtr="0" compatLnSpc="1">
            <a:prstTxWarp prst="textNoShape">
              <a:avLst/>
            </a:prstTxWarp>
          </a:bodyPr>
          <a:lstStyle/>
          <a:p>
            <a:pPr eaLnBrk="1">
              <a:spcBef>
                <a:spcPct val="0"/>
              </a:spcBef>
              <a:defRPr/>
            </a:pPr>
            <a:endParaRPr lang="en-US" dirty="0"/>
          </a:p>
        </p:txBody>
      </p:sp>
      <p:sp>
        <p:nvSpPr>
          <p:cNvPr id="4096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007B898A-FC05-40CD-AC30-02660DB9D468}" type="slidenum">
              <a:rPr lang="en-US" altLang="en-US" smtClean="0">
                <a:latin typeface="Arial" charset="0"/>
              </a:rPr>
              <a:pPr eaLnBrk="1" hangingPunct="1">
                <a:spcBef>
                  <a:spcPct val="0"/>
                </a:spcBef>
              </a:pPr>
              <a:t>3</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36031640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7" name="Notes Placeholder 2"/>
          <p:cNvSpPr>
            <a:spLocks noGrp="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defRPr/>
            </a:pPr>
            <a:endParaRPr lang="en-US" altLang="en-US" dirty="0"/>
          </a:p>
        </p:txBody>
      </p:sp>
      <p:sp>
        <p:nvSpPr>
          <p:cNvPr id="419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1258A523-CCFD-4975-B53C-096FF4762683}" type="slidenum">
              <a:rPr lang="en-US" altLang="en-US" smtClean="0">
                <a:latin typeface="Arial" charset="0"/>
              </a:rPr>
              <a:pPr eaLnBrk="1" hangingPunct="1">
                <a:spcBef>
                  <a:spcPct val="0"/>
                </a:spcBef>
              </a:pPr>
              <a:t>4</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1203471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0115" name="Notes Placeholder 2"/>
          <p:cNvSpPr>
            <a:spLocks noGrp="1"/>
          </p:cNvSpPr>
          <p:nvPr>
            <p:ph type="body" idx="1"/>
          </p:nvPr>
        </p:nvSpPr>
        <p:spPr bwMode="auto"/>
        <p:txBody>
          <a:bodyPr wrap="square" numCol="1" anchor="t" anchorCtr="0" compatLnSpc="1">
            <a:prstTxWarp prst="textNoShape">
              <a:avLst/>
            </a:prstTxWarp>
          </a:bodyPr>
          <a:lstStyle/>
          <a:p>
            <a:pPr eaLnBrk="1">
              <a:spcBef>
                <a:spcPct val="0"/>
              </a:spcBef>
              <a:defRPr/>
            </a:pPr>
            <a:endParaRPr lang="en-US" dirty="0"/>
          </a:p>
        </p:txBody>
      </p:sp>
      <p:sp>
        <p:nvSpPr>
          <p:cNvPr id="4301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CEA29947-4CEC-4C89-BB04-B753A585A2BD}" type="slidenum">
              <a:rPr lang="en-US" altLang="en-US" smtClean="0">
                <a:latin typeface="Arial" charset="0"/>
              </a:rPr>
              <a:pPr eaLnBrk="1" hangingPunct="1">
                <a:spcBef>
                  <a:spcPct val="0"/>
                </a:spcBef>
              </a:pPr>
              <a:t>5</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25944311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a:defRPr/>
            </a:pPr>
            <a:endParaRPr lang="en-US" dirty="0"/>
          </a:p>
        </p:txBody>
      </p:sp>
      <p:sp>
        <p:nvSpPr>
          <p:cNvPr id="440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3A0CDE88-8ED3-4752-B060-BD7743468F2A}" type="slidenum">
              <a:rPr lang="en-US" altLang="en-US" smtClean="0">
                <a:latin typeface="Arial" charset="0"/>
              </a:rPr>
              <a:pPr eaLnBrk="1" hangingPunct="1">
                <a:spcBef>
                  <a:spcPct val="0"/>
                </a:spcBef>
              </a:pPr>
              <a:t>6</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10013366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a:defRPr/>
            </a:pPr>
            <a:endParaRPr lang="en-US" dirty="0"/>
          </a:p>
        </p:txBody>
      </p:sp>
      <p:sp>
        <p:nvSpPr>
          <p:cNvPr id="450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D9D40A94-8D78-4F62-AC49-AF9B7A9F0BA4}" type="slidenum">
              <a:rPr lang="en-US" altLang="en-US" smtClean="0">
                <a:latin typeface="Arial" charset="0"/>
              </a:rPr>
              <a:pPr eaLnBrk="1" hangingPunct="1">
                <a:spcBef>
                  <a:spcPct val="0"/>
                </a:spcBef>
              </a:pPr>
              <a:t>7</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25396188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eaLnBrk="1" fontAlgn="auto">
              <a:spcBef>
                <a:spcPts val="0"/>
              </a:spcBef>
              <a:spcAft>
                <a:spcPts val="0"/>
              </a:spcAft>
              <a:defRPr/>
            </a:pPr>
            <a:endParaRPr lang="en-US" dirty="0"/>
          </a:p>
        </p:txBody>
      </p:sp>
      <p:sp>
        <p:nvSpPr>
          <p:cNvPr id="460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2F531025-693D-4EE8-8597-28F54E067DA9}" type="slidenum">
              <a:rPr lang="en-US" altLang="en-US" smtClean="0">
                <a:latin typeface="Arial" charset="0"/>
              </a:rPr>
              <a:pPr eaLnBrk="1" hangingPunct="1">
                <a:spcBef>
                  <a:spcPct val="0"/>
                </a:spcBef>
              </a:pPr>
              <a:t>8</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32139027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0355" name="Notes Placeholder 2"/>
          <p:cNvSpPr>
            <a:spLocks noGrp="1"/>
          </p:cNvSpPr>
          <p:nvPr>
            <p:ph type="body" idx="1"/>
          </p:nvPr>
        </p:nvSpPr>
        <p:spPr bwMode="auto"/>
        <p:txBody>
          <a:bodyPr wrap="square" numCol="1" anchor="t" anchorCtr="0" compatLnSpc="1">
            <a:prstTxWarp prst="textNoShape">
              <a:avLst/>
            </a:prstTxWarp>
          </a:bodyPr>
          <a:lstStyle/>
          <a:p>
            <a:pPr eaLnBrk="1">
              <a:spcBef>
                <a:spcPct val="0"/>
              </a:spcBef>
              <a:defRPr/>
            </a:pPr>
            <a:endParaRPr lang="en-US" dirty="0"/>
          </a:p>
        </p:txBody>
      </p:sp>
      <p:sp>
        <p:nvSpPr>
          <p:cNvPr id="471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486DCF5F-8145-45C1-9899-A0803105596B}" type="slidenum">
              <a:rPr lang="en-US" altLang="en-US" smtClean="0">
                <a:latin typeface="Arial" charset="0"/>
              </a:rPr>
              <a:pPr eaLnBrk="1" hangingPunct="1">
                <a:spcBef>
                  <a:spcPct val="0"/>
                </a:spcBef>
              </a:pPr>
              <a:t>9</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7355798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0355" name="Notes Placeholder 2"/>
          <p:cNvSpPr>
            <a:spLocks noGrp="1"/>
          </p:cNvSpPr>
          <p:nvPr>
            <p:ph type="body" idx="1"/>
          </p:nvPr>
        </p:nvSpPr>
        <p:spPr bwMode="auto"/>
        <p:txBody>
          <a:bodyPr wrap="square" numCol="1" anchor="t" anchorCtr="0" compatLnSpc="1">
            <a:prstTxWarp prst="textNoShape">
              <a:avLst/>
            </a:prstTxWarp>
          </a:bodyPr>
          <a:lstStyle/>
          <a:p>
            <a:pPr eaLnBrk="1">
              <a:spcBef>
                <a:spcPct val="0"/>
              </a:spcBef>
              <a:defRPr/>
            </a:pPr>
            <a:endParaRPr lang="en-US" dirty="0"/>
          </a:p>
        </p:txBody>
      </p:sp>
      <p:sp>
        <p:nvSpPr>
          <p:cNvPr id="471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486DCF5F-8145-45C1-9899-A0803105596B}" type="slidenum">
              <a:rPr lang="en-US" altLang="en-US" smtClean="0">
                <a:latin typeface="Arial" charset="0"/>
              </a:rPr>
              <a:pPr eaLnBrk="1" hangingPunct="1">
                <a:spcBef>
                  <a:spcPct val="0"/>
                </a:spcBef>
              </a:pPr>
              <a:t>10</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25283043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0355" name="Notes Placeholder 2"/>
          <p:cNvSpPr>
            <a:spLocks noGrp="1"/>
          </p:cNvSpPr>
          <p:nvPr>
            <p:ph type="body" idx="1"/>
          </p:nvPr>
        </p:nvSpPr>
        <p:spPr bwMode="auto"/>
        <p:txBody>
          <a:bodyPr wrap="square" numCol="1" anchor="t" anchorCtr="0" compatLnSpc="1">
            <a:prstTxWarp prst="textNoShape">
              <a:avLst/>
            </a:prstTxWarp>
          </a:bodyPr>
          <a:lstStyle/>
          <a:p>
            <a:pPr eaLnBrk="1">
              <a:spcBef>
                <a:spcPct val="0"/>
              </a:spcBef>
              <a:defRPr/>
            </a:pPr>
            <a:endParaRPr lang="en-US" dirty="0"/>
          </a:p>
        </p:txBody>
      </p:sp>
      <p:sp>
        <p:nvSpPr>
          <p:cNvPr id="471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486DCF5F-8145-45C1-9899-A0803105596B}" type="slidenum">
              <a:rPr lang="en-US" altLang="en-US" smtClean="0">
                <a:latin typeface="Arial" charset="0"/>
              </a:rPr>
              <a:pPr eaLnBrk="1" hangingPunct="1">
                <a:spcBef>
                  <a:spcPct val="0"/>
                </a:spcBef>
              </a:pPr>
              <a:t>11</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16218382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1379" name="Notes Placeholder 2"/>
          <p:cNvSpPr>
            <a:spLocks noGrp="1"/>
          </p:cNvSpPr>
          <p:nvPr>
            <p:ph type="body" idx="1"/>
          </p:nvPr>
        </p:nvSpPr>
        <p:spPr bwMode="auto"/>
        <p:txBody>
          <a:bodyPr wrap="square" numCol="1" anchor="t" anchorCtr="0" compatLnSpc="1">
            <a:prstTxWarp prst="textNoShape">
              <a:avLst/>
            </a:prstTxWarp>
          </a:bodyPr>
          <a:lstStyle/>
          <a:p>
            <a:pPr eaLnBrk="1" hangingPunct="1">
              <a:spcBef>
                <a:spcPct val="0"/>
              </a:spcBef>
              <a:defRPr/>
            </a:pPr>
            <a:endParaRPr lang="en-US" dirty="0"/>
          </a:p>
        </p:txBody>
      </p:sp>
      <p:sp>
        <p:nvSpPr>
          <p:cNvPr id="481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F23B7FB5-C7A0-468A-A623-8834F53D00E3}" type="slidenum">
              <a:rPr lang="en-US" altLang="en-US" smtClean="0">
                <a:latin typeface="Arial" charset="0"/>
              </a:rPr>
              <a:pPr eaLnBrk="1" hangingPunct="1">
                <a:spcBef>
                  <a:spcPct val="0"/>
                </a:spcBef>
              </a:pPr>
              <a:t>12</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27942635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03" name="Notes Placeholder 2"/>
          <p:cNvSpPr>
            <a:spLocks noGrp="1"/>
          </p:cNvSpPr>
          <p:nvPr>
            <p:ph type="body" idx="1"/>
          </p:nvPr>
        </p:nvSpPr>
        <p:spPr bwMode="auto"/>
        <p:txBody>
          <a:bodyPr wrap="square" numCol="1" anchor="t" anchorCtr="0" compatLnSpc="1">
            <a:prstTxWarp prst="textNoShape">
              <a:avLst/>
            </a:prstTxWarp>
          </a:bodyPr>
          <a:lstStyle/>
          <a:p>
            <a:pPr eaLnBrk="1" hangingPunct="1">
              <a:spcBef>
                <a:spcPct val="0"/>
              </a:spcBef>
              <a:defRPr/>
            </a:pPr>
            <a:endParaRPr lang="en-US" dirty="0"/>
          </a:p>
        </p:txBody>
      </p:sp>
      <p:sp>
        <p:nvSpPr>
          <p:cNvPr id="491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513FE0F7-B173-470B-B8FE-FA2D21933D7E}" type="slidenum">
              <a:rPr lang="en-US" altLang="en-US" smtClean="0">
                <a:latin typeface="Arial" charset="0"/>
              </a:rPr>
              <a:pPr eaLnBrk="1" hangingPunct="1">
                <a:spcBef>
                  <a:spcPct val="0"/>
                </a:spcBef>
              </a:pPr>
              <a:t>13</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31563915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3427" name="Notes Placeholder 2"/>
          <p:cNvSpPr>
            <a:spLocks noGrp="1"/>
          </p:cNvSpPr>
          <p:nvPr>
            <p:ph type="body" idx="1"/>
          </p:nvPr>
        </p:nvSpPr>
        <p:spPr bwMode="auto"/>
        <p:txBody>
          <a:bodyPr wrap="square" numCol="1" anchor="t" anchorCtr="0" compatLnSpc="1">
            <a:prstTxWarp prst="textNoShape">
              <a:avLst/>
            </a:prstTxWarp>
          </a:bodyPr>
          <a:lstStyle/>
          <a:p>
            <a:pPr marL="174708" indent="-174708" eaLnBrk="1" hangingPunct="1">
              <a:spcBef>
                <a:spcPct val="0"/>
              </a:spcBef>
              <a:buFont typeface="Arial" pitchFamily="34" charset="0"/>
              <a:buChar char="•"/>
              <a:defRPr/>
            </a:pPr>
            <a:endParaRPr lang="en-US" dirty="0"/>
          </a:p>
        </p:txBody>
      </p:sp>
      <p:sp>
        <p:nvSpPr>
          <p:cNvPr id="5018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88246CB8-946C-4EC8-BC8B-84D58BBBA72A}" type="slidenum">
              <a:rPr lang="en-US" altLang="en-US" smtClean="0">
                <a:latin typeface="Arial" charset="0"/>
              </a:rPr>
              <a:pPr eaLnBrk="1" hangingPunct="1">
                <a:spcBef>
                  <a:spcPct val="0"/>
                </a:spcBef>
              </a:pPr>
              <a:t>14</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42080602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4451" name="Notes Placeholder 2"/>
          <p:cNvSpPr>
            <a:spLocks noGrp="1"/>
          </p:cNvSpPr>
          <p:nvPr>
            <p:ph type="body" idx="1"/>
          </p:nvPr>
        </p:nvSpPr>
        <p:spPr bwMode="auto"/>
        <p:txBody>
          <a:bodyPr wrap="square" numCol="1" anchor="t" anchorCtr="0" compatLnSpc="1">
            <a:prstTxWarp prst="textNoShape">
              <a:avLst/>
            </a:prstTxWarp>
          </a:bodyPr>
          <a:lstStyle/>
          <a:p>
            <a:pPr eaLnBrk="1">
              <a:spcBef>
                <a:spcPct val="0"/>
              </a:spcBef>
              <a:defRPr/>
            </a:pPr>
            <a:endParaRPr lang="en-US" dirty="0"/>
          </a:p>
        </p:txBody>
      </p:sp>
      <p:sp>
        <p:nvSpPr>
          <p:cNvPr id="5120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6697E5C7-7CCB-4F07-9F09-C76F9E345BD2}" type="slidenum">
              <a:rPr lang="en-US" altLang="en-US" smtClean="0">
                <a:latin typeface="Arial" charset="0"/>
              </a:rPr>
              <a:pPr eaLnBrk="1" hangingPunct="1">
                <a:spcBef>
                  <a:spcPct val="0"/>
                </a:spcBef>
              </a:pPr>
              <a:t>15</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4290122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5475" name="Notes Placeholder 2"/>
          <p:cNvSpPr>
            <a:spLocks noGrp="1"/>
          </p:cNvSpPr>
          <p:nvPr>
            <p:ph type="body" idx="1"/>
          </p:nvPr>
        </p:nvSpPr>
        <p:spPr bwMode="auto"/>
        <p:txBody>
          <a:bodyPr wrap="square" numCol="1" anchor="t" anchorCtr="0" compatLnSpc="1">
            <a:prstTxWarp prst="textNoShape">
              <a:avLst/>
            </a:prstTxWarp>
          </a:bodyPr>
          <a:lstStyle/>
          <a:p>
            <a:pPr marL="174708" indent="-174708">
              <a:buFont typeface="Arial" pitchFamily="34" charset="0"/>
              <a:buChar char="•"/>
              <a:defRPr/>
            </a:pPr>
            <a:endParaRPr lang="en-US" dirty="0"/>
          </a:p>
        </p:txBody>
      </p:sp>
      <p:sp>
        <p:nvSpPr>
          <p:cNvPr id="522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0C8E2196-FF5B-469D-9562-D1581AE10E14}" type="slidenum">
              <a:rPr lang="en-US" altLang="en-US" smtClean="0">
                <a:latin typeface="Arial" charset="0"/>
              </a:rPr>
              <a:pPr eaLnBrk="1" hangingPunct="1">
                <a:spcBef>
                  <a:spcPct val="0"/>
                </a:spcBef>
              </a:pPr>
              <a:t>16</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3031582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6499" name="Notes Placeholder 2"/>
          <p:cNvSpPr>
            <a:spLocks noGrp="1"/>
          </p:cNvSpPr>
          <p:nvPr>
            <p:ph type="body" idx="1"/>
          </p:nvPr>
        </p:nvSpPr>
        <p:spPr bwMode="auto"/>
        <p:txBody>
          <a:bodyPr wrap="square" numCol="1" anchor="t" anchorCtr="0" compatLnSpc="1">
            <a:prstTxWarp prst="textNoShape">
              <a:avLst/>
            </a:prstTxWarp>
          </a:bodyPr>
          <a:lstStyle/>
          <a:p>
            <a:pPr eaLnBrk="1" hangingPunct="1">
              <a:spcBef>
                <a:spcPct val="0"/>
              </a:spcBef>
              <a:defRPr/>
            </a:pPr>
            <a:endParaRPr lang="en-US" dirty="0"/>
          </a:p>
        </p:txBody>
      </p:sp>
      <p:sp>
        <p:nvSpPr>
          <p:cNvPr id="5325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71F2CDF7-FF7A-4277-833C-E6437AE97976}" type="slidenum">
              <a:rPr lang="en-US" altLang="en-US" smtClean="0">
                <a:latin typeface="Arial" charset="0"/>
              </a:rPr>
              <a:pPr eaLnBrk="1" hangingPunct="1">
                <a:spcBef>
                  <a:spcPct val="0"/>
                </a:spcBef>
              </a:pPr>
              <a:t>17</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5768053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Notes Placeholder 2"/>
          <p:cNvSpPr>
            <a:spLocks noGrp="1"/>
          </p:cNvSpPr>
          <p:nvPr>
            <p:ph type="body" idx="1"/>
          </p:nvPr>
        </p:nvSpPr>
        <p:spPr bwMode="auto"/>
        <p:txBody>
          <a:bodyPr wrap="square" numCol="1" anchor="t" anchorCtr="0" compatLnSpc="1">
            <a:prstTxWarp prst="textNoShape">
              <a:avLst/>
            </a:prstTxWarp>
          </a:bodyPr>
          <a:lstStyle/>
          <a:p>
            <a:pPr eaLnBrk="1">
              <a:spcBef>
                <a:spcPct val="0"/>
              </a:spcBef>
              <a:defRPr/>
            </a:pPr>
            <a:endParaRPr lang="en-US" dirty="0"/>
          </a:p>
        </p:txBody>
      </p:sp>
      <p:sp>
        <p:nvSpPr>
          <p:cNvPr id="5427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0F1E3DC1-6BDC-48E8-B890-B2EE43DD1076}" type="slidenum">
              <a:rPr lang="en-US" altLang="en-US" smtClean="0">
                <a:latin typeface="Arial" charset="0"/>
              </a:rPr>
              <a:pPr eaLnBrk="1" hangingPunct="1">
                <a:spcBef>
                  <a:spcPct val="0"/>
                </a:spcBef>
              </a:pPr>
              <a:t>18</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27226228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eaLnBrk="1" fontAlgn="auto">
              <a:spcBef>
                <a:spcPts val="0"/>
              </a:spcBef>
              <a:spcAft>
                <a:spcPts val="0"/>
              </a:spcAft>
              <a:defRPr/>
            </a:pPr>
            <a:endParaRPr lang="en-US" dirty="0"/>
          </a:p>
        </p:txBody>
      </p:sp>
      <p:sp>
        <p:nvSpPr>
          <p:cNvPr id="553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365C7A7A-8BF3-45F6-9644-1D6CFC947A2E}" type="slidenum">
              <a:rPr lang="en-US" altLang="en-US" smtClean="0">
                <a:latin typeface="Arial" charset="0"/>
              </a:rPr>
              <a:pPr eaLnBrk="1" hangingPunct="1">
                <a:spcBef>
                  <a:spcPct val="0"/>
                </a:spcBef>
              </a:pPr>
              <a:t>19</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34918347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eaLnBrk="1" fontAlgn="auto">
              <a:spcBef>
                <a:spcPts val="0"/>
              </a:spcBef>
              <a:spcAft>
                <a:spcPts val="0"/>
              </a:spcAft>
              <a:defRPr/>
            </a:pPr>
            <a:endParaRPr lang="en-US" dirty="0"/>
          </a:p>
        </p:txBody>
      </p:sp>
      <p:sp>
        <p:nvSpPr>
          <p:cNvPr id="563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980E9C3A-5982-4AF0-80A2-C23D59F4D77C}" type="slidenum">
              <a:rPr lang="en-US" altLang="en-US" smtClean="0">
                <a:latin typeface="Arial" charset="0"/>
              </a:rPr>
              <a:pPr eaLnBrk="1" hangingPunct="1">
                <a:spcBef>
                  <a:spcPct val="0"/>
                </a:spcBef>
              </a:pPr>
              <a:t>20</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41460456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0595" name="Notes Placeholder 2"/>
          <p:cNvSpPr>
            <a:spLocks noGrp="1"/>
          </p:cNvSpPr>
          <p:nvPr>
            <p:ph type="body" idx="1"/>
          </p:nvPr>
        </p:nvSpPr>
        <p:spPr bwMode="auto"/>
        <p:txBody>
          <a:bodyPr wrap="square" numCol="1" anchor="t" anchorCtr="0" compatLnSpc="1">
            <a:prstTxWarp prst="textNoShape">
              <a:avLst/>
            </a:prstTxWarp>
            <a:normAutofit/>
          </a:bodyPr>
          <a:lstStyle/>
          <a:p>
            <a:pPr>
              <a:defRPr/>
            </a:pPr>
            <a:endParaRPr lang="en-US" dirty="0"/>
          </a:p>
        </p:txBody>
      </p:sp>
      <p:sp>
        <p:nvSpPr>
          <p:cNvPr id="573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B8BEC01D-032C-443C-82A7-A7CF828DB380}" type="slidenum">
              <a:rPr lang="en-US" altLang="en-US" smtClean="0">
                <a:latin typeface="Arial" charset="0"/>
              </a:rPr>
              <a:pPr eaLnBrk="1" hangingPunct="1">
                <a:spcBef>
                  <a:spcPct val="0"/>
                </a:spcBef>
              </a:pPr>
              <a:t>21</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36812627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583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28908E1A-1B37-45D9-BF50-34E0EA3E8B09}" type="slidenum">
              <a:rPr lang="en-US" altLang="en-US" smtClean="0">
                <a:latin typeface="Arial" charset="0"/>
              </a:rPr>
              <a:pPr eaLnBrk="1" hangingPunct="1">
                <a:spcBef>
                  <a:spcPct val="0"/>
                </a:spcBef>
              </a:pPr>
              <a:t>22</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13712890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Notes Placeholder 2"/>
          <p:cNvSpPr>
            <a:spLocks noGrp="1"/>
          </p:cNvSpPr>
          <p:nvPr>
            <p:ph type="body" idx="1"/>
          </p:nvPr>
        </p:nvSpPr>
        <p:spPr bwMode="auto"/>
        <p:txBody>
          <a:bodyPr wrap="square" numCol="1" anchor="t" anchorCtr="0" compatLnSpc="1">
            <a:prstTxWarp prst="textNoShape">
              <a:avLst/>
            </a:prstTxWarp>
          </a:bodyPr>
          <a:lstStyle/>
          <a:p>
            <a:pPr marL="174708" indent="-174708" eaLnBrk="1" hangingPunct="1">
              <a:spcBef>
                <a:spcPct val="0"/>
              </a:spcBef>
              <a:buFont typeface="Arial" pitchFamily="34" charset="0"/>
              <a:buChar char="•"/>
              <a:defRPr/>
            </a:pPr>
            <a:endParaRPr lang="en-US" dirty="0"/>
          </a:p>
        </p:txBody>
      </p:sp>
      <p:sp>
        <p:nvSpPr>
          <p:cNvPr id="593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CDC25A3B-5826-410C-9D48-B0B13F9D4F92}" type="slidenum">
              <a:rPr lang="en-US" altLang="en-US" smtClean="0">
                <a:latin typeface="Arial" charset="0"/>
              </a:rPr>
              <a:pPr eaLnBrk="1" hangingPunct="1">
                <a:spcBef>
                  <a:spcPct val="0"/>
                </a:spcBef>
              </a:pPr>
              <a:t>23</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14497901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Notes Placeholder 2"/>
          <p:cNvSpPr>
            <a:spLocks noGrp="1"/>
          </p:cNvSpPr>
          <p:nvPr>
            <p:ph type="body" idx="1"/>
          </p:nvPr>
        </p:nvSpPr>
        <p:spPr bwMode="auto"/>
        <p:txBody>
          <a:bodyPr wrap="square" numCol="1" anchor="t" anchorCtr="0" compatLnSpc="1">
            <a:prstTxWarp prst="textNoShape">
              <a:avLst/>
            </a:prstTxWarp>
          </a:bodyPr>
          <a:lstStyle/>
          <a:p>
            <a:pPr eaLnBrk="1" hangingPunct="1">
              <a:spcBef>
                <a:spcPct val="0"/>
              </a:spcBef>
              <a:defRPr/>
            </a:pPr>
            <a:endParaRPr lang="en-US" dirty="0"/>
          </a:p>
        </p:txBody>
      </p:sp>
      <p:sp>
        <p:nvSpPr>
          <p:cNvPr id="604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1196DF1E-50F1-45A3-BA61-511F32E435AF}" type="slidenum">
              <a:rPr lang="en-US" altLang="en-US" smtClean="0">
                <a:latin typeface="Arial" charset="0"/>
              </a:rPr>
              <a:pPr eaLnBrk="1" hangingPunct="1">
                <a:spcBef>
                  <a:spcPct val="0"/>
                </a:spcBef>
              </a:pPr>
              <a:t>24</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19176394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4691" name="Notes Placeholder 2"/>
          <p:cNvSpPr>
            <a:spLocks noGrp="1"/>
          </p:cNvSpPr>
          <p:nvPr>
            <p:ph type="body" idx="1"/>
          </p:nvPr>
        </p:nvSpPr>
        <p:spPr bwMode="auto"/>
        <p:txBody>
          <a:bodyPr wrap="square" numCol="1" anchor="t" anchorCtr="0" compatLnSpc="1">
            <a:prstTxWarp prst="textNoShape">
              <a:avLst/>
            </a:prstTxWarp>
          </a:bodyPr>
          <a:lstStyle/>
          <a:p>
            <a:pPr eaLnBrk="1" hangingPunct="1">
              <a:spcBef>
                <a:spcPct val="0"/>
              </a:spcBef>
              <a:defRPr/>
            </a:pPr>
            <a:endParaRPr lang="en-US" dirty="0"/>
          </a:p>
        </p:txBody>
      </p:sp>
      <p:sp>
        <p:nvSpPr>
          <p:cNvPr id="614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93A42A02-E11A-48C7-BD81-73E7100076ED}" type="slidenum">
              <a:rPr lang="en-US" altLang="en-US" smtClean="0">
                <a:latin typeface="Arial" charset="0"/>
              </a:rPr>
              <a:pPr eaLnBrk="1" hangingPunct="1">
                <a:spcBef>
                  <a:spcPct val="0"/>
                </a:spcBef>
              </a:pPr>
              <a:t>25</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6097511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5715" name="Notes Placeholder 2"/>
          <p:cNvSpPr>
            <a:spLocks noGrp="1"/>
          </p:cNvSpPr>
          <p:nvPr>
            <p:ph type="body" idx="1"/>
          </p:nvPr>
        </p:nvSpPr>
        <p:spPr bwMode="auto"/>
        <p:txBody>
          <a:bodyPr wrap="square" numCol="1" anchor="t" anchorCtr="0" compatLnSpc="1">
            <a:prstTxWarp prst="textNoShape">
              <a:avLst/>
            </a:prstTxWarp>
          </a:bodyPr>
          <a:lstStyle/>
          <a:p>
            <a:pPr eaLnBrk="1">
              <a:spcBef>
                <a:spcPct val="0"/>
              </a:spcBef>
              <a:defRPr/>
            </a:pPr>
            <a:endParaRPr lang="en-US" dirty="0"/>
          </a:p>
        </p:txBody>
      </p:sp>
      <p:sp>
        <p:nvSpPr>
          <p:cNvPr id="624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5163563E-FD64-45CA-A1DC-CCFE3A99D654}" type="slidenum">
              <a:rPr lang="en-US" altLang="en-US" smtClean="0">
                <a:latin typeface="Arial" charset="0"/>
              </a:rPr>
              <a:pPr eaLnBrk="1" hangingPunct="1">
                <a:spcBef>
                  <a:spcPct val="0"/>
                </a:spcBef>
              </a:pPr>
              <a:t>26</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367687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6739" name="Notes Placeholder 2"/>
          <p:cNvSpPr>
            <a:spLocks noGrp="1"/>
          </p:cNvSpPr>
          <p:nvPr>
            <p:ph type="body" idx="1"/>
          </p:nvPr>
        </p:nvSpPr>
        <p:spPr bwMode="auto"/>
        <p:txBody>
          <a:bodyPr wrap="square" numCol="1" anchor="t" anchorCtr="0" compatLnSpc="1">
            <a:prstTxWarp prst="textNoShape">
              <a:avLst/>
            </a:prstTxWarp>
          </a:bodyPr>
          <a:lstStyle/>
          <a:p>
            <a:pPr eaLnBrk="1">
              <a:spcBef>
                <a:spcPct val="0"/>
              </a:spcBef>
              <a:defRPr/>
            </a:pPr>
            <a:endParaRPr lang="en-US" dirty="0"/>
          </a:p>
        </p:txBody>
      </p:sp>
      <p:sp>
        <p:nvSpPr>
          <p:cNvPr id="634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F3C8CF35-7CFC-4EF8-9BCB-EF89BC1EFE00}" type="slidenum">
              <a:rPr lang="en-US" altLang="en-US" smtClean="0">
                <a:latin typeface="Arial" charset="0"/>
              </a:rPr>
              <a:pPr eaLnBrk="1" hangingPunct="1">
                <a:spcBef>
                  <a:spcPct val="0"/>
                </a:spcBef>
              </a:pPr>
              <a:t>27</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473770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7763" name="Notes Placeholder 2"/>
          <p:cNvSpPr>
            <a:spLocks noGrp="1"/>
          </p:cNvSpPr>
          <p:nvPr>
            <p:ph type="body" idx="1"/>
          </p:nvPr>
        </p:nvSpPr>
        <p:spPr bwMode="auto"/>
        <p:txBody>
          <a:bodyPr wrap="square" numCol="1" anchor="t" anchorCtr="0" compatLnSpc="1">
            <a:prstTxWarp prst="textNoShape">
              <a:avLst/>
            </a:prstTxWarp>
          </a:bodyPr>
          <a:lstStyle/>
          <a:p>
            <a:pPr eaLnBrk="1">
              <a:spcBef>
                <a:spcPct val="0"/>
              </a:spcBef>
              <a:defRPr/>
            </a:pPr>
            <a:endParaRPr lang="en-US" dirty="0"/>
          </a:p>
        </p:txBody>
      </p:sp>
      <p:sp>
        <p:nvSpPr>
          <p:cNvPr id="6451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CBC4B111-312A-47CE-BC70-5098C25952BE}" type="slidenum">
              <a:rPr lang="en-US" altLang="en-US" smtClean="0">
                <a:latin typeface="Arial" charset="0"/>
              </a:rPr>
              <a:pPr eaLnBrk="1" hangingPunct="1">
                <a:spcBef>
                  <a:spcPct val="0"/>
                </a:spcBef>
              </a:pPr>
              <a:t>28</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8188595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4" name="Picture 6" descr="blank chapter title icon for ppt from book copy.png"/>
          <p:cNvPicPr>
            <a:picLocks noChangeAspect="1"/>
          </p:cNvPicPr>
          <p:nvPr/>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0" y="1401763"/>
            <a:ext cx="9144000" cy="4054475"/>
          </a:xfrm>
          <a:prstGeom prst="rect">
            <a:avLst/>
          </a:prstGeom>
          <a:solidFill>
            <a:srgbClr val="C00000"/>
          </a:solidFill>
          <a:ln>
            <a:noFill/>
          </a:ln>
        </p:spPr>
      </p:pic>
      <p:sp>
        <p:nvSpPr>
          <p:cNvPr id="3" name="Subtitle 2"/>
          <p:cNvSpPr>
            <a:spLocks noGrp="1"/>
          </p:cNvSpPr>
          <p:nvPr>
            <p:ph type="subTitle" idx="1"/>
          </p:nvPr>
        </p:nvSpPr>
        <p:spPr>
          <a:xfrm>
            <a:off x="304800" y="3200400"/>
            <a:ext cx="5638800" cy="1600200"/>
          </a:xfrm>
        </p:spPr>
        <p:txBody>
          <a:bodyPr anchor="ctr"/>
          <a:lstStyle>
            <a:lvl1pPr marL="0" indent="0" algn="ctr">
              <a:buNone/>
              <a:defRPr b="1">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9" name="Text Placeholder 2"/>
          <p:cNvSpPr>
            <a:spLocks noGrp="1"/>
          </p:cNvSpPr>
          <p:nvPr>
            <p:ph type="body" idx="13"/>
          </p:nvPr>
        </p:nvSpPr>
        <p:spPr>
          <a:xfrm>
            <a:off x="533400" y="1828800"/>
            <a:ext cx="4572000" cy="890587"/>
          </a:xfrm>
        </p:spPr>
        <p:txBody>
          <a:bodyPr anchor="ctr"/>
          <a:lstStyle>
            <a:lvl1pPr marL="0" indent="0">
              <a:buNone/>
              <a:defRPr sz="3200" b="1">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5" name="Date Placeholder 3"/>
          <p:cNvSpPr>
            <a:spLocks noGrp="1"/>
          </p:cNvSpPr>
          <p:nvPr>
            <p:ph type="dt" sz="half" idx="14"/>
          </p:nvPr>
        </p:nvSpPr>
        <p:spPr/>
        <p:txBody>
          <a:bodyPr/>
          <a:lstStyle>
            <a:lvl1pPr>
              <a:defRPr/>
            </a:lvl1pPr>
          </a:lstStyle>
          <a:p>
            <a:pPr>
              <a:defRPr/>
            </a:pPr>
            <a:fld id="{30D44FB1-8D64-43E5-AADE-C59D9C4D9EC5}" type="datetimeFigureOut">
              <a:rPr lang="en-US" smtClean="0"/>
              <a:pPr>
                <a:defRPr/>
              </a:pPr>
              <a:t>3/23/2021</a:t>
            </a:fld>
            <a:endParaRPr lang="en-US" dirty="0"/>
          </a:p>
        </p:txBody>
      </p:sp>
      <p:sp>
        <p:nvSpPr>
          <p:cNvPr id="6" name="Footer Placeholder 4"/>
          <p:cNvSpPr>
            <a:spLocks noGrp="1"/>
          </p:cNvSpPr>
          <p:nvPr>
            <p:ph type="ftr" sz="quarter" idx="15"/>
          </p:nvPr>
        </p:nvSpPr>
        <p:spPr/>
        <p:txBody>
          <a:bodyPr/>
          <a:lstStyle>
            <a:lvl1pPr>
              <a:defRPr/>
            </a:lvl1pPr>
          </a:lstStyle>
          <a:p>
            <a:pPr>
              <a:defRPr/>
            </a:pPr>
            <a:endParaRPr lang="en-US"/>
          </a:p>
        </p:txBody>
      </p:sp>
      <p:sp>
        <p:nvSpPr>
          <p:cNvPr id="7" name="Slide Number Placeholder 5"/>
          <p:cNvSpPr>
            <a:spLocks noGrp="1"/>
          </p:cNvSpPr>
          <p:nvPr>
            <p:ph type="sldNum" sz="quarter" idx="16"/>
          </p:nvPr>
        </p:nvSpPr>
        <p:spPr/>
        <p:txBody>
          <a:bodyPr/>
          <a:lstStyle>
            <a:lvl1pPr>
              <a:defRPr/>
            </a:lvl1pPr>
          </a:lstStyle>
          <a:p>
            <a:pPr>
              <a:defRPr/>
            </a:pPr>
            <a:fld id="{B6D8DF1B-9EBB-403D-9A0D-C5A8A2B44423}" type="slidenum">
              <a:rPr lang="en-US" smtClean="0"/>
              <a:pPr>
                <a:defRPr/>
              </a:pPr>
              <a:t>‹#›</a:t>
            </a:fld>
            <a:endParaRPr lang="en-US" dirty="0"/>
          </a:p>
        </p:txBody>
      </p:sp>
    </p:spTree>
    <p:extLst>
      <p:ext uri="{BB962C8B-B14F-4D97-AF65-F5344CB8AC3E}">
        <p14:creationId xmlns:p14="http://schemas.microsoft.com/office/powerpoint/2010/main" val="16423383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3"/>
          <p:cNvSpPr/>
          <p:nvPr/>
        </p:nvSpPr>
        <p:spPr>
          <a:xfrm>
            <a:off x="0" y="0"/>
            <a:ext cx="9144000" cy="228600"/>
          </a:xfrm>
          <a:prstGeom prst="rect">
            <a:avLst/>
          </a:prstGeom>
          <a:solidFill>
            <a:schemeClr val="accent1">
              <a:lumMod val="75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2" name="Title 1"/>
          <p:cNvSpPr>
            <a:spLocks noGrp="1"/>
          </p:cNvSpPr>
          <p:nvPr>
            <p:ph type="title"/>
          </p:nvPr>
        </p:nvSpPr>
        <p:spPr/>
        <p:txBody>
          <a:bodyPr/>
          <a:lstStyle>
            <a:lvl1pPr algn="l">
              <a:defRPr>
                <a:solidFill>
                  <a:schemeClr val="accent2"/>
                </a:solidFill>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buClr>
                <a:schemeClr val="accent2"/>
              </a:buClr>
              <a:buSzPct val="100000"/>
              <a:buFont typeface="Calibri" pitchFamily="34" charset="0"/>
              <a:buChar char="•"/>
              <a:defRPr/>
            </a:lvl1pPr>
            <a:lvl2pPr marL="742950" indent="-285750">
              <a:buClr>
                <a:srgbClr val="C00000"/>
              </a:buClr>
              <a:buSzPct val="100000"/>
              <a:buFont typeface="Courier New" panose="02070309020205020404" pitchFamily="49" charset="0"/>
              <a:buChar char="o"/>
              <a:defRPr/>
            </a:lvl2pPr>
            <a:lvl3pPr marL="1143000" indent="-228600">
              <a:buClr>
                <a:schemeClr val="accent2"/>
              </a:buClr>
              <a:buSzPct val="100000"/>
              <a:buFont typeface="Wingdings" panose="05000000000000000000" pitchFamily="2" charset="2"/>
              <a:buChar char="§"/>
              <a:defRPr/>
            </a:lvl3pPr>
            <a:lvl4pPr marL="1600200" indent="-228600">
              <a:buClr>
                <a:schemeClr val="accent1">
                  <a:lumMod val="75000"/>
                </a:schemeClr>
              </a:buClr>
              <a:buSzPct val="100000"/>
              <a:buFont typeface="Wingdings" panose="05000000000000000000" pitchFamily="2" charset="2"/>
              <a:buChar char="Ø"/>
              <a:defRPr/>
            </a:lvl4pPr>
            <a:lvl5pPr marL="2057400" indent="-228600">
              <a:buClr>
                <a:srgbClr val="C00000"/>
              </a:buClr>
              <a:buSzPct val="100000"/>
              <a:buFont typeface="Wingdings" panose="05000000000000000000" pitchFamily="2" charset="2"/>
              <a:buChar char="ü"/>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C8792A7D-E392-4279-8326-983AA4FC66C6}" type="datetimeFigureOut">
              <a:rPr lang="en-US" smtClean="0"/>
              <a:pPr>
                <a:defRPr/>
              </a:pPr>
              <a:t>3/23/2021</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4A13966E-8247-475E-A076-B3120E0F4624}" type="slidenum">
              <a:rPr lang="en-US" smtClean="0"/>
              <a:pPr>
                <a:defRPr/>
              </a:pPr>
              <a:t>‹#›</a:t>
            </a:fld>
            <a:endParaRPr lang="en-US" dirty="0"/>
          </a:p>
        </p:txBody>
      </p:sp>
    </p:spTree>
    <p:extLst>
      <p:ext uri="{BB962C8B-B14F-4D97-AF65-F5344CB8AC3E}">
        <p14:creationId xmlns:p14="http://schemas.microsoft.com/office/powerpoint/2010/main" val="1815066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4" name="Picture 6" descr="blank title icon for ppt from book copy.png"/>
          <p:cNvPicPr>
            <a:picLocks noChangeAspect="1"/>
          </p:cNvPicPr>
          <p:nvPr/>
        </p:nvPicPr>
        <p:blipFill>
          <a:blip r:embed="rId2">
            <a:duotone>
              <a:prstClr val="black"/>
              <a:schemeClr val="accent1">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0" y="838200"/>
            <a:ext cx="9144000" cy="260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724400" y="838200"/>
            <a:ext cx="4419600" cy="2667001"/>
          </a:xfrm>
        </p:spPr>
        <p:txBody>
          <a:bodyPr>
            <a:normAutofit/>
          </a:bodyPr>
          <a:lstStyle>
            <a:lvl1pPr algn="l">
              <a:defRPr sz="3200" b="1" cap="none">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04800" y="1905000"/>
            <a:ext cx="3352800" cy="890587"/>
          </a:xfrm>
        </p:spPr>
        <p:txBody>
          <a:bodyPr anchor="ctr"/>
          <a:lstStyle>
            <a:lvl1pPr marL="0" indent="0">
              <a:buNone/>
              <a:defRPr sz="20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63F861BB-4840-45BD-BE1F-AA64FDB08EF4}" type="datetimeFigureOut">
              <a:rPr lang="en-US" smtClean="0"/>
              <a:pPr>
                <a:defRPr/>
              </a:pPr>
              <a:t>3/23/2021</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D2B64F49-F759-4ED4-82D1-A37E7DAA770C}" type="slidenum">
              <a:rPr lang="en-US" smtClean="0"/>
              <a:pPr>
                <a:defRPr/>
              </a:pPr>
              <a:t>‹#›</a:t>
            </a:fld>
            <a:endParaRPr lang="en-US" dirty="0"/>
          </a:p>
        </p:txBody>
      </p:sp>
    </p:spTree>
    <p:extLst>
      <p:ext uri="{BB962C8B-B14F-4D97-AF65-F5344CB8AC3E}">
        <p14:creationId xmlns:p14="http://schemas.microsoft.com/office/powerpoint/2010/main" val="12495819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Rectangle 4"/>
          <p:cNvSpPr/>
          <p:nvPr/>
        </p:nvSpPr>
        <p:spPr>
          <a:xfrm>
            <a:off x="0" y="0"/>
            <a:ext cx="9144000" cy="228600"/>
          </a:xfrm>
          <a:prstGeom prst="rect">
            <a:avLst/>
          </a:prstGeom>
          <a:solidFill>
            <a:schemeClr val="accent1">
              <a:lumMod val="75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2" name="Title 1"/>
          <p:cNvSpPr>
            <a:spLocks noGrp="1"/>
          </p:cNvSpPr>
          <p:nvPr>
            <p:ph type="title"/>
          </p:nvPr>
        </p:nvSpPr>
        <p:spPr/>
        <p:txBody>
          <a:bodyPr/>
          <a:lstStyle>
            <a:lvl1pPr>
              <a:defRPr>
                <a:solidFill>
                  <a:schemeClr val="accent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457200" y="1600200"/>
            <a:ext cx="4038600" cy="4525963"/>
          </a:xfrm>
        </p:spPr>
        <p:txBody>
          <a:bodyPr/>
          <a:lstStyle>
            <a:lvl1pPr>
              <a:buClr>
                <a:schemeClr val="accent2"/>
              </a:buClr>
              <a:buSzPct val="100000"/>
              <a:buFont typeface="Arial" pitchFamily="34" charset="0"/>
              <a:buChar char="•"/>
              <a:defRPr sz="2800"/>
            </a:lvl1pPr>
            <a:lvl2pPr marL="742950" indent="-285750">
              <a:buClr>
                <a:schemeClr val="accent2"/>
              </a:buClr>
              <a:buSzPct val="100000"/>
              <a:buFont typeface="Courier New" panose="02070309020205020404" pitchFamily="49" charset="0"/>
              <a:buChar char="o"/>
              <a:defRPr sz="2400"/>
            </a:lvl2pPr>
            <a:lvl3pPr marL="1143000" indent="-228600">
              <a:buClr>
                <a:srgbClr val="C00000"/>
              </a:buClr>
              <a:buSzPct val="100000"/>
              <a:buFont typeface="Wingdings" panose="05000000000000000000" pitchFamily="2" charset="2"/>
              <a:buChar char="v"/>
              <a:defRPr sz="2000"/>
            </a:lvl3pPr>
            <a:lvl4pPr marL="1600200" indent="-228600">
              <a:buClr>
                <a:schemeClr val="accent2"/>
              </a:buClr>
              <a:buSzPct val="100000"/>
              <a:buFont typeface="Wingdings" panose="05000000000000000000" pitchFamily="2" charset="2"/>
              <a:buChar char="Ø"/>
              <a:defRPr sz="1800"/>
            </a:lvl4pPr>
            <a:lvl5pPr marL="2057400" indent="-228600">
              <a:buClr>
                <a:srgbClr val="C00000"/>
              </a:buClr>
              <a:buSzPct val="100000"/>
              <a:buFont typeface="Wingdings" panose="05000000000000000000" pitchFamily="2" charset="2"/>
              <a:buChar char="ü"/>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00200"/>
            <a:ext cx="4038600" cy="4525963"/>
          </a:xfrm>
        </p:spPr>
        <p:txBody>
          <a:bodyPr/>
          <a:lstStyle>
            <a:lvl1pPr marL="342900" indent="-342900">
              <a:buClr>
                <a:schemeClr val="accent2"/>
              </a:buClr>
              <a:buSzPct val="100000"/>
              <a:buFont typeface="Arial" panose="020B0604020202020204" pitchFamily="34" charset="0"/>
              <a:buChar char="•"/>
              <a:defRPr sz="2800"/>
            </a:lvl1pPr>
            <a:lvl2pPr marL="742950" indent="-285750">
              <a:buClr>
                <a:schemeClr val="accent2"/>
              </a:buClr>
              <a:buSzPct val="100000"/>
              <a:buFont typeface="Courier New" panose="02070309020205020404" pitchFamily="49" charset="0"/>
              <a:buChar char="o"/>
              <a:defRPr sz="2400"/>
            </a:lvl2pPr>
            <a:lvl3pPr marL="1143000" indent="-228600">
              <a:buClr>
                <a:schemeClr val="accent2"/>
              </a:buClr>
              <a:buSzPct val="100000"/>
              <a:buFont typeface="Wingdings" panose="05000000000000000000" pitchFamily="2" charset="2"/>
              <a:buChar char="v"/>
              <a:defRPr sz="2000"/>
            </a:lvl3pPr>
            <a:lvl4pPr marL="1600200" indent="-228600">
              <a:buClr>
                <a:schemeClr val="accent2"/>
              </a:buClr>
              <a:buSzPct val="100000"/>
              <a:buFont typeface="Wingdings" panose="05000000000000000000" pitchFamily="2" charset="2"/>
              <a:buChar char="Ø"/>
              <a:defRPr sz="1800"/>
            </a:lvl4pPr>
            <a:lvl5pPr marL="2171700" indent="-342900">
              <a:buClr>
                <a:schemeClr val="accent2"/>
              </a:buClr>
              <a:buSzPct val="100000"/>
              <a:buFont typeface="Wingdings" panose="05000000000000000000" pitchFamily="2" charset="2"/>
              <a:buChar char="ü"/>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4"/>
          <p:cNvSpPr>
            <a:spLocks noGrp="1"/>
          </p:cNvSpPr>
          <p:nvPr>
            <p:ph type="dt" sz="half" idx="10"/>
          </p:nvPr>
        </p:nvSpPr>
        <p:spPr/>
        <p:txBody>
          <a:bodyPr/>
          <a:lstStyle>
            <a:lvl1pPr>
              <a:defRPr/>
            </a:lvl1pPr>
          </a:lstStyle>
          <a:p>
            <a:pPr>
              <a:defRPr/>
            </a:pPr>
            <a:fld id="{72FC8196-D304-4FD8-BCBF-39E13FB5B0B5}" type="datetimeFigureOut">
              <a:rPr lang="en-US" smtClean="0"/>
              <a:pPr>
                <a:defRPr/>
              </a:pPr>
              <a:t>3/23/2021</a:t>
            </a:fld>
            <a:endParaRPr lang="en-US" dirty="0"/>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pPr>
              <a:defRPr/>
            </a:pPr>
            <a:fld id="{8A7251D1-BECD-47B1-8361-C6B0D6F0D8F0}" type="slidenum">
              <a:rPr lang="en-US" smtClean="0"/>
              <a:pPr>
                <a:defRPr/>
              </a:pPr>
              <a:t>‹#›</a:t>
            </a:fld>
            <a:endParaRPr lang="en-US" dirty="0"/>
          </a:p>
        </p:txBody>
      </p:sp>
    </p:spTree>
    <p:extLst>
      <p:ext uri="{BB962C8B-B14F-4D97-AF65-F5344CB8AC3E}">
        <p14:creationId xmlns:p14="http://schemas.microsoft.com/office/powerpoint/2010/main" val="5728678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7" name="Rectangle 6"/>
          <p:cNvSpPr/>
          <p:nvPr/>
        </p:nvSpPr>
        <p:spPr>
          <a:xfrm>
            <a:off x="0" y="0"/>
            <a:ext cx="9144000" cy="228600"/>
          </a:xfrm>
          <a:prstGeom prst="rect">
            <a:avLst/>
          </a:prstGeom>
          <a:solidFill>
            <a:schemeClr val="accent2"/>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2" name="Title 1"/>
          <p:cNvSpPr>
            <a:spLocks noGrp="1"/>
          </p:cNvSpPr>
          <p:nvPr>
            <p:ph type="title"/>
          </p:nvPr>
        </p:nvSpPr>
        <p:spPr/>
        <p:txBody>
          <a:bodyPr/>
          <a:lstStyle>
            <a:lvl1pPr>
              <a:defRPr>
                <a:solidFill>
                  <a:schemeClr val="accent2"/>
                </a:solidFill>
              </a:defRPr>
            </a:lvl1pPr>
          </a:lstStyle>
          <a:p>
            <a:r>
              <a:rPr lang="en-US"/>
              <a:t>Click to edit Master title style</a:t>
            </a:r>
            <a:endParaRPr lang="en-US" dirty="0"/>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buClr>
                <a:schemeClr val="accent2"/>
              </a:buClr>
              <a:buSzPct val="100000"/>
              <a:buFont typeface="Arial" pitchFamily="34" charset="0"/>
              <a:buChar char="•"/>
              <a:defRPr sz="2400"/>
            </a:lvl1pPr>
            <a:lvl2pPr marL="742950" indent="-285750">
              <a:buClr>
                <a:srgbClr val="C00000"/>
              </a:buClr>
              <a:buSzPct val="100000"/>
              <a:buFont typeface="Courier New" panose="02070309020205020404" pitchFamily="49" charset="0"/>
              <a:buChar char="o"/>
              <a:defRPr sz="2000"/>
            </a:lvl2pPr>
            <a:lvl3pPr marL="1143000" indent="-228600">
              <a:buClr>
                <a:srgbClr val="C00000"/>
              </a:buClr>
              <a:buSzPct val="100000"/>
              <a:buFont typeface="Wingdings" panose="05000000000000000000" pitchFamily="2" charset="2"/>
              <a:buChar char="v"/>
              <a:defRPr sz="1800"/>
            </a:lvl3pPr>
            <a:lvl4pPr marL="1600200" indent="-228600">
              <a:buClr>
                <a:srgbClr val="C00000"/>
              </a:buClr>
              <a:buSzPct val="100000"/>
              <a:buFont typeface="Wingdings" panose="05000000000000000000" pitchFamily="2" charset="2"/>
              <a:buChar char="Ø"/>
              <a:defRPr sz="1600"/>
            </a:lvl4pPr>
            <a:lvl5pPr marL="2057400" indent="-228600">
              <a:buClr>
                <a:srgbClr val="C00000"/>
              </a:buClr>
              <a:buSzPct val="100000"/>
              <a:buFont typeface="Wingdings" panose="05000000000000000000" pitchFamily="2" charset="2"/>
              <a:buChar char="ü"/>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buClr>
                <a:srgbClr val="C00000"/>
              </a:buClr>
              <a:buSzPct val="100000"/>
              <a:buFont typeface="Arial" pitchFamily="34" charset="0"/>
              <a:buChar char="•"/>
              <a:defRPr sz="2400"/>
            </a:lvl1pPr>
            <a:lvl2pPr marL="742950" indent="-285750">
              <a:buClr>
                <a:srgbClr val="C00000"/>
              </a:buClr>
              <a:buSzPct val="100000"/>
              <a:buFont typeface="Courier New" panose="02070309020205020404" pitchFamily="49" charset="0"/>
              <a:buChar char="o"/>
              <a:defRPr sz="2000"/>
            </a:lvl2pPr>
            <a:lvl3pPr marL="1143000" indent="-228600">
              <a:buClr>
                <a:srgbClr val="C00000"/>
              </a:buClr>
              <a:buSzPct val="100000"/>
              <a:buFont typeface="Wingdings" panose="05000000000000000000" pitchFamily="2" charset="2"/>
              <a:buChar char="v"/>
              <a:defRPr sz="1800"/>
            </a:lvl3pPr>
            <a:lvl4pPr marL="1600200" indent="-228600">
              <a:buClr>
                <a:srgbClr val="C00000"/>
              </a:buClr>
              <a:buSzPct val="100000"/>
              <a:buFont typeface="Wingdings" panose="05000000000000000000" pitchFamily="2" charset="2"/>
              <a:buChar char="Ø"/>
              <a:defRPr sz="1600"/>
            </a:lvl4pPr>
            <a:lvl5pPr marL="2057400" indent="-228600">
              <a:buClr>
                <a:srgbClr val="C00000"/>
              </a:buClr>
              <a:buSzPct val="100000"/>
              <a:buFont typeface="Wingdings" panose="05000000000000000000" pitchFamily="2" charset="2"/>
              <a:buChar char="ü"/>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6"/>
          <p:cNvSpPr>
            <a:spLocks noGrp="1"/>
          </p:cNvSpPr>
          <p:nvPr>
            <p:ph type="dt" sz="half" idx="10"/>
          </p:nvPr>
        </p:nvSpPr>
        <p:spPr/>
        <p:txBody>
          <a:bodyPr/>
          <a:lstStyle>
            <a:lvl1pPr>
              <a:defRPr/>
            </a:lvl1pPr>
          </a:lstStyle>
          <a:p>
            <a:pPr>
              <a:defRPr/>
            </a:pPr>
            <a:fld id="{A6FDA919-6025-4198-8806-F8DF0F7E3321}" type="datetimeFigureOut">
              <a:rPr lang="en-US" smtClean="0"/>
              <a:pPr>
                <a:defRPr/>
              </a:pPr>
              <a:t>3/23/2021</a:t>
            </a:fld>
            <a:endParaRPr lang="en-US" dirty="0"/>
          </a:p>
        </p:txBody>
      </p:sp>
      <p:sp>
        <p:nvSpPr>
          <p:cNvPr id="9" name="Footer Placeholder 7"/>
          <p:cNvSpPr>
            <a:spLocks noGrp="1"/>
          </p:cNvSpPr>
          <p:nvPr>
            <p:ph type="ftr" sz="quarter" idx="11"/>
          </p:nvPr>
        </p:nvSpPr>
        <p:spPr/>
        <p:txBody>
          <a:bodyPr/>
          <a:lstStyle>
            <a:lvl1pPr>
              <a:defRPr/>
            </a:lvl1pPr>
          </a:lstStyle>
          <a:p>
            <a:pPr>
              <a:defRPr/>
            </a:pPr>
            <a:endParaRPr lang="en-US"/>
          </a:p>
        </p:txBody>
      </p:sp>
      <p:sp>
        <p:nvSpPr>
          <p:cNvPr id="10" name="Slide Number Placeholder 8"/>
          <p:cNvSpPr>
            <a:spLocks noGrp="1"/>
          </p:cNvSpPr>
          <p:nvPr>
            <p:ph type="sldNum" sz="quarter" idx="12"/>
          </p:nvPr>
        </p:nvSpPr>
        <p:spPr/>
        <p:txBody>
          <a:bodyPr/>
          <a:lstStyle>
            <a:lvl1pPr>
              <a:defRPr/>
            </a:lvl1pPr>
          </a:lstStyle>
          <a:p>
            <a:pPr>
              <a:defRPr/>
            </a:pPr>
            <a:fld id="{50D6352F-FD17-4FB6-AF9B-818019E87AFF}" type="slidenum">
              <a:rPr lang="en-US" smtClean="0"/>
              <a:pPr>
                <a:defRPr/>
              </a:pPr>
              <a:t>‹#›</a:t>
            </a:fld>
            <a:endParaRPr lang="en-US" dirty="0"/>
          </a:p>
        </p:txBody>
      </p:sp>
    </p:spTree>
    <p:extLst>
      <p:ext uri="{BB962C8B-B14F-4D97-AF65-F5344CB8AC3E}">
        <p14:creationId xmlns:p14="http://schemas.microsoft.com/office/powerpoint/2010/main" val="388322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Rectangle 2"/>
          <p:cNvSpPr/>
          <p:nvPr/>
        </p:nvSpPr>
        <p:spPr>
          <a:xfrm>
            <a:off x="0" y="0"/>
            <a:ext cx="9144000" cy="228600"/>
          </a:xfrm>
          <a:prstGeom prst="rect">
            <a:avLst/>
          </a:prstGeom>
          <a:solidFill>
            <a:schemeClr val="accent2"/>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p:txBody>
          <a:bodyPr/>
          <a:lstStyle>
            <a:lvl1pPr>
              <a:defRPr>
                <a:solidFill>
                  <a:schemeClr val="accent2"/>
                </a:solidFill>
              </a:defRPr>
            </a:lvl1pPr>
          </a:lstStyle>
          <a:p>
            <a:r>
              <a:rPr lang="en-US"/>
              <a:t>Click to edit Master title style</a:t>
            </a:r>
            <a:endParaRPr lang="en-US" dirty="0"/>
          </a:p>
        </p:txBody>
      </p:sp>
      <p:sp>
        <p:nvSpPr>
          <p:cNvPr id="4" name="Date Placeholder 2"/>
          <p:cNvSpPr>
            <a:spLocks noGrp="1"/>
          </p:cNvSpPr>
          <p:nvPr>
            <p:ph type="dt" sz="half" idx="10"/>
          </p:nvPr>
        </p:nvSpPr>
        <p:spPr/>
        <p:txBody>
          <a:bodyPr/>
          <a:lstStyle>
            <a:lvl1pPr>
              <a:defRPr/>
            </a:lvl1pPr>
          </a:lstStyle>
          <a:p>
            <a:pPr>
              <a:defRPr/>
            </a:pPr>
            <a:fld id="{C46BA0C0-23AC-4C0B-AF1D-8FAF97672911}" type="datetimeFigureOut">
              <a:rPr lang="en-US" smtClean="0"/>
              <a:pPr>
                <a:defRPr/>
              </a:pPr>
              <a:t>3/23/2021</a:t>
            </a:fld>
            <a:endParaRPr lang="en-US" dirty="0"/>
          </a:p>
        </p:txBody>
      </p:sp>
      <p:sp>
        <p:nvSpPr>
          <p:cNvPr id="5" name="Footer Placeholder 3"/>
          <p:cNvSpPr>
            <a:spLocks noGrp="1"/>
          </p:cNvSpPr>
          <p:nvPr>
            <p:ph type="ftr" sz="quarter" idx="11"/>
          </p:nvPr>
        </p:nvSpPr>
        <p:spPr/>
        <p:txBody>
          <a:bodyPr/>
          <a:lstStyle>
            <a:lvl1pPr>
              <a:defRPr/>
            </a:lvl1pPr>
          </a:lstStyle>
          <a:p>
            <a:pPr>
              <a:defRPr/>
            </a:pPr>
            <a:endParaRPr lang="en-US"/>
          </a:p>
        </p:txBody>
      </p:sp>
      <p:sp>
        <p:nvSpPr>
          <p:cNvPr id="6" name="Slide Number Placeholder 4"/>
          <p:cNvSpPr>
            <a:spLocks noGrp="1"/>
          </p:cNvSpPr>
          <p:nvPr>
            <p:ph type="sldNum" sz="quarter" idx="12"/>
          </p:nvPr>
        </p:nvSpPr>
        <p:spPr/>
        <p:txBody>
          <a:bodyPr/>
          <a:lstStyle>
            <a:lvl1pPr>
              <a:defRPr/>
            </a:lvl1pPr>
          </a:lstStyle>
          <a:p>
            <a:pPr>
              <a:defRPr/>
            </a:pPr>
            <a:fld id="{27035EFB-DDFE-45C9-8E71-B6CA67B58907}" type="slidenum">
              <a:rPr lang="en-US" smtClean="0"/>
              <a:pPr>
                <a:defRPr/>
              </a:pPr>
              <a:t>‹#›</a:t>
            </a:fld>
            <a:endParaRPr lang="en-US" dirty="0"/>
          </a:p>
        </p:txBody>
      </p:sp>
    </p:spTree>
    <p:extLst>
      <p:ext uri="{BB962C8B-B14F-4D97-AF65-F5344CB8AC3E}">
        <p14:creationId xmlns:p14="http://schemas.microsoft.com/office/powerpoint/2010/main" val="28611925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
          <p:cNvSpPr/>
          <p:nvPr/>
        </p:nvSpPr>
        <p:spPr>
          <a:xfrm>
            <a:off x="0" y="0"/>
            <a:ext cx="9144000" cy="228600"/>
          </a:xfrm>
          <a:prstGeom prst="rect">
            <a:avLst/>
          </a:prstGeom>
          <a:solidFill>
            <a:schemeClr val="accent2"/>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 name="Date Placeholder 1"/>
          <p:cNvSpPr>
            <a:spLocks noGrp="1"/>
          </p:cNvSpPr>
          <p:nvPr>
            <p:ph type="dt" sz="half" idx="10"/>
          </p:nvPr>
        </p:nvSpPr>
        <p:spPr/>
        <p:txBody>
          <a:bodyPr/>
          <a:lstStyle>
            <a:lvl1pPr>
              <a:defRPr/>
            </a:lvl1pPr>
          </a:lstStyle>
          <a:p>
            <a:pPr>
              <a:defRPr/>
            </a:pPr>
            <a:fld id="{A9D54B8F-C3B3-40A6-9F25-734E0102F6F6}" type="datetimeFigureOut">
              <a:rPr lang="en-US" smtClean="0"/>
              <a:pPr>
                <a:defRPr/>
              </a:pPr>
              <a:t>3/23/2021</a:t>
            </a:fld>
            <a:endParaRPr lang="en-US" dirty="0"/>
          </a:p>
        </p:txBody>
      </p:sp>
      <p:sp>
        <p:nvSpPr>
          <p:cNvPr id="4" name="Footer Placeholder 2"/>
          <p:cNvSpPr>
            <a:spLocks noGrp="1"/>
          </p:cNvSpPr>
          <p:nvPr>
            <p:ph type="ftr" sz="quarter" idx="11"/>
          </p:nvPr>
        </p:nvSpPr>
        <p:spPr/>
        <p:txBody>
          <a:bodyPr/>
          <a:lstStyle>
            <a:lvl1pPr>
              <a:defRPr/>
            </a:lvl1pPr>
          </a:lstStyle>
          <a:p>
            <a:pPr>
              <a:defRPr/>
            </a:pPr>
            <a:endParaRPr lang="en-US"/>
          </a:p>
        </p:txBody>
      </p:sp>
      <p:sp>
        <p:nvSpPr>
          <p:cNvPr id="5" name="Slide Number Placeholder 3"/>
          <p:cNvSpPr>
            <a:spLocks noGrp="1"/>
          </p:cNvSpPr>
          <p:nvPr>
            <p:ph type="sldNum" sz="quarter" idx="12"/>
          </p:nvPr>
        </p:nvSpPr>
        <p:spPr/>
        <p:txBody>
          <a:bodyPr/>
          <a:lstStyle>
            <a:lvl1pPr>
              <a:defRPr/>
            </a:lvl1pPr>
          </a:lstStyle>
          <a:p>
            <a:pPr>
              <a:defRPr/>
            </a:pPr>
            <a:fld id="{14A2746B-8289-494F-A695-8EDAA137F2C0}" type="slidenum">
              <a:rPr lang="en-US" smtClean="0"/>
              <a:pPr>
                <a:defRPr/>
              </a:pPr>
              <a:t>‹#›</a:t>
            </a:fld>
            <a:endParaRPr lang="en-US" dirty="0"/>
          </a:p>
        </p:txBody>
      </p:sp>
    </p:spTree>
    <p:extLst>
      <p:ext uri="{BB962C8B-B14F-4D97-AF65-F5344CB8AC3E}">
        <p14:creationId xmlns:p14="http://schemas.microsoft.com/office/powerpoint/2010/main" val="40773164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Rectangle 4"/>
          <p:cNvSpPr/>
          <p:nvPr/>
        </p:nvSpPr>
        <p:spPr>
          <a:xfrm>
            <a:off x="0" y="0"/>
            <a:ext cx="9144000" cy="228600"/>
          </a:xfrm>
          <a:prstGeom prst="rect">
            <a:avLst/>
          </a:prstGeom>
          <a:solidFill>
            <a:schemeClr val="accent2"/>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457200" y="273050"/>
            <a:ext cx="3657600" cy="1162050"/>
          </a:xfrm>
        </p:spPr>
        <p:txBody>
          <a:bodyPr anchor="b"/>
          <a:lstStyle>
            <a:lvl1pPr algn="l">
              <a:defRPr sz="2400" b="1">
                <a:solidFill>
                  <a:schemeClr val="accent2"/>
                </a:solidFill>
              </a:defRPr>
            </a:lvl1pPr>
          </a:lstStyle>
          <a:p>
            <a:r>
              <a:rPr lang="en-US"/>
              <a:t>Click to edit Master title style</a:t>
            </a:r>
            <a:endParaRPr lang="en-US" dirty="0"/>
          </a:p>
        </p:txBody>
      </p:sp>
      <p:sp>
        <p:nvSpPr>
          <p:cNvPr id="3" name="Content Placeholder 2"/>
          <p:cNvSpPr>
            <a:spLocks noGrp="1"/>
          </p:cNvSpPr>
          <p:nvPr>
            <p:ph idx="1"/>
          </p:nvPr>
        </p:nvSpPr>
        <p:spPr>
          <a:xfrm>
            <a:off x="4419600" y="304800"/>
            <a:ext cx="4267200" cy="5821363"/>
          </a:xfrm>
        </p:spPr>
        <p:txBody>
          <a:bodyPr>
            <a:normAutofit/>
          </a:bodyPr>
          <a:lstStyle>
            <a:lvl1pPr>
              <a:buClr>
                <a:srgbClr val="C00000"/>
              </a:buClr>
              <a:buSzPct val="100000"/>
              <a:buFont typeface="Calibri" pitchFamily="34" charset="0"/>
              <a:buChar char="•"/>
              <a:defRPr sz="2400"/>
            </a:lvl1pPr>
            <a:lvl2pPr marL="742950" indent="-285750">
              <a:buClr>
                <a:schemeClr val="accent2"/>
              </a:buClr>
              <a:buSzPct val="100000"/>
              <a:buFont typeface="Courier New" panose="02070309020205020404" pitchFamily="49" charset="0"/>
              <a:buChar char="o"/>
              <a:defRPr sz="2000"/>
            </a:lvl2pPr>
            <a:lvl3pPr marL="1143000" indent="-228600">
              <a:buClr>
                <a:schemeClr val="accent2"/>
              </a:buClr>
              <a:buSzPct val="100000"/>
              <a:buFont typeface="Wingdings" panose="05000000000000000000" pitchFamily="2" charset="2"/>
              <a:buChar char="v"/>
              <a:defRPr sz="1800"/>
            </a:lvl3pPr>
            <a:lvl4pPr marL="1600200" indent="-228600">
              <a:buClr>
                <a:srgbClr val="C00000"/>
              </a:buClr>
              <a:buSzPct val="100000"/>
              <a:buFont typeface="Wingdings" panose="05000000000000000000" pitchFamily="2" charset="2"/>
              <a:buChar char="Ø"/>
              <a:defRPr sz="1600"/>
            </a:lvl4pPr>
            <a:lvl5pPr marL="2057400" indent="-228600">
              <a:buClr>
                <a:srgbClr val="C00000"/>
              </a:buClr>
              <a:buSzPct val="100000"/>
              <a:buFont typeface="Wingdings" panose="05000000000000000000" pitchFamily="2" charset="2"/>
              <a:buChar char="ü"/>
              <a:defRPr sz="16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657600" cy="4691063"/>
          </a:xfrm>
        </p:spPr>
        <p:txBody>
          <a:bodyPr/>
          <a:lstStyle>
            <a:lvl1pPr marL="233363" indent="-233363">
              <a:buClr>
                <a:srgbClr val="C00000"/>
              </a:buClr>
              <a:buSzPct val="100000"/>
              <a:buFont typeface="Calibri" pitchFamily="34" charset="0"/>
              <a:buChar char="•"/>
              <a:defRPr sz="2000"/>
            </a:lvl1pPr>
            <a:lvl2pPr marL="690563" indent="-233363">
              <a:buClr>
                <a:srgbClr val="C00000"/>
              </a:buClr>
              <a:buSzPct val="100000"/>
              <a:buFont typeface="Courier New" panose="02070309020205020404" pitchFamily="49" charset="0"/>
              <a:buChar char="o"/>
              <a:defRPr sz="20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a:p>
            <a:pPr lvl="1"/>
            <a:r>
              <a:rPr lang="en-US"/>
              <a:t>Second level</a:t>
            </a:r>
          </a:p>
        </p:txBody>
      </p:sp>
      <p:sp>
        <p:nvSpPr>
          <p:cNvPr id="6" name="Date Placeholder 4"/>
          <p:cNvSpPr>
            <a:spLocks noGrp="1"/>
          </p:cNvSpPr>
          <p:nvPr>
            <p:ph type="dt" sz="half" idx="10"/>
          </p:nvPr>
        </p:nvSpPr>
        <p:spPr/>
        <p:txBody>
          <a:bodyPr/>
          <a:lstStyle>
            <a:lvl1pPr>
              <a:defRPr/>
            </a:lvl1pPr>
          </a:lstStyle>
          <a:p>
            <a:pPr>
              <a:defRPr/>
            </a:pPr>
            <a:fld id="{58929C0E-0535-4BDA-8563-144050E708B2}" type="datetimeFigureOut">
              <a:rPr lang="en-US" smtClean="0"/>
              <a:pPr>
                <a:defRPr/>
              </a:pPr>
              <a:t>3/23/2021</a:t>
            </a:fld>
            <a:endParaRPr lang="en-US" dirty="0"/>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pPr>
              <a:defRPr/>
            </a:pPr>
            <a:fld id="{8D5CC986-F599-4406-B8A5-5EC2263622B1}" type="slidenum">
              <a:rPr lang="en-US" smtClean="0"/>
              <a:pPr>
                <a:defRPr/>
              </a:pPr>
              <a:t>‹#›</a:t>
            </a:fld>
            <a:endParaRPr lang="en-US" dirty="0"/>
          </a:p>
        </p:txBody>
      </p:sp>
    </p:spTree>
    <p:extLst>
      <p:ext uri="{BB962C8B-B14F-4D97-AF65-F5344CB8AC3E}">
        <p14:creationId xmlns:p14="http://schemas.microsoft.com/office/powerpoint/2010/main" val="25420593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p:cNvSpPr/>
          <p:nvPr/>
        </p:nvSpPr>
        <p:spPr>
          <a:xfrm>
            <a:off x="0" y="0"/>
            <a:ext cx="9144000" cy="228600"/>
          </a:xfrm>
          <a:prstGeom prst="rect">
            <a:avLst/>
          </a:prstGeom>
          <a:solidFill>
            <a:schemeClr val="accent2"/>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1792288" y="4800600"/>
            <a:ext cx="5486400" cy="566738"/>
          </a:xfrm>
        </p:spPr>
        <p:txBody>
          <a:bodyPr anchor="b"/>
          <a:lstStyle>
            <a:lvl1pPr algn="l">
              <a:defRPr sz="2000" b="1">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6" name="Date Placeholder 4"/>
          <p:cNvSpPr>
            <a:spLocks noGrp="1"/>
          </p:cNvSpPr>
          <p:nvPr>
            <p:ph type="dt" sz="half" idx="10"/>
          </p:nvPr>
        </p:nvSpPr>
        <p:spPr/>
        <p:txBody>
          <a:bodyPr/>
          <a:lstStyle>
            <a:lvl1pPr>
              <a:defRPr/>
            </a:lvl1pPr>
          </a:lstStyle>
          <a:p>
            <a:pPr>
              <a:defRPr/>
            </a:pPr>
            <a:fld id="{B33948FB-491C-44CE-B58C-0934E94F85F2}" type="datetimeFigureOut">
              <a:rPr lang="en-US" smtClean="0"/>
              <a:pPr>
                <a:defRPr/>
              </a:pPr>
              <a:t>3/23/2021</a:t>
            </a:fld>
            <a:endParaRPr lang="en-US" dirty="0"/>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pPr>
              <a:defRPr/>
            </a:pPr>
            <a:fld id="{8CAC54D1-699D-4561-A062-6D1D29B6739B}" type="slidenum">
              <a:rPr lang="en-US" smtClean="0"/>
              <a:pPr>
                <a:defRPr/>
              </a:pPr>
              <a:t>‹#›</a:t>
            </a:fld>
            <a:endParaRPr lang="en-US" dirty="0"/>
          </a:p>
        </p:txBody>
      </p:sp>
    </p:spTree>
    <p:extLst>
      <p:ext uri="{BB962C8B-B14F-4D97-AF65-F5344CB8AC3E}">
        <p14:creationId xmlns:p14="http://schemas.microsoft.com/office/powerpoint/2010/main" val="7515871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C00000"/>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lvl1pPr>
              <a:buClr>
                <a:srgbClr val="C00000"/>
              </a:buClr>
              <a:defRPr/>
            </a:lvl1pPr>
            <a:lvl2pPr marL="742950" indent="-285750">
              <a:buClr>
                <a:srgbClr val="C00000"/>
              </a:buClr>
              <a:buFont typeface="Courier New" panose="02070309020205020404" pitchFamily="49" charset="0"/>
              <a:buChar char="o"/>
              <a:defRPr/>
            </a:lvl2pPr>
            <a:lvl3pPr marL="1143000" indent="-228600">
              <a:buClr>
                <a:schemeClr val="accent2"/>
              </a:buClr>
              <a:buFont typeface="Wingdings" panose="05000000000000000000" pitchFamily="2" charset="2"/>
              <a:buChar char="v"/>
              <a:defRPr/>
            </a:lvl3pPr>
            <a:lvl4pPr marL="1600200" indent="-228600">
              <a:buClr>
                <a:schemeClr val="accent2"/>
              </a:buClr>
              <a:buFont typeface="Wingdings" panose="05000000000000000000" pitchFamily="2" charset="2"/>
              <a:buChar char="Ø"/>
              <a:defRPr/>
            </a:lvl4pPr>
            <a:lvl5pPr marL="2057400" indent="-228600">
              <a:buClr>
                <a:srgbClr val="C00000"/>
              </a:buClr>
              <a:buFont typeface="Wingdings" panose="05000000000000000000" pitchFamily="2" charset="2"/>
              <a:buChar char="ü"/>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E4C6E2E5-3C66-4F11-AA79-5B9DA1B57487}" type="datetimeFigureOut">
              <a:rPr lang="en-US" smtClean="0"/>
              <a:pPr>
                <a:defRPr/>
              </a:pPr>
              <a:t>3/23/2021</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21C7247-3FBD-4AED-B27E-0FE0C3413DBF}" type="slidenum">
              <a:rPr lang="en-US" smtClean="0"/>
              <a:pPr>
                <a:defRPr/>
              </a:pPr>
              <a:t>‹#›</a:t>
            </a:fld>
            <a:endParaRPr lang="en-US" dirty="0"/>
          </a:p>
        </p:txBody>
      </p:sp>
    </p:spTree>
    <p:extLst>
      <p:ext uri="{BB962C8B-B14F-4D97-AF65-F5344CB8AC3E}">
        <p14:creationId xmlns:p14="http://schemas.microsoft.com/office/powerpoint/2010/main" val="7975273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lvl1pPr>
              <a:defRPr>
                <a:solidFill>
                  <a:srgbClr val="C00000"/>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lvl1pPr>
              <a:buClr>
                <a:schemeClr val="accent2"/>
              </a:buClr>
              <a:defRPr/>
            </a:lvl1pPr>
            <a:lvl2pPr marL="742950" indent="-285750">
              <a:buClr>
                <a:srgbClr val="C00000"/>
              </a:buClr>
              <a:buFont typeface="Courier New" panose="02070309020205020404" pitchFamily="49" charset="0"/>
              <a:buChar char="o"/>
              <a:defRPr/>
            </a:lvl2pPr>
            <a:lvl3pPr marL="1143000" indent="-228600">
              <a:buClr>
                <a:schemeClr val="accent2"/>
              </a:buClr>
              <a:buFont typeface="Wingdings" panose="05000000000000000000" pitchFamily="2" charset="2"/>
              <a:buChar char="v"/>
              <a:defRPr/>
            </a:lvl3pPr>
            <a:lvl4pPr marL="1600200" indent="-228600">
              <a:buClr>
                <a:schemeClr val="accent2"/>
              </a:buClr>
              <a:buFont typeface="Wingdings" panose="05000000000000000000" pitchFamily="2" charset="2"/>
              <a:buChar char="Ø"/>
              <a:defRPr/>
            </a:lvl4pPr>
            <a:lvl5pPr marL="2057400" indent="-228600">
              <a:buClr>
                <a:srgbClr val="C00000"/>
              </a:buClr>
              <a:buFont typeface="Wingdings" panose="05000000000000000000" pitchFamily="2" charset="2"/>
              <a:buChar char="ü"/>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CFB444E0-43E8-456B-AE63-59B81FCF6F98}" type="datetimeFigureOut">
              <a:rPr lang="en-US" smtClean="0"/>
              <a:pPr>
                <a:defRPr/>
              </a:pPr>
              <a:t>3/23/2021</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39DD11B-360A-445A-B86B-FD985951323F}" type="slidenum">
              <a:rPr lang="en-US" smtClean="0"/>
              <a:pPr>
                <a:defRPr/>
              </a:pPr>
              <a:t>‹#›</a:t>
            </a:fld>
            <a:endParaRPr lang="en-US" dirty="0"/>
          </a:p>
        </p:txBody>
      </p:sp>
    </p:spTree>
    <p:extLst>
      <p:ext uri="{BB962C8B-B14F-4D97-AF65-F5344CB8AC3E}">
        <p14:creationId xmlns:p14="http://schemas.microsoft.com/office/powerpoint/2010/main" val="10457265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FCC31D6E-1EEB-416F-9C51-19C4246B33D4}" type="datetimeFigureOut">
              <a:rPr lang="en-US" smtClean="0"/>
              <a:pPr>
                <a:defRPr/>
              </a:pPr>
              <a:t>3/23/2021</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B22C4AD-9400-4320-87FE-6E92BD936115}" type="slidenum">
              <a:rPr lang="en-US" smtClean="0"/>
              <a:pPr>
                <a:defRPr/>
              </a:pPr>
              <a:t>‹#›</a:t>
            </a:fld>
            <a:endParaRPr lang="en-US" dirty="0"/>
          </a:p>
        </p:txBody>
      </p:sp>
    </p:spTree>
    <p:extLst>
      <p:ext uri="{BB962C8B-B14F-4D97-AF65-F5344CB8AC3E}">
        <p14:creationId xmlns:p14="http://schemas.microsoft.com/office/powerpoint/2010/main" val="14632878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71600" y="3886200"/>
            <a:ext cx="6400800" cy="1752600"/>
          </a:xfrm>
        </p:spPr>
        <p:txBody>
          <a:bodyPr/>
          <a:lstStyle>
            <a:lvl1pPr marL="0" indent="0" algn="ctr">
              <a:buNone/>
              <a:defRPr>
                <a:solidFill>
                  <a:srgbClr val="687718"/>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lvl1pPr>
              <a:defRPr/>
            </a:lvl1pPr>
          </a:lstStyle>
          <a:p>
            <a:pPr>
              <a:defRPr/>
            </a:pPr>
            <a:fld id="{FCC31D6E-1EEB-416F-9C51-19C4246B33D4}" type="datetimeFigureOut">
              <a:rPr lang="en-US"/>
              <a:pPr>
                <a:defRPr/>
              </a:pPr>
              <a:t>3/23/2021</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B22C4AD-9400-4320-87FE-6E92BD936115}" type="slidenum">
              <a:rPr lang="en-US"/>
              <a:pPr>
                <a:defRPr/>
              </a:pPr>
              <a:t>‹#›</a:t>
            </a:fld>
            <a:endParaRPr lang="en-US" dirty="0"/>
          </a:p>
        </p:txBody>
      </p:sp>
    </p:spTree>
    <p:extLst>
      <p:ext uri="{BB962C8B-B14F-4D97-AF65-F5344CB8AC3E}">
        <p14:creationId xmlns:p14="http://schemas.microsoft.com/office/powerpoint/2010/main" val="34711270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US" altLang="en-US" dirty="0"/>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US" alt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9F237ABF-603B-4A60-B630-DE6AC095CAB2}" type="datetimeFigureOut">
              <a:rPr lang="en-US" smtClean="0"/>
              <a:pPr>
                <a:defRPr/>
              </a:pPr>
              <a:t>3/23/2021</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89F43C50-3024-4181-BF60-B60F93EDC16B}" type="slidenum">
              <a:rPr lang="en-US" smtClean="0"/>
              <a:pPr>
                <a:defRPr/>
              </a:pPr>
              <a:t>‹#›</a:t>
            </a:fld>
            <a:endParaRPr lang="en-US" dirty="0"/>
          </a:p>
        </p:txBody>
      </p:sp>
      <p:sp>
        <p:nvSpPr>
          <p:cNvPr id="1031" name="Rectangle 6"/>
          <p:cNvSpPr>
            <a:spLocks noChangeArrowheads="1"/>
          </p:cNvSpPr>
          <p:nvPr/>
        </p:nvSpPr>
        <p:spPr bwMode="auto">
          <a:xfrm>
            <a:off x="228600" y="6616700"/>
            <a:ext cx="746760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a:r>
              <a:rPr lang="en-US" altLang="en-US" sz="800"/>
              <a:t>© 2015 Cengage Learning. All Rights Reserved. May not be scanned, copied or duplicated, or posted to a publicly accessible website, in whole or in part.</a:t>
            </a:r>
          </a:p>
        </p:txBody>
      </p:sp>
      <p:sp>
        <p:nvSpPr>
          <p:cNvPr id="8" name="Rectangle 6">
            <a:extLst>
              <a:ext uri="{FF2B5EF4-FFF2-40B4-BE49-F238E27FC236}">
                <a16:creationId xmlns:a16="http://schemas.microsoft.com/office/drawing/2014/main" id="{C0971BE8-D1F1-4CFF-A51D-8AEAD698FC6D}"/>
              </a:ext>
            </a:extLst>
          </p:cNvPr>
          <p:cNvSpPr>
            <a:spLocks noChangeArrowheads="1"/>
          </p:cNvSpPr>
          <p:nvPr userDrawn="1"/>
        </p:nvSpPr>
        <p:spPr bwMode="auto">
          <a:xfrm>
            <a:off x="228600" y="6616700"/>
            <a:ext cx="746760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a:r>
              <a:rPr lang="en-US" altLang="en-US" sz="800" dirty="0"/>
              <a:t>© 2018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3765249257"/>
      </p:ext>
    </p:extLst>
  </p:cSld>
  <p:clrMap bg1="lt1" tx1="dk1" bg2="lt2" tx2="dk2" accent1="accent1" accent2="accent2" accent3="accent3" accent4="accent4" accent5="accent5" accent6="accent6" hlink="hlink" folHlink="folHlink"/>
  <p:sldLayoutIdLst>
    <p:sldLayoutId id="2147483976" r:id="rId1"/>
    <p:sldLayoutId id="2147483977" r:id="rId2"/>
    <p:sldLayoutId id="2147483978" r:id="rId3"/>
    <p:sldLayoutId id="2147483979" r:id="rId4"/>
    <p:sldLayoutId id="2147483980" r:id="rId5"/>
    <p:sldLayoutId id="2147483981" r:id="rId6"/>
    <p:sldLayoutId id="2147483982" r:id="rId7"/>
    <p:sldLayoutId id="2147483983" r:id="rId8"/>
    <p:sldLayoutId id="2147483984" r:id="rId9"/>
    <p:sldLayoutId id="2147483985" r:id="rId10"/>
    <p:sldLayoutId id="2147483986" r:id="rId11"/>
    <p:sldLayoutId id="2147483987" r:id="rId12"/>
    <p:sldLayoutId id="2147483965" r:id="rId13"/>
  </p:sldLayoutIdLst>
  <p:txStyles>
    <p:titleStyle>
      <a:lvl1pPr algn="l" rtl="0" eaLnBrk="1" fontAlgn="base" hangingPunct="1">
        <a:spcBef>
          <a:spcPct val="0"/>
        </a:spcBef>
        <a:spcAft>
          <a:spcPct val="0"/>
        </a:spcAft>
        <a:defRPr sz="3600" kern="1200">
          <a:solidFill>
            <a:schemeClr val="accent2"/>
          </a:solidFill>
          <a:latin typeface="+mj-lt"/>
          <a:ea typeface="+mj-ea"/>
          <a:cs typeface="+mj-cs"/>
        </a:defRPr>
      </a:lvl1pPr>
      <a:lvl2pPr algn="l" rtl="0" eaLnBrk="1" fontAlgn="base" hangingPunct="1">
        <a:spcBef>
          <a:spcPct val="0"/>
        </a:spcBef>
        <a:spcAft>
          <a:spcPct val="0"/>
        </a:spcAft>
        <a:defRPr sz="3600">
          <a:solidFill>
            <a:srgbClr val="00ADEE"/>
          </a:solidFill>
          <a:latin typeface="Calibri" pitchFamily="34" charset="0"/>
        </a:defRPr>
      </a:lvl2pPr>
      <a:lvl3pPr algn="l" rtl="0" eaLnBrk="1" fontAlgn="base" hangingPunct="1">
        <a:spcBef>
          <a:spcPct val="0"/>
        </a:spcBef>
        <a:spcAft>
          <a:spcPct val="0"/>
        </a:spcAft>
        <a:defRPr sz="3600">
          <a:solidFill>
            <a:srgbClr val="00ADEE"/>
          </a:solidFill>
          <a:latin typeface="Calibri" pitchFamily="34" charset="0"/>
        </a:defRPr>
      </a:lvl3pPr>
      <a:lvl4pPr algn="l" rtl="0" eaLnBrk="1" fontAlgn="base" hangingPunct="1">
        <a:spcBef>
          <a:spcPct val="0"/>
        </a:spcBef>
        <a:spcAft>
          <a:spcPct val="0"/>
        </a:spcAft>
        <a:defRPr sz="3600">
          <a:solidFill>
            <a:srgbClr val="00ADEE"/>
          </a:solidFill>
          <a:latin typeface="Calibri" pitchFamily="34" charset="0"/>
        </a:defRPr>
      </a:lvl4pPr>
      <a:lvl5pPr algn="l" rtl="0" eaLnBrk="1" fontAlgn="base" hangingPunct="1">
        <a:spcBef>
          <a:spcPct val="0"/>
        </a:spcBef>
        <a:spcAft>
          <a:spcPct val="0"/>
        </a:spcAft>
        <a:defRPr sz="3600">
          <a:solidFill>
            <a:srgbClr val="00ADEE"/>
          </a:solidFill>
          <a:latin typeface="Calibri" pitchFamily="34" charset="0"/>
        </a:defRPr>
      </a:lvl5pPr>
      <a:lvl6pPr marL="457200" algn="l" rtl="0" eaLnBrk="1" fontAlgn="base" hangingPunct="1">
        <a:spcBef>
          <a:spcPct val="0"/>
        </a:spcBef>
        <a:spcAft>
          <a:spcPct val="0"/>
        </a:spcAft>
        <a:defRPr sz="3600">
          <a:solidFill>
            <a:srgbClr val="687718"/>
          </a:solidFill>
          <a:latin typeface="Calibri" pitchFamily="34" charset="0"/>
        </a:defRPr>
      </a:lvl6pPr>
      <a:lvl7pPr marL="914400" algn="l" rtl="0" eaLnBrk="1" fontAlgn="base" hangingPunct="1">
        <a:spcBef>
          <a:spcPct val="0"/>
        </a:spcBef>
        <a:spcAft>
          <a:spcPct val="0"/>
        </a:spcAft>
        <a:defRPr sz="3600">
          <a:solidFill>
            <a:srgbClr val="687718"/>
          </a:solidFill>
          <a:latin typeface="Calibri" pitchFamily="34" charset="0"/>
        </a:defRPr>
      </a:lvl7pPr>
      <a:lvl8pPr marL="1371600" algn="l" rtl="0" eaLnBrk="1" fontAlgn="base" hangingPunct="1">
        <a:spcBef>
          <a:spcPct val="0"/>
        </a:spcBef>
        <a:spcAft>
          <a:spcPct val="0"/>
        </a:spcAft>
        <a:defRPr sz="3600">
          <a:solidFill>
            <a:srgbClr val="687718"/>
          </a:solidFill>
          <a:latin typeface="Calibri" pitchFamily="34" charset="0"/>
        </a:defRPr>
      </a:lvl8pPr>
      <a:lvl9pPr marL="1828800" algn="l" rtl="0" eaLnBrk="1" fontAlgn="base" hangingPunct="1">
        <a:spcBef>
          <a:spcPct val="0"/>
        </a:spcBef>
        <a:spcAft>
          <a:spcPct val="0"/>
        </a:spcAft>
        <a:defRPr sz="3600">
          <a:solidFill>
            <a:srgbClr val="687718"/>
          </a:solidFill>
          <a:latin typeface="Calibri" pitchFamily="34" charset="0"/>
        </a:defRPr>
      </a:lvl9pPr>
    </p:titleStyle>
    <p:bodyStyle>
      <a:lvl1pPr marL="342900" indent="-342900" algn="l" rtl="0" eaLnBrk="1" fontAlgn="base" hangingPunct="1">
        <a:spcBef>
          <a:spcPct val="20000"/>
        </a:spcBef>
        <a:spcAft>
          <a:spcPct val="0"/>
        </a:spcAft>
        <a:buClr>
          <a:schemeClr val="accent2"/>
        </a:buClr>
        <a:buSzPct val="100000"/>
        <a:buFont typeface="Arial" charset="0"/>
        <a:buChar char="•"/>
        <a:defRPr sz="2800" kern="1200">
          <a:solidFill>
            <a:schemeClr val="tx1"/>
          </a:solidFill>
          <a:latin typeface="+mn-lt"/>
          <a:ea typeface="+mn-ea"/>
          <a:cs typeface="+mn-cs"/>
        </a:defRPr>
      </a:lvl1pPr>
      <a:lvl2pPr marL="742950" indent="-285750" algn="l" rtl="0" eaLnBrk="1" fontAlgn="base" hangingPunct="1">
        <a:spcBef>
          <a:spcPct val="20000"/>
        </a:spcBef>
        <a:spcAft>
          <a:spcPct val="0"/>
        </a:spcAft>
        <a:buClr>
          <a:schemeClr val="accent2"/>
        </a:buClr>
        <a:buSzPct val="100000"/>
        <a:buFont typeface="Courier New" panose="02070309020205020404" pitchFamily="49" charset="0"/>
        <a:buChar char="o"/>
        <a:defRPr sz="2400" kern="1200">
          <a:solidFill>
            <a:schemeClr val="tx1"/>
          </a:solidFill>
          <a:latin typeface="+mn-lt"/>
          <a:ea typeface="+mn-ea"/>
          <a:cs typeface="+mn-cs"/>
        </a:defRPr>
      </a:lvl2pPr>
      <a:lvl3pPr marL="1143000" indent="-228600" algn="l" rtl="0" eaLnBrk="1" fontAlgn="base" hangingPunct="1">
        <a:spcBef>
          <a:spcPct val="20000"/>
        </a:spcBef>
        <a:spcAft>
          <a:spcPct val="0"/>
        </a:spcAft>
        <a:buClr>
          <a:schemeClr val="accent2"/>
        </a:buClr>
        <a:buSzPct val="100000"/>
        <a:buFont typeface="Wingdings" panose="05000000000000000000" pitchFamily="2" charset="2"/>
        <a:buChar char="v"/>
        <a:defRPr sz="2000" kern="1200">
          <a:solidFill>
            <a:schemeClr val="tx1"/>
          </a:solidFill>
          <a:latin typeface="+mn-lt"/>
          <a:ea typeface="+mn-ea"/>
          <a:cs typeface="+mn-cs"/>
        </a:defRPr>
      </a:lvl3pPr>
      <a:lvl4pPr marL="1600200" indent="-228600" algn="l" rtl="0" eaLnBrk="1" fontAlgn="base" hangingPunct="1">
        <a:spcBef>
          <a:spcPct val="20000"/>
        </a:spcBef>
        <a:spcAft>
          <a:spcPct val="0"/>
        </a:spcAft>
        <a:buClr>
          <a:schemeClr val="accent2"/>
        </a:buClr>
        <a:buSzPct val="100000"/>
        <a:buFont typeface="Wingdings" panose="05000000000000000000" pitchFamily="2" charset="2"/>
        <a:buChar char="Ø"/>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lr>
          <a:srgbClr val="C00000"/>
        </a:buClr>
        <a:buSzPct val="100000"/>
        <a:buFont typeface="Wingdings" panose="05000000000000000000" pitchFamily="2" charset="2"/>
        <a:buChar char="ü"/>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4.xml"/><Relationship Id="rId5" Type="http://schemas.openxmlformats.org/officeDocument/2006/relationships/image" Target="../media/image15.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image" Target="../media/image19.png"/><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6.xml"/><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ubtitle 2"/>
          <p:cNvSpPr>
            <a:spLocks noGrp="1"/>
          </p:cNvSpPr>
          <p:nvPr>
            <p:ph type="subTitle" idx="1"/>
          </p:nvPr>
        </p:nvSpPr>
        <p:spPr>
          <a:xfrm>
            <a:off x="457200" y="3200400"/>
            <a:ext cx="5638800" cy="1600200"/>
          </a:xfrm>
        </p:spPr>
        <p:txBody>
          <a:bodyPr/>
          <a:lstStyle/>
          <a:p>
            <a:pPr algn="l" eaLnBrk="1" hangingPunct="1"/>
            <a:r>
              <a:rPr lang="en-US" altLang="en-US" dirty="0"/>
              <a:t>Defining Scope, Quality, Responsibility and Activity Sequence</a:t>
            </a:r>
          </a:p>
        </p:txBody>
      </p:sp>
      <p:pic>
        <p:nvPicPr>
          <p:cNvPr id="3" name="Picture 2">
            <a:extLst>
              <a:ext uri="{FF2B5EF4-FFF2-40B4-BE49-F238E27FC236}">
                <a16:creationId xmlns:a16="http://schemas.microsoft.com/office/drawing/2014/main" id="{4157B8D8-83AE-4A28-9FC6-984B1F696E73}"/>
              </a:ext>
            </a:extLst>
          </p:cNvPr>
          <p:cNvPicPr>
            <a:picLocks noChangeAspect="1"/>
          </p:cNvPicPr>
          <p:nvPr/>
        </p:nvPicPr>
        <p:blipFill>
          <a:blip r:embed="rId3"/>
          <a:stretch>
            <a:fillRect/>
          </a:stretch>
        </p:blipFill>
        <p:spPr>
          <a:xfrm>
            <a:off x="457200" y="1752600"/>
            <a:ext cx="3486150" cy="952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3"/>
          <p:cNvSpPr>
            <a:spLocks noGrp="1"/>
          </p:cNvSpPr>
          <p:nvPr>
            <p:ph type="title"/>
          </p:nvPr>
        </p:nvSpPr>
        <p:spPr/>
        <p:txBody>
          <a:bodyPr/>
          <a:lstStyle/>
          <a:p>
            <a:pPr eaLnBrk="1" hangingPunct="1"/>
            <a:r>
              <a:rPr lang="en-US" altLang="en-US" dirty="0"/>
              <a:t>Chapter Concepts</a:t>
            </a:r>
          </a:p>
        </p:txBody>
      </p:sp>
      <p:sp>
        <p:nvSpPr>
          <p:cNvPr id="12291" name="Content Placeholder 4"/>
          <p:cNvSpPr>
            <a:spLocks noGrp="1"/>
          </p:cNvSpPr>
          <p:nvPr>
            <p:ph idx="1"/>
          </p:nvPr>
        </p:nvSpPr>
        <p:spPr>
          <a:xfrm>
            <a:off x="457200" y="1295400"/>
            <a:ext cx="8229600" cy="5257800"/>
          </a:xfrm>
        </p:spPr>
        <p:txBody>
          <a:bodyPr/>
          <a:lstStyle/>
          <a:p>
            <a:pPr eaLnBrk="1" hangingPunct="1"/>
            <a:r>
              <a:rPr lang="en-US" altLang="en-US" dirty="0"/>
              <a:t>Clearly defining the project objective</a:t>
            </a:r>
          </a:p>
          <a:p>
            <a:pPr eaLnBrk="1" hangingPunct="1"/>
            <a:r>
              <a:rPr lang="en-US" altLang="en-US" dirty="0"/>
              <a:t>Preparing a project scope document</a:t>
            </a:r>
          </a:p>
          <a:p>
            <a:pPr eaLnBrk="1" hangingPunct="1"/>
            <a:r>
              <a:rPr lang="en-US" altLang="en-US" dirty="0"/>
              <a:t>Understanding the importance of planning for quality</a:t>
            </a:r>
          </a:p>
          <a:p>
            <a:pPr eaLnBrk="1" hangingPunct="1"/>
            <a:r>
              <a:rPr lang="en-US" altLang="en-US" dirty="0"/>
              <a:t>Creating a work breakdown structure</a:t>
            </a:r>
          </a:p>
          <a:p>
            <a:pPr eaLnBrk="1" hangingPunct="1"/>
            <a:r>
              <a:rPr lang="en-US" altLang="en-US" dirty="0"/>
              <a:t>Assigning responsibility for work items</a:t>
            </a:r>
          </a:p>
          <a:p>
            <a:pPr eaLnBrk="1" hangingPunct="1"/>
            <a:r>
              <a:rPr lang="en-US" altLang="en-US" dirty="0"/>
              <a:t>Defining specific activities</a:t>
            </a:r>
          </a:p>
          <a:p>
            <a:pPr eaLnBrk="1" hangingPunct="1"/>
            <a:r>
              <a:rPr lang="en-US" altLang="en-US" dirty="0"/>
              <a:t>Creating a network diagram</a:t>
            </a:r>
          </a:p>
          <a:p>
            <a:pPr eaLnBrk="1" hangingPunct="1"/>
            <a:r>
              <a:rPr lang="en-US" altLang="en-US" dirty="0" err="1"/>
              <a:t>Utilising</a:t>
            </a:r>
            <a:r>
              <a:rPr lang="en-US" altLang="en-US" dirty="0"/>
              <a:t> a project management methodology called the </a:t>
            </a:r>
            <a:r>
              <a:rPr lang="en-US" altLang="en-US" i="1" dirty="0"/>
              <a:t>systems development life cycle for information systems development projects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eaLnBrk="1" hangingPunct="1"/>
            <a:r>
              <a:rPr lang="en-US" altLang="en-US" dirty="0"/>
              <a:t>Learning Outcomes</a:t>
            </a:r>
          </a:p>
        </p:txBody>
      </p:sp>
      <p:sp>
        <p:nvSpPr>
          <p:cNvPr id="13315" name="Content Placeholder 3"/>
          <p:cNvSpPr>
            <a:spLocks noGrp="1"/>
          </p:cNvSpPr>
          <p:nvPr>
            <p:ph idx="1"/>
          </p:nvPr>
        </p:nvSpPr>
        <p:spPr/>
        <p:txBody>
          <a:bodyPr/>
          <a:lstStyle/>
          <a:p>
            <a:pPr eaLnBrk="1" hangingPunct="1"/>
            <a:r>
              <a:rPr lang="en-US" altLang="en-US"/>
              <a:t>Establish a clear project objective</a:t>
            </a:r>
          </a:p>
          <a:p>
            <a:pPr eaLnBrk="1" hangingPunct="1"/>
            <a:r>
              <a:rPr lang="en-US" altLang="en-US"/>
              <a:t>Prepare a project scope document</a:t>
            </a:r>
          </a:p>
          <a:p>
            <a:pPr eaLnBrk="1" hangingPunct="1"/>
            <a:r>
              <a:rPr lang="en-US" altLang="en-US"/>
              <a:t>Discuss the importance and elements of a project quality plan</a:t>
            </a:r>
          </a:p>
          <a:p>
            <a:pPr eaLnBrk="1" hangingPunct="1"/>
            <a:r>
              <a:rPr lang="en-US" altLang="en-US"/>
              <a:t>Develop a work breakdown structure</a:t>
            </a:r>
          </a:p>
          <a:p>
            <a:pPr eaLnBrk="1" hangingPunct="1"/>
            <a:r>
              <a:rPr lang="en-US" altLang="en-US"/>
              <a:t>Prepare a responsibility assignment matrix</a:t>
            </a:r>
          </a:p>
          <a:p>
            <a:pPr eaLnBrk="1" hangingPunct="1"/>
            <a:r>
              <a:rPr lang="en-US" altLang="en-US"/>
              <a:t>Describe how to define specific activities</a:t>
            </a:r>
          </a:p>
          <a:p>
            <a:pPr eaLnBrk="1" hangingPunct="1"/>
            <a:r>
              <a:rPr lang="en-US" altLang="en-US"/>
              <a:t>Create a network diagram</a:t>
            </a:r>
          </a:p>
          <a:p>
            <a:pPr eaLnBrk="1" hangingPunct="1">
              <a:buFontTx/>
              <a:buBlip>
                <a:blip r:embed="rId3"/>
              </a:buBlip>
            </a:pPr>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3"/>
          <p:cNvSpPr>
            <a:spLocks noGrp="1"/>
          </p:cNvSpPr>
          <p:nvPr>
            <p:ph type="title"/>
          </p:nvPr>
        </p:nvSpPr>
        <p:spPr/>
        <p:txBody>
          <a:bodyPr/>
          <a:lstStyle/>
          <a:p>
            <a:pPr eaLnBrk="1" hangingPunct="1"/>
            <a:r>
              <a:rPr lang="en-US" altLang="en-US" sz="2400"/>
              <a:t>Project Integration Management</a:t>
            </a:r>
            <a:br>
              <a:rPr lang="en-US" altLang="en-US" sz="2400"/>
            </a:br>
            <a:r>
              <a:rPr lang="en-US" altLang="en-US" sz="2400"/>
              <a:t>Project Scope Management</a:t>
            </a:r>
            <a:br>
              <a:rPr lang="en-US" altLang="en-US" sz="2400"/>
            </a:br>
            <a:r>
              <a:rPr lang="en-US" altLang="en-US" sz="2400"/>
              <a:t>Project Quality Management</a:t>
            </a:r>
            <a:br>
              <a:rPr lang="en-US" altLang="en-US" sz="2400"/>
            </a:br>
            <a:r>
              <a:rPr lang="en-US" altLang="en-US" sz="2400"/>
              <a:t>Project Time Management</a:t>
            </a:r>
          </a:p>
        </p:txBody>
      </p:sp>
      <p:sp>
        <p:nvSpPr>
          <p:cNvPr id="14339" name="Text Placeholder 4"/>
          <p:cNvSpPr>
            <a:spLocks noGrp="1"/>
          </p:cNvSpPr>
          <p:nvPr>
            <p:ph type="body" idx="1"/>
          </p:nvPr>
        </p:nvSpPr>
        <p:spPr>
          <a:xfrm>
            <a:off x="152400" y="1905000"/>
            <a:ext cx="3581400" cy="890587"/>
          </a:xfrm>
        </p:spPr>
        <p:txBody>
          <a:bodyPr/>
          <a:lstStyle/>
          <a:p>
            <a:pPr eaLnBrk="1" hangingPunct="1"/>
            <a:r>
              <a:rPr lang="en-US" altLang="en-US" dirty="0"/>
              <a:t>Project Management Knowledge Areas from </a:t>
            </a:r>
            <a:r>
              <a:rPr lang="en-US" altLang="en-US" i="1" dirty="0"/>
              <a:t>PMBOK® Guide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6"/>
          <p:cNvSpPr>
            <a:spLocks noGrp="1"/>
          </p:cNvSpPr>
          <p:nvPr>
            <p:ph type="title"/>
          </p:nvPr>
        </p:nvSpPr>
        <p:spPr/>
        <p:txBody>
          <a:bodyPr/>
          <a:lstStyle/>
          <a:p>
            <a:pPr eaLnBrk="1" hangingPunct="1"/>
            <a:r>
              <a:rPr lang="en-US" altLang="en-US" dirty="0"/>
              <a:t>Establish Project Objective</a:t>
            </a:r>
          </a:p>
        </p:txBody>
      </p:sp>
      <p:sp>
        <p:nvSpPr>
          <p:cNvPr id="15363" name="Content Placeholder 7"/>
          <p:cNvSpPr>
            <a:spLocks noGrp="1"/>
          </p:cNvSpPr>
          <p:nvPr>
            <p:ph idx="1"/>
          </p:nvPr>
        </p:nvSpPr>
        <p:spPr>
          <a:xfrm>
            <a:off x="461128" y="1443562"/>
            <a:ext cx="8229600" cy="4525963"/>
          </a:xfrm>
        </p:spPr>
        <p:txBody>
          <a:bodyPr/>
          <a:lstStyle/>
          <a:p>
            <a:pPr eaLnBrk="1" hangingPunct="1"/>
            <a:r>
              <a:rPr lang="en-US" altLang="en-US" dirty="0"/>
              <a:t>Planning process is based on the project objective</a:t>
            </a:r>
          </a:p>
          <a:p>
            <a:pPr lvl="1" eaLnBrk="1" hangingPunct="1"/>
            <a:r>
              <a:rPr lang="en-US" altLang="en-US" dirty="0"/>
              <a:t>Establishes what is to be achieved</a:t>
            </a:r>
          </a:p>
          <a:p>
            <a:pPr lvl="1" eaLnBrk="1" hangingPunct="1"/>
            <a:r>
              <a:rPr lang="en-US" altLang="en-US" dirty="0"/>
              <a:t>Often stated in the project charter or RFP</a:t>
            </a:r>
          </a:p>
          <a:p>
            <a:pPr lvl="1" eaLnBrk="1" hangingPunct="1"/>
            <a:r>
              <a:rPr lang="en-US" altLang="en-US" dirty="0"/>
              <a:t>Is the tangible end product</a:t>
            </a:r>
          </a:p>
          <a:p>
            <a:pPr eaLnBrk="1" hangingPunct="1"/>
            <a:r>
              <a:rPr lang="en-US" altLang="en-US" dirty="0"/>
              <a:t>Project objective includes</a:t>
            </a:r>
          </a:p>
          <a:p>
            <a:pPr lvl="1" eaLnBrk="1" hangingPunct="1"/>
            <a:r>
              <a:rPr lang="en-US" altLang="en-US" dirty="0"/>
              <a:t>Expected benefits</a:t>
            </a:r>
          </a:p>
          <a:p>
            <a:pPr lvl="1" eaLnBrk="1" hangingPunct="1"/>
            <a:r>
              <a:rPr lang="en-US" altLang="en-US" dirty="0"/>
              <a:t>Primary project end product or deliverable</a:t>
            </a:r>
          </a:p>
          <a:p>
            <a:pPr lvl="1" eaLnBrk="1" hangingPunct="1"/>
            <a:r>
              <a:rPr lang="en-US" altLang="en-US" dirty="0"/>
              <a:t>Date required to be completed</a:t>
            </a:r>
          </a:p>
          <a:p>
            <a:pPr lvl="1" eaLnBrk="1" hangingPunct="1"/>
            <a:r>
              <a:rPr lang="en-US" altLang="en-US" dirty="0"/>
              <a:t>Budget</a:t>
            </a:r>
          </a:p>
          <a:p>
            <a:pPr eaLnBrk="1" hangingPunct="1"/>
            <a:r>
              <a:rPr lang="en-US" altLang="en-US" dirty="0"/>
              <a:t>Changes agreed upon by customer and contractor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3"/>
          <p:cNvSpPr>
            <a:spLocks noGrp="1"/>
          </p:cNvSpPr>
          <p:nvPr>
            <p:ph type="title"/>
          </p:nvPr>
        </p:nvSpPr>
        <p:spPr/>
        <p:txBody>
          <a:bodyPr/>
          <a:lstStyle/>
          <a:p>
            <a:pPr eaLnBrk="1" hangingPunct="1"/>
            <a:r>
              <a:rPr lang="en-US" altLang="en-US" dirty="0"/>
              <a:t>Define Project Scope</a:t>
            </a:r>
          </a:p>
        </p:txBody>
      </p:sp>
      <p:sp>
        <p:nvSpPr>
          <p:cNvPr id="16387" name="Text Placeholder 3"/>
          <p:cNvSpPr>
            <a:spLocks noGrp="1"/>
          </p:cNvSpPr>
          <p:nvPr>
            <p:ph type="body" idx="1"/>
          </p:nvPr>
        </p:nvSpPr>
        <p:spPr/>
        <p:txBody>
          <a:bodyPr/>
          <a:lstStyle/>
          <a:p>
            <a:pPr eaLnBrk="1" hangingPunct="1"/>
            <a:r>
              <a:rPr lang="en-US" altLang="en-US" dirty="0"/>
              <a:t>Project scope</a:t>
            </a:r>
          </a:p>
        </p:txBody>
      </p:sp>
      <p:sp>
        <p:nvSpPr>
          <p:cNvPr id="16388" name="Content Placeholder 4"/>
          <p:cNvSpPr>
            <a:spLocks noGrp="1"/>
          </p:cNvSpPr>
          <p:nvPr>
            <p:ph sz="half" idx="2"/>
          </p:nvPr>
        </p:nvSpPr>
        <p:spPr/>
        <p:txBody>
          <a:bodyPr/>
          <a:lstStyle/>
          <a:p>
            <a:pPr eaLnBrk="1" hangingPunct="1">
              <a:buFont typeface="Arial" charset="0"/>
              <a:buChar char="•"/>
            </a:pPr>
            <a:r>
              <a:rPr lang="en-US" altLang="en-US" dirty="0"/>
              <a:t>Defines what needs to be done</a:t>
            </a:r>
          </a:p>
          <a:p>
            <a:pPr eaLnBrk="1" hangingPunct="1">
              <a:buFont typeface="Arial" charset="0"/>
              <a:buChar char="•"/>
            </a:pPr>
            <a:r>
              <a:rPr lang="en-US" altLang="en-US" dirty="0"/>
              <a:t>Includes </a:t>
            </a:r>
          </a:p>
          <a:p>
            <a:pPr lvl="1" eaLnBrk="1" hangingPunct="1"/>
            <a:r>
              <a:rPr lang="en-US" altLang="en-US" dirty="0"/>
              <a:t>Items contained in project charter, RFP, proposal</a:t>
            </a:r>
          </a:p>
          <a:p>
            <a:pPr lvl="1" eaLnBrk="1" hangingPunct="1"/>
            <a:r>
              <a:rPr lang="en-US" altLang="en-US" dirty="0"/>
              <a:t>More detail</a:t>
            </a:r>
          </a:p>
          <a:p>
            <a:pPr eaLnBrk="1" hangingPunct="1">
              <a:buFont typeface="Arial" charset="0"/>
              <a:buChar char="•"/>
            </a:pPr>
            <a:r>
              <a:rPr lang="en-US" altLang="en-US" dirty="0"/>
              <a:t>Establishes common understanding of scope with stakeholders</a:t>
            </a:r>
          </a:p>
        </p:txBody>
      </p:sp>
      <p:sp>
        <p:nvSpPr>
          <p:cNvPr id="16389" name="Text Placeholder 5"/>
          <p:cNvSpPr>
            <a:spLocks noGrp="1"/>
          </p:cNvSpPr>
          <p:nvPr>
            <p:ph type="body" sz="quarter" idx="3"/>
          </p:nvPr>
        </p:nvSpPr>
        <p:spPr/>
        <p:txBody>
          <a:bodyPr/>
          <a:lstStyle/>
          <a:p>
            <a:pPr eaLnBrk="1" hangingPunct="1"/>
            <a:r>
              <a:rPr lang="en-US" altLang="en-US" dirty="0"/>
              <a:t>Project scope document</a:t>
            </a:r>
          </a:p>
        </p:txBody>
      </p:sp>
      <p:sp>
        <p:nvSpPr>
          <p:cNvPr id="16390" name="Content Placeholder 6"/>
          <p:cNvSpPr>
            <a:spLocks noGrp="1"/>
          </p:cNvSpPr>
          <p:nvPr>
            <p:ph sz="quarter" idx="4"/>
          </p:nvPr>
        </p:nvSpPr>
        <p:spPr>
          <a:xfrm>
            <a:off x="4645025" y="2174875"/>
            <a:ext cx="4270375" cy="3951288"/>
          </a:xfrm>
        </p:spPr>
        <p:txBody>
          <a:bodyPr/>
          <a:lstStyle/>
          <a:p>
            <a:pPr eaLnBrk="1" hangingPunct="1">
              <a:buFont typeface="Arial" charset="0"/>
              <a:buChar char="•"/>
            </a:pPr>
            <a:r>
              <a:rPr lang="en-US" altLang="en-US" dirty="0"/>
              <a:t>Usually contains</a:t>
            </a:r>
          </a:p>
          <a:p>
            <a:pPr lvl="1" eaLnBrk="1" hangingPunct="1">
              <a:buFont typeface="Arial" charset="0"/>
              <a:buChar char="•"/>
            </a:pPr>
            <a:r>
              <a:rPr lang="en-US" altLang="en-US" dirty="0"/>
              <a:t>Customer requirements</a:t>
            </a:r>
          </a:p>
          <a:p>
            <a:pPr lvl="1" eaLnBrk="1" hangingPunct="1">
              <a:buFont typeface="Arial" charset="0"/>
              <a:buChar char="•"/>
            </a:pPr>
            <a:r>
              <a:rPr lang="en-US" altLang="en-US" dirty="0"/>
              <a:t>Statement of Work</a:t>
            </a:r>
          </a:p>
          <a:p>
            <a:pPr lvl="1" eaLnBrk="1" hangingPunct="1">
              <a:buFont typeface="Arial" charset="0"/>
              <a:buChar char="•"/>
            </a:pPr>
            <a:r>
              <a:rPr lang="en-US" altLang="en-US" dirty="0"/>
              <a:t>Deliverables</a:t>
            </a:r>
          </a:p>
          <a:p>
            <a:pPr lvl="1" eaLnBrk="1" hangingPunct="1">
              <a:buFont typeface="Arial" charset="0"/>
              <a:buChar char="•"/>
            </a:pPr>
            <a:r>
              <a:rPr lang="en-US" altLang="en-US" dirty="0"/>
              <a:t>Acceptance criteria</a:t>
            </a:r>
          </a:p>
          <a:p>
            <a:pPr lvl="1" eaLnBrk="1" hangingPunct="1">
              <a:buFont typeface="Arial" charset="0"/>
              <a:buChar char="•"/>
            </a:pPr>
            <a:r>
              <a:rPr lang="en-US" altLang="en-US" dirty="0"/>
              <a:t>Work Breakdown Structure</a:t>
            </a:r>
          </a:p>
          <a:p>
            <a:pPr eaLnBrk="1" hangingPunct="1">
              <a:buFont typeface="Arial" charset="0"/>
              <a:buChar char="•"/>
            </a:pPr>
            <a:r>
              <a:rPr lang="en-US" altLang="en-US" dirty="0"/>
              <a:t>Establishes baseline</a:t>
            </a:r>
          </a:p>
          <a:p>
            <a:pPr eaLnBrk="1" hangingPunct="1">
              <a:buFont typeface="Arial" charset="0"/>
              <a:buChar char="•"/>
            </a:pPr>
            <a:r>
              <a:rPr lang="en-US" altLang="en-US" dirty="0"/>
              <a:t>Change control system to avoid scope creep</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3"/>
          <p:cNvSpPr>
            <a:spLocks noGrp="1"/>
          </p:cNvSpPr>
          <p:nvPr>
            <p:ph type="title"/>
          </p:nvPr>
        </p:nvSpPr>
        <p:spPr/>
        <p:txBody>
          <a:bodyPr/>
          <a:lstStyle/>
          <a:p>
            <a:pPr eaLnBrk="1" hangingPunct="1"/>
            <a:r>
              <a:rPr lang="en-US" altLang="en-US" dirty="0"/>
              <a:t>Plan for Quality</a:t>
            </a:r>
          </a:p>
        </p:txBody>
      </p:sp>
      <p:sp>
        <p:nvSpPr>
          <p:cNvPr id="17411" name="Content Placeholder 4"/>
          <p:cNvSpPr>
            <a:spLocks noGrp="1"/>
          </p:cNvSpPr>
          <p:nvPr>
            <p:ph idx="1"/>
          </p:nvPr>
        </p:nvSpPr>
        <p:spPr/>
        <p:txBody>
          <a:bodyPr/>
          <a:lstStyle/>
          <a:p>
            <a:pPr eaLnBrk="1" hangingPunct="1"/>
            <a:r>
              <a:rPr lang="en-US" altLang="en-US"/>
              <a:t>Complete work according to specifications and standards</a:t>
            </a:r>
          </a:p>
          <a:p>
            <a:pPr eaLnBrk="1" hangingPunct="1"/>
            <a:r>
              <a:rPr lang="en-US" altLang="en-US"/>
              <a:t>Plan for assuring quality as project progresses</a:t>
            </a:r>
          </a:p>
          <a:p>
            <a:pPr eaLnBrk="1" hangingPunct="1"/>
            <a:r>
              <a:rPr lang="en-US" altLang="en-US"/>
              <a:t>Include</a:t>
            </a:r>
          </a:p>
          <a:p>
            <a:pPr lvl="1" eaLnBrk="1" hangingPunct="1"/>
            <a:r>
              <a:rPr lang="en-US" altLang="en-US"/>
              <a:t>References for specifications and standards</a:t>
            </a:r>
          </a:p>
          <a:p>
            <a:pPr lvl="1" eaLnBrk="1" hangingPunct="1"/>
            <a:r>
              <a:rPr lang="en-US" altLang="en-US"/>
              <a:t>Written procedures for quality tools and techniques</a:t>
            </a:r>
          </a:p>
          <a:p>
            <a:pPr eaLnBrk="1" hangingPunct="1"/>
            <a:r>
              <a:rPr lang="en-US" altLang="en-US"/>
              <a:t>Key aspects</a:t>
            </a:r>
          </a:p>
          <a:p>
            <a:pPr lvl="1" eaLnBrk="1" hangingPunct="1"/>
            <a:r>
              <a:rPr lang="en-US" altLang="en-US"/>
              <a:t>Monitor as the project progresses</a:t>
            </a:r>
          </a:p>
          <a:p>
            <a:pPr lvl="1" eaLnBrk="1" hangingPunct="1"/>
            <a:r>
              <a:rPr lang="en-US" altLang="en-US"/>
              <a:t>Do work right the first time rather than rework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2"/>
          <p:cNvSpPr>
            <a:spLocks noGrp="1"/>
          </p:cNvSpPr>
          <p:nvPr>
            <p:ph type="title"/>
          </p:nvPr>
        </p:nvSpPr>
        <p:spPr/>
        <p:txBody>
          <a:bodyPr/>
          <a:lstStyle/>
          <a:p>
            <a:pPr eaLnBrk="1" hangingPunct="1"/>
            <a:r>
              <a:rPr lang="en-US" altLang="en-US" dirty="0"/>
              <a:t>Create Work Breakdown Structure</a:t>
            </a:r>
          </a:p>
        </p:txBody>
      </p:sp>
      <p:sp>
        <p:nvSpPr>
          <p:cNvPr id="18435" name="Content Placeholder 3"/>
          <p:cNvSpPr>
            <a:spLocks noGrp="1"/>
          </p:cNvSpPr>
          <p:nvPr>
            <p:ph idx="1"/>
          </p:nvPr>
        </p:nvSpPr>
        <p:spPr/>
        <p:txBody>
          <a:bodyPr/>
          <a:lstStyle/>
          <a:p>
            <a:pPr eaLnBrk="1" hangingPunct="1"/>
            <a:r>
              <a:rPr lang="en-US" altLang="en-US" dirty="0"/>
              <a:t>Deliverable-oriented hierarchical decomposition </a:t>
            </a:r>
          </a:p>
          <a:p>
            <a:pPr eaLnBrk="1" hangingPunct="1"/>
            <a:r>
              <a:rPr lang="en-US" altLang="en-US" dirty="0" err="1"/>
              <a:t>Organise</a:t>
            </a:r>
            <a:r>
              <a:rPr lang="en-US" altLang="en-US" dirty="0"/>
              <a:t> project work and deliverables</a:t>
            </a:r>
          </a:p>
          <a:p>
            <a:pPr eaLnBrk="1" hangingPunct="1"/>
            <a:r>
              <a:rPr lang="en-US" altLang="en-US" dirty="0"/>
              <a:t>Create logical groupings</a:t>
            </a:r>
          </a:p>
          <a:p>
            <a:pPr eaLnBrk="1" hangingPunct="1"/>
            <a:r>
              <a:rPr lang="en-US" altLang="en-US" dirty="0"/>
              <a:t>Subdivide into more manageable components</a:t>
            </a:r>
          </a:p>
          <a:p>
            <a:pPr lvl="1" eaLnBrk="1" hangingPunct="1"/>
            <a:r>
              <a:rPr lang="en-US" altLang="en-US" dirty="0"/>
              <a:t>Deliverable is output of work package</a:t>
            </a:r>
          </a:p>
          <a:p>
            <a:pPr lvl="1" eaLnBrk="1" hangingPunct="1"/>
            <a:r>
              <a:rPr lang="en-US" altLang="en-US" dirty="0"/>
              <a:t>Resource requirements and durations can be assigned</a:t>
            </a:r>
          </a:p>
          <a:p>
            <a:pPr lvl="1" eaLnBrk="1" hangingPunct="1"/>
            <a:r>
              <a:rPr lang="en-US" altLang="en-US" dirty="0"/>
              <a:t>Accountability can be assigned</a:t>
            </a:r>
          </a:p>
          <a:p>
            <a:pPr lvl="1" eaLnBrk="1" hangingPunct="1"/>
            <a:r>
              <a:rPr lang="en-US" altLang="en-US" dirty="0"/>
              <a:t>Project manager can monitor and control</a:t>
            </a:r>
            <a:endParaRPr lang="en-US" altLang="en-US" sz="2000" dirty="0"/>
          </a:p>
          <a:p>
            <a:pPr eaLnBrk="1" hangingPunct="1"/>
            <a:r>
              <a:rPr lang="en-US" altLang="en-US" dirty="0"/>
              <a:t>Graphic chart or indentured list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4"/>
          <p:cNvSpPr>
            <a:spLocks noGrp="1"/>
          </p:cNvSpPr>
          <p:nvPr>
            <p:ph type="title"/>
          </p:nvPr>
        </p:nvSpPr>
        <p:spPr/>
        <p:txBody>
          <a:bodyPr/>
          <a:lstStyle/>
          <a:p>
            <a:pPr eaLnBrk="1" hangingPunct="1"/>
            <a:r>
              <a:rPr lang="en-US" altLang="en-US" dirty="0"/>
              <a:t>WBS with breakdown to different levels</a:t>
            </a:r>
          </a:p>
        </p:txBody>
      </p:sp>
      <p:pic>
        <p:nvPicPr>
          <p:cNvPr id="2" name="Picture 1">
            <a:extLst>
              <a:ext uri="{FF2B5EF4-FFF2-40B4-BE49-F238E27FC236}">
                <a16:creationId xmlns:a16="http://schemas.microsoft.com/office/drawing/2014/main" id="{20905365-36D9-4CD5-A31C-906933A7C60E}"/>
              </a:ext>
            </a:extLst>
          </p:cNvPr>
          <p:cNvPicPr>
            <a:picLocks noChangeAspect="1"/>
          </p:cNvPicPr>
          <p:nvPr/>
        </p:nvPicPr>
        <p:blipFill>
          <a:blip r:embed="rId3"/>
          <a:stretch>
            <a:fillRect/>
          </a:stretch>
        </p:blipFill>
        <p:spPr>
          <a:xfrm>
            <a:off x="100665" y="1404386"/>
            <a:ext cx="8942670" cy="420957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4"/>
          <p:cNvSpPr>
            <a:spLocks noGrp="1"/>
          </p:cNvSpPr>
          <p:nvPr>
            <p:ph type="title"/>
          </p:nvPr>
        </p:nvSpPr>
        <p:spPr/>
        <p:txBody>
          <a:bodyPr/>
          <a:lstStyle/>
          <a:p>
            <a:pPr eaLnBrk="1" hangingPunct="1"/>
            <a:r>
              <a:rPr lang="en-US" altLang="en-US" dirty="0"/>
              <a:t>WBS with breakdown to different levels</a:t>
            </a:r>
          </a:p>
        </p:txBody>
      </p:sp>
      <p:pic>
        <p:nvPicPr>
          <p:cNvPr id="2" name="Picture 1">
            <a:extLst>
              <a:ext uri="{FF2B5EF4-FFF2-40B4-BE49-F238E27FC236}">
                <a16:creationId xmlns:a16="http://schemas.microsoft.com/office/drawing/2014/main" id="{20905365-36D9-4CD5-A31C-906933A7C60E}"/>
              </a:ext>
            </a:extLst>
          </p:cNvPr>
          <p:cNvPicPr>
            <a:picLocks noChangeAspect="1"/>
          </p:cNvPicPr>
          <p:nvPr/>
        </p:nvPicPr>
        <p:blipFill rotWithShape="1">
          <a:blip r:embed="rId3"/>
          <a:srcRect r="57261" b="34172"/>
          <a:stretch/>
        </p:blipFill>
        <p:spPr>
          <a:xfrm>
            <a:off x="100665" y="1404386"/>
            <a:ext cx="6681136" cy="4844014"/>
          </a:xfrm>
          <a:prstGeom prst="rect">
            <a:avLst/>
          </a:prstGeom>
        </p:spPr>
      </p:pic>
    </p:spTree>
    <p:extLst>
      <p:ext uri="{BB962C8B-B14F-4D97-AF65-F5344CB8AC3E}">
        <p14:creationId xmlns:p14="http://schemas.microsoft.com/office/powerpoint/2010/main" val="8824162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4"/>
          <p:cNvSpPr>
            <a:spLocks noGrp="1"/>
          </p:cNvSpPr>
          <p:nvPr>
            <p:ph type="title"/>
          </p:nvPr>
        </p:nvSpPr>
        <p:spPr/>
        <p:txBody>
          <a:bodyPr/>
          <a:lstStyle/>
          <a:p>
            <a:pPr eaLnBrk="1" hangingPunct="1"/>
            <a:r>
              <a:rPr lang="en-US" altLang="en-US" dirty="0"/>
              <a:t>WBS with breakdown to different levels</a:t>
            </a:r>
          </a:p>
        </p:txBody>
      </p:sp>
      <p:pic>
        <p:nvPicPr>
          <p:cNvPr id="2" name="Picture 1">
            <a:extLst>
              <a:ext uri="{FF2B5EF4-FFF2-40B4-BE49-F238E27FC236}">
                <a16:creationId xmlns:a16="http://schemas.microsoft.com/office/drawing/2014/main" id="{20905365-36D9-4CD5-A31C-906933A7C60E}"/>
              </a:ext>
            </a:extLst>
          </p:cNvPr>
          <p:cNvPicPr>
            <a:picLocks noChangeAspect="1"/>
          </p:cNvPicPr>
          <p:nvPr/>
        </p:nvPicPr>
        <p:blipFill rotWithShape="1">
          <a:blip r:embed="rId3"/>
          <a:srcRect l="51704" b="33803"/>
          <a:stretch/>
        </p:blipFill>
        <p:spPr>
          <a:xfrm>
            <a:off x="698032" y="1143000"/>
            <a:ext cx="7747935" cy="4999034"/>
          </a:xfrm>
          <a:prstGeom prst="rect">
            <a:avLst/>
          </a:prstGeom>
        </p:spPr>
      </p:pic>
    </p:spTree>
    <p:extLst>
      <p:ext uri="{BB962C8B-B14F-4D97-AF65-F5344CB8AC3E}">
        <p14:creationId xmlns:p14="http://schemas.microsoft.com/office/powerpoint/2010/main" val="34545182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pPr eaLnBrk="1" hangingPunct="1"/>
            <a:r>
              <a:rPr lang="en-US" altLang="en-US"/>
              <a:t>WBS </a:t>
            </a:r>
          </a:p>
        </p:txBody>
      </p:sp>
      <p:sp>
        <p:nvSpPr>
          <p:cNvPr id="20483" name="Content Placeholder 7"/>
          <p:cNvSpPr>
            <a:spLocks noGrp="1"/>
          </p:cNvSpPr>
          <p:nvPr>
            <p:ph sz="half" idx="1"/>
          </p:nvPr>
        </p:nvSpPr>
        <p:spPr>
          <a:xfrm>
            <a:off x="457200" y="1600200"/>
            <a:ext cx="2667000" cy="4525963"/>
          </a:xfrm>
        </p:spPr>
        <p:txBody>
          <a:bodyPr/>
          <a:lstStyle/>
          <a:p>
            <a:pPr eaLnBrk="1" hangingPunct="1">
              <a:buFont typeface="Arial" charset="0"/>
              <a:buChar char="•"/>
            </a:pPr>
            <a:r>
              <a:rPr lang="en-US" altLang="en-US" sz="2400" dirty="0"/>
              <a:t>Graphic Chart</a:t>
            </a:r>
          </a:p>
          <a:p>
            <a:pPr eaLnBrk="1" hangingPunct="1">
              <a:buFont typeface="Arial" charset="0"/>
              <a:buChar char="•"/>
            </a:pPr>
            <a:endParaRPr lang="en-US" altLang="en-US" sz="2400" dirty="0"/>
          </a:p>
          <a:p>
            <a:pPr eaLnBrk="1" hangingPunct="1">
              <a:buFont typeface="Arial" charset="0"/>
              <a:buChar char="•"/>
            </a:pPr>
            <a:endParaRPr lang="en-US" altLang="en-US" sz="2400" dirty="0"/>
          </a:p>
          <a:p>
            <a:pPr eaLnBrk="1" hangingPunct="1">
              <a:buFont typeface="Arial" charset="0"/>
              <a:buChar char="•"/>
            </a:pPr>
            <a:endParaRPr lang="en-US" altLang="en-US" sz="2400" dirty="0"/>
          </a:p>
          <a:p>
            <a:pPr eaLnBrk="1" hangingPunct="1">
              <a:buFont typeface="Arial" charset="0"/>
              <a:buChar char="•"/>
            </a:pPr>
            <a:endParaRPr lang="en-US" altLang="en-US" sz="2400" dirty="0"/>
          </a:p>
          <a:p>
            <a:pPr eaLnBrk="1" hangingPunct="1">
              <a:buFont typeface="Arial" charset="0"/>
              <a:buChar char="•"/>
            </a:pPr>
            <a:endParaRPr lang="en-US" altLang="en-US" sz="2400" dirty="0"/>
          </a:p>
          <a:p>
            <a:pPr eaLnBrk="1" hangingPunct="1">
              <a:buFont typeface="Arial" charset="0"/>
              <a:buChar char="•"/>
            </a:pPr>
            <a:endParaRPr lang="en-US" altLang="en-US" sz="2400" dirty="0"/>
          </a:p>
          <a:p>
            <a:pPr eaLnBrk="1" hangingPunct="1">
              <a:buFont typeface="Arial" charset="0"/>
              <a:buChar char="•"/>
            </a:pPr>
            <a:r>
              <a:rPr lang="en-US" altLang="en-US" sz="2400" dirty="0"/>
              <a:t>Indentured List</a:t>
            </a:r>
          </a:p>
        </p:txBody>
      </p:sp>
      <p:pic>
        <p:nvPicPr>
          <p:cNvPr id="2" name="Picture 1">
            <a:extLst>
              <a:ext uri="{FF2B5EF4-FFF2-40B4-BE49-F238E27FC236}">
                <a16:creationId xmlns:a16="http://schemas.microsoft.com/office/drawing/2014/main" id="{413EC9B0-6D24-4DA6-82A0-5A21724DDAFC}"/>
              </a:ext>
            </a:extLst>
          </p:cNvPr>
          <p:cNvPicPr>
            <a:picLocks noChangeAspect="1"/>
          </p:cNvPicPr>
          <p:nvPr/>
        </p:nvPicPr>
        <p:blipFill>
          <a:blip r:embed="rId3"/>
          <a:stretch>
            <a:fillRect/>
          </a:stretch>
        </p:blipFill>
        <p:spPr>
          <a:xfrm>
            <a:off x="2815127" y="818978"/>
            <a:ext cx="5679516" cy="2990850"/>
          </a:xfrm>
          <a:prstGeom prst="rect">
            <a:avLst/>
          </a:prstGeom>
        </p:spPr>
      </p:pic>
      <p:pic>
        <p:nvPicPr>
          <p:cNvPr id="3" name="Picture 2">
            <a:extLst>
              <a:ext uri="{FF2B5EF4-FFF2-40B4-BE49-F238E27FC236}">
                <a16:creationId xmlns:a16="http://schemas.microsoft.com/office/drawing/2014/main" id="{9720A924-C10A-42FD-A2DA-AE44E6E68CD5}"/>
              </a:ext>
            </a:extLst>
          </p:cNvPr>
          <p:cNvPicPr>
            <a:picLocks noChangeAspect="1"/>
          </p:cNvPicPr>
          <p:nvPr/>
        </p:nvPicPr>
        <p:blipFill>
          <a:blip r:embed="rId4"/>
          <a:stretch>
            <a:fillRect/>
          </a:stretch>
        </p:blipFill>
        <p:spPr>
          <a:xfrm>
            <a:off x="3124200" y="4037082"/>
            <a:ext cx="5715000" cy="227512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4"/>
          <p:cNvSpPr>
            <a:spLocks noGrp="1"/>
          </p:cNvSpPr>
          <p:nvPr>
            <p:ph type="title"/>
          </p:nvPr>
        </p:nvSpPr>
        <p:spPr/>
        <p:txBody>
          <a:bodyPr/>
          <a:lstStyle/>
          <a:p>
            <a:pPr eaLnBrk="1" hangingPunct="1"/>
            <a:r>
              <a:rPr lang="en-US" altLang="en-US" dirty="0"/>
              <a:t>Assign Responsibility</a:t>
            </a:r>
          </a:p>
        </p:txBody>
      </p:sp>
      <p:sp>
        <p:nvSpPr>
          <p:cNvPr id="21507" name="Content Placeholder 5"/>
          <p:cNvSpPr>
            <a:spLocks noGrp="1"/>
          </p:cNvSpPr>
          <p:nvPr>
            <p:ph sz="half" idx="1"/>
          </p:nvPr>
        </p:nvSpPr>
        <p:spPr>
          <a:xfrm>
            <a:off x="457200" y="1600200"/>
            <a:ext cx="4953000" cy="4525963"/>
          </a:xfrm>
        </p:spPr>
        <p:txBody>
          <a:bodyPr/>
          <a:lstStyle/>
          <a:p>
            <a:pPr eaLnBrk="1" hangingPunct="1">
              <a:buFont typeface="Arial" charset="0"/>
              <a:buChar char="•"/>
            </a:pPr>
            <a:r>
              <a:rPr lang="en-US" altLang="en-US" sz="2400" dirty="0"/>
              <a:t>Responsibility assignment matrix</a:t>
            </a:r>
          </a:p>
          <a:p>
            <a:pPr lvl="1" eaLnBrk="1" hangingPunct="1">
              <a:buFont typeface="Arial" charset="0"/>
              <a:buChar char="•"/>
            </a:pPr>
            <a:r>
              <a:rPr lang="en-US" altLang="en-US" sz="2000" dirty="0"/>
              <a:t>Designate responsible individuals</a:t>
            </a:r>
          </a:p>
          <a:p>
            <a:pPr lvl="2" eaLnBrk="1" hangingPunct="1">
              <a:buFont typeface="Arial" charset="0"/>
              <a:buChar char="•"/>
            </a:pPr>
            <a:r>
              <a:rPr lang="en-US" altLang="en-US" sz="1600" dirty="0"/>
              <a:t>P = Primary responsibility</a:t>
            </a:r>
          </a:p>
          <a:p>
            <a:pPr lvl="2" eaLnBrk="1" hangingPunct="1">
              <a:buFont typeface="Arial" charset="0"/>
              <a:buChar char="•"/>
            </a:pPr>
            <a:r>
              <a:rPr lang="en-US" altLang="en-US" sz="1600" dirty="0"/>
              <a:t>S = Support responsibility</a:t>
            </a:r>
          </a:p>
          <a:p>
            <a:pPr lvl="1" eaLnBrk="1" hangingPunct="1">
              <a:buFont typeface="Arial" charset="0"/>
              <a:buChar char="•"/>
            </a:pPr>
            <a:r>
              <a:rPr lang="en-US" altLang="en-US" sz="2000" dirty="0"/>
              <a:t>Associates responsibility </a:t>
            </a:r>
          </a:p>
          <a:p>
            <a:pPr lvl="2" eaLnBrk="1" hangingPunct="1">
              <a:buFont typeface="Arial" charset="0"/>
              <a:buChar char="•"/>
            </a:pPr>
            <a:r>
              <a:rPr lang="en-US" altLang="en-US" sz="1600" dirty="0"/>
              <a:t>For each work item</a:t>
            </a:r>
          </a:p>
          <a:p>
            <a:pPr lvl="2" eaLnBrk="1" hangingPunct="1">
              <a:buFont typeface="Arial" charset="0"/>
              <a:buChar char="•"/>
            </a:pPr>
            <a:r>
              <a:rPr lang="en-US" altLang="en-US" sz="1600" dirty="0"/>
              <a:t>For each individual</a:t>
            </a:r>
          </a:p>
          <a:p>
            <a:pPr eaLnBrk="1" hangingPunct="1">
              <a:buFont typeface="Arial" charset="0"/>
              <a:buChar char="•"/>
            </a:pPr>
            <a:r>
              <a:rPr lang="en-US" altLang="en-US" sz="2400" dirty="0"/>
              <a:t>Only one primary per work item</a:t>
            </a:r>
          </a:p>
        </p:txBody>
      </p:sp>
      <p:pic>
        <p:nvPicPr>
          <p:cNvPr id="2" name="Picture 1">
            <a:extLst>
              <a:ext uri="{FF2B5EF4-FFF2-40B4-BE49-F238E27FC236}">
                <a16:creationId xmlns:a16="http://schemas.microsoft.com/office/drawing/2014/main" id="{F7308FEE-2CD5-4B9E-AB46-6A6CFA604A2D}"/>
              </a:ext>
            </a:extLst>
          </p:cNvPr>
          <p:cNvPicPr>
            <a:picLocks noChangeAspect="1"/>
          </p:cNvPicPr>
          <p:nvPr/>
        </p:nvPicPr>
        <p:blipFill>
          <a:blip r:embed="rId3"/>
          <a:stretch>
            <a:fillRect/>
          </a:stretch>
        </p:blipFill>
        <p:spPr>
          <a:xfrm>
            <a:off x="457200" y="4419600"/>
            <a:ext cx="4371975" cy="2079180"/>
          </a:xfrm>
          <a:prstGeom prst="rect">
            <a:avLst/>
          </a:prstGeom>
        </p:spPr>
      </p:pic>
      <p:pic>
        <p:nvPicPr>
          <p:cNvPr id="5" name="Picture 4">
            <a:extLst>
              <a:ext uri="{FF2B5EF4-FFF2-40B4-BE49-F238E27FC236}">
                <a16:creationId xmlns:a16="http://schemas.microsoft.com/office/drawing/2014/main" id="{E067AFB1-8276-4D4F-8F08-DA0A01FEFBEC}"/>
              </a:ext>
            </a:extLst>
          </p:cNvPr>
          <p:cNvPicPr>
            <a:picLocks noChangeAspect="1"/>
          </p:cNvPicPr>
          <p:nvPr/>
        </p:nvPicPr>
        <p:blipFill>
          <a:blip r:embed="rId4"/>
          <a:stretch>
            <a:fillRect/>
          </a:stretch>
        </p:blipFill>
        <p:spPr>
          <a:xfrm>
            <a:off x="5181600" y="838200"/>
            <a:ext cx="3720483" cy="505641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pPr eaLnBrk="1" hangingPunct="1"/>
            <a:r>
              <a:rPr lang="en-US" altLang="en-US" dirty="0"/>
              <a:t>Define Activities</a:t>
            </a:r>
          </a:p>
        </p:txBody>
      </p:sp>
      <p:sp>
        <p:nvSpPr>
          <p:cNvPr id="22531" name="Content Placeholder 3"/>
          <p:cNvSpPr>
            <a:spLocks noGrp="1"/>
          </p:cNvSpPr>
          <p:nvPr>
            <p:ph sz="half" idx="1"/>
          </p:nvPr>
        </p:nvSpPr>
        <p:spPr/>
        <p:txBody>
          <a:bodyPr/>
          <a:lstStyle/>
          <a:p>
            <a:pPr eaLnBrk="1" hangingPunct="1">
              <a:buFont typeface="Arial" charset="0"/>
              <a:buChar char="•"/>
            </a:pPr>
            <a:r>
              <a:rPr lang="en-US" altLang="en-US" sz="2400"/>
              <a:t>Responsible resources define activities</a:t>
            </a:r>
          </a:p>
          <a:p>
            <a:pPr lvl="1" eaLnBrk="1" hangingPunct="1">
              <a:buFont typeface="Arial" charset="0"/>
              <a:buChar char="•"/>
            </a:pPr>
            <a:r>
              <a:rPr lang="en-US" altLang="en-US" sz="2000"/>
              <a:t>Breakdown work packages to work items</a:t>
            </a:r>
          </a:p>
          <a:p>
            <a:pPr lvl="1" eaLnBrk="1" hangingPunct="1">
              <a:buFont typeface="Arial" charset="0"/>
              <a:buChar char="•"/>
            </a:pPr>
            <a:r>
              <a:rPr lang="en-US" altLang="en-US" sz="2000"/>
              <a:t>Level needed to perform deliverable</a:t>
            </a:r>
          </a:p>
          <a:p>
            <a:pPr lvl="1" eaLnBrk="1" hangingPunct="1">
              <a:buFont typeface="Arial" charset="0"/>
              <a:buChar char="•"/>
            </a:pPr>
            <a:r>
              <a:rPr lang="en-US" altLang="en-US" sz="2000"/>
              <a:t>May not be able to define all</a:t>
            </a:r>
          </a:p>
          <a:p>
            <a:pPr eaLnBrk="1" hangingPunct="1">
              <a:buFont typeface="Arial" charset="0"/>
              <a:buChar char="•"/>
            </a:pPr>
            <a:r>
              <a:rPr lang="en-US" altLang="en-US" sz="2400"/>
              <a:t>Comprehensive activity list</a:t>
            </a:r>
          </a:p>
          <a:p>
            <a:pPr lvl="1" eaLnBrk="1" hangingPunct="1">
              <a:buFont typeface="Arial" charset="0"/>
              <a:buChar char="•"/>
            </a:pPr>
            <a:r>
              <a:rPr lang="en-US" altLang="en-US" sz="2000"/>
              <a:t>Not always require expenditure of effort</a:t>
            </a:r>
          </a:p>
          <a:p>
            <a:pPr lvl="1" eaLnBrk="1" hangingPunct="1">
              <a:buFont typeface="Arial" charset="0"/>
              <a:buChar char="•"/>
            </a:pPr>
            <a:r>
              <a:rPr lang="en-US" altLang="en-US" sz="2000"/>
              <a:t>Could be wait time</a:t>
            </a:r>
          </a:p>
        </p:txBody>
      </p:sp>
      <p:pic>
        <p:nvPicPr>
          <p:cNvPr id="4" name="Picture 3">
            <a:extLst>
              <a:ext uri="{FF2B5EF4-FFF2-40B4-BE49-F238E27FC236}">
                <a16:creationId xmlns:a16="http://schemas.microsoft.com/office/drawing/2014/main" id="{C341B9F7-6C90-4B66-A06D-A8FE4861F849}"/>
              </a:ext>
            </a:extLst>
          </p:cNvPr>
          <p:cNvPicPr>
            <a:picLocks noChangeAspect="1"/>
          </p:cNvPicPr>
          <p:nvPr/>
        </p:nvPicPr>
        <p:blipFill>
          <a:blip r:embed="rId3"/>
          <a:stretch>
            <a:fillRect/>
          </a:stretch>
        </p:blipFill>
        <p:spPr>
          <a:xfrm>
            <a:off x="4572000" y="1600200"/>
            <a:ext cx="4019550" cy="350656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pPr eaLnBrk="1" hangingPunct="1"/>
            <a:r>
              <a:rPr lang="en-US" altLang="en-US" dirty="0"/>
              <a:t>Sequence Activities</a:t>
            </a:r>
          </a:p>
        </p:txBody>
      </p:sp>
      <p:sp>
        <p:nvSpPr>
          <p:cNvPr id="23555" name="Content Placeholder 2"/>
          <p:cNvSpPr>
            <a:spLocks noGrp="1"/>
          </p:cNvSpPr>
          <p:nvPr>
            <p:ph sz="half" idx="1"/>
          </p:nvPr>
        </p:nvSpPr>
        <p:spPr/>
        <p:txBody>
          <a:bodyPr/>
          <a:lstStyle/>
          <a:p>
            <a:pPr eaLnBrk="1" hangingPunct="1">
              <a:buFont typeface="Arial" charset="0"/>
              <a:buChar char="•"/>
            </a:pPr>
            <a:r>
              <a:rPr lang="en-US" altLang="en-US" sz="2400"/>
              <a:t>Network diagram</a:t>
            </a:r>
          </a:p>
          <a:p>
            <a:pPr lvl="1" eaLnBrk="1" hangingPunct="1">
              <a:buFont typeface="Arial" charset="0"/>
              <a:buChar char="•"/>
            </a:pPr>
            <a:r>
              <a:rPr lang="en-US" altLang="en-US" sz="2000"/>
              <a:t>Defines the sequence of activities and relationships</a:t>
            </a:r>
          </a:p>
          <a:p>
            <a:pPr lvl="1" eaLnBrk="1" hangingPunct="1">
              <a:buFont typeface="Arial" charset="0"/>
              <a:buChar char="•"/>
            </a:pPr>
            <a:r>
              <a:rPr lang="en-US" altLang="en-US" sz="2000"/>
              <a:t>Tool for arranging order</a:t>
            </a:r>
          </a:p>
          <a:p>
            <a:pPr eaLnBrk="1" hangingPunct="1">
              <a:buFont typeface="Arial" charset="0"/>
              <a:buChar char="•"/>
            </a:pPr>
            <a:r>
              <a:rPr lang="en-US" altLang="en-US" sz="2400"/>
              <a:t>Common techniques</a:t>
            </a:r>
          </a:p>
          <a:p>
            <a:pPr lvl="1" eaLnBrk="1" hangingPunct="1">
              <a:buFont typeface="Arial" charset="0"/>
              <a:buChar char="•"/>
            </a:pPr>
            <a:r>
              <a:rPr lang="en-US" altLang="en-US" sz="2000"/>
              <a:t>PERT</a:t>
            </a:r>
          </a:p>
          <a:p>
            <a:pPr lvl="1" eaLnBrk="1" hangingPunct="1">
              <a:buFont typeface="Arial" charset="0"/>
              <a:buChar char="•"/>
            </a:pPr>
            <a:r>
              <a:rPr lang="en-US" altLang="en-US" sz="2000"/>
              <a:t>CPM</a:t>
            </a:r>
          </a:p>
          <a:p>
            <a:pPr lvl="1" eaLnBrk="1" hangingPunct="1">
              <a:buFont typeface="Arial" charset="0"/>
              <a:buChar char="•"/>
            </a:pPr>
            <a:r>
              <a:rPr lang="en-US" altLang="en-US" sz="2000"/>
              <a:t>PDM</a:t>
            </a:r>
          </a:p>
          <a:p>
            <a:pPr lvl="1" eaLnBrk="1" hangingPunct="1">
              <a:buFont typeface="Arial" charset="0"/>
              <a:buChar char="•"/>
            </a:pPr>
            <a:endParaRPr lang="en-US" altLang="en-US" sz="2000"/>
          </a:p>
        </p:txBody>
      </p:sp>
      <p:sp>
        <p:nvSpPr>
          <p:cNvPr id="3" name="Content Placeholder 2">
            <a:extLst>
              <a:ext uri="{FF2B5EF4-FFF2-40B4-BE49-F238E27FC236}">
                <a16:creationId xmlns:a16="http://schemas.microsoft.com/office/drawing/2014/main" id="{F4A28CB2-8CF4-43D3-BB3F-EB049F5503EF}"/>
              </a:ext>
            </a:extLst>
          </p:cNvPr>
          <p:cNvSpPr>
            <a:spLocks noGrp="1"/>
          </p:cNvSpPr>
          <p:nvPr>
            <p:ph sz="half" idx="2"/>
          </p:nvPr>
        </p:nvSpPr>
        <p:spPr/>
        <p:txBody>
          <a:bodyPr/>
          <a:lstStyle/>
          <a:p>
            <a:endParaRPr lang="en-GB" dirty="0"/>
          </a:p>
        </p:txBody>
      </p:sp>
      <p:pic>
        <p:nvPicPr>
          <p:cNvPr id="4" name="Picture 3">
            <a:extLst>
              <a:ext uri="{FF2B5EF4-FFF2-40B4-BE49-F238E27FC236}">
                <a16:creationId xmlns:a16="http://schemas.microsoft.com/office/drawing/2014/main" id="{943B74DE-4681-43B7-A201-853B2B1C1390}"/>
              </a:ext>
            </a:extLst>
          </p:cNvPr>
          <p:cNvPicPr>
            <a:picLocks noChangeAspect="1"/>
          </p:cNvPicPr>
          <p:nvPr/>
        </p:nvPicPr>
        <p:blipFill>
          <a:blip r:embed="rId3"/>
          <a:stretch>
            <a:fillRect/>
          </a:stretch>
        </p:blipFill>
        <p:spPr>
          <a:xfrm>
            <a:off x="3962400" y="1308813"/>
            <a:ext cx="5021845" cy="1434387"/>
          </a:xfrm>
          <a:prstGeom prst="rect">
            <a:avLst/>
          </a:prstGeom>
        </p:spPr>
      </p:pic>
      <p:pic>
        <p:nvPicPr>
          <p:cNvPr id="5" name="Picture 4">
            <a:extLst>
              <a:ext uri="{FF2B5EF4-FFF2-40B4-BE49-F238E27FC236}">
                <a16:creationId xmlns:a16="http://schemas.microsoft.com/office/drawing/2014/main" id="{D7683B4F-1714-4111-B741-1D66A66E1A25}"/>
              </a:ext>
            </a:extLst>
          </p:cNvPr>
          <p:cNvPicPr>
            <a:picLocks noChangeAspect="1"/>
          </p:cNvPicPr>
          <p:nvPr/>
        </p:nvPicPr>
        <p:blipFill>
          <a:blip r:embed="rId4"/>
          <a:stretch>
            <a:fillRect/>
          </a:stretch>
        </p:blipFill>
        <p:spPr>
          <a:xfrm>
            <a:off x="2133600" y="3657600"/>
            <a:ext cx="6745357" cy="143852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pPr eaLnBrk="1" hangingPunct="1"/>
            <a:r>
              <a:rPr lang="en-US" altLang="en-US" dirty="0"/>
              <a:t>Network principles</a:t>
            </a:r>
          </a:p>
        </p:txBody>
      </p:sp>
      <p:sp>
        <p:nvSpPr>
          <p:cNvPr id="24579" name="Content Placeholder 2"/>
          <p:cNvSpPr>
            <a:spLocks noGrp="1"/>
          </p:cNvSpPr>
          <p:nvPr>
            <p:ph sz="half" idx="1"/>
          </p:nvPr>
        </p:nvSpPr>
        <p:spPr/>
        <p:txBody>
          <a:bodyPr/>
          <a:lstStyle/>
          <a:p>
            <a:pPr eaLnBrk="1" hangingPunct="1">
              <a:buFont typeface="Arial" charset="0"/>
              <a:buChar char="•"/>
            </a:pPr>
            <a:r>
              <a:rPr lang="en-US" altLang="en-US"/>
              <a:t>Activities </a:t>
            </a:r>
          </a:p>
          <a:p>
            <a:pPr lvl="1" eaLnBrk="1" hangingPunct="1">
              <a:buFont typeface="Arial" charset="0"/>
              <a:buChar char="•"/>
            </a:pPr>
            <a:r>
              <a:rPr lang="en-US" altLang="en-US"/>
              <a:t>Represented by a box</a:t>
            </a:r>
          </a:p>
          <a:p>
            <a:pPr lvl="1" eaLnBrk="1" hangingPunct="1">
              <a:buFont typeface="Arial" charset="0"/>
              <a:buChar char="•"/>
            </a:pPr>
            <a:r>
              <a:rPr lang="en-US" altLang="en-US"/>
              <a:t>Consume time</a:t>
            </a:r>
          </a:p>
          <a:p>
            <a:pPr lvl="1" eaLnBrk="1" hangingPunct="1">
              <a:buFont typeface="Arial" charset="0"/>
              <a:buChar char="•"/>
            </a:pPr>
            <a:r>
              <a:rPr lang="en-US" altLang="en-US"/>
              <a:t>Described by verb</a:t>
            </a:r>
          </a:p>
          <a:p>
            <a:pPr eaLnBrk="1" hangingPunct="1">
              <a:buFont typeface="Arial" charset="0"/>
              <a:buChar char="•"/>
            </a:pPr>
            <a:r>
              <a:rPr lang="en-US" altLang="en-US"/>
              <a:t>Relationships</a:t>
            </a:r>
          </a:p>
          <a:p>
            <a:pPr lvl="1" eaLnBrk="1" hangingPunct="1">
              <a:buFont typeface="Arial" charset="0"/>
              <a:buChar char="•"/>
            </a:pPr>
            <a:r>
              <a:rPr lang="en-US" altLang="en-US"/>
              <a:t>Linked in serial sequence</a:t>
            </a:r>
          </a:p>
          <a:p>
            <a:pPr lvl="1" eaLnBrk="1" hangingPunct="1">
              <a:buFont typeface="Arial" charset="0"/>
              <a:buChar char="•"/>
            </a:pPr>
            <a:r>
              <a:rPr lang="en-US" altLang="en-US"/>
              <a:t>Complete concurrently</a:t>
            </a:r>
          </a:p>
          <a:p>
            <a:pPr lvl="1" eaLnBrk="1" hangingPunct="1">
              <a:buFont typeface="Arial" charset="0"/>
              <a:buChar char="•"/>
            </a:pPr>
            <a:endParaRPr lang="en-US" altLang="en-US"/>
          </a:p>
        </p:txBody>
      </p:sp>
      <p:pic>
        <p:nvPicPr>
          <p:cNvPr id="24580" name="Content Placeholder 4" descr="unnumbered figure 4 a.PNG"/>
          <p:cNvPicPr>
            <a:picLocks noGrp="1" noChangeAspect="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5943600" y="1400175"/>
            <a:ext cx="1152525" cy="876300"/>
          </a:xfrm>
        </p:spPr>
      </p:pic>
      <p:pic>
        <p:nvPicPr>
          <p:cNvPr id="2" name="Picture 1">
            <a:extLst>
              <a:ext uri="{FF2B5EF4-FFF2-40B4-BE49-F238E27FC236}">
                <a16:creationId xmlns:a16="http://schemas.microsoft.com/office/drawing/2014/main" id="{F2913303-307F-4F08-8D4D-686C14BE28DF}"/>
              </a:ext>
            </a:extLst>
          </p:cNvPr>
          <p:cNvPicPr>
            <a:picLocks noChangeAspect="1"/>
          </p:cNvPicPr>
          <p:nvPr/>
        </p:nvPicPr>
        <p:blipFill>
          <a:blip r:embed="rId4"/>
          <a:stretch>
            <a:fillRect/>
          </a:stretch>
        </p:blipFill>
        <p:spPr>
          <a:xfrm>
            <a:off x="4414837" y="2739231"/>
            <a:ext cx="4210050" cy="1123950"/>
          </a:xfrm>
          <a:prstGeom prst="rect">
            <a:avLst/>
          </a:prstGeom>
        </p:spPr>
      </p:pic>
      <p:pic>
        <p:nvPicPr>
          <p:cNvPr id="3" name="Picture 2">
            <a:extLst>
              <a:ext uri="{FF2B5EF4-FFF2-40B4-BE49-F238E27FC236}">
                <a16:creationId xmlns:a16="http://schemas.microsoft.com/office/drawing/2014/main" id="{4992E5BD-9E6C-4DE5-8922-386E997EFE02}"/>
              </a:ext>
            </a:extLst>
          </p:cNvPr>
          <p:cNvPicPr>
            <a:picLocks noChangeAspect="1"/>
          </p:cNvPicPr>
          <p:nvPr/>
        </p:nvPicPr>
        <p:blipFill>
          <a:blip r:embed="rId5"/>
          <a:stretch>
            <a:fillRect/>
          </a:stretch>
        </p:blipFill>
        <p:spPr>
          <a:xfrm>
            <a:off x="4425760" y="4392817"/>
            <a:ext cx="4269167" cy="173334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eaLnBrk="1" hangingPunct="1"/>
            <a:r>
              <a:rPr lang="en-US" altLang="en-US"/>
              <a:t>Loops</a:t>
            </a:r>
          </a:p>
        </p:txBody>
      </p:sp>
      <p:sp>
        <p:nvSpPr>
          <p:cNvPr id="25603" name="Content Placeholder 2"/>
          <p:cNvSpPr>
            <a:spLocks noGrp="1"/>
          </p:cNvSpPr>
          <p:nvPr>
            <p:ph sz="half" idx="1"/>
          </p:nvPr>
        </p:nvSpPr>
        <p:spPr>
          <a:xfrm>
            <a:off x="457200" y="1600200"/>
            <a:ext cx="4419600" cy="4525963"/>
          </a:xfrm>
        </p:spPr>
        <p:txBody>
          <a:bodyPr/>
          <a:lstStyle/>
          <a:p>
            <a:pPr eaLnBrk="1" hangingPunct="1">
              <a:buFont typeface="Arial" charset="0"/>
              <a:buChar char="•"/>
            </a:pPr>
            <a:r>
              <a:rPr lang="en-US" altLang="en-US"/>
              <a:t>Illogical relationship among activities</a:t>
            </a:r>
          </a:p>
          <a:p>
            <a:pPr eaLnBrk="1" hangingPunct="1">
              <a:buFont typeface="Arial" charset="0"/>
              <a:buChar char="•"/>
            </a:pPr>
            <a:r>
              <a:rPr lang="en-US" altLang="en-US"/>
              <a:t>Perpetually repeats itself</a:t>
            </a:r>
          </a:p>
          <a:p>
            <a:pPr eaLnBrk="1" hangingPunct="1">
              <a:buFont typeface="Arial" charset="0"/>
              <a:buChar char="•"/>
            </a:pPr>
            <a:r>
              <a:rPr lang="en-US" altLang="en-US"/>
              <a:t>Not acceptable</a:t>
            </a:r>
          </a:p>
        </p:txBody>
      </p:sp>
      <p:pic>
        <p:nvPicPr>
          <p:cNvPr id="4" name="Picture 3">
            <a:extLst>
              <a:ext uri="{FF2B5EF4-FFF2-40B4-BE49-F238E27FC236}">
                <a16:creationId xmlns:a16="http://schemas.microsoft.com/office/drawing/2014/main" id="{AD65105F-680F-42AF-A12B-FC366AD67262}"/>
              </a:ext>
            </a:extLst>
          </p:cNvPr>
          <p:cNvPicPr>
            <a:picLocks noChangeAspect="1"/>
          </p:cNvPicPr>
          <p:nvPr/>
        </p:nvPicPr>
        <p:blipFill>
          <a:blip r:embed="rId3"/>
          <a:stretch>
            <a:fillRect/>
          </a:stretch>
        </p:blipFill>
        <p:spPr>
          <a:xfrm>
            <a:off x="5043487" y="1752600"/>
            <a:ext cx="3248025" cy="141922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Title 1"/>
          <p:cNvSpPr>
            <a:spLocks noGrp="1"/>
          </p:cNvSpPr>
          <p:nvPr>
            <p:ph type="title"/>
          </p:nvPr>
        </p:nvSpPr>
        <p:spPr/>
        <p:txBody>
          <a:bodyPr/>
          <a:lstStyle/>
          <a:p>
            <a:pPr eaLnBrk="1" hangingPunct="1"/>
            <a:r>
              <a:rPr lang="en-US" altLang="en-US"/>
              <a:t>Laddering</a:t>
            </a:r>
          </a:p>
        </p:txBody>
      </p:sp>
      <p:sp>
        <p:nvSpPr>
          <p:cNvPr id="26628" name="Content Placeholder 2"/>
          <p:cNvSpPr>
            <a:spLocks noGrp="1"/>
          </p:cNvSpPr>
          <p:nvPr>
            <p:ph sz="half" idx="1"/>
          </p:nvPr>
        </p:nvSpPr>
        <p:spPr>
          <a:xfrm>
            <a:off x="457200" y="4648200"/>
            <a:ext cx="4114800" cy="1371600"/>
          </a:xfrm>
        </p:spPr>
        <p:txBody>
          <a:bodyPr/>
          <a:lstStyle/>
          <a:p>
            <a:pPr eaLnBrk="1" hangingPunct="1">
              <a:buFont typeface="Arial" charset="0"/>
              <a:buChar char="•"/>
            </a:pPr>
            <a:r>
              <a:rPr lang="en-US" altLang="en-US" sz="2000" dirty="0"/>
              <a:t>Ladder activities</a:t>
            </a:r>
          </a:p>
          <a:p>
            <a:pPr eaLnBrk="1" hangingPunct="1">
              <a:buFont typeface="Arial" charset="0"/>
              <a:buChar char="•"/>
            </a:pPr>
            <a:r>
              <a:rPr lang="en-US" altLang="en-US" sz="2000" dirty="0"/>
              <a:t>Allow for shortest possible time for completion</a:t>
            </a:r>
          </a:p>
          <a:p>
            <a:pPr eaLnBrk="1" hangingPunct="1">
              <a:buFont typeface="Arial" charset="0"/>
              <a:buChar char="•"/>
            </a:pPr>
            <a:r>
              <a:rPr lang="en-US" altLang="en-US" sz="2000" dirty="0"/>
              <a:t>Best use of the three workers and experts</a:t>
            </a:r>
          </a:p>
          <a:p>
            <a:pPr eaLnBrk="1" hangingPunct="1">
              <a:buFontTx/>
              <a:buNone/>
            </a:pPr>
            <a:endParaRPr lang="en-US" altLang="en-US" sz="2000" dirty="0"/>
          </a:p>
        </p:txBody>
      </p:sp>
      <p:sp>
        <p:nvSpPr>
          <p:cNvPr id="9" name="Content Placeholder 2"/>
          <p:cNvSpPr txBox="1">
            <a:spLocks/>
          </p:cNvSpPr>
          <p:nvPr/>
        </p:nvSpPr>
        <p:spPr bwMode="auto">
          <a:xfrm>
            <a:off x="533400" y="1371600"/>
            <a:ext cx="4343400" cy="1371600"/>
          </a:xfrm>
          <a:prstGeom prst="rect">
            <a:avLst/>
          </a:prstGeom>
          <a:noFill/>
          <a:ln w="9525">
            <a:noFill/>
            <a:miter lim="800000"/>
            <a:headEnd/>
            <a:tailEnd/>
          </a:ln>
        </p:spPr>
        <p:txBody>
          <a:bodyPr/>
          <a:lstStyle/>
          <a:p>
            <a:pPr marL="342900" indent="-342900">
              <a:spcBef>
                <a:spcPct val="20000"/>
              </a:spcBef>
              <a:buClr>
                <a:srgbClr val="00ADEE"/>
              </a:buClr>
              <a:buSzPct val="100000"/>
              <a:buFont typeface="Arial" pitchFamily="34" charset="0"/>
              <a:buChar char="•"/>
              <a:defRPr/>
            </a:pPr>
            <a:r>
              <a:rPr lang="en-US" sz="2000" dirty="0">
                <a:latin typeface="+mn-lt"/>
                <a:cs typeface="+mn-cs"/>
              </a:rPr>
              <a:t>Set of repeating activities</a:t>
            </a:r>
          </a:p>
          <a:p>
            <a:pPr marL="342900" indent="-342900">
              <a:spcBef>
                <a:spcPct val="20000"/>
              </a:spcBef>
              <a:buClr>
                <a:srgbClr val="00ADEE"/>
              </a:buClr>
              <a:buSzPct val="100000"/>
              <a:buFont typeface="Arial" pitchFamily="34" charset="0"/>
              <a:buChar char="•"/>
              <a:defRPr/>
            </a:pPr>
            <a:r>
              <a:rPr lang="en-US" sz="2000" dirty="0">
                <a:latin typeface="+mn-lt"/>
                <a:cs typeface="+mn-cs"/>
              </a:rPr>
              <a:t>Serial sequence</a:t>
            </a:r>
          </a:p>
          <a:p>
            <a:pPr marL="800100" lvl="1" indent="-342900">
              <a:spcBef>
                <a:spcPct val="20000"/>
              </a:spcBef>
              <a:buClr>
                <a:srgbClr val="00ADEE"/>
              </a:buClr>
              <a:buSzPct val="100000"/>
              <a:buFont typeface="Arial" pitchFamily="34" charset="0"/>
              <a:buChar char="•"/>
              <a:defRPr/>
            </a:pPr>
            <a:r>
              <a:rPr lang="en-US" sz="2000" dirty="0">
                <a:latin typeface="+mn-lt"/>
                <a:cs typeface="+mn-cs"/>
              </a:rPr>
              <a:t>One work </a:t>
            </a:r>
          </a:p>
          <a:p>
            <a:pPr marL="800100" lvl="1" indent="-342900">
              <a:spcBef>
                <a:spcPct val="20000"/>
              </a:spcBef>
              <a:buClr>
                <a:srgbClr val="00ADEE"/>
              </a:buClr>
              <a:buSzPct val="100000"/>
              <a:buFont typeface="Arial" pitchFamily="34" charset="0"/>
              <a:buChar char="•"/>
              <a:defRPr/>
            </a:pPr>
            <a:r>
              <a:rPr lang="en-US" sz="2000" dirty="0">
                <a:latin typeface="+mn-lt"/>
                <a:cs typeface="+mn-cs"/>
              </a:rPr>
              <a:t>Two wait</a:t>
            </a:r>
          </a:p>
          <a:p>
            <a:pPr marL="342900" indent="-342900">
              <a:spcBef>
                <a:spcPct val="20000"/>
              </a:spcBef>
              <a:buSzPct val="75000"/>
              <a:defRPr/>
            </a:pPr>
            <a:endParaRPr lang="en-US" sz="2000" dirty="0">
              <a:latin typeface="+mn-lt"/>
              <a:cs typeface="+mn-cs"/>
            </a:endParaRPr>
          </a:p>
        </p:txBody>
      </p:sp>
      <p:sp>
        <p:nvSpPr>
          <p:cNvPr id="10" name="Content Placeholder 2"/>
          <p:cNvSpPr txBox="1">
            <a:spLocks/>
          </p:cNvSpPr>
          <p:nvPr/>
        </p:nvSpPr>
        <p:spPr bwMode="auto">
          <a:xfrm>
            <a:off x="457200" y="3276600"/>
            <a:ext cx="4038600" cy="914400"/>
          </a:xfrm>
          <a:prstGeom prst="rect">
            <a:avLst/>
          </a:prstGeom>
          <a:noFill/>
          <a:ln w="9525">
            <a:noFill/>
            <a:miter lim="800000"/>
            <a:headEnd/>
            <a:tailEnd/>
          </a:ln>
        </p:spPr>
        <p:txBody>
          <a:bodyPr/>
          <a:lstStyle/>
          <a:p>
            <a:pPr marL="342900" indent="-342900">
              <a:spcBef>
                <a:spcPct val="20000"/>
              </a:spcBef>
              <a:buClr>
                <a:srgbClr val="00ADEE"/>
              </a:buClr>
              <a:buSzPct val="100000"/>
              <a:buFont typeface="Arial" pitchFamily="34" charset="0"/>
              <a:buChar char="•"/>
              <a:defRPr/>
            </a:pPr>
            <a:r>
              <a:rPr lang="en-US" sz="2000" dirty="0">
                <a:latin typeface="+mn-lt"/>
                <a:cs typeface="+mn-cs"/>
              </a:rPr>
              <a:t>Can be performed at same time</a:t>
            </a:r>
          </a:p>
          <a:p>
            <a:pPr marL="342900" indent="-342900">
              <a:spcBef>
                <a:spcPct val="20000"/>
              </a:spcBef>
              <a:buClr>
                <a:srgbClr val="00ADEE"/>
              </a:buClr>
              <a:buSzPct val="100000"/>
              <a:buFont typeface="Arial" pitchFamily="34" charset="0"/>
              <a:buChar char="•"/>
              <a:defRPr/>
            </a:pPr>
            <a:r>
              <a:rPr lang="en-US" sz="2000" dirty="0">
                <a:latin typeface="+mn-lt"/>
                <a:cs typeface="+mn-cs"/>
              </a:rPr>
              <a:t>Would need triple resources</a:t>
            </a:r>
          </a:p>
          <a:p>
            <a:pPr marL="342900" indent="-342900">
              <a:spcBef>
                <a:spcPct val="20000"/>
              </a:spcBef>
              <a:buSzPct val="75000"/>
              <a:defRPr/>
            </a:pPr>
            <a:endParaRPr lang="en-US" sz="2000" dirty="0">
              <a:latin typeface="+mn-lt"/>
              <a:cs typeface="+mn-cs"/>
            </a:endParaRPr>
          </a:p>
        </p:txBody>
      </p:sp>
      <p:pic>
        <p:nvPicPr>
          <p:cNvPr id="4" name="Picture 3">
            <a:extLst>
              <a:ext uri="{FF2B5EF4-FFF2-40B4-BE49-F238E27FC236}">
                <a16:creationId xmlns:a16="http://schemas.microsoft.com/office/drawing/2014/main" id="{2920FFFC-FA4D-40B5-967F-36192739F172}"/>
              </a:ext>
            </a:extLst>
          </p:cNvPr>
          <p:cNvPicPr>
            <a:picLocks noChangeAspect="1"/>
          </p:cNvPicPr>
          <p:nvPr/>
        </p:nvPicPr>
        <p:blipFill>
          <a:blip r:embed="rId3"/>
          <a:stretch>
            <a:fillRect/>
          </a:stretch>
        </p:blipFill>
        <p:spPr>
          <a:xfrm>
            <a:off x="3009900" y="1801677"/>
            <a:ext cx="5676900" cy="816246"/>
          </a:xfrm>
          <a:prstGeom prst="rect">
            <a:avLst/>
          </a:prstGeom>
        </p:spPr>
      </p:pic>
      <p:pic>
        <p:nvPicPr>
          <p:cNvPr id="5" name="Picture 4">
            <a:extLst>
              <a:ext uri="{FF2B5EF4-FFF2-40B4-BE49-F238E27FC236}">
                <a16:creationId xmlns:a16="http://schemas.microsoft.com/office/drawing/2014/main" id="{88613A4B-D7AA-47C3-BD05-79A19250F197}"/>
              </a:ext>
            </a:extLst>
          </p:cNvPr>
          <p:cNvPicPr>
            <a:picLocks noChangeAspect="1"/>
          </p:cNvPicPr>
          <p:nvPr/>
        </p:nvPicPr>
        <p:blipFill>
          <a:blip r:embed="rId4"/>
          <a:stretch>
            <a:fillRect/>
          </a:stretch>
        </p:blipFill>
        <p:spPr>
          <a:xfrm>
            <a:off x="4293394" y="2669487"/>
            <a:ext cx="4214812" cy="1712082"/>
          </a:xfrm>
          <a:prstGeom prst="rect">
            <a:avLst/>
          </a:prstGeom>
        </p:spPr>
      </p:pic>
      <p:pic>
        <p:nvPicPr>
          <p:cNvPr id="6" name="Picture 5">
            <a:extLst>
              <a:ext uri="{FF2B5EF4-FFF2-40B4-BE49-F238E27FC236}">
                <a16:creationId xmlns:a16="http://schemas.microsoft.com/office/drawing/2014/main" id="{207115B6-C587-477C-BBCA-E80ED79D20F4}"/>
              </a:ext>
            </a:extLst>
          </p:cNvPr>
          <p:cNvPicPr>
            <a:picLocks noChangeAspect="1"/>
          </p:cNvPicPr>
          <p:nvPr/>
        </p:nvPicPr>
        <p:blipFill>
          <a:blip r:embed="rId5"/>
          <a:stretch>
            <a:fillRect/>
          </a:stretch>
        </p:blipFill>
        <p:spPr>
          <a:xfrm>
            <a:off x="4495800" y="4602162"/>
            <a:ext cx="4457700" cy="175030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4"/>
          <p:cNvSpPr>
            <a:spLocks noGrp="1"/>
          </p:cNvSpPr>
          <p:nvPr>
            <p:ph type="title"/>
          </p:nvPr>
        </p:nvSpPr>
        <p:spPr/>
        <p:txBody>
          <a:bodyPr/>
          <a:lstStyle/>
          <a:p>
            <a:pPr eaLnBrk="1" hangingPunct="1"/>
            <a:r>
              <a:rPr lang="en-US" altLang="en-US" dirty="0"/>
              <a:t>Create network diagram</a:t>
            </a:r>
          </a:p>
        </p:txBody>
      </p:sp>
      <p:sp>
        <p:nvSpPr>
          <p:cNvPr id="27651" name="Text Placeholder 5"/>
          <p:cNvSpPr>
            <a:spLocks noGrp="1"/>
          </p:cNvSpPr>
          <p:nvPr>
            <p:ph type="body" idx="1"/>
          </p:nvPr>
        </p:nvSpPr>
        <p:spPr/>
        <p:txBody>
          <a:bodyPr/>
          <a:lstStyle/>
          <a:p>
            <a:pPr eaLnBrk="1" hangingPunct="1"/>
            <a:r>
              <a:rPr lang="en-US" altLang="en-US" dirty="0"/>
              <a:t>Tips and techniques</a:t>
            </a:r>
          </a:p>
        </p:txBody>
      </p:sp>
      <p:sp>
        <p:nvSpPr>
          <p:cNvPr id="27652" name="Content Placeholder 6"/>
          <p:cNvSpPr>
            <a:spLocks noGrp="1"/>
          </p:cNvSpPr>
          <p:nvPr>
            <p:ph sz="half" idx="2"/>
          </p:nvPr>
        </p:nvSpPr>
        <p:spPr/>
        <p:txBody>
          <a:bodyPr/>
          <a:lstStyle/>
          <a:p>
            <a:pPr eaLnBrk="1" hangingPunct="1">
              <a:buFont typeface="Arial" charset="0"/>
              <a:buChar char="•"/>
            </a:pPr>
            <a:r>
              <a:rPr lang="en-US" altLang="en-US" sz="2000" dirty="0"/>
              <a:t>Logical sequence of activities</a:t>
            </a:r>
          </a:p>
          <a:p>
            <a:pPr eaLnBrk="1" hangingPunct="1">
              <a:buFont typeface="Arial" charset="0"/>
              <a:buChar char="•"/>
            </a:pPr>
            <a:r>
              <a:rPr lang="en-US" altLang="en-US" sz="2000" dirty="0"/>
              <a:t>Show dependent relationships</a:t>
            </a:r>
          </a:p>
          <a:p>
            <a:pPr eaLnBrk="1" hangingPunct="1">
              <a:buFont typeface="Arial" charset="0"/>
              <a:buChar char="•"/>
            </a:pPr>
            <a:r>
              <a:rPr lang="en-US" altLang="en-US" sz="2000" dirty="0"/>
              <a:t>Elaborate as project progresses</a:t>
            </a:r>
          </a:p>
          <a:p>
            <a:pPr eaLnBrk="1" hangingPunct="1">
              <a:buFont typeface="Arial" charset="0"/>
              <a:buChar char="•"/>
            </a:pPr>
            <a:r>
              <a:rPr lang="en-US" altLang="en-US" sz="2000" dirty="0"/>
              <a:t>Use subnetworks for similar activity sequences and relationships</a:t>
            </a:r>
          </a:p>
        </p:txBody>
      </p:sp>
      <p:sp>
        <p:nvSpPr>
          <p:cNvPr id="27653" name="Text Placeholder 7"/>
          <p:cNvSpPr>
            <a:spLocks noGrp="1"/>
          </p:cNvSpPr>
          <p:nvPr>
            <p:ph type="body" sz="quarter" idx="3"/>
          </p:nvPr>
        </p:nvSpPr>
        <p:spPr/>
        <p:txBody>
          <a:bodyPr/>
          <a:lstStyle/>
          <a:p>
            <a:pPr eaLnBrk="1" hangingPunct="1"/>
            <a:r>
              <a:rPr lang="en-US" altLang="en-US" dirty="0"/>
              <a:t>Development of diagram</a:t>
            </a:r>
          </a:p>
        </p:txBody>
      </p:sp>
      <p:sp>
        <p:nvSpPr>
          <p:cNvPr id="27654" name="Content Placeholder 8"/>
          <p:cNvSpPr>
            <a:spLocks noGrp="1"/>
          </p:cNvSpPr>
          <p:nvPr>
            <p:ph sz="quarter" idx="4"/>
          </p:nvPr>
        </p:nvSpPr>
        <p:spPr/>
        <p:txBody>
          <a:bodyPr/>
          <a:lstStyle/>
          <a:p>
            <a:pPr eaLnBrk="1" hangingPunct="1">
              <a:buFont typeface="Arial" charset="0"/>
              <a:buChar char="•"/>
            </a:pPr>
            <a:r>
              <a:rPr lang="en-US" altLang="en-US" sz="2000"/>
              <a:t>Questions to answer</a:t>
            </a:r>
          </a:p>
          <a:p>
            <a:pPr lvl="1" eaLnBrk="1" hangingPunct="1">
              <a:buFont typeface="Arial" charset="0"/>
              <a:buChar char="•"/>
            </a:pPr>
            <a:r>
              <a:rPr lang="en-US" altLang="en-US" sz="1800"/>
              <a:t>Finish before next start?</a:t>
            </a:r>
          </a:p>
          <a:p>
            <a:pPr lvl="1" eaLnBrk="1" hangingPunct="1">
              <a:buFont typeface="Arial" charset="0"/>
              <a:buChar char="•"/>
            </a:pPr>
            <a:r>
              <a:rPr lang="en-US" altLang="en-US" sz="1800"/>
              <a:t>Done concurrently?</a:t>
            </a:r>
          </a:p>
          <a:p>
            <a:pPr lvl="1" eaLnBrk="1" hangingPunct="1">
              <a:buFont typeface="Arial" charset="0"/>
              <a:buChar char="•"/>
            </a:pPr>
            <a:r>
              <a:rPr lang="en-US" altLang="en-US" sz="1800"/>
              <a:t>Cannot be started next?</a:t>
            </a:r>
          </a:p>
          <a:p>
            <a:pPr eaLnBrk="1" hangingPunct="1">
              <a:buFont typeface="Arial" charset="0"/>
              <a:buChar char="•"/>
            </a:pPr>
            <a:r>
              <a:rPr lang="en-US" altLang="en-US" sz="2000"/>
              <a:t>Guidelines for detail level</a:t>
            </a:r>
          </a:p>
          <a:p>
            <a:pPr lvl="1" eaLnBrk="1" hangingPunct="1">
              <a:buFont typeface="Arial" charset="0"/>
              <a:buChar char="•"/>
            </a:pPr>
            <a:r>
              <a:rPr lang="en-US" altLang="en-US" sz="1800"/>
              <a:t>Define each work package</a:t>
            </a:r>
          </a:p>
          <a:p>
            <a:pPr lvl="1" eaLnBrk="1" hangingPunct="1">
              <a:buFont typeface="Arial" charset="0"/>
              <a:buChar char="•"/>
            </a:pPr>
            <a:r>
              <a:rPr lang="en-US" altLang="en-US" sz="1800"/>
              <a:t>Draw summary level network then add detail</a:t>
            </a:r>
          </a:p>
          <a:p>
            <a:pPr lvl="1" eaLnBrk="1" hangingPunct="1">
              <a:buFont typeface="Arial" charset="0"/>
              <a:buChar char="•"/>
            </a:pPr>
            <a:r>
              <a:rPr lang="en-US" altLang="en-US" sz="1800"/>
              <a:t>Detail to responsibility or deliverable change</a:t>
            </a:r>
          </a:p>
          <a:p>
            <a:pPr lvl="1" eaLnBrk="1" hangingPunct="1">
              <a:buFont typeface="Arial" charset="0"/>
              <a:buChar char="•"/>
            </a:pPr>
            <a:r>
              <a:rPr lang="en-US" altLang="en-US" sz="1800"/>
              <a:t>Duration less than project progress review</a:t>
            </a:r>
          </a:p>
          <a:p>
            <a:pPr eaLnBrk="1" hangingPunct="1">
              <a:buFontTx/>
              <a:buBlip>
                <a:blip r:embed="rId3"/>
              </a:buBlip>
            </a:pPr>
            <a:endParaRPr lang="en-US"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6"/>
          <p:cNvSpPr>
            <a:spLocks noGrp="1"/>
          </p:cNvSpPr>
          <p:nvPr>
            <p:ph type="title"/>
          </p:nvPr>
        </p:nvSpPr>
        <p:spPr>
          <a:xfrm>
            <a:off x="457200" y="407039"/>
            <a:ext cx="8686800" cy="1143000"/>
          </a:xfrm>
        </p:spPr>
        <p:txBody>
          <a:bodyPr/>
          <a:lstStyle/>
          <a:p>
            <a:pPr eaLnBrk="1" hangingPunct="1"/>
            <a:r>
              <a:rPr lang="en-US" altLang="en-US" dirty="0"/>
              <a:t>Planning for Information Systems Development</a:t>
            </a:r>
          </a:p>
        </p:txBody>
      </p:sp>
      <p:sp>
        <p:nvSpPr>
          <p:cNvPr id="28675" name="Text Placeholder 8"/>
          <p:cNvSpPr>
            <a:spLocks noGrp="1"/>
          </p:cNvSpPr>
          <p:nvPr>
            <p:ph type="body" idx="1"/>
          </p:nvPr>
        </p:nvSpPr>
        <p:spPr/>
        <p:txBody>
          <a:bodyPr/>
          <a:lstStyle/>
          <a:p>
            <a:pPr eaLnBrk="1" hangingPunct="1"/>
            <a:r>
              <a:rPr lang="en-US" altLang="en-US"/>
              <a:t>Definition</a:t>
            </a:r>
          </a:p>
        </p:txBody>
      </p:sp>
      <p:sp>
        <p:nvSpPr>
          <p:cNvPr id="28676" name="Content Placeholder 9"/>
          <p:cNvSpPr>
            <a:spLocks noGrp="1"/>
          </p:cNvSpPr>
          <p:nvPr>
            <p:ph sz="half" idx="2"/>
          </p:nvPr>
        </p:nvSpPr>
        <p:spPr/>
        <p:txBody>
          <a:bodyPr/>
          <a:lstStyle/>
          <a:p>
            <a:pPr eaLnBrk="1" hangingPunct="1">
              <a:buFont typeface="Arial" charset="0"/>
              <a:buChar char="•"/>
            </a:pPr>
            <a:r>
              <a:rPr lang="en-US" altLang="en-US" dirty="0"/>
              <a:t>Computer-based system</a:t>
            </a:r>
          </a:p>
          <a:p>
            <a:pPr lvl="1" eaLnBrk="1" hangingPunct="1"/>
            <a:r>
              <a:rPr lang="en-US" altLang="en-US" dirty="0"/>
              <a:t>Accepts data as input</a:t>
            </a:r>
          </a:p>
          <a:p>
            <a:pPr lvl="1" eaLnBrk="1" hangingPunct="1"/>
            <a:r>
              <a:rPr lang="en-US" altLang="en-US" dirty="0"/>
              <a:t>Processes the data </a:t>
            </a:r>
          </a:p>
          <a:p>
            <a:pPr lvl="1" eaLnBrk="1" hangingPunct="1"/>
            <a:r>
              <a:rPr lang="en-US" altLang="en-US" dirty="0"/>
              <a:t>Produces useful information</a:t>
            </a:r>
          </a:p>
          <a:p>
            <a:pPr eaLnBrk="1" hangingPunct="1">
              <a:buFont typeface="Arial" charset="0"/>
              <a:buChar char="•"/>
            </a:pPr>
            <a:r>
              <a:rPr lang="en-US" altLang="en-US" dirty="0"/>
              <a:t>Examples</a:t>
            </a:r>
          </a:p>
          <a:p>
            <a:pPr lvl="1" eaLnBrk="1" hangingPunct="1"/>
            <a:r>
              <a:rPr lang="en-US" altLang="en-US" dirty="0" err="1"/>
              <a:t>Computerised</a:t>
            </a:r>
            <a:r>
              <a:rPr lang="en-US" altLang="en-US" dirty="0"/>
              <a:t> order entry </a:t>
            </a:r>
          </a:p>
          <a:p>
            <a:pPr lvl="1" eaLnBrk="1" hangingPunct="1"/>
            <a:r>
              <a:rPr lang="en-US" altLang="en-US" dirty="0"/>
              <a:t>E-commerce</a:t>
            </a:r>
          </a:p>
          <a:p>
            <a:pPr lvl="1" eaLnBrk="1" hangingPunct="1"/>
            <a:r>
              <a:rPr lang="en-US" altLang="en-US" dirty="0"/>
              <a:t>Automatic teller machines</a:t>
            </a:r>
          </a:p>
          <a:p>
            <a:pPr lvl="1" eaLnBrk="1" hangingPunct="1"/>
            <a:r>
              <a:rPr lang="en-US" altLang="en-US" dirty="0"/>
              <a:t>Billing, payroll, and inventory</a:t>
            </a:r>
          </a:p>
        </p:txBody>
      </p:sp>
      <p:sp>
        <p:nvSpPr>
          <p:cNvPr id="28677" name="Text Placeholder 10"/>
          <p:cNvSpPr>
            <a:spLocks noGrp="1"/>
          </p:cNvSpPr>
          <p:nvPr>
            <p:ph type="body" sz="quarter" idx="3"/>
          </p:nvPr>
        </p:nvSpPr>
        <p:spPr>
          <a:xfrm>
            <a:off x="4495800" y="1535113"/>
            <a:ext cx="4419600" cy="639762"/>
          </a:xfrm>
        </p:spPr>
        <p:txBody>
          <a:bodyPr/>
          <a:lstStyle/>
          <a:p>
            <a:pPr eaLnBrk="1" hangingPunct="1"/>
            <a:r>
              <a:rPr lang="en-US" altLang="en-US"/>
              <a:t>Process</a:t>
            </a:r>
          </a:p>
        </p:txBody>
      </p:sp>
      <p:sp>
        <p:nvSpPr>
          <p:cNvPr id="28678" name="Content Placeholder 11"/>
          <p:cNvSpPr>
            <a:spLocks noGrp="1"/>
          </p:cNvSpPr>
          <p:nvPr>
            <p:ph sz="quarter" idx="4"/>
          </p:nvPr>
        </p:nvSpPr>
        <p:spPr>
          <a:xfrm>
            <a:off x="4495800" y="2174875"/>
            <a:ext cx="4495800" cy="3951288"/>
          </a:xfrm>
        </p:spPr>
        <p:txBody>
          <a:bodyPr/>
          <a:lstStyle/>
          <a:p>
            <a:pPr eaLnBrk="1" hangingPunct="1">
              <a:buFont typeface="Arial" charset="0"/>
              <a:buChar char="•"/>
            </a:pPr>
            <a:r>
              <a:rPr lang="en-US" altLang="en-US" dirty="0"/>
              <a:t>Plan, execute, and control</a:t>
            </a:r>
          </a:p>
          <a:p>
            <a:pPr eaLnBrk="1" hangingPunct="1">
              <a:buFont typeface="Arial" charset="0"/>
              <a:buChar char="•"/>
            </a:pPr>
            <a:r>
              <a:rPr lang="en-US" altLang="en-US" dirty="0"/>
              <a:t>Systems development life cycle</a:t>
            </a:r>
          </a:p>
          <a:p>
            <a:pPr lvl="1" eaLnBrk="1" hangingPunct="1">
              <a:buFont typeface="Arial" charset="0"/>
              <a:buChar char="•"/>
            </a:pPr>
            <a:r>
              <a:rPr lang="en-US" altLang="en-US" dirty="0"/>
              <a:t>Problem definition</a:t>
            </a:r>
          </a:p>
          <a:p>
            <a:pPr lvl="1" eaLnBrk="1" hangingPunct="1">
              <a:buFont typeface="Arial" charset="0"/>
              <a:buChar char="•"/>
            </a:pPr>
            <a:r>
              <a:rPr lang="en-US" altLang="en-US" dirty="0"/>
              <a:t>System analysis</a:t>
            </a:r>
          </a:p>
          <a:p>
            <a:pPr lvl="1" eaLnBrk="1" hangingPunct="1">
              <a:buFont typeface="Arial" charset="0"/>
              <a:buChar char="•"/>
            </a:pPr>
            <a:r>
              <a:rPr lang="en-US" altLang="en-US" dirty="0"/>
              <a:t>System design</a:t>
            </a:r>
          </a:p>
          <a:p>
            <a:pPr lvl="1" eaLnBrk="1" hangingPunct="1">
              <a:buFont typeface="Arial" charset="0"/>
              <a:buChar char="•"/>
            </a:pPr>
            <a:r>
              <a:rPr lang="en-US" altLang="en-US" dirty="0"/>
              <a:t>System development</a:t>
            </a:r>
          </a:p>
          <a:p>
            <a:pPr lvl="1" eaLnBrk="1" hangingPunct="1">
              <a:buFont typeface="Arial" charset="0"/>
              <a:buChar char="•"/>
            </a:pPr>
            <a:r>
              <a:rPr lang="en-US" altLang="en-US" dirty="0"/>
              <a:t>System testing</a:t>
            </a:r>
          </a:p>
          <a:p>
            <a:pPr lvl="1" eaLnBrk="1" hangingPunct="1">
              <a:buFont typeface="Arial" charset="0"/>
              <a:buChar char="•"/>
            </a:pPr>
            <a:r>
              <a:rPr lang="en-US" altLang="en-US" dirty="0"/>
              <a:t>System implementation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Title 1"/>
          <p:cNvSpPr>
            <a:spLocks noGrp="1"/>
          </p:cNvSpPr>
          <p:nvPr>
            <p:ph type="title"/>
          </p:nvPr>
        </p:nvSpPr>
        <p:spPr>
          <a:xfrm>
            <a:off x="457200" y="433633"/>
            <a:ext cx="8229600" cy="1143000"/>
          </a:xfrm>
        </p:spPr>
        <p:txBody>
          <a:bodyPr/>
          <a:lstStyle/>
          <a:p>
            <a:pPr eaLnBrk="1" hangingPunct="1"/>
            <a:r>
              <a:rPr lang="en-US" altLang="en-US" dirty="0"/>
              <a:t>An IS example: Internet applications development for </a:t>
            </a:r>
            <a:r>
              <a:rPr lang="en-US" altLang="en-US" dirty="0" err="1"/>
              <a:t>Ukudala</a:t>
            </a:r>
            <a:r>
              <a:rPr lang="en-US" altLang="en-US" dirty="0"/>
              <a:t> Office Designs</a:t>
            </a:r>
          </a:p>
        </p:txBody>
      </p:sp>
      <p:sp>
        <p:nvSpPr>
          <p:cNvPr id="29699" name="Text Placeholder 2"/>
          <p:cNvSpPr>
            <a:spLocks noGrp="1"/>
          </p:cNvSpPr>
          <p:nvPr>
            <p:ph type="body" idx="1"/>
          </p:nvPr>
        </p:nvSpPr>
        <p:spPr/>
        <p:txBody>
          <a:bodyPr/>
          <a:lstStyle/>
          <a:p>
            <a:pPr eaLnBrk="1" hangingPunct="1"/>
            <a:r>
              <a:rPr lang="en-US" altLang="en-US" dirty="0" err="1"/>
              <a:t>Ukudala</a:t>
            </a:r>
            <a:r>
              <a:rPr lang="en-US" altLang="en-US" dirty="0"/>
              <a:t> Office Designs</a:t>
            </a:r>
          </a:p>
        </p:txBody>
      </p:sp>
      <p:sp>
        <p:nvSpPr>
          <p:cNvPr id="29700" name="Content Placeholder 3"/>
          <p:cNvSpPr>
            <a:spLocks noGrp="1"/>
          </p:cNvSpPr>
          <p:nvPr>
            <p:ph sz="half" idx="2"/>
          </p:nvPr>
        </p:nvSpPr>
        <p:spPr/>
        <p:txBody>
          <a:bodyPr/>
          <a:lstStyle/>
          <a:p>
            <a:pPr eaLnBrk="1" hangingPunct="1">
              <a:buFont typeface="Arial" charset="0"/>
              <a:buChar char="•"/>
            </a:pPr>
            <a:r>
              <a:rPr lang="en-US" altLang="en-US" sz="2000" dirty="0"/>
              <a:t>Large number of sales representatives</a:t>
            </a:r>
          </a:p>
          <a:p>
            <a:pPr eaLnBrk="1" hangingPunct="1">
              <a:buFont typeface="Arial" charset="0"/>
              <a:buChar char="•"/>
            </a:pPr>
            <a:r>
              <a:rPr lang="en-US" altLang="en-US" sz="2000" dirty="0"/>
              <a:t>Sell office furniture to major companies</a:t>
            </a:r>
          </a:p>
          <a:p>
            <a:pPr eaLnBrk="1" hangingPunct="1">
              <a:buFont typeface="Arial" charset="0"/>
              <a:buChar char="•"/>
            </a:pPr>
            <a:r>
              <a:rPr lang="en-US" altLang="en-US" sz="2000" dirty="0"/>
              <a:t>State assignments in four regions</a:t>
            </a:r>
          </a:p>
          <a:p>
            <a:pPr eaLnBrk="1" hangingPunct="1">
              <a:buFont typeface="Arial" charset="0"/>
              <a:buChar char="•"/>
            </a:pPr>
            <a:r>
              <a:rPr lang="en-US" altLang="en-US" sz="2000" dirty="0"/>
              <a:t>Management monitor state and regional sales</a:t>
            </a:r>
          </a:p>
          <a:p>
            <a:pPr eaLnBrk="1" hangingPunct="1">
              <a:buFont typeface="Arial" charset="0"/>
              <a:buChar char="•"/>
            </a:pPr>
            <a:r>
              <a:rPr lang="en-US" altLang="en-US" sz="2000" dirty="0"/>
              <a:t>Build web-based IS system to track prices, inventory, and competition</a:t>
            </a:r>
          </a:p>
        </p:txBody>
      </p:sp>
      <p:sp>
        <p:nvSpPr>
          <p:cNvPr id="29701" name="Text Placeholder 4"/>
          <p:cNvSpPr>
            <a:spLocks noGrp="1"/>
          </p:cNvSpPr>
          <p:nvPr>
            <p:ph type="body" sz="quarter" idx="3"/>
          </p:nvPr>
        </p:nvSpPr>
        <p:spPr/>
        <p:txBody>
          <a:bodyPr/>
          <a:lstStyle/>
          <a:p>
            <a:pPr eaLnBrk="1" hangingPunct="1"/>
            <a:r>
              <a:rPr lang="en-US" altLang="en-US"/>
              <a:t>Project</a:t>
            </a:r>
          </a:p>
        </p:txBody>
      </p:sp>
      <p:sp>
        <p:nvSpPr>
          <p:cNvPr id="29702" name="Content Placeholder 5"/>
          <p:cNvSpPr>
            <a:spLocks noGrp="1"/>
          </p:cNvSpPr>
          <p:nvPr>
            <p:ph sz="quarter" idx="4"/>
          </p:nvPr>
        </p:nvSpPr>
        <p:spPr/>
        <p:txBody>
          <a:bodyPr/>
          <a:lstStyle/>
          <a:p>
            <a:pPr eaLnBrk="1" hangingPunct="1">
              <a:buFont typeface="Arial" charset="0"/>
              <a:buChar char="•"/>
            </a:pPr>
            <a:r>
              <a:rPr lang="en-US" altLang="en-US"/>
              <a:t>Project manager identified</a:t>
            </a:r>
          </a:p>
          <a:p>
            <a:pPr eaLnBrk="1" hangingPunct="1">
              <a:buFont typeface="Arial" charset="0"/>
              <a:buChar char="•"/>
            </a:pPr>
            <a:r>
              <a:rPr lang="en-US" altLang="en-US"/>
              <a:t>WBS follows SDLC</a:t>
            </a:r>
          </a:p>
          <a:p>
            <a:pPr eaLnBrk="1" hangingPunct="1">
              <a:buFont typeface="Arial" charset="0"/>
              <a:buChar char="•"/>
            </a:pPr>
            <a:r>
              <a:rPr lang="en-US" altLang="en-US"/>
              <a:t>Responsibility assignment matrix completed</a:t>
            </a:r>
          </a:p>
          <a:p>
            <a:pPr eaLnBrk="1" hangingPunct="1">
              <a:buFont typeface="Arial" charset="0"/>
              <a:buChar char="•"/>
            </a:pPr>
            <a:r>
              <a:rPr lang="en-US" altLang="en-US"/>
              <a:t>List of tasks compiled and predecessors identified</a:t>
            </a:r>
          </a:p>
          <a:p>
            <a:pPr eaLnBrk="1" hangingPunct="1">
              <a:buFont typeface="Arial" charset="0"/>
              <a:buChar char="•"/>
            </a:pPr>
            <a:r>
              <a:rPr lang="en-US" altLang="en-US"/>
              <a:t>Network diagram created</a:t>
            </a:r>
          </a:p>
        </p:txBody>
      </p:sp>
      <p:sp>
        <p:nvSpPr>
          <p:cNvPr id="29703" name="Rectangle 9"/>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rgbClr val="00ADEE"/>
              </a:buClr>
              <a:buSzPct val="100000"/>
              <a:buFont typeface="Arial" charset="0"/>
              <a:buChar char="•"/>
              <a:defRPr sz="2800">
                <a:solidFill>
                  <a:schemeClr val="tx1"/>
                </a:solidFill>
                <a:latin typeface="Calibri" pitchFamily="34" charset="0"/>
              </a:defRPr>
            </a:lvl1pPr>
            <a:lvl2pPr marL="742950" indent="-285750" eaLnBrk="0" hangingPunct="0">
              <a:spcBef>
                <a:spcPct val="20000"/>
              </a:spcBef>
              <a:buClr>
                <a:srgbClr val="00ADEE"/>
              </a:buClr>
              <a:buSzPct val="100000"/>
              <a:buFont typeface="Arial" charset="0"/>
              <a:buChar char="•"/>
              <a:defRPr sz="2400">
                <a:solidFill>
                  <a:schemeClr val="tx1"/>
                </a:solidFill>
                <a:latin typeface="Calibri" pitchFamily="34" charset="0"/>
              </a:defRPr>
            </a:lvl2pPr>
            <a:lvl3pPr marL="1143000" indent="-228600" eaLnBrk="0" hangingPunct="0">
              <a:spcBef>
                <a:spcPct val="20000"/>
              </a:spcBef>
              <a:buClr>
                <a:srgbClr val="00ADEE"/>
              </a:buClr>
              <a:buSzPct val="100000"/>
              <a:buFont typeface="Arial" charset="0"/>
              <a:buChar char="•"/>
              <a:defRPr sz="2000">
                <a:solidFill>
                  <a:schemeClr val="tx1"/>
                </a:solidFill>
                <a:latin typeface="Calibri" pitchFamily="34" charset="0"/>
              </a:defRPr>
            </a:lvl3pPr>
            <a:lvl4pPr marL="1600200" indent="-228600" eaLnBrk="0" hangingPunct="0">
              <a:spcBef>
                <a:spcPct val="20000"/>
              </a:spcBef>
              <a:buClr>
                <a:srgbClr val="00ADEE"/>
              </a:buClr>
              <a:buSzPct val="100000"/>
              <a:buFont typeface="Arial" charset="0"/>
              <a:buChar char="•"/>
              <a:defRPr sz="2000">
                <a:solidFill>
                  <a:schemeClr val="tx1"/>
                </a:solidFill>
                <a:latin typeface="Calibri" pitchFamily="34" charset="0"/>
              </a:defRPr>
            </a:lvl4pPr>
            <a:lvl5pPr marL="2057400" indent="-228600" eaLnBrk="0" hangingPunct="0">
              <a:spcBef>
                <a:spcPct val="20000"/>
              </a:spcBef>
              <a:buClr>
                <a:srgbClr val="00ADEE"/>
              </a:buClr>
              <a:buSzPct val="100000"/>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Clr>
                <a:srgbClr val="00ADEE"/>
              </a:buClr>
              <a:buSzPct val="100000"/>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Clr>
                <a:srgbClr val="00ADEE"/>
              </a:buClr>
              <a:buSzPct val="100000"/>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Clr>
                <a:srgbClr val="00ADEE"/>
              </a:buClr>
              <a:buSzPct val="100000"/>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Clr>
                <a:srgbClr val="00ADEE"/>
              </a:buClr>
              <a:buSzPct val="100000"/>
              <a:buFont typeface="Arial" charset="0"/>
              <a:buChar char="•"/>
              <a:defRPr sz="2000">
                <a:solidFill>
                  <a:schemeClr val="tx1"/>
                </a:solidFill>
                <a:latin typeface="Calibri" pitchFamily="34" charset="0"/>
              </a:defRPr>
            </a:lvl9pPr>
          </a:lstStyle>
          <a:p>
            <a:pPr eaLnBrk="1" hangingPunct="1">
              <a:spcBef>
                <a:spcPct val="0"/>
              </a:spcBef>
              <a:buClrTx/>
              <a:buSzTx/>
              <a:buFontTx/>
              <a:buNone/>
            </a:pPr>
            <a:endParaRPr lang="en-US" altLang="en-US" sz="1800">
              <a:latin typeface="Arial"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6"/>
          <p:cNvSpPr>
            <a:spLocks noGrp="1"/>
          </p:cNvSpPr>
          <p:nvPr>
            <p:ph type="title"/>
          </p:nvPr>
        </p:nvSpPr>
        <p:spPr/>
        <p:txBody>
          <a:bodyPr/>
          <a:lstStyle/>
          <a:p>
            <a:pPr eaLnBrk="1" hangingPunct="1"/>
            <a:r>
              <a:rPr lang="en-US" altLang="en-US" dirty="0"/>
              <a:t>IS example: WBS follows SDLC</a:t>
            </a:r>
          </a:p>
        </p:txBody>
      </p:sp>
      <p:pic>
        <p:nvPicPr>
          <p:cNvPr id="2" name="Picture 1">
            <a:extLst>
              <a:ext uri="{FF2B5EF4-FFF2-40B4-BE49-F238E27FC236}">
                <a16:creationId xmlns:a16="http://schemas.microsoft.com/office/drawing/2014/main" id="{E67501F8-4788-4D0D-9276-DEF4A963C070}"/>
              </a:ext>
            </a:extLst>
          </p:cNvPr>
          <p:cNvPicPr>
            <a:picLocks noChangeAspect="1"/>
          </p:cNvPicPr>
          <p:nvPr/>
        </p:nvPicPr>
        <p:blipFill>
          <a:blip r:embed="rId3"/>
          <a:stretch>
            <a:fillRect/>
          </a:stretch>
        </p:blipFill>
        <p:spPr>
          <a:xfrm>
            <a:off x="152400" y="1828800"/>
            <a:ext cx="8839200" cy="331801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a:xfrm>
            <a:off x="457200" y="381000"/>
            <a:ext cx="8229600" cy="2590800"/>
          </a:xfrm>
        </p:spPr>
        <p:txBody>
          <a:bodyPr/>
          <a:lstStyle/>
          <a:p>
            <a:pPr eaLnBrk="1" hangingPunct="1"/>
            <a:r>
              <a:rPr lang="en-US" altLang="en-US" dirty="0"/>
              <a:t>IS example:</a:t>
            </a:r>
            <a:br>
              <a:rPr lang="en-US" altLang="en-US" dirty="0"/>
            </a:br>
            <a:r>
              <a:rPr lang="en-US" altLang="en-US" dirty="0"/>
              <a:t>responsibility </a:t>
            </a:r>
            <a:br>
              <a:rPr lang="en-US" altLang="en-US" dirty="0"/>
            </a:br>
            <a:r>
              <a:rPr lang="en-US" altLang="en-US" dirty="0"/>
              <a:t>assignment </a:t>
            </a:r>
            <a:br>
              <a:rPr lang="en-US" altLang="en-US" dirty="0"/>
            </a:br>
            <a:r>
              <a:rPr lang="en-US" altLang="en-US" dirty="0"/>
              <a:t>matrix</a:t>
            </a:r>
          </a:p>
        </p:txBody>
      </p:sp>
      <p:pic>
        <p:nvPicPr>
          <p:cNvPr id="2" name="Picture 1">
            <a:extLst>
              <a:ext uri="{FF2B5EF4-FFF2-40B4-BE49-F238E27FC236}">
                <a16:creationId xmlns:a16="http://schemas.microsoft.com/office/drawing/2014/main" id="{48935FA3-FE78-48A1-95F0-77D8010D8CAE}"/>
              </a:ext>
            </a:extLst>
          </p:cNvPr>
          <p:cNvPicPr>
            <a:picLocks noChangeAspect="1"/>
          </p:cNvPicPr>
          <p:nvPr/>
        </p:nvPicPr>
        <p:blipFill>
          <a:blip r:embed="rId3"/>
          <a:stretch>
            <a:fillRect/>
          </a:stretch>
        </p:blipFill>
        <p:spPr>
          <a:xfrm>
            <a:off x="4114800" y="228600"/>
            <a:ext cx="4230978" cy="6224587"/>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457200" y="457200"/>
            <a:ext cx="8229600" cy="1905000"/>
          </a:xfrm>
        </p:spPr>
        <p:txBody>
          <a:bodyPr/>
          <a:lstStyle/>
          <a:p>
            <a:pPr eaLnBrk="1" hangingPunct="1"/>
            <a:r>
              <a:rPr lang="en-US" altLang="en-US" dirty="0"/>
              <a:t>IS example: </a:t>
            </a:r>
            <a:br>
              <a:rPr lang="en-US" altLang="en-US" dirty="0"/>
            </a:br>
            <a:r>
              <a:rPr lang="en-US" altLang="en-US" dirty="0"/>
              <a:t>task list and </a:t>
            </a:r>
            <a:br>
              <a:rPr lang="en-US" altLang="en-US" dirty="0"/>
            </a:br>
            <a:r>
              <a:rPr lang="en-US" altLang="en-US" dirty="0"/>
              <a:t>predecessors</a:t>
            </a:r>
          </a:p>
        </p:txBody>
      </p:sp>
      <p:pic>
        <p:nvPicPr>
          <p:cNvPr id="2" name="Picture 1">
            <a:extLst>
              <a:ext uri="{FF2B5EF4-FFF2-40B4-BE49-F238E27FC236}">
                <a16:creationId xmlns:a16="http://schemas.microsoft.com/office/drawing/2014/main" id="{8B967B78-7665-4BBB-B3AF-3A67E2E091B7}"/>
              </a:ext>
            </a:extLst>
          </p:cNvPr>
          <p:cNvPicPr>
            <a:picLocks noChangeAspect="1"/>
          </p:cNvPicPr>
          <p:nvPr/>
        </p:nvPicPr>
        <p:blipFill>
          <a:blip r:embed="rId3"/>
          <a:stretch>
            <a:fillRect/>
          </a:stretch>
        </p:blipFill>
        <p:spPr>
          <a:xfrm>
            <a:off x="3429000" y="685800"/>
            <a:ext cx="5126805" cy="5221357"/>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pPr eaLnBrk="1" hangingPunct="1"/>
            <a:r>
              <a:rPr lang="en-US" altLang="en-US" dirty="0"/>
              <a:t>IS example: network diagram</a:t>
            </a:r>
          </a:p>
        </p:txBody>
      </p:sp>
      <p:pic>
        <p:nvPicPr>
          <p:cNvPr id="3" name="Picture 2">
            <a:extLst>
              <a:ext uri="{FF2B5EF4-FFF2-40B4-BE49-F238E27FC236}">
                <a16:creationId xmlns:a16="http://schemas.microsoft.com/office/drawing/2014/main" id="{3A58A6B5-C266-4812-8C73-BA37D615632D}"/>
              </a:ext>
            </a:extLst>
          </p:cNvPr>
          <p:cNvPicPr>
            <a:picLocks noChangeAspect="1"/>
          </p:cNvPicPr>
          <p:nvPr/>
        </p:nvPicPr>
        <p:blipFill>
          <a:blip r:embed="rId3"/>
          <a:stretch>
            <a:fillRect/>
          </a:stretch>
        </p:blipFill>
        <p:spPr>
          <a:xfrm>
            <a:off x="434009" y="1524000"/>
            <a:ext cx="8633584" cy="1943713"/>
          </a:xfrm>
          <a:prstGeom prst="rect">
            <a:avLst/>
          </a:prstGeom>
        </p:spPr>
      </p:pic>
      <p:pic>
        <p:nvPicPr>
          <p:cNvPr id="4" name="Picture 3">
            <a:extLst>
              <a:ext uri="{FF2B5EF4-FFF2-40B4-BE49-F238E27FC236}">
                <a16:creationId xmlns:a16="http://schemas.microsoft.com/office/drawing/2014/main" id="{5FAC0177-FACA-4D98-B4F1-D076720748CC}"/>
              </a:ext>
            </a:extLst>
          </p:cNvPr>
          <p:cNvPicPr>
            <a:picLocks noChangeAspect="1"/>
          </p:cNvPicPr>
          <p:nvPr/>
        </p:nvPicPr>
        <p:blipFill>
          <a:blip r:embed="rId4"/>
          <a:stretch>
            <a:fillRect/>
          </a:stretch>
        </p:blipFill>
        <p:spPr>
          <a:xfrm>
            <a:off x="6324600" y="4495800"/>
            <a:ext cx="1847850" cy="1409700"/>
          </a:xfrm>
          <a:prstGeom prst="rect">
            <a:avLst/>
          </a:prstGeom>
        </p:spPr>
      </p:pic>
      <p:sp>
        <p:nvSpPr>
          <p:cNvPr id="5" name="Rectangle 4">
            <a:extLst>
              <a:ext uri="{FF2B5EF4-FFF2-40B4-BE49-F238E27FC236}">
                <a16:creationId xmlns:a16="http://schemas.microsoft.com/office/drawing/2014/main" id="{E5F7C6A6-53C7-4916-BC03-B5115499D992}"/>
              </a:ext>
            </a:extLst>
          </p:cNvPr>
          <p:cNvSpPr/>
          <p:nvPr/>
        </p:nvSpPr>
        <p:spPr>
          <a:xfrm>
            <a:off x="1219200" y="3352800"/>
            <a:ext cx="3124200" cy="381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p:cNvSpPr>
            <a:spLocks noGrp="1"/>
          </p:cNvSpPr>
          <p:nvPr>
            <p:ph type="title"/>
          </p:nvPr>
        </p:nvSpPr>
        <p:spPr/>
        <p:txBody>
          <a:bodyPr/>
          <a:lstStyle/>
          <a:p>
            <a:pPr eaLnBrk="1" hangingPunct="1"/>
            <a:r>
              <a:rPr lang="en-US" altLang="en-US" dirty="0"/>
              <a:t>Project Management Information Systems</a:t>
            </a:r>
          </a:p>
        </p:txBody>
      </p:sp>
      <p:sp>
        <p:nvSpPr>
          <p:cNvPr id="34819" name="Content Placeholder 3"/>
          <p:cNvSpPr>
            <a:spLocks noGrp="1"/>
          </p:cNvSpPr>
          <p:nvPr>
            <p:ph idx="1"/>
          </p:nvPr>
        </p:nvSpPr>
        <p:spPr/>
        <p:txBody>
          <a:bodyPr/>
          <a:lstStyle/>
          <a:p>
            <a:pPr eaLnBrk="1" hangingPunct="1"/>
            <a:r>
              <a:rPr lang="en-US" altLang="en-US"/>
              <a:t>Wide variety of systems available</a:t>
            </a:r>
          </a:p>
          <a:p>
            <a:pPr eaLnBrk="1" hangingPunct="1"/>
            <a:r>
              <a:rPr lang="en-US" altLang="en-US"/>
              <a:t>Plan and control projects in interactive mode</a:t>
            </a:r>
          </a:p>
          <a:p>
            <a:pPr eaLnBrk="1" hangingPunct="1"/>
            <a:r>
              <a:rPr lang="en-US" altLang="en-US"/>
              <a:t>Plan and test different options</a:t>
            </a:r>
          </a:p>
          <a:p>
            <a:pPr eaLnBrk="1" hangingPunct="1"/>
            <a:r>
              <a:rPr lang="en-US" altLang="en-US"/>
              <a:t>Create reports, diagrams, and charts</a:t>
            </a:r>
          </a:p>
          <a:p>
            <a:pPr eaLnBrk="1" hangingPunct="1"/>
            <a:r>
              <a:rPr lang="en-US" altLang="en-US"/>
              <a:t>Interface with other software applications</a:t>
            </a:r>
          </a:p>
          <a:p>
            <a:pPr eaLnBrk="1" hangingPunct="1"/>
            <a:r>
              <a:rPr lang="en-US" altLang="en-US"/>
              <a:t>Appendix A has additional information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pPr eaLnBrk="1" hangingPunct="1"/>
            <a:r>
              <a:rPr lang="en-US" altLang="en-US" dirty="0"/>
              <a:t>Critical Success Factors </a:t>
            </a:r>
          </a:p>
        </p:txBody>
      </p:sp>
      <p:sp>
        <p:nvSpPr>
          <p:cNvPr id="43011" name="Content Placeholder 2"/>
          <p:cNvSpPr>
            <a:spLocks noGrp="1"/>
          </p:cNvSpPr>
          <p:nvPr>
            <p:ph idx="1"/>
          </p:nvPr>
        </p:nvSpPr>
        <p:spPr>
          <a:xfrm>
            <a:off x="457200" y="1371600"/>
            <a:ext cx="8229600" cy="5334000"/>
          </a:xfrm>
        </p:spPr>
        <p:txBody>
          <a:bodyPr/>
          <a:lstStyle/>
          <a:p>
            <a:pPr eaLnBrk="1" hangingPunct="1"/>
            <a:r>
              <a:rPr lang="en-US" altLang="en-US" sz="1600" b="1" dirty="0"/>
              <a:t>Plan the work and then work the plan</a:t>
            </a:r>
            <a:r>
              <a:rPr lang="en-US" altLang="en-US" sz="1600" dirty="0"/>
              <a:t>. It is important to develop a plan before starting to perform the project. Taking the time to develop a well-thought-out plan is critical to the successful achievement of any project.</a:t>
            </a:r>
          </a:p>
          <a:p>
            <a:pPr eaLnBrk="1" hangingPunct="1"/>
            <a:r>
              <a:rPr lang="en-US" altLang="en-US" sz="1600" b="1" dirty="0"/>
              <a:t>Participation builds commitment</a:t>
            </a:r>
            <a:r>
              <a:rPr lang="en-US" altLang="en-US" sz="1600" dirty="0"/>
              <a:t>. By participating in the planning of the work, individuals will become committed to achieving it according to the plan.</a:t>
            </a:r>
          </a:p>
          <a:p>
            <a:pPr eaLnBrk="1" hangingPunct="1"/>
            <a:r>
              <a:rPr lang="en-US" altLang="en-US" sz="1600" dirty="0"/>
              <a:t>The project must have a </a:t>
            </a:r>
            <a:r>
              <a:rPr lang="en-US" altLang="en-US" sz="1600" b="1" dirty="0"/>
              <a:t>clear objective </a:t>
            </a:r>
            <a:r>
              <a:rPr lang="en-US" altLang="en-US" sz="1600" dirty="0"/>
              <a:t>of what is to be achieved. The objective should be defined  in terms of end product or deliverable, schedule, and budget, and it must be agreed upon by the customer and the project team that will perform the project.</a:t>
            </a:r>
          </a:p>
          <a:p>
            <a:pPr eaLnBrk="1" hangingPunct="1"/>
            <a:r>
              <a:rPr lang="en-US" altLang="en-US" sz="1600" dirty="0"/>
              <a:t>The project scope document is valuable for establishing a </a:t>
            </a:r>
            <a:r>
              <a:rPr lang="en-US" altLang="en-US" sz="1600" b="1" dirty="0"/>
              <a:t>common understanding and agreement</a:t>
            </a:r>
            <a:r>
              <a:rPr lang="en-US" altLang="en-US" sz="1600" dirty="0"/>
              <a:t> among project stakeholders regarding the scope of the project.</a:t>
            </a:r>
          </a:p>
          <a:p>
            <a:pPr eaLnBrk="1" hangingPunct="1"/>
            <a:r>
              <a:rPr lang="en-US" altLang="en-US" sz="1600" dirty="0"/>
              <a:t>Having a quality plan at the outset of the project is extremely beneficial because it will help prevent incurring additional costs and schedule extensions due to rework caused by work and deliverables that fail to meet </a:t>
            </a:r>
            <a:r>
              <a:rPr lang="en-US" altLang="en-US" sz="1600" b="1" dirty="0"/>
              <a:t>quality requirements and customer expectations</a:t>
            </a:r>
            <a:r>
              <a:rPr lang="en-US" altLang="en-US" sz="1600" dirty="0"/>
              <a:t>.</a:t>
            </a:r>
          </a:p>
          <a:p>
            <a:pPr eaLnBrk="1" hangingPunct="1"/>
            <a:r>
              <a:rPr lang="en-US" altLang="en-US" sz="1600" dirty="0"/>
              <a:t>The key to quality control is to </a:t>
            </a:r>
            <a:r>
              <a:rPr lang="en-US" altLang="en-US" sz="1600" b="1" dirty="0"/>
              <a:t>monitor the quality </a:t>
            </a:r>
            <a:r>
              <a:rPr lang="en-US" altLang="en-US" sz="1600" dirty="0"/>
              <a:t>of the work early and regularly throughout the performance of the project, rather than waiting until all the work is completed before checking or inspecting for quality.</a:t>
            </a:r>
          </a:p>
          <a:p>
            <a:pPr eaLnBrk="1" hangingPunct="1"/>
            <a:r>
              <a:rPr lang="en-US" altLang="en-US" sz="1600" dirty="0"/>
              <a:t>The </a:t>
            </a:r>
            <a:r>
              <a:rPr lang="en-US" altLang="en-US" sz="1600" b="1" dirty="0"/>
              <a:t>network diagram </a:t>
            </a:r>
            <a:r>
              <a:rPr lang="en-US" altLang="en-US" sz="1600" dirty="0"/>
              <a:t>is also is a communication tool for the project team because it shows who is responsible for each activity and how each person’s work fits into the overall project.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301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301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3011">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3011">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43011">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430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pPr eaLnBrk="1" hangingPunct="1"/>
            <a:r>
              <a:rPr lang="en-US" altLang="en-US"/>
              <a:t>Summary</a:t>
            </a:r>
          </a:p>
        </p:txBody>
      </p:sp>
      <p:sp>
        <p:nvSpPr>
          <p:cNvPr id="44035" name="Content Placeholder 2"/>
          <p:cNvSpPr>
            <a:spLocks noGrp="1"/>
          </p:cNvSpPr>
          <p:nvPr>
            <p:ph idx="1"/>
          </p:nvPr>
        </p:nvSpPr>
        <p:spPr>
          <a:xfrm>
            <a:off x="457200" y="1371600"/>
            <a:ext cx="8458200" cy="5181600"/>
          </a:xfrm>
        </p:spPr>
        <p:txBody>
          <a:bodyPr/>
          <a:lstStyle/>
          <a:p>
            <a:pPr eaLnBrk="1" hangingPunct="1"/>
            <a:r>
              <a:rPr lang="en-US" altLang="en-US" sz="1600" dirty="0"/>
              <a:t>The planning process is based on the project objective, which establishes what is to be achieved.</a:t>
            </a:r>
          </a:p>
          <a:p>
            <a:pPr eaLnBrk="1" hangingPunct="1"/>
            <a:r>
              <a:rPr lang="en-US" altLang="en-US" sz="1600" dirty="0"/>
              <a:t>The project scope defines what needs to be done.</a:t>
            </a:r>
          </a:p>
          <a:p>
            <a:pPr eaLnBrk="1" hangingPunct="1"/>
            <a:r>
              <a:rPr lang="en-US" altLang="en-US" sz="1600" dirty="0"/>
              <a:t>The project scope document usually contains the customer requirements, statement of work, deliverables, acceptance criteria, and a work breakdown structure.</a:t>
            </a:r>
          </a:p>
          <a:p>
            <a:pPr eaLnBrk="1" hangingPunct="1"/>
            <a:r>
              <a:rPr lang="en-US" altLang="en-US" sz="1600" dirty="0"/>
              <a:t>The quality plan must include or reference the specifications, industry or government standards, and codes that must be used and met during the performance of the project work.</a:t>
            </a:r>
          </a:p>
          <a:p>
            <a:pPr eaLnBrk="1" hangingPunct="1"/>
            <a:r>
              <a:rPr lang="en-US" altLang="en-US" sz="1600" dirty="0"/>
              <a:t>The work breakdown structure establishes the framework for how the work will get done to produce the project deliverables.</a:t>
            </a:r>
          </a:p>
          <a:p>
            <a:pPr eaLnBrk="1" hangingPunct="1"/>
            <a:r>
              <a:rPr lang="en-US" altLang="en-US" sz="1600" dirty="0"/>
              <a:t>A responsibility assignment matrix defines who will be responsible for the work.</a:t>
            </a:r>
          </a:p>
          <a:p>
            <a:pPr eaLnBrk="1" hangingPunct="1"/>
            <a:r>
              <a:rPr lang="en-US" altLang="en-US" sz="1600" dirty="0"/>
              <a:t>Activities define more specifically how the work will get done.</a:t>
            </a:r>
          </a:p>
          <a:p>
            <a:pPr eaLnBrk="1" hangingPunct="1"/>
            <a:r>
              <a:rPr lang="en-US" altLang="en-US" sz="1600" dirty="0"/>
              <a:t>A network diagram defines the sequence of how and when the activities will be performed.</a:t>
            </a:r>
          </a:p>
          <a:p>
            <a:pPr eaLnBrk="1" hangingPunct="1"/>
            <a:r>
              <a:rPr lang="en-US" altLang="en-US" sz="1600" dirty="0"/>
              <a:t>Project planning is a critical activity in developing an information system (IS).</a:t>
            </a:r>
          </a:p>
          <a:p>
            <a:pPr eaLnBrk="1" hangingPunct="1"/>
            <a:r>
              <a:rPr lang="en-US" altLang="en-US" sz="1600" dirty="0"/>
              <a:t>A project management planning tool or methodology, called the systems development life cycle (SDLC), is often used to help plan, execute, and control IS development projects.</a:t>
            </a:r>
          </a:p>
          <a:p>
            <a:pPr eaLnBrk="1" hangingPunct="1"/>
            <a:r>
              <a:rPr lang="en-US" altLang="en-US" sz="1600" dirty="0"/>
              <a:t>Numerous project management information systems are available to help project managers plan, track, and control projects in a completely interactive way.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403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403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403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403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4035">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44035">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44035">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44035">
                                            <p:txEl>
                                              <p:pRg st="7" end="7"/>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44035">
                                            <p:txEl>
                                              <p:pRg st="8" end="8"/>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44035">
                                            <p:txEl>
                                              <p:pRg st="9" end="9"/>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4403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68347_Pppt_template">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Gido SA</Template>
  <TotalTime>17449</TotalTime>
  <Words>1269</Words>
  <Application>Microsoft Office PowerPoint</Application>
  <PresentationFormat>On-screen Show (4:3)</PresentationFormat>
  <Paragraphs>233</Paragraphs>
  <Slides>28</Slides>
  <Notes>28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Courier New</vt:lpstr>
      <vt:lpstr>Wingdings</vt:lpstr>
      <vt:lpstr>68347_Pppt_template</vt:lpstr>
      <vt:lpstr>PowerPoint Presentation</vt:lpstr>
      <vt:lpstr>Chapter Concepts</vt:lpstr>
      <vt:lpstr>Learning Outcomes</vt:lpstr>
      <vt:lpstr>Project Integration Management Project Scope Management Project Quality Management Project Time Management</vt:lpstr>
      <vt:lpstr>Establish Project Objective</vt:lpstr>
      <vt:lpstr>Define Project Scope</vt:lpstr>
      <vt:lpstr>Plan for Quality</vt:lpstr>
      <vt:lpstr>Create Work Breakdown Structure</vt:lpstr>
      <vt:lpstr>WBS with breakdown to different levels</vt:lpstr>
      <vt:lpstr>WBS with breakdown to different levels</vt:lpstr>
      <vt:lpstr>WBS with breakdown to different levels</vt:lpstr>
      <vt:lpstr>WBS </vt:lpstr>
      <vt:lpstr>Assign Responsibility</vt:lpstr>
      <vt:lpstr>Define Activities</vt:lpstr>
      <vt:lpstr>Sequence Activities</vt:lpstr>
      <vt:lpstr>Network principles</vt:lpstr>
      <vt:lpstr>Loops</vt:lpstr>
      <vt:lpstr>Laddering</vt:lpstr>
      <vt:lpstr>Create network diagram</vt:lpstr>
      <vt:lpstr>Planning for Information Systems Development</vt:lpstr>
      <vt:lpstr>An IS example: Internet applications development for Ukudala Office Designs</vt:lpstr>
      <vt:lpstr>IS example: WBS follows SDLC</vt:lpstr>
      <vt:lpstr>IS example: responsibility  assignment  matrix</vt:lpstr>
      <vt:lpstr>IS example:  task list and  predecessors</vt:lpstr>
      <vt:lpstr>IS example: network diagram</vt:lpstr>
      <vt:lpstr>Project Management Information Systems</vt:lpstr>
      <vt:lpstr>Critical Success Factors </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Rose</dc:creator>
  <cp:lastModifiedBy>Leon Small</cp:lastModifiedBy>
  <cp:revision>339</cp:revision>
  <cp:lastPrinted>2019-04-01T16:00:13Z</cp:lastPrinted>
  <dcterms:created xsi:type="dcterms:W3CDTF">2010-12-13T04:11:14Z</dcterms:created>
  <dcterms:modified xsi:type="dcterms:W3CDTF">2021-03-23T06:57:54Z</dcterms:modified>
</cp:coreProperties>
</file>