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5" r:id="rId1"/>
  </p:sldMasterIdLst>
  <p:notesMasterIdLst>
    <p:notesMasterId r:id="rId65"/>
  </p:notesMasterIdLst>
  <p:handoutMasterIdLst>
    <p:handoutMasterId r:id="rId66"/>
  </p:handoutMasterIdLst>
  <p:sldIdLst>
    <p:sldId id="256" r:id="rId2"/>
    <p:sldId id="258" r:id="rId3"/>
    <p:sldId id="259" r:id="rId4"/>
    <p:sldId id="257" r:id="rId5"/>
    <p:sldId id="262" r:id="rId6"/>
    <p:sldId id="289" r:id="rId7"/>
    <p:sldId id="264" r:id="rId8"/>
    <p:sldId id="266" r:id="rId9"/>
    <p:sldId id="290" r:id="rId10"/>
    <p:sldId id="291" r:id="rId11"/>
    <p:sldId id="343" r:id="rId12"/>
    <p:sldId id="344" r:id="rId13"/>
    <p:sldId id="345" r:id="rId14"/>
    <p:sldId id="346" r:id="rId15"/>
    <p:sldId id="347" r:id="rId16"/>
    <p:sldId id="348" r:id="rId17"/>
    <p:sldId id="349" r:id="rId18"/>
    <p:sldId id="350" r:id="rId19"/>
    <p:sldId id="351" r:id="rId20"/>
    <p:sldId id="352" r:id="rId21"/>
    <p:sldId id="353" r:id="rId22"/>
    <p:sldId id="354" r:id="rId23"/>
    <p:sldId id="303"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18" r:id="rId37"/>
    <p:sldId id="281" r:id="rId38"/>
    <p:sldId id="367" r:id="rId39"/>
    <p:sldId id="381" r:id="rId40"/>
    <p:sldId id="382" r:id="rId41"/>
    <p:sldId id="368" r:id="rId42"/>
    <p:sldId id="321" r:id="rId43"/>
    <p:sldId id="369" r:id="rId44"/>
    <p:sldId id="370" r:id="rId45"/>
    <p:sldId id="371" r:id="rId46"/>
    <p:sldId id="372" r:id="rId47"/>
    <p:sldId id="326" r:id="rId48"/>
    <p:sldId id="327" r:id="rId49"/>
    <p:sldId id="328" r:id="rId50"/>
    <p:sldId id="332" r:id="rId51"/>
    <p:sldId id="373" r:id="rId52"/>
    <p:sldId id="374" r:id="rId53"/>
    <p:sldId id="375" r:id="rId54"/>
    <p:sldId id="376" r:id="rId55"/>
    <p:sldId id="377" r:id="rId56"/>
    <p:sldId id="378" r:id="rId57"/>
    <p:sldId id="379" r:id="rId58"/>
    <p:sldId id="340" r:id="rId59"/>
    <p:sldId id="380" r:id="rId60"/>
    <p:sldId id="287" r:id="rId61"/>
    <p:sldId id="341" r:id="rId62"/>
    <p:sldId id="288" r:id="rId63"/>
    <p:sldId id="342" r:id="rId64"/>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7718"/>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55" autoAdjust="0"/>
    <p:restoredTop sz="89076" autoAdjust="0"/>
  </p:normalViewPr>
  <p:slideViewPr>
    <p:cSldViewPr>
      <p:cViewPr varScale="1">
        <p:scale>
          <a:sx n="36" d="100"/>
          <a:sy n="36" d="100"/>
        </p:scale>
        <p:origin x="1596" y="60"/>
      </p:cViewPr>
      <p:guideLst>
        <p:guide orient="horz" pos="2160"/>
        <p:guide pos="2880"/>
      </p:guideLst>
    </p:cSldViewPr>
  </p:slideViewPr>
  <p:notesTextViewPr>
    <p:cViewPr>
      <p:scale>
        <a:sx n="100" d="100"/>
        <a:sy n="100" d="100"/>
      </p:scale>
      <p:origin x="0" y="0"/>
    </p:cViewPr>
  </p:notesTextViewPr>
  <p:sorterViewPr>
    <p:cViewPr>
      <p:scale>
        <a:sx n="60" d="100"/>
        <a:sy n="60" d="100"/>
      </p:scale>
      <p:origin x="0" y="0"/>
    </p:cViewPr>
  </p:sorterViewPr>
  <p:notesViewPr>
    <p:cSldViewPr>
      <p:cViewPr varScale="1">
        <p:scale>
          <a:sx n="83" d="100"/>
          <a:sy n="83" d="100"/>
        </p:scale>
        <p:origin x="-3096" y="-96"/>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endParaRPr lang="en-ZA"/>
          </a:p>
        </p:txBody>
      </p:sp>
      <p:sp>
        <p:nvSpPr>
          <p:cNvPr id="4" name="Footer Placeholder 3"/>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ZA"/>
          </a:p>
        </p:txBody>
      </p:sp>
      <p:sp>
        <p:nvSpPr>
          <p:cNvPr id="5" name="Slide Number Placeholder 4"/>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AE3F23BC-16A4-480B-B954-3B6665A9E1C3}" type="slidenum">
              <a:rPr lang="en-ZA" smtClean="0"/>
              <a:t>‹#›</a:t>
            </a:fld>
            <a:endParaRPr lang="en-ZA"/>
          </a:p>
        </p:txBody>
      </p:sp>
    </p:spTree>
    <p:extLst>
      <p:ext uri="{BB962C8B-B14F-4D97-AF65-F5344CB8AC3E}">
        <p14:creationId xmlns:p14="http://schemas.microsoft.com/office/powerpoint/2010/main" val="2499197452"/>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charset="0"/>
                <a:cs typeface="Arial" charset="0"/>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atin typeface="Arial" charset="0"/>
                <a:cs typeface="Arial" charset="0"/>
              </a:defRPr>
            </a:lvl1pPr>
          </a:lstStyle>
          <a:p>
            <a:pPr>
              <a:defRPr/>
            </a:pPr>
            <a:endParaRPr lang="en-US"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atin typeface="Arial" charset="0"/>
                <a:cs typeface="Arial" charset="0"/>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atin typeface="Arial" charset="0"/>
                <a:cs typeface="Arial" charset="0"/>
              </a:defRPr>
            </a:lvl1pPr>
          </a:lstStyle>
          <a:p>
            <a:pPr>
              <a:defRPr/>
            </a:pPr>
            <a:fld id="{5423F209-CD13-4377-AB8A-40ADBB5963DD}" type="slidenum">
              <a:rPr lang="en-US"/>
              <a:pPr>
                <a:defRPr/>
              </a:pPr>
              <a:t>‹#›</a:t>
            </a:fld>
            <a:endParaRPr lang="en-US" dirty="0"/>
          </a:p>
        </p:txBody>
      </p:sp>
    </p:spTree>
    <p:extLst>
      <p:ext uri="{BB962C8B-B14F-4D97-AF65-F5344CB8AC3E}">
        <p14:creationId xmlns:p14="http://schemas.microsoft.com/office/powerpoint/2010/main" val="818368667"/>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5" name="Notes Placeholder 2"/>
          <p:cNvSpPr>
            <a:spLocks noGrp="1"/>
          </p:cNvSpPr>
          <p:nvPr>
            <p:ph type="body" idx="1"/>
          </p:nvPr>
        </p:nvSpPr>
        <p:spPr bwMode="auto"/>
        <p:txBody>
          <a:bodyPr wrap="square" numCol="1" anchor="t" anchorCtr="0" compatLnSpc="1">
            <a:prstTxWarp prst="textNoShape">
              <a:avLst/>
            </a:prstTxWarp>
            <a:normAutofit/>
          </a:bodyPr>
          <a:lstStyle/>
          <a:p>
            <a:pPr eaLnBrk="1">
              <a:spcBef>
                <a:spcPct val="0"/>
              </a:spcBef>
              <a:defRPr/>
            </a:pPr>
            <a:endParaRPr lang="en-US" dirty="0"/>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2B1C1D3A-BBDD-44F2-8AA5-3E092D2B48A2}" type="slidenum">
              <a:rPr lang="en-US" altLang="en-US" smtClean="0">
                <a:latin typeface="Arial" charset="0"/>
              </a:rPr>
              <a:pPr eaLnBrk="1" hangingPunct="1">
                <a:spcBef>
                  <a:spcPct val="0"/>
                </a:spcBef>
              </a:pPr>
              <a:t>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781000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757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74C77BD-EA8F-4FEE-806F-D581FED858D2}" type="slidenum">
              <a:rPr lang="en-US" altLang="en-US" smtClean="0">
                <a:latin typeface="Arial" charset="0"/>
              </a:rPr>
              <a:pPr eaLnBrk="1" hangingPunct="1">
                <a:spcBef>
                  <a:spcPct val="0"/>
                </a:spcBef>
              </a:pPr>
              <a:t>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842325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03"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768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AA5CF43-1F75-4998-992F-234DB040083A}" type="slidenum">
              <a:rPr lang="en-US" altLang="en-US" smtClean="0">
                <a:latin typeface="Arial" charset="0"/>
              </a:rPr>
              <a:pPr eaLnBrk="1" hangingPunct="1">
                <a:spcBef>
                  <a:spcPct val="0"/>
                </a:spcBef>
              </a:pPr>
              <a:t>3</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727558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defRPr/>
            </a:pPr>
            <a:endParaRPr lang="en-US" altLang="en-US" dirty="0"/>
          </a:p>
        </p:txBody>
      </p:sp>
      <p:sp>
        <p:nvSpPr>
          <p:cNvPr id="778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9C366F88-B0F0-4044-8A3F-B6BD9981C93E}" type="slidenum">
              <a:rPr lang="en-US" altLang="en-US" smtClean="0">
                <a:latin typeface="Arial" charset="0"/>
              </a:rPr>
              <a:pPr eaLnBrk="1" hangingPunct="1">
                <a:spcBef>
                  <a:spcPct val="0"/>
                </a:spcBef>
              </a:pPr>
              <a:t>4</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131600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9"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788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4AB7BC60-CC32-4101-BFCC-BF7A37B8A301}" type="slidenum">
              <a:rPr lang="en-US" altLang="en-US" smtClean="0">
                <a:latin typeface="Arial" charset="0"/>
              </a:rPr>
              <a:pPr eaLnBrk="1" hangingPunct="1">
                <a:spcBef>
                  <a:spcPct val="0"/>
                </a:spcBef>
              </a:pPr>
              <a:t>5</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083238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798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43C93D4-A749-4502-B2FF-9D3AB109E688}" type="slidenum">
              <a:rPr lang="en-US" altLang="en-US" smtClean="0">
                <a:latin typeface="Arial" charset="0"/>
              </a:rPr>
              <a:pPr eaLnBrk="1" hangingPunct="1">
                <a:spcBef>
                  <a:spcPct val="0"/>
                </a:spcBef>
              </a:pPr>
              <a:t>6</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038318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3"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809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82420FBF-5F1F-4C0A-8821-2E7A0DFCB327}" type="slidenum">
              <a:rPr lang="en-US" altLang="en-US" smtClean="0">
                <a:latin typeface="Arial" charset="0"/>
              </a:rPr>
              <a:pPr eaLnBrk="1" hangingPunct="1">
                <a:spcBef>
                  <a:spcPct val="0"/>
                </a:spcBef>
              </a:pPr>
              <a:t>7</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702980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819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3015243-0239-46FE-BBA2-406A5A1175C8}" type="slidenum">
              <a:rPr lang="en-US" altLang="en-US" smtClean="0">
                <a:latin typeface="Arial" charset="0"/>
              </a:rPr>
              <a:pPr eaLnBrk="1" hangingPunct="1">
                <a:spcBef>
                  <a:spcPct val="0"/>
                </a:spcBef>
              </a:pPr>
              <a:t>8</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73114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1" name="Notes Placeholder 2"/>
          <p:cNvSpPr>
            <a:spLocks noGrp="1"/>
          </p:cNvSpPr>
          <p:nvPr>
            <p:ph type="body" idx="1"/>
          </p:nvPr>
        </p:nvSpPr>
        <p:spPr bwMode="auto"/>
        <p:txBody>
          <a:bodyPr wrap="square" numCol="1" anchor="t" anchorCtr="0" compatLnSpc="1">
            <a:prstTxWarp prst="textNoShape">
              <a:avLst/>
            </a:prstTxWarp>
          </a:bodyPr>
          <a:lstStyle/>
          <a:p>
            <a:pPr marL="174708" indent="-174708" eaLnBrk="1" hangingPunct="1">
              <a:spcBef>
                <a:spcPct val="0"/>
              </a:spcBef>
              <a:buFont typeface="Arial" pitchFamily="34" charset="0"/>
              <a:buChar char="•"/>
              <a:defRPr/>
            </a:pPr>
            <a:endParaRPr lang="en-US" dirty="0"/>
          </a:p>
        </p:txBody>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D250320-3574-4F4D-AF25-301B285580CD}" type="slidenum">
              <a:rPr lang="en-US" altLang="en-US" smtClean="0">
                <a:latin typeface="Arial" charset="0"/>
              </a:rPr>
              <a:pPr eaLnBrk="1" hangingPunct="1">
                <a:spcBef>
                  <a:spcPct val="0"/>
                </a:spcBef>
              </a:pPr>
              <a:t>9</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222787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839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CEB8D90-7D12-4F6B-B11A-8B2C3B198C9D}" type="slidenum">
              <a:rPr lang="en-US" altLang="en-US" smtClean="0">
                <a:latin typeface="Arial" charset="0"/>
              </a:rPr>
              <a:pPr eaLnBrk="1" hangingPunct="1">
                <a:spcBef>
                  <a:spcPct val="0"/>
                </a:spcBef>
              </a:pPr>
              <a:t>10</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209187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8963"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849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3D6EAD1-BD4E-42B1-8D4E-D9E90033DA6E}" type="slidenum">
              <a:rPr lang="en-US" altLang="en-US" smtClean="0">
                <a:latin typeface="Arial" charset="0"/>
              </a:rPr>
              <a:pPr eaLnBrk="1" hangingPunct="1">
                <a:spcBef>
                  <a:spcPct val="0"/>
                </a:spcBef>
              </a:pPr>
              <a:t>11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30084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marL="174708" indent="-174708" eaLnBrk="1" fontAlgn="auto">
              <a:spcBef>
                <a:spcPts val="0"/>
              </a:spcBef>
              <a:spcAft>
                <a:spcPts val="0"/>
              </a:spcAft>
              <a:buFont typeface="Arial" pitchFamily="34" charset="0"/>
              <a:buChar char="•"/>
              <a:defRPr/>
            </a:pPr>
            <a:endParaRPr lang="en-US" dirty="0"/>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B810442E-C0C4-49F8-9A17-27A29346CA32}" type="slidenum">
              <a:rPr lang="en-US" altLang="en-US" smtClean="0">
                <a:latin typeface="Arial" charset="0"/>
              </a:rPr>
              <a:pPr eaLnBrk="1" hangingPunct="1">
                <a:spcBef>
                  <a:spcPct val="0"/>
                </a:spcBef>
              </a:pPr>
              <a:t>12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0440552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870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A81081B-92AE-45AF-8258-4CFB6C68C35E}" type="slidenum">
              <a:rPr lang="en-US" altLang="en-US" smtClean="0">
                <a:latin typeface="Arial" charset="0"/>
              </a:rPr>
              <a:pPr eaLnBrk="1" hangingPunct="1">
                <a:spcBef>
                  <a:spcPct val="0"/>
                </a:spcBef>
              </a:pPr>
              <a:t>13</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431933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2035"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880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6CCAB4E-5D3F-4828-ABD7-0CC4232B6DFD}" type="slidenum">
              <a:rPr lang="en-US" altLang="en-US" smtClean="0">
                <a:latin typeface="Arial" charset="0"/>
              </a:rPr>
              <a:pPr eaLnBrk="1" hangingPunct="1">
                <a:spcBef>
                  <a:spcPct val="0"/>
                </a:spcBef>
              </a:pPr>
              <a:t>14</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5033523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3059"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890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2C9E8CE5-C9A3-4A9B-BC45-B38DC3E84073}" type="slidenum">
              <a:rPr lang="en-US" altLang="en-US" smtClean="0">
                <a:latin typeface="Arial" charset="0"/>
              </a:rPr>
              <a:pPr eaLnBrk="1" hangingPunct="1">
                <a:spcBef>
                  <a:spcPct val="0"/>
                </a:spcBef>
              </a:pPr>
              <a:t>15</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966668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3" name="Notes Placeholder 2"/>
          <p:cNvSpPr>
            <a:spLocks noGrp="1"/>
          </p:cNvSpPr>
          <p:nvPr>
            <p:ph type="body" idx="1"/>
          </p:nvPr>
        </p:nvSpPr>
        <p:spPr bwMode="auto"/>
        <p:txBody>
          <a:bodyPr wrap="square" numCol="1" anchor="t" anchorCtr="0" compatLnSpc="1">
            <a:prstTxWarp prst="textNoShape">
              <a:avLst/>
            </a:prstTxWarp>
          </a:bodyPr>
          <a:lstStyle/>
          <a:p>
            <a:pPr marL="174708" indent="-174708" eaLnBrk="1">
              <a:spcBef>
                <a:spcPct val="0"/>
              </a:spcBef>
              <a:buFontTx/>
              <a:buChar char="•"/>
              <a:defRPr/>
            </a:pPr>
            <a:endParaRPr lang="en-US" dirty="0"/>
          </a:p>
        </p:txBody>
      </p:sp>
      <p:sp>
        <p:nvSpPr>
          <p:cNvPr id="901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EA0F48FA-500E-46D7-ABE2-A099551706F1}" type="slidenum">
              <a:rPr lang="en-US" altLang="en-US" smtClean="0">
                <a:latin typeface="Arial" charset="0"/>
              </a:rPr>
              <a:pPr eaLnBrk="1" hangingPunct="1">
                <a:spcBef>
                  <a:spcPct val="0"/>
                </a:spcBef>
              </a:pPr>
              <a:t>16</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8293377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p:cNvSpPr>
            <a:spLocks noGrp="1"/>
          </p:cNvSpPr>
          <p:nvPr>
            <p:ph type="body" idx="1"/>
          </p:nvPr>
        </p:nvSpPr>
        <p:spPr bwMode="auto"/>
        <p:txBody>
          <a:bodyPr wrap="square" numCol="1" anchor="t" anchorCtr="0" compatLnSpc="1">
            <a:prstTxWarp prst="textNoShape">
              <a:avLst/>
            </a:prstTxWarp>
          </a:bodyPr>
          <a:lstStyle/>
          <a:p>
            <a:pPr marL="174708" indent="-174708" eaLnBrk="1">
              <a:spcBef>
                <a:spcPct val="0"/>
              </a:spcBef>
              <a:buFontTx/>
              <a:buChar char="•"/>
              <a:defRPr/>
            </a:pPr>
            <a:endParaRPr lang="en-US" dirty="0"/>
          </a:p>
        </p:txBody>
      </p:sp>
      <p:sp>
        <p:nvSpPr>
          <p:cNvPr id="911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B8B3DC73-92D1-41B3-920B-0C533E2ED466}" type="slidenum">
              <a:rPr lang="en-US" altLang="en-US" smtClean="0">
                <a:latin typeface="Arial" charset="0"/>
              </a:rPr>
              <a:pPr eaLnBrk="1" hangingPunct="1">
                <a:spcBef>
                  <a:spcPct val="0"/>
                </a:spcBef>
              </a:pPr>
              <a:t>17</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9598085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6131"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921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0A04618-89F0-4F15-8480-2C16C2BA5D07}" type="slidenum">
              <a:rPr lang="en-US" altLang="en-US" smtClean="0">
                <a:latin typeface="Arial" charset="0"/>
              </a:rPr>
              <a:pPr eaLnBrk="1" hangingPunct="1">
                <a:spcBef>
                  <a:spcPct val="0"/>
                </a:spcBef>
              </a:pPr>
              <a:t>18</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335967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7155" name="Notes Placeholder 2"/>
          <p:cNvSpPr>
            <a:spLocks noGrp="1"/>
          </p:cNvSpPr>
          <p:nvPr>
            <p:ph type="body" idx="1"/>
          </p:nvPr>
        </p:nvSpPr>
        <p:spPr bwMode="auto"/>
        <p:txBody>
          <a:bodyPr wrap="square" numCol="1" anchor="t" anchorCtr="0" compatLnSpc="1">
            <a:prstTxWarp prst="textNoShape">
              <a:avLst/>
            </a:prstTxWarp>
          </a:bodyPr>
          <a:lstStyle/>
          <a:p>
            <a:pPr marL="174708" indent="-174708" eaLnBrk="1">
              <a:spcBef>
                <a:spcPct val="0"/>
              </a:spcBef>
              <a:buFontTx/>
              <a:buChar char="•"/>
              <a:defRPr/>
            </a:pPr>
            <a:endParaRPr lang="en-US" dirty="0"/>
          </a:p>
        </p:txBody>
      </p:sp>
      <p:sp>
        <p:nvSpPr>
          <p:cNvPr id="931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A3343F1-43E8-40DF-A4DE-B013C0744549}" type="slidenum">
              <a:rPr lang="en-US" altLang="en-US" smtClean="0">
                <a:latin typeface="Arial" charset="0"/>
              </a:rPr>
              <a:pPr eaLnBrk="1" hangingPunct="1">
                <a:spcBef>
                  <a:spcPct val="0"/>
                </a:spcBef>
              </a:pPr>
              <a:t>19</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3875040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79"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942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B4F428B-9F7E-409B-B9F8-9D3F2E730A1A}" type="slidenum">
              <a:rPr lang="en-US" altLang="en-US" smtClean="0">
                <a:latin typeface="Arial" charset="0"/>
              </a:rPr>
              <a:pPr eaLnBrk="1" hangingPunct="1">
                <a:spcBef>
                  <a:spcPct val="0"/>
                </a:spcBef>
              </a:pPr>
              <a:t>20</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7830907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9203"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952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C3238C4-6CC8-4BBE-ADFD-CF3D12ECB363}" type="slidenum">
              <a:rPr lang="en-US" altLang="en-US" smtClean="0">
                <a:latin typeface="Arial" charset="0"/>
              </a:rPr>
              <a:pPr eaLnBrk="1" hangingPunct="1">
                <a:spcBef>
                  <a:spcPct val="0"/>
                </a:spcBef>
              </a:pPr>
              <a:t>21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815310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0227" name="Notes Placeholder 2"/>
          <p:cNvSpPr>
            <a:spLocks noGrp="1"/>
          </p:cNvSpPr>
          <p:nvPr>
            <p:ph type="body" idx="1"/>
          </p:nvPr>
        </p:nvSpPr>
        <p:spPr bwMode="auto"/>
        <p:txBody>
          <a:bodyPr wrap="square" numCol="1" anchor="t" anchorCtr="0" compatLnSpc="1">
            <a:prstTxWarp prst="textNoShape">
              <a:avLst/>
            </a:prstTxWarp>
          </a:bodyPr>
          <a:lstStyle/>
          <a:p>
            <a:pPr marL="174708" indent="-174708" eaLnBrk="1" hangingPunct="1">
              <a:spcBef>
                <a:spcPct val="0"/>
              </a:spcBef>
              <a:buFont typeface="Arial" pitchFamily="34" charset="0"/>
              <a:buChar char="•"/>
              <a:defRPr/>
            </a:pPr>
            <a:endParaRPr lang="en-US" dirty="0"/>
          </a:p>
        </p:txBody>
      </p:sp>
      <p:sp>
        <p:nvSpPr>
          <p:cNvPr id="962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4E40527-7C78-4F0E-802C-8F8D0023DDBF}" type="slidenum">
              <a:rPr lang="en-US" altLang="en-US" smtClean="0">
                <a:latin typeface="Arial" charset="0"/>
              </a:rPr>
              <a:pPr eaLnBrk="1" hangingPunct="1">
                <a:spcBef>
                  <a:spcPct val="0"/>
                </a:spcBef>
              </a:pPr>
              <a:t>22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5810907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1251"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972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47B838B9-9707-40BC-AF3E-ECCECCF56419}" type="slidenum">
              <a:rPr lang="en-US" altLang="en-US" smtClean="0">
                <a:latin typeface="Arial" charset="0"/>
              </a:rPr>
              <a:pPr eaLnBrk="1" hangingPunct="1">
                <a:spcBef>
                  <a:spcPct val="0"/>
                </a:spcBef>
              </a:pPr>
              <a:t>23</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1397460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3299" name="Notes Placeholder 2"/>
          <p:cNvSpPr>
            <a:spLocks noGrp="1"/>
          </p:cNvSpPr>
          <p:nvPr>
            <p:ph type="body" idx="1"/>
          </p:nvPr>
        </p:nvSpPr>
        <p:spPr bwMode="auto"/>
        <p:txBody>
          <a:bodyPr wrap="square" numCol="1" anchor="t" anchorCtr="0" compatLnSpc="1">
            <a:prstTxWarp prst="textNoShape">
              <a:avLst/>
            </a:prstTxWarp>
          </a:bodyPr>
          <a:lstStyle/>
          <a:p>
            <a:pPr marL="174708" indent="-174708" eaLnBrk="1" hangingPunct="1">
              <a:spcBef>
                <a:spcPct val="0"/>
              </a:spcBef>
              <a:buFont typeface="Arial" pitchFamily="34" charset="0"/>
              <a:buChar char="•"/>
              <a:defRPr/>
            </a:pPr>
            <a:endParaRPr lang="en-US" dirty="0"/>
          </a:p>
        </p:txBody>
      </p:sp>
      <p:sp>
        <p:nvSpPr>
          <p:cNvPr id="983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17112E3-9958-4118-A35D-DF9433304F1C}" type="slidenum">
              <a:rPr lang="en-US" altLang="en-US" smtClean="0">
                <a:latin typeface="Arial" charset="0"/>
              </a:rPr>
              <a:pPr eaLnBrk="1" hangingPunct="1">
                <a:spcBef>
                  <a:spcPct val="0"/>
                </a:spcBef>
              </a:pPr>
              <a:t>24</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6953848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23"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993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56B60A3-D91B-47BB-9DA8-8DE776E0C0E0}" type="slidenum">
              <a:rPr lang="en-US" altLang="en-US" smtClean="0">
                <a:latin typeface="Arial" charset="0"/>
              </a:rPr>
              <a:pPr eaLnBrk="1" hangingPunct="1">
                <a:spcBef>
                  <a:spcPct val="0"/>
                </a:spcBef>
              </a:pPr>
              <a:t>25</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2357509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7"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1003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627AB0B-DC7A-4695-94F9-4306C4039279}" type="slidenum">
              <a:rPr lang="en-US" altLang="en-US" smtClean="0">
                <a:latin typeface="Arial" charset="0"/>
              </a:rPr>
              <a:pPr eaLnBrk="1" hangingPunct="1">
                <a:spcBef>
                  <a:spcPct val="0"/>
                </a:spcBef>
              </a:pPr>
              <a:t>26</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2252427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1" name="Notes Placeholder 2"/>
          <p:cNvSpPr>
            <a:spLocks noGrp="1"/>
          </p:cNvSpPr>
          <p:nvPr>
            <p:ph type="body" idx="1"/>
          </p:nvPr>
        </p:nvSpPr>
        <p:spPr bwMode="auto"/>
        <p:txBody>
          <a:bodyPr wrap="square" numCol="1" anchor="t" anchorCtr="0" compatLnSpc="1">
            <a:prstTxWarp prst="textNoShape">
              <a:avLst/>
            </a:prstTxWarp>
          </a:bodyPr>
          <a:lstStyle/>
          <a:p>
            <a:pPr marL="0" lvl="1" eaLnBrk="1">
              <a:spcBef>
                <a:spcPct val="0"/>
              </a:spcBef>
              <a:defRPr/>
            </a:pPr>
            <a:endParaRPr lang="en-US" dirty="0"/>
          </a:p>
        </p:txBody>
      </p:sp>
      <p:sp>
        <p:nvSpPr>
          <p:cNvPr id="1013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2111B6F-062C-49C8-A427-291F8985240E}" type="slidenum">
              <a:rPr lang="en-US" altLang="en-US" smtClean="0">
                <a:latin typeface="Arial" charset="0"/>
              </a:rPr>
              <a:pPr eaLnBrk="1" hangingPunct="1">
                <a:spcBef>
                  <a:spcPct val="0"/>
                </a:spcBef>
              </a:pPr>
              <a:t>27</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661374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Notes Placeholder 2"/>
          <p:cNvSpPr>
            <a:spLocks noGrp="1"/>
          </p:cNvSpPr>
          <p:nvPr>
            <p:ph type="body" idx="1"/>
          </p:nvPr>
        </p:nvSpPr>
        <p:spPr bwMode="auto"/>
        <p:txBody>
          <a:bodyPr wrap="square" numCol="1" anchor="t" anchorCtr="0" compatLnSpc="1">
            <a:prstTxWarp prst="textNoShape">
              <a:avLst/>
            </a:prstTxWarp>
          </a:bodyPr>
          <a:lstStyle/>
          <a:p>
            <a:pPr marL="640594" lvl="1" indent="-174708" eaLnBrk="1">
              <a:spcBef>
                <a:spcPct val="0"/>
              </a:spcBef>
              <a:buFontTx/>
              <a:buChar char="•"/>
              <a:defRPr/>
            </a:pPr>
            <a:endParaRPr lang="en-US" dirty="0"/>
          </a:p>
        </p:txBody>
      </p:sp>
      <p:sp>
        <p:nvSpPr>
          <p:cNvPr id="1024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651F6E09-6D0E-47C0-BBE1-BAC4D306A9EA}" type="slidenum">
              <a:rPr lang="en-US" altLang="en-US" smtClean="0">
                <a:latin typeface="Arial" charset="0"/>
              </a:rPr>
              <a:pPr eaLnBrk="1" hangingPunct="1">
                <a:spcBef>
                  <a:spcPct val="0"/>
                </a:spcBef>
              </a:pPr>
              <a:t>28</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508130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8419"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buFont typeface="Arial" pitchFamily="34" charset="0"/>
              <a:buNone/>
              <a:defRPr/>
            </a:pPr>
            <a:endParaRPr lang="en-US" dirty="0"/>
          </a:p>
        </p:txBody>
      </p:sp>
      <p:sp>
        <p:nvSpPr>
          <p:cNvPr id="1034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6E1EA2E-180E-4BB2-92EE-2FA97223D869}" type="slidenum">
              <a:rPr lang="en-US" altLang="en-US" smtClean="0">
                <a:latin typeface="Arial" charset="0"/>
              </a:rPr>
              <a:pPr eaLnBrk="1" hangingPunct="1">
                <a:spcBef>
                  <a:spcPct val="0"/>
                </a:spcBef>
              </a:pPr>
              <a:t>29</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0297670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9443"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buFont typeface="Arial" pitchFamily="34" charset="0"/>
              <a:buNone/>
              <a:defRPr/>
            </a:pPr>
            <a:endParaRPr lang="en-US" dirty="0"/>
          </a:p>
        </p:txBody>
      </p:sp>
      <p:sp>
        <p:nvSpPr>
          <p:cNvPr id="1044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B09CE11D-CABA-41AE-8ADD-049907C6540D}" type="slidenum">
              <a:rPr lang="en-US" altLang="en-US" smtClean="0">
                <a:latin typeface="Arial" charset="0"/>
              </a:rPr>
              <a:pPr eaLnBrk="1" hangingPunct="1">
                <a:spcBef>
                  <a:spcPct val="0"/>
                </a:spcBef>
              </a:pPr>
              <a:t>30</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1577721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7"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1054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8A42D7F7-AEA1-4EF5-98BD-E32D537684F8}" type="slidenum">
              <a:rPr lang="en-US" altLang="en-US" smtClean="0">
                <a:latin typeface="Arial" charset="0"/>
              </a:rPr>
              <a:pPr eaLnBrk="1" hangingPunct="1">
                <a:spcBef>
                  <a:spcPct val="0"/>
                </a:spcBef>
              </a:pPr>
              <a:t>31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5521517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1491"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1065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25DB7FC-9024-45A2-8DBA-17BB565A0585}" type="slidenum">
              <a:rPr lang="en-US" altLang="en-US" smtClean="0">
                <a:latin typeface="Arial" charset="0"/>
              </a:rPr>
              <a:pPr eaLnBrk="1" hangingPunct="1">
                <a:spcBef>
                  <a:spcPct val="0"/>
                </a:spcBef>
              </a:pPr>
              <a:t>32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5088089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1075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7462C04-0C61-48B6-82AC-135DDDD42E15}" type="slidenum">
              <a:rPr lang="en-US" altLang="en-US" smtClean="0">
                <a:latin typeface="Arial" charset="0"/>
              </a:rPr>
              <a:pPr eaLnBrk="1" hangingPunct="1">
                <a:spcBef>
                  <a:spcPct val="0"/>
                </a:spcBef>
              </a:pPr>
              <a:t>33</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6711049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marL="174708" indent="-174708" eaLnBrk="1" fontAlgn="auto">
              <a:spcBef>
                <a:spcPts val="0"/>
              </a:spcBef>
              <a:spcAft>
                <a:spcPts val="0"/>
              </a:spcAft>
              <a:buFont typeface="Arial" pitchFamily="34" charset="0"/>
              <a:buChar char="•"/>
              <a:defRPr/>
            </a:pPr>
            <a:endParaRPr lang="en-US" dirty="0"/>
          </a:p>
        </p:txBody>
      </p:sp>
      <p:sp>
        <p:nvSpPr>
          <p:cNvPr id="1085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06DDE78-42B4-4296-AF27-E105E702BDEF}" type="slidenum">
              <a:rPr lang="en-US" altLang="en-US" smtClean="0">
                <a:latin typeface="Arial" charset="0"/>
              </a:rPr>
              <a:pPr eaLnBrk="1" hangingPunct="1">
                <a:spcBef>
                  <a:spcPct val="0"/>
                </a:spcBef>
              </a:pPr>
              <a:t>34</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9025804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095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6A9944B8-1205-40EE-A516-ADA260012B6E}" type="slidenum">
              <a:rPr lang="en-US" altLang="en-US" smtClean="0">
                <a:latin typeface="Arial" charset="0"/>
              </a:rPr>
              <a:pPr eaLnBrk="1" hangingPunct="1">
                <a:spcBef>
                  <a:spcPct val="0"/>
                </a:spcBef>
              </a:pPr>
              <a:t>35</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5052655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5587"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1105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1000733A-2C01-44BC-8CCA-E85A032BFC7C}" type="slidenum">
              <a:rPr lang="en-US" altLang="en-US" smtClean="0">
                <a:latin typeface="Arial" charset="0"/>
              </a:rPr>
              <a:pPr eaLnBrk="1" hangingPunct="1">
                <a:spcBef>
                  <a:spcPct val="0"/>
                </a:spcBef>
              </a:pPr>
              <a:t>36</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7085779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8659"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1116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1DF7F6E-5A2A-4188-9757-C022192F597F}" type="slidenum">
              <a:rPr lang="en-US" altLang="en-US" smtClean="0">
                <a:latin typeface="Arial" charset="0"/>
              </a:rPr>
              <a:pPr eaLnBrk="1" hangingPunct="1">
                <a:spcBef>
                  <a:spcPct val="0"/>
                </a:spcBef>
              </a:pPr>
              <a:t>37</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1840000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3"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1126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1E484E0-9864-460C-B04E-3D9638205E9E}" type="slidenum">
              <a:rPr lang="en-US" altLang="en-US" smtClean="0">
                <a:latin typeface="Arial" charset="0"/>
              </a:rPr>
              <a:pPr eaLnBrk="1" hangingPunct="1">
                <a:spcBef>
                  <a:spcPct val="0"/>
                </a:spcBef>
              </a:pPr>
              <a:t>38</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98846593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3"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1126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1E484E0-9864-460C-B04E-3D9638205E9E}" type="slidenum">
              <a:rPr lang="en-US" altLang="en-US" smtClean="0">
                <a:latin typeface="Arial" charset="0"/>
              </a:rPr>
              <a:pPr eaLnBrk="1" hangingPunct="1">
                <a:spcBef>
                  <a:spcPct val="0"/>
                </a:spcBef>
              </a:pPr>
              <a:t>39</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3740019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9683"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1126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1E484E0-9864-460C-B04E-3D9638205E9E}" type="slidenum">
              <a:rPr lang="en-US" altLang="en-US" smtClean="0">
                <a:latin typeface="Arial" charset="0"/>
              </a:rPr>
              <a:pPr eaLnBrk="1" hangingPunct="1">
                <a:spcBef>
                  <a:spcPct val="0"/>
                </a:spcBef>
              </a:pPr>
              <a:t>40</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94570775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0707"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1136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818FEEF-1069-47FC-8873-1616A3A8316F}" type="slidenum">
              <a:rPr lang="en-US" altLang="en-US" smtClean="0">
                <a:latin typeface="Arial" charset="0"/>
              </a:rPr>
              <a:pPr eaLnBrk="1" hangingPunct="1">
                <a:spcBef>
                  <a:spcPct val="0"/>
                </a:spcBef>
              </a:pPr>
              <a:t>41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636975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1731"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1146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22A2E505-ECB7-4F9C-B3A6-815A2DA1AFC6}" type="slidenum">
              <a:rPr lang="en-US" altLang="en-US" smtClean="0">
                <a:latin typeface="Arial" charset="0"/>
              </a:rPr>
              <a:pPr eaLnBrk="1" hangingPunct="1">
                <a:spcBef>
                  <a:spcPct val="0"/>
                </a:spcBef>
              </a:pPr>
              <a:t>42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7178734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2755"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1157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DA39FE31-CD0C-42B9-ACED-976F32F96796}" type="slidenum">
              <a:rPr lang="en-US" altLang="en-US" smtClean="0">
                <a:latin typeface="Arial" charset="0"/>
              </a:rPr>
              <a:pPr eaLnBrk="1" hangingPunct="1">
                <a:spcBef>
                  <a:spcPct val="0"/>
                </a:spcBef>
              </a:pPr>
              <a:t>43</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239735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3779"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1167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818FB92-5782-448A-8E8B-890878B303F6}" type="slidenum">
              <a:rPr lang="en-US" altLang="en-US" smtClean="0">
                <a:latin typeface="Arial" charset="0"/>
              </a:rPr>
              <a:pPr eaLnBrk="1" hangingPunct="1">
                <a:spcBef>
                  <a:spcPct val="0"/>
                </a:spcBef>
              </a:pPr>
              <a:t>44</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7087618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03" name="Notes Placeholder 2"/>
          <p:cNvSpPr>
            <a:spLocks noGrp="1"/>
          </p:cNvSpPr>
          <p:nvPr>
            <p:ph type="body" idx="1"/>
          </p:nvPr>
        </p:nvSpPr>
        <p:spPr bwMode="auto"/>
        <p:txBody>
          <a:bodyPr wrap="square" numCol="1" anchor="t" anchorCtr="0" compatLnSpc="1">
            <a:prstTxWarp prst="textNoShape">
              <a:avLst/>
            </a:prstTxWarp>
            <a:normAutofit/>
          </a:bodyPr>
          <a:lstStyle/>
          <a:p>
            <a:pPr eaLnBrk="1">
              <a:spcBef>
                <a:spcPct val="0"/>
              </a:spcBef>
              <a:defRPr/>
            </a:pPr>
            <a:endParaRPr lang="en-US" dirty="0"/>
          </a:p>
        </p:txBody>
      </p:sp>
      <p:sp>
        <p:nvSpPr>
          <p:cNvPr id="1177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F5C5BD6-D032-4C3F-806B-A07C26DA0670}" type="slidenum">
              <a:rPr lang="en-US" altLang="en-US" smtClean="0">
                <a:latin typeface="Arial" charset="0"/>
              </a:rPr>
              <a:pPr eaLnBrk="1" hangingPunct="1">
                <a:spcBef>
                  <a:spcPct val="0"/>
                </a:spcBef>
              </a:pPr>
              <a:t>45</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9297808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827" name="Notes Placeholder 2"/>
          <p:cNvSpPr>
            <a:spLocks noGrp="1"/>
          </p:cNvSpPr>
          <p:nvPr>
            <p:ph type="body" idx="1"/>
          </p:nvPr>
        </p:nvSpPr>
        <p:spPr bwMode="auto"/>
        <p:txBody>
          <a:bodyPr wrap="square" numCol="1" anchor="t" anchorCtr="0" compatLnSpc="1">
            <a:prstTxWarp prst="textNoShape">
              <a:avLst/>
            </a:prstTxWarp>
            <a:normAutofit/>
          </a:bodyPr>
          <a:lstStyle/>
          <a:p>
            <a:pPr eaLnBrk="1">
              <a:spcBef>
                <a:spcPct val="0"/>
              </a:spcBef>
              <a:buFont typeface="Arial" pitchFamily="34" charset="0"/>
              <a:buNone/>
              <a:defRPr/>
            </a:pPr>
            <a:endParaRPr lang="en-US" dirty="0"/>
          </a:p>
        </p:txBody>
      </p:sp>
      <p:sp>
        <p:nvSpPr>
          <p:cNvPr id="1187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90771EB-C511-4611-B2D2-A6D640EC880B}" type="slidenum">
              <a:rPr lang="en-US" altLang="en-US" smtClean="0">
                <a:latin typeface="Arial" charset="0"/>
              </a:rPr>
              <a:pPr eaLnBrk="1" hangingPunct="1">
                <a:spcBef>
                  <a:spcPct val="0"/>
                </a:spcBef>
              </a:pPr>
              <a:t>46</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47399539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6851"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1198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0AE0AB3-914E-4520-B5EC-0A19C07E6E66}" type="slidenum">
              <a:rPr lang="en-US" altLang="en-US" smtClean="0">
                <a:latin typeface="Arial" charset="0"/>
              </a:rPr>
              <a:pPr eaLnBrk="1" hangingPunct="1">
                <a:spcBef>
                  <a:spcPct val="0"/>
                </a:spcBef>
              </a:pPr>
              <a:t>47</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0771470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eaLnBrk="1" fontAlgn="auto">
              <a:spcBef>
                <a:spcPts val="0"/>
              </a:spcBef>
              <a:spcAft>
                <a:spcPts val="0"/>
              </a:spcAft>
              <a:defRPr/>
            </a:pPr>
            <a:endParaRPr lang="en-US" dirty="0"/>
          </a:p>
        </p:txBody>
      </p:sp>
      <p:sp>
        <p:nvSpPr>
          <p:cNvPr id="1208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378C27B-3B58-4746-AB2B-9163400A646A}" type="slidenum">
              <a:rPr lang="en-US" altLang="en-US" smtClean="0">
                <a:latin typeface="Arial" charset="0"/>
              </a:rPr>
              <a:pPr eaLnBrk="1" hangingPunct="1">
                <a:spcBef>
                  <a:spcPct val="0"/>
                </a:spcBef>
              </a:pPr>
              <a:t>48</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0765223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0947"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1218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C947397-42E7-4249-A1F2-7CC65F65D164}" type="slidenum">
              <a:rPr lang="en-US" altLang="en-US" smtClean="0">
                <a:latin typeface="Arial" charset="0"/>
              </a:rPr>
              <a:pPr eaLnBrk="1" hangingPunct="1">
                <a:spcBef>
                  <a:spcPct val="0"/>
                </a:spcBef>
              </a:pPr>
              <a:t>49</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1466191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4019"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1228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6D96007-C809-43F6-B21B-536C87966071}" type="slidenum">
              <a:rPr lang="en-US" altLang="en-US" smtClean="0">
                <a:latin typeface="Arial" charset="0"/>
              </a:rPr>
              <a:pPr eaLnBrk="1" hangingPunct="1">
                <a:spcBef>
                  <a:spcPct val="0"/>
                </a:spcBef>
              </a:pPr>
              <a:t>50</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66112861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239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796E9BF8-23A5-46C7-BFEF-9F2CB47DFA7D}" type="slidenum">
              <a:rPr lang="en-US" altLang="en-US" smtClean="0">
                <a:latin typeface="Arial" charset="0"/>
              </a:rPr>
              <a:pPr eaLnBrk="1" hangingPunct="1">
                <a:spcBef>
                  <a:spcPct val="0"/>
                </a:spcBef>
              </a:pPr>
              <a:t>51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3585123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249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86506D3-AC7C-4EB5-B2DA-A09519C7C469}" type="slidenum">
              <a:rPr lang="en-US" altLang="en-US" smtClean="0">
                <a:latin typeface="Arial" charset="0"/>
              </a:rPr>
              <a:pPr eaLnBrk="1" hangingPunct="1">
                <a:spcBef>
                  <a:spcPct val="0"/>
                </a:spcBef>
              </a:pPr>
              <a:t>52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475003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259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74165EA-F442-4CE5-8B23-DDC7516B264C}" type="slidenum">
              <a:rPr lang="en-US" altLang="en-US" smtClean="0">
                <a:latin typeface="Arial" charset="0"/>
              </a:rPr>
              <a:pPr eaLnBrk="1" hangingPunct="1">
                <a:spcBef>
                  <a:spcPct val="0"/>
                </a:spcBef>
              </a:pPr>
              <a:t>53</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1325784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269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628D9044-D965-4DDF-ACC2-6813C953B1BB}" type="slidenum">
              <a:rPr lang="en-US" altLang="en-US" smtClean="0">
                <a:latin typeface="Arial" charset="0"/>
              </a:rPr>
              <a:pPr eaLnBrk="1" hangingPunct="1">
                <a:spcBef>
                  <a:spcPct val="0"/>
                </a:spcBef>
              </a:pPr>
              <a:t>54</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1161659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9139"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1280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0D9AD213-BB5B-428C-8B79-B77F975BC33E}" type="slidenum">
              <a:rPr lang="en-US" altLang="en-US" smtClean="0">
                <a:latin typeface="Arial" charset="0"/>
              </a:rPr>
              <a:pPr eaLnBrk="1" hangingPunct="1">
                <a:spcBef>
                  <a:spcPct val="0"/>
                </a:spcBef>
              </a:pPr>
              <a:t>55</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8521568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0163"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1290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2983C4C-CB35-4B5B-B336-58B906C2DBD5}" type="slidenum">
              <a:rPr lang="en-US" altLang="en-US" smtClean="0">
                <a:latin typeface="Arial" charset="0"/>
              </a:rPr>
              <a:pPr eaLnBrk="1" hangingPunct="1">
                <a:spcBef>
                  <a:spcPct val="0"/>
                </a:spcBef>
              </a:pPr>
              <a:t>56</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38916531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300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CD17F857-3E8F-47EC-B36D-F103C8A5AF96}" type="slidenum">
              <a:rPr lang="en-US" altLang="en-US" smtClean="0">
                <a:latin typeface="Arial" charset="0"/>
              </a:rPr>
              <a:pPr eaLnBrk="1" hangingPunct="1">
                <a:spcBef>
                  <a:spcPct val="0"/>
                </a:spcBef>
              </a:pPr>
              <a:t>57</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4066031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2211" name="Notes Placeholder 2"/>
          <p:cNvSpPr>
            <a:spLocks noGrp="1"/>
          </p:cNvSpPr>
          <p:nvPr>
            <p:ph type="body" idx="1"/>
          </p:nvPr>
        </p:nvSpPr>
        <p:spPr bwMode="auto"/>
        <p:txBody>
          <a:bodyPr wrap="square" numCol="1" anchor="t" anchorCtr="0" compatLnSpc="1">
            <a:prstTxWarp prst="textNoShape">
              <a:avLst/>
            </a:prstTxWarp>
          </a:bodyPr>
          <a:lstStyle/>
          <a:p>
            <a:pPr eaLnBrk="1">
              <a:spcBef>
                <a:spcPct val="0"/>
              </a:spcBef>
              <a:defRPr/>
            </a:pPr>
            <a:endParaRPr lang="en-US" dirty="0"/>
          </a:p>
        </p:txBody>
      </p:sp>
      <p:sp>
        <p:nvSpPr>
          <p:cNvPr id="1310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E4F0F39D-7BA7-4CC3-9831-1E6FE07D64C8}" type="slidenum">
              <a:rPr lang="en-US" altLang="en-US" smtClean="0">
                <a:latin typeface="Arial" charset="0"/>
              </a:rPr>
              <a:pPr eaLnBrk="1" hangingPunct="1">
                <a:spcBef>
                  <a:spcPct val="0"/>
                </a:spcBef>
              </a:pPr>
              <a:t>58</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198657712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endParaRPr lang="en-US" dirty="0"/>
          </a:p>
        </p:txBody>
      </p:sp>
      <p:sp>
        <p:nvSpPr>
          <p:cNvPr id="1321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AB3D33D-7EC3-4880-A79D-C74316B632BB}" type="slidenum">
              <a:rPr lang="en-US" altLang="en-US" smtClean="0">
                <a:latin typeface="Arial" charset="0"/>
              </a:rPr>
              <a:pPr eaLnBrk="1" hangingPunct="1">
                <a:spcBef>
                  <a:spcPct val="0"/>
                </a:spcBef>
              </a:pPr>
              <a:t>59</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5059003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3235" name="Notes Placeholder 2"/>
          <p:cNvSpPr>
            <a:spLocks noGrp="1"/>
          </p:cNvSpPr>
          <p:nvPr>
            <p:ph type="body" idx="1"/>
          </p:nvPr>
        </p:nvSpPr>
        <p:spPr bwMode="auto"/>
        <p:txBody>
          <a:bodyPr wrap="square" numCol="1" anchor="t" anchorCtr="0" compatLnSpc="1">
            <a:prstTxWarp prst="textNoShape">
              <a:avLst/>
            </a:prstTxWarp>
          </a:bodyPr>
          <a:lstStyle/>
          <a:p>
            <a:pPr eaLnBrk="1" hangingPunct="1">
              <a:spcBef>
                <a:spcPct val="0"/>
              </a:spcBef>
              <a:defRPr/>
            </a:pPr>
            <a:endParaRPr lang="en-US" dirty="0"/>
          </a:p>
        </p:txBody>
      </p:sp>
      <p:sp>
        <p:nvSpPr>
          <p:cNvPr id="133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5867D573-EBC6-4D22-B813-869BF9A36232}" type="slidenum">
              <a:rPr lang="en-US" altLang="en-US" smtClean="0">
                <a:latin typeface="Arial" charset="0"/>
              </a:rPr>
              <a:pPr eaLnBrk="1" hangingPunct="1">
                <a:spcBef>
                  <a:spcPct val="0"/>
                </a:spcBef>
              </a:pPr>
              <a:t>60</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38887602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4708" indent="-174708" eaLnBrk="1" hangingPunct="1">
              <a:spcBef>
                <a:spcPct val="0"/>
              </a:spcBef>
              <a:buFontTx/>
              <a:buChar char="•"/>
            </a:pPr>
            <a:endParaRPr lang="en-US" altLang="en-US" dirty="0"/>
          </a:p>
        </p:txBody>
      </p:sp>
      <p:sp>
        <p:nvSpPr>
          <p:cNvPr id="1341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EEEC5DAD-A616-4D92-AADC-0C8A1FA7E28E}" type="slidenum">
              <a:rPr lang="en-US" altLang="en-US" smtClean="0">
                <a:latin typeface="Arial" charset="0"/>
              </a:rPr>
              <a:pPr eaLnBrk="1" hangingPunct="1">
                <a:spcBef>
                  <a:spcPct val="0"/>
                </a:spcBef>
              </a:pPr>
              <a:t>61</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80676253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4708" indent="-174708" eaLnBrk="1" hangingPunct="1">
              <a:spcBef>
                <a:spcPct val="0"/>
              </a:spcBef>
              <a:buFontTx/>
              <a:buChar char="•"/>
            </a:pPr>
            <a:endParaRPr lang="en-US" altLang="en-US" dirty="0"/>
          </a:p>
        </p:txBody>
      </p:sp>
      <p:sp>
        <p:nvSpPr>
          <p:cNvPr id="1351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2FBA0EEA-A173-464F-B5A4-FF3B07D9F46B}" type="slidenum">
              <a:rPr lang="en-US" altLang="en-US" smtClean="0">
                <a:latin typeface="Arial" charset="0"/>
              </a:rPr>
              <a:pPr eaLnBrk="1" hangingPunct="1">
                <a:spcBef>
                  <a:spcPct val="0"/>
                </a:spcBef>
              </a:pPr>
              <a:t>62</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6558716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4708" indent="-174708" eaLnBrk="1" hangingPunct="1">
              <a:spcBef>
                <a:spcPct val="0"/>
              </a:spcBef>
              <a:buFontTx/>
              <a:buChar char="•"/>
            </a:pPr>
            <a:endParaRPr lang="en-US" altLang="en-US" dirty="0"/>
          </a:p>
        </p:txBody>
      </p:sp>
      <p:sp>
        <p:nvSpPr>
          <p:cNvPr id="1361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57066" indent="-291179" eaLnBrk="0" hangingPunct="0">
              <a:spcBef>
                <a:spcPct val="30000"/>
              </a:spcBef>
              <a:defRPr sz="1200">
                <a:solidFill>
                  <a:schemeClr val="tx1"/>
                </a:solidFill>
                <a:latin typeface="Calibri" pitchFamily="34" charset="0"/>
              </a:defRPr>
            </a:lvl2pPr>
            <a:lvl3pPr marL="1164717" indent="-232943" eaLnBrk="0" hangingPunct="0">
              <a:spcBef>
                <a:spcPct val="30000"/>
              </a:spcBef>
              <a:defRPr sz="1200">
                <a:solidFill>
                  <a:schemeClr val="tx1"/>
                </a:solidFill>
                <a:latin typeface="Calibri" pitchFamily="34" charset="0"/>
              </a:defRPr>
            </a:lvl3pPr>
            <a:lvl4pPr marL="1630604" indent="-232943" eaLnBrk="0" hangingPunct="0">
              <a:spcBef>
                <a:spcPct val="30000"/>
              </a:spcBef>
              <a:defRPr sz="1200">
                <a:solidFill>
                  <a:schemeClr val="tx1"/>
                </a:solidFill>
                <a:latin typeface="Calibri" pitchFamily="34" charset="0"/>
              </a:defRPr>
            </a:lvl4pPr>
            <a:lvl5pPr marL="2096491" indent="-232943" eaLnBrk="0" hangingPunct="0">
              <a:spcBef>
                <a:spcPct val="30000"/>
              </a:spcBef>
              <a:defRPr sz="1200">
                <a:solidFill>
                  <a:schemeClr val="tx1"/>
                </a:solidFill>
                <a:latin typeface="Calibri" pitchFamily="34" charset="0"/>
              </a:defRPr>
            </a:lvl5pPr>
            <a:lvl6pPr marL="2562377" indent="-232943" eaLnBrk="0" fontAlgn="base" hangingPunct="0">
              <a:spcBef>
                <a:spcPct val="30000"/>
              </a:spcBef>
              <a:spcAft>
                <a:spcPct val="0"/>
              </a:spcAft>
              <a:defRPr sz="1200">
                <a:solidFill>
                  <a:schemeClr val="tx1"/>
                </a:solidFill>
                <a:latin typeface="Calibri" pitchFamily="34" charset="0"/>
              </a:defRPr>
            </a:lvl6pPr>
            <a:lvl7pPr marL="3028264" indent="-232943" eaLnBrk="0" fontAlgn="base" hangingPunct="0">
              <a:spcBef>
                <a:spcPct val="30000"/>
              </a:spcBef>
              <a:spcAft>
                <a:spcPct val="0"/>
              </a:spcAft>
              <a:defRPr sz="1200">
                <a:solidFill>
                  <a:schemeClr val="tx1"/>
                </a:solidFill>
                <a:latin typeface="Calibri" pitchFamily="34" charset="0"/>
              </a:defRPr>
            </a:lvl7pPr>
            <a:lvl8pPr marL="3494151" indent="-232943" eaLnBrk="0" fontAlgn="base" hangingPunct="0">
              <a:spcBef>
                <a:spcPct val="30000"/>
              </a:spcBef>
              <a:spcAft>
                <a:spcPct val="0"/>
              </a:spcAft>
              <a:defRPr sz="1200">
                <a:solidFill>
                  <a:schemeClr val="tx1"/>
                </a:solidFill>
                <a:latin typeface="Calibri" pitchFamily="34" charset="0"/>
              </a:defRPr>
            </a:lvl8pPr>
            <a:lvl9pPr marL="3960038" indent="-232943"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E840BA20-F328-4FB2-9393-AAFAEE2EE347}" type="slidenum">
              <a:rPr lang="en-US" altLang="en-US" smtClean="0">
                <a:latin typeface="Arial" charset="0"/>
              </a:rPr>
              <a:pPr eaLnBrk="1" hangingPunct="1">
                <a:spcBef>
                  <a:spcPct val="0"/>
                </a:spcBef>
              </a:pPr>
              <a:t>63</a:t>
            </a:fld>
            <a:endParaRPr lang="en-US" altLang="en-US">
              <a:latin typeface="Arial" charset="0"/>
            </a:endParaRPr>
          </a:p>
        </p:txBody>
      </p:sp>
      <p:sp>
        <p:nvSpPr>
          <p:cNvPr id="2" name="Date Placeholder 1"/>
          <p:cNvSpPr>
            <a:spLocks noGrp="1"/>
          </p:cNvSpPr>
          <p:nvPr>
            <p:ph type="dt" idx="10"/>
          </p:nvPr>
        </p:nvSpPr>
        <p:spPr/>
        <p:txBody>
          <a:bodyPr/>
          <a:lstStyle/>
          <a:p>
            <a:pPr>
              <a:defRPr/>
            </a:pPr>
            <a:endParaRPr lang="en-US" dirty="0"/>
          </a:p>
        </p:txBody>
      </p:sp>
    </p:spTree>
    <p:extLst>
      <p:ext uri="{BB962C8B-B14F-4D97-AF65-F5344CB8AC3E}">
        <p14:creationId xmlns:p14="http://schemas.microsoft.com/office/powerpoint/2010/main" val="22581699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4" name="Picture 6" descr="blank chapter title icon for ppt from book copy.png"/>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1401763"/>
            <a:ext cx="9144000" cy="4054475"/>
          </a:xfrm>
          <a:prstGeom prst="rect">
            <a:avLst/>
          </a:prstGeom>
          <a:solidFill>
            <a:srgbClr val="C00000"/>
          </a:solidFill>
          <a:ln>
            <a:noFill/>
          </a:ln>
        </p:spPr>
      </p:pic>
      <p:sp>
        <p:nvSpPr>
          <p:cNvPr id="3" name="Subtitle 2"/>
          <p:cNvSpPr>
            <a:spLocks noGrp="1"/>
          </p:cNvSpPr>
          <p:nvPr>
            <p:ph type="subTitle" idx="1"/>
          </p:nvPr>
        </p:nvSpPr>
        <p:spPr>
          <a:xfrm>
            <a:off x="304800" y="3200400"/>
            <a:ext cx="5638800" cy="1600200"/>
          </a:xfrm>
        </p:spPr>
        <p:txBody>
          <a:bodyPr anchor="ctr"/>
          <a:lstStyle>
            <a:lvl1pPr marL="0" indent="0" algn="ctr">
              <a:buNone/>
              <a:defRPr b="1">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 Placeholder 2"/>
          <p:cNvSpPr>
            <a:spLocks noGrp="1"/>
          </p:cNvSpPr>
          <p:nvPr>
            <p:ph type="body" idx="13"/>
          </p:nvPr>
        </p:nvSpPr>
        <p:spPr>
          <a:xfrm>
            <a:off x="533400" y="1828800"/>
            <a:ext cx="4572000" cy="890587"/>
          </a:xfrm>
        </p:spPr>
        <p:txBody>
          <a:bodyPr anchor="ctr"/>
          <a:lstStyle>
            <a:lvl1pPr marL="0" indent="0">
              <a:buNone/>
              <a:defRPr sz="3200" b="1">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p:cNvSpPr>
            <a:spLocks noGrp="1"/>
          </p:cNvSpPr>
          <p:nvPr>
            <p:ph type="dt" sz="half" idx="14"/>
          </p:nvPr>
        </p:nvSpPr>
        <p:spPr/>
        <p:txBody>
          <a:bodyPr/>
          <a:lstStyle>
            <a:lvl1pPr>
              <a:defRPr/>
            </a:lvl1pPr>
          </a:lstStyle>
          <a:p>
            <a:pPr>
              <a:defRPr/>
            </a:pPr>
            <a:fld id="{3F9D6AB0-24DE-4CD3-BB02-747989806954}" type="datetimeFigureOut">
              <a:rPr lang="en-US" smtClean="0"/>
              <a:pPr>
                <a:defRPr/>
              </a:pPr>
              <a:t>3/2/2020</a:t>
            </a:fld>
            <a:endParaRPr lang="en-US" dirty="0"/>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ADCA6C58-CC89-4DB9-AB22-C02AA384A783}" type="slidenum">
              <a:rPr lang="en-US" smtClean="0"/>
              <a:pPr>
                <a:defRPr/>
              </a:pPr>
              <a:t>‹#›</a:t>
            </a:fld>
            <a:endParaRPr lang="en-US" dirty="0"/>
          </a:p>
        </p:txBody>
      </p:sp>
    </p:spTree>
    <p:extLst>
      <p:ext uri="{BB962C8B-B14F-4D97-AF65-F5344CB8AC3E}">
        <p14:creationId xmlns:p14="http://schemas.microsoft.com/office/powerpoint/2010/main" val="2223734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lgn="l">
              <a:defRPr>
                <a:solidFill>
                  <a:schemeClr val="accent2"/>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buClr>
                <a:schemeClr val="accent2"/>
              </a:buClr>
              <a:buSzPct val="100000"/>
              <a:buFont typeface="Calibri" pitchFamily="34" charset="0"/>
              <a:buChar char="•"/>
              <a:defRPr/>
            </a:lvl1pPr>
            <a:lvl2pPr marL="742950" indent="-285750">
              <a:buClr>
                <a:srgbClr val="C00000"/>
              </a:buClr>
              <a:buSzPct val="100000"/>
              <a:buFont typeface="Courier New" panose="02070309020205020404" pitchFamily="49" charset="0"/>
              <a:buChar char="o"/>
              <a:defRPr/>
            </a:lvl2pPr>
            <a:lvl3pPr marL="1143000" indent="-228600">
              <a:buClr>
                <a:schemeClr val="accent2"/>
              </a:buClr>
              <a:buSzPct val="100000"/>
              <a:buFont typeface="Wingdings" panose="05000000000000000000" pitchFamily="2" charset="2"/>
              <a:buChar char="§"/>
              <a:defRPr/>
            </a:lvl3pPr>
            <a:lvl4pPr marL="1600200" indent="-228600">
              <a:buClr>
                <a:schemeClr val="accent1">
                  <a:lumMod val="75000"/>
                </a:schemeClr>
              </a:buClr>
              <a:buSzPct val="100000"/>
              <a:buFont typeface="Wingdings" panose="05000000000000000000" pitchFamily="2" charset="2"/>
              <a:buChar char="Ø"/>
              <a:defRPr/>
            </a:lvl4pPr>
            <a:lvl5pPr marL="2057400" indent="-228600">
              <a:buClr>
                <a:srgbClr val="C00000"/>
              </a:buClr>
              <a:buSzPct val="100000"/>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5B6963DA-3A6E-4EA8-945A-F5B2BE9E3979}" type="datetimeFigureOut">
              <a:rPr lang="en-US" smtClean="0"/>
              <a:pPr>
                <a:defRPr/>
              </a:pPr>
              <a:t>3/2/2020</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FCBBD3D-7A19-4B68-AE96-01DD5BE08A2A}" type="slidenum">
              <a:rPr lang="en-US" smtClean="0"/>
              <a:pPr>
                <a:defRPr/>
              </a:pPr>
              <a:t>‹#›</a:t>
            </a:fld>
            <a:endParaRPr lang="en-US" dirty="0"/>
          </a:p>
        </p:txBody>
      </p:sp>
    </p:spTree>
    <p:extLst>
      <p:ext uri="{BB962C8B-B14F-4D97-AF65-F5344CB8AC3E}">
        <p14:creationId xmlns:p14="http://schemas.microsoft.com/office/powerpoint/2010/main" val="3510992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6" descr="blank title icon for ppt from book copy.png"/>
          <p:cNvPicPr>
            <a:picLocks noChangeAspect="1"/>
          </p:cNvPicPr>
          <p:nvPr/>
        </p:nvPicPr>
        <p:blipFill>
          <a:blip r:embed="rId2">
            <a:duotone>
              <a:prstClr val="black"/>
              <a:schemeClr val="accent1">
                <a:tint val="45000"/>
                <a:satMod val="400000"/>
              </a:schemeClr>
            </a:duotone>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rcRect/>
          <a:stretch>
            <a:fillRect/>
          </a:stretch>
        </p:blipFill>
        <p:spPr bwMode="auto">
          <a:xfrm>
            <a:off x="0" y="838200"/>
            <a:ext cx="9144000" cy="260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724400" y="838200"/>
            <a:ext cx="4419600" cy="2667001"/>
          </a:xfrm>
        </p:spPr>
        <p:txBody>
          <a:bodyPr>
            <a:normAutofit/>
          </a:bodyPr>
          <a:lstStyle>
            <a:lvl1pPr algn="l">
              <a:defRPr sz="3200" b="1" cap="none">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04800" y="1905000"/>
            <a:ext cx="3352800" cy="890587"/>
          </a:xfrm>
        </p:spPr>
        <p:txBody>
          <a:bodyPr anchor="ctr"/>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45DA99E6-C493-4A2F-A454-DFF5CD09B745}" type="datetimeFigureOut">
              <a:rPr lang="en-US" smtClean="0"/>
              <a:pPr>
                <a:defRPr/>
              </a:pPr>
              <a:t>3/2/2020</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3BE014D-AD61-463F-A50C-9B27885E3E59}" type="slidenum">
              <a:rPr lang="en-US" smtClean="0"/>
              <a:pPr>
                <a:defRPr/>
              </a:pPr>
              <a:t>‹#›</a:t>
            </a:fld>
            <a:endParaRPr lang="en-US" dirty="0"/>
          </a:p>
        </p:txBody>
      </p:sp>
    </p:spTree>
    <p:extLst>
      <p:ext uri="{BB962C8B-B14F-4D97-AF65-F5344CB8AC3E}">
        <p14:creationId xmlns:p14="http://schemas.microsoft.com/office/powerpoint/2010/main" val="2266347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1">
              <a:lumMod val="75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57200" y="1600200"/>
            <a:ext cx="4038600" cy="4525963"/>
          </a:xfrm>
        </p:spPr>
        <p:txBody>
          <a:bodyPr/>
          <a:lstStyle>
            <a:lvl1pPr>
              <a:buClr>
                <a:schemeClr val="accent2"/>
              </a:buClr>
              <a:buSzPct val="100000"/>
              <a:buFont typeface="Arial"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rgbClr val="C00000"/>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057400" indent="-228600">
              <a:buClr>
                <a:srgbClr val="C00000"/>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marL="342900" indent="-342900">
              <a:buClr>
                <a:schemeClr val="accent2"/>
              </a:buClr>
              <a:buSzPct val="100000"/>
              <a:buFont typeface="Arial" panose="020B0604020202020204" pitchFamily="34" charset="0"/>
              <a:buChar char="•"/>
              <a:defRPr sz="2800"/>
            </a:lvl1pPr>
            <a:lvl2pPr marL="742950" indent="-285750">
              <a:buClr>
                <a:schemeClr val="accent2"/>
              </a:buClr>
              <a:buSzPct val="100000"/>
              <a:buFont typeface="Courier New" panose="02070309020205020404" pitchFamily="49" charset="0"/>
              <a:buChar char="o"/>
              <a:defRPr sz="2400"/>
            </a:lvl2pPr>
            <a:lvl3pPr marL="1143000" indent="-228600">
              <a:buClr>
                <a:schemeClr val="accent2"/>
              </a:buClr>
              <a:buSzPct val="100000"/>
              <a:buFont typeface="Wingdings" panose="05000000000000000000" pitchFamily="2" charset="2"/>
              <a:buChar char="v"/>
              <a:defRPr sz="2000"/>
            </a:lvl3pPr>
            <a:lvl4pPr marL="1600200" indent="-228600">
              <a:buClr>
                <a:schemeClr val="accent2"/>
              </a:buClr>
              <a:buSzPct val="100000"/>
              <a:buFont typeface="Wingdings" panose="05000000000000000000" pitchFamily="2" charset="2"/>
              <a:buChar char="Ø"/>
              <a:defRPr sz="1800"/>
            </a:lvl4pPr>
            <a:lvl5pPr marL="2171700" indent="-342900">
              <a:buClr>
                <a:schemeClr val="accent2"/>
              </a:buClr>
              <a:buSzPct val="100000"/>
              <a:buFont typeface="Wingdings" panose="05000000000000000000" pitchFamily="2" charset="2"/>
              <a:buChar char="ü"/>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4"/>
          <p:cNvSpPr>
            <a:spLocks noGrp="1"/>
          </p:cNvSpPr>
          <p:nvPr>
            <p:ph type="dt" sz="half" idx="10"/>
          </p:nvPr>
        </p:nvSpPr>
        <p:spPr/>
        <p:txBody>
          <a:bodyPr/>
          <a:lstStyle>
            <a:lvl1pPr>
              <a:defRPr/>
            </a:lvl1pPr>
          </a:lstStyle>
          <a:p>
            <a:pPr>
              <a:defRPr/>
            </a:pPr>
            <a:fld id="{81BCF32B-9FF3-4F29-9BFB-556E9768E64F}" type="datetimeFigureOut">
              <a:rPr lang="en-US" smtClean="0"/>
              <a:pPr>
                <a:defRPr/>
              </a:pPr>
              <a:t>3/2/2020</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3F33B6EC-D344-40CD-B680-E36CADC1E6EA}" type="slidenum">
              <a:rPr lang="en-US" smtClean="0"/>
              <a:pPr>
                <a:defRPr/>
              </a:pPr>
              <a:t>‹#›</a:t>
            </a:fld>
            <a:endParaRPr lang="en-US" dirty="0"/>
          </a:p>
        </p:txBody>
      </p:sp>
    </p:spTree>
    <p:extLst>
      <p:ext uri="{BB962C8B-B14F-4D97-AF65-F5344CB8AC3E}">
        <p14:creationId xmlns:p14="http://schemas.microsoft.com/office/powerpoint/2010/main" val="23362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buClr>
                <a:schemeClr val="accent2"/>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buClr>
                <a:srgbClr val="C00000"/>
              </a:buClr>
              <a:buSzPct val="100000"/>
              <a:buFont typeface="Arial" pitchFamily="34" charset="0"/>
              <a:buChar char="•"/>
              <a:defRPr sz="2400"/>
            </a:lvl1pPr>
            <a:lvl2pPr marL="742950" indent="-285750">
              <a:buClr>
                <a:srgbClr val="C00000"/>
              </a:buClr>
              <a:buSzPct val="100000"/>
              <a:buFont typeface="Courier New" panose="02070309020205020404" pitchFamily="49" charset="0"/>
              <a:buChar char="o"/>
              <a:defRPr sz="2000"/>
            </a:lvl2pPr>
            <a:lvl3pPr marL="1143000" indent="-228600">
              <a:buClr>
                <a:srgbClr val="C00000"/>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6"/>
          <p:cNvSpPr>
            <a:spLocks noGrp="1"/>
          </p:cNvSpPr>
          <p:nvPr>
            <p:ph type="dt" sz="half" idx="10"/>
          </p:nvPr>
        </p:nvSpPr>
        <p:spPr/>
        <p:txBody>
          <a:bodyPr/>
          <a:lstStyle>
            <a:lvl1pPr>
              <a:defRPr/>
            </a:lvl1pPr>
          </a:lstStyle>
          <a:p>
            <a:pPr>
              <a:defRPr/>
            </a:pPr>
            <a:fld id="{E372D0C0-997B-4DE6-AE3E-6C0B90A905D0}" type="datetimeFigureOut">
              <a:rPr lang="en-US" smtClean="0"/>
              <a:pPr>
                <a:defRPr/>
              </a:pPr>
              <a:t>3/2/2020</a:t>
            </a:fld>
            <a:endParaRPr lang="en-US" dirty="0"/>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pPr>
              <a:defRPr/>
            </a:pPr>
            <a:fld id="{4B1FA37D-9319-49A4-A81E-E9F25D87125E}" type="slidenum">
              <a:rPr lang="en-US" smtClean="0"/>
              <a:pPr>
                <a:defRPr/>
              </a:pPr>
              <a:t>‹#›</a:t>
            </a:fld>
            <a:endParaRPr lang="en-US" dirty="0"/>
          </a:p>
        </p:txBody>
      </p:sp>
    </p:spTree>
    <p:extLst>
      <p:ext uri="{BB962C8B-B14F-4D97-AF65-F5344CB8AC3E}">
        <p14:creationId xmlns:p14="http://schemas.microsoft.com/office/powerpoint/2010/main" val="1914216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p:txBody>
          <a:bodyPr/>
          <a:lstStyle>
            <a:lvl1pPr>
              <a:defRPr>
                <a:solidFill>
                  <a:schemeClr val="accent2"/>
                </a:solidFill>
              </a:defRPr>
            </a:lvl1pPr>
          </a:lstStyle>
          <a:p>
            <a:r>
              <a:rPr lang="en-US"/>
              <a:t>Click to edit Master title style</a:t>
            </a:r>
            <a:endParaRPr lang="en-US" dirty="0"/>
          </a:p>
        </p:txBody>
      </p:sp>
      <p:sp>
        <p:nvSpPr>
          <p:cNvPr id="4" name="Date Placeholder 2"/>
          <p:cNvSpPr>
            <a:spLocks noGrp="1"/>
          </p:cNvSpPr>
          <p:nvPr>
            <p:ph type="dt" sz="half" idx="10"/>
          </p:nvPr>
        </p:nvSpPr>
        <p:spPr/>
        <p:txBody>
          <a:bodyPr/>
          <a:lstStyle>
            <a:lvl1pPr>
              <a:defRPr/>
            </a:lvl1pPr>
          </a:lstStyle>
          <a:p>
            <a:pPr>
              <a:defRPr/>
            </a:pPr>
            <a:fld id="{A9E5E74B-D607-47C4-AD7D-4B96816AED84}" type="datetimeFigureOut">
              <a:rPr lang="en-US" smtClean="0"/>
              <a:pPr>
                <a:defRPr/>
              </a:pPr>
              <a:t>3/2/2020</a:t>
            </a:fld>
            <a:endParaRPr lang="en-US" dirty="0"/>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pPr>
              <a:defRPr/>
            </a:pPr>
            <a:fld id="{80C32222-FECB-4EA4-8535-E3AFCE561321}" type="slidenum">
              <a:rPr lang="en-US" smtClean="0"/>
              <a:pPr>
                <a:defRPr/>
              </a:pPr>
              <a:t>‹#›</a:t>
            </a:fld>
            <a:endParaRPr lang="en-US" dirty="0"/>
          </a:p>
        </p:txBody>
      </p:sp>
    </p:spTree>
    <p:extLst>
      <p:ext uri="{BB962C8B-B14F-4D97-AF65-F5344CB8AC3E}">
        <p14:creationId xmlns:p14="http://schemas.microsoft.com/office/powerpoint/2010/main" val="2914467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0" y="0"/>
            <a:ext cx="9144000" cy="228600"/>
          </a:xfrm>
          <a:prstGeom prst="rect">
            <a:avLst/>
          </a:prstGeom>
          <a:solidFill>
            <a:schemeClr val="accent2"/>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Date Placeholder 1"/>
          <p:cNvSpPr>
            <a:spLocks noGrp="1"/>
          </p:cNvSpPr>
          <p:nvPr>
            <p:ph type="dt" sz="half" idx="10"/>
          </p:nvPr>
        </p:nvSpPr>
        <p:spPr/>
        <p:txBody>
          <a:bodyPr/>
          <a:lstStyle>
            <a:lvl1pPr>
              <a:defRPr/>
            </a:lvl1pPr>
          </a:lstStyle>
          <a:p>
            <a:pPr>
              <a:defRPr/>
            </a:pPr>
            <a:fld id="{92632D51-7482-4CA3-8BED-3A2F8008334E}" type="datetimeFigureOut">
              <a:rPr lang="en-US" smtClean="0"/>
              <a:pPr>
                <a:defRPr/>
              </a:pPr>
              <a:t>3/2/2020</a:t>
            </a:fld>
            <a:endParaRPr lang="en-US" dirty="0"/>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pPr>
              <a:defRPr/>
            </a:pPr>
            <a:fld id="{0E869AE3-16A8-4F48-B914-2CEC91F3E5B2}" type="slidenum">
              <a:rPr lang="en-US" smtClean="0"/>
              <a:pPr>
                <a:defRPr/>
              </a:pPr>
              <a:t>‹#›</a:t>
            </a:fld>
            <a:endParaRPr lang="en-US" dirty="0"/>
          </a:p>
        </p:txBody>
      </p:sp>
    </p:spTree>
    <p:extLst>
      <p:ext uri="{BB962C8B-B14F-4D97-AF65-F5344CB8AC3E}">
        <p14:creationId xmlns:p14="http://schemas.microsoft.com/office/powerpoint/2010/main" val="758138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457200" y="273050"/>
            <a:ext cx="3657600" cy="1162050"/>
          </a:xfrm>
        </p:spPr>
        <p:txBody>
          <a:bodyPr anchor="b"/>
          <a:lstStyle>
            <a:lvl1pPr algn="l">
              <a:defRPr sz="2400" b="1">
                <a:solidFill>
                  <a:schemeClr val="accent2"/>
                </a:solidFill>
              </a:defRPr>
            </a:lvl1pPr>
          </a:lstStyle>
          <a:p>
            <a:r>
              <a:rPr lang="en-US"/>
              <a:t>Click to edit Master title style</a:t>
            </a:r>
            <a:endParaRPr lang="en-US" dirty="0"/>
          </a:p>
        </p:txBody>
      </p:sp>
      <p:sp>
        <p:nvSpPr>
          <p:cNvPr id="3" name="Content Placeholder 2"/>
          <p:cNvSpPr>
            <a:spLocks noGrp="1"/>
          </p:cNvSpPr>
          <p:nvPr>
            <p:ph idx="1"/>
          </p:nvPr>
        </p:nvSpPr>
        <p:spPr>
          <a:xfrm>
            <a:off x="4419600" y="304800"/>
            <a:ext cx="4267200" cy="5821363"/>
          </a:xfrm>
        </p:spPr>
        <p:txBody>
          <a:bodyPr>
            <a:normAutofit/>
          </a:bodyPr>
          <a:lstStyle>
            <a:lvl1pPr>
              <a:buClr>
                <a:srgbClr val="C00000"/>
              </a:buClr>
              <a:buSzPct val="100000"/>
              <a:buFont typeface="Calibri" pitchFamily="34" charset="0"/>
              <a:buChar char="•"/>
              <a:defRPr sz="2400"/>
            </a:lvl1pPr>
            <a:lvl2pPr marL="742950" indent="-285750">
              <a:buClr>
                <a:schemeClr val="accent2"/>
              </a:buClr>
              <a:buSzPct val="100000"/>
              <a:buFont typeface="Courier New" panose="02070309020205020404" pitchFamily="49" charset="0"/>
              <a:buChar char="o"/>
              <a:defRPr sz="2000"/>
            </a:lvl2pPr>
            <a:lvl3pPr marL="1143000" indent="-228600">
              <a:buClr>
                <a:schemeClr val="accent2"/>
              </a:buClr>
              <a:buSzPct val="100000"/>
              <a:buFont typeface="Wingdings" panose="05000000000000000000" pitchFamily="2" charset="2"/>
              <a:buChar char="v"/>
              <a:defRPr sz="1800"/>
            </a:lvl3pPr>
            <a:lvl4pPr marL="1600200" indent="-228600">
              <a:buClr>
                <a:srgbClr val="C00000"/>
              </a:buClr>
              <a:buSzPct val="100000"/>
              <a:buFont typeface="Wingdings" panose="05000000000000000000" pitchFamily="2" charset="2"/>
              <a:buChar char="Ø"/>
              <a:defRPr sz="1600"/>
            </a:lvl4pPr>
            <a:lvl5pPr marL="2057400" indent="-228600">
              <a:buClr>
                <a:srgbClr val="C00000"/>
              </a:buClr>
              <a:buSzPct val="100000"/>
              <a:buFont typeface="Wingdings" panose="05000000000000000000" pitchFamily="2" charset="2"/>
              <a:buChar char="ü"/>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657600" cy="4691063"/>
          </a:xfrm>
        </p:spPr>
        <p:txBody>
          <a:bodyPr/>
          <a:lstStyle>
            <a:lvl1pPr marL="233363" indent="-233363">
              <a:buClr>
                <a:srgbClr val="C00000"/>
              </a:buClr>
              <a:buSzPct val="100000"/>
              <a:buFont typeface="Calibri" pitchFamily="34" charset="0"/>
              <a:buChar char="•"/>
              <a:defRPr sz="2000"/>
            </a:lvl1pPr>
            <a:lvl2pPr marL="690563" indent="-233363">
              <a:buClr>
                <a:srgbClr val="C00000"/>
              </a:buClr>
              <a:buSzPct val="100000"/>
              <a:buFont typeface="Courier New" panose="02070309020205020404" pitchFamily="49" charset="0"/>
              <a:buChar char="o"/>
              <a:defRPr sz="20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a:p>
            <a:pPr lvl="1"/>
            <a:r>
              <a:rPr lang="en-US"/>
              <a:t>Second level</a:t>
            </a:r>
          </a:p>
        </p:txBody>
      </p:sp>
      <p:sp>
        <p:nvSpPr>
          <p:cNvPr id="6" name="Date Placeholder 4"/>
          <p:cNvSpPr>
            <a:spLocks noGrp="1"/>
          </p:cNvSpPr>
          <p:nvPr>
            <p:ph type="dt" sz="half" idx="10"/>
          </p:nvPr>
        </p:nvSpPr>
        <p:spPr/>
        <p:txBody>
          <a:bodyPr/>
          <a:lstStyle>
            <a:lvl1pPr>
              <a:defRPr/>
            </a:lvl1pPr>
          </a:lstStyle>
          <a:p>
            <a:pPr>
              <a:defRPr/>
            </a:pPr>
            <a:fld id="{092340EE-56C9-426B-AD92-6D3CEA10CA5F}" type="datetimeFigureOut">
              <a:rPr lang="en-US" smtClean="0"/>
              <a:pPr>
                <a:defRPr/>
              </a:pPr>
              <a:t>3/2/2020</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9F99E434-CEDE-4909-AF43-83339AAABFE1}" type="slidenum">
              <a:rPr lang="en-US" smtClean="0"/>
              <a:pPr>
                <a:defRPr/>
              </a:pPr>
              <a:t>‹#›</a:t>
            </a:fld>
            <a:endParaRPr lang="en-US" dirty="0"/>
          </a:p>
        </p:txBody>
      </p:sp>
    </p:spTree>
    <p:extLst>
      <p:ext uri="{BB962C8B-B14F-4D97-AF65-F5344CB8AC3E}">
        <p14:creationId xmlns:p14="http://schemas.microsoft.com/office/powerpoint/2010/main" val="1566899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0"/>
            <a:ext cx="9144000" cy="228600"/>
          </a:xfrm>
          <a:prstGeom prst="rect">
            <a:avLst/>
          </a:prstGeom>
          <a:solidFill>
            <a:schemeClr val="accent2"/>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1792288" y="4800600"/>
            <a:ext cx="5486400" cy="566738"/>
          </a:xfrm>
        </p:spPr>
        <p:txBody>
          <a:bodyPr anchor="b"/>
          <a:lstStyle>
            <a:lvl1pPr algn="l">
              <a:defRPr sz="2000" b="1">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Date Placeholder 4"/>
          <p:cNvSpPr>
            <a:spLocks noGrp="1"/>
          </p:cNvSpPr>
          <p:nvPr>
            <p:ph type="dt" sz="half" idx="10"/>
          </p:nvPr>
        </p:nvSpPr>
        <p:spPr/>
        <p:txBody>
          <a:bodyPr/>
          <a:lstStyle>
            <a:lvl1pPr>
              <a:defRPr/>
            </a:lvl1pPr>
          </a:lstStyle>
          <a:p>
            <a:pPr>
              <a:defRPr/>
            </a:pPr>
            <a:fld id="{923C7B74-B25C-49E4-A56E-CBB08F1CDCFD}" type="datetimeFigureOut">
              <a:rPr lang="en-US" smtClean="0"/>
              <a:pPr>
                <a:defRPr/>
              </a:pPr>
              <a:t>3/2/2020</a:t>
            </a:fld>
            <a:endParaRPr lang="en-US" dirty="0"/>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pPr>
              <a:defRPr/>
            </a:pPr>
            <a:fld id="{C56F59E6-1D23-443A-B06F-3C5BC3D50B0A}" type="slidenum">
              <a:rPr lang="en-US" smtClean="0"/>
              <a:pPr>
                <a:defRPr/>
              </a:pPr>
              <a:t>‹#›</a:t>
            </a:fld>
            <a:endParaRPr lang="en-US" dirty="0"/>
          </a:p>
        </p:txBody>
      </p:sp>
    </p:spTree>
    <p:extLst>
      <p:ext uri="{BB962C8B-B14F-4D97-AF65-F5344CB8AC3E}">
        <p14:creationId xmlns:p14="http://schemas.microsoft.com/office/powerpoint/2010/main" val="3899041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C00000"/>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lvl1pPr>
              <a:buClr>
                <a:srgbClr val="C00000"/>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BC675EA4-B97A-465C-BA24-D9AD245659DD}" type="datetimeFigureOut">
              <a:rPr lang="en-US" smtClean="0"/>
              <a:pPr>
                <a:defRPr/>
              </a:pPr>
              <a:t>3/2/2020</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1C487BE-1F02-4B61-896F-E62A9F054A80}" type="slidenum">
              <a:rPr lang="en-US" smtClean="0"/>
              <a:pPr>
                <a:defRPr/>
              </a:pPr>
              <a:t>‹#›</a:t>
            </a:fld>
            <a:endParaRPr lang="en-US" dirty="0"/>
          </a:p>
        </p:txBody>
      </p:sp>
    </p:spTree>
    <p:extLst>
      <p:ext uri="{BB962C8B-B14F-4D97-AF65-F5344CB8AC3E}">
        <p14:creationId xmlns:p14="http://schemas.microsoft.com/office/powerpoint/2010/main" val="2417085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lvl1pPr>
              <a:defRPr>
                <a:solidFill>
                  <a:srgbClr val="C00000"/>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lvl1pPr>
              <a:buClr>
                <a:schemeClr val="accent2"/>
              </a:buClr>
              <a:defRPr/>
            </a:lvl1pPr>
            <a:lvl2pPr marL="742950" indent="-285750">
              <a:buClr>
                <a:srgbClr val="C00000"/>
              </a:buClr>
              <a:buFont typeface="Courier New" panose="02070309020205020404" pitchFamily="49" charset="0"/>
              <a:buChar char="o"/>
              <a:defRPr/>
            </a:lvl2pPr>
            <a:lvl3pPr marL="1143000" indent="-228600">
              <a:buClr>
                <a:schemeClr val="accent2"/>
              </a:buClr>
              <a:buFont typeface="Wingdings" panose="05000000000000000000" pitchFamily="2" charset="2"/>
              <a:buChar char="v"/>
              <a:defRPr/>
            </a:lvl3pPr>
            <a:lvl4pPr marL="1600200" indent="-228600">
              <a:buClr>
                <a:schemeClr val="accent2"/>
              </a:buClr>
              <a:buFont typeface="Wingdings" panose="05000000000000000000" pitchFamily="2" charset="2"/>
              <a:buChar char="Ø"/>
              <a:defRPr/>
            </a:lvl4pPr>
            <a:lvl5pPr marL="2057400" indent="-228600">
              <a:buClr>
                <a:srgbClr val="C00000"/>
              </a:buClr>
              <a:buFont typeface="Wingdings" panose="05000000000000000000" pitchFamily="2" charset="2"/>
              <a:buChar char="ü"/>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5FF299D8-949F-4640-ADA9-480E5FA60E4A}" type="datetimeFigureOut">
              <a:rPr lang="en-US" smtClean="0"/>
              <a:pPr>
                <a:defRPr/>
              </a:pPr>
              <a:t>3/2/2020</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5CD601-3FE2-4885-B1B9-9CAAF006DB58}" type="slidenum">
              <a:rPr lang="en-US" smtClean="0"/>
              <a:pPr>
                <a:defRPr/>
              </a:pPr>
              <a:t>‹#›</a:t>
            </a:fld>
            <a:endParaRPr lang="en-US" dirty="0"/>
          </a:p>
        </p:txBody>
      </p:sp>
    </p:spTree>
    <p:extLst>
      <p:ext uri="{BB962C8B-B14F-4D97-AF65-F5344CB8AC3E}">
        <p14:creationId xmlns:p14="http://schemas.microsoft.com/office/powerpoint/2010/main" val="3887375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27950823-E0B8-44A2-BED0-EC2A1298B6EF}" type="datetimeFigureOut">
              <a:rPr lang="en-US" smtClean="0"/>
              <a:pPr>
                <a:defRPr/>
              </a:pPr>
              <a:t>3/2/2020</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130B087-04FE-4903-ADB3-6BD6D67FE980}" type="slidenum">
              <a:rPr lang="en-US" smtClean="0"/>
              <a:pPr>
                <a:defRPr/>
              </a:pPr>
              <a:t>‹#›</a:t>
            </a:fld>
            <a:endParaRPr lang="en-US" dirty="0"/>
          </a:p>
        </p:txBody>
      </p:sp>
    </p:spTree>
    <p:extLst>
      <p:ext uri="{BB962C8B-B14F-4D97-AF65-F5344CB8AC3E}">
        <p14:creationId xmlns:p14="http://schemas.microsoft.com/office/powerpoint/2010/main" val="33491244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rgbClr val="68771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pPr>
              <a:defRPr/>
            </a:pPr>
            <a:fld id="{27950823-E0B8-44A2-BED0-EC2A1298B6EF}" type="datetimeFigureOut">
              <a:rPr lang="en-US"/>
              <a:pPr>
                <a:defRPr/>
              </a:pPr>
              <a:t>3/2/2020</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130B087-04FE-4903-ADB3-6BD6D67FE980}" type="slidenum">
              <a:rPr lang="en-US"/>
              <a:pPr>
                <a:defRPr/>
              </a:pPr>
              <a:t>‹#›</a:t>
            </a:fld>
            <a:endParaRPr lang="en-US" dirty="0"/>
          </a:p>
        </p:txBody>
      </p:sp>
    </p:spTree>
    <p:extLst>
      <p:ext uri="{BB962C8B-B14F-4D97-AF65-F5344CB8AC3E}">
        <p14:creationId xmlns:p14="http://schemas.microsoft.com/office/powerpoint/2010/main" val="2948430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38C28D7D-371B-42B2-8D58-9A481748079D}" type="datetimeFigureOut">
              <a:rPr lang="en-US" smtClean="0"/>
              <a:pPr>
                <a:defRPr/>
              </a:pPr>
              <a:t>3/2/2020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9C7CB268-21BB-413C-ABBB-CF02EDB4BE93}" type="slidenum">
              <a:rPr lang="en-US" smtClean="0"/>
              <a:pPr>
                <a:defRPr/>
              </a:pPr>
              <a:t>‹#›</a:t>
            </a:fld>
            <a:endParaRPr lang="en-US" dirty="0"/>
          </a:p>
        </p:txBody>
      </p:sp>
      <p:sp>
        <p:nvSpPr>
          <p:cNvPr id="1031" name="Rectangle 6"/>
          <p:cNvSpPr>
            <a:spLocks noChangeArrowheads="1"/>
          </p:cNvSpPr>
          <p:nvPr/>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US" altLang="en-US" sz="800"/>
              <a:t>© 2015 Cengage Learning. All Rights Reserved. May not be scanned, copied or duplicated, or posted to a publicly accessible website, in whole or in part.</a:t>
            </a:r>
          </a:p>
        </p:txBody>
      </p:sp>
      <p:sp>
        <p:nvSpPr>
          <p:cNvPr id="8" name="Rectangle 6">
            <a:extLst>
              <a:ext uri="{FF2B5EF4-FFF2-40B4-BE49-F238E27FC236}">
                <a16:creationId xmlns:a16="http://schemas.microsoft.com/office/drawing/2014/main" id="{9592CA8D-698D-4BDC-B569-92255D55FAAA}"/>
              </a:ext>
            </a:extLst>
          </p:cNvPr>
          <p:cNvSpPr>
            <a:spLocks noChangeArrowheads="1"/>
          </p:cNvSpPr>
          <p:nvPr userDrawn="1"/>
        </p:nvSpPr>
        <p:spPr bwMode="auto">
          <a:xfrm>
            <a:off x="228600" y="6616700"/>
            <a:ext cx="7467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a:r>
              <a:rPr lang="en-US" altLang="en-US" sz="800"/>
              <a:t>© 2018 </a:t>
            </a:r>
            <a:r>
              <a:rPr lang="en-US" altLang="en-US" sz="800" dirty="0"/>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956968085"/>
      </p:ext>
    </p:extLst>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 id="2147483947" r:id="rId12"/>
    <p:sldLayoutId id="2147483925" r:id="rId13"/>
  </p:sldLayoutIdLst>
  <p:txStyles>
    <p:titleStyle>
      <a:lvl1pPr algn="l" rtl="0" eaLnBrk="1" fontAlgn="base" hangingPunct="1">
        <a:spcBef>
          <a:spcPct val="0"/>
        </a:spcBef>
        <a:spcAft>
          <a:spcPct val="0"/>
        </a:spcAft>
        <a:defRPr sz="3600" kern="1200">
          <a:solidFill>
            <a:schemeClr val="accent2"/>
          </a:solidFill>
          <a:latin typeface="+mj-lt"/>
          <a:ea typeface="+mj-ea"/>
          <a:cs typeface="+mj-cs"/>
        </a:defRPr>
      </a:lvl1pPr>
      <a:lvl2pPr algn="l" rtl="0" eaLnBrk="1" fontAlgn="base" hangingPunct="1">
        <a:spcBef>
          <a:spcPct val="0"/>
        </a:spcBef>
        <a:spcAft>
          <a:spcPct val="0"/>
        </a:spcAft>
        <a:defRPr sz="3600">
          <a:solidFill>
            <a:srgbClr val="00ADEE"/>
          </a:solidFill>
          <a:latin typeface="Calibri" pitchFamily="34" charset="0"/>
        </a:defRPr>
      </a:lvl2pPr>
      <a:lvl3pPr algn="l" rtl="0" eaLnBrk="1" fontAlgn="base" hangingPunct="1">
        <a:spcBef>
          <a:spcPct val="0"/>
        </a:spcBef>
        <a:spcAft>
          <a:spcPct val="0"/>
        </a:spcAft>
        <a:defRPr sz="3600">
          <a:solidFill>
            <a:srgbClr val="00ADEE"/>
          </a:solidFill>
          <a:latin typeface="Calibri" pitchFamily="34" charset="0"/>
        </a:defRPr>
      </a:lvl3pPr>
      <a:lvl4pPr algn="l" rtl="0" eaLnBrk="1" fontAlgn="base" hangingPunct="1">
        <a:spcBef>
          <a:spcPct val="0"/>
        </a:spcBef>
        <a:spcAft>
          <a:spcPct val="0"/>
        </a:spcAft>
        <a:defRPr sz="3600">
          <a:solidFill>
            <a:srgbClr val="00ADEE"/>
          </a:solidFill>
          <a:latin typeface="Calibri" pitchFamily="34" charset="0"/>
        </a:defRPr>
      </a:lvl4pPr>
      <a:lvl5pPr algn="l" rtl="0" eaLnBrk="1" fontAlgn="base" hangingPunct="1">
        <a:spcBef>
          <a:spcPct val="0"/>
        </a:spcBef>
        <a:spcAft>
          <a:spcPct val="0"/>
        </a:spcAft>
        <a:defRPr sz="3600">
          <a:solidFill>
            <a:srgbClr val="00ADEE"/>
          </a:solidFill>
          <a:latin typeface="Calibri" pitchFamily="34" charset="0"/>
        </a:defRPr>
      </a:lvl5pPr>
      <a:lvl6pPr marL="457200" algn="l" rtl="0" eaLnBrk="1" fontAlgn="base" hangingPunct="1">
        <a:spcBef>
          <a:spcPct val="0"/>
        </a:spcBef>
        <a:spcAft>
          <a:spcPct val="0"/>
        </a:spcAft>
        <a:defRPr sz="3600">
          <a:solidFill>
            <a:srgbClr val="687718"/>
          </a:solidFill>
          <a:latin typeface="Calibri" pitchFamily="34" charset="0"/>
        </a:defRPr>
      </a:lvl6pPr>
      <a:lvl7pPr marL="914400" algn="l" rtl="0" eaLnBrk="1" fontAlgn="base" hangingPunct="1">
        <a:spcBef>
          <a:spcPct val="0"/>
        </a:spcBef>
        <a:spcAft>
          <a:spcPct val="0"/>
        </a:spcAft>
        <a:defRPr sz="3600">
          <a:solidFill>
            <a:srgbClr val="687718"/>
          </a:solidFill>
          <a:latin typeface="Calibri" pitchFamily="34" charset="0"/>
        </a:defRPr>
      </a:lvl7pPr>
      <a:lvl8pPr marL="1371600" algn="l" rtl="0" eaLnBrk="1" fontAlgn="base" hangingPunct="1">
        <a:spcBef>
          <a:spcPct val="0"/>
        </a:spcBef>
        <a:spcAft>
          <a:spcPct val="0"/>
        </a:spcAft>
        <a:defRPr sz="3600">
          <a:solidFill>
            <a:srgbClr val="687718"/>
          </a:solidFill>
          <a:latin typeface="Calibri" pitchFamily="34" charset="0"/>
        </a:defRPr>
      </a:lvl8pPr>
      <a:lvl9pPr marL="1828800" algn="l" rtl="0" eaLnBrk="1" fontAlgn="base" hangingPunct="1">
        <a:spcBef>
          <a:spcPct val="0"/>
        </a:spcBef>
        <a:spcAft>
          <a:spcPct val="0"/>
        </a:spcAft>
        <a:defRPr sz="3600">
          <a:solidFill>
            <a:srgbClr val="687718"/>
          </a:solidFill>
          <a:latin typeface="Calibri" pitchFamily="34" charset="0"/>
        </a:defRPr>
      </a:lvl9pPr>
    </p:titleStyle>
    <p:bodyStyle>
      <a:lvl1pPr marL="342900" indent="-342900" algn="l" rtl="0" eaLnBrk="1" fontAlgn="base" hangingPunct="1">
        <a:spcBef>
          <a:spcPct val="20000"/>
        </a:spcBef>
        <a:spcAft>
          <a:spcPct val="0"/>
        </a:spcAft>
        <a:buClr>
          <a:schemeClr val="accent2"/>
        </a:buClr>
        <a:buSzPct val="100000"/>
        <a:buFont typeface="Arial" charset="0"/>
        <a:buChar char="•"/>
        <a:defRPr sz="2800" kern="12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2"/>
        </a:buClr>
        <a:buSzPct val="100000"/>
        <a:buFont typeface="Courier New" panose="02070309020205020404" pitchFamily="49" charset="0"/>
        <a:buChar char="o"/>
        <a:defRPr sz="2400" kern="1200">
          <a:solidFill>
            <a:schemeClr val="tx1"/>
          </a:solidFill>
          <a:latin typeface="+mn-lt"/>
          <a:ea typeface="+mn-ea"/>
          <a:cs typeface="+mn-cs"/>
        </a:defRPr>
      </a:lvl2pPr>
      <a:lvl3pPr marL="1143000" indent="-228600" algn="l" rtl="0" eaLnBrk="1" fontAlgn="base" hangingPunct="1">
        <a:spcBef>
          <a:spcPct val="20000"/>
        </a:spcBef>
        <a:spcAft>
          <a:spcPct val="0"/>
        </a:spcAft>
        <a:buClr>
          <a:schemeClr val="accent2"/>
        </a:buClr>
        <a:buSzPct val="100000"/>
        <a:buFont typeface="Wingdings" panose="05000000000000000000" pitchFamily="2" charset="2"/>
        <a:buChar char="v"/>
        <a:defRPr sz="2000" kern="1200">
          <a:solidFill>
            <a:schemeClr val="tx1"/>
          </a:solidFill>
          <a:latin typeface="+mn-lt"/>
          <a:ea typeface="+mn-ea"/>
          <a:cs typeface="+mn-cs"/>
        </a:defRPr>
      </a:lvl3pPr>
      <a:lvl4pPr marL="1600200" indent="-228600" algn="l" rtl="0" eaLnBrk="1" fontAlgn="base" hangingPunct="1">
        <a:spcBef>
          <a:spcPct val="20000"/>
        </a:spcBef>
        <a:spcAft>
          <a:spcPct val="0"/>
        </a:spcAft>
        <a:buClr>
          <a:schemeClr val="accent2"/>
        </a:buClr>
        <a:buSzPct val="100000"/>
        <a:buFont typeface="Wingdings" panose="05000000000000000000" pitchFamily="2" charset="2"/>
        <a:buChar char="Ø"/>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lr>
          <a:srgbClr val="C00000"/>
        </a:buClr>
        <a:buSzPct val="100000"/>
        <a:buFont typeface="Wingdings" panose="05000000000000000000" pitchFamily="2" charset="2"/>
        <a:buChar char="ü"/>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6.xml"/><Relationship Id="rId4"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0.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ubtitle 2"/>
          <p:cNvSpPr>
            <a:spLocks noGrp="1"/>
          </p:cNvSpPr>
          <p:nvPr>
            <p:ph type="subTitle" idx="1"/>
          </p:nvPr>
        </p:nvSpPr>
        <p:spPr/>
        <p:txBody>
          <a:bodyPr/>
          <a:lstStyle/>
          <a:p>
            <a:pPr eaLnBrk="1" hangingPunct="1"/>
            <a:r>
              <a:rPr lang="en-US" altLang="en-US" dirty="0"/>
              <a:t>Developing the Schedule</a:t>
            </a:r>
          </a:p>
        </p:txBody>
      </p:sp>
      <p:pic>
        <p:nvPicPr>
          <p:cNvPr id="2" name="Picture 1">
            <a:extLst>
              <a:ext uri="{FF2B5EF4-FFF2-40B4-BE49-F238E27FC236}">
                <a16:creationId xmlns:a16="http://schemas.microsoft.com/office/drawing/2014/main" id="{0851C0EC-2E01-4F1A-8919-E029521CFD06}"/>
              </a:ext>
            </a:extLst>
          </p:cNvPr>
          <p:cNvPicPr>
            <a:picLocks noChangeAspect="1"/>
          </p:cNvPicPr>
          <p:nvPr/>
        </p:nvPicPr>
        <p:blipFill>
          <a:blip r:embed="rId3"/>
          <a:stretch>
            <a:fillRect/>
          </a:stretch>
        </p:blipFill>
        <p:spPr>
          <a:xfrm>
            <a:off x="685800" y="1600200"/>
            <a:ext cx="4410075" cy="11239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3"/>
          <p:cNvSpPr>
            <a:spLocks noGrp="1"/>
          </p:cNvSpPr>
          <p:nvPr>
            <p:ph type="title"/>
          </p:nvPr>
        </p:nvSpPr>
        <p:spPr>
          <a:xfrm>
            <a:off x="457200" y="152400"/>
            <a:ext cx="8229600" cy="1143000"/>
          </a:xfrm>
        </p:spPr>
        <p:txBody>
          <a:bodyPr/>
          <a:lstStyle/>
          <a:p>
            <a:pPr eaLnBrk="1" hangingPunct="1"/>
            <a:r>
              <a:rPr lang="en-US" altLang="en-US" dirty="0"/>
              <a:t>Chapter Concepts</a:t>
            </a:r>
          </a:p>
        </p:txBody>
      </p:sp>
      <p:sp>
        <p:nvSpPr>
          <p:cNvPr id="12291" name="Content Placeholder 4"/>
          <p:cNvSpPr>
            <a:spLocks noGrp="1"/>
          </p:cNvSpPr>
          <p:nvPr>
            <p:ph idx="1"/>
          </p:nvPr>
        </p:nvSpPr>
        <p:spPr>
          <a:xfrm>
            <a:off x="457200" y="1066800"/>
            <a:ext cx="8229600" cy="4525963"/>
          </a:xfrm>
        </p:spPr>
        <p:txBody>
          <a:bodyPr/>
          <a:lstStyle/>
          <a:p>
            <a:pPr eaLnBrk="1" hangingPunct="1"/>
            <a:r>
              <a:rPr lang="en-US" altLang="en-US" sz="1800" dirty="0"/>
              <a:t>Estimating the resources required for each activity</a:t>
            </a:r>
          </a:p>
          <a:p>
            <a:pPr eaLnBrk="1" hangingPunct="1"/>
            <a:r>
              <a:rPr lang="en-US" altLang="en-US" sz="1800" dirty="0"/>
              <a:t>Estimating the duration for each activity</a:t>
            </a:r>
          </a:p>
          <a:p>
            <a:pPr eaLnBrk="1" hangingPunct="1"/>
            <a:r>
              <a:rPr lang="en-US" altLang="en-US" sz="1800" dirty="0"/>
              <a:t>Establishing the estimated start time and required completion time for the overall project</a:t>
            </a:r>
          </a:p>
          <a:p>
            <a:pPr eaLnBrk="1" hangingPunct="1"/>
            <a:r>
              <a:rPr lang="en-US" altLang="en-US" sz="1800" dirty="0"/>
              <a:t>Calculating the earliest times at which each activity can start and finish, based on the project estimated start time</a:t>
            </a:r>
          </a:p>
          <a:p>
            <a:pPr eaLnBrk="1" hangingPunct="1"/>
            <a:r>
              <a:rPr lang="en-US" altLang="en-US" sz="1800" dirty="0"/>
              <a:t>Calculating the latest times by which each activity must start and finish in order to complete the project by its required completion time</a:t>
            </a:r>
          </a:p>
          <a:p>
            <a:pPr eaLnBrk="1" hangingPunct="1"/>
            <a:r>
              <a:rPr lang="en-US" altLang="en-US" sz="1800" dirty="0"/>
              <a:t>Determining the amount of positive or negative slack between the time each activity can start or finish and the time it must start or finish</a:t>
            </a:r>
          </a:p>
          <a:p>
            <a:pPr eaLnBrk="1" hangingPunct="1"/>
            <a:r>
              <a:rPr lang="en-US" altLang="en-US" sz="1800" dirty="0"/>
              <a:t>Identifying the critical (longest) path of activities</a:t>
            </a:r>
          </a:p>
          <a:p>
            <a:pPr eaLnBrk="1" hangingPunct="1"/>
            <a:r>
              <a:rPr lang="en-US" altLang="en-US" sz="1800" dirty="0"/>
              <a:t>Performing the steps in the project control process</a:t>
            </a:r>
          </a:p>
          <a:p>
            <a:pPr eaLnBrk="1" hangingPunct="1"/>
            <a:r>
              <a:rPr lang="en-US" altLang="en-US" sz="1800" dirty="0"/>
              <a:t>Determining the effects of actual schedule performance on the project schedule</a:t>
            </a:r>
          </a:p>
          <a:p>
            <a:pPr eaLnBrk="1" hangingPunct="1"/>
            <a:r>
              <a:rPr lang="en-US" altLang="en-US" sz="1800" dirty="0"/>
              <a:t>Incorporating changes into the schedule</a:t>
            </a:r>
          </a:p>
          <a:p>
            <a:pPr eaLnBrk="1" hangingPunct="1"/>
            <a:r>
              <a:rPr lang="en-US" altLang="en-US" sz="1800" dirty="0"/>
              <a:t>Developing an updated project schedule</a:t>
            </a:r>
          </a:p>
          <a:p>
            <a:pPr eaLnBrk="1" hangingPunct="1"/>
            <a:r>
              <a:rPr lang="en-US" altLang="en-US" sz="1800" dirty="0"/>
              <a:t>Determining approaches to controlling the project schedule</a:t>
            </a:r>
          </a:p>
          <a:p>
            <a:pPr eaLnBrk="1" hangingPunct="1"/>
            <a:r>
              <a:rPr lang="en-US" altLang="en-US" sz="1800" dirty="0"/>
              <a:t>Implementing agile project management</a:t>
            </a:r>
          </a:p>
          <a:p>
            <a:pPr eaLnBrk="1" hangingPunct="1"/>
            <a:endParaRPr lang="en-US" alt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eaLnBrk="1" hangingPunct="1"/>
            <a:r>
              <a:rPr lang="en-US" altLang="en-US" dirty="0"/>
              <a:t>Learning Outcomes</a:t>
            </a:r>
          </a:p>
        </p:txBody>
      </p:sp>
      <p:sp>
        <p:nvSpPr>
          <p:cNvPr id="4" name="Content Placeholder 3"/>
          <p:cNvSpPr>
            <a:spLocks noGrp="1"/>
          </p:cNvSpPr>
          <p:nvPr>
            <p:ph sz="half" idx="1"/>
          </p:nvPr>
        </p:nvSpPr>
        <p:spPr>
          <a:xfrm>
            <a:off x="471055" y="1295400"/>
            <a:ext cx="4038600" cy="5105400"/>
          </a:xfrm>
        </p:spPr>
        <p:txBody>
          <a:bodyPr rtlCol="0">
            <a:normAutofit fontScale="92500" lnSpcReduction="10000"/>
          </a:bodyPr>
          <a:lstStyle/>
          <a:p>
            <a:pPr eaLnBrk="1" hangingPunct="1">
              <a:lnSpc>
                <a:spcPct val="110000"/>
              </a:lnSpc>
              <a:defRPr/>
            </a:pPr>
            <a:r>
              <a:rPr lang="en-US" sz="2600" dirty="0"/>
              <a:t>Estimate the resources required for activities</a:t>
            </a:r>
          </a:p>
          <a:p>
            <a:pPr eaLnBrk="1" hangingPunct="1">
              <a:lnSpc>
                <a:spcPct val="110000"/>
              </a:lnSpc>
              <a:defRPr/>
            </a:pPr>
            <a:r>
              <a:rPr lang="en-US" sz="2600" dirty="0"/>
              <a:t>Estimate the duration for an activity</a:t>
            </a:r>
          </a:p>
          <a:p>
            <a:pPr eaLnBrk="1" hangingPunct="1">
              <a:lnSpc>
                <a:spcPct val="110000"/>
              </a:lnSpc>
              <a:defRPr/>
            </a:pPr>
            <a:r>
              <a:rPr lang="en-US" sz="2600" dirty="0"/>
              <a:t>Determine the earliest start and finish times for activities</a:t>
            </a:r>
          </a:p>
          <a:p>
            <a:pPr eaLnBrk="1" hangingPunct="1">
              <a:lnSpc>
                <a:spcPct val="110000"/>
              </a:lnSpc>
              <a:defRPr/>
            </a:pPr>
            <a:r>
              <a:rPr lang="en-US" sz="2600" dirty="0"/>
              <a:t>Determine the latest start and finish times for activities</a:t>
            </a:r>
          </a:p>
          <a:p>
            <a:pPr eaLnBrk="1" hangingPunct="1">
              <a:lnSpc>
                <a:spcPct val="110000"/>
              </a:lnSpc>
              <a:defRPr/>
            </a:pPr>
            <a:r>
              <a:rPr lang="en-US" sz="2600" dirty="0"/>
              <a:t>Explain and determine total slack</a:t>
            </a:r>
          </a:p>
          <a:p>
            <a:pPr eaLnBrk="1" fontAlgn="auto" hangingPunct="1">
              <a:spcAft>
                <a:spcPts val="0"/>
              </a:spcAft>
              <a:defRPr/>
            </a:pPr>
            <a:endParaRPr lang="en-US" dirty="0"/>
          </a:p>
        </p:txBody>
      </p:sp>
      <p:sp>
        <p:nvSpPr>
          <p:cNvPr id="13316" name="Content Placeholder 4"/>
          <p:cNvSpPr>
            <a:spLocks noGrp="1"/>
          </p:cNvSpPr>
          <p:nvPr>
            <p:ph sz="half" idx="2"/>
          </p:nvPr>
        </p:nvSpPr>
        <p:spPr>
          <a:xfrm>
            <a:off x="4662055" y="1295400"/>
            <a:ext cx="4343400" cy="5257800"/>
          </a:xfrm>
        </p:spPr>
        <p:txBody>
          <a:bodyPr/>
          <a:lstStyle/>
          <a:p>
            <a:pPr eaLnBrk="1" hangingPunct="1">
              <a:buFont typeface="Arial" charset="0"/>
              <a:buChar char="•"/>
            </a:pPr>
            <a:r>
              <a:rPr lang="en-US" altLang="en-US" sz="2400" dirty="0"/>
              <a:t>Prepare a project schedule</a:t>
            </a:r>
          </a:p>
          <a:p>
            <a:pPr eaLnBrk="1" hangingPunct="1">
              <a:buFont typeface="Arial" charset="0"/>
              <a:buChar char="•"/>
            </a:pPr>
            <a:r>
              <a:rPr lang="en-US" altLang="en-US" sz="2400" dirty="0"/>
              <a:t>Identify and explain the critical path</a:t>
            </a:r>
          </a:p>
          <a:p>
            <a:pPr eaLnBrk="1" hangingPunct="1">
              <a:buFont typeface="Arial" charset="0"/>
              <a:buChar char="•"/>
            </a:pPr>
            <a:r>
              <a:rPr lang="en-US" altLang="en-US" sz="2400" dirty="0"/>
              <a:t>Discuss the project control process</a:t>
            </a:r>
          </a:p>
          <a:p>
            <a:pPr eaLnBrk="1" hangingPunct="1">
              <a:buFont typeface="Arial" charset="0"/>
              <a:buChar char="•"/>
            </a:pPr>
            <a:r>
              <a:rPr lang="en-US" altLang="en-US" sz="2400" dirty="0"/>
              <a:t>Develop updated schedules based on actual progress and changes</a:t>
            </a:r>
          </a:p>
          <a:p>
            <a:pPr eaLnBrk="1" hangingPunct="1">
              <a:buFont typeface="Arial" charset="0"/>
              <a:buChar char="•"/>
            </a:pPr>
            <a:r>
              <a:rPr lang="en-US" altLang="en-US" sz="2400" dirty="0"/>
              <a:t>Discuss and apply approaches to control the project schedule</a:t>
            </a:r>
          </a:p>
          <a:p>
            <a:pPr eaLnBrk="1" hangingPunct="1">
              <a:buFont typeface="Arial" charset="0"/>
              <a:buChar char="•"/>
            </a:pPr>
            <a:r>
              <a:rPr lang="en-US" altLang="en-US" sz="2400" dirty="0"/>
              <a:t>Explain agile project management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3"/>
          <p:cNvSpPr>
            <a:spLocks noGrp="1"/>
          </p:cNvSpPr>
          <p:nvPr>
            <p:ph type="title"/>
          </p:nvPr>
        </p:nvSpPr>
        <p:spPr/>
        <p:txBody>
          <a:bodyPr/>
          <a:lstStyle/>
          <a:p>
            <a:pPr eaLnBrk="1" hangingPunct="1"/>
            <a:r>
              <a:rPr lang="en-US" altLang="en-US" sz="2400"/>
              <a:t>Project Integration Management</a:t>
            </a:r>
            <a:br>
              <a:rPr lang="en-US" altLang="en-US" sz="2400"/>
            </a:br>
            <a:r>
              <a:rPr lang="en-US" altLang="en-US" sz="2400"/>
              <a:t>Project Time Management</a:t>
            </a:r>
          </a:p>
        </p:txBody>
      </p:sp>
      <p:sp>
        <p:nvSpPr>
          <p:cNvPr id="14339" name="Text Placeholder 4"/>
          <p:cNvSpPr>
            <a:spLocks noGrp="1"/>
          </p:cNvSpPr>
          <p:nvPr>
            <p:ph type="body" idx="1"/>
          </p:nvPr>
        </p:nvSpPr>
        <p:spPr>
          <a:xfrm>
            <a:off x="152400" y="1905000"/>
            <a:ext cx="3581400" cy="890587"/>
          </a:xfrm>
        </p:spPr>
        <p:txBody>
          <a:bodyPr/>
          <a:lstStyle/>
          <a:p>
            <a:pPr eaLnBrk="1" hangingPunct="1"/>
            <a:r>
              <a:rPr lang="en-US" altLang="en-US" dirty="0"/>
              <a:t>Project Management Knowledge Areas from </a:t>
            </a:r>
            <a:r>
              <a:rPr lang="en-US" altLang="en-US" i="1" dirty="0"/>
              <a:t>PMBOK® Guide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6"/>
          <p:cNvSpPr>
            <a:spLocks noGrp="1"/>
          </p:cNvSpPr>
          <p:nvPr>
            <p:ph type="title"/>
          </p:nvPr>
        </p:nvSpPr>
        <p:spPr/>
        <p:txBody>
          <a:bodyPr/>
          <a:lstStyle/>
          <a:p>
            <a:pPr eaLnBrk="1" hangingPunct="1"/>
            <a:r>
              <a:rPr lang="en-US" altLang="en-US" dirty="0"/>
              <a:t>Estimate Activity Resources</a:t>
            </a:r>
          </a:p>
        </p:txBody>
      </p:sp>
      <p:sp>
        <p:nvSpPr>
          <p:cNvPr id="15363" name="Content Placeholder 7"/>
          <p:cNvSpPr>
            <a:spLocks noGrp="1"/>
          </p:cNvSpPr>
          <p:nvPr>
            <p:ph idx="1"/>
          </p:nvPr>
        </p:nvSpPr>
        <p:spPr/>
        <p:txBody>
          <a:bodyPr/>
          <a:lstStyle/>
          <a:p>
            <a:pPr eaLnBrk="1" hangingPunct="1"/>
            <a:r>
              <a:rPr lang="en-US" altLang="en-US"/>
              <a:t>Resources include</a:t>
            </a:r>
          </a:p>
          <a:p>
            <a:pPr lvl="1" eaLnBrk="1" hangingPunct="1"/>
            <a:r>
              <a:rPr lang="en-US" altLang="en-US"/>
              <a:t>People, materials, equipment, facilities</a:t>
            </a:r>
          </a:p>
          <a:p>
            <a:pPr eaLnBrk="1" hangingPunct="1"/>
            <a:r>
              <a:rPr lang="en-US" altLang="en-US"/>
              <a:t>Influence on the duration</a:t>
            </a:r>
          </a:p>
          <a:p>
            <a:pPr lvl="1" eaLnBrk="1" hangingPunct="1"/>
            <a:r>
              <a:rPr lang="en-US" altLang="en-US"/>
              <a:t>Availability of the resources</a:t>
            </a:r>
          </a:p>
          <a:p>
            <a:pPr lvl="1" eaLnBrk="1" hangingPunct="1"/>
            <a:r>
              <a:rPr lang="en-US" altLang="en-US"/>
              <a:t>Types of resources</a:t>
            </a:r>
          </a:p>
          <a:p>
            <a:pPr lvl="1" eaLnBrk="1" hangingPunct="1"/>
            <a:r>
              <a:rPr lang="en-US" altLang="en-US"/>
              <a:t>Sufficient quantities of resources for the activity durations</a:t>
            </a:r>
          </a:p>
          <a:p>
            <a:pPr lvl="1" eaLnBrk="1" hangingPunct="1"/>
            <a:r>
              <a:rPr lang="en-US" altLang="en-US"/>
              <a:t>Potential conflicts with other projects may cause</a:t>
            </a:r>
          </a:p>
          <a:p>
            <a:pPr eaLnBrk="1" hangingPunct="1"/>
            <a:r>
              <a:rPr lang="en-US" altLang="en-US"/>
              <a:t>Involve person with expertise in resource estimate</a:t>
            </a:r>
          </a:p>
          <a:p>
            <a:pPr eaLnBrk="1" hangingPunct="1"/>
            <a:r>
              <a:rPr lang="en-US" altLang="en-US"/>
              <a:t>Estimates influence costs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tLang="en-US" dirty="0"/>
              <a:t>Estimate Activity Durations</a:t>
            </a:r>
          </a:p>
        </p:txBody>
      </p:sp>
      <p:sp>
        <p:nvSpPr>
          <p:cNvPr id="16387" name="Content Placeholder 3"/>
          <p:cNvSpPr>
            <a:spLocks noGrp="1"/>
          </p:cNvSpPr>
          <p:nvPr>
            <p:ph idx="1"/>
          </p:nvPr>
        </p:nvSpPr>
        <p:spPr/>
        <p:txBody>
          <a:bodyPr/>
          <a:lstStyle/>
          <a:p>
            <a:pPr eaLnBrk="1" hangingPunct="1"/>
            <a:r>
              <a:rPr lang="en-US" altLang="en-US" dirty="0"/>
              <a:t>Duration must be the total elapsed time</a:t>
            </a:r>
          </a:p>
          <a:p>
            <a:pPr lvl="1" eaLnBrk="1" hangingPunct="1"/>
            <a:r>
              <a:rPr lang="en-US" altLang="en-US" dirty="0"/>
              <a:t>Time for the work to be done plus any associated waiting time</a:t>
            </a:r>
          </a:p>
        </p:txBody>
      </p:sp>
      <p:pic>
        <p:nvPicPr>
          <p:cNvPr id="2" name="Picture 1">
            <a:extLst>
              <a:ext uri="{FF2B5EF4-FFF2-40B4-BE49-F238E27FC236}">
                <a16:creationId xmlns:a16="http://schemas.microsoft.com/office/drawing/2014/main" id="{6464A17A-B6BC-4DCC-BD94-0D427968E0F7}"/>
              </a:ext>
            </a:extLst>
          </p:cNvPr>
          <p:cNvPicPr>
            <a:picLocks noChangeAspect="1"/>
          </p:cNvPicPr>
          <p:nvPr/>
        </p:nvPicPr>
        <p:blipFill>
          <a:blip r:embed="rId3"/>
          <a:stretch>
            <a:fillRect/>
          </a:stretch>
        </p:blipFill>
        <p:spPr>
          <a:xfrm>
            <a:off x="2133600" y="2946400"/>
            <a:ext cx="6362700" cy="33623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3"/>
          <p:cNvSpPr>
            <a:spLocks noGrp="1"/>
          </p:cNvSpPr>
          <p:nvPr>
            <p:ph type="title"/>
          </p:nvPr>
        </p:nvSpPr>
        <p:spPr/>
        <p:txBody>
          <a:bodyPr/>
          <a:lstStyle/>
          <a:p>
            <a:pPr eaLnBrk="1" hangingPunct="1"/>
            <a:r>
              <a:rPr lang="en-US" altLang="en-US" dirty="0"/>
              <a:t>Estimate Activity Durations</a:t>
            </a:r>
          </a:p>
        </p:txBody>
      </p:sp>
      <p:grpSp>
        <p:nvGrpSpPr>
          <p:cNvPr id="5" name="Group 4">
            <a:extLst>
              <a:ext uri="{FF2B5EF4-FFF2-40B4-BE49-F238E27FC236}">
                <a16:creationId xmlns:a16="http://schemas.microsoft.com/office/drawing/2014/main" id="{9C1CD4E7-1649-48F1-8A76-A9C0193BA7B6}"/>
              </a:ext>
            </a:extLst>
          </p:cNvPr>
          <p:cNvGrpSpPr/>
          <p:nvPr/>
        </p:nvGrpSpPr>
        <p:grpSpPr>
          <a:xfrm>
            <a:off x="448733" y="1676400"/>
            <a:ext cx="8079093" cy="2749119"/>
            <a:chOff x="531507" y="1508544"/>
            <a:chExt cx="8079093" cy="2749119"/>
          </a:xfrm>
        </p:grpSpPr>
        <p:pic>
          <p:nvPicPr>
            <p:cNvPr id="3" name="Picture 2">
              <a:extLst>
                <a:ext uri="{FF2B5EF4-FFF2-40B4-BE49-F238E27FC236}">
                  <a16:creationId xmlns:a16="http://schemas.microsoft.com/office/drawing/2014/main" id="{2BBA74A5-9663-4130-AFA2-46648C328A69}"/>
                </a:ext>
              </a:extLst>
            </p:cNvPr>
            <p:cNvPicPr>
              <a:picLocks noChangeAspect="1"/>
            </p:cNvPicPr>
            <p:nvPr/>
          </p:nvPicPr>
          <p:blipFill>
            <a:blip r:embed="rId3"/>
            <a:stretch>
              <a:fillRect/>
            </a:stretch>
          </p:blipFill>
          <p:spPr>
            <a:xfrm>
              <a:off x="4800600" y="2340742"/>
              <a:ext cx="3810000" cy="1916921"/>
            </a:xfrm>
            <a:prstGeom prst="rect">
              <a:avLst/>
            </a:prstGeom>
          </p:spPr>
        </p:pic>
        <p:pic>
          <p:nvPicPr>
            <p:cNvPr id="4" name="Picture 3">
              <a:extLst>
                <a:ext uri="{FF2B5EF4-FFF2-40B4-BE49-F238E27FC236}">
                  <a16:creationId xmlns:a16="http://schemas.microsoft.com/office/drawing/2014/main" id="{1856E073-0C5E-4208-8830-386C428A3571}"/>
                </a:ext>
              </a:extLst>
            </p:cNvPr>
            <p:cNvPicPr>
              <a:picLocks noChangeAspect="1"/>
            </p:cNvPicPr>
            <p:nvPr/>
          </p:nvPicPr>
          <p:blipFill>
            <a:blip r:embed="rId4"/>
            <a:stretch>
              <a:fillRect/>
            </a:stretch>
          </p:blipFill>
          <p:spPr>
            <a:xfrm>
              <a:off x="531507" y="1508544"/>
              <a:ext cx="4269093" cy="2723719"/>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3"/>
          <p:cNvSpPr>
            <a:spLocks noGrp="1"/>
          </p:cNvSpPr>
          <p:nvPr>
            <p:ph type="title"/>
          </p:nvPr>
        </p:nvSpPr>
        <p:spPr>
          <a:xfrm>
            <a:off x="457200" y="424873"/>
            <a:ext cx="8229600" cy="1143000"/>
          </a:xfrm>
        </p:spPr>
        <p:txBody>
          <a:bodyPr/>
          <a:lstStyle/>
          <a:p>
            <a:pPr eaLnBrk="1" hangingPunct="1"/>
            <a:r>
              <a:rPr lang="en-US" altLang="en-US" dirty="0"/>
              <a:t>Establish Project Start and Completion Times</a:t>
            </a:r>
          </a:p>
        </p:txBody>
      </p:sp>
      <p:sp>
        <p:nvSpPr>
          <p:cNvPr id="18435" name="Content Placeholder 4"/>
          <p:cNvSpPr>
            <a:spLocks noGrp="1"/>
          </p:cNvSpPr>
          <p:nvPr>
            <p:ph idx="1"/>
          </p:nvPr>
        </p:nvSpPr>
        <p:spPr>
          <a:xfrm>
            <a:off x="457200" y="1676400"/>
            <a:ext cx="8229600" cy="4525963"/>
          </a:xfrm>
        </p:spPr>
        <p:txBody>
          <a:bodyPr/>
          <a:lstStyle/>
          <a:p>
            <a:pPr eaLnBrk="1" hangingPunct="1"/>
            <a:r>
              <a:rPr lang="en-US" altLang="en-US" dirty="0"/>
              <a:t>Define the overall window for project completion</a:t>
            </a:r>
          </a:p>
          <a:p>
            <a:pPr eaLnBrk="1" hangingPunct="1"/>
            <a:r>
              <a:rPr lang="en-US" altLang="en-US" dirty="0"/>
              <a:t>May not want to commit to a specific date </a:t>
            </a:r>
          </a:p>
          <a:p>
            <a:pPr lvl="1" eaLnBrk="1" hangingPunct="1"/>
            <a:r>
              <a:rPr lang="en-US" altLang="en-US" dirty="0"/>
              <a:t>Project not to start until customer has approved the contract</a:t>
            </a:r>
          </a:p>
          <a:p>
            <a:pPr lvl="1" eaLnBrk="1" hangingPunct="1"/>
            <a:r>
              <a:rPr lang="en-US" altLang="en-US" dirty="0"/>
              <a:t>Delay in contract signing may impact project start</a:t>
            </a:r>
          </a:p>
          <a:p>
            <a:pPr eaLnBrk="1" hangingPunct="1"/>
            <a:r>
              <a:rPr lang="en-US" altLang="en-US" dirty="0"/>
              <a:t>Set finish time as number of days from project start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altLang="en-US" dirty="0"/>
              <a:t>Develop Project Schedule</a:t>
            </a:r>
          </a:p>
        </p:txBody>
      </p:sp>
      <p:sp>
        <p:nvSpPr>
          <p:cNvPr id="19459" name="Content Placeholder 2"/>
          <p:cNvSpPr>
            <a:spLocks noGrp="1"/>
          </p:cNvSpPr>
          <p:nvPr>
            <p:ph idx="1"/>
          </p:nvPr>
        </p:nvSpPr>
        <p:spPr>
          <a:xfrm>
            <a:off x="457200" y="1600200"/>
            <a:ext cx="8458200" cy="4525963"/>
          </a:xfrm>
        </p:spPr>
        <p:txBody>
          <a:bodyPr/>
          <a:lstStyle/>
          <a:p>
            <a:pPr eaLnBrk="1" hangingPunct="1"/>
            <a:r>
              <a:rPr lang="en-US" altLang="en-US"/>
              <a:t>Prior activities for schedule development</a:t>
            </a:r>
          </a:p>
          <a:p>
            <a:pPr lvl="1" eaLnBrk="1" hangingPunct="1"/>
            <a:r>
              <a:rPr lang="en-US" altLang="en-US"/>
              <a:t>Estimate duration of each activity</a:t>
            </a:r>
          </a:p>
          <a:p>
            <a:pPr lvl="1" eaLnBrk="1" hangingPunct="1"/>
            <a:r>
              <a:rPr lang="en-US" altLang="en-US"/>
              <a:t>Establish overall window of time for the project</a:t>
            </a:r>
          </a:p>
          <a:p>
            <a:pPr eaLnBrk="1" hangingPunct="1"/>
            <a:r>
              <a:rPr lang="en-US" altLang="en-US"/>
              <a:t>Develop the schedule timetable</a:t>
            </a:r>
          </a:p>
          <a:p>
            <a:pPr lvl="1" eaLnBrk="1" hangingPunct="1"/>
            <a:r>
              <a:rPr lang="en-US" altLang="en-US"/>
              <a:t>Earliest start and finish times based on estimated start date</a:t>
            </a:r>
          </a:p>
          <a:p>
            <a:pPr lvl="1" eaLnBrk="1" hangingPunct="1"/>
            <a:r>
              <a:rPr lang="en-US" altLang="en-US"/>
              <a:t>Latest start and finish times based on required completion date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457200" y="457200"/>
            <a:ext cx="8229600" cy="1143000"/>
          </a:xfrm>
        </p:spPr>
        <p:txBody>
          <a:bodyPr/>
          <a:lstStyle/>
          <a:p>
            <a:pPr eaLnBrk="1" hangingPunct="1"/>
            <a:r>
              <a:rPr lang="en-US" altLang="en-US" dirty="0"/>
              <a:t>Earliest start and finish times</a:t>
            </a:r>
          </a:p>
        </p:txBody>
      </p:sp>
      <p:sp>
        <p:nvSpPr>
          <p:cNvPr id="20483" name="Content Placeholder 2"/>
          <p:cNvSpPr>
            <a:spLocks noGrp="1"/>
          </p:cNvSpPr>
          <p:nvPr>
            <p:ph idx="1"/>
          </p:nvPr>
        </p:nvSpPr>
        <p:spPr/>
        <p:txBody>
          <a:bodyPr/>
          <a:lstStyle/>
          <a:p>
            <a:pPr eaLnBrk="1" hangingPunct="1"/>
            <a:r>
              <a:rPr lang="en-US" altLang="en-US" dirty="0"/>
              <a:t>Earliest start time (ES) </a:t>
            </a:r>
          </a:p>
          <a:p>
            <a:pPr lvl="1" eaLnBrk="1" hangingPunct="1"/>
            <a:r>
              <a:rPr lang="en-US" altLang="en-US" dirty="0"/>
              <a:t>Earliest time at which a specific activity can </a:t>
            </a:r>
            <a:r>
              <a:rPr lang="en-US" altLang="en-US" b="1" dirty="0"/>
              <a:t>begin</a:t>
            </a:r>
          </a:p>
          <a:p>
            <a:pPr eaLnBrk="1" hangingPunct="1"/>
            <a:r>
              <a:rPr lang="en-US" altLang="en-US" dirty="0"/>
              <a:t>Earliest finish time (EF) </a:t>
            </a:r>
          </a:p>
          <a:p>
            <a:pPr lvl="1" eaLnBrk="1" hangingPunct="1"/>
            <a:r>
              <a:rPr lang="en-US" altLang="en-US" dirty="0"/>
              <a:t>Earliest time by which a specific activity can be </a:t>
            </a:r>
            <a:r>
              <a:rPr lang="en-US" altLang="en-US" b="1" dirty="0"/>
              <a:t>completed</a:t>
            </a:r>
          </a:p>
          <a:p>
            <a:pPr eaLnBrk="1" hangingPunct="1"/>
            <a:r>
              <a:rPr lang="en-US" altLang="en-US" dirty="0"/>
              <a:t>EF = ES + Estimated duration</a:t>
            </a:r>
          </a:p>
          <a:p>
            <a:pPr eaLnBrk="1" hangingPunct="1"/>
            <a:r>
              <a:rPr lang="en-US" altLang="en-US" dirty="0"/>
              <a:t>Calculate forward through the network diagram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3"/>
          <p:cNvSpPr>
            <a:spLocks noGrp="1"/>
          </p:cNvSpPr>
          <p:nvPr>
            <p:ph type="title"/>
          </p:nvPr>
        </p:nvSpPr>
        <p:spPr>
          <a:xfrm>
            <a:off x="457200" y="457200"/>
            <a:ext cx="8229600" cy="1143000"/>
          </a:xfrm>
        </p:spPr>
        <p:txBody>
          <a:bodyPr/>
          <a:lstStyle/>
          <a:p>
            <a:pPr eaLnBrk="1" hangingPunct="1"/>
            <a:r>
              <a:rPr lang="en-US" altLang="en-US" dirty="0"/>
              <a:t>Earliest start and finish times calculation</a:t>
            </a:r>
          </a:p>
        </p:txBody>
      </p:sp>
      <p:sp>
        <p:nvSpPr>
          <p:cNvPr id="21507" name="Content Placeholder 4"/>
          <p:cNvSpPr>
            <a:spLocks noGrp="1"/>
          </p:cNvSpPr>
          <p:nvPr>
            <p:ph idx="1"/>
          </p:nvPr>
        </p:nvSpPr>
        <p:spPr/>
        <p:txBody>
          <a:bodyPr/>
          <a:lstStyle/>
          <a:p>
            <a:pPr eaLnBrk="1" hangingPunct="1"/>
            <a:r>
              <a:rPr lang="en-US" altLang="en-US" dirty="0"/>
              <a:t>Why is the ES for 'Dress rehearsal’ 10?</a:t>
            </a:r>
          </a:p>
        </p:txBody>
      </p:sp>
      <p:pic>
        <p:nvPicPr>
          <p:cNvPr id="2" name="Picture 1">
            <a:extLst>
              <a:ext uri="{FF2B5EF4-FFF2-40B4-BE49-F238E27FC236}">
                <a16:creationId xmlns:a16="http://schemas.microsoft.com/office/drawing/2014/main" id="{87896C6D-E3BF-4770-8C8F-B489612A6828}"/>
              </a:ext>
            </a:extLst>
          </p:cNvPr>
          <p:cNvPicPr>
            <a:picLocks noChangeAspect="1"/>
          </p:cNvPicPr>
          <p:nvPr/>
        </p:nvPicPr>
        <p:blipFill>
          <a:blip r:embed="rId3"/>
          <a:stretch>
            <a:fillRect/>
          </a:stretch>
        </p:blipFill>
        <p:spPr>
          <a:xfrm>
            <a:off x="1371600" y="2286000"/>
            <a:ext cx="6248400" cy="37265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2"/>
          <p:cNvSpPr>
            <a:spLocks noGrp="1"/>
          </p:cNvSpPr>
          <p:nvPr>
            <p:ph type="title"/>
          </p:nvPr>
        </p:nvSpPr>
        <p:spPr/>
        <p:txBody>
          <a:bodyPr/>
          <a:lstStyle/>
          <a:p>
            <a:pPr eaLnBrk="1" hangingPunct="1"/>
            <a:r>
              <a:rPr lang="en-US" altLang="en-US" dirty="0"/>
              <a:t>'Identify target consumers' </a:t>
            </a:r>
          </a:p>
        </p:txBody>
      </p:sp>
      <p:sp>
        <p:nvSpPr>
          <p:cNvPr id="22531" name="Content Placeholder 3"/>
          <p:cNvSpPr>
            <a:spLocks noGrp="1"/>
          </p:cNvSpPr>
          <p:nvPr>
            <p:ph sz="half" idx="1"/>
          </p:nvPr>
        </p:nvSpPr>
        <p:spPr/>
        <p:txBody>
          <a:bodyPr/>
          <a:lstStyle/>
          <a:p>
            <a:pPr eaLnBrk="1" hangingPunct="1">
              <a:buFont typeface="Arial" charset="0"/>
              <a:buChar char="•"/>
            </a:pPr>
            <a:r>
              <a:rPr lang="en-US" altLang="en-US" dirty="0"/>
              <a:t>Start date = 0</a:t>
            </a:r>
          </a:p>
          <a:p>
            <a:pPr eaLnBrk="1" hangingPunct="1">
              <a:buFont typeface="Arial" charset="0"/>
              <a:buChar char="•"/>
            </a:pPr>
            <a:r>
              <a:rPr lang="en-US" altLang="en-US" dirty="0"/>
              <a:t>ES = Start date = 0</a:t>
            </a:r>
          </a:p>
          <a:p>
            <a:pPr eaLnBrk="1" hangingPunct="1">
              <a:buFont typeface="Arial" charset="0"/>
              <a:buChar char="•"/>
            </a:pPr>
            <a:r>
              <a:rPr lang="en-US" altLang="en-US" dirty="0"/>
              <a:t>Duration = 3</a:t>
            </a:r>
          </a:p>
          <a:p>
            <a:pPr eaLnBrk="1" hangingPunct="1">
              <a:buFont typeface="Arial" charset="0"/>
              <a:buChar char="•"/>
            </a:pPr>
            <a:r>
              <a:rPr lang="en-US" altLang="en-US" dirty="0"/>
              <a:t>EF = 0 + 3 = 3</a:t>
            </a:r>
          </a:p>
        </p:txBody>
      </p:sp>
      <p:pic>
        <p:nvPicPr>
          <p:cNvPr id="4" name="Picture 3">
            <a:extLst>
              <a:ext uri="{FF2B5EF4-FFF2-40B4-BE49-F238E27FC236}">
                <a16:creationId xmlns:a16="http://schemas.microsoft.com/office/drawing/2014/main" id="{8E13D727-527B-40BE-8206-B612E22979B0}"/>
              </a:ext>
            </a:extLst>
          </p:cNvPr>
          <p:cNvPicPr>
            <a:picLocks noChangeAspect="1"/>
          </p:cNvPicPr>
          <p:nvPr/>
        </p:nvPicPr>
        <p:blipFill>
          <a:blip r:embed="rId3"/>
          <a:stretch>
            <a:fillRect/>
          </a:stretch>
        </p:blipFill>
        <p:spPr>
          <a:xfrm>
            <a:off x="4682067" y="1600200"/>
            <a:ext cx="3413760" cy="3962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2"/>
          <p:cNvSpPr>
            <a:spLocks noGrp="1"/>
          </p:cNvSpPr>
          <p:nvPr>
            <p:ph type="title"/>
          </p:nvPr>
        </p:nvSpPr>
        <p:spPr/>
        <p:txBody>
          <a:bodyPr/>
          <a:lstStyle/>
          <a:p>
            <a:pPr eaLnBrk="1" hangingPunct="1"/>
            <a:r>
              <a:rPr lang="en-US" altLang="en-US" dirty="0"/>
              <a:t>'Develop draft questionnaire'</a:t>
            </a:r>
          </a:p>
        </p:txBody>
      </p:sp>
      <p:sp>
        <p:nvSpPr>
          <p:cNvPr id="23555" name="Content Placeholder 3"/>
          <p:cNvSpPr>
            <a:spLocks noGrp="1"/>
          </p:cNvSpPr>
          <p:nvPr>
            <p:ph sz="half" idx="1"/>
          </p:nvPr>
        </p:nvSpPr>
        <p:spPr/>
        <p:txBody>
          <a:bodyPr/>
          <a:lstStyle/>
          <a:p>
            <a:pPr eaLnBrk="1" hangingPunct="1">
              <a:buFont typeface="Arial" charset="0"/>
              <a:buChar char="•"/>
            </a:pPr>
            <a:r>
              <a:rPr lang="en-US" altLang="en-US"/>
              <a:t>ES = EF Task 1 = 3</a:t>
            </a:r>
          </a:p>
          <a:p>
            <a:pPr eaLnBrk="1" hangingPunct="1">
              <a:buFont typeface="Arial" charset="0"/>
              <a:buChar char="•"/>
            </a:pPr>
            <a:r>
              <a:rPr lang="en-US" altLang="en-US"/>
              <a:t>Duration = 10</a:t>
            </a:r>
          </a:p>
          <a:p>
            <a:pPr eaLnBrk="1" hangingPunct="1">
              <a:buFont typeface="Arial" charset="0"/>
              <a:buChar char="•"/>
            </a:pPr>
            <a:r>
              <a:rPr lang="en-US" altLang="en-US"/>
              <a:t>EF = 3 + 10 = 13</a:t>
            </a:r>
          </a:p>
        </p:txBody>
      </p:sp>
      <p:pic>
        <p:nvPicPr>
          <p:cNvPr id="4" name="Picture 3">
            <a:extLst>
              <a:ext uri="{FF2B5EF4-FFF2-40B4-BE49-F238E27FC236}">
                <a16:creationId xmlns:a16="http://schemas.microsoft.com/office/drawing/2014/main" id="{72C927A9-C045-4D16-A997-ABCE6669D795}"/>
              </a:ext>
            </a:extLst>
          </p:cNvPr>
          <p:cNvPicPr>
            <a:picLocks noChangeAspect="1"/>
          </p:cNvPicPr>
          <p:nvPr/>
        </p:nvPicPr>
        <p:blipFill>
          <a:blip r:embed="rId3"/>
          <a:stretch>
            <a:fillRect/>
          </a:stretch>
        </p:blipFill>
        <p:spPr>
          <a:xfrm>
            <a:off x="3352800" y="1905000"/>
            <a:ext cx="5595187" cy="3352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2"/>
          <p:cNvSpPr>
            <a:spLocks noGrp="1"/>
          </p:cNvSpPr>
          <p:nvPr>
            <p:ph type="title"/>
          </p:nvPr>
        </p:nvSpPr>
        <p:spPr/>
        <p:txBody>
          <a:bodyPr/>
          <a:lstStyle/>
          <a:p>
            <a:pPr eaLnBrk="1" hangingPunct="1"/>
            <a:r>
              <a:rPr lang="en-US" altLang="en-US" dirty="0"/>
              <a:t>'Pilot-test questionnaire' </a:t>
            </a:r>
          </a:p>
        </p:txBody>
      </p:sp>
      <p:sp>
        <p:nvSpPr>
          <p:cNvPr id="24579" name="Content Placeholder 3"/>
          <p:cNvSpPr>
            <a:spLocks noGrp="1"/>
          </p:cNvSpPr>
          <p:nvPr>
            <p:ph sz="half" idx="1"/>
          </p:nvPr>
        </p:nvSpPr>
        <p:spPr/>
        <p:txBody>
          <a:bodyPr/>
          <a:lstStyle/>
          <a:p>
            <a:pPr eaLnBrk="1" hangingPunct="1">
              <a:buFont typeface="Arial" charset="0"/>
              <a:buChar char="•"/>
            </a:pPr>
            <a:r>
              <a:rPr lang="en-US" altLang="en-US"/>
              <a:t>ES = EF Task 2 = 13</a:t>
            </a:r>
          </a:p>
          <a:p>
            <a:pPr eaLnBrk="1" hangingPunct="1">
              <a:buFont typeface="Arial" charset="0"/>
              <a:buChar char="•"/>
            </a:pPr>
            <a:r>
              <a:rPr lang="en-US" altLang="en-US"/>
              <a:t>Duration = 20</a:t>
            </a:r>
          </a:p>
          <a:p>
            <a:pPr eaLnBrk="1" hangingPunct="1">
              <a:buFont typeface="Arial" charset="0"/>
              <a:buChar char="•"/>
            </a:pPr>
            <a:r>
              <a:rPr lang="en-US" altLang="en-US"/>
              <a:t>EF = 13 + 20 = 33</a:t>
            </a:r>
          </a:p>
        </p:txBody>
      </p:sp>
      <p:pic>
        <p:nvPicPr>
          <p:cNvPr id="4" name="Picture 3">
            <a:extLst>
              <a:ext uri="{FF2B5EF4-FFF2-40B4-BE49-F238E27FC236}">
                <a16:creationId xmlns:a16="http://schemas.microsoft.com/office/drawing/2014/main" id="{A2852DFD-ABAC-4E77-8B5B-9E19158931B4}"/>
              </a:ext>
            </a:extLst>
          </p:cNvPr>
          <p:cNvPicPr>
            <a:picLocks noChangeAspect="1"/>
          </p:cNvPicPr>
          <p:nvPr/>
        </p:nvPicPr>
        <p:blipFill>
          <a:blip r:embed="rId3"/>
          <a:stretch>
            <a:fillRect/>
          </a:stretch>
        </p:blipFill>
        <p:spPr>
          <a:xfrm>
            <a:off x="2476500" y="3200400"/>
            <a:ext cx="5808058" cy="25146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2"/>
          <p:cNvSpPr>
            <a:spLocks noGrp="1"/>
          </p:cNvSpPr>
          <p:nvPr>
            <p:ph type="title"/>
          </p:nvPr>
        </p:nvSpPr>
        <p:spPr>
          <a:xfrm>
            <a:off x="457200" y="274638"/>
            <a:ext cx="8686800" cy="1143000"/>
          </a:xfrm>
        </p:spPr>
        <p:txBody>
          <a:bodyPr/>
          <a:lstStyle/>
          <a:p>
            <a:pPr eaLnBrk="1" hangingPunct="1"/>
            <a:r>
              <a:rPr lang="en-US" altLang="en-US" dirty="0"/>
              <a:t>'Review comments &amp; </a:t>
            </a:r>
            <a:r>
              <a:rPr lang="en-US" altLang="en-US" dirty="0" err="1"/>
              <a:t>finalise</a:t>
            </a:r>
            <a:r>
              <a:rPr lang="en-US" altLang="en-US" dirty="0"/>
              <a:t> questionnaire' </a:t>
            </a:r>
          </a:p>
        </p:txBody>
      </p:sp>
      <p:sp>
        <p:nvSpPr>
          <p:cNvPr id="25603" name="Content Placeholder 3"/>
          <p:cNvSpPr>
            <a:spLocks noGrp="1"/>
          </p:cNvSpPr>
          <p:nvPr>
            <p:ph sz="half" idx="1"/>
          </p:nvPr>
        </p:nvSpPr>
        <p:spPr/>
        <p:txBody>
          <a:bodyPr/>
          <a:lstStyle/>
          <a:p>
            <a:pPr eaLnBrk="1" hangingPunct="1">
              <a:buFont typeface="Arial" charset="0"/>
              <a:buChar char="•"/>
            </a:pPr>
            <a:r>
              <a:rPr lang="en-US" altLang="en-US"/>
              <a:t>ES = EF Task 3 = 33</a:t>
            </a:r>
          </a:p>
          <a:p>
            <a:pPr eaLnBrk="1" hangingPunct="1">
              <a:buFont typeface="Arial" charset="0"/>
              <a:buChar char="•"/>
            </a:pPr>
            <a:r>
              <a:rPr lang="en-US" altLang="en-US"/>
              <a:t>Duration = 5</a:t>
            </a:r>
          </a:p>
          <a:p>
            <a:pPr eaLnBrk="1" hangingPunct="1">
              <a:buFont typeface="Arial" charset="0"/>
              <a:buChar char="•"/>
            </a:pPr>
            <a:r>
              <a:rPr lang="en-US" altLang="en-US"/>
              <a:t>EF = 33 + 5 = 38</a:t>
            </a:r>
          </a:p>
        </p:txBody>
      </p:sp>
      <p:pic>
        <p:nvPicPr>
          <p:cNvPr id="4" name="Picture 3">
            <a:extLst>
              <a:ext uri="{FF2B5EF4-FFF2-40B4-BE49-F238E27FC236}">
                <a16:creationId xmlns:a16="http://schemas.microsoft.com/office/drawing/2014/main" id="{7884570E-0B6D-4512-B2C5-0F31D24AA7A7}"/>
              </a:ext>
            </a:extLst>
          </p:cNvPr>
          <p:cNvPicPr>
            <a:picLocks noChangeAspect="1"/>
          </p:cNvPicPr>
          <p:nvPr/>
        </p:nvPicPr>
        <p:blipFill>
          <a:blip r:embed="rId3"/>
          <a:stretch>
            <a:fillRect/>
          </a:stretch>
        </p:blipFill>
        <p:spPr>
          <a:xfrm>
            <a:off x="2451100" y="3276600"/>
            <a:ext cx="6140310" cy="2590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2"/>
          <p:cNvSpPr>
            <a:spLocks noGrp="1"/>
          </p:cNvSpPr>
          <p:nvPr>
            <p:ph type="title"/>
          </p:nvPr>
        </p:nvSpPr>
        <p:spPr>
          <a:xfrm>
            <a:off x="457200" y="274638"/>
            <a:ext cx="8458200" cy="1143000"/>
          </a:xfrm>
        </p:spPr>
        <p:txBody>
          <a:bodyPr/>
          <a:lstStyle/>
          <a:p>
            <a:pPr eaLnBrk="1" hangingPunct="1"/>
            <a:r>
              <a:rPr lang="en-US" altLang="en-US" sz="2400" dirty="0"/>
              <a:t>'Prepare mailing labels’, 'Print questionnaire’, 'Develop data analysis software’, and 'Develop software test data' </a:t>
            </a:r>
          </a:p>
        </p:txBody>
      </p:sp>
      <p:sp>
        <p:nvSpPr>
          <p:cNvPr id="26627" name="Content Placeholder 3"/>
          <p:cNvSpPr>
            <a:spLocks noGrp="1"/>
          </p:cNvSpPr>
          <p:nvPr>
            <p:ph sz="half" idx="1"/>
          </p:nvPr>
        </p:nvSpPr>
        <p:spPr>
          <a:xfrm>
            <a:off x="457200" y="1371600"/>
            <a:ext cx="4038600" cy="4525963"/>
          </a:xfrm>
        </p:spPr>
        <p:txBody>
          <a:bodyPr/>
          <a:lstStyle/>
          <a:p>
            <a:pPr eaLnBrk="1" hangingPunct="1">
              <a:buFont typeface="Arial" charset="0"/>
              <a:buChar char="•"/>
            </a:pPr>
            <a:r>
              <a:rPr lang="en-US" altLang="en-US" sz="2400"/>
              <a:t>ES = EF Task 4 = 38</a:t>
            </a:r>
          </a:p>
          <a:p>
            <a:pPr eaLnBrk="1" hangingPunct="1">
              <a:buFont typeface="Arial" charset="0"/>
              <a:buChar char="•"/>
            </a:pPr>
            <a:r>
              <a:rPr lang="en-US" altLang="en-US" sz="2400"/>
              <a:t>Task 5</a:t>
            </a:r>
          </a:p>
          <a:p>
            <a:pPr lvl="1" eaLnBrk="1" hangingPunct="1">
              <a:buFont typeface="Arial" charset="0"/>
              <a:buChar char="•"/>
            </a:pPr>
            <a:r>
              <a:rPr lang="en-US" altLang="en-US" sz="2000"/>
              <a:t>Duration = 2</a:t>
            </a:r>
          </a:p>
          <a:p>
            <a:pPr lvl="1" eaLnBrk="1" hangingPunct="1">
              <a:buFont typeface="Arial" charset="0"/>
              <a:buChar char="•"/>
            </a:pPr>
            <a:r>
              <a:rPr lang="en-US" altLang="en-US" sz="2000"/>
              <a:t>EF = 38 + 2 = 40</a:t>
            </a:r>
          </a:p>
          <a:p>
            <a:pPr eaLnBrk="1" hangingPunct="1">
              <a:buFont typeface="Arial" charset="0"/>
              <a:buChar char="•"/>
            </a:pPr>
            <a:r>
              <a:rPr lang="en-US" altLang="en-US" sz="2400"/>
              <a:t>Task 6</a:t>
            </a:r>
          </a:p>
          <a:p>
            <a:pPr lvl="1" eaLnBrk="1" hangingPunct="1">
              <a:buFont typeface="Arial" charset="0"/>
              <a:buChar char="•"/>
            </a:pPr>
            <a:r>
              <a:rPr lang="en-US" altLang="en-US" sz="2000"/>
              <a:t>Duration = 10</a:t>
            </a:r>
          </a:p>
          <a:p>
            <a:pPr lvl="1" eaLnBrk="1" hangingPunct="1">
              <a:buFont typeface="Arial" charset="0"/>
              <a:buChar char="•"/>
            </a:pPr>
            <a:r>
              <a:rPr lang="en-US" altLang="en-US" sz="2000"/>
              <a:t>EF = 38 + 10 = 48</a:t>
            </a:r>
          </a:p>
          <a:p>
            <a:pPr eaLnBrk="1" hangingPunct="1">
              <a:buFont typeface="Arial" charset="0"/>
              <a:buChar char="•"/>
            </a:pPr>
            <a:r>
              <a:rPr lang="en-US" altLang="en-US" sz="2400"/>
              <a:t>Task 7</a:t>
            </a:r>
          </a:p>
          <a:p>
            <a:pPr lvl="1" eaLnBrk="1" hangingPunct="1">
              <a:buFont typeface="Arial" charset="0"/>
              <a:buChar char="•"/>
            </a:pPr>
            <a:r>
              <a:rPr lang="en-US" altLang="en-US" sz="2000"/>
              <a:t>Duration = 12</a:t>
            </a:r>
          </a:p>
          <a:p>
            <a:pPr lvl="1" eaLnBrk="1" hangingPunct="1">
              <a:buFont typeface="Arial" charset="0"/>
              <a:buChar char="•"/>
            </a:pPr>
            <a:r>
              <a:rPr lang="en-US" altLang="en-US" sz="2000"/>
              <a:t>EF = 38 + 12 = 50</a:t>
            </a:r>
          </a:p>
          <a:p>
            <a:pPr eaLnBrk="1" hangingPunct="1">
              <a:buFont typeface="Arial" charset="0"/>
              <a:buChar char="•"/>
            </a:pPr>
            <a:r>
              <a:rPr lang="en-US" altLang="en-US" sz="2400"/>
              <a:t>Task 8</a:t>
            </a:r>
          </a:p>
          <a:p>
            <a:pPr lvl="1" eaLnBrk="1" hangingPunct="1">
              <a:buFont typeface="Arial" charset="0"/>
              <a:buChar char="•"/>
            </a:pPr>
            <a:r>
              <a:rPr lang="en-US" altLang="en-US" sz="2000"/>
              <a:t>Duration = 2</a:t>
            </a:r>
          </a:p>
          <a:p>
            <a:pPr lvl="1" eaLnBrk="1" hangingPunct="1">
              <a:buFont typeface="Arial" charset="0"/>
              <a:buChar char="•"/>
            </a:pPr>
            <a:r>
              <a:rPr lang="en-US" altLang="en-US" sz="2000"/>
              <a:t>EF = 38 + 2 = 40</a:t>
            </a:r>
          </a:p>
        </p:txBody>
      </p:sp>
      <p:pic>
        <p:nvPicPr>
          <p:cNvPr id="4" name="Picture 3">
            <a:extLst>
              <a:ext uri="{FF2B5EF4-FFF2-40B4-BE49-F238E27FC236}">
                <a16:creationId xmlns:a16="http://schemas.microsoft.com/office/drawing/2014/main" id="{C1E5BA56-4DB7-4897-8A32-7F0B7A790BEB}"/>
              </a:ext>
            </a:extLst>
          </p:cNvPr>
          <p:cNvPicPr>
            <a:picLocks noChangeAspect="1"/>
          </p:cNvPicPr>
          <p:nvPr/>
        </p:nvPicPr>
        <p:blipFill>
          <a:blip r:embed="rId3"/>
          <a:stretch>
            <a:fillRect/>
          </a:stretch>
        </p:blipFill>
        <p:spPr>
          <a:xfrm>
            <a:off x="4495799" y="1495538"/>
            <a:ext cx="3487023" cy="498146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2"/>
          <p:cNvSpPr>
            <a:spLocks noGrp="1"/>
          </p:cNvSpPr>
          <p:nvPr>
            <p:ph type="title"/>
          </p:nvPr>
        </p:nvSpPr>
        <p:spPr/>
        <p:txBody>
          <a:bodyPr/>
          <a:lstStyle/>
          <a:p>
            <a:pPr eaLnBrk="1" hangingPunct="1"/>
            <a:r>
              <a:rPr lang="en-US" altLang="en-US" dirty="0"/>
              <a:t>'Mail questionnaire &amp; get responses' </a:t>
            </a:r>
          </a:p>
        </p:txBody>
      </p:sp>
      <p:sp>
        <p:nvSpPr>
          <p:cNvPr id="27651" name="Content Placeholder 3"/>
          <p:cNvSpPr>
            <a:spLocks noGrp="1"/>
          </p:cNvSpPr>
          <p:nvPr>
            <p:ph sz="half" idx="1"/>
          </p:nvPr>
        </p:nvSpPr>
        <p:spPr>
          <a:xfrm>
            <a:off x="457200" y="1600200"/>
            <a:ext cx="4572000" cy="4525963"/>
          </a:xfrm>
        </p:spPr>
        <p:txBody>
          <a:bodyPr/>
          <a:lstStyle/>
          <a:p>
            <a:pPr eaLnBrk="1" hangingPunct="1">
              <a:buFont typeface="Arial" charset="0"/>
              <a:buChar char="•"/>
            </a:pPr>
            <a:r>
              <a:rPr lang="en-US" altLang="en-US" dirty="0"/>
              <a:t>Latest of Tasks 5 and 6 = 48</a:t>
            </a:r>
          </a:p>
          <a:p>
            <a:pPr eaLnBrk="1" hangingPunct="1">
              <a:buFont typeface="Arial" charset="0"/>
              <a:buChar char="•"/>
            </a:pPr>
            <a:r>
              <a:rPr lang="en-US" altLang="en-US" dirty="0"/>
              <a:t>ES = EF Task 6 = 48</a:t>
            </a:r>
          </a:p>
          <a:p>
            <a:pPr eaLnBrk="1" hangingPunct="1">
              <a:buFont typeface="Arial" charset="0"/>
              <a:buChar char="•"/>
            </a:pPr>
            <a:r>
              <a:rPr lang="en-US" altLang="en-US" dirty="0"/>
              <a:t>Duration = 65</a:t>
            </a:r>
          </a:p>
          <a:p>
            <a:pPr eaLnBrk="1" hangingPunct="1">
              <a:buFont typeface="Arial" charset="0"/>
              <a:buChar char="•"/>
            </a:pPr>
            <a:r>
              <a:rPr lang="en-US" altLang="en-US" dirty="0"/>
              <a:t>EF = 48 + 65 = 113</a:t>
            </a:r>
          </a:p>
        </p:txBody>
      </p:sp>
      <p:grpSp>
        <p:nvGrpSpPr>
          <p:cNvPr id="6" name="Group 5">
            <a:extLst>
              <a:ext uri="{FF2B5EF4-FFF2-40B4-BE49-F238E27FC236}">
                <a16:creationId xmlns:a16="http://schemas.microsoft.com/office/drawing/2014/main" id="{27F27979-A507-45E3-B7AC-755C5E2E952D}"/>
              </a:ext>
            </a:extLst>
          </p:cNvPr>
          <p:cNvGrpSpPr/>
          <p:nvPr/>
        </p:nvGrpSpPr>
        <p:grpSpPr>
          <a:xfrm>
            <a:off x="5029200" y="1307339"/>
            <a:ext cx="3577211" cy="4860130"/>
            <a:chOff x="5029200" y="1307339"/>
            <a:chExt cx="3577211" cy="4860130"/>
          </a:xfrm>
        </p:grpSpPr>
        <p:pic>
          <p:nvPicPr>
            <p:cNvPr id="4" name="Picture 3">
              <a:extLst>
                <a:ext uri="{FF2B5EF4-FFF2-40B4-BE49-F238E27FC236}">
                  <a16:creationId xmlns:a16="http://schemas.microsoft.com/office/drawing/2014/main" id="{17CF9B6D-88D5-4169-B7AB-D7D6463F9B14}"/>
                </a:ext>
              </a:extLst>
            </p:cNvPr>
            <p:cNvPicPr>
              <a:picLocks noChangeAspect="1"/>
            </p:cNvPicPr>
            <p:nvPr/>
          </p:nvPicPr>
          <p:blipFill>
            <a:blip r:embed="rId3"/>
            <a:stretch>
              <a:fillRect/>
            </a:stretch>
          </p:blipFill>
          <p:spPr>
            <a:xfrm>
              <a:off x="5029200" y="1307339"/>
              <a:ext cx="2847625" cy="4860130"/>
            </a:xfrm>
            <a:prstGeom prst="rect">
              <a:avLst/>
            </a:prstGeom>
          </p:spPr>
        </p:pic>
        <p:pic>
          <p:nvPicPr>
            <p:cNvPr id="5" name="Picture 4">
              <a:extLst>
                <a:ext uri="{FF2B5EF4-FFF2-40B4-BE49-F238E27FC236}">
                  <a16:creationId xmlns:a16="http://schemas.microsoft.com/office/drawing/2014/main" id="{B179F8F8-B9FB-426E-984C-7CB4A54F5B64}"/>
                </a:ext>
              </a:extLst>
            </p:cNvPr>
            <p:cNvPicPr>
              <a:picLocks noChangeAspect="1"/>
            </p:cNvPicPr>
            <p:nvPr/>
          </p:nvPicPr>
          <p:blipFill>
            <a:blip r:embed="rId4"/>
            <a:stretch>
              <a:fillRect/>
            </a:stretch>
          </p:blipFill>
          <p:spPr>
            <a:xfrm>
              <a:off x="6667500" y="2382651"/>
              <a:ext cx="1938911" cy="2511923"/>
            </a:xfrm>
            <a:prstGeom prst="rect">
              <a:avLst/>
            </a:prstGeom>
          </p:spPr>
        </p:pic>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2"/>
          <p:cNvSpPr>
            <a:spLocks noGrp="1"/>
          </p:cNvSpPr>
          <p:nvPr>
            <p:ph type="title"/>
          </p:nvPr>
        </p:nvSpPr>
        <p:spPr/>
        <p:txBody>
          <a:bodyPr/>
          <a:lstStyle/>
          <a:p>
            <a:pPr eaLnBrk="1" hangingPunct="1"/>
            <a:r>
              <a:rPr lang="en-US" altLang="en-US" dirty="0"/>
              <a:t>'Test software' </a:t>
            </a:r>
          </a:p>
        </p:txBody>
      </p:sp>
      <p:sp>
        <p:nvSpPr>
          <p:cNvPr id="28675" name="Content Placeholder 3"/>
          <p:cNvSpPr>
            <a:spLocks noGrp="1"/>
          </p:cNvSpPr>
          <p:nvPr>
            <p:ph sz="half" idx="1"/>
          </p:nvPr>
        </p:nvSpPr>
        <p:spPr>
          <a:xfrm>
            <a:off x="457200" y="1600200"/>
            <a:ext cx="4572000" cy="4525963"/>
          </a:xfrm>
        </p:spPr>
        <p:txBody>
          <a:bodyPr/>
          <a:lstStyle/>
          <a:p>
            <a:pPr eaLnBrk="1" hangingPunct="1">
              <a:buFont typeface="Arial" charset="0"/>
              <a:buChar char="•"/>
            </a:pPr>
            <a:r>
              <a:rPr lang="en-US" altLang="en-US" dirty="0"/>
              <a:t>Latest of Tasks 7 and 8 = 50</a:t>
            </a:r>
          </a:p>
          <a:p>
            <a:pPr eaLnBrk="1" hangingPunct="1">
              <a:buFont typeface="Arial" charset="0"/>
              <a:buChar char="•"/>
            </a:pPr>
            <a:r>
              <a:rPr lang="en-US" altLang="en-US" dirty="0"/>
              <a:t>ES = EF Task 7 = 50</a:t>
            </a:r>
          </a:p>
          <a:p>
            <a:pPr eaLnBrk="1" hangingPunct="1">
              <a:buFont typeface="Arial" charset="0"/>
              <a:buChar char="•"/>
            </a:pPr>
            <a:r>
              <a:rPr lang="en-US" altLang="en-US" dirty="0"/>
              <a:t>Duration = 5</a:t>
            </a:r>
          </a:p>
          <a:p>
            <a:pPr eaLnBrk="1" hangingPunct="1">
              <a:buFont typeface="Arial" charset="0"/>
              <a:buChar char="•"/>
            </a:pPr>
            <a:r>
              <a:rPr lang="en-US" altLang="en-US" dirty="0"/>
              <a:t>EF = 50 + 5 = 55</a:t>
            </a:r>
          </a:p>
        </p:txBody>
      </p:sp>
      <p:grpSp>
        <p:nvGrpSpPr>
          <p:cNvPr id="7" name="Group 6">
            <a:extLst>
              <a:ext uri="{FF2B5EF4-FFF2-40B4-BE49-F238E27FC236}">
                <a16:creationId xmlns:a16="http://schemas.microsoft.com/office/drawing/2014/main" id="{8D827725-B165-4F93-B59C-A5F7D3B8C9F0}"/>
              </a:ext>
            </a:extLst>
          </p:cNvPr>
          <p:cNvGrpSpPr/>
          <p:nvPr/>
        </p:nvGrpSpPr>
        <p:grpSpPr>
          <a:xfrm>
            <a:off x="5029200" y="1307339"/>
            <a:ext cx="3577211" cy="4860130"/>
            <a:chOff x="5029200" y="1307339"/>
            <a:chExt cx="3577211" cy="4860130"/>
          </a:xfrm>
        </p:grpSpPr>
        <p:pic>
          <p:nvPicPr>
            <p:cNvPr id="8" name="Picture 7">
              <a:extLst>
                <a:ext uri="{FF2B5EF4-FFF2-40B4-BE49-F238E27FC236}">
                  <a16:creationId xmlns:a16="http://schemas.microsoft.com/office/drawing/2014/main" id="{E2C1AA56-7AF0-439C-A004-47CBB8F8844B}"/>
                </a:ext>
              </a:extLst>
            </p:cNvPr>
            <p:cNvPicPr>
              <a:picLocks noChangeAspect="1"/>
            </p:cNvPicPr>
            <p:nvPr/>
          </p:nvPicPr>
          <p:blipFill>
            <a:blip r:embed="rId3"/>
            <a:stretch>
              <a:fillRect/>
            </a:stretch>
          </p:blipFill>
          <p:spPr>
            <a:xfrm>
              <a:off x="5029200" y="1307339"/>
              <a:ext cx="2847625" cy="4860130"/>
            </a:xfrm>
            <a:prstGeom prst="rect">
              <a:avLst/>
            </a:prstGeom>
          </p:spPr>
        </p:pic>
        <p:pic>
          <p:nvPicPr>
            <p:cNvPr id="9" name="Picture 8">
              <a:extLst>
                <a:ext uri="{FF2B5EF4-FFF2-40B4-BE49-F238E27FC236}">
                  <a16:creationId xmlns:a16="http://schemas.microsoft.com/office/drawing/2014/main" id="{C1E09EBA-7E61-4675-9486-B1512DA34419}"/>
                </a:ext>
              </a:extLst>
            </p:cNvPr>
            <p:cNvPicPr>
              <a:picLocks noChangeAspect="1"/>
            </p:cNvPicPr>
            <p:nvPr/>
          </p:nvPicPr>
          <p:blipFill>
            <a:blip r:embed="rId4"/>
            <a:stretch>
              <a:fillRect/>
            </a:stretch>
          </p:blipFill>
          <p:spPr>
            <a:xfrm>
              <a:off x="6667500" y="2382651"/>
              <a:ext cx="1938911" cy="2511923"/>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2"/>
          <p:cNvSpPr>
            <a:spLocks noGrp="1"/>
          </p:cNvSpPr>
          <p:nvPr>
            <p:ph type="title"/>
          </p:nvPr>
        </p:nvSpPr>
        <p:spPr/>
        <p:txBody>
          <a:bodyPr/>
          <a:lstStyle/>
          <a:p>
            <a:pPr eaLnBrk="1" hangingPunct="1"/>
            <a:r>
              <a:rPr lang="en-US" altLang="en-US" dirty="0"/>
              <a:t>'Input response data' </a:t>
            </a:r>
          </a:p>
        </p:txBody>
      </p:sp>
      <p:sp>
        <p:nvSpPr>
          <p:cNvPr id="29699" name="Content Placeholder 3"/>
          <p:cNvSpPr>
            <a:spLocks noGrp="1"/>
          </p:cNvSpPr>
          <p:nvPr>
            <p:ph sz="half" idx="1"/>
          </p:nvPr>
        </p:nvSpPr>
        <p:spPr>
          <a:xfrm>
            <a:off x="457200" y="1600200"/>
            <a:ext cx="4953000" cy="4525963"/>
          </a:xfrm>
        </p:spPr>
        <p:txBody>
          <a:bodyPr/>
          <a:lstStyle/>
          <a:p>
            <a:pPr eaLnBrk="1" hangingPunct="1">
              <a:buFont typeface="Arial" charset="0"/>
              <a:buChar char="•"/>
            </a:pPr>
            <a:r>
              <a:rPr lang="en-US" altLang="en-US"/>
              <a:t>Latest of Tasks 9 and 10 = 113</a:t>
            </a:r>
          </a:p>
          <a:p>
            <a:pPr eaLnBrk="1" hangingPunct="1">
              <a:buFont typeface="Arial" charset="0"/>
              <a:buChar char="•"/>
            </a:pPr>
            <a:r>
              <a:rPr lang="en-US" altLang="en-US"/>
              <a:t>ES = EF Task 9 = 113</a:t>
            </a:r>
          </a:p>
          <a:p>
            <a:pPr eaLnBrk="1" hangingPunct="1">
              <a:buFont typeface="Arial" charset="0"/>
              <a:buChar char="•"/>
            </a:pPr>
            <a:r>
              <a:rPr lang="en-US" altLang="en-US"/>
              <a:t>Duration = 7</a:t>
            </a:r>
          </a:p>
          <a:p>
            <a:pPr eaLnBrk="1" hangingPunct="1">
              <a:buFont typeface="Arial" charset="0"/>
              <a:buChar char="•"/>
            </a:pPr>
            <a:r>
              <a:rPr lang="en-US" altLang="en-US"/>
              <a:t>EF = 113 + 7 = 120</a:t>
            </a:r>
          </a:p>
        </p:txBody>
      </p:sp>
      <p:pic>
        <p:nvPicPr>
          <p:cNvPr id="4" name="Picture 3">
            <a:extLst>
              <a:ext uri="{FF2B5EF4-FFF2-40B4-BE49-F238E27FC236}">
                <a16:creationId xmlns:a16="http://schemas.microsoft.com/office/drawing/2014/main" id="{87643BA7-435F-4785-A10A-DE0A0CD8D9BD}"/>
              </a:ext>
            </a:extLst>
          </p:cNvPr>
          <p:cNvPicPr>
            <a:picLocks noChangeAspect="1"/>
          </p:cNvPicPr>
          <p:nvPr/>
        </p:nvPicPr>
        <p:blipFill>
          <a:blip r:embed="rId3"/>
          <a:stretch>
            <a:fillRect/>
          </a:stretch>
        </p:blipFill>
        <p:spPr>
          <a:xfrm>
            <a:off x="4343400" y="2362200"/>
            <a:ext cx="4162425" cy="35433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2"/>
          <p:cNvSpPr>
            <a:spLocks noGrp="1"/>
          </p:cNvSpPr>
          <p:nvPr>
            <p:ph type="title"/>
          </p:nvPr>
        </p:nvSpPr>
        <p:spPr/>
        <p:txBody>
          <a:bodyPr/>
          <a:lstStyle/>
          <a:p>
            <a:pPr eaLnBrk="1" hangingPunct="1"/>
            <a:r>
              <a:rPr lang="en-US" altLang="en-US" dirty="0"/>
              <a:t>'</a:t>
            </a:r>
            <a:r>
              <a:rPr lang="en-US" altLang="en-US" dirty="0" err="1"/>
              <a:t>Analyse</a:t>
            </a:r>
            <a:r>
              <a:rPr lang="en-US" altLang="en-US" dirty="0"/>
              <a:t> results' </a:t>
            </a:r>
          </a:p>
        </p:txBody>
      </p:sp>
      <p:sp>
        <p:nvSpPr>
          <p:cNvPr id="30723" name="Content Placeholder 3"/>
          <p:cNvSpPr>
            <a:spLocks noGrp="1"/>
          </p:cNvSpPr>
          <p:nvPr>
            <p:ph sz="half" idx="1"/>
          </p:nvPr>
        </p:nvSpPr>
        <p:spPr/>
        <p:txBody>
          <a:bodyPr/>
          <a:lstStyle/>
          <a:p>
            <a:pPr eaLnBrk="1" hangingPunct="1">
              <a:buFont typeface="Arial" charset="0"/>
              <a:buChar char="•"/>
            </a:pPr>
            <a:r>
              <a:rPr lang="en-US" altLang="en-US"/>
              <a:t>ES = EF Task 11 = 120</a:t>
            </a:r>
          </a:p>
          <a:p>
            <a:pPr eaLnBrk="1" hangingPunct="1">
              <a:buFont typeface="Arial" charset="0"/>
              <a:buChar char="•"/>
            </a:pPr>
            <a:r>
              <a:rPr lang="en-US" altLang="en-US"/>
              <a:t>Duration = 8</a:t>
            </a:r>
          </a:p>
          <a:p>
            <a:pPr eaLnBrk="1" hangingPunct="1">
              <a:buFont typeface="Arial" charset="0"/>
              <a:buChar char="•"/>
            </a:pPr>
            <a:r>
              <a:rPr lang="en-US" altLang="en-US"/>
              <a:t>EF = 120 + 8 = 128</a:t>
            </a:r>
          </a:p>
        </p:txBody>
      </p:sp>
      <p:pic>
        <p:nvPicPr>
          <p:cNvPr id="4" name="Picture 3">
            <a:extLst>
              <a:ext uri="{FF2B5EF4-FFF2-40B4-BE49-F238E27FC236}">
                <a16:creationId xmlns:a16="http://schemas.microsoft.com/office/drawing/2014/main" id="{1B33BC95-11E5-42D1-83B9-1C8BD16DBAD8}"/>
              </a:ext>
            </a:extLst>
          </p:cNvPr>
          <p:cNvPicPr>
            <a:picLocks noChangeAspect="1"/>
          </p:cNvPicPr>
          <p:nvPr/>
        </p:nvPicPr>
        <p:blipFill>
          <a:blip r:embed="rId3"/>
          <a:stretch>
            <a:fillRect/>
          </a:stretch>
        </p:blipFill>
        <p:spPr>
          <a:xfrm>
            <a:off x="2438400" y="3429000"/>
            <a:ext cx="5986463" cy="24003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2"/>
          <p:cNvSpPr>
            <a:spLocks noGrp="1"/>
          </p:cNvSpPr>
          <p:nvPr>
            <p:ph type="title"/>
          </p:nvPr>
        </p:nvSpPr>
        <p:spPr/>
        <p:txBody>
          <a:bodyPr/>
          <a:lstStyle/>
          <a:p>
            <a:pPr eaLnBrk="1" hangingPunct="1"/>
            <a:r>
              <a:rPr lang="en-US" altLang="en-US" dirty="0"/>
              <a:t>'Prepare report' </a:t>
            </a:r>
          </a:p>
        </p:txBody>
      </p:sp>
      <p:sp>
        <p:nvSpPr>
          <p:cNvPr id="31747" name="Content Placeholder 3"/>
          <p:cNvSpPr>
            <a:spLocks noGrp="1"/>
          </p:cNvSpPr>
          <p:nvPr>
            <p:ph sz="half" idx="1"/>
          </p:nvPr>
        </p:nvSpPr>
        <p:spPr/>
        <p:txBody>
          <a:bodyPr/>
          <a:lstStyle/>
          <a:p>
            <a:pPr eaLnBrk="1" hangingPunct="1">
              <a:buFont typeface="Arial" charset="0"/>
              <a:buChar char="•"/>
            </a:pPr>
            <a:r>
              <a:rPr lang="en-US" altLang="en-US"/>
              <a:t>ES = EF Task 12 = 128</a:t>
            </a:r>
          </a:p>
          <a:p>
            <a:pPr eaLnBrk="1" hangingPunct="1">
              <a:buFont typeface="Arial" charset="0"/>
              <a:buChar char="•"/>
            </a:pPr>
            <a:r>
              <a:rPr lang="en-US" altLang="en-US"/>
              <a:t>Duration = 10</a:t>
            </a:r>
          </a:p>
          <a:p>
            <a:pPr eaLnBrk="1" hangingPunct="1">
              <a:buFont typeface="Arial" charset="0"/>
              <a:buChar char="•"/>
            </a:pPr>
            <a:r>
              <a:rPr lang="en-US" altLang="en-US"/>
              <a:t>EF = 128 + 10 = 138</a:t>
            </a:r>
          </a:p>
          <a:p>
            <a:pPr eaLnBrk="1" hangingPunct="1">
              <a:buFont typeface="Arial" charset="0"/>
              <a:buChar char="•"/>
            </a:pPr>
            <a:endParaRPr lang="en-US" altLang="en-US"/>
          </a:p>
          <a:p>
            <a:pPr eaLnBrk="1" hangingPunct="1">
              <a:buFont typeface="Arial" charset="0"/>
              <a:buChar char="•"/>
            </a:pPr>
            <a:endParaRPr lang="en-US" altLang="en-US"/>
          </a:p>
          <a:p>
            <a:pPr eaLnBrk="1" hangingPunct="1">
              <a:buFont typeface="Arial" charset="0"/>
              <a:buChar char="•"/>
            </a:pPr>
            <a:endParaRPr lang="en-US" altLang="en-US"/>
          </a:p>
          <a:p>
            <a:pPr eaLnBrk="1" hangingPunct="1">
              <a:buFont typeface="Arial" charset="0"/>
              <a:buChar char="•"/>
            </a:pPr>
            <a:r>
              <a:rPr lang="en-US" altLang="en-US"/>
              <a:t>Project not complete in required time</a:t>
            </a:r>
          </a:p>
        </p:txBody>
      </p:sp>
      <p:pic>
        <p:nvPicPr>
          <p:cNvPr id="4" name="Picture 3">
            <a:extLst>
              <a:ext uri="{FF2B5EF4-FFF2-40B4-BE49-F238E27FC236}">
                <a16:creationId xmlns:a16="http://schemas.microsoft.com/office/drawing/2014/main" id="{9CECC6A0-A962-42B1-B8AF-021BB99C32DA}"/>
              </a:ext>
            </a:extLst>
          </p:cNvPr>
          <p:cNvPicPr>
            <a:picLocks noChangeAspect="1"/>
          </p:cNvPicPr>
          <p:nvPr/>
        </p:nvPicPr>
        <p:blipFill>
          <a:blip r:embed="rId3"/>
          <a:stretch>
            <a:fillRect/>
          </a:stretch>
        </p:blipFill>
        <p:spPr>
          <a:xfrm>
            <a:off x="4114800" y="2514600"/>
            <a:ext cx="4532124" cy="19145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4"/>
          <p:cNvSpPr>
            <a:spLocks noGrp="1"/>
          </p:cNvSpPr>
          <p:nvPr>
            <p:ph type="title"/>
          </p:nvPr>
        </p:nvSpPr>
        <p:spPr/>
        <p:txBody>
          <a:bodyPr/>
          <a:lstStyle/>
          <a:p>
            <a:pPr eaLnBrk="1" hangingPunct="1"/>
            <a:r>
              <a:rPr lang="en-US" altLang="en-US" dirty="0"/>
              <a:t>Schedule table ES and EF</a:t>
            </a:r>
          </a:p>
        </p:txBody>
      </p:sp>
      <p:pic>
        <p:nvPicPr>
          <p:cNvPr id="4" name="Picture 3">
            <a:extLst>
              <a:ext uri="{FF2B5EF4-FFF2-40B4-BE49-F238E27FC236}">
                <a16:creationId xmlns:a16="http://schemas.microsoft.com/office/drawing/2014/main" id="{C8D4BD9C-B107-458E-9FD6-270D96373126}"/>
              </a:ext>
            </a:extLst>
          </p:cNvPr>
          <p:cNvPicPr>
            <a:picLocks noChangeAspect="1"/>
          </p:cNvPicPr>
          <p:nvPr/>
        </p:nvPicPr>
        <p:blipFill>
          <a:blip r:embed="rId3"/>
          <a:stretch>
            <a:fillRect/>
          </a:stretch>
        </p:blipFill>
        <p:spPr>
          <a:xfrm>
            <a:off x="1066800" y="1417638"/>
            <a:ext cx="6938962" cy="498981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altLang="en-US" dirty="0"/>
              <a:t>Latest start and finish times</a:t>
            </a:r>
          </a:p>
        </p:txBody>
      </p:sp>
      <p:sp>
        <p:nvSpPr>
          <p:cNvPr id="33795" name="Content Placeholder 2"/>
          <p:cNvSpPr>
            <a:spLocks noGrp="1"/>
          </p:cNvSpPr>
          <p:nvPr>
            <p:ph idx="1"/>
          </p:nvPr>
        </p:nvSpPr>
        <p:spPr/>
        <p:txBody>
          <a:bodyPr/>
          <a:lstStyle/>
          <a:p>
            <a:pPr eaLnBrk="1" hangingPunct="1"/>
            <a:r>
              <a:rPr lang="en-US" altLang="en-US" dirty="0"/>
              <a:t>Latest start time (LS) </a:t>
            </a:r>
          </a:p>
          <a:p>
            <a:pPr lvl="1" eaLnBrk="1" hangingPunct="1"/>
            <a:r>
              <a:rPr lang="en-US" altLang="en-US" dirty="0"/>
              <a:t>Latest time by which a specific activity must be </a:t>
            </a:r>
            <a:r>
              <a:rPr lang="en-US" altLang="en-US" b="1" dirty="0"/>
              <a:t>started</a:t>
            </a:r>
          </a:p>
          <a:p>
            <a:pPr eaLnBrk="1" hangingPunct="1"/>
            <a:r>
              <a:rPr lang="en-US" altLang="en-US" dirty="0"/>
              <a:t>Latest finish time (LF)</a:t>
            </a:r>
          </a:p>
          <a:p>
            <a:pPr lvl="1" eaLnBrk="1" hangingPunct="1"/>
            <a:r>
              <a:rPr lang="en-US" altLang="en-US" dirty="0"/>
              <a:t>Latest time by which a specific activity must be </a:t>
            </a:r>
            <a:r>
              <a:rPr lang="en-US" altLang="en-US" b="1" dirty="0"/>
              <a:t>completed</a:t>
            </a:r>
          </a:p>
          <a:p>
            <a:pPr eaLnBrk="1" hangingPunct="1"/>
            <a:r>
              <a:rPr lang="en-US" altLang="en-US" dirty="0"/>
              <a:t>LS = LF – Estimated duration</a:t>
            </a:r>
          </a:p>
          <a:p>
            <a:pPr eaLnBrk="1" hangingPunct="1"/>
            <a:r>
              <a:rPr lang="en-US" altLang="en-US" dirty="0"/>
              <a:t>Calculate backward through the network diagram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3"/>
          <p:cNvSpPr>
            <a:spLocks noGrp="1"/>
          </p:cNvSpPr>
          <p:nvPr>
            <p:ph type="title"/>
          </p:nvPr>
        </p:nvSpPr>
        <p:spPr/>
        <p:txBody>
          <a:bodyPr/>
          <a:lstStyle/>
          <a:p>
            <a:pPr eaLnBrk="1" hangingPunct="1"/>
            <a:r>
              <a:rPr lang="en-US" altLang="en-US" dirty="0"/>
              <a:t>Latest start and finish times calculation</a:t>
            </a:r>
          </a:p>
        </p:txBody>
      </p:sp>
      <p:sp>
        <p:nvSpPr>
          <p:cNvPr id="34819" name="Content Placeholder 4"/>
          <p:cNvSpPr>
            <a:spLocks noGrp="1"/>
          </p:cNvSpPr>
          <p:nvPr>
            <p:ph idx="1"/>
          </p:nvPr>
        </p:nvSpPr>
        <p:spPr>
          <a:xfrm>
            <a:off x="457200" y="1600200"/>
            <a:ext cx="8458200" cy="4525963"/>
          </a:xfrm>
        </p:spPr>
        <p:txBody>
          <a:bodyPr/>
          <a:lstStyle/>
          <a:p>
            <a:pPr eaLnBrk="1" hangingPunct="1"/>
            <a:r>
              <a:rPr lang="en-US" altLang="en-US" dirty="0"/>
              <a:t>Why is the LF for 'Print posters &amp; brochures' 20?</a:t>
            </a:r>
          </a:p>
        </p:txBody>
      </p:sp>
      <p:pic>
        <p:nvPicPr>
          <p:cNvPr id="2" name="Picture 1">
            <a:extLst>
              <a:ext uri="{FF2B5EF4-FFF2-40B4-BE49-F238E27FC236}">
                <a16:creationId xmlns:a16="http://schemas.microsoft.com/office/drawing/2014/main" id="{2BA74A66-1EE0-4C56-B1D8-44AE1A058608}"/>
              </a:ext>
            </a:extLst>
          </p:cNvPr>
          <p:cNvPicPr>
            <a:picLocks noChangeAspect="1"/>
          </p:cNvPicPr>
          <p:nvPr/>
        </p:nvPicPr>
        <p:blipFill>
          <a:blip r:embed="rId3"/>
          <a:stretch>
            <a:fillRect/>
          </a:stretch>
        </p:blipFill>
        <p:spPr>
          <a:xfrm>
            <a:off x="609600" y="2438400"/>
            <a:ext cx="7914051" cy="302103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2"/>
          <p:cNvSpPr>
            <a:spLocks noGrp="1"/>
          </p:cNvSpPr>
          <p:nvPr>
            <p:ph type="title"/>
          </p:nvPr>
        </p:nvSpPr>
        <p:spPr/>
        <p:txBody>
          <a:bodyPr/>
          <a:lstStyle/>
          <a:p>
            <a:pPr eaLnBrk="1" hangingPunct="1"/>
            <a:r>
              <a:rPr lang="en-US" altLang="en-US" dirty="0"/>
              <a:t>'Prepare report' </a:t>
            </a:r>
          </a:p>
        </p:txBody>
      </p:sp>
      <p:sp>
        <p:nvSpPr>
          <p:cNvPr id="35843" name="Content Placeholder 3"/>
          <p:cNvSpPr>
            <a:spLocks noGrp="1"/>
          </p:cNvSpPr>
          <p:nvPr>
            <p:ph sz="half" idx="1"/>
          </p:nvPr>
        </p:nvSpPr>
        <p:spPr>
          <a:xfrm>
            <a:off x="457200" y="1600200"/>
            <a:ext cx="4953000" cy="4525963"/>
          </a:xfrm>
        </p:spPr>
        <p:txBody>
          <a:bodyPr/>
          <a:lstStyle/>
          <a:p>
            <a:pPr eaLnBrk="1" hangingPunct="1">
              <a:buFont typeface="Arial" charset="0"/>
              <a:buChar char="•"/>
            </a:pPr>
            <a:r>
              <a:rPr lang="en-US" altLang="en-US" dirty="0"/>
              <a:t>Required completion = 130</a:t>
            </a:r>
          </a:p>
          <a:p>
            <a:pPr eaLnBrk="1" hangingPunct="1">
              <a:buFont typeface="Arial" charset="0"/>
              <a:buChar char="•"/>
            </a:pPr>
            <a:r>
              <a:rPr lang="en-US" altLang="en-US" dirty="0"/>
              <a:t>LF = Complete date = 130</a:t>
            </a:r>
          </a:p>
          <a:p>
            <a:pPr eaLnBrk="1" hangingPunct="1">
              <a:buFont typeface="Arial" charset="0"/>
              <a:buChar char="•"/>
            </a:pPr>
            <a:r>
              <a:rPr lang="en-US" altLang="en-US" dirty="0"/>
              <a:t>Duration = 10</a:t>
            </a:r>
          </a:p>
          <a:p>
            <a:pPr eaLnBrk="1" hangingPunct="1">
              <a:buFont typeface="Arial" charset="0"/>
              <a:buChar char="•"/>
            </a:pPr>
            <a:r>
              <a:rPr lang="en-US" altLang="en-US" dirty="0"/>
              <a:t>LS = 130 – 10 = 120</a:t>
            </a:r>
          </a:p>
        </p:txBody>
      </p:sp>
      <p:pic>
        <p:nvPicPr>
          <p:cNvPr id="4" name="Picture 3">
            <a:extLst>
              <a:ext uri="{FF2B5EF4-FFF2-40B4-BE49-F238E27FC236}">
                <a16:creationId xmlns:a16="http://schemas.microsoft.com/office/drawing/2014/main" id="{49F886B5-35E2-4ECD-A8BD-35ECED523427}"/>
              </a:ext>
            </a:extLst>
          </p:cNvPr>
          <p:cNvPicPr>
            <a:picLocks noChangeAspect="1"/>
          </p:cNvPicPr>
          <p:nvPr/>
        </p:nvPicPr>
        <p:blipFill>
          <a:blip r:embed="rId3"/>
          <a:stretch>
            <a:fillRect/>
          </a:stretch>
        </p:blipFill>
        <p:spPr>
          <a:xfrm>
            <a:off x="4114800" y="2895600"/>
            <a:ext cx="4267200" cy="25812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2"/>
          <p:cNvSpPr>
            <a:spLocks noGrp="1"/>
          </p:cNvSpPr>
          <p:nvPr>
            <p:ph type="title"/>
          </p:nvPr>
        </p:nvSpPr>
        <p:spPr/>
        <p:txBody>
          <a:bodyPr/>
          <a:lstStyle/>
          <a:p>
            <a:pPr eaLnBrk="1" hangingPunct="1"/>
            <a:r>
              <a:rPr lang="en-US" altLang="en-US" dirty="0"/>
              <a:t>'</a:t>
            </a:r>
            <a:r>
              <a:rPr lang="en-US" altLang="en-US" dirty="0" err="1"/>
              <a:t>Analyse</a:t>
            </a:r>
            <a:r>
              <a:rPr lang="en-US" altLang="en-US" dirty="0"/>
              <a:t> results' </a:t>
            </a:r>
          </a:p>
        </p:txBody>
      </p:sp>
      <p:sp>
        <p:nvSpPr>
          <p:cNvPr id="36867" name="Content Placeholder 3"/>
          <p:cNvSpPr>
            <a:spLocks noGrp="1"/>
          </p:cNvSpPr>
          <p:nvPr>
            <p:ph sz="half" idx="1"/>
          </p:nvPr>
        </p:nvSpPr>
        <p:spPr/>
        <p:txBody>
          <a:bodyPr/>
          <a:lstStyle/>
          <a:p>
            <a:pPr eaLnBrk="1" hangingPunct="1">
              <a:buFont typeface="Arial" charset="0"/>
              <a:buChar char="•"/>
            </a:pPr>
            <a:r>
              <a:rPr lang="en-US" altLang="en-US" dirty="0"/>
              <a:t>LF = LS Task 13 = 120</a:t>
            </a:r>
          </a:p>
          <a:p>
            <a:pPr eaLnBrk="1" hangingPunct="1">
              <a:buFont typeface="Arial" charset="0"/>
              <a:buChar char="•"/>
            </a:pPr>
            <a:r>
              <a:rPr lang="en-US" altLang="en-US" dirty="0"/>
              <a:t>Duration = 8</a:t>
            </a:r>
          </a:p>
          <a:p>
            <a:pPr eaLnBrk="1" hangingPunct="1">
              <a:buFont typeface="Arial" charset="0"/>
              <a:buChar char="•"/>
            </a:pPr>
            <a:r>
              <a:rPr lang="en-US" altLang="en-US" dirty="0"/>
              <a:t>LS = 120 – 8 = 112</a:t>
            </a:r>
          </a:p>
        </p:txBody>
      </p:sp>
      <p:pic>
        <p:nvPicPr>
          <p:cNvPr id="4" name="Picture 3">
            <a:extLst>
              <a:ext uri="{FF2B5EF4-FFF2-40B4-BE49-F238E27FC236}">
                <a16:creationId xmlns:a16="http://schemas.microsoft.com/office/drawing/2014/main" id="{171C21A5-8C5D-4982-83E4-CF277A26839C}"/>
              </a:ext>
            </a:extLst>
          </p:cNvPr>
          <p:cNvPicPr>
            <a:picLocks noChangeAspect="1"/>
          </p:cNvPicPr>
          <p:nvPr/>
        </p:nvPicPr>
        <p:blipFill>
          <a:blip r:embed="rId3"/>
          <a:stretch>
            <a:fillRect/>
          </a:stretch>
        </p:blipFill>
        <p:spPr>
          <a:xfrm>
            <a:off x="4114800" y="2971800"/>
            <a:ext cx="4267200" cy="258127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2"/>
          <p:cNvSpPr>
            <a:spLocks noGrp="1"/>
          </p:cNvSpPr>
          <p:nvPr>
            <p:ph type="title"/>
          </p:nvPr>
        </p:nvSpPr>
        <p:spPr/>
        <p:txBody>
          <a:bodyPr/>
          <a:lstStyle/>
          <a:p>
            <a:pPr eaLnBrk="1" hangingPunct="1"/>
            <a:r>
              <a:rPr lang="en-US" altLang="en-US" dirty="0"/>
              <a:t>'Input response data' </a:t>
            </a:r>
          </a:p>
        </p:txBody>
      </p:sp>
      <p:sp>
        <p:nvSpPr>
          <p:cNvPr id="37891" name="Content Placeholder 3"/>
          <p:cNvSpPr>
            <a:spLocks noGrp="1"/>
          </p:cNvSpPr>
          <p:nvPr>
            <p:ph sz="half" idx="1"/>
          </p:nvPr>
        </p:nvSpPr>
        <p:spPr>
          <a:xfrm>
            <a:off x="457200" y="1600200"/>
            <a:ext cx="4953000" cy="4525963"/>
          </a:xfrm>
        </p:spPr>
        <p:txBody>
          <a:bodyPr/>
          <a:lstStyle/>
          <a:p>
            <a:pPr eaLnBrk="1" hangingPunct="1">
              <a:buFont typeface="Arial" charset="0"/>
              <a:buChar char="•"/>
            </a:pPr>
            <a:r>
              <a:rPr lang="en-US" altLang="en-US" dirty="0"/>
              <a:t>LF = LS Task 12 = 112</a:t>
            </a:r>
          </a:p>
          <a:p>
            <a:pPr eaLnBrk="1" hangingPunct="1">
              <a:buFont typeface="Arial" charset="0"/>
              <a:buChar char="•"/>
            </a:pPr>
            <a:r>
              <a:rPr lang="en-US" altLang="en-US" dirty="0"/>
              <a:t>Duration = 7</a:t>
            </a:r>
          </a:p>
          <a:p>
            <a:pPr eaLnBrk="1" hangingPunct="1">
              <a:buFont typeface="Arial" charset="0"/>
              <a:buChar char="•"/>
            </a:pPr>
            <a:r>
              <a:rPr lang="en-US" altLang="en-US" dirty="0"/>
              <a:t>LS = 112 – 7 = 105</a:t>
            </a:r>
          </a:p>
        </p:txBody>
      </p:sp>
      <p:pic>
        <p:nvPicPr>
          <p:cNvPr id="4" name="Picture 3">
            <a:extLst>
              <a:ext uri="{FF2B5EF4-FFF2-40B4-BE49-F238E27FC236}">
                <a16:creationId xmlns:a16="http://schemas.microsoft.com/office/drawing/2014/main" id="{D5C02CD4-AAC8-45F9-9F52-3F05AB6B2F69}"/>
              </a:ext>
            </a:extLst>
          </p:cNvPr>
          <p:cNvPicPr>
            <a:picLocks noChangeAspect="1"/>
          </p:cNvPicPr>
          <p:nvPr/>
        </p:nvPicPr>
        <p:blipFill>
          <a:blip r:embed="rId3"/>
          <a:stretch>
            <a:fillRect/>
          </a:stretch>
        </p:blipFill>
        <p:spPr>
          <a:xfrm>
            <a:off x="3505200" y="3200400"/>
            <a:ext cx="4608114" cy="2209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2"/>
          <p:cNvSpPr>
            <a:spLocks noGrp="1"/>
          </p:cNvSpPr>
          <p:nvPr>
            <p:ph type="title"/>
          </p:nvPr>
        </p:nvSpPr>
        <p:spPr>
          <a:xfrm>
            <a:off x="457200" y="274638"/>
            <a:ext cx="8610600" cy="1173162"/>
          </a:xfrm>
        </p:spPr>
        <p:txBody>
          <a:bodyPr/>
          <a:lstStyle/>
          <a:p>
            <a:pPr eaLnBrk="1" hangingPunct="1"/>
            <a:r>
              <a:rPr lang="en-US" altLang="en-US" sz="3200" dirty="0"/>
              <a:t>'Test software'  and 'Mail questionnaire &amp; get responses' </a:t>
            </a:r>
          </a:p>
        </p:txBody>
      </p:sp>
      <p:sp>
        <p:nvSpPr>
          <p:cNvPr id="38915" name="Content Placeholder 3"/>
          <p:cNvSpPr>
            <a:spLocks noGrp="1"/>
          </p:cNvSpPr>
          <p:nvPr>
            <p:ph sz="half" idx="1"/>
          </p:nvPr>
        </p:nvSpPr>
        <p:spPr>
          <a:xfrm>
            <a:off x="457200" y="1600200"/>
            <a:ext cx="4572000" cy="4525963"/>
          </a:xfrm>
        </p:spPr>
        <p:txBody>
          <a:bodyPr/>
          <a:lstStyle/>
          <a:p>
            <a:pPr eaLnBrk="1" hangingPunct="1">
              <a:buFont typeface="Arial" charset="0"/>
              <a:buChar char="•"/>
            </a:pPr>
            <a:r>
              <a:rPr lang="en-US" altLang="en-US" dirty="0"/>
              <a:t>LF = LS Task 11 = 105</a:t>
            </a:r>
          </a:p>
          <a:p>
            <a:pPr eaLnBrk="1" hangingPunct="1">
              <a:buFont typeface="Arial" charset="0"/>
              <a:buChar char="•"/>
            </a:pPr>
            <a:r>
              <a:rPr lang="en-US" altLang="en-US" dirty="0"/>
              <a:t>Task 9</a:t>
            </a:r>
          </a:p>
          <a:p>
            <a:pPr lvl="1" eaLnBrk="1" hangingPunct="1">
              <a:buFont typeface="Arial" charset="0"/>
              <a:buChar char="•"/>
            </a:pPr>
            <a:r>
              <a:rPr lang="en-US" altLang="en-US" dirty="0"/>
              <a:t>Duration = 65</a:t>
            </a:r>
          </a:p>
          <a:p>
            <a:pPr lvl="1" eaLnBrk="1" hangingPunct="1">
              <a:buFont typeface="Arial" charset="0"/>
              <a:buChar char="•"/>
            </a:pPr>
            <a:r>
              <a:rPr lang="en-US" altLang="en-US" dirty="0"/>
              <a:t>LS = 105 – 65 = 40</a:t>
            </a:r>
          </a:p>
          <a:p>
            <a:pPr eaLnBrk="1" hangingPunct="1">
              <a:buFont typeface="Arial" charset="0"/>
              <a:buChar char="•"/>
            </a:pPr>
            <a:r>
              <a:rPr lang="en-US" altLang="en-US" dirty="0"/>
              <a:t>Task 10</a:t>
            </a:r>
          </a:p>
          <a:p>
            <a:pPr lvl="1" eaLnBrk="1" hangingPunct="1">
              <a:buFont typeface="Arial" charset="0"/>
              <a:buChar char="•"/>
            </a:pPr>
            <a:r>
              <a:rPr lang="en-US" altLang="en-US" dirty="0"/>
              <a:t>Duration = 5</a:t>
            </a:r>
          </a:p>
          <a:p>
            <a:pPr lvl="1" eaLnBrk="1" hangingPunct="1">
              <a:buFont typeface="Arial" charset="0"/>
              <a:buChar char="•"/>
            </a:pPr>
            <a:r>
              <a:rPr lang="en-US" altLang="en-US" dirty="0"/>
              <a:t>LS = 105 – 5 = 100</a:t>
            </a:r>
          </a:p>
          <a:p>
            <a:pPr eaLnBrk="1" hangingPunct="1">
              <a:buFontTx/>
              <a:buBlip>
                <a:blip r:embed="rId3"/>
              </a:buBlip>
            </a:pPr>
            <a:endParaRPr lang="en-US" altLang="en-US" dirty="0"/>
          </a:p>
        </p:txBody>
      </p:sp>
      <p:pic>
        <p:nvPicPr>
          <p:cNvPr id="4" name="Picture 3">
            <a:extLst>
              <a:ext uri="{FF2B5EF4-FFF2-40B4-BE49-F238E27FC236}">
                <a16:creationId xmlns:a16="http://schemas.microsoft.com/office/drawing/2014/main" id="{04344568-D812-4245-A8E7-7C03D0BD3157}"/>
              </a:ext>
            </a:extLst>
          </p:cNvPr>
          <p:cNvPicPr>
            <a:picLocks noChangeAspect="1"/>
          </p:cNvPicPr>
          <p:nvPr/>
        </p:nvPicPr>
        <p:blipFill>
          <a:blip r:embed="rId4"/>
          <a:stretch>
            <a:fillRect/>
          </a:stretch>
        </p:blipFill>
        <p:spPr>
          <a:xfrm>
            <a:off x="4286250" y="1752600"/>
            <a:ext cx="4762500" cy="40386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2"/>
          <p:cNvSpPr>
            <a:spLocks noGrp="1"/>
          </p:cNvSpPr>
          <p:nvPr>
            <p:ph type="title"/>
          </p:nvPr>
        </p:nvSpPr>
        <p:spPr>
          <a:xfrm>
            <a:off x="457200" y="274638"/>
            <a:ext cx="8686800" cy="1143000"/>
          </a:xfrm>
        </p:spPr>
        <p:txBody>
          <a:bodyPr/>
          <a:lstStyle/>
          <a:p>
            <a:pPr eaLnBrk="1" hangingPunct="1"/>
            <a:r>
              <a:rPr lang="en-US" altLang="en-US" sz="3200" dirty="0"/>
              <a:t>'Develop data analysis software' and 'Develop software test data' </a:t>
            </a:r>
          </a:p>
        </p:txBody>
      </p:sp>
      <p:sp>
        <p:nvSpPr>
          <p:cNvPr id="39939" name="Content Placeholder 3"/>
          <p:cNvSpPr>
            <a:spLocks noGrp="1"/>
          </p:cNvSpPr>
          <p:nvPr>
            <p:ph sz="half" idx="1"/>
          </p:nvPr>
        </p:nvSpPr>
        <p:spPr>
          <a:xfrm>
            <a:off x="457200" y="1600200"/>
            <a:ext cx="4038600" cy="4297363"/>
          </a:xfrm>
        </p:spPr>
        <p:txBody>
          <a:bodyPr/>
          <a:lstStyle/>
          <a:p>
            <a:pPr eaLnBrk="1" hangingPunct="1">
              <a:buFont typeface="Arial" charset="0"/>
              <a:buChar char="•"/>
            </a:pPr>
            <a:r>
              <a:rPr lang="en-US" altLang="en-US" dirty="0"/>
              <a:t>LF = LS Task 10 = 100</a:t>
            </a:r>
          </a:p>
          <a:p>
            <a:pPr eaLnBrk="1" hangingPunct="1">
              <a:buFont typeface="Arial" charset="0"/>
              <a:buChar char="•"/>
            </a:pPr>
            <a:r>
              <a:rPr lang="en-US" altLang="en-US" dirty="0"/>
              <a:t>Task 7</a:t>
            </a:r>
          </a:p>
          <a:p>
            <a:pPr lvl="1" eaLnBrk="1" hangingPunct="1">
              <a:buFont typeface="Arial" charset="0"/>
              <a:buChar char="•"/>
            </a:pPr>
            <a:r>
              <a:rPr lang="en-US" altLang="en-US" dirty="0"/>
              <a:t>Duration = 12</a:t>
            </a:r>
          </a:p>
          <a:p>
            <a:pPr lvl="1" eaLnBrk="1" hangingPunct="1">
              <a:buFont typeface="Arial" charset="0"/>
              <a:buChar char="•"/>
            </a:pPr>
            <a:r>
              <a:rPr lang="en-US" altLang="en-US" dirty="0"/>
              <a:t>LS = 100 – 12 = 88</a:t>
            </a:r>
          </a:p>
          <a:p>
            <a:pPr eaLnBrk="1" hangingPunct="1">
              <a:buFont typeface="Arial" charset="0"/>
              <a:buChar char="•"/>
            </a:pPr>
            <a:r>
              <a:rPr lang="en-US" altLang="en-US" dirty="0"/>
              <a:t>Task 8</a:t>
            </a:r>
          </a:p>
          <a:p>
            <a:pPr lvl="1" eaLnBrk="1" hangingPunct="1">
              <a:buFont typeface="Arial" charset="0"/>
              <a:buChar char="•"/>
            </a:pPr>
            <a:r>
              <a:rPr lang="en-US" altLang="en-US" dirty="0"/>
              <a:t>Duration = 2</a:t>
            </a:r>
          </a:p>
          <a:p>
            <a:pPr lvl="1" eaLnBrk="1" hangingPunct="1">
              <a:buFont typeface="Arial" charset="0"/>
              <a:buChar char="•"/>
            </a:pPr>
            <a:r>
              <a:rPr lang="en-US" altLang="en-US" dirty="0"/>
              <a:t>LS = 100 – 2 = 98</a:t>
            </a:r>
          </a:p>
        </p:txBody>
      </p:sp>
      <p:grpSp>
        <p:nvGrpSpPr>
          <p:cNvPr id="6" name="Group 5">
            <a:extLst>
              <a:ext uri="{FF2B5EF4-FFF2-40B4-BE49-F238E27FC236}">
                <a16:creationId xmlns:a16="http://schemas.microsoft.com/office/drawing/2014/main" id="{3A73B667-9B01-47EE-83BA-4BBBC63F0B2E}"/>
              </a:ext>
            </a:extLst>
          </p:cNvPr>
          <p:cNvGrpSpPr/>
          <p:nvPr/>
        </p:nvGrpSpPr>
        <p:grpSpPr>
          <a:xfrm>
            <a:off x="4493491" y="967581"/>
            <a:ext cx="3852033" cy="5562600"/>
            <a:chOff x="4267200" y="685800"/>
            <a:chExt cx="3852033" cy="5562600"/>
          </a:xfrm>
        </p:grpSpPr>
        <p:pic>
          <p:nvPicPr>
            <p:cNvPr id="4" name="Picture 3">
              <a:extLst>
                <a:ext uri="{FF2B5EF4-FFF2-40B4-BE49-F238E27FC236}">
                  <a16:creationId xmlns:a16="http://schemas.microsoft.com/office/drawing/2014/main" id="{0074502F-96C5-4CFE-B12A-7A1275EE7F1D}"/>
                </a:ext>
              </a:extLst>
            </p:cNvPr>
            <p:cNvPicPr>
              <a:picLocks noChangeAspect="1"/>
            </p:cNvPicPr>
            <p:nvPr/>
          </p:nvPicPr>
          <p:blipFill>
            <a:blip r:embed="rId3"/>
            <a:stretch>
              <a:fillRect/>
            </a:stretch>
          </p:blipFill>
          <p:spPr>
            <a:xfrm>
              <a:off x="4267200" y="685800"/>
              <a:ext cx="1955602" cy="5562600"/>
            </a:xfrm>
            <a:prstGeom prst="rect">
              <a:avLst/>
            </a:prstGeom>
          </p:spPr>
        </p:pic>
        <p:pic>
          <p:nvPicPr>
            <p:cNvPr id="5" name="Picture 4">
              <a:extLst>
                <a:ext uri="{FF2B5EF4-FFF2-40B4-BE49-F238E27FC236}">
                  <a16:creationId xmlns:a16="http://schemas.microsoft.com/office/drawing/2014/main" id="{EF1DD37E-2E37-445E-B504-C95F3C1FA414}"/>
                </a:ext>
              </a:extLst>
            </p:cNvPr>
            <p:cNvPicPr>
              <a:picLocks noChangeAspect="1"/>
            </p:cNvPicPr>
            <p:nvPr/>
          </p:nvPicPr>
          <p:blipFill>
            <a:blip r:embed="rId4"/>
            <a:stretch>
              <a:fillRect/>
            </a:stretch>
          </p:blipFill>
          <p:spPr>
            <a:xfrm>
              <a:off x="6222803" y="2057400"/>
              <a:ext cx="1896430" cy="2971800"/>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2"/>
          <p:cNvSpPr>
            <a:spLocks noGrp="1"/>
          </p:cNvSpPr>
          <p:nvPr>
            <p:ph type="title"/>
          </p:nvPr>
        </p:nvSpPr>
        <p:spPr>
          <a:xfrm>
            <a:off x="457200" y="274638"/>
            <a:ext cx="8458200" cy="1143000"/>
          </a:xfrm>
        </p:spPr>
        <p:txBody>
          <a:bodyPr/>
          <a:lstStyle/>
          <a:p>
            <a:pPr eaLnBrk="1" hangingPunct="1"/>
            <a:r>
              <a:rPr lang="en-US" altLang="en-US" sz="3200" dirty="0"/>
              <a:t>'Prepare mailing labels' and 'Print questionnaire'</a:t>
            </a:r>
          </a:p>
        </p:txBody>
      </p:sp>
      <p:sp>
        <p:nvSpPr>
          <p:cNvPr id="40963" name="Content Placeholder 3"/>
          <p:cNvSpPr>
            <a:spLocks noGrp="1"/>
          </p:cNvSpPr>
          <p:nvPr>
            <p:ph sz="half" idx="1"/>
          </p:nvPr>
        </p:nvSpPr>
        <p:spPr>
          <a:xfrm>
            <a:off x="457200" y="1600200"/>
            <a:ext cx="4038600" cy="4297363"/>
          </a:xfrm>
        </p:spPr>
        <p:txBody>
          <a:bodyPr/>
          <a:lstStyle/>
          <a:p>
            <a:pPr eaLnBrk="1" hangingPunct="1">
              <a:buFont typeface="Arial" charset="0"/>
              <a:buChar char="•"/>
            </a:pPr>
            <a:r>
              <a:rPr lang="en-US" altLang="en-US" dirty="0"/>
              <a:t>LF = LS Task 9 = 40</a:t>
            </a:r>
          </a:p>
          <a:p>
            <a:pPr eaLnBrk="1" hangingPunct="1">
              <a:buFont typeface="Arial" charset="0"/>
              <a:buChar char="•"/>
            </a:pPr>
            <a:r>
              <a:rPr lang="en-US" altLang="en-US" dirty="0"/>
              <a:t>Task 5</a:t>
            </a:r>
          </a:p>
          <a:p>
            <a:pPr lvl="1" eaLnBrk="1" hangingPunct="1">
              <a:buFont typeface="Arial" charset="0"/>
              <a:buChar char="•"/>
            </a:pPr>
            <a:r>
              <a:rPr lang="en-US" altLang="en-US" dirty="0"/>
              <a:t>Duration = 2</a:t>
            </a:r>
          </a:p>
          <a:p>
            <a:pPr lvl="1" eaLnBrk="1" hangingPunct="1">
              <a:buFont typeface="Arial" charset="0"/>
              <a:buChar char="•"/>
            </a:pPr>
            <a:r>
              <a:rPr lang="en-US" altLang="en-US" dirty="0"/>
              <a:t>LS = 40 – 2 = 38</a:t>
            </a:r>
          </a:p>
          <a:p>
            <a:pPr eaLnBrk="1" hangingPunct="1">
              <a:buFont typeface="Arial" charset="0"/>
              <a:buChar char="•"/>
            </a:pPr>
            <a:r>
              <a:rPr lang="en-US" altLang="en-US" dirty="0"/>
              <a:t>Task 6</a:t>
            </a:r>
          </a:p>
          <a:p>
            <a:pPr lvl="1" eaLnBrk="1" hangingPunct="1">
              <a:buFont typeface="Arial" charset="0"/>
              <a:buChar char="•"/>
            </a:pPr>
            <a:r>
              <a:rPr lang="en-US" altLang="en-US" dirty="0"/>
              <a:t>Duration = 10</a:t>
            </a:r>
          </a:p>
          <a:p>
            <a:pPr lvl="1" eaLnBrk="1" hangingPunct="1">
              <a:buFont typeface="Arial" charset="0"/>
              <a:buChar char="•"/>
            </a:pPr>
            <a:r>
              <a:rPr lang="en-US" altLang="en-US" dirty="0"/>
              <a:t>LS = 40 – 10 = 30</a:t>
            </a:r>
          </a:p>
        </p:txBody>
      </p:sp>
      <p:grpSp>
        <p:nvGrpSpPr>
          <p:cNvPr id="7" name="Group 6">
            <a:extLst>
              <a:ext uri="{FF2B5EF4-FFF2-40B4-BE49-F238E27FC236}">
                <a16:creationId xmlns:a16="http://schemas.microsoft.com/office/drawing/2014/main" id="{2F9F4FA5-4227-4B44-929F-F59297D245D7}"/>
              </a:ext>
            </a:extLst>
          </p:cNvPr>
          <p:cNvGrpSpPr/>
          <p:nvPr/>
        </p:nvGrpSpPr>
        <p:grpSpPr>
          <a:xfrm>
            <a:off x="4495800" y="1081881"/>
            <a:ext cx="3852033" cy="5562600"/>
            <a:chOff x="4267200" y="685800"/>
            <a:chExt cx="3852033" cy="5562600"/>
          </a:xfrm>
        </p:grpSpPr>
        <p:pic>
          <p:nvPicPr>
            <p:cNvPr id="8" name="Picture 7">
              <a:extLst>
                <a:ext uri="{FF2B5EF4-FFF2-40B4-BE49-F238E27FC236}">
                  <a16:creationId xmlns:a16="http://schemas.microsoft.com/office/drawing/2014/main" id="{EEBB70DA-7C70-4A9A-B047-00F16D3F420F}"/>
                </a:ext>
              </a:extLst>
            </p:cNvPr>
            <p:cNvPicPr>
              <a:picLocks noChangeAspect="1"/>
            </p:cNvPicPr>
            <p:nvPr/>
          </p:nvPicPr>
          <p:blipFill>
            <a:blip r:embed="rId3"/>
            <a:stretch>
              <a:fillRect/>
            </a:stretch>
          </p:blipFill>
          <p:spPr>
            <a:xfrm>
              <a:off x="4267200" y="685800"/>
              <a:ext cx="1955602" cy="5562600"/>
            </a:xfrm>
            <a:prstGeom prst="rect">
              <a:avLst/>
            </a:prstGeom>
          </p:spPr>
        </p:pic>
        <p:pic>
          <p:nvPicPr>
            <p:cNvPr id="9" name="Picture 8">
              <a:extLst>
                <a:ext uri="{FF2B5EF4-FFF2-40B4-BE49-F238E27FC236}">
                  <a16:creationId xmlns:a16="http://schemas.microsoft.com/office/drawing/2014/main" id="{61070B24-DEB9-4015-8043-1644F34F4E12}"/>
                </a:ext>
              </a:extLst>
            </p:cNvPr>
            <p:cNvPicPr>
              <a:picLocks noChangeAspect="1"/>
            </p:cNvPicPr>
            <p:nvPr/>
          </p:nvPicPr>
          <p:blipFill>
            <a:blip r:embed="rId4"/>
            <a:stretch>
              <a:fillRect/>
            </a:stretch>
          </p:blipFill>
          <p:spPr>
            <a:xfrm>
              <a:off x="6222803" y="2057400"/>
              <a:ext cx="1896430" cy="2971800"/>
            </a:xfrm>
            <a:prstGeom prst="rect">
              <a:avLst/>
            </a:prstGeom>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2"/>
          <p:cNvSpPr>
            <a:spLocks noGrp="1"/>
          </p:cNvSpPr>
          <p:nvPr>
            <p:ph type="title"/>
          </p:nvPr>
        </p:nvSpPr>
        <p:spPr>
          <a:xfrm>
            <a:off x="457200" y="274638"/>
            <a:ext cx="8686800" cy="1143000"/>
          </a:xfrm>
        </p:spPr>
        <p:txBody>
          <a:bodyPr/>
          <a:lstStyle/>
          <a:p>
            <a:pPr eaLnBrk="1" hangingPunct="1"/>
            <a:r>
              <a:rPr lang="en-US" altLang="en-US" dirty="0"/>
              <a:t>'Review comments &amp; </a:t>
            </a:r>
            <a:r>
              <a:rPr lang="en-US" altLang="en-US" dirty="0" err="1"/>
              <a:t>finalise</a:t>
            </a:r>
            <a:r>
              <a:rPr lang="en-US" altLang="en-US" dirty="0"/>
              <a:t> questionnaire' </a:t>
            </a:r>
          </a:p>
        </p:txBody>
      </p:sp>
      <p:sp>
        <p:nvSpPr>
          <p:cNvPr id="41987" name="Content Placeholder 3"/>
          <p:cNvSpPr>
            <a:spLocks noGrp="1"/>
          </p:cNvSpPr>
          <p:nvPr>
            <p:ph sz="half" idx="1"/>
          </p:nvPr>
        </p:nvSpPr>
        <p:spPr/>
        <p:txBody>
          <a:bodyPr/>
          <a:lstStyle/>
          <a:p>
            <a:pPr eaLnBrk="1" hangingPunct="1">
              <a:buFont typeface="Arial" charset="0"/>
              <a:buChar char="•"/>
            </a:pPr>
            <a:r>
              <a:rPr lang="en-US" altLang="en-US" dirty="0"/>
              <a:t>LF = Earliest LS of Tasks 5, 6, 7, and 8 = 30</a:t>
            </a:r>
          </a:p>
          <a:p>
            <a:pPr eaLnBrk="1" hangingPunct="1">
              <a:buFont typeface="Arial" charset="0"/>
              <a:buChar char="•"/>
            </a:pPr>
            <a:r>
              <a:rPr lang="en-US" altLang="en-US" dirty="0"/>
              <a:t>LF = LS Task 6 = 30</a:t>
            </a:r>
          </a:p>
          <a:p>
            <a:pPr eaLnBrk="1" hangingPunct="1">
              <a:buFont typeface="Arial" charset="0"/>
              <a:buChar char="•"/>
            </a:pPr>
            <a:r>
              <a:rPr lang="en-US" altLang="en-US" dirty="0"/>
              <a:t>Duration = 5</a:t>
            </a:r>
          </a:p>
          <a:p>
            <a:pPr eaLnBrk="1" hangingPunct="1">
              <a:buFont typeface="Arial" charset="0"/>
              <a:buChar char="•"/>
            </a:pPr>
            <a:r>
              <a:rPr lang="en-US" altLang="en-US" dirty="0"/>
              <a:t>LS = 30 – 5 = 25</a:t>
            </a:r>
          </a:p>
        </p:txBody>
      </p:sp>
      <p:pic>
        <p:nvPicPr>
          <p:cNvPr id="4" name="Picture 3">
            <a:extLst>
              <a:ext uri="{FF2B5EF4-FFF2-40B4-BE49-F238E27FC236}">
                <a16:creationId xmlns:a16="http://schemas.microsoft.com/office/drawing/2014/main" id="{DEA23E52-B09E-4B3A-8E8A-8F05127AF997}"/>
              </a:ext>
            </a:extLst>
          </p:cNvPr>
          <p:cNvPicPr>
            <a:picLocks noChangeAspect="1"/>
          </p:cNvPicPr>
          <p:nvPr/>
        </p:nvPicPr>
        <p:blipFill>
          <a:blip r:embed="rId3"/>
          <a:stretch>
            <a:fillRect/>
          </a:stretch>
        </p:blipFill>
        <p:spPr>
          <a:xfrm>
            <a:off x="4495800" y="1143000"/>
            <a:ext cx="3605489" cy="544036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2"/>
          <p:cNvSpPr>
            <a:spLocks noGrp="1"/>
          </p:cNvSpPr>
          <p:nvPr>
            <p:ph type="title"/>
          </p:nvPr>
        </p:nvSpPr>
        <p:spPr/>
        <p:txBody>
          <a:bodyPr/>
          <a:lstStyle/>
          <a:p>
            <a:pPr eaLnBrk="1" hangingPunct="1"/>
            <a:r>
              <a:rPr lang="en-US" altLang="en-US" dirty="0"/>
              <a:t>'Pilot-test questionnaire' </a:t>
            </a:r>
          </a:p>
        </p:txBody>
      </p:sp>
      <p:sp>
        <p:nvSpPr>
          <p:cNvPr id="43011" name="Content Placeholder 3"/>
          <p:cNvSpPr>
            <a:spLocks noGrp="1"/>
          </p:cNvSpPr>
          <p:nvPr>
            <p:ph sz="half" idx="1"/>
          </p:nvPr>
        </p:nvSpPr>
        <p:spPr/>
        <p:txBody>
          <a:bodyPr/>
          <a:lstStyle/>
          <a:p>
            <a:pPr eaLnBrk="1" hangingPunct="1">
              <a:buFont typeface="Arial" charset="0"/>
              <a:buChar char="•"/>
            </a:pPr>
            <a:r>
              <a:rPr lang="en-US" altLang="en-US" dirty="0"/>
              <a:t>LF = LS Task 4 = 25</a:t>
            </a:r>
          </a:p>
          <a:p>
            <a:pPr eaLnBrk="1" hangingPunct="1">
              <a:buFont typeface="Arial" charset="0"/>
              <a:buChar char="•"/>
            </a:pPr>
            <a:r>
              <a:rPr lang="en-US" altLang="en-US" dirty="0"/>
              <a:t>Duration = 20</a:t>
            </a:r>
          </a:p>
          <a:p>
            <a:pPr eaLnBrk="1" hangingPunct="1">
              <a:buFont typeface="Arial" charset="0"/>
              <a:buChar char="•"/>
            </a:pPr>
            <a:r>
              <a:rPr lang="en-US" altLang="en-US" dirty="0"/>
              <a:t>LS = 25 – 20 = 5</a:t>
            </a:r>
          </a:p>
        </p:txBody>
      </p:sp>
      <p:pic>
        <p:nvPicPr>
          <p:cNvPr id="4" name="Picture 3">
            <a:extLst>
              <a:ext uri="{FF2B5EF4-FFF2-40B4-BE49-F238E27FC236}">
                <a16:creationId xmlns:a16="http://schemas.microsoft.com/office/drawing/2014/main" id="{4AE11549-6736-4304-BA9F-622C4FDC654D}"/>
              </a:ext>
            </a:extLst>
          </p:cNvPr>
          <p:cNvPicPr>
            <a:picLocks noChangeAspect="1"/>
          </p:cNvPicPr>
          <p:nvPr/>
        </p:nvPicPr>
        <p:blipFill>
          <a:blip r:embed="rId3"/>
          <a:stretch>
            <a:fillRect/>
          </a:stretch>
        </p:blipFill>
        <p:spPr>
          <a:xfrm>
            <a:off x="3581399" y="2286000"/>
            <a:ext cx="4927843" cy="23622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2"/>
          <p:cNvSpPr>
            <a:spLocks noGrp="1"/>
          </p:cNvSpPr>
          <p:nvPr>
            <p:ph type="title"/>
          </p:nvPr>
        </p:nvSpPr>
        <p:spPr/>
        <p:txBody>
          <a:bodyPr/>
          <a:lstStyle/>
          <a:p>
            <a:pPr eaLnBrk="1" hangingPunct="1"/>
            <a:r>
              <a:rPr lang="en-US" altLang="en-US" dirty="0"/>
              <a:t>'Develop draft questionnaire'</a:t>
            </a:r>
          </a:p>
        </p:txBody>
      </p:sp>
      <p:sp>
        <p:nvSpPr>
          <p:cNvPr id="44035" name="Content Placeholder 3"/>
          <p:cNvSpPr>
            <a:spLocks noGrp="1"/>
          </p:cNvSpPr>
          <p:nvPr>
            <p:ph sz="half" idx="1"/>
          </p:nvPr>
        </p:nvSpPr>
        <p:spPr/>
        <p:txBody>
          <a:bodyPr/>
          <a:lstStyle/>
          <a:p>
            <a:pPr eaLnBrk="1" hangingPunct="1">
              <a:buFont typeface="Arial" charset="0"/>
              <a:buChar char="•"/>
            </a:pPr>
            <a:r>
              <a:rPr lang="en-US" altLang="en-US" dirty="0"/>
              <a:t>LF = LS Task 3 = 5</a:t>
            </a:r>
          </a:p>
          <a:p>
            <a:pPr eaLnBrk="1" hangingPunct="1">
              <a:buFont typeface="Arial" charset="0"/>
              <a:buChar char="•"/>
            </a:pPr>
            <a:r>
              <a:rPr lang="en-US" altLang="en-US" dirty="0"/>
              <a:t>Duration = 10</a:t>
            </a:r>
          </a:p>
          <a:p>
            <a:pPr eaLnBrk="1" hangingPunct="1">
              <a:buFont typeface="Arial" charset="0"/>
              <a:buChar char="•"/>
            </a:pPr>
            <a:r>
              <a:rPr lang="en-US" altLang="en-US" dirty="0"/>
              <a:t>LS = 5 – 10 = -5</a:t>
            </a:r>
          </a:p>
        </p:txBody>
      </p:sp>
      <p:pic>
        <p:nvPicPr>
          <p:cNvPr id="4" name="Picture 3">
            <a:extLst>
              <a:ext uri="{FF2B5EF4-FFF2-40B4-BE49-F238E27FC236}">
                <a16:creationId xmlns:a16="http://schemas.microsoft.com/office/drawing/2014/main" id="{F8CBBC99-B6B6-465D-879F-CA66031A780C}"/>
              </a:ext>
            </a:extLst>
          </p:cNvPr>
          <p:cNvPicPr>
            <a:picLocks noChangeAspect="1"/>
          </p:cNvPicPr>
          <p:nvPr/>
        </p:nvPicPr>
        <p:blipFill>
          <a:blip r:embed="rId3"/>
          <a:stretch>
            <a:fillRect/>
          </a:stretch>
        </p:blipFill>
        <p:spPr>
          <a:xfrm>
            <a:off x="3124200" y="3276600"/>
            <a:ext cx="5157125" cy="240506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2"/>
          <p:cNvSpPr>
            <a:spLocks noGrp="1"/>
          </p:cNvSpPr>
          <p:nvPr>
            <p:ph type="title"/>
          </p:nvPr>
        </p:nvSpPr>
        <p:spPr/>
        <p:txBody>
          <a:bodyPr/>
          <a:lstStyle/>
          <a:p>
            <a:pPr eaLnBrk="1" hangingPunct="1"/>
            <a:r>
              <a:rPr lang="en-US" altLang="en-US" dirty="0"/>
              <a:t>'Identify target consumers' </a:t>
            </a:r>
          </a:p>
        </p:txBody>
      </p:sp>
      <p:sp>
        <p:nvSpPr>
          <p:cNvPr id="45059" name="Content Placeholder 3"/>
          <p:cNvSpPr>
            <a:spLocks noGrp="1"/>
          </p:cNvSpPr>
          <p:nvPr>
            <p:ph sz="half" idx="1"/>
          </p:nvPr>
        </p:nvSpPr>
        <p:spPr/>
        <p:txBody>
          <a:bodyPr/>
          <a:lstStyle/>
          <a:p>
            <a:pPr eaLnBrk="1" hangingPunct="1">
              <a:buFont typeface="Arial" charset="0"/>
              <a:buChar char="•"/>
            </a:pPr>
            <a:r>
              <a:rPr lang="en-US" altLang="en-US" dirty="0"/>
              <a:t>LF = LS Task 2 = -5</a:t>
            </a:r>
          </a:p>
          <a:p>
            <a:pPr eaLnBrk="1" hangingPunct="1">
              <a:buFont typeface="Arial" charset="0"/>
              <a:buChar char="•"/>
            </a:pPr>
            <a:r>
              <a:rPr lang="en-US" altLang="en-US" dirty="0"/>
              <a:t>Duration = 3</a:t>
            </a:r>
          </a:p>
          <a:p>
            <a:pPr eaLnBrk="1" hangingPunct="1">
              <a:buFont typeface="Arial" charset="0"/>
              <a:buChar char="•"/>
            </a:pPr>
            <a:r>
              <a:rPr lang="en-US" altLang="en-US" dirty="0"/>
              <a:t>LS = -5 – 3 = -8</a:t>
            </a:r>
          </a:p>
          <a:p>
            <a:pPr eaLnBrk="1" hangingPunct="1">
              <a:buFont typeface="Arial" charset="0"/>
              <a:buChar char="•"/>
            </a:pPr>
            <a:r>
              <a:rPr lang="en-US" altLang="en-US" dirty="0"/>
              <a:t>Start date = 0</a:t>
            </a:r>
          </a:p>
          <a:p>
            <a:pPr eaLnBrk="1" hangingPunct="1">
              <a:buFont typeface="Arial" charset="0"/>
              <a:buChar char="•"/>
            </a:pPr>
            <a:endParaRPr lang="en-US" altLang="en-US" dirty="0"/>
          </a:p>
          <a:p>
            <a:pPr eaLnBrk="1" hangingPunct="1">
              <a:buFont typeface="Arial" charset="0"/>
              <a:buChar char="•"/>
            </a:pPr>
            <a:endParaRPr lang="en-US" altLang="en-US" dirty="0"/>
          </a:p>
          <a:p>
            <a:pPr eaLnBrk="1" hangingPunct="1">
              <a:buFont typeface="Arial" charset="0"/>
              <a:buChar char="•"/>
            </a:pPr>
            <a:r>
              <a:rPr lang="en-US" altLang="en-US" dirty="0"/>
              <a:t>Project is 8 days late at start</a:t>
            </a:r>
          </a:p>
          <a:p>
            <a:pPr eaLnBrk="1" hangingPunct="1">
              <a:buFontTx/>
              <a:buBlip>
                <a:blip r:embed="rId3"/>
              </a:buBlip>
            </a:pPr>
            <a:endParaRPr lang="en-US" altLang="en-US" dirty="0"/>
          </a:p>
        </p:txBody>
      </p:sp>
      <p:pic>
        <p:nvPicPr>
          <p:cNvPr id="4" name="Picture 3">
            <a:extLst>
              <a:ext uri="{FF2B5EF4-FFF2-40B4-BE49-F238E27FC236}">
                <a16:creationId xmlns:a16="http://schemas.microsoft.com/office/drawing/2014/main" id="{85CAA31C-60F4-4192-B834-D667916CD062}"/>
              </a:ext>
            </a:extLst>
          </p:cNvPr>
          <p:cNvPicPr>
            <a:picLocks noChangeAspect="1"/>
          </p:cNvPicPr>
          <p:nvPr/>
        </p:nvPicPr>
        <p:blipFill>
          <a:blip r:embed="rId4"/>
          <a:stretch>
            <a:fillRect/>
          </a:stretch>
        </p:blipFill>
        <p:spPr>
          <a:xfrm>
            <a:off x="3581400" y="2209800"/>
            <a:ext cx="4800600" cy="220262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4"/>
          <p:cNvSpPr>
            <a:spLocks noGrp="1"/>
          </p:cNvSpPr>
          <p:nvPr>
            <p:ph type="title"/>
          </p:nvPr>
        </p:nvSpPr>
        <p:spPr/>
        <p:txBody>
          <a:bodyPr/>
          <a:lstStyle/>
          <a:p>
            <a:pPr eaLnBrk="1" hangingPunct="1"/>
            <a:r>
              <a:rPr lang="en-US" altLang="en-US" dirty="0"/>
              <a:t>Schedule table LS and LF</a:t>
            </a:r>
          </a:p>
        </p:txBody>
      </p:sp>
      <p:pic>
        <p:nvPicPr>
          <p:cNvPr id="4" name="Picture 3">
            <a:extLst>
              <a:ext uri="{FF2B5EF4-FFF2-40B4-BE49-F238E27FC236}">
                <a16:creationId xmlns:a16="http://schemas.microsoft.com/office/drawing/2014/main" id="{833632B7-64D3-4435-A0DC-29BED9673E79}"/>
              </a:ext>
            </a:extLst>
          </p:cNvPr>
          <p:cNvPicPr>
            <a:picLocks noChangeAspect="1"/>
          </p:cNvPicPr>
          <p:nvPr/>
        </p:nvPicPr>
        <p:blipFill>
          <a:blip r:embed="rId3"/>
          <a:stretch>
            <a:fillRect/>
          </a:stretch>
        </p:blipFill>
        <p:spPr>
          <a:xfrm>
            <a:off x="471055" y="1211215"/>
            <a:ext cx="7576068" cy="530393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a:xfrm>
            <a:off x="457200" y="457200"/>
            <a:ext cx="8229600" cy="1143000"/>
          </a:xfrm>
        </p:spPr>
        <p:txBody>
          <a:bodyPr/>
          <a:lstStyle/>
          <a:p>
            <a:pPr eaLnBrk="1" hangingPunct="1"/>
            <a:r>
              <a:rPr lang="en-US" altLang="en-US" dirty="0"/>
              <a:t>Total slack</a:t>
            </a:r>
          </a:p>
        </p:txBody>
      </p:sp>
      <p:sp>
        <p:nvSpPr>
          <p:cNvPr id="47107" name="Content Placeholder 2"/>
          <p:cNvSpPr>
            <a:spLocks noGrp="1"/>
          </p:cNvSpPr>
          <p:nvPr>
            <p:ph idx="1"/>
          </p:nvPr>
        </p:nvSpPr>
        <p:spPr>
          <a:xfrm>
            <a:off x="457200" y="1600200"/>
            <a:ext cx="8686800" cy="4525963"/>
          </a:xfrm>
        </p:spPr>
        <p:txBody>
          <a:bodyPr/>
          <a:lstStyle/>
          <a:p>
            <a:pPr eaLnBrk="1" hangingPunct="1"/>
            <a:r>
              <a:rPr lang="en-US" altLang="en-US" dirty="0"/>
              <a:t>Sometimes called </a:t>
            </a:r>
            <a:r>
              <a:rPr lang="en-US" altLang="en-US" i="1" dirty="0"/>
              <a:t>float</a:t>
            </a:r>
          </a:p>
          <a:p>
            <a:pPr eaLnBrk="1" hangingPunct="1"/>
            <a:r>
              <a:rPr lang="en-US" altLang="en-US" dirty="0"/>
              <a:t>The difference between EF time of last activity and the project required completion time</a:t>
            </a:r>
          </a:p>
          <a:p>
            <a:pPr eaLnBrk="1" hangingPunct="1"/>
            <a:r>
              <a:rPr lang="en-US" altLang="en-US" dirty="0"/>
              <a:t>Negative slack </a:t>
            </a:r>
          </a:p>
          <a:p>
            <a:pPr lvl="1" eaLnBrk="1" hangingPunct="1"/>
            <a:r>
              <a:rPr lang="en-US" altLang="en-US" dirty="0"/>
              <a:t>Lack of slack over the entire project</a:t>
            </a:r>
          </a:p>
          <a:p>
            <a:pPr lvl="1" eaLnBrk="1" hangingPunct="1"/>
            <a:r>
              <a:rPr lang="en-US" altLang="en-US" dirty="0"/>
              <a:t>Amount of time an activity must be accelerated</a:t>
            </a:r>
          </a:p>
          <a:p>
            <a:pPr eaLnBrk="1" hangingPunct="1"/>
            <a:r>
              <a:rPr lang="en-US" altLang="en-US" dirty="0"/>
              <a:t>Positive slack </a:t>
            </a:r>
          </a:p>
          <a:p>
            <a:pPr lvl="1" eaLnBrk="1" hangingPunct="1"/>
            <a:r>
              <a:rPr lang="en-US" altLang="en-US" dirty="0"/>
              <a:t>Maximum amount of time that the activities on a particular path can be delayed without </a:t>
            </a:r>
            <a:r>
              <a:rPr lang="en-US" altLang="en-US" dirty="0" err="1"/>
              <a:t>jeopardising</a:t>
            </a:r>
            <a:r>
              <a:rPr lang="en-US" altLang="en-US" dirty="0"/>
              <a:t> on-time completion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4"/>
          <p:cNvSpPr>
            <a:spLocks noGrp="1"/>
          </p:cNvSpPr>
          <p:nvPr>
            <p:ph type="title"/>
          </p:nvPr>
        </p:nvSpPr>
        <p:spPr>
          <a:xfrm>
            <a:off x="533400" y="457200"/>
            <a:ext cx="8229600" cy="1143000"/>
          </a:xfrm>
        </p:spPr>
        <p:txBody>
          <a:bodyPr/>
          <a:lstStyle/>
          <a:p>
            <a:pPr eaLnBrk="1" hangingPunct="1"/>
            <a:r>
              <a:rPr lang="en-US" altLang="en-US" dirty="0"/>
              <a:t>Critical path</a:t>
            </a:r>
          </a:p>
        </p:txBody>
      </p:sp>
      <p:sp>
        <p:nvSpPr>
          <p:cNvPr id="48131" name="Content Placeholder 5"/>
          <p:cNvSpPr>
            <a:spLocks noGrp="1"/>
          </p:cNvSpPr>
          <p:nvPr>
            <p:ph sz="half" idx="1"/>
          </p:nvPr>
        </p:nvSpPr>
        <p:spPr>
          <a:xfrm>
            <a:off x="457200" y="1600200"/>
            <a:ext cx="8229600" cy="4525963"/>
          </a:xfrm>
        </p:spPr>
        <p:txBody>
          <a:bodyPr/>
          <a:lstStyle/>
          <a:p>
            <a:pPr eaLnBrk="1" hangingPunct="1">
              <a:buFont typeface="Arial" charset="0"/>
              <a:buChar char="•"/>
            </a:pPr>
            <a:r>
              <a:rPr lang="en-US" altLang="en-US"/>
              <a:t>Longest path in the overall network diagram</a:t>
            </a:r>
          </a:p>
          <a:p>
            <a:pPr eaLnBrk="1" hangingPunct="1">
              <a:buFont typeface="Arial" charset="0"/>
              <a:buChar char="•"/>
            </a:pPr>
            <a:r>
              <a:rPr lang="en-US" altLang="en-US"/>
              <a:t>Find which activities have the least amount of slack</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4"/>
          <p:cNvSpPr>
            <a:spLocks noGrp="1"/>
          </p:cNvSpPr>
          <p:nvPr>
            <p:ph type="title"/>
          </p:nvPr>
        </p:nvSpPr>
        <p:spPr>
          <a:xfrm>
            <a:off x="457200" y="274638"/>
            <a:ext cx="8229600" cy="715962"/>
          </a:xfrm>
        </p:spPr>
        <p:txBody>
          <a:bodyPr/>
          <a:lstStyle/>
          <a:p>
            <a:pPr eaLnBrk="1" hangingPunct="1"/>
            <a:r>
              <a:rPr lang="en-US" altLang="en-US" dirty="0"/>
              <a:t>Critical path through a project</a:t>
            </a:r>
          </a:p>
        </p:txBody>
      </p:sp>
      <p:pic>
        <p:nvPicPr>
          <p:cNvPr id="2" name="Picture 1">
            <a:extLst>
              <a:ext uri="{FF2B5EF4-FFF2-40B4-BE49-F238E27FC236}">
                <a16:creationId xmlns:a16="http://schemas.microsoft.com/office/drawing/2014/main" id="{14220686-B02E-4BBC-8DA5-4A3F59D9215B}"/>
              </a:ext>
            </a:extLst>
          </p:cNvPr>
          <p:cNvPicPr>
            <a:picLocks noChangeAspect="1"/>
          </p:cNvPicPr>
          <p:nvPr/>
        </p:nvPicPr>
        <p:blipFill>
          <a:blip r:embed="rId3"/>
          <a:stretch>
            <a:fillRect/>
          </a:stretch>
        </p:blipFill>
        <p:spPr>
          <a:xfrm>
            <a:off x="457200" y="983673"/>
            <a:ext cx="7391400" cy="514155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4"/>
          <p:cNvSpPr>
            <a:spLocks noGrp="1"/>
          </p:cNvSpPr>
          <p:nvPr>
            <p:ph type="title"/>
          </p:nvPr>
        </p:nvSpPr>
        <p:spPr>
          <a:xfrm>
            <a:off x="457200" y="274638"/>
            <a:ext cx="8229600" cy="715962"/>
          </a:xfrm>
        </p:spPr>
        <p:txBody>
          <a:bodyPr/>
          <a:lstStyle/>
          <a:p>
            <a:pPr eaLnBrk="1" hangingPunct="1"/>
            <a:r>
              <a:rPr lang="en-US" altLang="en-US" dirty="0"/>
              <a:t>Critical path through a project</a:t>
            </a:r>
          </a:p>
        </p:txBody>
      </p:sp>
      <p:grpSp>
        <p:nvGrpSpPr>
          <p:cNvPr id="5" name="Group 4">
            <a:extLst>
              <a:ext uri="{FF2B5EF4-FFF2-40B4-BE49-F238E27FC236}">
                <a16:creationId xmlns:a16="http://schemas.microsoft.com/office/drawing/2014/main" id="{833EB495-9AB4-448E-A56A-B5FBAAFD381C}"/>
              </a:ext>
            </a:extLst>
          </p:cNvPr>
          <p:cNvGrpSpPr/>
          <p:nvPr/>
        </p:nvGrpSpPr>
        <p:grpSpPr>
          <a:xfrm>
            <a:off x="212436" y="1295400"/>
            <a:ext cx="8719127" cy="3495675"/>
            <a:chOff x="1295400" y="4038600"/>
            <a:chExt cx="7974900" cy="2505075"/>
          </a:xfrm>
        </p:grpSpPr>
        <p:pic>
          <p:nvPicPr>
            <p:cNvPr id="3" name="Picture 2">
              <a:extLst>
                <a:ext uri="{FF2B5EF4-FFF2-40B4-BE49-F238E27FC236}">
                  <a16:creationId xmlns:a16="http://schemas.microsoft.com/office/drawing/2014/main" id="{589E930D-ECF7-4A8F-8293-53D3E3E26C57}"/>
                </a:ext>
              </a:extLst>
            </p:cNvPr>
            <p:cNvPicPr>
              <a:picLocks noChangeAspect="1"/>
            </p:cNvPicPr>
            <p:nvPr/>
          </p:nvPicPr>
          <p:blipFill>
            <a:blip r:embed="rId3"/>
            <a:stretch>
              <a:fillRect/>
            </a:stretch>
          </p:blipFill>
          <p:spPr>
            <a:xfrm>
              <a:off x="1295400" y="4038600"/>
              <a:ext cx="4314296" cy="2505075"/>
            </a:xfrm>
            <a:prstGeom prst="rect">
              <a:avLst/>
            </a:prstGeom>
          </p:spPr>
        </p:pic>
        <p:pic>
          <p:nvPicPr>
            <p:cNvPr id="4" name="Picture 3">
              <a:extLst>
                <a:ext uri="{FF2B5EF4-FFF2-40B4-BE49-F238E27FC236}">
                  <a16:creationId xmlns:a16="http://schemas.microsoft.com/office/drawing/2014/main" id="{6B2FFC21-EC05-4913-BD51-2281EA5CA513}"/>
                </a:ext>
              </a:extLst>
            </p:cNvPr>
            <p:cNvPicPr>
              <a:picLocks noChangeAspect="1"/>
            </p:cNvPicPr>
            <p:nvPr/>
          </p:nvPicPr>
          <p:blipFill>
            <a:blip r:embed="rId4"/>
            <a:stretch>
              <a:fillRect/>
            </a:stretch>
          </p:blipFill>
          <p:spPr>
            <a:xfrm>
              <a:off x="5609695" y="4843287"/>
              <a:ext cx="3660605" cy="1696058"/>
            </a:xfrm>
            <a:prstGeom prst="rect">
              <a:avLst/>
            </a:prstGeom>
          </p:spPr>
        </p:pic>
      </p:grpSp>
    </p:spTree>
    <p:extLst>
      <p:ext uri="{BB962C8B-B14F-4D97-AF65-F5344CB8AC3E}">
        <p14:creationId xmlns:p14="http://schemas.microsoft.com/office/powerpoint/2010/main" val="30840200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4"/>
          <p:cNvSpPr>
            <a:spLocks noGrp="1"/>
          </p:cNvSpPr>
          <p:nvPr>
            <p:ph type="title"/>
          </p:nvPr>
        </p:nvSpPr>
        <p:spPr>
          <a:xfrm>
            <a:off x="457200" y="274638"/>
            <a:ext cx="8229600" cy="715962"/>
          </a:xfrm>
        </p:spPr>
        <p:txBody>
          <a:bodyPr/>
          <a:lstStyle/>
          <a:p>
            <a:pPr eaLnBrk="1" hangingPunct="1"/>
            <a:r>
              <a:rPr lang="en-US" altLang="en-US" dirty="0"/>
              <a:t>Critical path through a project</a:t>
            </a:r>
          </a:p>
        </p:txBody>
      </p:sp>
      <p:pic>
        <p:nvPicPr>
          <p:cNvPr id="2" name="Picture 1">
            <a:extLst>
              <a:ext uri="{FF2B5EF4-FFF2-40B4-BE49-F238E27FC236}">
                <a16:creationId xmlns:a16="http://schemas.microsoft.com/office/drawing/2014/main" id="{14220686-B02E-4BBC-8DA5-4A3F59D9215B}"/>
              </a:ext>
            </a:extLst>
          </p:cNvPr>
          <p:cNvPicPr>
            <a:picLocks noChangeAspect="1"/>
          </p:cNvPicPr>
          <p:nvPr/>
        </p:nvPicPr>
        <p:blipFill>
          <a:blip r:embed="rId3"/>
          <a:stretch>
            <a:fillRect/>
          </a:stretch>
        </p:blipFill>
        <p:spPr>
          <a:xfrm>
            <a:off x="457200" y="983673"/>
            <a:ext cx="3829125" cy="2663590"/>
          </a:xfrm>
          <a:prstGeom prst="rect">
            <a:avLst/>
          </a:prstGeom>
        </p:spPr>
      </p:pic>
      <p:grpSp>
        <p:nvGrpSpPr>
          <p:cNvPr id="5" name="Group 4">
            <a:extLst>
              <a:ext uri="{FF2B5EF4-FFF2-40B4-BE49-F238E27FC236}">
                <a16:creationId xmlns:a16="http://schemas.microsoft.com/office/drawing/2014/main" id="{833EB495-9AB4-448E-A56A-B5FBAAFD381C}"/>
              </a:ext>
            </a:extLst>
          </p:cNvPr>
          <p:cNvGrpSpPr/>
          <p:nvPr/>
        </p:nvGrpSpPr>
        <p:grpSpPr>
          <a:xfrm>
            <a:off x="744227" y="3962400"/>
            <a:ext cx="7974900" cy="2505075"/>
            <a:chOff x="1295400" y="4038600"/>
            <a:chExt cx="7974900" cy="2505075"/>
          </a:xfrm>
        </p:grpSpPr>
        <p:pic>
          <p:nvPicPr>
            <p:cNvPr id="3" name="Picture 2">
              <a:extLst>
                <a:ext uri="{FF2B5EF4-FFF2-40B4-BE49-F238E27FC236}">
                  <a16:creationId xmlns:a16="http://schemas.microsoft.com/office/drawing/2014/main" id="{589E930D-ECF7-4A8F-8293-53D3E3E26C57}"/>
                </a:ext>
              </a:extLst>
            </p:cNvPr>
            <p:cNvPicPr>
              <a:picLocks noChangeAspect="1"/>
            </p:cNvPicPr>
            <p:nvPr/>
          </p:nvPicPr>
          <p:blipFill>
            <a:blip r:embed="rId4"/>
            <a:stretch>
              <a:fillRect/>
            </a:stretch>
          </p:blipFill>
          <p:spPr>
            <a:xfrm>
              <a:off x="1295400" y="4038600"/>
              <a:ext cx="4314296" cy="2505075"/>
            </a:xfrm>
            <a:prstGeom prst="rect">
              <a:avLst/>
            </a:prstGeom>
          </p:spPr>
        </p:pic>
        <p:pic>
          <p:nvPicPr>
            <p:cNvPr id="4" name="Picture 3">
              <a:extLst>
                <a:ext uri="{FF2B5EF4-FFF2-40B4-BE49-F238E27FC236}">
                  <a16:creationId xmlns:a16="http://schemas.microsoft.com/office/drawing/2014/main" id="{6B2FFC21-EC05-4913-BD51-2281EA5CA513}"/>
                </a:ext>
              </a:extLst>
            </p:cNvPr>
            <p:cNvPicPr>
              <a:picLocks noChangeAspect="1"/>
            </p:cNvPicPr>
            <p:nvPr/>
          </p:nvPicPr>
          <p:blipFill>
            <a:blip r:embed="rId5"/>
            <a:stretch>
              <a:fillRect/>
            </a:stretch>
          </p:blipFill>
          <p:spPr>
            <a:xfrm>
              <a:off x="5609695" y="4843287"/>
              <a:ext cx="3660605" cy="1696058"/>
            </a:xfrm>
            <a:prstGeom prst="rect">
              <a:avLst/>
            </a:prstGeom>
          </p:spPr>
        </p:pic>
      </p:grpSp>
    </p:spTree>
    <p:extLst>
      <p:ext uri="{BB962C8B-B14F-4D97-AF65-F5344CB8AC3E}">
        <p14:creationId xmlns:p14="http://schemas.microsoft.com/office/powerpoint/2010/main" val="39329598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pPr eaLnBrk="1" hangingPunct="1"/>
            <a:r>
              <a:rPr lang="en-US" altLang="en-US" dirty="0"/>
              <a:t>Change in slack for critical path</a:t>
            </a:r>
          </a:p>
        </p:txBody>
      </p:sp>
      <p:pic>
        <p:nvPicPr>
          <p:cNvPr id="2" name="Picture 1">
            <a:extLst>
              <a:ext uri="{FF2B5EF4-FFF2-40B4-BE49-F238E27FC236}">
                <a16:creationId xmlns:a16="http://schemas.microsoft.com/office/drawing/2014/main" id="{FC8624F7-8D31-4C46-BD59-1EF81B29CB10}"/>
              </a:ext>
            </a:extLst>
          </p:cNvPr>
          <p:cNvPicPr>
            <a:picLocks noChangeAspect="1"/>
          </p:cNvPicPr>
          <p:nvPr/>
        </p:nvPicPr>
        <p:blipFill>
          <a:blip r:embed="rId3"/>
          <a:stretch>
            <a:fillRect/>
          </a:stretch>
        </p:blipFill>
        <p:spPr>
          <a:xfrm>
            <a:off x="1447800" y="1219200"/>
            <a:ext cx="6720879" cy="476649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2"/>
          <p:cNvSpPr>
            <a:spLocks noGrp="1"/>
          </p:cNvSpPr>
          <p:nvPr>
            <p:ph type="title"/>
          </p:nvPr>
        </p:nvSpPr>
        <p:spPr>
          <a:xfrm>
            <a:off x="457200" y="457200"/>
            <a:ext cx="8229600" cy="1143000"/>
          </a:xfrm>
        </p:spPr>
        <p:txBody>
          <a:bodyPr/>
          <a:lstStyle/>
          <a:p>
            <a:pPr eaLnBrk="1" hangingPunct="1"/>
            <a:r>
              <a:rPr lang="en-US" altLang="en-US" dirty="0"/>
              <a:t>Free slack</a:t>
            </a:r>
          </a:p>
        </p:txBody>
      </p:sp>
      <p:sp>
        <p:nvSpPr>
          <p:cNvPr id="51203" name="Content Placeholder 3"/>
          <p:cNvSpPr>
            <a:spLocks noGrp="1"/>
          </p:cNvSpPr>
          <p:nvPr>
            <p:ph idx="1"/>
          </p:nvPr>
        </p:nvSpPr>
        <p:spPr/>
        <p:txBody>
          <a:bodyPr/>
          <a:lstStyle/>
          <a:p>
            <a:pPr eaLnBrk="1" hangingPunct="1"/>
            <a:r>
              <a:rPr lang="en-US" altLang="en-US"/>
              <a:t>Time a specific activity can be postponed without delaying the ES of its immediate successor activities</a:t>
            </a:r>
          </a:p>
          <a:p>
            <a:pPr eaLnBrk="1" hangingPunct="1"/>
            <a:r>
              <a:rPr lang="en-US" altLang="en-US"/>
              <a:t>Calculation</a:t>
            </a:r>
          </a:p>
          <a:p>
            <a:pPr lvl="1" eaLnBrk="1" hangingPunct="1"/>
            <a:r>
              <a:rPr lang="en-US" altLang="en-US"/>
              <a:t>Find lowest of the values of total slack for all the activities entering into a specific activity</a:t>
            </a:r>
          </a:p>
          <a:p>
            <a:pPr lvl="1" eaLnBrk="1" hangingPunct="1"/>
            <a:r>
              <a:rPr lang="en-US" altLang="en-US"/>
              <a:t>Subtract value from the values of total slack for the other activities also entering into that same activity</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pPr eaLnBrk="1" hangingPunct="1"/>
            <a:r>
              <a:rPr lang="en-US" altLang="en-US" dirty="0"/>
              <a:t>Total slack compared to free slack</a:t>
            </a:r>
          </a:p>
        </p:txBody>
      </p:sp>
      <p:sp>
        <p:nvSpPr>
          <p:cNvPr id="52227" name="Content Placeholder 2"/>
          <p:cNvSpPr>
            <a:spLocks noGrp="1"/>
          </p:cNvSpPr>
          <p:nvPr>
            <p:ph idx="1"/>
          </p:nvPr>
        </p:nvSpPr>
        <p:spPr/>
        <p:txBody>
          <a:bodyPr/>
          <a:lstStyle/>
          <a:p>
            <a:pPr eaLnBrk="1" hangingPunct="1"/>
            <a:r>
              <a:rPr lang="en-US" altLang="en-US"/>
              <a:t>Total slack for Activity 7 = 50</a:t>
            </a:r>
          </a:p>
          <a:p>
            <a:pPr eaLnBrk="1" hangingPunct="1"/>
            <a:r>
              <a:rPr lang="en-US" altLang="en-US"/>
              <a:t>Total slack for Activity 8 = 60</a:t>
            </a:r>
          </a:p>
          <a:p>
            <a:pPr eaLnBrk="1" hangingPunct="1"/>
            <a:r>
              <a:rPr lang="en-US" altLang="en-US"/>
              <a:t>Free slack for Activity 8 = 60 – 50 = 10 days</a:t>
            </a:r>
          </a:p>
        </p:txBody>
      </p:sp>
      <p:grpSp>
        <p:nvGrpSpPr>
          <p:cNvPr id="5" name="Group 4">
            <a:extLst>
              <a:ext uri="{FF2B5EF4-FFF2-40B4-BE49-F238E27FC236}">
                <a16:creationId xmlns:a16="http://schemas.microsoft.com/office/drawing/2014/main" id="{CC135A13-6C5A-423C-87C6-3EBE126FAB00}"/>
              </a:ext>
            </a:extLst>
          </p:cNvPr>
          <p:cNvGrpSpPr/>
          <p:nvPr/>
        </p:nvGrpSpPr>
        <p:grpSpPr>
          <a:xfrm>
            <a:off x="228600" y="3346450"/>
            <a:ext cx="8642927" cy="2962275"/>
            <a:chOff x="1295400" y="4038600"/>
            <a:chExt cx="7974900" cy="2505075"/>
          </a:xfrm>
        </p:grpSpPr>
        <p:pic>
          <p:nvPicPr>
            <p:cNvPr id="6" name="Picture 5">
              <a:extLst>
                <a:ext uri="{FF2B5EF4-FFF2-40B4-BE49-F238E27FC236}">
                  <a16:creationId xmlns:a16="http://schemas.microsoft.com/office/drawing/2014/main" id="{5D782AC2-D26D-4728-93B6-A0E4D7BCFE22}"/>
                </a:ext>
              </a:extLst>
            </p:cNvPr>
            <p:cNvPicPr>
              <a:picLocks noChangeAspect="1"/>
            </p:cNvPicPr>
            <p:nvPr/>
          </p:nvPicPr>
          <p:blipFill>
            <a:blip r:embed="rId3"/>
            <a:stretch>
              <a:fillRect/>
            </a:stretch>
          </p:blipFill>
          <p:spPr>
            <a:xfrm>
              <a:off x="1295400" y="4038600"/>
              <a:ext cx="4314296" cy="2505075"/>
            </a:xfrm>
            <a:prstGeom prst="rect">
              <a:avLst/>
            </a:prstGeom>
          </p:spPr>
        </p:pic>
        <p:pic>
          <p:nvPicPr>
            <p:cNvPr id="7" name="Picture 6">
              <a:extLst>
                <a:ext uri="{FF2B5EF4-FFF2-40B4-BE49-F238E27FC236}">
                  <a16:creationId xmlns:a16="http://schemas.microsoft.com/office/drawing/2014/main" id="{E90FA7AE-243A-4D4C-A159-311840F3EB8E}"/>
                </a:ext>
              </a:extLst>
            </p:cNvPr>
            <p:cNvPicPr>
              <a:picLocks noChangeAspect="1"/>
            </p:cNvPicPr>
            <p:nvPr/>
          </p:nvPicPr>
          <p:blipFill>
            <a:blip r:embed="rId4"/>
            <a:stretch>
              <a:fillRect/>
            </a:stretch>
          </p:blipFill>
          <p:spPr>
            <a:xfrm>
              <a:off x="5609695" y="4843287"/>
              <a:ext cx="3660605" cy="1696058"/>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pPr eaLnBrk="1" hangingPunct="1"/>
            <a:r>
              <a:rPr lang="en-US" altLang="en-US" dirty="0"/>
              <a:t>Bar chart format</a:t>
            </a:r>
          </a:p>
        </p:txBody>
      </p:sp>
      <p:sp>
        <p:nvSpPr>
          <p:cNvPr id="53251" name="Content Placeholder 2"/>
          <p:cNvSpPr>
            <a:spLocks noGrp="1"/>
          </p:cNvSpPr>
          <p:nvPr>
            <p:ph sz="half" idx="1"/>
          </p:nvPr>
        </p:nvSpPr>
        <p:spPr>
          <a:xfrm>
            <a:off x="457200" y="1600200"/>
            <a:ext cx="4038600" cy="4876800"/>
          </a:xfrm>
        </p:spPr>
        <p:txBody>
          <a:bodyPr/>
          <a:lstStyle/>
          <a:p>
            <a:pPr eaLnBrk="1" hangingPunct="1">
              <a:buFont typeface="Arial" charset="0"/>
              <a:buChar char="•"/>
            </a:pPr>
            <a:r>
              <a:rPr lang="en-US" altLang="en-US" sz="2400"/>
              <a:t>Gantt chart tool for planning and scheduling</a:t>
            </a:r>
          </a:p>
          <a:p>
            <a:pPr eaLnBrk="1" hangingPunct="1">
              <a:buFont typeface="Arial" charset="0"/>
              <a:buChar char="•"/>
            </a:pPr>
            <a:r>
              <a:rPr lang="en-US" altLang="en-US" sz="2400"/>
              <a:t>Activities on side</a:t>
            </a:r>
          </a:p>
          <a:p>
            <a:pPr eaLnBrk="1" hangingPunct="1">
              <a:buFont typeface="Arial" charset="0"/>
              <a:buChar char="•"/>
            </a:pPr>
            <a:r>
              <a:rPr lang="en-US" altLang="en-US" sz="2400"/>
              <a:t>Time scale on top or bottom</a:t>
            </a:r>
          </a:p>
          <a:p>
            <a:pPr eaLnBrk="1" hangingPunct="1">
              <a:buFont typeface="Arial" charset="0"/>
              <a:buChar char="•"/>
            </a:pPr>
            <a:r>
              <a:rPr lang="en-US" altLang="en-US" sz="2400"/>
              <a:t>Estimated duration in bars</a:t>
            </a:r>
          </a:p>
          <a:p>
            <a:pPr eaLnBrk="1" hangingPunct="1">
              <a:buFont typeface="Arial" charset="0"/>
              <a:buChar char="•"/>
            </a:pPr>
            <a:r>
              <a:rPr lang="en-US" altLang="en-US" sz="2400"/>
              <a:t>Automatically generated in software systems</a:t>
            </a:r>
          </a:p>
          <a:p>
            <a:pPr eaLnBrk="1" hangingPunct="1">
              <a:buFont typeface="Arial" charset="0"/>
              <a:buChar char="•"/>
            </a:pPr>
            <a:r>
              <a:rPr lang="en-US" altLang="en-US" sz="2400"/>
              <a:t>Can show relationships between activities</a:t>
            </a:r>
          </a:p>
        </p:txBody>
      </p:sp>
      <p:pic>
        <p:nvPicPr>
          <p:cNvPr id="4" name="Picture 3">
            <a:extLst>
              <a:ext uri="{FF2B5EF4-FFF2-40B4-BE49-F238E27FC236}">
                <a16:creationId xmlns:a16="http://schemas.microsoft.com/office/drawing/2014/main" id="{BB9EC47C-A581-4E78-9755-261CD7701870}"/>
              </a:ext>
            </a:extLst>
          </p:cNvPr>
          <p:cNvPicPr>
            <a:picLocks noChangeAspect="1"/>
          </p:cNvPicPr>
          <p:nvPr/>
        </p:nvPicPr>
        <p:blipFill>
          <a:blip r:embed="rId3"/>
          <a:stretch>
            <a:fillRect/>
          </a:stretch>
        </p:blipFill>
        <p:spPr>
          <a:xfrm>
            <a:off x="4495800" y="2362200"/>
            <a:ext cx="4352924" cy="310230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4"/>
          <p:cNvSpPr>
            <a:spLocks noGrp="1"/>
          </p:cNvSpPr>
          <p:nvPr>
            <p:ph type="title"/>
          </p:nvPr>
        </p:nvSpPr>
        <p:spPr>
          <a:xfrm>
            <a:off x="457200" y="415636"/>
            <a:ext cx="3048000" cy="1143000"/>
          </a:xfrm>
        </p:spPr>
        <p:txBody>
          <a:bodyPr/>
          <a:lstStyle/>
          <a:p>
            <a:pPr eaLnBrk="1" hangingPunct="1"/>
            <a:r>
              <a:rPr lang="en-US" altLang="en-US" dirty="0"/>
              <a:t>Project Control Process</a:t>
            </a:r>
          </a:p>
        </p:txBody>
      </p:sp>
      <p:sp>
        <p:nvSpPr>
          <p:cNvPr id="54275" name="Content Placeholder 6"/>
          <p:cNvSpPr>
            <a:spLocks noGrp="1"/>
          </p:cNvSpPr>
          <p:nvPr>
            <p:ph sz="half" idx="1"/>
          </p:nvPr>
        </p:nvSpPr>
        <p:spPr>
          <a:xfrm>
            <a:off x="457200" y="1600200"/>
            <a:ext cx="3124200" cy="4525963"/>
          </a:xfrm>
        </p:spPr>
        <p:txBody>
          <a:bodyPr/>
          <a:lstStyle/>
          <a:p>
            <a:pPr eaLnBrk="1" hangingPunct="1">
              <a:buFont typeface="Arial" charset="0"/>
              <a:buChar char="•"/>
            </a:pPr>
            <a:r>
              <a:rPr lang="en-US" altLang="en-US" sz="2400"/>
              <a:t>Meetings occur regularly</a:t>
            </a:r>
          </a:p>
          <a:p>
            <a:pPr eaLnBrk="1" hangingPunct="1">
              <a:buFont typeface="Arial" charset="0"/>
              <a:buChar char="•"/>
            </a:pPr>
            <a:r>
              <a:rPr lang="en-US" altLang="en-US" sz="2400"/>
              <a:t>Gather data on actual performance</a:t>
            </a:r>
          </a:p>
          <a:p>
            <a:pPr eaLnBrk="1" hangingPunct="1">
              <a:buFont typeface="Arial" charset="0"/>
              <a:buChar char="•"/>
            </a:pPr>
            <a:r>
              <a:rPr lang="en-US" altLang="en-US" sz="2400"/>
              <a:t>Record changes</a:t>
            </a:r>
          </a:p>
          <a:p>
            <a:pPr eaLnBrk="1" hangingPunct="1">
              <a:buFont typeface="Arial" charset="0"/>
              <a:buChar char="•"/>
            </a:pPr>
            <a:r>
              <a:rPr lang="en-US" altLang="en-US" sz="2400"/>
              <a:t>Monitor progress</a:t>
            </a:r>
          </a:p>
        </p:txBody>
      </p:sp>
      <p:pic>
        <p:nvPicPr>
          <p:cNvPr id="2" name="Picture 1">
            <a:extLst>
              <a:ext uri="{FF2B5EF4-FFF2-40B4-BE49-F238E27FC236}">
                <a16:creationId xmlns:a16="http://schemas.microsoft.com/office/drawing/2014/main" id="{774B41BA-B7B5-4188-81B3-3F3DBB815675}"/>
              </a:ext>
            </a:extLst>
          </p:cNvPr>
          <p:cNvPicPr>
            <a:picLocks noChangeAspect="1"/>
          </p:cNvPicPr>
          <p:nvPr/>
        </p:nvPicPr>
        <p:blipFill>
          <a:blip r:embed="rId3"/>
          <a:stretch>
            <a:fillRect/>
          </a:stretch>
        </p:blipFill>
        <p:spPr>
          <a:xfrm>
            <a:off x="4264709" y="381000"/>
            <a:ext cx="4422091" cy="60198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p:nvPr>
        </p:nvSpPr>
        <p:spPr/>
        <p:txBody>
          <a:bodyPr/>
          <a:lstStyle/>
          <a:p>
            <a:pPr eaLnBrk="1" hangingPunct="1"/>
            <a:r>
              <a:rPr lang="en-US" altLang="en-US" dirty="0"/>
              <a:t>Effects of Actual Schedule Performance</a:t>
            </a:r>
          </a:p>
        </p:txBody>
      </p:sp>
      <p:sp>
        <p:nvSpPr>
          <p:cNvPr id="55299" name="Content Placeholder 6"/>
          <p:cNvSpPr>
            <a:spLocks noGrp="1"/>
          </p:cNvSpPr>
          <p:nvPr>
            <p:ph sz="half" idx="1"/>
          </p:nvPr>
        </p:nvSpPr>
        <p:spPr>
          <a:xfrm>
            <a:off x="381000" y="1600200"/>
            <a:ext cx="4038600" cy="4525963"/>
          </a:xfrm>
        </p:spPr>
        <p:txBody>
          <a:bodyPr/>
          <a:lstStyle/>
          <a:p>
            <a:pPr eaLnBrk="1" hangingPunct="1">
              <a:buFont typeface="Arial" charset="0"/>
              <a:buChar char="•"/>
            </a:pPr>
            <a:r>
              <a:rPr lang="en-US" altLang="en-US" sz="2400"/>
              <a:t>Part (a)  Total slack = +5</a:t>
            </a:r>
          </a:p>
          <a:p>
            <a:pPr eaLnBrk="1" hangingPunct="1">
              <a:buFontTx/>
              <a:buBlip>
                <a:blip r:embed="rId3"/>
              </a:buBlip>
            </a:pPr>
            <a:endParaRPr lang="en-US" altLang="en-US" sz="2400"/>
          </a:p>
          <a:p>
            <a:pPr eaLnBrk="1" hangingPunct="1">
              <a:buFontTx/>
              <a:buBlip>
                <a:blip r:embed="rId3"/>
              </a:buBlip>
            </a:pPr>
            <a:endParaRPr lang="en-US" altLang="en-US" sz="2400"/>
          </a:p>
          <a:p>
            <a:pPr eaLnBrk="1" hangingPunct="1">
              <a:buFontTx/>
              <a:buBlip>
                <a:blip r:embed="rId3"/>
              </a:buBlip>
            </a:pPr>
            <a:endParaRPr lang="en-US" altLang="en-US" sz="2400"/>
          </a:p>
          <a:p>
            <a:pPr eaLnBrk="1" hangingPunct="1">
              <a:buFontTx/>
              <a:buBlip>
                <a:blip r:embed="rId3"/>
              </a:buBlip>
            </a:pPr>
            <a:endParaRPr lang="en-US" altLang="en-US" sz="2400"/>
          </a:p>
          <a:p>
            <a:pPr eaLnBrk="1" hangingPunct="1">
              <a:buFontTx/>
              <a:buBlip>
                <a:blip r:embed="rId3"/>
              </a:buBlip>
            </a:pPr>
            <a:endParaRPr lang="en-US" altLang="en-US" sz="2400"/>
          </a:p>
          <a:p>
            <a:pPr eaLnBrk="1" hangingPunct="1">
              <a:buFontTx/>
              <a:buBlip>
                <a:blip r:embed="rId3"/>
              </a:buBlip>
            </a:pPr>
            <a:endParaRPr lang="en-US" altLang="en-US" sz="2400"/>
          </a:p>
          <a:p>
            <a:pPr eaLnBrk="1" hangingPunct="1">
              <a:buFontTx/>
              <a:buBlip>
                <a:blip r:embed="rId3"/>
              </a:buBlip>
            </a:pPr>
            <a:endParaRPr lang="en-US" altLang="en-US" sz="2400"/>
          </a:p>
          <a:p>
            <a:pPr eaLnBrk="1" hangingPunct="1">
              <a:buFontTx/>
              <a:buBlip>
                <a:blip r:embed="rId3"/>
              </a:buBlip>
            </a:pPr>
            <a:endParaRPr lang="en-US" altLang="en-US" sz="2400"/>
          </a:p>
          <a:p>
            <a:pPr eaLnBrk="1" hangingPunct="1">
              <a:buFontTx/>
              <a:buBlip>
                <a:blip r:embed="rId3"/>
              </a:buBlip>
            </a:pPr>
            <a:endParaRPr lang="en-US" altLang="en-US" sz="2400"/>
          </a:p>
          <a:p>
            <a:pPr eaLnBrk="1" hangingPunct="1">
              <a:buFont typeface="Arial" charset="0"/>
              <a:buChar char="•"/>
            </a:pPr>
            <a:r>
              <a:rPr lang="en-US" altLang="en-US" sz="2400"/>
              <a:t>Part (b) Total slack = +2</a:t>
            </a:r>
          </a:p>
        </p:txBody>
      </p:sp>
      <p:pic>
        <p:nvPicPr>
          <p:cNvPr id="4" name="Picture 3">
            <a:extLst>
              <a:ext uri="{FF2B5EF4-FFF2-40B4-BE49-F238E27FC236}">
                <a16:creationId xmlns:a16="http://schemas.microsoft.com/office/drawing/2014/main" id="{097360CE-0360-4C92-B984-50165A2105FB}"/>
              </a:ext>
            </a:extLst>
          </p:cNvPr>
          <p:cNvPicPr>
            <a:picLocks noChangeAspect="1"/>
          </p:cNvPicPr>
          <p:nvPr/>
        </p:nvPicPr>
        <p:blipFill>
          <a:blip r:embed="rId4"/>
          <a:stretch>
            <a:fillRect/>
          </a:stretch>
        </p:blipFill>
        <p:spPr>
          <a:xfrm>
            <a:off x="838200" y="2133600"/>
            <a:ext cx="7391400" cy="324896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pPr eaLnBrk="1" hangingPunct="1"/>
            <a:r>
              <a:rPr lang="en-US" altLang="en-US" dirty="0"/>
              <a:t>Incorporate Changes into Schedule </a:t>
            </a:r>
          </a:p>
        </p:txBody>
      </p:sp>
      <p:sp>
        <p:nvSpPr>
          <p:cNvPr id="56323" name="Content Placeholder 4"/>
          <p:cNvSpPr>
            <a:spLocks noGrp="1"/>
          </p:cNvSpPr>
          <p:nvPr>
            <p:ph idx="1"/>
          </p:nvPr>
        </p:nvSpPr>
        <p:spPr/>
        <p:txBody>
          <a:bodyPr/>
          <a:lstStyle/>
          <a:p>
            <a:pPr eaLnBrk="1" hangingPunct="1"/>
            <a:r>
              <a:rPr lang="en-US" altLang="en-US"/>
              <a:t>Changes may impact the schedule</a:t>
            </a:r>
          </a:p>
          <a:p>
            <a:pPr lvl="1" eaLnBrk="1" hangingPunct="1"/>
            <a:r>
              <a:rPr lang="en-US" altLang="en-US"/>
              <a:t>Initiated by customer or project team</a:t>
            </a:r>
          </a:p>
          <a:p>
            <a:pPr lvl="1" eaLnBrk="1" hangingPunct="1"/>
            <a:r>
              <a:rPr lang="en-US" altLang="en-US"/>
              <a:t>Result from unanticipated occurrence</a:t>
            </a:r>
          </a:p>
          <a:p>
            <a:pPr eaLnBrk="1" hangingPunct="1"/>
            <a:r>
              <a:rPr lang="en-US" altLang="en-US"/>
              <a:t>Early change may have less impact than later change</a:t>
            </a:r>
          </a:p>
          <a:p>
            <a:pPr eaLnBrk="1" hangingPunct="1"/>
            <a:r>
              <a:rPr lang="en-US" altLang="en-US"/>
              <a:t>Manage requested changes</a:t>
            </a:r>
          </a:p>
          <a:p>
            <a:pPr lvl="1" eaLnBrk="1" hangingPunct="1"/>
            <a:r>
              <a:rPr lang="en-US" altLang="en-US"/>
              <a:t>Estimate impact</a:t>
            </a:r>
          </a:p>
          <a:p>
            <a:pPr lvl="1" eaLnBrk="1" hangingPunct="1"/>
            <a:r>
              <a:rPr lang="en-US" altLang="en-US"/>
              <a:t>Obtain customer approval</a:t>
            </a:r>
          </a:p>
          <a:p>
            <a:pPr lvl="1" eaLnBrk="1" hangingPunct="1"/>
            <a:r>
              <a:rPr lang="en-US" altLang="en-US"/>
              <a:t>Revise project plan, schedule, and costs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pPr eaLnBrk="1" hangingPunct="1"/>
            <a:r>
              <a:rPr lang="en-US" altLang="en-US" dirty="0"/>
              <a:t>Update Project Schedule </a:t>
            </a:r>
          </a:p>
        </p:txBody>
      </p:sp>
      <p:sp>
        <p:nvSpPr>
          <p:cNvPr id="57347" name="Content Placeholder 2"/>
          <p:cNvSpPr>
            <a:spLocks noGrp="1"/>
          </p:cNvSpPr>
          <p:nvPr>
            <p:ph idx="1"/>
          </p:nvPr>
        </p:nvSpPr>
        <p:spPr/>
        <p:txBody>
          <a:bodyPr/>
          <a:lstStyle/>
          <a:p>
            <a:pPr eaLnBrk="1" hangingPunct="1"/>
            <a:r>
              <a:rPr lang="en-US" altLang="en-US"/>
              <a:t>Generate forecasts for project finish</a:t>
            </a:r>
          </a:p>
          <a:p>
            <a:pPr lvl="1" eaLnBrk="1" hangingPunct="1"/>
            <a:r>
              <a:rPr lang="en-US" altLang="en-US"/>
              <a:t>Use actual finish dates of completed activities</a:t>
            </a:r>
          </a:p>
          <a:p>
            <a:pPr lvl="1" eaLnBrk="1" hangingPunct="1"/>
            <a:r>
              <a:rPr lang="en-US" altLang="en-US"/>
              <a:t>Enter project changes</a:t>
            </a:r>
          </a:p>
          <a:p>
            <a:pPr lvl="1" eaLnBrk="1" hangingPunct="1"/>
            <a:r>
              <a:rPr lang="en-US" altLang="en-US"/>
              <a:t>Update project schedule</a:t>
            </a:r>
          </a:p>
          <a:p>
            <a:pPr eaLnBrk="1" hangingPunct="1"/>
            <a:r>
              <a:rPr lang="en-US" altLang="en-US"/>
              <a:t>Determine if any changes occur in critical path</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4"/>
          <p:cNvSpPr>
            <a:spLocks noGrp="1"/>
          </p:cNvSpPr>
          <p:nvPr>
            <p:ph type="title"/>
          </p:nvPr>
        </p:nvSpPr>
        <p:spPr/>
        <p:txBody>
          <a:bodyPr/>
          <a:lstStyle/>
          <a:p>
            <a:pPr eaLnBrk="1" hangingPunct="1"/>
            <a:r>
              <a:rPr lang="en-US" altLang="en-US" dirty="0"/>
              <a:t>Control Schedule</a:t>
            </a:r>
          </a:p>
        </p:txBody>
      </p:sp>
      <p:sp>
        <p:nvSpPr>
          <p:cNvPr id="58371" name="Text Placeholder 6"/>
          <p:cNvSpPr>
            <a:spLocks noGrp="1"/>
          </p:cNvSpPr>
          <p:nvPr>
            <p:ph type="body" idx="1"/>
          </p:nvPr>
        </p:nvSpPr>
        <p:spPr/>
        <p:txBody>
          <a:bodyPr/>
          <a:lstStyle/>
          <a:p>
            <a:pPr eaLnBrk="1" hangingPunct="1"/>
            <a:r>
              <a:rPr lang="en-US" altLang="en-US" dirty="0"/>
              <a:t>Schedule control steps</a:t>
            </a:r>
          </a:p>
        </p:txBody>
      </p:sp>
      <p:sp>
        <p:nvSpPr>
          <p:cNvPr id="6" name="Content Placeholder 5"/>
          <p:cNvSpPr>
            <a:spLocks noGrp="1"/>
          </p:cNvSpPr>
          <p:nvPr>
            <p:ph sz="half" idx="2"/>
          </p:nvPr>
        </p:nvSpPr>
        <p:spPr/>
        <p:txBody>
          <a:bodyPr/>
          <a:lstStyle/>
          <a:p>
            <a:pPr marL="514350" indent="-514350" eaLnBrk="1" hangingPunct="1">
              <a:buFont typeface="+mj-lt"/>
              <a:buAutoNum type="arabicPeriod"/>
              <a:defRPr/>
            </a:pPr>
            <a:r>
              <a:rPr lang="en-US" dirty="0" err="1"/>
              <a:t>Analyse</a:t>
            </a:r>
            <a:r>
              <a:rPr lang="en-US" dirty="0"/>
              <a:t> the schedule for needed corrective action</a:t>
            </a:r>
          </a:p>
          <a:p>
            <a:pPr marL="514350" indent="-514350" eaLnBrk="1" hangingPunct="1">
              <a:buFont typeface="+mj-lt"/>
              <a:buAutoNum type="arabicPeriod"/>
              <a:defRPr/>
            </a:pPr>
            <a:r>
              <a:rPr lang="en-US" dirty="0"/>
              <a:t>Decide specific corrective actions to be taken</a:t>
            </a:r>
          </a:p>
          <a:p>
            <a:pPr marL="514350" indent="-514350" eaLnBrk="1" hangingPunct="1">
              <a:buFont typeface="+mj-lt"/>
              <a:buAutoNum type="arabicPeriod"/>
              <a:defRPr/>
            </a:pPr>
            <a:r>
              <a:rPr lang="en-US" dirty="0"/>
              <a:t>Revise the plan to incorporate corrective actions</a:t>
            </a:r>
          </a:p>
          <a:p>
            <a:pPr marL="514350" indent="-514350" eaLnBrk="1" hangingPunct="1">
              <a:buFont typeface="+mj-lt"/>
              <a:buAutoNum type="arabicPeriod"/>
              <a:defRPr/>
            </a:pPr>
            <a:r>
              <a:rPr lang="en-US" dirty="0"/>
              <a:t>Recalculate the schedule to evaluate the effects of the planned corrective actions</a:t>
            </a:r>
          </a:p>
          <a:p>
            <a:pPr eaLnBrk="1" hangingPunct="1">
              <a:defRPr/>
            </a:pPr>
            <a:endParaRPr lang="en-US" dirty="0"/>
          </a:p>
        </p:txBody>
      </p:sp>
      <p:sp>
        <p:nvSpPr>
          <p:cNvPr id="58373" name="Text Placeholder 7"/>
          <p:cNvSpPr>
            <a:spLocks noGrp="1"/>
          </p:cNvSpPr>
          <p:nvPr>
            <p:ph type="body" sz="quarter" idx="3"/>
          </p:nvPr>
        </p:nvSpPr>
        <p:spPr/>
        <p:txBody>
          <a:bodyPr/>
          <a:lstStyle/>
          <a:p>
            <a:pPr eaLnBrk="1" hangingPunct="1"/>
            <a:r>
              <a:rPr lang="en-US" altLang="en-US"/>
              <a:t>Actions</a:t>
            </a:r>
          </a:p>
        </p:txBody>
      </p:sp>
      <p:sp>
        <p:nvSpPr>
          <p:cNvPr id="58374" name="Content Placeholder 8"/>
          <p:cNvSpPr>
            <a:spLocks noGrp="1"/>
          </p:cNvSpPr>
          <p:nvPr>
            <p:ph sz="quarter" idx="4"/>
          </p:nvPr>
        </p:nvSpPr>
        <p:spPr>
          <a:xfrm>
            <a:off x="4645025" y="2174875"/>
            <a:ext cx="4270375" cy="3951288"/>
          </a:xfrm>
        </p:spPr>
        <p:txBody>
          <a:bodyPr/>
          <a:lstStyle/>
          <a:p>
            <a:pPr eaLnBrk="1" hangingPunct="1">
              <a:buFont typeface="Arial" charset="0"/>
              <a:buChar char="•"/>
            </a:pPr>
            <a:r>
              <a:rPr lang="en-US" altLang="en-US"/>
              <a:t>Repeat steps if not acceptable results</a:t>
            </a:r>
          </a:p>
          <a:p>
            <a:pPr eaLnBrk="1" hangingPunct="1">
              <a:buFont typeface="Arial" charset="0"/>
              <a:buChar char="•"/>
            </a:pPr>
            <a:r>
              <a:rPr lang="en-US" altLang="en-US"/>
              <a:t>Apply efforts to paths with negative slack</a:t>
            </a:r>
          </a:p>
          <a:p>
            <a:pPr lvl="1" eaLnBrk="1" hangingPunct="1">
              <a:buFont typeface="Arial" charset="0"/>
              <a:buChar char="•"/>
            </a:pPr>
            <a:r>
              <a:rPr lang="en-US" altLang="en-US"/>
              <a:t>Near-term activities</a:t>
            </a:r>
          </a:p>
          <a:p>
            <a:pPr lvl="1" eaLnBrk="1" hangingPunct="1">
              <a:buFont typeface="Arial" charset="0"/>
              <a:buChar char="•"/>
            </a:pPr>
            <a:r>
              <a:rPr lang="en-US" altLang="en-US"/>
              <a:t>Long estimated durations</a:t>
            </a:r>
          </a:p>
          <a:p>
            <a:pPr eaLnBrk="1" hangingPunct="1">
              <a:buFont typeface="Arial" charset="0"/>
              <a:buChar char="•"/>
            </a:pPr>
            <a:r>
              <a:rPr lang="en-US" altLang="en-US"/>
              <a:t>Change may shift critical path</a:t>
            </a:r>
          </a:p>
          <a:p>
            <a:pPr eaLnBrk="1" hangingPunct="1">
              <a:buFont typeface="Arial" charset="0"/>
              <a:buChar char="•"/>
            </a:pPr>
            <a:r>
              <a:rPr lang="en-US" altLang="en-US"/>
              <a:t>Trade-off of costs and scope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a:xfrm>
            <a:off x="457200" y="424873"/>
            <a:ext cx="8229600" cy="1143000"/>
          </a:xfrm>
        </p:spPr>
        <p:txBody>
          <a:bodyPr/>
          <a:lstStyle/>
          <a:p>
            <a:pPr eaLnBrk="1" hangingPunct="1"/>
            <a:r>
              <a:rPr lang="en-US" altLang="en-US" dirty="0"/>
              <a:t>Scheduling for Information Systems Development</a:t>
            </a:r>
          </a:p>
        </p:txBody>
      </p:sp>
      <p:sp>
        <p:nvSpPr>
          <p:cNvPr id="59395" name="Content Placeholder 2"/>
          <p:cNvSpPr>
            <a:spLocks noGrp="1"/>
          </p:cNvSpPr>
          <p:nvPr>
            <p:ph idx="1"/>
          </p:nvPr>
        </p:nvSpPr>
        <p:spPr/>
        <p:txBody>
          <a:bodyPr/>
          <a:lstStyle/>
          <a:p>
            <a:pPr eaLnBrk="1" hangingPunct="1"/>
            <a:r>
              <a:rPr lang="en-US" altLang="en-US"/>
              <a:t>Common problems </a:t>
            </a:r>
          </a:p>
          <a:p>
            <a:pPr lvl="1" eaLnBrk="1" hangingPunct="1"/>
            <a:r>
              <a:rPr lang="en-US" altLang="en-US" sz="2000"/>
              <a:t>Failure to identify all user requirements</a:t>
            </a:r>
          </a:p>
          <a:p>
            <a:pPr lvl="1" eaLnBrk="1" hangingPunct="1"/>
            <a:r>
              <a:rPr lang="en-US" altLang="en-US" sz="2000"/>
              <a:t>Failure to identify user requirements properly</a:t>
            </a:r>
          </a:p>
          <a:p>
            <a:pPr lvl="1" eaLnBrk="1" hangingPunct="1"/>
            <a:r>
              <a:rPr lang="en-US" altLang="en-US" sz="2000"/>
              <a:t>Continuing growth of project scope</a:t>
            </a:r>
          </a:p>
          <a:p>
            <a:pPr lvl="1" eaLnBrk="1" hangingPunct="1"/>
            <a:r>
              <a:rPr lang="en-US" altLang="en-US" sz="2000"/>
              <a:t>Underestimating learning curves for new software packages</a:t>
            </a:r>
          </a:p>
          <a:p>
            <a:pPr lvl="1" eaLnBrk="1" hangingPunct="1"/>
            <a:r>
              <a:rPr lang="en-US" altLang="en-US" sz="2000"/>
              <a:t>Incompatible hardware</a:t>
            </a:r>
          </a:p>
          <a:p>
            <a:pPr lvl="1" eaLnBrk="1" hangingPunct="1"/>
            <a:r>
              <a:rPr lang="en-US" altLang="en-US" sz="2000"/>
              <a:t>Logical design flaws</a:t>
            </a:r>
          </a:p>
          <a:p>
            <a:pPr lvl="1" eaLnBrk="1" hangingPunct="1"/>
            <a:r>
              <a:rPr lang="en-US" altLang="en-US" sz="2000"/>
              <a:t>Poor selection of software</a:t>
            </a:r>
          </a:p>
          <a:p>
            <a:pPr lvl="1" eaLnBrk="1" hangingPunct="1"/>
            <a:r>
              <a:rPr lang="en-US" altLang="en-US" sz="2000"/>
              <a:t>Failure to select the best design strategy</a:t>
            </a:r>
          </a:p>
          <a:p>
            <a:pPr lvl="1" eaLnBrk="1" hangingPunct="1"/>
            <a:r>
              <a:rPr lang="en-US" altLang="en-US" sz="2000"/>
              <a:t>Data incompatibility issues</a:t>
            </a:r>
          </a:p>
          <a:p>
            <a:pPr lvl="1" eaLnBrk="1" hangingPunct="1"/>
            <a:r>
              <a:rPr lang="en-US" altLang="en-US" sz="2000"/>
              <a:t>Failure to perform all phases of the SDLC</a:t>
            </a:r>
          </a:p>
          <a:p>
            <a:pPr eaLnBrk="1" hangingPunct="1">
              <a:buFontTx/>
              <a:buBlip>
                <a:blip r:embed="rId3"/>
              </a:buBlip>
            </a:pPr>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pPr eaLnBrk="1" hangingPunct="1"/>
            <a:r>
              <a:rPr lang="en-US" altLang="en-US" dirty="0"/>
              <a:t>IS example: activities, predecessors, durations</a:t>
            </a:r>
          </a:p>
        </p:txBody>
      </p:sp>
      <p:pic>
        <p:nvPicPr>
          <p:cNvPr id="4" name="Picture 3">
            <a:extLst>
              <a:ext uri="{FF2B5EF4-FFF2-40B4-BE49-F238E27FC236}">
                <a16:creationId xmlns:a16="http://schemas.microsoft.com/office/drawing/2014/main" id="{E5B34A11-25BC-47EF-ABBE-71FC94C065ED}"/>
              </a:ext>
            </a:extLst>
          </p:cNvPr>
          <p:cNvPicPr>
            <a:picLocks noChangeAspect="1"/>
          </p:cNvPicPr>
          <p:nvPr/>
        </p:nvPicPr>
        <p:blipFill>
          <a:blip r:embed="rId3"/>
          <a:stretch>
            <a:fillRect/>
          </a:stretch>
        </p:blipFill>
        <p:spPr>
          <a:xfrm>
            <a:off x="2743200" y="1066800"/>
            <a:ext cx="5559941" cy="54102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pPr eaLnBrk="1" hangingPunct="1"/>
            <a:r>
              <a:rPr lang="en-US" altLang="en-US" dirty="0"/>
              <a:t>IS example: ES and EF times</a:t>
            </a:r>
          </a:p>
        </p:txBody>
      </p:sp>
      <p:pic>
        <p:nvPicPr>
          <p:cNvPr id="5" name="Content Placeholder 4">
            <a:extLst>
              <a:ext uri="{FF2B5EF4-FFF2-40B4-BE49-F238E27FC236}">
                <a16:creationId xmlns:a16="http://schemas.microsoft.com/office/drawing/2014/main" id="{3574C8A8-331D-4682-8F9E-01C48C44B928}"/>
              </a:ext>
            </a:extLst>
          </p:cNvPr>
          <p:cNvPicPr>
            <a:picLocks noGrp="1" noChangeAspect="1"/>
          </p:cNvPicPr>
          <p:nvPr>
            <p:ph idx="1"/>
          </p:nvPr>
        </p:nvPicPr>
        <p:blipFill>
          <a:blip r:embed="rId3"/>
          <a:stretch>
            <a:fillRect/>
          </a:stretch>
        </p:blipFill>
        <p:spPr>
          <a:xfrm>
            <a:off x="4261616" y="1981200"/>
            <a:ext cx="4314880" cy="2544763"/>
          </a:xfrm>
          <a:prstGeom prst="rect">
            <a:avLst/>
          </a:prstGeom>
        </p:spPr>
      </p:pic>
      <p:pic>
        <p:nvPicPr>
          <p:cNvPr id="4" name="Picture 3">
            <a:extLst>
              <a:ext uri="{FF2B5EF4-FFF2-40B4-BE49-F238E27FC236}">
                <a16:creationId xmlns:a16="http://schemas.microsoft.com/office/drawing/2014/main" id="{5689FAD3-B3E6-4D47-9F66-3EC7FA99FC5D}"/>
              </a:ext>
            </a:extLst>
          </p:cNvPr>
          <p:cNvPicPr>
            <a:picLocks noChangeAspect="1"/>
          </p:cNvPicPr>
          <p:nvPr/>
        </p:nvPicPr>
        <p:blipFill>
          <a:blip r:embed="rId4"/>
          <a:stretch>
            <a:fillRect/>
          </a:stretch>
        </p:blipFill>
        <p:spPr>
          <a:xfrm>
            <a:off x="152398" y="1600200"/>
            <a:ext cx="4109218" cy="1905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lstStyle/>
          <a:p>
            <a:pPr eaLnBrk="1" hangingPunct="1"/>
            <a:r>
              <a:rPr lang="en-US" altLang="en-US" dirty="0"/>
              <a:t>IS example: LS and LF times</a:t>
            </a:r>
          </a:p>
        </p:txBody>
      </p:sp>
      <p:pic>
        <p:nvPicPr>
          <p:cNvPr id="5" name="Content Placeholder 4">
            <a:extLst>
              <a:ext uri="{FF2B5EF4-FFF2-40B4-BE49-F238E27FC236}">
                <a16:creationId xmlns:a16="http://schemas.microsoft.com/office/drawing/2014/main" id="{CF6F45AD-2FD0-469F-9614-307322DA73EF}"/>
              </a:ext>
            </a:extLst>
          </p:cNvPr>
          <p:cNvPicPr>
            <a:picLocks noGrp="1" noChangeAspect="1"/>
          </p:cNvPicPr>
          <p:nvPr>
            <p:ph idx="1"/>
          </p:nvPr>
        </p:nvPicPr>
        <p:blipFill>
          <a:blip r:embed="rId3"/>
          <a:stretch>
            <a:fillRect/>
          </a:stretch>
        </p:blipFill>
        <p:spPr>
          <a:xfrm>
            <a:off x="4493367" y="2209800"/>
            <a:ext cx="4184197" cy="2440782"/>
          </a:xfrm>
          <a:prstGeom prst="rect">
            <a:avLst/>
          </a:prstGeom>
        </p:spPr>
      </p:pic>
      <p:pic>
        <p:nvPicPr>
          <p:cNvPr id="4" name="Picture 3">
            <a:extLst>
              <a:ext uri="{FF2B5EF4-FFF2-40B4-BE49-F238E27FC236}">
                <a16:creationId xmlns:a16="http://schemas.microsoft.com/office/drawing/2014/main" id="{43B82795-4B79-4A33-A94A-0610847499B7}"/>
              </a:ext>
            </a:extLst>
          </p:cNvPr>
          <p:cNvPicPr>
            <a:picLocks noChangeAspect="1"/>
          </p:cNvPicPr>
          <p:nvPr/>
        </p:nvPicPr>
        <p:blipFill>
          <a:blip r:embed="rId4"/>
          <a:stretch>
            <a:fillRect/>
          </a:stretch>
        </p:blipFill>
        <p:spPr>
          <a:xfrm>
            <a:off x="23132" y="1676400"/>
            <a:ext cx="4548868" cy="2057401"/>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lstStyle/>
          <a:p>
            <a:pPr eaLnBrk="1" hangingPunct="1"/>
            <a:r>
              <a:rPr lang="en-US" altLang="en-US" dirty="0"/>
              <a:t>IS example: </a:t>
            </a:r>
            <a:br>
              <a:rPr lang="en-US" altLang="en-US" dirty="0"/>
            </a:br>
            <a:r>
              <a:rPr lang="en-US" altLang="en-US" dirty="0"/>
              <a:t>schedule table</a:t>
            </a:r>
          </a:p>
        </p:txBody>
      </p:sp>
      <p:pic>
        <p:nvPicPr>
          <p:cNvPr id="4" name="Picture 3">
            <a:extLst>
              <a:ext uri="{FF2B5EF4-FFF2-40B4-BE49-F238E27FC236}">
                <a16:creationId xmlns:a16="http://schemas.microsoft.com/office/drawing/2014/main" id="{6C6894BC-915F-4DF6-99F2-8A4D3EBB049B}"/>
              </a:ext>
            </a:extLst>
          </p:cNvPr>
          <p:cNvPicPr>
            <a:picLocks noChangeAspect="1"/>
          </p:cNvPicPr>
          <p:nvPr/>
        </p:nvPicPr>
        <p:blipFill>
          <a:blip r:embed="rId3"/>
          <a:stretch>
            <a:fillRect/>
          </a:stretch>
        </p:blipFill>
        <p:spPr>
          <a:xfrm>
            <a:off x="3276600" y="274638"/>
            <a:ext cx="5740082" cy="62484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pPr eaLnBrk="1" hangingPunct="1"/>
            <a:r>
              <a:rPr lang="en-US" altLang="en-US" dirty="0"/>
              <a:t>IS example: critical path</a:t>
            </a:r>
          </a:p>
        </p:txBody>
      </p:sp>
      <p:pic>
        <p:nvPicPr>
          <p:cNvPr id="5" name="Content Placeholder 4">
            <a:extLst>
              <a:ext uri="{FF2B5EF4-FFF2-40B4-BE49-F238E27FC236}">
                <a16:creationId xmlns:a16="http://schemas.microsoft.com/office/drawing/2014/main" id="{F763E45B-06C9-45AA-A0DF-2FB4E50A07DC}"/>
              </a:ext>
            </a:extLst>
          </p:cNvPr>
          <p:cNvPicPr>
            <a:picLocks noGrp="1" noChangeAspect="1"/>
          </p:cNvPicPr>
          <p:nvPr>
            <p:ph idx="1"/>
          </p:nvPr>
        </p:nvPicPr>
        <p:blipFill>
          <a:blip r:embed="rId3"/>
          <a:stretch>
            <a:fillRect/>
          </a:stretch>
        </p:blipFill>
        <p:spPr>
          <a:xfrm>
            <a:off x="4786313" y="2209801"/>
            <a:ext cx="4355315" cy="2590800"/>
          </a:xfrm>
          <a:prstGeom prst="rect">
            <a:avLst/>
          </a:prstGeom>
        </p:spPr>
      </p:pic>
      <p:pic>
        <p:nvPicPr>
          <p:cNvPr id="4" name="Picture 3">
            <a:extLst>
              <a:ext uri="{FF2B5EF4-FFF2-40B4-BE49-F238E27FC236}">
                <a16:creationId xmlns:a16="http://schemas.microsoft.com/office/drawing/2014/main" id="{D6185206-A87D-4F6A-BD38-710C1242CAB0}"/>
              </a:ext>
            </a:extLst>
          </p:cNvPr>
          <p:cNvPicPr>
            <a:picLocks noChangeAspect="1"/>
          </p:cNvPicPr>
          <p:nvPr/>
        </p:nvPicPr>
        <p:blipFill>
          <a:blip r:embed="rId4"/>
          <a:stretch>
            <a:fillRect/>
          </a:stretch>
        </p:blipFill>
        <p:spPr>
          <a:xfrm>
            <a:off x="135804" y="1600200"/>
            <a:ext cx="4650509" cy="2190829"/>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pPr eaLnBrk="1" hangingPunct="1"/>
            <a:r>
              <a:rPr lang="en-US" altLang="en-US" dirty="0"/>
              <a:t>IS example: updated network diagram</a:t>
            </a:r>
          </a:p>
        </p:txBody>
      </p:sp>
      <p:pic>
        <p:nvPicPr>
          <p:cNvPr id="5" name="Content Placeholder 4">
            <a:extLst>
              <a:ext uri="{FF2B5EF4-FFF2-40B4-BE49-F238E27FC236}">
                <a16:creationId xmlns:a16="http://schemas.microsoft.com/office/drawing/2014/main" id="{F2185689-55EB-4315-ABB4-9AEC01380121}"/>
              </a:ext>
            </a:extLst>
          </p:cNvPr>
          <p:cNvPicPr>
            <a:picLocks noGrp="1" noChangeAspect="1"/>
          </p:cNvPicPr>
          <p:nvPr>
            <p:ph idx="1"/>
          </p:nvPr>
        </p:nvPicPr>
        <p:blipFill>
          <a:blip r:embed="rId3"/>
          <a:stretch>
            <a:fillRect/>
          </a:stretch>
        </p:blipFill>
        <p:spPr>
          <a:xfrm>
            <a:off x="4114801" y="1752600"/>
            <a:ext cx="4910138" cy="2686238"/>
          </a:xfrm>
          <a:prstGeom prst="rect">
            <a:avLst/>
          </a:prstGeom>
        </p:spPr>
      </p:pic>
      <p:pic>
        <p:nvPicPr>
          <p:cNvPr id="4" name="Picture 3">
            <a:extLst>
              <a:ext uri="{FF2B5EF4-FFF2-40B4-BE49-F238E27FC236}">
                <a16:creationId xmlns:a16="http://schemas.microsoft.com/office/drawing/2014/main" id="{61153BBC-46CA-46B8-906F-840358EA70AA}"/>
              </a:ext>
            </a:extLst>
          </p:cNvPr>
          <p:cNvPicPr>
            <a:picLocks noChangeAspect="1"/>
          </p:cNvPicPr>
          <p:nvPr/>
        </p:nvPicPr>
        <p:blipFill>
          <a:blip r:embed="rId4"/>
          <a:stretch>
            <a:fillRect/>
          </a:stretch>
        </p:blipFill>
        <p:spPr>
          <a:xfrm>
            <a:off x="76201" y="1606109"/>
            <a:ext cx="4038600" cy="1623407"/>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a:xfrm>
            <a:off x="457200" y="533400"/>
            <a:ext cx="3352800" cy="1143000"/>
          </a:xfrm>
        </p:spPr>
        <p:txBody>
          <a:bodyPr/>
          <a:lstStyle/>
          <a:p>
            <a:pPr eaLnBrk="1" hangingPunct="1"/>
            <a:r>
              <a:rPr lang="en-US" altLang="en-US" dirty="0"/>
              <a:t>IS example: updated schedule table</a:t>
            </a:r>
          </a:p>
        </p:txBody>
      </p:sp>
      <p:pic>
        <p:nvPicPr>
          <p:cNvPr id="4" name="Picture 3">
            <a:extLst>
              <a:ext uri="{FF2B5EF4-FFF2-40B4-BE49-F238E27FC236}">
                <a16:creationId xmlns:a16="http://schemas.microsoft.com/office/drawing/2014/main" id="{E4CD29CD-1EF4-4071-81A3-A93E9F1697E9}"/>
              </a:ext>
            </a:extLst>
          </p:cNvPr>
          <p:cNvPicPr>
            <a:picLocks noChangeAspect="1"/>
          </p:cNvPicPr>
          <p:nvPr/>
        </p:nvPicPr>
        <p:blipFill>
          <a:blip r:embed="rId3"/>
          <a:stretch>
            <a:fillRect/>
          </a:stretch>
        </p:blipFill>
        <p:spPr>
          <a:xfrm>
            <a:off x="3276600" y="334962"/>
            <a:ext cx="5639858" cy="6142037"/>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a:xfrm>
            <a:off x="457200" y="457200"/>
            <a:ext cx="8229600" cy="1143000"/>
          </a:xfrm>
        </p:spPr>
        <p:txBody>
          <a:bodyPr/>
          <a:lstStyle/>
          <a:p>
            <a:pPr eaLnBrk="1" hangingPunct="1"/>
            <a:r>
              <a:rPr lang="en-US" altLang="en-US" dirty="0"/>
              <a:t>Project Management Information Systems</a:t>
            </a:r>
          </a:p>
        </p:txBody>
      </p:sp>
      <p:sp>
        <p:nvSpPr>
          <p:cNvPr id="67587" name="Content Placeholder 2"/>
          <p:cNvSpPr>
            <a:spLocks noGrp="1"/>
          </p:cNvSpPr>
          <p:nvPr>
            <p:ph idx="1"/>
          </p:nvPr>
        </p:nvSpPr>
        <p:spPr/>
        <p:txBody>
          <a:bodyPr/>
          <a:lstStyle/>
          <a:p>
            <a:pPr eaLnBrk="1" hangingPunct="1"/>
            <a:r>
              <a:rPr lang="en-US" altLang="en-US"/>
              <a:t>Most systems perform scheduling functions </a:t>
            </a:r>
          </a:p>
          <a:p>
            <a:pPr eaLnBrk="1" hangingPunct="1"/>
            <a:r>
              <a:rPr lang="en-US" altLang="en-US"/>
              <a:t>Calculates at click of the mouse</a:t>
            </a:r>
          </a:p>
          <a:p>
            <a:pPr lvl="1" eaLnBrk="1" hangingPunct="1"/>
            <a:r>
              <a:rPr lang="en-US" altLang="en-US"/>
              <a:t>ES, EF, LS, and LF</a:t>
            </a:r>
          </a:p>
          <a:p>
            <a:pPr lvl="1" eaLnBrk="1" hangingPunct="1"/>
            <a:r>
              <a:rPr lang="en-US" altLang="en-US"/>
              <a:t>Total slack</a:t>
            </a:r>
          </a:p>
          <a:p>
            <a:pPr lvl="1" eaLnBrk="1" hangingPunct="1"/>
            <a:r>
              <a:rPr lang="en-US" altLang="en-US"/>
              <a:t>Critical path</a:t>
            </a:r>
          </a:p>
          <a:p>
            <a:pPr eaLnBrk="1" hangingPunct="1"/>
            <a:r>
              <a:rPr lang="en-US" altLang="en-US"/>
              <a:t>Perform control functions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a:xfrm>
            <a:off x="457200" y="417513"/>
            <a:ext cx="8229600" cy="1143000"/>
          </a:xfrm>
        </p:spPr>
        <p:txBody>
          <a:bodyPr/>
          <a:lstStyle/>
          <a:p>
            <a:pPr eaLnBrk="1" hangingPunct="1"/>
            <a:r>
              <a:rPr lang="en-US" altLang="en-US" dirty="0"/>
              <a:t>Agile Project Management</a:t>
            </a:r>
          </a:p>
        </p:txBody>
      </p:sp>
      <p:sp>
        <p:nvSpPr>
          <p:cNvPr id="68611" name="Text Placeholder 5"/>
          <p:cNvSpPr>
            <a:spLocks noGrp="1"/>
          </p:cNvSpPr>
          <p:nvPr>
            <p:ph type="body" idx="1"/>
          </p:nvPr>
        </p:nvSpPr>
        <p:spPr/>
        <p:txBody>
          <a:bodyPr/>
          <a:lstStyle/>
          <a:p>
            <a:pPr eaLnBrk="1" hangingPunct="1"/>
            <a:r>
              <a:rPr lang="en-US" altLang="en-US"/>
              <a:t>Scrum approach participants</a:t>
            </a:r>
          </a:p>
        </p:txBody>
      </p:sp>
      <p:sp>
        <p:nvSpPr>
          <p:cNvPr id="68612" name="Content Placeholder 3"/>
          <p:cNvSpPr>
            <a:spLocks noGrp="1"/>
          </p:cNvSpPr>
          <p:nvPr>
            <p:ph sz="half" idx="2"/>
          </p:nvPr>
        </p:nvSpPr>
        <p:spPr/>
        <p:txBody>
          <a:bodyPr/>
          <a:lstStyle/>
          <a:p>
            <a:pPr eaLnBrk="1" hangingPunct="1">
              <a:buFont typeface="Arial" charset="0"/>
              <a:buChar char="•"/>
            </a:pPr>
            <a:r>
              <a:rPr lang="en-US" altLang="en-US"/>
              <a:t>Product owner</a:t>
            </a:r>
          </a:p>
          <a:p>
            <a:pPr eaLnBrk="1" hangingPunct="1">
              <a:buFont typeface="Arial" charset="0"/>
              <a:buChar char="•"/>
            </a:pPr>
            <a:r>
              <a:rPr lang="en-US" altLang="en-US"/>
              <a:t>Development team </a:t>
            </a:r>
          </a:p>
          <a:p>
            <a:pPr eaLnBrk="1" hangingPunct="1">
              <a:buFont typeface="Arial" charset="0"/>
              <a:buChar char="•"/>
            </a:pPr>
            <a:r>
              <a:rPr lang="en-US" altLang="en-US"/>
              <a:t>Scrum master </a:t>
            </a:r>
          </a:p>
        </p:txBody>
      </p:sp>
      <p:sp>
        <p:nvSpPr>
          <p:cNvPr id="68613" name="Text Placeholder 6"/>
          <p:cNvSpPr>
            <a:spLocks noGrp="1"/>
          </p:cNvSpPr>
          <p:nvPr>
            <p:ph type="body" sz="quarter" idx="3"/>
          </p:nvPr>
        </p:nvSpPr>
        <p:spPr/>
        <p:txBody>
          <a:bodyPr/>
          <a:lstStyle/>
          <a:p>
            <a:pPr eaLnBrk="1" hangingPunct="1"/>
            <a:r>
              <a:rPr lang="en-US" altLang="en-US"/>
              <a:t>Process includes</a:t>
            </a:r>
          </a:p>
        </p:txBody>
      </p:sp>
      <p:sp>
        <p:nvSpPr>
          <p:cNvPr id="68614" name="Content Placeholder 7"/>
          <p:cNvSpPr>
            <a:spLocks noGrp="1"/>
          </p:cNvSpPr>
          <p:nvPr>
            <p:ph sz="quarter" idx="4"/>
          </p:nvPr>
        </p:nvSpPr>
        <p:spPr/>
        <p:txBody>
          <a:bodyPr/>
          <a:lstStyle/>
          <a:p>
            <a:pPr marL="457200" indent="-457200" eaLnBrk="1" hangingPunct="1">
              <a:buFont typeface="Calibri" pitchFamily="34" charset="0"/>
              <a:buAutoNum type="arabicPeriod"/>
            </a:pPr>
            <a:r>
              <a:rPr lang="en-US" altLang="en-US" dirty="0"/>
              <a:t>Establish and </a:t>
            </a:r>
            <a:r>
              <a:rPr lang="en-US" altLang="en-US" dirty="0" err="1"/>
              <a:t>authorise</a:t>
            </a:r>
            <a:endParaRPr lang="en-US" altLang="en-US" dirty="0"/>
          </a:p>
          <a:p>
            <a:pPr marL="457200" indent="-457200" eaLnBrk="1" hangingPunct="1">
              <a:buFont typeface="Calibri" pitchFamily="34" charset="0"/>
              <a:buAutoNum type="arabicPeriod"/>
            </a:pPr>
            <a:r>
              <a:rPr lang="en-US" altLang="en-US" dirty="0"/>
              <a:t>Define requirements</a:t>
            </a:r>
          </a:p>
          <a:p>
            <a:pPr marL="457200" indent="-457200" eaLnBrk="1" hangingPunct="1">
              <a:buFont typeface="Calibri" pitchFamily="34" charset="0"/>
              <a:buAutoNum type="arabicPeriod"/>
            </a:pPr>
            <a:r>
              <a:rPr lang="en-US" altLang="en-US" dirty="0"/>
              <a:t>Conduct daily scrum meetings</a:t>
            </a:r>
          </a:p>
          <a:p>
            <a:pPr marL="457200" indent="-457200" eaLnBrk="1" hangingPunct="1">
              <a:buFont typeface="Calibri" pitchFamily="34" charset="0"/>
              <a:buAutoNum type="arabicPeriod"/>
            </a:pPr>
            <a:r>
              <a:rPr lang="en-US" altLang="en-US" dirty="0"/>
              <a:t>Conduct sprint review meeting</a:t>
            </a:r>
          </a:p>
          <a:p>
            <a:pPr marL="457200" indent="-457200" eaLnBrk="1" hangingPunct="1">
              <a:buFont typeface="Calibri" pitchFamily="34" charset="0"/>
              <a:buAutoNum type="arabicPeriod"/>
            </a:pPr>
            <a:r>
              <a:rPr lang="en-US" altLang="en-US" dirty="0"/>
              <a:t>Conduct sprint retrospective meeting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a:xfrm>
            <a:off x="457200" y="76200"/>
            <a:ext cx="8229600" cy="1143000"/>
          </a:xfrm>
        </p:spPr>
        <p:txBody>
          <a:bodyPr/>
          <a:lstStyle/>
          <a:p>
            <a:pPr eaLnBrk="1" hangingPunct="1"/>
            <a:r>
              <a:rPr lang="en-US" altLang="en-US" dirty="0"/>
              <a:t>Critical Success Factors </a:t>
            </a:r>
          </a:p>
        </p:txBody>
      </p:sp>
      <p:sp>
        <p:nvSpPr>
          <p:cNvPr id="43011" name="Content Placeholder 2"/>
          <p:cNvSpPr>
            <a:spLocks noGrp="1"/>
          </p:cNvSpPr>
          <p:nvPr>
            <p:ph idx="1"/>
          </p:nvPr>
        </p:nvSpPr>
        <p:spPr>
          <a:xfrm>
            <a:off x="457200" y="1066800"/>
            <a:ext cx="8229600" cy="4525963"/>
          </a:xfrm>
        </p:spPr>
        <p:txBody>
          <a:bodyPr/>
          <a:lstStyle/>
          <a:p>
            <a:pPr eaLnBrk="1" hangingPunct="1"/>
            <a:r>
              <a:rPr lang="en-US" altLang="en-US" sz="1800" dirty="0"/>
              <a:t>The </a:t>
            </a:r>
            <a:r>
              <a:rPr lang="en-US" altLang="en-US" sz="1800" b="1" dirty="0"/>
              <a:t>person</a:t>
            </a:r>
            <a:r>
              <a:rPr lang="en-US" altLang="en-US" sz="1800" dirty="0"/>
              <a:t> who will be </a:t>
            </a:r>
            <a:r>
              <a:rPr lang="en-US" altLang="en-US" sz="1800" b="1" dirty="0"/>
              <a:t>responsible</a:t>
            </a:r>
            <a:r>
              <a:rPr lang="en-US" altLang="en-US" sz="1800" dirty="0"/>
              <a:t> for performing the activity </a:t>
            </a:r>
            <a:r>
              <a:rPr lang="en-US" altLang="en-US" sz="1800" b="1" dirty="0"/>
              <a:t>should estimate </a:t>
            </a:r>
            <a:r>
              <a:rPr lang="en-US" altLang="en-US" sz="1800" dirty="0"/>
              <a:t>the duration for that activity. This generates commitment from the person.</a:t>
            </a:r>
          </a:p>
          <a:p>
            <a:pPr eaLnBrk="1" hangingPunct="1"/>
            <a:r>
              <a:rPr lang="en-US" altLang="en-US" sz="1800" dirty="0"/>
              <a:t>The estimated duration for an activity must be </a:t>
            </a:r>
            <a:r>
              <a:rPr lang="en-US" altLang="en-US" sz="1800" b="1" dirty="0"/>
              <a:t>based on the types and quantities </a:t>
            </a:r>
            <a:r>
              <a:rPr lang="en-US" altLang="en-US" sz="1800" dirty="0"/>
              <a:t>of resources required to perform the activity.</a:t>
            </a:r>
          </a:p>
          <a:p>
            <a:pPr eaLnBrk="1" hangingPunct="1"/>
            <a:r>
              <a:rPr lang="en-US" altLang="en-US" sz="1800" dirty="0"/>
              <a:t>Activity estimated durations should be </a:t>
            </a:r>
            <a:r>
              <a:rPr lang="en-US" altLang="en-US" sz="1800" b="1" dirty="0"/>
              <a:t>aggressive yet realistic</a:t>
            </a:r>
            <a:r>
              <a:rPr lang="en-US" altLang="en-US" sz="1800" dirty="0"/>
              <a:t>.</a:t>
            </a:r>
          </a:p>
          <a:p>
            <a:pPr eaLnBrk="1" hangingPunct="1"/>
            <a:r>
              <a:rPr lang="en-US" altLang="en-US" sz="1800" dirty="0"/>
              <a:t>Activities should not be longer in estimated duration than the </a:t>
            </a:r>
            <a:r>
              <a:rPr lang="en-US" altLang="en-US" sz="1800" b="1" dirty="0"/>
              <a:t>time intervals </a:t>
            </a:r>
            <a:r>
              <a:rPr lang="en-US" altLang="en-US" sz="1800" dirty="0"/>
              <a:t>at which the actual progress will be reviewed and compared to planned progress.</a:t>
            </a:r>
          </a:p>
          <a:p>
            <a:pPr eaLnBrk="1" hangingPunct="1"/>
            <a:r>
              <a:rPr lang="en-US" altLang="en-US" sz="1800" dirty="0"/>
              <a:t>Project management involves a </a:t>
            </a:r>
            <a:r>
              <a:rPr lang="en-US" altLang="en-US" sz="1800" b="1" dirty="0"/>
              <a:t>proactive approach </a:t>
            </a:r>
            <a:r>
              <a:rPr lang="en-US" altLang="en-US" sz="1800" dirty="0"/>
              <a:t>to controlling a project to ensure that the project objective is accomplished even when things do not go according to plan.</a:t>
            </a:r>
          </a:p>
          <a:p>
            <a:pPr eaLnBrk="1" hangingPunct="1"/>
            <a:r>
              <a:rPr lang="en-US" altLang="en-US" sz="1800" dirty="0"/>
              <a:t>Once the project starts, it is important to </a:t>
            </a:r>
            <a:r>
              <a:rPr lang="en-US" altLang="en-US" sz="1800" b="1" dirty="0"/>
              <a:t>monitor progress </a:t>
            </a:r>
            <a:r>
              <a:rPr lang="en-US" altLang="en-US" sz="1800" dirty="0"/>
              <a:t>to ensure that everything is going according to plan.</a:t>
            </a:r>
          </a:p>
          <a:p>
            <a:pPr eaLnBrk="1" hangingPunct="1"/>
            <a:r>
              <a:rPr lang="en-US" altLang="en-US" sz="1800" dirty="0"/>
              <a:t>The key to effective project control is </a:t>
            </a:r>
            <a:r>
              <a:rPr lang="en-US" altLang="en-US" sz="1800" b="1" dirty="0"/>
              <a:t>measuring actual progress and comparing it to planned progress </a:t>
            </a:r>
            <a:r>
              <a:rPr lang="en-US" altLang="en-US" sz="1800" dirty="0"/>
              <a:t>on a timely and regular basis and taking any needed corrective action immediately.</a:t>
            </a:r>
          </a:p>
          <a:p>
            <a:pPr eaLnBrk="1" hangingPunct="1"/>
            <a:r>
              <a:rPr lang="en-US" altLang="en-US" sz="1800" dirty="0"/>
              <a:t>The key to effective schedule control is to address any paths with </a:t>
            </a:r>
            <a:r>
              <a:rPr lang="en-US" altLang="en-US" sz="1800" b="1" dirty="0"/>
              <a:t>negative or deteriorating slack values aggressively</a:t>
            </a:r>
            <a:r>
              <a:rPr lang="en-US" altLang="en-US" sz="1800" dirty="0"/>
              <a:t> as soon as they are identified. A concentrated effort to accelerate project progress must be applied to these paths.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301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0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a:xfrm>
            <a:off x="457200" y="152400"/>
            <a:ext cx="8229600" cy="1143000"/>
          </a:xfrm>
        </p:spPr>
        <p:txBody>
          <a:bodyPr/>
          <a:lstStyle/>
          <a:p>
            <a:pPr eaLnBrk="1" hangingPunct="1"/>
            <a:r>
              <a:rPr lang="en-US" altLang="en-US" dirty="0"/>
              <a:t>Critical Success Factors (continued) </a:t>
            </a:r>
          </a:p>
        </p:txBody>
      </p:sp>
      <p:sp>
        <p:nvSpPr>
          <p:cNvPr id="43011" name="Content Placeholder 2"/>
          <p:cNvSpPr>
            <a:spLocks noGrp="1"/>
          </p:cNvSpPr>
          <p:nvPr>
            <p:ph idx="1"/>
          </p:nvPr>
        </p:nvSpPr>
        <p:spPr>
          <a:xfrm>
            <a:off x="457200" y="1066800"/>
            <a:ext cx="8229600" cy="4525963"/>
          </a:xfrm>
        </p:spPr>
        <p:txBody>
          <a:bodyPr/>
          <a:lstStyle/>
          <a:p>
            <a:pPr eaLnBrk="1" hangingPunct="1"/>
            <a:r>
              <a:rPr lang="en-US" altLang="en-US" sz="1800" dirty="0"/>
              <a:t>The amount of negative slack should </a:t>
            </a:r>
            <a:r>
              <a:rPr lang="en-US" altLang="en-US" sz="1800" b="1" dirty="0"/>
              <a:t>determine the priority </a:t>
            </a:r>
            <a:r>
              <a:rPr lang="en-US" altLang="en-US" sz="1800" dirty="0"/>
              <a:t>for applying these concentrated efforts.</a:t>
            </a:r>
          </a:p>
          <a:p>
            <a:pPr eaLnBrk="1" hangingPunct="1"/>
            <a:r>
              <a:rPr lang="en-US" altLang="en-US" sz="1800" dirty="0"/>
              <a:t>When attempting to reduce the duration of a path of activities that has negative slack</a:t>
            </a:r>
            <a:r>
              <a:rPr lang="en-US" altLang="en-US" sz="1800" b="1" dirty="0"/>
              <a:t>, focus on </a:t>
            </a:r>
            <a:r>
              <a:rPr lang="en-US" altLang="en-US" sz="1800" dirty="0"/>
              <a:t>activities that are </a:t>
            </a:r>
            <a:r>
              <a:rPr lang="en-US" altLang="en-US" sz="1800" b="1" dirty="0"/>
              <a:t>near term </a:t>
            </a:r>
            <a:r>
              <a:rPr lang="en-US" altLang="en-US" sz="1800" dirty="0"/>
              <a:t>and on activities that have </a:t>
            </a:r>
            <a:r>
              <a:rPr lang="en-US" altLang="en-US" sz="1800" b="1" dirty="0"/>
              <a:t>long estimated durations</a:t>
            </a:r>
            <a:r>
              <a:rPr lang="en-US" altLang="en-US" sz="1800" dirty="0"/>
              <a:t>.</a:t>
            </a:r>
          </a:p>
          <a:p>
            <a:pPr eaLnBrk="1" hangingPunct="1"/>
            <a:r>
              <a:rPr lang="en-US" altLang="en-US" sz="1800" b="1" dirty="0"/>
              <a:t>Addressing schedule problems early </a:t>
            </a:r>
            <a:r>
              <a:rPr lang="en-US" altLang="en-US" sz="1800" dirty="0"/>
              <a:t>will </a:t>
            </a:r>
            <a:r>
              <a:rPr lang="en-US" altLang="en-US" sz="1800" dirty="0" err="1"/>
              <a:t>minimise</a:t>
            </a:r>
            <a:r>
              <a:rPr lang="en-US" altLang="en-US" sz="1800" dirty="0"/>
              <a:t> the negative impact on scope and budget.</a:t>
            </a:r>
          </a:p>
          <a:p>
            <a:pPr eaLnBrk="1" hangingPunct="1"/>
            <a:r>
              <a:rPr lang="en-US" altLang="en-US" sz="1800" dirty="0"/>
              <a:t>If a project falls too far behind, </a:t>
            </a:r>
            <a:r>
              <a:rPr lang="en-US" altLang="en-US" sz="1800" b="1" dirty="0"/>
              <a:t>getting it back on schedule </a:t>
            </a:r>
            <a:r>
              <a:rPr lang="en-US" altLang="en-US" sz="1800" dirty="0"/>
              <a:t>becomes more difficult, and usually requires spending more money or reducing the scope or quality.</a:t>
            </a:r>
          </a:p>
          <a:p>
            <a:pPr eaLnBrk="1" hangingPunct="1"/>
            <a:r>
              <a:rPr lang="en-US" altLang="en-US" sz="1800" dirty="0"/>
              <a:t>If corrective actions are necessary, decisions must be made regarding a </a:t>
            </a:r>
            <a:r>
              <a:rPr lang="en-US" altLang="en-US" sz="1800" b="1" dirty="0"/>
              <a:t>trade-off of scope, time, and cost</a:t>
            </a:r>
            <a:r>
              <a:rPr lang="en-US" altLang="en-US" sz="1800" dirty="0"/>
              <a:t>.</a:t>
            </a:r>
          </a:p>
          <a:p>
            <a:pPr eaLnBrk="1" hangingPunct="1"/>
            <a:r>
              <a:rPr lang="en-US" altLang="en-US" sz="1800" dirty="0"/>
              <a:t>A </a:t>
            </a:r>
            <a:r>
              <a:rPr lang="en-US" altLang="en-US" sz="1800" b="1" dirty="0"/>
              <a:t>regular reporting period should be established </a:t>
            </a:r>
            <a:r>
              <a:rPr lang="en-US" altLang="en-US" sz="1800" dirty="0"/>
              <a:t>for comparing actual progress to planned progress.</a:t>
            </a:r>
          </a:p>
          <a:p>
            <a:pPr eaLnBrk="1" hangingPunct="1"/>
            <a:r>
              <a:rPr lang="en-US" altLang="en-US" sz="1800" dirty="0"/>
              <a:t>The shorter the reporting period, the </a:t>
            </a:r>
            <a:r>
              <a:rPr lang="en-US" altLang="en-US" sz="1800" b="1" dirty="0"/>
              <a:t>better the chances </a:t>
            </a:r>
            <a:r>
              <a:rPr lang="en-US" altLang="en-US" sz="1800" dirty="0"/>
              <a:t>of identifying problems early and taking corrective actions.</a:t>
            </a:r>
          </a:p>
          <a:p>
            <a:pPr eaLnBrk="1" hangingPunct="1"/>
            <a:r>
              <a:rPr lang="en-US" altLang="en-US" sz="1800" dirty="0"/>
              <a:t>During each reporting period, data on </a:t>
            </a:r>
            <a:r>
              <a:rPr lang="en-US" altLang="en-US" sz="1800" b="1" dirty="0"/>
              <a:t>actual performance </a:t>
            </a:r>
            <a:r>
              <a:rPr lang="en-US" altLang="en-US" sz="1800" dirty="0"/>
              <a:t>and information on </a:t>
            </a:r>
            <a:r>
              <a:rPr lang="en-US" altLang="en-US" sz="1800" b="1" dirty="0"/>
              <a:t>changes</a:t>
            </a:r>
            <a:r>
              <a:rPr lang="en-US" altLang="en-US" sz="1800" dirty="0"/>
              <a:t> to the project scope, schedule, and budget need to be collected in a timely manner and used to calculate an updated schedule and budget.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3011">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30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lstStyle/>
          <a:p>
            <a:pPr eaLnBrk="1" hangingPunct="1"/>
            <a:r>
              <a:rPr lang="en-US" altLang="en-US"/>
              <a:t>Summary</a:t>
            </a:r>
          </a:p>
        </p:txBody>
      </p:sp>
      <p:sp>
        <p:nvSpPr>
          <p:cNvPr id="44035" name="Content Placeholder 2"/>
          <p:cNvSpPr>
            <a:spLocks noGrp="1"/>
          </p:cNvSpPr>
          <p:nvPr>
            <p:ph idx="1"/>
          </p:nvPr>
        </p:nvSpPr>
        <p:spPr>
          <a:xfrm>
            <a:off x="457200" y="1371600"/>
            <a:ext cx="8229600" cy="5334000"/>
          </a:xfrm>
        </p:spPr>
        <p:txBody>
          <a:bodyPr/>
          <a:lstStyle/>
          <a:p>
            <a:pPr eaLnBrk="1" hangingPunct="1"/>
            <a:r>
              <a:rPr lang="en-US" altLang="en-US" sz="1800" dirty="0"/>
              <a:t>The scheduling function depends on the planning function.</a:t>
            </a:r>
          </a:p>
          <a:p>
            <a:pPr eaLnBrk="1" hangingPunct="1"/>
            <a:r>
              <a:rPr lang="en-US" altLang="en-US" sz="1800" dirty="0"/>
              <a:t>The estimated types and quantities of resources required for an activity, together with the availability of those resources, will influence the estimated duration for how long it will take to perform the activity.</a:t>
            </a:r>
          </a:p>
          <a:p>
            <a:pPr eaLnBrk="1" hangingPunct="1"/>
            <a:r>
              <a:rPr lang="en-US" altLang="en-US" sz="1800" dirty="0"/>
              <a:t>The estimated duration for each activity must be the total elapsed time – the time for the work to be done plus any associated waiting time.</a:t>
            </a:r>
          </a:p>
          <a:p>
            <a:pPr eaLnBrk="1" hangingPunct="1"/>
            <a:r>
              <a:rPr lang="en-US" altLang="en-US" sz="1800" dirty="0"/>
              <a:t>The estimate should be aggressive yet realistic.</a:t>
            </a:r>
          </a:p>
          <a:p>
            <a:pPr eaLnBrk="1" hangingPunct="1"/>
            <a:r>
              <a:rPr lang="en-US" altLang="en-US" sz="1800" dirty="0"/>
              <a:t>It may be easier to estimate the durations for near-term activities, but as the project progresses, the project team can progressively elaborate the estimated the durations as more information becomes known to allow for more accurate estimated durations.</a:t>
            </a:r>
          </a:p>
          <a:p>
            <a:pPr eaLnBrk="1" hangingPunct="1"/>
            <a:r>
              <a:rPr lang="en-US" altLang="en-US" sz="1800" dirty="0"/>
              <a:t>A project schedule provides a timetable for each activity and shows the earliest start (ES) and earliest finish (EF) times and the latest start (LS) and latest finish (LF) times for each activity.</a:t>
            </a:r>
          </a:p>
          <a:p>
            <a:pPr eaLnBrk="1" hangingPunct="1"/>
            <a:r>
              <a:rPr lang="en-US" altLang="en-US" sz="1800" dirty="0"/>
              <a:t>The total slack for a particular path of activities through the network is common to and shared among all activities on that path.</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03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0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lstStyle/>
          <a:p>
            <a:pPr eaLnBrk="1" hangingPunct="1"/>
            <a:r>
              <a:rPr lang="en-US" altLang="en-US"/>
              <a:t>Summary (continued) </a:t>
            </a:r>
          </a:p>
        </p:txBody>
      </p:sp>
      <p:sp>
        <p:nvSpPr>
          <p:cNvPr id="44035" name="Content Placeholder 2"/>
          <p:cNvSpPr>
            <a:spLocks noGrp="1"/>
          </p:cNvSpPr>
          <p:nvPr>
            <p:ph idx="1"/>
          </p:nvPr>
        </p:nvSpPr>
        <p:spPr>
          <a:xfrm>
            <a:off x="457200" y="1371600"/>
            <a:ext cx="8229600" cy="4525963"/>
          </a:xfrm>
        </p:spPr>
        <p:txBody>
          <a:bodyPr/>
          <a:lstStyle/>
          <a:p>
            <a:pPr eaLnBrk="1" hangingPunct="1"/>
            <a:r>
              <a:rPr lang="en-US" altLang="en-US" sz="1800" dirty="0"/>
              <a:t>The critical path is the longest (most time-consuming) path of activities in the network diagram.</a:t>
            </a:r>
          </a:p>
          <a:p>
            <a:pPr eaLnBrk="1" hangingPunct="1"/>
            <a:r>
              <a:rPr lang="en-US" altLang="en-US" sz="1800" dirty="0"/>
              <a:t>The key to effective project control is measuring actual progress and comparing it to planned progress on a timely and regular basis and taking any needed corrective action immediately.</a:t>
            </a:r>
          </a:p>
          <a:p>
            <a:pPr eaLnBrk="1" hangingPunct="1"/>
            <a:r>
              <a:rPr lang="en-US" altLang="en-US" sz="1800" dirty="0"/>
              <a:t>Actual progress – whether faster or slower than planned – will have an effect on the schedule of the remaining, incomplete activities of the project.</a:t>
            </a:r>
          </a:p>
          <a:p>
            <a:pPr eaLnBrk="1" hangingPunct="1"/>
            <a:r>
              <a:rPr lang="en-US" altLang="en-US" sz="1800" dirty="0"/>
              <a:t>Any type of change – whether initiated by the customer, the contractor, the project manager, a team member, or an unanticipated event – will require a modification to the plan in terms of scope, schedule, and/or budget.</a:t>
            </a:r>
          </a:p>
          <a:p>
            <a:pPr eaLnBrk="1" hangingPunct="1"/>
            <a:r>
              <a:rPr lang="en-US" altLang="en-US" sz="1800" dirty="0"/>
              <a:t>Schedule control involves four steps: </a:t>
            </a:r>
            <a:r>
              <a:rPr lang="en-US" altLang="en-US" sz="1800" dirty="0" err="1"/>
              <a:t>analysing</a:t>
            </a:r>
            <a:r>
              <a:rPr lang="en-US" altLang="en-US" sz="1800" dirty="0"/>
              <a:t> the schedule to determine which areas may need corrective action, deciding what specific corrective actions should be taken, revising the plan to incorporate the chosen corrective actions, and recalculating the schedule to evaluate the effects of the planned corrective actions.</a:t>
            </a:r>
          </a:p>
          <a:p>
            <a:pPr eaLnBrk="1" hangingPunct="1"/>
            <a:r>
              <a:rPr lang="en-US" altLang="en-US" sz="1800" dirty="0"/>
              <a:t>One of the most important factors in effective scheduling is estimating activity durations that are as realistic as possible.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0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theme/theme1.xml><?xml version="1.0" encoding="utf-8"?>
<a:theme xmlns:a="http://schemas.openxmlformats.org/drawingml/2006/main" name="68347_Pppt_templat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Gido SA</Template>
  <TotalTime>39784</TotalTime>
  <Words>2541</Words>
  <Application>Microsoft Office PowerPoint</Application>
  <PresentationFormat>On-screen Show (4:3)</PresentationFormat>
  <Paragraphs>401</Paragraphs>
  <Slides>63</Slides>
  <Notes>63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Courier New</vt:lpstr>
      <vt:lpstr>Wingdings</vt:lpstr>
      <vt:lpstr>68347_Pppt_template</vt:lpstr>
      <vt:lpstr>PowerPoint Presentation</vt:lpstr>
      <vt:lpstr>Chapter Concepts</vt:lpstr>
      <vt:lpstr>Learning Outcomes</vt:lpstr>
      <vt:lpstr>Project Integration Management Project Time Management</vt:lpstr>
      <vt:lpstr>Estimate Activity Resources</vt:lpstr>
      <vt:lpstr>Estimate Activity Durations</vt:lpstr>
      <vt:lpstr>Estimate Activity Durations</vt:lpstr>
      <vt:lpstr>Establish Project Start and Completion Times</vt:lpstr>
      <vt:lpstr>Develop Project Schedule</vt:lpstr>
      <vt:lpstr>Earliest start and finish times</vt:lpstr>
      <vt:lpstr>Earliest start and finish times calculation</vt:lpstr>
      <vt:lpstr>'Identify target consumers' </vt:lpstr>
      <vt:lpstr>'Develop draft questionnaire'</vt:lpstr>
      <vt:lpstr>'Pilot-test questionnaire' </vt:lpstr>
      <vt:lpstr>'Review comments &amp; finalise questionnaire' </vt:lpstr>
      <vt:lpstr>'Prepare mailing labels’, 'Print questionnaire’, 'Develop data analysis software’, and 'Develop software test data' </vt:lpstr>
      <vt:lpstr>'Mail questionnaire &amp; get responses' </vt:lpstr>
      <vt:lpstr>'Test software' </vt:lpstr>
      <vt:lpstr>'Input response data' </vt:lpstr>
      <vt:lpstr>'Analyse results' </vt:lpstr>
      <vt:lpstr>'Prepare report' </vt:lpstr>
      <vt:lpstr>Schedule table ES and EF</vt:lpstr>
      <vt:lpstr>Latest start and finish times</vt:lpstr>
      <vt:lpstr>Latest start and finish times calculation</vt:lpstr>
      <vt:lpstr>'Prepare report' </vt:lpstr>
      <vt:lpstr>'Analyse results' </vt:lpstr>
      <vt:lpstr>'Input response data' </vt:lpstr>
      <vt:lpstr>'Test software'  and 'Mail questionnaire &amp; get responses' </vt:lpstr>
      <vt:lpstr>'Develop data analysis software' and 'Develop software test data' </vt:lpstr>
      <vt:lpstr>'Prepare mailing labels' and 'Print questionnaire'</vt:lpstr>
      <vt:lpstr>'Review comments &amp; finalise questionnaire' </vt:lpstr>
      <vt:lpstr>'Pilot-test questionnaire' </vt:lpstr>
      <vt:lpstr>'Develop draft questionnaire'</vt:lpstr>
      <vt:lpstr>'Identify target consumers' </vt:lpstr>
      <vt:lpstr>Schedule table LS and LF</vt:lpstr>
      <vt:lpstr>Total slack</vt:lpstr>
      <vt:lpstr>Critical path</vt:lpstr>
      <vt:lpstr>Critical path through a project</vt:lpstr>
      <vt:lpstr>Critical path through a project</vt:lpstr>
      <vt:lpstr>Critical path through a project</vt:lpstr>
      <vt:lpstr>Change in slack for critical path</vt:lpstr>
      <vt:lpstr>Free slack</vt:lpstr>
      <vt:lpstr>Total slack compared to free slack</vt:lpstr>
      <vt:lpstr>Bar chart format</vt:lpstr>
      <vt:lpstr>Project Control Process</vt:lpstr>
      <vt:lpstr>Effects of Actual Schedule Performance</vt:lpstr>
      <vt:lpstr>Incorporate Changes into Schedule </vt:lpstr>
      <vt:lpstr>Update Project Schedule </vt:lpstr>
      <vt:lpstr>Control Schedule</vt:lpstr>
      <vt:lpstr>Scheduling for Information Systems Development</vt:lpstr>
      <vt:lpstr>IS example: activities, predecessors, durations</vt:lpstr>
      <vt:lpstr>IS example: ES and EF times</vt:lpstr>
      <vt:lpstr>IS example: LS and LF times</vt:lpstr>
      <vt:lpstr>IS example:  schedule table</vt:lpstr>
      <vt:lpstr>IS example: critical path</vt:lpstr>
      <vt:lpstr>IS example: updated network diagram</vt:lpstr>
      <vt:lpstr>IS example: updated schedule table</vt:lpstr>
      <vt:lpstr>Project Management Information Systems</vt:lpstr>
      <vt:lpstr>Agile Project Management</vt:lpstr>
      <vt:lpstr>Critical Success Factors </vt:lpstr>
      <vt:lpstr>Critical Success Factors (continued) </vt:lpstr>
      <vt:lpstr>Summary</vt:lpstr>
      <vt:lpstr>Summary (continued)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Rose</dc:creator>
  <cp:lastModifiedBy>user</cp:lastModifiedBy>
  <cp:revision>399</cp:revision>
  <cp:lastPrinted>2019-04-01T16:01:59Z</cp:lastPrinted>
  <dcterms:created xsi:type="dcterms:W3CDTF">2010-12-13T04:11:14Z</dcterms:created>
  <dcterms:modified xsi:type="dcterms:W3CDTF">2020-03-09T11:39:11Z</dcterms:modified>
</cp:coreProperties>
</file>