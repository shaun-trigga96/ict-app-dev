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5" r:id="rId1"/>
  </p:sldMasterIdLst>
  <p:notesMasterIdLst>
    <p:notesMasterId r:id="rId17"/>
  </p:notesMasterIdLst>
  <p:handoutMasterIdLst>
    <p:handoutMasterId r:id="rId18"/>
  </p:handoutMasterIdLst>
  <p:sldIdLst>
    <p:sldId id="256" r:id="rId2"/>
    <p:sldId id="324" r:id="rId3"/>
    <p:sldId id="325" r:id="rId4"/>
    <p:sldId id="257" r:id="rId5"/>
    <p:sldId id="262" r:id="rId6"/>
    <p:sldId id="290" r:id="rId7"/>
    <p:sldId id="289" r:id="rId8"/>
    <p:sldId id="291" r:id="rId9"/>
    <p:sldId id="292" r:id="rId10"/>
    <p:sldId id="323" r:id="rId11"/>
    <p:sldId id="327" r:id="rId12"/>
    <p:sldId id="328" r:id="rId13"/>
    <p:sldId id="329" r:id="rId14"/>
    <p:sldId id="287" r:id="rId15"/>
    <p:sldId id="326" r:id="rId16"/>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7718"/>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55" autoAdjust="0"/>
    <p:restoredTop sz="62222" autoAdjust="0"/>
  </p:normalViewPr>
  <p:slideViewPr>
    <p:cSldViewPr>
      <p:cViewPr varScale="1">
        <p:scale>
          <a:sx n="42" d="100"/>
          <a:sy n="42" d="100"/>
        </p:scale>
        <p:origin x="2244"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ZA"/>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endParaRPr lang="en-ZA"/>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ZA"/>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826D4A8E-7BFD-4096-804F-356B90F19D08}" type="slidenum">
              <a:rPr lang="en-ZA" smtClean="0"/>
              <a:t>‹#›</a:t>
            </a:fld>
            <a:endParaRPr lang="en-ZA"/>
          </a:p>
        </p:txBody>
      </p:sp>
    </p:spTree>
    <p:extLst>
      <p:ext uri="{BB962C8B-B14F-4D97-AF65-F5344CB8AC3E}">
        <p14:creationId xmlns:p14="http://schemas.microsoft.com/office/powerpoint/2010/main" val="2588052488"/>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atin typeface="Arial" pitchFamily="34" charset="0"/>
                <a:cs typeface="Arial" pitchFamily="34" charset="0"/>
              </a:defRPr>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atin typeface="Arial" pitchFamily="34" charset="0"/>
                <a:cs typeface="Arial" pitchFamily="34" charset="0"/>
              </a:defRPr>
            </a:lvl1pPr>
          </a:lstStyle>
          <a:p>
            <a:pPr>
              <a:defRPr/>
            </a:pPr>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atin typeface="Arial" pitchFamily="34" charset="0"/>
                <a:cs typeface="Arial" pitchFamily="34" charset="0"/>
              </a:defRPr>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atin typeface="Arial" pitchFamily="34" charset="0"/>
                <a:cs typeface="Arial" pitchFamily="34" charset="0"/>
              </a:defRPr>
            </a:lvl1pPr>
          </a:lstStyle>
          <a:p>
            <a:pPr>
              <a:defRPr/>
            </a:pPr>
            <a:fld id="{367EE298-3709-492F-89CF-457D3E00094A}" type="slidenum">
              <a:rPr lang="en-US"/>
              <a:pPr>
                <a:defRPr/>
              </a:pPr>
              <a:t>‹#›</a:t>
            </a:fld>
            <a:endParaRPr lang="en-US" dirty="0"/>
          </a:p>
        </p:txBody>
      </p:sp>
    </p:spTree>
    <p:extLst>
      <p:ext uri="{BB962C8B-B14F-4D97-AF65-F5344CB8AC3E}">
        <p14:creationId xmlns:p14="http://schemas.microsoft.com/office/powerpoint/2010/main" val="4058069019"/>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245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02CEB358-73C7-4F97-9E33-7AAA635461B7}" type="slidenum">
              <a:rPr lang="en-US" altLang="en-US" smtClean="0">
                <a:latin typeface="Arial" charset="0"/>
                <a:cs typeface="Arial" charset="0"/>
              </a:rPr>
              <a:pPr eaLnBrk="1" hangingPunct="1">
                <a:spcBef>
                  <a:spcPct val="0"/>
                </a:spcBef>
              </a:pPr>
              <a:t>1</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240329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256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2F1850D-2B0A-401A-8E4F-5A6EE36576B4}" type="slidenum">
              <a:rPr lang="en-US" altLang="en-US" smtClean="0">
                <a:latin typeface="Arial" charset="0"/>
                <a:cs typeface="Arial" charset="0"/>
              </a:rPr>
              <a:pPr eaLnBrk="1" hangingPunct="1">
                <a:spcBef>
                  <a:spcPct val="0"/>
                </a:spcBef>
              </a:pPr>
              <a:t>2</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030379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1EE7480F-A065-40E1-B4E3-3D90E99922CF}" type="slidenum">
              <a:rPr lang="en-US" altLang="en-US" smtClean="0">
                <a:latin typeface="Arial" charset="0"/>
                <a:cs typeface="Arial" charset="0"/>
              </a:rPr>
              <a:pPr eaLnBrk="1" hangingPunct="1">
                <a:spcBef>
                  <a:spcPct val="0"/>
                </a:spcBef>
              </a:pPr>
              <a:t>3</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146321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76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C6975D21-614D-4DE6-960B-B5C4ACA29FB9}" type="slidenum">
              <a:rPr lang="en-US" altLang="en-US" smtClean="0">
                <a:latin typeface="Arial" charset="0"/>
                <a:cs typeface="Arial" charset="0"/>
              </a:rPr>
              <a:pPr eaLnBrk="1" hangingPunct="1">
                <a:spcBef>
                  <a:spcPct val="0"/>
                </a:spcBef>
              </a:pPr>
              <a:t>4</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074243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286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3340C0FB-CDDB-4DFB-B38C-9490B37585BE}" type="slidenum">
              <a:rPr lang="en-US" altLang="en-US" smtClean="0">
                <a:latin typeface="Arial" charset="0"/>
                <a:cs typeface="Arial" charset="0"/>
              </a:rPr>
              <a:pPr eaLnBrk="1" hangingPunct="1">
                <a:spcBef>
                  <a:spcPct val="0"/>
                </a:spcBef>
              </a:pPr>
              <a:t>5</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921682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p:cNvSpPr>
            <a:spLocks noGrp="1"/>
          </p:cNvSpPr>
          <p:nvPr>
            <p:ph type="body" idx="1"/>
          </p:nvPr>
        </p:nvSpPr>
        <p:spPr bwMode="auto">
          <a:extLst/>
        </p:spPr>
        <p:txBody>
          <a:bodyPr wrap="square" numCol="1" anchor="t" anchorCtr="0" compatLnSpc="1">
            <a:prstTxWarp prst="textNoShape">
              <a:avLst/>
            </a:prstTxWarp>
          </a:bodyPr>
          <a:lstStyle/>
          <a:p>
            <a:pPr eaLnBrk="1" hangingPunct="1">
              <a:spcBef>
                <a:spcPct val="0"/>
              </a:spcBef>
              <a:defRPr/>
            </a:pPr>
            <a:endParaRPr lang="en-US" dirty="0"/>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CC6BBE7-136A-413D-ACB0-248F8BF723D0}" type="slidenum">
              <a:rPr lang="en-US" altLang="en-US" smtClean="0">
                <a:latin typeface="Arial" charset="0"/>
                <a:cs typeface="Arial" charset="0"/>
              </a:rPr>
              <a:pPr eaLnBrk="1" hangingPunct="1">
                <a:spcBef>
                  <a:spcPct val="0"/>
                </a:spcBef>
              </a:pPr>
              <a:t>6</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917908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extLst/>
        </p:spPr>
        <p:txBody>
          <a:bodyPr wrap="square" numCol="1" anchor="t" anchorCtr="0" compatLnSpc="1">
            <a:prstTxWarp prst="textNoShape">
              <a:avLst/>
            </a:prstTxWarp>
          </a:bodyPr>
          <a:lstStyle/>
          <a:p>
            <a:pPr eaLnBrk="1" hangingPunct="1">
              <a:spcBef>
                <a:spcPct val="0"/>
              </a:spcBef>
              <a:defRPr/>
            </a:pPr>
            <a:endParaRPr lang="en-US" dirty="0"/>
          </a:p>
        </p:txBody>
      </p:sp>
      <p:sp>
        <p:nvSpPr>
          <p:cNvPr id="307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7F9BB55-F698-488F-AFA8-063D2F0CB34C}" type="slidenum">
              <a:rPr lang="en-US" altLang="en-US" smtClean="0">
                <a:latin typeface="Arial" charset="0"/>
                <a:cs typeface="Arial" charset="0"/>
              </a:rPr>
              <a:pPr eaLnBrk="1" hangingPunct="1">
                <a:spcBef>
                  <a:spcPct val="0"/>
                </a:spcBef>
              </a:pPr>
              <a:t>7</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4145030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180BF09-B32C-43DC-8EA0-F954F5BE537F}" type="slidenum">
              <a:rPr lang="en-US" altLang="en-US" smtClean="0">
                <a:latin typeface="Arial" charset="0"/>
                <a:cs typeface="Arial" charset="0"/>
              </a:rPr>
              <a:pPr eaLnBrk="1" hangingPunct="1">
                <a:spcBef>
                  <a:spcPct val="0"/>
                </a:spcBef>
              </a:pPr>
              <a:t>8</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6230835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327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E24C84D8-39AF-41DF-9A77-84AD55503144}" type="slidenum">
              <a:rPr lang="en-US" altLang="en-US" smtClean="0">
                <a:latin typeface="Arial" charset="0"/>
                <a:cs typeface="Arial" charset="0"/>
              </a:rPr>
              <a:pPr eaLnBrk="1" hangingPunct="1">
                <a:spcBef>
                  <a:spcPct val="0"/>
                </a:spcBef>
              </a:pPr>
              <a:t>9</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7642157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337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C5BA87FD-F83A-45BE-AD58-243CCC4228BD}" type="slidenum">
              <a:rPr lang="en-US" altLang="en-US" smtClean="0">
                <a:latin typeface="Arial" charset="0"/>
                <a:cs typeface="Arial" charset="0"/>
              </a:rPr>
              <a:pPr eaLnBrk="1" hangingPunct="1">
                <a:spcBef>
                  <a:spcPct val="0"/>
                </a:spcBef>
              </a:pPr>
              <a:t>10</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081663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extLst/>
        </p:spPr>
        <p:txBody>
          <a:bodyPr wrap="square" numCol="1" anchor="t" anchorCtr="0" compatLnSpc="1">
            <a:prstTxWarp prst="textNoShape">
              <a:avLst/>
            </a:prstTxWarp>
          </a:bodyPr>
          <a:lstStyle/>
          <a:p>
            <a:pPr eaLnBrk="1" hangingPunct="1">
              <a:spcBef>
                <a:spcPct val="0"/>
              </a:spcBef>
              <a:defRPr/>
            </a:pPr>
            <a:endParaRPr lang="en-US" dirty="0"/>
          </a:p>
        </p:txBody>
      </p:sp>
      <p:sp>
        <p:nvSpPr>
          <p:cNvPr id="348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11CC3E59-8EB9-486A-95D1-3DA8C5C1A518}" type="slidenum">
              <a:rPr lang="en-US" altLang="en-US" smtClean="0">
                <a:latin typeface="Arial" charset="0"/>
                <a:cs typeface="Arial" charset="0"/>
              </a:rPr>
              <a:pPr eaLnBrk="1" hangingPunct="1">
                <a:spcBef>
                  <a:spcPct val="0"/>
                </a:spcBef>
              </a:pPr>
              <a:t>14</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215277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8D1903F4-9DEF-4B3A-B0D7-D4BAF2EF9AF6}" type="slidenum">
              <a:rPr lang="en-US" altLang="en-US" smtClean="0">
                <a:latin typeface="Arial" charset="0"/>
                <a:cs typeface="Arial" charset="0"/>
              </a:rPr>
              <a:pPr eaLnBrk="1" hangingPunct="1">
                <a:spcBef>
                  <a:spcPct val="0"/>
                </a:spcBef>
              </a:pPr>
              <a:t>15</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728379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4" name="Picture 6" descr="blank chapter title icon for ppt from book copy.png"/>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1401763"/>
            <a:ext cx="9144000" cy="4054475"/>
          </a:xfrm>
          <a:prstGeom prst="rect">
            <a:avLst/>
          </a:prstGeom>
          <a:solidFill>
            <a:srgbClr val="C00000"/>
          </a:solidFill>
          <a:ln>
            <a:noFill/>
          </a:ln>
          <a:extLst/>
        </p:spPr>
      </p:pic>
      <p:sp>
        <p:nvSpPr>
          <p:cNvPr id="3" name="Subtitle 2"/>
          <p:cNvSpPr>
            <a:spLocks noGrp="1"/>
          </p:cNvSpPr>
          <p:nvPr>
            <p:ph type="subTitle" idx="1"/>
          </p:nvPr>
        </p:nvSpPr>
        <p:spPr>
          <a:xfrm>
            <a:off x="304800" y="3200400"/>
            <a:ext cx="5638800" cy="1600200"/>
          </a:xfrm>
        </p:spPr>
        <p:txBody>
          <a:bodyPr anchor="ctr"/>
          <a:lstStyle>
            <a:lvl1pPr marL="0" indent="0" algn="ctr">
              <a:buNone/>
              <a:defRPr b="1">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ext Placeholder 2"/>
          <p:cNvSpPr>
            <a:spLocks noGrp="1"/>
          </p:cNvSpPr>
          <p:nvPr>
            <p:ph type="body" idx="13"/>
          </p:nvPr>
        </p:nvSpPr>
        <p:spPr>
          <a:xfrm>
            <a:off x="533400" y="1828800"/>
            <a:ext cx="4572000" cy="890587"/>
          </a:xfrm>
        </p:spPr>
        <p:txBody>
          <a:bodyPr anchor="ctr"/>
          <a:lstStyle>
            <a:lvl1pPr marL="0" indent="0">
              <a:buNone/>
              <a:defRPr sz="3200" b="1">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p:cNvSpPr>
            <a:spLocks noGrp="1"/>
          </p:cNvSpPr>
          <p:nvPr>
            <p:ph type="dt" sz="half" idx="14"/>
          </p:nvPr>
        </p:nvSpPr>
        <p:spPr/>
        <p:txBody>
          <a:bodyPr/>
          <a:lstStyle>
            <a:lvl1pPr>
              <a:defRPr/>
            </a:lvl1pPr>
          </a:lstStyle>
          <a:p>
            <a:pPr>
              <a:defRPr/>
            </a:pPr>
            <a:fld id="{E364A53C-20D9-4BC1-9210-591A8B56D994}" type="datetimeFigureOut">
              <a:rPr lang="en-US" smtClean="0"/>
              <a:pPr>
                <a:defRPr/>
              </a:pPr>
              <a:t>5/1/2019</a:t>
            </a:fld>
            <a:endParaRPr lang="en-US" dirty="0"/>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9877EF3E-A075-40EC-A5C9-C43B7E0FF68C}" type="slidenum">
              <a:rPr lang="en-US" smtClean="0"/>
              <a:pPr>
                <a:defRPr/>
              </a:pPr>
              <a:t>‹#›</a:t>
            </a:fld>
            <a:endParaRPr lang="en-US" dirty="0"/>
          </a:p>
        </p:txBody>
      </p:sp>
    </p:spTree>
    <p:extLst>
      <p:ext uri="{BB962C8B-B14F-4D97-AF65-F5344CB8AC3E}">
        <p14:creationId xmlns:p14="http://schemas.microsoft.com/office/powerpoint/2010/main" val="2840988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p:nvSpPr>
        <p:spPr>
          <a:xfrm>
            <a:off x="0" y="0"/>
            <a:ext cx="9144000" cy="228600"/>
          </a:xfrm>
          <a:prstGeom prst="rect">
            <a:avLst/>
          </a:prstGeom>
          <a:solidFill>
            <a:schemeClr val="accent1">
              <a:lumMod val="75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lgn="l">
              <a:defRPr>
                <a:solidFill>
                  <a:schemeClr val="accent2"/>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chemeClr val="accent2"/>
              </a:buClr>
              <a:buSzPct val="100000"/>
              <a:buFont typeface="Calibri" pitchFamily="34" charset="0"/>
              <a:buChar char="•"/>
              <a:defRPr/>
            </a:lvl1pPr>
            <a:lvl2pPr marL="742950" indent="-285750">
              <a:buClr>
                <a:srgbClr val="C00000"/>
              </a:buClr>
              <a:buSzPct val="100000"/>
              <a:buFont typeface="Courier New" panose="02070309020205020404" pitchFamily="49" charset="0"/>
              <a:buChar char="o"/>
              <a:defRPr/>
            </a:lvl2pPr>
            <a:lvl3pPr marL="1143000" indent="-228600">
              <a:buClr>
                <a:schemeClr val="accent2"/>
              </a:buClr>
              <a:buSzPct val="100000"/>
              <a:buFont typeface="Wingdings" panose="05000000000000000000" pitchFamily="2" charset="2"/>
              <a:buChar char="§"/>
              <a:defRPr/>
            </a:lvl3pPr>
            <a:lvl4pPr marL="1600200" indent="-228600">
              <a:buClr>
                <a:schemeClr val="accent1">
                  <a:lumMod val="75000"/>
                </a:schemeClr>
              </a:buClr>
              <a:buSzPct val="100000"/>
              <a:buFont typeface="Wingdings" panose="05000000000000000000" pitchFamily="2" charset="2"/>
              <a:buChar char="Ø"/>
              <a:defRPr/>
            </a:lvl4pPr>
            <a:lvl5pPr marL="2057400" indent="-228600">
              <a:buClr>
                <a:srgbClr val="C00000"/>
              </a:buClr>
              <a:buSzPct val="100000"/>
              <a:buFont typeface="Wingdings" panose="05000000000000000000" pitchFamily="2" charset="2"/>
              <a:buChar char="ü"/>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663E146A-5ACB-4753-9BC8-B42AB73F74D2}" type="datetimeFigureOut">
              <a:rPr lang="en-US" smtClean="0"/>
              <a:pPr>
                <a:defRPr/>
              </a:pPr>
              <a:t>5/1/2019</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EE14527-A80E-4D0A-B1B6-E6ED3B32D384}" type="slidenum">
              <a:rPr lang="en-US" smtClean="0"/>
              <a:pPr>
                <a:defRPr/>
              </a:pPr>
              <a:t>‹#›</a:t>
            </a:fld>
            <a:endParaRPr lang="en-US" dirty="0"/>
          </a:p>
        </p:txBody>
      </p:sp>
    </p:spTree>
    <p:extLst>
      <p:ext uri="{BB962C8B-B14F-4D97-AF65-F5344CB8AC3E}">
        <p14:creationId xmlns:p14="http://schemas.microsoft.com/office/powerpoint/2010/main" val="3990016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6" descr="blank title icon for ppt from book copy.png"/>
          <p:cNvPicPr>
            <a:picLocks noChangeAspect="1"/>
          </p:cNvPicPr>
          <p:nvPr/>
        </p:nvPicPr>
        <p:blipFill>
          <a:blip r:embed="rId2">
            <a:duotone>
              <a:prstClr val="black"/>
              <a:schemeClr val="accent1">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0" y="838200"/>
            <a:ext cx="9144000"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724400" y="838200"/>
            <a:ext cx="4419600" cy="2667001"/>
          </a:xfrm>
        </p:spPr>
        <p:txBody>
          <a:bodyPr>
            <a:normAutofit/>
          </a:bodyPr>
          <a:lstStyle>
            <a:lvl1pPr algn="l">
              <a:defRPr sz="3200" b="1" cap="none">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04800" y="1905000"/>
            <a:ext cx="3352800" cy="890587"/>
          </a:xfrm>
        </p:spPr>
        <p:txBody>
          <a:bodyPr anchor="ctr"/>
          <a:lstStyle>
            <a:lvl1pPr marL="0" indent="0">
              <a:buNone/>
              <a:defRPr sz="20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E5EA7BF9-AB32-45BC-8738-B359C6076CD3}" type="datetimeFigureOut">
              <a:rPr lang="en-US" smtClean="0"/>
              <a:pPr>
                <a:defRPr/>
              </a:pPr>
              <a:t>5/1/2019</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F4C0543-AA83-4C2D-B24C-03433A736027}" type="slidenum">
              <a:rPr lang="en-US" smtClean="0"/>
              <a:pPr>
                <a:defRPr/>
              </a:pPr>
              <a:t>‹#›</a:t>
            </a:fld>
            <a:endParaRPr lang="en-US" dirty="0"/>
          </a:p>
        </p:txBody>
      </p:sp>
    </p:spTree>
    <p:extLst>
      <p:ext uri="{BB962C8B-B14F-4D97-AF65-F5344CB8AC3E}">
        <p14:creationId xmlns:p14="http://schemas.microsoft.com/office/powerpoint/2010/main" val="583415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1">
              <a:lumMod val="75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buClr>
                <a:schemeClr val="accent2"/>
              </a:buClr>
              <a:buSzPct val="100000"/>
              <a:buFont typeface="Arial" pitchFamily="34" charset="0"/>
              <a:buChar char="•"/>
              <a:defRPr sz="2800"/>
            </a:lvl1pPr>
            <a:lvl2pPr marL="742950" indent="-285750">
              <a:buClr>
                <a:schemeClr val="accent2"/>
              </a:buClr>
              <a:buSzPct val="100000"/>
              <a:buFont typeface="Courier New" panose="02070309020205020404" pitchFamily="49" charset="0"/>
              <a:buChar char="o"/>
              <a:defRPr sz="2400"/>
            </a:lvl2pPr>
            <a:lvl3pPr marL="1143000" indent="-228600">
              <a:buClr>
                <a:srgbClr val="C00000"/>
              </a:buClr>
              <a:buSzPct val="100000"/>
              <a:buFont typeface="Wingdings" panose="05000000000000000000" pitchFamily="2" charset="2"/>
              <a:buChar char="v"/>
              <a:defRPr sz="2000"/>
            </a:lvl3pPr>
            <a:lvl4pPr marL="1600200" indent="-228600">
              <a:buClr>
                <a:schemeClr val="accent2"/>
              </a:buClr>
              <a:buSzPct val="100000"/>
              <a:buFont typeface="Wingdings" panose="05000000000000000000" pitchFamily="2" charset="2"/>
              <a:buChar char="Ø"/>
              <a:defRPr sz="1800"/>
            </a:lvl4pPr>
            <a:lvl5pPr marL="2057400" indent="-228600">
              <a:buClr>
                <a:srgbClr val="C00000"/>
              </a:buClr>
              <a:buSzPct val="100000"/>
              <a:buFont typeface="Wingdings" panose="05000000000000000000" pitchFamily="2" charset="2"/>
              <a:buChar char="ü"/>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marL="342900" indent="-342900">
              <a:buClr>
                <a:schemeClr val="accent2"/>
              </a:buClr>
              <a:buSzPct val="100000"/>
              <a:buFont typeface="Arial" panose="020B0604020202020204" pitchFamily="34" charset="0"/>
              <a:buChar char="•"/>
              <a:defRPr sz="2800"/>
            </a:lvl1pPr>
            <a:lvl2pPr marL="742950" indent="-285750">
              <a:buClr>
                <a:schemeClr val="accent2"/>
              </a:buClr>
              <a:buSzPct val="100000"/>
              <a:buFont typeface="Courier New" panose="02070309020205020404" pitchFamily="49" charset="0"/>
              <a:buChar char="o"/>
              <a:defRPr sz="2400"/>
            </a:lvl2pPr>
            <a:lvl3pPr marL="1143000" indent="-228600">
              <a:buClr>
                <a:schemeClr val="accent2"/>
              </a:buClr>
              <a:buSzPct val="100000"/>
              <a:buFont typeface="Wingdings" panose="05000000000000000000" pitchFamily="2" charset="2"/>
              <a:buChar char="v"/>
              <a:defRPr sz="2000"/>
            </a:lvl3pPr>
            <a:lvl4pPr marL="1600200" indent="-228600">
              <a:buClr>
                <a:schemeClr val="accent2"/>
              </a:buClr>
              <a:buSzPct val="100000"/>
              <a:buFont typeface="Wingdings" panose="05000000000000000000" pitchFamily="2" charset="2"/>
              <a:buChar char="Ø"/>
              <a:defRPr sz="1800"/>
            </a:lvl4pPr>
            <a:lvl5pPr marL="2171700" indent="-342900">
              <a:buClr>
                <a:schemeClr val="accent2"/>
              </a:buClr>
              <a:buSzPct val="100000"/>
              <a:buFont typeface="Wingdings" panose="05000000000000000000" pitchFamily="2" charset="2"/>
              <a:buChar char="ü"/>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p:cNvSpPr>
            <a:spLocks noGrp="1"/>
          </p:cNvSpPr>
          <p:nvPr>
            <p:ph type="dt" sz="half" idx="10"/>
          </p:nvPr>
        </p:nvSpPr>
        <p:spPr/>
        <p:txBody>
          <a:bodyPr/>
          <a:lstStyle>
            <a:lvl1pPr>
              <a:defRPr/>
            </a:lvl1pPr>
          </a:lstStyle>
          <a:p>
            <a:pPr>
              <a:defRPr/>
            </a:pPr>
            <a:fld id="{C9CB07A3-FFFC-4AE7-B9B3-65F2A7BA37EA}" type="datetimeFigureOut">
              <a:rPr lang="en-US" smtClean="0"/>
              <a:pPr>
                <a:defRPr/>
              </a:pPr>
              <a:t>5/1/2019</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CA2DE4B6-E521-4EB5-BACF-F814B4984EE0}" type="slidenum">
              <a:rPr lang="en-US" smtClean="0"/>
              <a:pPr>
                <a:defRPr/>
              </a:pPr>
              <a:t>‹#›</a:t>
            </a:fld>
            <a:endParaRPr lang="en-US" dirty="0"/>
          </a:p>
        </p:txBody>
      </p:sp>
    </p:spTree>
    <p:extLst>
      <p:ext uri="{BB962C8B-B14F-4D97-AF65-F5344CB8AC3E}">
        <p14:creationId xmlns:p14="http://schemas.microsoft.com/office/powerpoint/2010/main" val="383579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Rectangle 6"/>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buClr>
                <a:schemeClr val="accent2"/>
              </a:buClr>
              <a:buSzPct val="100000"/>
              <a:buFont typeface="Arial" pitchFamily="34" charset="0"/>
              <a:buChar char="•"/>
              <a:defRPr sz="2400"/>
            </a:lvl1pPr>
            <a:lvl2pPr marL="742950" indent="-285750">
              <a:buClr>
                <a:srgbClr val="C00000"/>
              </a:buClr>
              <a:buSzPct val="100000"/>
              <a:buFont typeface="Courier New" panose="02070309020205020404" pitchFamily="49" charset="0"/>
              <a:buChar char="o"/>
              <a:defRPr sz="2000"/>
            </a:lvl2pPr>
            <a:lvl3pPr marL="1143000" indent="-228600">
              <a:buClr>
                <a:srgbClr val="C00000"/>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buClr>
                <a:srgbClr val="C00000"/>
              </a:buClr>
              <a:buSzPct val="100000"/>
              <a:buFont typeface="Arial" pitchFamily="34" charset="0"/>
              <a:buChar char="•"/>
              <a:defRPr sz="2400"/>
            </a:lvl1pPr>
            <a:lvl2pPr marL="742950" indent="-285750">
              <a:buClr>
                <a:srgbClr val="C00000"/>
              </a:buClr>
              <a:buSzPct val="100000"/>
              <a:buFont typeface="Courier New" panose="02070309020205020404" pitchFamily="49" charset="0"/>
              <a:buChar char="o"/>
              <a:defRPr sz="2000"/>
            </a:lvl2pPr>
            <a:lvl3pPr marL="1143000" indent="-228600">
              <a:buClr>
                <a:srgbClr val="C00000"/>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6"/>
          <p:cNvSpPr>
            <a:spLocks noGrp="1"/>
          </p:cNvSpPr>
          <p:nvPr>
            <p:ph type="dt" sz="half" idx="10"/>
          </p:nvPr>
        </p:nvSpPr>
        <p:spPr/>
        <p:txBody>
          <a:bodyPr/>
          <a:lstStyle>
            <a:lvl1pPr>
              <a:defRPr/>
            </a:lvl1pPr>
          </a:lstStyle>
          <a:p>
            <a:pPr>
              <a:defRPr/>
            </a:pPr>
            <a:fld id="{F0B5302F-5A49-447E-8059-6B87FE214530}" type="datetimeFigureOut">
              <a:rPr lang="en-US" smtClean="0"/>
              <a:pPr>
                <a:defRPr/>
              </a:pPr>
              <a:t>5/1/2019</a:t>
            </a:fld>
            <a:endParaRPr lang="en-US" dirty="0"/>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pPr>
              <a:defRPr/>
            </a:pPr>
            <a:fld id="{EB422123-05D7-4EB7-99D7-AD3A9F5B712E}" type="slidenum">
              <a:rPr lang="en-US" smtClean="0"/>
              <a:pPr>
                <a:defRPr/>
              </a:pPr>
              <a:t>‹#›</a:t>
            </a:fld>
            <a:endParaRPr lang="en-US" dirty="0"/>
          </a:p>
        </p:txBody>
      </p:sp>
    </p:spTree>
    <p:extLst>
      <p:ext uri="{BB962C8B-B14F-4D97-AF65-F5344CB8AC3E}">
        <p14:creationId xmlns:p14="http://schemas.microsoft.com/office/powerpoint/2010/main" val="1750152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4" name="Date Placeholder 2"/>
          <p:cNvSpPr>
            <a:spLocks noGrp="1"/>
          </p:cNvSpPr>
          <p:nvPr>
            <p:ph type="dt" sz="half" idx="10"/>
          </p:nvPr>
        </p:nvSpPr>
        <p:spPr/>
        <p:txBody>
          <a:bodyPr/>
          <a:lstStyle>
            <a:lvl1pPr>
              <a:defRPr/>
            </a:lvl1pPr>
          </a:lstStyle>
          <a:p>
            <a:pPr>
              <a:defRPr/>
            </a:pPr>
            <a:fld id="{45AED6DF-20F5-4316-85C1-9145FB740DB0}" type="datetimeFigureOut">
              <a:rPr lang="en-US" smtClean="0"/>
              <a:pPr>
                <a:defRPr/>
              </a:pPr>
              <a:t>5/1/2019</a:t>
            </a:fld>
            <a:endParaRPr lang="en-US" dirty="0"/>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095939CB-6EF7-46CE-93FE-09CE924DA8D6}" type="slidenum">
              <a:rPr lang="en-US" smtClean="0"/>
              <a:pPr>
                <a:defRPr/>
              </a:pPr>
              <a:t>‹#›</a:t>
            </a:fld>
            <a:endParaRPr lang="en-US" dirty="0"/>
          </a:p>
        </p:txBody>
      </p:sp>
    </p:spTree>
    <p:extLst>
      <p:ext uri="{BB962C8B-B14F-4D97-AF65-F5344CB8AC3E}">
        <p14:creationId xmlns:p14="http://schemas.microsoft.com/office/powerpoint/2010/main" val="1503795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p:nvPr/>
        </p:nvSpPr>
        <p:spPr>
          <a:xfrm>
            <a:off x="0" y="0"/>
            <a:ext cx="9144000" cy="228600"/>
          </a:xfrm>
          <a:prstGeom prst="rect">
            <a:avLst/>
          </a:prstGeom>
          <a:solidFill>
            <a:schemeClr val="accent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Date Placeholder 1"/>
          <p:cNvSpPr>
            <a:spLocks noGrp="1"/>
          </p:cNvSpPr>
          <p:nvPr>
            <p:ph type="dt" sz="half" idx="10"/>
          </p:nvPr>
        </p:nvSpPr>
        <p:spPr/>
        <p:txBody>
          <a:bodyPr/>
          <a:lstStyle>
            <a:lvl1pPr>
              <a:defRPr/>
            </a:lvl1pPr>
          </a:lstStyle>
          <a:p>
            <a:pPr>
              <a:defRPr/>
            </a:pPr>
            <a:fld id="{8B5120F4-D402-4A4A-9A0C-D3D77753D19A}" type="datetimeFigureOut">
              <a:rPr lang="en-US" smtClean="0"/>
              <a:pPr>
                <a:defRPr/>
              </a:pPr>
              <a:t>5/1/2019</a:t>
            </a:fld>
            <a:endParaRPr lang="en-US" dirty="0"/>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pPr>
              <a:defRPr/>
            </a:pPr>
            <a:fld id="{A327256B-49D6-4048-B881-DF0934DFC17E}" type="slidenum">
              <a:rPr lang="en-US" smtClean="0"/>
              <a:pPr>
                <a:defRPr/>
              </a:pPr>
              <a:t>‹#›</a:t>
            </a:fld>
            <a:endParaRPr lang="en-US" dirty="0"/>
          </a:p>
        </p:txBody>
      </p:sp>
    </p:spTree>
    <p:extLst>
      <p:ext uri="{BB962C8B-B14F-4D97-AF65-F5344CB8AC3E}">
        <p14:creationId xmlns:p14="http://schemas.microsoft.com/office/powerpoint/2010/main" val="2028529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273050"/>
            <a:ext cx="3657600" cy="1162050"/>
          </a:xfrm>
        </p:spPr>
        <p:txBody>
          <a:bodyPr anchor="b"/>
          <a:lstStyle>
            <a:lvl1pPr algn="l">
              <a:defRPr sz="2400" b="1">
                <a:solidFill>
                  <a:schemeClr val="accent2"/>
                </a:solidFill>
              </a:defRPr>
            </a:lvl1pPr>
          </a:lstStyle>
          <a:p>
            <a:r>
              <a:rPr lang="en-US"/>
              <a:t>Click to edit Master title style</a:t>
            </a:r>
            <a:endParaRPr lang="en-US" dirty="0"/>
          </a:p>
        </p:txBody>
      </p:sp>
      <p:sp>
        <p:nvSpPr>
          <p:cNvPr id="3" name="Content Placeholder 2"/>
          <p:cNvSpPr>
            <a:spLocks noGrp="1"/>
          </p:cNvSpPr>
          <p:nvPr>
            <p:ph idx="1"/>
          </p:nvPr>
        </p:nvSpPr>
        <p:spPr>
          <a:xfrm>
            <a:off x="4419600" y="304800"/>
            <a:ext cx="4267200" cy="5821363"/>
          </a:xfrm>
        </p:spPr>
        <p:txBody>
          <a:bodyPr>
            <a:normAutofit/>
          </a:bodyPr>
          <a:lstStyle>
            <a:lvl1pPr>
              <a:buClr>
                <a:srgbClr val="C00000"/>
              </a:buClr>
              <a:buSzPct val="100000"/>
              <a:buFont typeface="Calibri" pitchFamily="34" charset="0"/>
              <a:buChar char="•"/>
              <a:defRPr sz="2400"/>
            </a:lvl1pPr>
            <a:lvl2pPr marL="742950" indent="-285750">
              <a:buClr>
                <a:schemeClr val="accent2"/>
              </a:buClr>
              <a:buSzPct val="100000"/>
              <a:buFont typeface="Courier New" panose="02070309020205020404" pitchFamily="49" charset="0"/>
              <a:buChar char="o"/>
              <a:defRPr sz="2000"/>
            </a:lvl2pPr>
            <a:lvl3pPr marL="1143000" indent="-228600">
              <a:buClr>
                <a:schemeClr val="accent2"/>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657600" cy="4691063"/>
          </a:xfrm>
        </p:spPr>
        <p:txBody>
          <a:bodyPr/>
          <a:lstStyle>
            <a:lvl1pPr marL="233363" indent="-233363">
              <a:buClr>
                <a:srgbClr val="C00000"/>
              </a:buClr>
              <a:buSzPct val="100000"/>
              <a:buFont typeface="Calibri" pitchFamily="34" charset="0"/>
              <a:buChar char="•"/>
              <a:defRPr sz="2000"/>
            </a:lvl1pPr>
            <a:lvl2pPr marL="690563" indent="-233363">
              <a:buClr>
                <a:srgbClr val="C00000"/>
              </a:buClr>
              <a:buSzPct val="100000"/>
              <a:buFont typeface="Courier New" panose="02070309020205020404" pitchFamily="49" charset="0"/>
              <a:buChar char="o"/>
              <a:defRPr sz="20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a:p>
            <a:pPr lvl="1"/>
            <a:r>
              <a:rPr lang="en-US"/>
              <a:t>Second level</a:t>
            </a:r>
          </a:p>
        </p:txBody>
      </p:sp>
      <p:sp>
        <p:nvSpPr>
          <p:cNvPr id="6" name="Date Placeholder 4"/>
          <p:cNvSpPr>
            <a:spLocks noGrp="1"/>
          </p:cNvSpPr>
          <p:nvPr>
            <p:ph type="dt" sz="half" idx="10"/>
          </p:nvPr>
        </p:nvSpPr>
        <p:spPr/>
        <p:txBody>
          <a:bodyPr/>
          <a:lstStyle>
            <a:lvl1pPr>
              <a:defRPr/>
            </a:lvl1pPr>
          </a:lstStyle>
          <a:p>
            <a:pPr>
              <a:defRPr/>
            </a:pPr>
            <a:fld id="{9806AAAC-87AD-4F4E-91AD-2DBDB0026618}" type="datetimeFigureOut">
              <a:rPr lang="en-US" smtClean="0"/>
              <a:pPr>
                <a:defRPr/>
              </a:pPr>
              <a:t>5/1/2019</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F653E29E-C112-4A7E-969C-278B185D2944}" type="slidenum">
              <a:rPr lang="en-US" smtClean="0"/>
              <a:pPr>
                <a:defRPr/>
              </a:pPr>
              <a:t>‹#›</a:t>
            </a:fld>
            <a:endParaRPr lang="en-US" dirty="0"/>
          </a:p>
        </p:txBody>
      </p:sp>
    </p:spTree>
    <p:extLst>
      <p:ext uri="{BB962C8B-B14F-4D97-AF65-F5344CB8AC3E}">
        <p14:creationId xmlns:p14="http://schemas.microsoft.com/office/powerpoint/2010/main" val="831615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1792288" y="4800600"/>
            <a:ext cx="5486400" cy="566738"/>
          </a:xfrm>
        </p:spPr>
        <p:txBody>
          <a:bodyPr anchor="b"/>
          <a:lstStyle>
            <a:lvl1pPr algn="l">
              <a:defRPr sz="2000" b="1">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Date Placeholder 4"/>
          <p:cNvSpPr>
            <a:spLocks noGrp="1"/>
          </p:cNvSpPr>
          <p:nvPr>
            <p:ph type="dt" sz="half" idx="10"/>
          </p:nvPr>
        </p:nvSpPr>
        <p:spPr/>
        <p:txBody>
          <a:bodyPr/>
          <a:lstStyle>
            <a:lvl1pPr>
              <a:defRPr/>
            </a:lvl1pPr>
          </a:lstStyle>
          <a:p>
            <a:pPr>
              <a:defRPr/>
            </a:pPr>
            <a:fld id="{67B67953-249F-4AB3-9F77-06F695F2F21E}" type="datetimeFigureOut">
              <a:rPr lang="en-US" smtClean="0"/>
              <a:pPr>
                <a:defRPr/>
              </a:pPr>
              <a:t>5/1/2019</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D061D432-3D25-4B2D-BC36-6E9AC43D319A}" type="slidenum">
              <a:rPr lang="en-US" smtClean="0"/>
              <a:pPr>
                <a:defRPr/>
              </a:pPr>
              <a:t>‹#›</a:t>
            </a:fld>
            <a:endParaRPr lang="en-US" dirty="0"/>
          </a:p>
        </p:txBody>
      </p:sp>
    </p:spTree>
    <p:extLst>
      <p:ext uri="{BB962C8B-B14F-4D97-AF65-F5344CB8AC3E}">
        <p14:creationId xmlns:p14="http://schemas.microsoft.com/office/powerpoint/2010/main" val="3692074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C00000"/>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lvl1pPr>
              <a:buClr>
                <a:srgbClr val="C00000"/>
              </a:buClr>
              <a:defRPr/>
            </a:lvl1pPr>
            <a:lvl2pPr marL="742950" indent="-285750">
              <a:buClr>
                <a:srgbClr val="C00000"/>
              </a:buClr>
              <a:buFont typeface="Courier New" panose="02070309020205020404" pitchFamily="49" charset="0"/>
              <a:buChar char="o"/>
              <a:defRPr/>
            </a:lvl2pPr>
            <a:lvl3pPr marL="1143000" indent="-228600">
              <a:buClr>
                <a:schemeClr val="accent2"/>
              </a:buClr>
              <a:buFont typeface="Wingdings" panose="05000000000000000000" pitchFamily="2" charset="2"/>
              <a:buChar char="v"/>
              <a:defRPr/>
            </a:lvl3pPr>
            <a:lvl4pPr marL="1600200" indent="-228600">
              <a:buClr>
                <a:schemeClr val="accent2"/>
              </a:buClr>
              <a:buFont typeface="Wingdings" panose="05000000000000000000" pitchFamily="2" charset="2"/>
              <a:buChar char="Ø"/>
              <a:defRPr/>
            </a:lvl4pPr>
            <a:lvl5pPr marL="2057400" indent="-228600">
              <a:buClr>
                <a:srgbClr val="C00000"/>
              </a:buClr>
              <a:buFont typeface="Wingdings" panose="05000000000000000000" pitchFamily="2" charset="2"/>
              <a:buChar char="ü"/>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D9F204F-9029-4D17-8538-7D6A6AB84D1F}" type="datetimeFigureOut">
              <a:rPr lang="en-US" smtClean="0"/>
              <a:pPr>
                <a:defRPr/>
              </a:pPr>
              <a:t>5/1/2019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6E065BF-151C-4E10-903E-17A7EA125944}" type="slidenum">
              <a:rPr lang="en-US" smtClean="0"/>
              <a:pPr>
                <a:defRPr/>
              </a:pPr>
              <a:t>‹#›</a:t>
            </a:fld>
            <a:endParaRPr lang="en-US" dirty="0"/>
          </a:p>
        </p:txBody>
      </p:sp>
    </p:spTree>
    <p:extLst>
      <p:ext uri="{BB962C8B-B14F-4D97-AF65-F5344CB8AC3E}">
        <p14:creationId xmlns:p14="http://schemas.microsoft.com/office/powerpoint/2010/main" val="3533985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lvl1pPr>
              <a:defRPr>
                <a:solidFill>
                  <a:srgbClr val="C00000"/>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lvl1pPr>
              <a:buClr>
                <a:schemeClr val="accent2"/>
              </a:buClr>
              <a:defRPr/>
            </a:lvl1pPr>
            <a:lvl2pPr marL="742950" indent="-285750">
              <a:buClr>
                <a:srgbClr val="C00000"/>
              </a:buClr>
              <a:buFont typeface="Courier New" panose="02070309020205020404" pitchFamily="49" charset="0"/>
              <a:buChar char="o"/>
              <a:defRPr/>
            </a:lvl2pPr>
            <a:lvl3pPr marL="1143000" indent="-228600">
              <a:buClr>
                <a:schemeClr val="accent2"/>
              </a:buClr>
              <a:buFont typeface="Wingdings" panose="05000000000000000000" pitchFamily="2" charset="2"/>
              <a:buChar char="v"/>
              <a:defRPr/>
            </a:lvl3pPr>
            <a:lvl4pPr marL="1600200" indent="-228600">
              <a:buClr>
                <a:schemeClr val="accent2"/>
              </a:buClr>
              <a:buFont typeface="Wingdings" panose="05000000000000000000" pitchFamily="2" charset="2"/>
              <a:buChar char="Ø"/>
              <a:defRPr/>
            </a:lvl4pPr>
            <a:lvl5pPr marL="2057400" indent="-228600">
              <a:buClr>
                <a:srgbClr val="C00000"/>
              </a:buClr>
              <a:buFont typeface="Wingdings" panose="05000000000000000000" pitchFamily="2" charset="2"/>
              <a:buChar char="ü"/>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08AA841B-1116-4015-BCC7-A99AEACDA7DF}" type="datetimeFigureOut">
              <a:rPr lang="en-US" smtClean="0"/>
              <a:pPr>
                <a:defRPr/>
              </a:pPr>
              <a:t>5/1/2019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46F8295-31D0-4B86-AFC2-1D9C865620A5}" type="slidenum">
              <a:rPr lang="en-US" smtClean="0"/>
              <a:pPr>
                <a:defRPr/>
              </a:pPr>
              <a:t>‹#›</a:t>
            </a:fld>
            <a:endParaRPr lang="en-US" dirty="0"/>
          </a:p>
        </p:txBody>
      </p:sp>
    </p:spTree>
    <p:extLst>
      <p:ext uri="{BB962C8B-B14F-4D97-AF65-F5344CB8AC3E}">
        <p14:creationId xmlns:p14="http://schemas.microsoft.com/office/powerpoint/2010/main" val="696006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EC04D79D-B5DC-49A9-804E-D82874445B2D}" type="datetimeFigureOut">
              <a:rPr lang="en-US" smtClean="0"/>
              <a:pPr>
                <a:defRPr/>
              </a:pPr>
              <a:t>5/1/2019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4B54355-50F0-4041-90EE-2E5C3821E02F}" type="slidenum">
              <a:rPr lang="en-US" smtClean="0"/>
              <a:pPr>
                <a:defRPr/>
              </a:pPr>
              <a:t>‹#›</a:t>
            </a:fld>
            <a:endParaRPr lang="en-US" dirty="0"/>
          </a:p>
        </p:txBody>
      </p:sp>
    </p:spTree>
    <p:extLst>
      <p:ext uri="{BB962C8B-B14F-4D97-AF65-F5344CB8AC3E}">
        <p14:creationId xmlns:p14="http://schemas.microsoft.com/office/powerpoint/2010/main" val="41490737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68771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pPr>
              <a:defRPr/>
            </a:pPr>
            <a:fld id="{EC04D79D-B5DC-49A9-804E-D82874445B2D}" type="datetimeFigureOut">
              <a:rPr lang="en-US"/>
              <a:pPr>
                <a:defRPr/>
              </a:pPr>
              <a:t>5/1/2019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4B54355-50F0-4041-90EE-2E5C3821E02F}" type="slidenum">
              <a:rPr lang="en-US"/>
              <a:pPr>
                <a:defRPr/>
              </a:pPr>
              <a:t>‹#›</a:t>
            </a:fld>
            <a:endParaRPr lang="en-US" dirty="0"/>
          </a:p>
        </p:txBody>
      </p:sp>
    </p:spTree>
    <p:extLst>
      <p:ext uri="{BB962C8B-B14F-4D97-AF65-F5344CB8AC3E}">
        <p14:creationId xmlns:p14="http://schemas.microsoft.com/office/powerpoint/2010/main" val="3473037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90E4F76A-C17B-40B5-A8EA-28032079AA64}" type="datetimeFigureOut">
              <a:rPr lang="en-US" smtClean="0"/>
              <a:pPr>
                <a:defRPr/>
              </a:pPr>
              <a:t>5/1/2019</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4F63E6B8-DE9E-48CD-9010-8BADB776FFB4}" type="slidenum">
              <a:rPr lang="en-US" smtClean="0"/>
              <a:pPr>
                <a:defRPr/>
              </a:pPr>
              <a:t>‹#›</a:t>
            </a:fld>
            <a:endParaRPr lang="en-US" dirty="0"/>
          </a:p>
        </p:txBody>
      </p:sp>
      <p:sp>
        <p:nvSpPr>
          <p:cNvPr id="1031" name="Rectangle 6"/>
          <p:cNvSpPr>
            <a:spLocks noChangeArrowheads="1"/>
          </p:cNvSpPr>
          <p:nvPr/>
        </p:nvSpPr>
        <p:spPr bwMode="auto">
          <a:xfrm>
            <a:off x="228600" y="6616700"/>
            <a:ext cx="7467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a:r>
              <a:rPr lang="en-US" altLang="en-US" sz="800"/>
              <a:t>© 2015 Cengage Learning. All Rights Reserved. May not be scanned, copied or duplicated, or posted to a publicly accessible website, in whole or in part.</a:t>
            </a:r>
          </a:p>
        </p:txBody>
      </p:sp>
      <p:sp>
        <p:nvSpPr>
          <p:cNvPr id="8" name="Rectangle 7">
            <a:extLst>
              <a:ext uri="{FF2B5EF4-FFF2-40B4-BE49-F238E27FC236}">
                <a16:creationId xmlns:a16="http://schemas.microsoft.com/office/drawing/2014/main" id="{9297381B-A71F-439D-967C-AED97D93B5E6}"/>
              </a:ext>
            </a:extLst>
          </p:cNvPr>
          <p:cNvSpPr>
            <a:spLocks noChangeArrowheads="1"/>
          </p:cNvSpPr>
          <p:nvPr userDrawn="1"/>
        </p:nvSpPr>
        <p:spPr bwMode="auto">
          <a:xfrm>
            <a:off x="228600" y="6616700"/>
            <a:ext cx="7467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a:defRPr/>
            </a:pPr>
            <a:r>
              <a:rPr lang="en-US" altLang="en-US" sz="800"/>
              <a:t>© 2018 </a:t>
            </a:r>
            <a:r>
              <a:rPr lang="en-US" altLang="en-US" sz="800" dirty="0"/>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350411008"/>
      </p:ext>
    </p:extLst>
  </p:cSld>
  <p:clrMap bg1="lt1" tx1="dk1" bg2="lt2" tx2="dk2" accent1="accent1" accent2="accent2" accent3="accent3" accent4="accent4" accent5="accent5" accent6="accent6" hlink="hlink" folHlink="folHlink"/>
  <p:sldLayoutIdLst>
    <p:sldLayoutId id="2147483976" r:id="rId1"/>
    <p:sldLayoutId id="2147483977" r:id="rId2"/>
    <p:sldLayoutId id="2147483978" r:id="rId3"/>
    <p:sldLayoutId id="2147483979" r:id="rId4"/>
    <p:sldLayoutId id="2147483980" r:id="rId5"/>
    <p:sldLayoutId id="2147483981" r:id="rId6"/>
    <p:sldLayoutId id="2147483982" r:id="rId7"/>
    <p:sldLayoutId id="2147483983" r:id="rId8"/>
    <p:sldLayoutId id="2147483984" r:id="rId9"/>
    <p:sldLayoutId id="2147483985" r:id="rId10"/>
    <p:sldLayoutId id="2147483986" r:id="rId11"/>
    <p:sldLayoutId id="2147483987" r:id="rId12"/>
    <p:sldLayoutId id="2147483965" r:id="rId13"/>
  </p:sldLayoutIdLst>
  <p:txStyles>
    <p:titleStyle>
      <a:lvl1pPr algn="l" rtl="0" eaLnBrk="1" fontAlgn="base" hangingPunct="1">
        <a:spcBef>
          <a:spcPct val="0"/>
        </a:spcBef>
        <a:spcAft>
          <a:spcPct val="0"/>
        </a:spcAft>
        <a:defRPr sz="3600" kern="1200">
          <a:solidFill>
            <a:schemeClr val="accent2"/>
          </a:solidFill>
          <a:latin typeface="+mj-lt"/>
          <a:ea typeface="+mj-ea"/>
          <a:cs typeface="+mj-cs"/>
        </a:defRPr>
      </a:lvl1pPr>
      <a:lvl2pPr algn="l" rtl="0" eaLnBrk="1" fontAlgn="base" hangingPunct="1">
        <a:spcBef>
          <a:spcPct val="0"/>
        </a:spcBef>
        <a:spcAft>
          <a:spcPct val="0"/>
        </a:spcAft>
        <a:defRPr sz="3600">
          <a:solidFill>
            <a:srgbClr val="00ADEE"/>
          </a:solidFill>
          <a:latin typeface="Calibri" pitchFamily="34" charset="0"/>
        </a:defRPr>
      </a:lvl2pPr>
      <a:lvl3pPr algn="l" rtl="0" eaLnBrk="1" fontAlgn="base" hangingPunct="1">
        <a:spcBef>
          <a:spcPct val="0"/>
        </a:spcBef>
        <a:spcAft>
          <a:spcPct val="0"/>
        </a:spcAft>
        <a:defRPr sz="3600">
          <a:solidFill>
            <a:srgbClr val="00ADEE"/>
          </a:solidFill>
          <a:latin typeface="Calibri" pitchFamily="34" charset="0"/>
        </a:defRPr>
      </a:lvl3pPr>
      <a:lvl4pPr algn="l" rtl="0" eaLnBrk="1" fontAlgn="base" hangingPunct="1">
        <a:spcBef>
          <a:spcPct val="0"/>
        </a:spcBef>
        <a:spcAft>
          <a:spcPct val="0"/>
        </a:spcAft>
        <a:defRPr sz="3600">
          <a:solidFill>
            <a:srgbClr val="00ADEE"/>
          </a:solidFill>
          <a:latin typeface="Calibri" pitchFamily="34" charset="0"/>
        </a:defRPr>
      </a:lvl4pPr>
      <a:lvl5pPr algn="l" rtl="0" eaLnBrk="1" fontAlgn="base" hangingPunct="1">
        <a:spcBef>
          <a:spcPct val="0"/>
        </a:spcBef>
        <a:spcAft>
          <a:spcPct val="0"/>
        </a:spcAft>
        <a:defRPr sz="3600">
          <a:solidFill>
            <a:srgbClr val="00ADEE"/>
          </a:solidFill>
          <a:latin typeface="Calibri" pitchFamily="34" charset="0"/>
        </a:defRPr>
      </a:lvl5pPr>
      <a:lvl6pPr marL="457200" algn="l" rtl="0" eaLnBrk="1" fontAlgn="base" hangingPunct="1">
        <a:spcBef>
          <a:spcPct val="0"/>
        </a:spcBef>
        <a:spcAft>
          <a:spcPct val="0"/>
        </a:spcAft>
        <a:defRPr sz="3600">
          <a:solidFill>
            <a:srgbClr val="687718"/>
          </a:solidFill>
          <a:latin typeface="Calibri" pitchFamily="34" charset="0"/>
        </a:defRPr>
      </a:lvl6pPr>
      <a:lvl7pPr marL="914400" algn="l" rtl="0" eaLnBrk="1" fontAlgn="base" hangingPunct="1">
        <a:spcBef>
          <a:spcPct val="0"/>
        </a:spcBef>
        <a:spcAft>
          <a:spcPct val="0"/>
        </a:spcAft>
        <a:defRPr sz="3600">
          <a:solidFill>
            <a:srgbClr val="687718"/>
          </a:solidFill>
          <a:latin typeface="Calibri" pitchFamily="34" charset="0"/>
        </a:defRPr>
      </a:lvl7pPr>
      <a:lvl8pPr marL="1371600" algn="l" rtl="0" eaLnBrk="1" fontAlgn="base" hangingPunct="1">
        <a:spcBef>
          <a:spcPct val="0"/>
        </a:spcBef>
        <a:spcAft>
          <a:spcPct val="0"/>
        </a:spcAft>
        <a:defRPr sz="3600">
          <a:solidFill>
            <a:srgbClr val="687718"/>
          </a:solidFill>
          <a:latin typeface="Calibri" pitchFamily="34" charset="0"/>
        </a:defRPr>
      </a:lvl8pPr>
      <a:lvl9pPr marL="1828800" algn="l" rtl="0" eaLnBrk="1" fontAlgn="base" hangingPunct="1">
        <a:spcBef>
          <a:spcPct val="0"/>
        </a:spcBef>
        <a:spcAft>
          <a:spcPct val="0"/>
        </a:spcAft>
        <a:defRPr sz="3600">
          <a:solidFill>
            <a:srgbClr val="687718"/>
          </a:solidFill>
          <a:latin typeface="Calibri" pitchFamily="34" charset="0"/>
        </a:defRPr>
      </a:lvl9pPr>
    </p:titleStyle>
    <p:bodyStyle>
      <a:lvl1pPr marL="342900" indent="-342900" algn="l" rtl="0" eaLnBrk="1" fontAlgn="base" hangingPunct="1">
        <a:spcBef>
          <a:spcPct val="20000"/>
        </a:spcBef>
        <a:spcAft>
          <a:spcPct val="0"/>
        </a:spcAft>
        <a:buClr>
          <a:schemeClr val="accent2"/>
        </a:buClr>
        <a:buSzPct val="100000"/>
        <a:buFont typeface="Arial" charset="0"/>
        <a:buChar char="•"/>
        <a:defRPr sz="28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2"/>
        </a:buClr>
        <a:buSzPct val="100000"/>
        <a:buFont typeface="Courier New" panose="02070309020205020404" pitchFamily="49" charset="0"/>
        <a:buChar char="o"/>
        <a:defRPr sz="24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accent2"/>
        </a:buClr>
        <a:buSzPct val="100000"/>
        <a:buFont typeface="Wingdings" panose="05000000000000000000" pitchFamily="2" charset="2"/>
        <a:buChar char="v"/>
        <a:defRPr sz="20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accent2"/>
        </a:buClr>
        <a:buSzPct val="100000"/>
        <a:buFont typeface="Wingdings" panose="05000000000000000000" pitchFamily="2" charset="2"/>
        <a:buChar char="Ø"/>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rgbClr val="C00000"/>
        </a:buClr>
        <a:buSzPct val="100000"/>
        <a:buFont typeface="Wingdings" panose="05000000000000000000" pitchFamily="2" charset="2"/>
        <a:buChar char="ü"/>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ubtitle 2"/>
          <p:cNvSpPr>
            <a:spLocks noGrp="1"/>
          </p:cNvSpPr>
          <p:nvPr>
            <p:ph type="subTitle" idx="1"/>
          </p:nvPr>
        </p:nvSpPr>
        <p:spPr/>
        <p:txBody>
          <a:bodyPr/>
          <a:lstStyle/>
          <a:p>
            <a:pPr eaLnBrk="1" hangingPunct="1"/>
            <a:r>
              <a:rPr lang="en-US" altLang="en-US" dirty="0"/>
              <a:t>Managing Risk</a:t>
            </a:r>
          </a:p>
        </p:txBody>
      </p:sp>
      <p:pic>
        <p:nvPicPr>
          <p:cNvPr id="2" name="Picture 1">
            <a:extLst>
              <a:ext uri="{FF2B5EF4-FFF2-40B4-BE49-F238E27FC236}">
                <a16:creationId xmlns:a16="http://schemas.microsoft.com/office/drawing/2014/main" id="{F094AAEB-68DE-4518-8BDF-7703DE549274}"/>
              </a:ext>
            </a:extLst>
          </p:cNvPr>
          <p:cNvPicPr>
            <a:picLocks noChangeAspect="1"/>
          </p:cNvPicPr>
          <p:nvPr/>
        </p:nvPicPr>
        <p:blipFill>
          <a:blip r:embed="rId3"/>
          <a:stretch>
            <a:fillRect/>
          </a:stretch>
        </p:blipFill>
        <p:spPr>
          <a:xfrm>
            <a:off x="533400" y="1600200"/>
            <a:ext cx="4352925" cy="11620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3"/>
          <p:cNvSpPr>
            <a:spLocks noGrp="1"/>
          </p:cNvSpPr>
          <p:nvPr>
            <p:ph type="title"/>
          </p:nvPr>
        </p:nvSpPr>
        <p:spPr/>
        <p:txBody>
          <a:bodyPr/>
          <a:lstStyle/>
          <a:p>
            <a:pPr eaLnBrk="1" hangingPunct="1"/>
            <a:r>
              <a:rPr lang="en-US" altLang="en-US" dirty="0"/>
              <a:t>Chapter Concepts</a:t>
            </a:r>
          </a:p>
        </p:txBody>
      </p:sp>
      <p:sp>
        <p:nvSpPr>
          <p:cNvPr id="12291" name="Content Placeholder 4"/>
          <p:cNvSpPr>
            <a:spLocks noGrp="1"/>
          </p:cNvSpPr>
          <p:nvPr>
            <p:ph idx="1"/>
          </p:nvPr>
        </p:nvSpPr>
        <p:spPr/>
        <p:txBody>
          <a:bodyPr/>
          <a:lstStyle/>
          <a:p>
            <a:pPr eaLnBrk="1" hangingPunct="1"/>
            <a:r>
              <a:rPr lang="en-US" altLang="en-US"/>
              <a:t>Identifying risks and their potential impact</a:t>
            </a:r>
          </a:p>
          <a:p>
            <a:pPr eaLnBrk="1" hangingPunct="1"/>
            <a:r>
              <a:rPr lang="en-US" altLang="en-US"/>
              <a:t>Assessing the likelihood of occurrence and degree of impact of risks</a:t>
            </a:r>
          </a:p>
          <a:p>
            <a:pPr eaLnBrk="1" hangingPunct="1"/>
            <a:r>
              <a:rPr lang="en-US" altLang="en-US"/>
              <a:t>Risk response planning</a:t>
            </a:r>
          </a:p>
          <a:p>
            <a:pPr eaLnBrk="1" hangingPunct="1"/>
            <a:r>
              <a:rPr lang="en-US" altLang="en-US"/>
              <a:t>Controlling risks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dirty="0"/>
              <a:t>Learning Outcomes</a:t>
            </a:r>
          </a:p>
        </p:txBody>
      </p:sp>
      <p:sp>
        <p:nvSpPr>
          <p:cNvPr id="13315" name="Content Placeholder 3"/>
          <p:cNvSpPr>
            <a:spLocks noGrp="1"/>
          </p:cNvSpPr>
          <p:nvPr>
            <p:ph idx="1"/>
          </p:nvPr>
        </p:nvSpPr>
        <p:spPr/>
        <p:txBody>
          <a:bodyPr/>
          <a:lstStyle/>
          <a:p>
            <a:pPr eaLnBrk="1" hangingPunct="1"/>
            <a:r>
              <a:rPr lang="en-US" altLang="en-US" dirty="0"/>
              <a:t>Discuss what is involved in managing risks</a:t>
            </a:r>
          </a:p>
          <a:p>
            <a:pPr eaLnBrk="1" hangingPunct="1"/>
            <a:r>
              <a:rPr lang="en-US" altLang="en-US" dirty="0"/>
              <a:t>Identify and </a:t>
            </a:r>
            <a:r>
              <a:rPr lang="en-US" altLang="en-US" dirty="0" err="1"/>
              <a:t>categorise</a:t>
            </a:r>
            <a:r>
              <a:rPr lang="en-US" altLang="en-US" dirty="0"/>
              <a:t> risks</a:t>
            </a:r>
          </a:p>
          <a:p>
            <a:pPr eaLnBrk="1" hangingPunct="1"/>
            <a:r>
              <a:rPr lang="en-US" altLang="en-US" dirty="0"/>
              <a:t>Assess and </a:t>
            </a:r>
            <a:r>
              <a:rPr lang="en-US" altLang="en-US" dirty="0" err="1"/>
              <a:t>prioritise</a:t>
            </a:r>
            <a:r>
              <a:rPr lang="en-US" altLang="en-US" dirty="0"/>
              <a:t> risks</a:t>
            </a:r>
          </a:p>
          <a:p>
            <a:pPr eaLnBrk="1" hangingPunct="1"/>
            <a:r>
              <a:rPr lang="en-US" altLang="en-US" dirty="0"/>
              <a:t>Prepare a risk response plan</a:t>
            </a:r>
          </a:p>
          <a:p>
            <a:pPr eaLnBrk="1" hangingPunct="1"/>
            <a:r>
              <a:rPr lang="en-US" altLang="en-US" dirty="0"/>
              <a:t>Develop a risk assessment matrix</a:t>
            </a:r>
          </a:p>
          <a:p>
            <a:pPr eaLnBrk="1" hangingPunct="1"/>
            <a:r>
              <a:rPr lang="en-US" altLang="en-US" dirty="0"/>
              <a:t>Control risks</a:t>
            </a:r>
          </a:p>
          <a:p>
            <a:pPr eaLnBrk="1" hangingPunct="1"/>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3"/>
          <p:cNvSpPr>
            <a:spLocks noGrp="1"/>
          </p:cNvSpPr>
          <p:nvPr>
            <p:ph type="title"/>
          </p:nvPr>
        </p:nvSpPr>
        <p:spPr/>
        <p:txBody>
          <a:bodyPr/>
          <a:lstStyle/>
          <a:p>
            <a:pPr eaLnBrk="1" hangingPunct="1"/>
            <a:r>
              <a:rPr lang="en-US" altLang="en-US"/>
              <a:t>Project Risk Management</a:t>
            </a:r>
          </a:p>
        </p:txBody>
      </p:sp>
      <p:sp>
        <p:nvSpPr>
          <p:cNvPr id="14339" name="Text Placeholder 4"/>
          <p:cNvSpPr>
            <a:spLocks noGrp="1"/>
          </p:cNvSpPr>
          <p:nvPr>
            <p:ph type="body" idx="1"/>
          </p:nvPr>
        </p:nvSpPr>
        <p:spPr>
          <a:xfrm>
            <a:off x="152400" y="1905000"/>
            <a:ext cx="3581400" cy="890587"/>
          </a:xfrm>
        </p:spPr>
        <p:txBody>
          <a:bodyPr/>
          <a:lstStyle/>
          <a:p>
            <a:pPr eaLnBrk="1" hangingPunct="1"/>
            <a:r>
              <a:rPr lang="en-US" altLang="en-US" dirty="0"/>
              <a:t>Project Management Knowledge Areas from </a:t>
            </a:r>
            <a:r>
              <a:rPr lang="en-US" altLang="en-US" i="1" dirty="0"/>
              <a:t>PMBOK® Guide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6"/>
          <p:cNvSpPr>
            <a:spLocks noGrp="1"/>
          </p:cNvSpPr>
          <p:nvPr>
            <p:ph type="title"/>
          </p:nvPr>
        </p:nvSpPr>
        <p:spPr/>
        <p:txBody>
          <a:bodyPr/>
          <a:lstStyle/>
          <a:p>
            <a:pPr eaLnBrk="1" hangingPunct="1"/>
            <a:r>
              <a:rPr lang="en-US" altLang="en-US" dirty="0"/>
              <a:t>Identify Risks</a:t>
            </a:r>
          </a:p>
        </p:txBody>
      </p:sp>
      <p:sp>
        <p:nvSpPr>
          <p:cNvPr id="15363" name="Content Placeholder 7"/>
          <p:cNvSpPr>
            <a:spLocks noGrp="1"/>
          </p:cNvSpPr>
          <p:nvPr>
            <p:ph idx="1"/>
          </p:nvPr>
        </p:nvSpPr>
        <p:spPr/>
        <p:txBody>
          <a:bodyPr/>
          <a:lstStyle/>
          <a:p>
            <a:pPr eaLnBrk="1" hangingPunct="1"/>
            <a:r>
              <a:rPr lang="en-US" altLang="en-US" dirty="0"/>
              <a:t>Can </a:t>
            </a:r>
            <a:r>
              <a:rPr lang="en-US" altLang="en-US" dirty="0" err="1"/>
              <a:t>jeopardise</a:t>
            </a:r>
            <a:r>
              <a:rPr lang="en-US" altLang="en-US" dirty="0"/>
              <a:t> achieving the project objective</a:t>
            </a:r>
          </a:p>
          <a:p>
            <a:pPr eaLnBrk="1" hangingPunct="1"/>
            <a:r>
              <a:rPr lang="en-US" altLang="en-US" dirty="0"/>
              <a:t>Brainstorm sources of risks</a:t>
            </a:r>
          </a:p>
          <a:p>
            <a:pPr eaLnBrk="1" hangingPunct="1"/>
            <a:r>
              <a:rPr lang="en-US" altLang="en-US" dirty="0"/>
              <a:t>Establish categories for risks and evaluate</a:t>
            </a:r>
          </a:p>
          <a:p>
            <a:pPr eaLnBrk="1" hangingPunct="1"/>
            <a:r>
              <a:rPr lang="en-US" altLang="en-US" dirty="0"/>
              <a:t>Use historical information</a:t>
            </a:r>
          </a:p>
          <a:p>
            <a:pPr eaLnBrk="1" hangingPunct="1"/>
            <a:r>
              <a:rPr lang="en-US" altLang="en-US" dirty="0"/>
              <a:t>Progressively elaborate and identify new risks as more information becomes available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altLang="en-US" dirty="0"/>
              <a:t>Assess Risks</a:t>
            </a:r>
          </a:p>
        </p:txBody>
      </p:sp>
      <p:sp>
        <p:nvSpPr>
          <p:cNvPr id="16387" name="Content Placeholder 2"/>
          <p:cNvSpPr>
            <a:spLocks noGrp="1"/>
          </p:cNvSpPr>
          <p:nvPr>
            <p:ph idx="1"/>
          </p:nvPr>
        </p:nvSpPr>
        <p:spPr/>
        <p:txBody>
          <a:bodyPr/>
          <a:lstStyle/>
          <a:p>
            <a:pPr eaLnBrk="1" hangingPunct="1"/>
            <a:r>
              <a:rPr lang="en-US" altLang="en-US" dirty="0"/>
              <a:t>Determine the likelihood the risk event will occur </a:t>
            </a:r>
          </a:p>
          <a:p>
            <a:pPr eaLnBrk="1" hangingPunct="1"/>
            <a:r>
              <a:rPr lang="en-US" altLang="en-US" dirty="0"/>
              <a:t>Evaluate degree of impact on the project objective</a:t>
            </a:r>
          </a:p>
          <a:p>
            <a:pPr eaLnBrk="1" hangingPunct="1"/>
            <a:r>
              <a:rPr lang="en-US" altLang="en-US" dirty="0" err="1"/>
              <a:t>Prioritise</a:t>
            </a:r>
            <a:r>
              <a:rPr lang="en-US" altLang="en-US" dirty="0"/>
              <a:t> </a:t>
            </a:r>
          </a:p>
          <a:p>
            <a:pPr lvl="1" eaLnBrk="1" hangingPunct="1"/>
            <a:r>
              <a:rPr lang="en-US" altLang="en-US" dirty="0"/>
              <a:t>Likelihood of occurrence and degree of impact</a:t>
            </a:r>
          </a:p>
          <a:p>
            <a:pPr lvl="1" eaLnBrk="1" hangingPunct="1"/>
            <a:r>
              <a:rPr lang="en-US" altLang="en-US" dirty="0"/>
              <a:t>Position relative to the critical path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ltLang="en-US" dirty="0"/>
              <a:t>Risk assessment matrix </a:t>
            </a:r>
          </a:p>
        </p:txBody>
      </p:sp>
      <p:sp>
        <p:nvSpPr>
          <p:cNvPr id="3" name="Content Placeholder 2">
            <a:extLst>
              <a:ext uri="{FF2B5EF4-FFF2-40B4-BE49-F238E27FC236}">
                <a16:creationId xmlns:a16="http://schemas.microsoft.com/office/drawing/2014/main" id="{268A46D9-CC1A-4D82-90C4-86905B23F4E1}"/>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7B0F1770-8EA1-411C-9A9C-BED228B9E691}"/>
              </a:ext>
            </a:extLst>
          </p:cNvPr>
          <p:cNvPicPr>
            <a:picLocks noChangeAspect="1"/>
          </p:cNvPicPr>
          <p:nvPr/>
        </p:nvPicPr>
        <p:blipFill>
          <a:blip r:embed="rId3"/>
          <a:stretch>
            <a:fillRect/>
          </a:stretch>
        </p:blipFill>
        <p:spPr>
          <a:xfrm>
            <a:off x="235470" y="1417638"/>
            <a:ext cx="8673059" cy="477806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altLang="en-US" dirty="0"/>
              <a:t>Plan Risk Responses</a:t>
            </a:r>
          </a:p>
        </p:txBody>
      </p:sp>
      <p:sp>
        <p:nvSpPr>
          <p:cNvPr id="18435" name="Content Placeholder 2"/>
          <p:cNvSpPr>
            <a:spLocks noGrp="1"/>
          </p:cNvSpPr>
          <p:nvPr>
            <p:ph idx="1"/>
          </p:nvPr>
        </p:nvSpPr>
        <p:spPr/>
        <p:txBody>
          <a:bodyPr/>
          <a:lstStyle/>
          <a:p>
            <a:pPr eaLnBrk="1" hangingPunct="1"/>
            <a:r>
              <a:rPr lang="en-US" altLang="en-US"/>
              <a:t>Set of actions </a:t>
            </a:r>
          </a:p>
          <a:p>
            <a:pPr lvl="1" eaLnBrk="1" hangingPunct="1"/>
            <a:r>
              <a:rPr lang="en-US" altLang="en-US"/>
              <a:t>Prevent or reduce the likelihood of occurrence or the impact of a risk</a:t>
            </a:r>
          </a:p>
          <a:p>
            <a:pPr lvl="1" eaLnBrk="1" hangingPunct="1"/>
            <a:r>
              <a:rPr lang="en-US" altLang="en-US"/>
              <a:t>Implement if the risk event occurs</a:t>
            </a:r>
          </a:p>
          <a:p>
            <a:pPr eaLnBrk="1" hangingPunct="1"/>
            <a:r>
              <a:rPr lang="en-US" altLang="en-US"/>
              <a:t>Establishes a trigger point for implementing an action</a:t>
            </a:r>
          </a:p>
          <a:p>
            <a:pPr eaLnBrk="1" hangingPunct="1"/>
            <a:r>
              <a:rPr lang="en-US" altLang="en-US"/>
              <a:t>Assigns responsibility for implementation</a:t>
            </a:r>
          </a:p>
          <a:p>
            <a:pPr eaLnBrk="1" hangingPunct="1"/>
            <a:r>
              <a:rPr lang="en-US" altLang="en-US"/>
              <a:t>Avoid, mitigate, or accept the risk</a:t>
            </a:r>
          </a:p>
          <a:p>
            <a:pPr eaLnBrk="1" hangingPunct="1"/>
            <a:r>
              <a:rPr lang="en-US" altLang="en-US"/>
              <a:t>Include a contingency fund to cover implementation cost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0" y="609600"/>
            <a:ext cx="8229600" cy="1143000"/>
          </a:xfrm>
        </p:spPr>
        <p:txBody>
          <a:bodyPr/>
          <a:lstStyle/>
          <a:p>
            <a:pPr eaLnBrk="1" hangingPunct="1"/>
            <a:r>
              <a:rPr lang="en-US" altLang="en-US" dirty="0"/>
              <a:t>Managing Risks </a:t>
            </a:r>
            <a:br>
              <a:rPr lang="en-US" altLang="en-US" dirty="0"/>
            </a:br>
            <a:r>
              <a:rPr lang="en-US" altLang="en-US" dirty="0"/>
              <a:t>for Information Systems Development</a:t>
            </a:r>
          </a:p>
        </p:txBody>
      </p:sp>
      <p:sp>
        <p:nvSpPr>
          <p:cNvPr id="19459" name="Content Placeholder 2"/>
          <p:cNvSpPr>
            <a:spLocks noGrp="1"/>
          </p:cNvSpPr>
          <p:nvPr>
            <p:ph idx="1"/>
          </p:nvPr>
        </p:nvSpPr>
        <p:spPr>
          <a:xfrm>
            <a:off x="457200" y="1981200"/>
            <a:ext cx="8229600" cy="4525963"/>
          </a:xfrm>
        </p:spPr>
        <p:txBody>
          <a:bodyPr/>
          <a:lstStyle/>
          <a:p>
            <a:pPr eaLnBrk="1" hangingPunct="1"/>
            <a:r>
              <a:rPr lang="en-US" altLang="en-US" dirty="0"/>
              <a:t>Risks can be </a:t>
            </a:r>
            <a:r>
              <a:rPr lang="en-US" altLang="en-US" dirty="0" err="1"/>
              <a:t>categorised</a:t>
            </a:r>
            <a:r>
              <a:rPr lang="en-US" altLang="en-US" dirty="0"/>
              <a:t> into seven types </a:t>
            </a:r>
          </a:p>
          <a:p>
            <a:pPr lvl="1" eaLnBrk="1" hangingPunct="1"/>
            <a:r>
              <a:rPr lang="en-US" altLang="en-US" dirty="0"/>
              <a:t>Technological risk</a:t>
            </a:r>
          </a:p>
          <a:p>
            <a:pPr lvl="1" eaLnBrk="1" hangingPunct="1"/>
            <a:r>
              <a:rPr lang="en-US" altLang="en-US" dirty="0"/>
              <a:t>Human risk</a:t>
            </a:r>
          </a:p>
          <a:p>
            <a:pPr lvl="1" eaLnBrk="1" hangingPunct="1"/>
            <a:r>
              <a:rPr lang="en-US" altLang="en-US" dirty="0"/>
              <a:t>Usability risk</a:t>
            </a:r>
          </a:p>
          <a:p>
            <a:pPr lvl="1" eaLnBrk="1" hangingPunct="1"/>
            <a:r>
              <a:rPr lang="en-US" altLang="en-US" dirty="0"/>
              <a:t>Project team risk</a:t>
            </a:r>
          </a:p>
          <a:p>
            <a:pPr lvl="1" eaLnBrk="1" hangingPunct="1"/>
            <a:r>
              <a:rPr lang="en-US" altLang="en-US" dirty="0"/>
              <a:t>Project risk</a:t>
            </a:r>
          </a:p>
          <a:p>
            <a:pPr lvl="1" eaLnBrk="1" hangingPunct="1"/>
            <a:r>
              <a:rPr lang="en-US" altLang="en-US" dirty="0" err="1"/>
              <a:t>Organisational</a:t>
            </a:r>
            <a:r>
              <a:rPr lang="en-US" altLang="en-US" dirty="0"/>
              <a:t> risk</a:t>
            </a:r>
          </a:p>
          <a:p>
            <a:pPr lvl="1" eaLnBrk="1" hangingPunct="1"/>
            <a:r>
              <a:rPr lang="en-US" altLang="en-US" dirty="0"/>
              <a:t>Strategic and political risk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US" altLang="en-US" dirty="0"/>
              <a:t>IS example: risk assessment matrix</a:t>
            </a:r>
          </a:p>
        </p:txBody>
      </p:sp>
      <p:sp>
        <p:nvSpPr>
          <p:cNvPr id="3" name="Content Placeholder 2">
            <a:extLst>
              <a:ext uri="{FF2B5EF4-FFF2-40B4-BE49-F238E27FC236}">
                <a16:creationId xmlns:a16="http://schemas.microsoft.com/office/drawing/2014/main" id="{6FBFEBCF-C4DC-43F7-9F27-B85605DAF664}"/>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36D8B083-8AE1-4C44-A3DC-9CE13807AF03}"/>
              </a:ext>
            </a:extLst>
          </p:cNvPr>
          <p:cNvPicPr>
            <a:picLocks noChangeAspect="1"/>
          </p:cNvPicPr>
          <p:nvPr/>
        </p:nvPicPr>
        <p:blipFill>
          <a:blip r:embed="rId3"/>
          <a:stretch>
            <a:fillRect/>
          </a:stretch>
        </p:blipFill>
        <p:spPr>
          <a:xfrm>
            <a:off x="762000" y="1143000"/>
            <a:ext cx="6881812" cy="520536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idx="1"/>
          </p:nvPr>
        </p:nvSpPr>
        <p:spPr/>
        <p:txBody>
          <a:bodyPr/>
          <a:lstStyle/>
          <a:p>
            <a:pPr eaLnBrk="1" hangingPunct="1">
              <a:lnSpc>
                <a:spcPct val="90000"/>
              </a:lnSpc>
            </a:pPr>
            <a:r>
              <a:rPr lang="en-US" altLang="en-US" smtClean="0"/>
              <a:t>Often follows qualitative risk analysis, but both can be done together</a:t>
            </a:r>
          </a:p>
          <a:p>
            <a:pPr eaLnBrk="1" hangingPunct="1">
              <a:lnSpc>
                <a:spcPct val="90000"/>
              </a:lnSpc>
            </a:pPr>
            <a:r>
              <a:rPr lang="en-US" altLang="en-US" smtClean="0"/>
              <a:t>Large, complex projects involving leading edge technologies often require extensive quantitative risk analysis</a:t>
            </a:r>
          </a:p>
          <a:p>
            <a:pPr eaLnBrk="1" hangingPunct="1">
              <a:lnSpc>
                <a:spcPct val="90000"/>
              </a:lnSpc>
            </a:pPr>
            <a:r>
              <a:rPr lang="en-US" altLang="en-US" smtClean="0"/>
              <a:t>Main techniques include:</a:t>
            </a:r>
          </a:p>
          <a:p>
            <a:pPr lvl="1" eaLnBrk="1" hangingPunct="1">
              <a:lnSpc>
                <a:spcPct val="90000"/>
              </a:lnSpc>
            </a:pPr>
            <a:r>
              <a:rPr lang="en-US" altLang="en-US" smtClean="0"/>
              <a:t>Decision tree analysis</a:t>
            </a:r>
          </a:p>
          <a:p>
            <a:pPr lvl="1" eaLnBrk="1" hangingPunct="1">
              <a:lnSpc>
                <a:spcPct val="90000"/>
              </a:lnSpc>
            </a:pPr>
            <a:r>
              <a:rPr lang="en-US" altLang="en-US" smtClean="0"/>
              <a:t>Simulation</a:t>
            </a:r>
          </a:p>
          <a:p>
            <a:pPr lvl="1" eaLnBrk="1" hangingPunct="1">
              <a:lnSpc>
                <a:spcPct val="90000"/>
              </a:lnSpc>
            </a:pPr>
            <a:r>
              <a:rPr lang="en-US" altLang="en-US" smtClean="0"/>
              <a:t>Sensitivity analysis</a:t>
            </a:r>
          </a:p>
        </p:txBody>
      </p:sp>
      <p:sp>
        <p:nvSpPr>
          <p:cNvPr id="53250" name="Rectangle 2"/>
          <p:cNvSpPr>
            <a:spLocks noGrp="1" noChangeArrowheads="1"/>
          </p:cNvSpPr>
          <p:nvPr>
            <p:ph type="title"/>
          </p:nvPr>
        </p:nvSpPr>
        <p:spPr>
          <a:xfrm>
            <a:off x="381000" y="274638"/>
            <a:ext cx="8305800" cy="868362"/>
          </a:xfrm>
        </p:spPr>
        <p:txBody>
          <a:bodyPr>
            <a:normAutofit/>
          </a:bodyPr>
          <a:lstStyle/>
          <a:p>
            <a:pPr eaLnBrk="1" hangingPunct="1">
              <a:defRPr/>
            </a:pPr>
            <a:r>
              <a:rPr lang="en-US" dirty="0" smtClean="0"/>
              <a:t>Performing Quantitative Risk Analysis</a:t>
            </a:r>
          </a:p>
        </p:txBody>
      </p:sp>
      <p:sp>
        <p:nvSpPr>
          <p:cNvPr id="6" name="Slide Number Placeholder 5"/>
          <p:cNvSpPr>
            <a:spLocks noGrp="1"/>
          </p:cNvSpPr>
          <p:nvPr>
            <p:ph type="sldNum" sz="quarter" idx="10"/>
          </p:nvPr>
        </p:nvSpPr>
        <p:spPr/>
        <p:txBody>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fld id="{39D564F4-0891-416D-801E-E24474F5621F}" type="slidenum">
              <a:rPr lang="en-US" altLang="en-US" sz="1200"/>
              <a:pPr eaLnBrk="1" hangingPunct="1"/>
              <a:t>11</a:t>
            </a:fld>
            <a:endParaRPr lang="en-US" altLang="en-US" sz="1200"/>
          </a:p>
        </p:txBody>
      </p:sp>
    </p:spTree>
    <p:extLst>
      <p:ext uri="{BB962C8B-B14F-4D97-AF65-F5344CB8AC3E}">
        <p14:creationId xmlns:p14="http://schemas.microsoft.com/office/powerpoint/2010/main" val="2505055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Grp="1" noChangeArrowheads="1"/>
          </p:cNvSpPr>
          <p:nvPr>
            <p:ph idx="1"/>
          </p:nvPr>
        </p:nvSpPr>
        <p:spPr>
          <a:xfrm>
            <a:off x="381000" y="1524000"/>
            <a:ext cx="8458200" cy="4724400"/>
          </a:xfrm>
        </p:spPr>
        <p:txBody>
          <a:bodyPr/>
          <a:lstStyle/>
          <a:p>
            <a:pPr eaLnBrk="1" hangingPunct="1"/>
            <a:r>
              <a:rPr lang="en-US" altLang="en-US" smtClean="0"/>
              <a:t>A </a:t>
            </a:r>
            <a:r>
              <a:rPr lang="en-US" altLang="en-US" b="1" smtClean="0"/>
              <a:t>decision tree</a:t>
            </a:r>
            <a:r>
              <a:rPr lang="en-US" altLang="en-US" smtClean="0"/>
              <a:t> is a diagramming analysis technique used to help select the best course of action in situations in which future outcomes are uncertain</a:t>
            </a:r>
          </a:p>
          <a:p>
            <a:pPr eaLnBrk="1" hangingPunct="1"/>
            <a:r>
              <a:rPr lang="en-US" altLang="en-US" b="1" smtClean="0"/>
              <a:t>Estimated monetary value (EMV)</a:t>
            </a:r>
            <a:r>
              <a:rPr lang="en-US" altLang="en-US" smtClean="0"/>
              <a:t> is the product of a risk event probability and the risk event’s monetary value</a:t>
            </a:r>
          </a:p>
          <a:p>
            <a:pPr eaLnBrk="1" hangingPunct="1"/>
            <a:r>
              <a:rPr lang="en-US" altLang="en-US" smtClean="0"/>
              <a:t>You can draw a decision tree to help find the EMV </a:t>
            </a:r>
          </a:p>
        </p:txBody>
      </p:sp>
      <p:sp>
        <p:nvSpPr>
          <p:cNvPr id="54274" name="Rectangle 2"/>
          <p:cNvSpPr>
            <a:spLocks noGrp="1" noChangeArrowheads="1"/>
          </p:cNvSpPr>
          <p:nvPr>
            <p:ph type="title"/>
          </p:nvPr>
        </p:nvSpPr>
        <p:spPr/>
        <p:txBody>
          <a:bodyPr>
            <a:normAutofit fontScale="90000"/>
          </a:bodyPr>
          <a:lstStyle/>
          <a:p>
            <a:pPr eaLnBrk="1" hangingPunct="1">
              <a:defRPr/>
            </a:pPr>
            <a:r>
              <a:rPr lang="en-US" dirty="0" smtClean="0"/>
              <a:t>Decision Trees and Expected Monetary Value (EMV)</a:t>
            </a:r>
          </a:p>
        </p:txBody>
      </p:sp>
      <p:sp>
        <p:nvSpPr>
          <p:cNvPr id="6" name="Slide Number Placeholder 5"/>
          <p:cNvSpPr>
            <a:spLocks noGrp="1"/>
          </p:cNvSpPr>
          <p:nvPr>
            <p:ph type="sldNum" sz="quarter" idx="10"/>
          </p:nvPr>
        </p:nvSpPr>
        <p:spPr/>
        <p:txBody>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fld id="{A0AC8FFB-F9A1-45D5-AD75-8A69CBA567D3}" type="slidenum">
              <a:rPr lang="en-US" altLang="en-US" sz="1200"/>
              <a:pPr eaLnBrk="1" hangingPunct="1"/>
              <a:t>12</a:t>
            </a:fld>
            <a:endParaRPr lang="en-US" altLang="en-US" sz="1200"/>
          </a:p>
        </p:txBody>
      </p:sp>
    </p:spTree>
    <p:extLst>
      <p:ext uri="{BB962C8B-B14F-4D97-AF65-F5344CB8AC3E}">
        <p14:creationId xmlns:p14="http://schemas.microsoft.com/office/powerpoint/2010/main" val="1952821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ormAutofit fontScale="90000"/>
          </a:bodyPr>
          <a:lstStyle/>
          <a:p>
            <a:pPr eaLnBrk="1" hangingPunct="1">
              <a:defRPr/>
            </a:pPr>
            <a:r>
              <a:rPr lang="en-US" dirty="0" smtClean="0"/>
              <a:t>Figure 11-7. Expected Monetary Value (EMV) Example</a:t>
            </a:r>
          </a:p>
        </p:txBody>
      </p:sp>
      <p:sp>
        <p:nvSpPr>
          <p:cNvPr id="6" name="Slide Number Placeholder 5"/>
          <p:cNvSpPr>
            <a:spLocks noGrp="1"/>
          </p:cNvSpPr>
          <p:nvPr>
            <p:ph type="sldNum" sz="quarter" idx="10"/>
          </p:nvPr>
        </p:nvSpPr>
        <p:spPr/>
        <p:txBody>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fld id="{922AC274-0DCE-4804-BE5A-593657EF6E11}" type="slidenum">
              <a:rPr lang="en-US" altLang="en-US" sz="1200"/>
              <a:pPr eaLnBrk="1" hangingPunct="1"/>
              <a:t>13</a:t>
            </a:fld>
            <a:endParaRPr lang="en-US" altLang="en-US" sz="1200"/>
          </a:p>
        </p:txBody>
      </p:sp>
      <p:pic>
        <p:nvPicPr>
          <p:cNvPr id="59396" name="Picture 6" descr="86921_11_F07.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47800"/>
            <a:ext cx="7315200" cy="482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232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US" altLang="en-US" dirty="0"/>
              <a:t>Critical Success Factors </a:t>
            </a:r>
          </a:p>
        </p:txBody>
      </p:sp>
      <p:sp>
        <p:nvSpPr>
          <p:cNvPr id="43011" name="Content Placeholder 2"/>
          <p:cNvSpPr>
            <a:spLocks noGrp="1"/>
          </p:cNvSpPr>
          <p:nvPr>
            <p:ph idx="1"/>
          </p:nvPr>
        </p:nvSpPr>
        <p:spPr>
          <a:xfrm>
            <a:off x="457200" y="1600200"/>
            <a:ext cx="8229600" cy="4297363"/>
          </a:xfrm>
        </p:spPr>
        <p:txBody>
          <a:bodyPr/>
          <a:lstStyle/>
          <a:p>
            <a:pPr eaLnBrk="1" hangingPunct="1"/>
            <a:r>
              <a:rPr lang="en-US" altLang="en-US" b="1" dirty="0"/>
              <a:t>Identify risks </a:t>
            </a:r>
            <a:r>
              <a:rPr lang="en-US" altLang="en-US" dirty="0"/>
              <a:t>and their </a:t>
            </a:r>
            <a:r>
              <a:rPr lang="en-US" altLang="en-US" b="1" dirty="0"/>
              <a:t>potential impacts </a:t>
            </a:r>
            <a:r>
              <a:rPr lang="en-US" altLang="en-US" dirty="0"/>
              <a:t>before the project starts.</a:t>
            </a:r>
          </a:p>
          <a:p>
            <a:pPr eaLnBrk="1" hangingPunct="1"/>
            <a:r>
              <a:rPr lang="en-US" altLang="en-US" b="1" dirty="0"/>
              <a:t>Involve</a:t>
            </a:r>
            <a:r>
              <a:rPr lang="en-US" altLang="en-US" dirty="0"/>
              <a:t> the </a:t>
            </a:r>
            <a:r>
              <a:rPr lang="en-US" altLang="en-US" b="1" dirty="0"/>
              <a:t>project team </a:t>
            </a:r>
            <a:r>
              <a:rPr lang="en-US" altLang="en-US" dirty="0"/>
              <a:t>or experts in assessing risks.</a:t>
            </a:r>
          </a:p>
          <a:p>
            <a:pPr eaLnBrk="1" hangingPunct="1"/>
            <a:r>
              <a:rPr lang="en-US" altLang="en-US" b="1" dirty="0"/>
              <a:t>Assign high priority </a:t>
            </a:r>
            <a:r>
              <a:rPr lang="en-US" altLang="en-US" dirty="0"/>
              <a:t>to managing risks that have a high likelihood of occurrence and a high potential impact on the project outcome.</a:t>
            </a:r>
          </a:p>
          <a:p>
            <a:pPr eaLnBrk="1" hangingPunct="1"/>
            <a:r>
              <a:rPr lang="en-US" altLang="en-US" b="1" dirty="0"/>
              <a:t>Develop response plans </a:t>
            </a:r>
            <a:r>
              <a:rPr lang="en-US" altLang="en-US" dirty="0"/>
              <a:t>for addressing high priority risks.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60948" y="-152400"/>
            <a:ext cx="8229600" cy="1143000"/>
          </a:xfrm>
        </p:spPr>
        <p:txBody>
          <a:bodyPr/>
          <a:lstStyle/>
          <a:p>
            <a:pPr eaLnBrk="1" hangingPunct="1"/>
            <a:r>
              <a:rPr lang="en-US" altLang="en-US" dirty="0"/>
              <a:t>Summary</a:t>
            </a:r>
          </a:p>
        </p:txBody>
      </p:sp>
      <p:sp>
        <p:nvSpPr>
          <p:cNvPr id="44035" name="Content Placeholder 2"/>
          <p:cNvSpPr>
            <a:spLocks noGrp="1"/>
          </p:cNvSpPr>
          <p:nvPr>
            <p:ph idx="1"/>
          </p:nvPr>
        </p:nvSpPr>
        <p:spPr>
          <a:xfrm>
            <a:off x="460948" y="685800"/>
            <a:ext cx="8530652" cy="5029200"/>
          </a:xfrm>
        </p:spPr>
        <p:txBody>
          <a:bodyPr/>
          <a:lstStyle/>
          <a:p>
            <a:pPr eaLnBrk="1" hangingPunct="1"/>
            <a:r>
              <a:rPr lang="en-US" altLang="en-US" sz="2000" dirty="0"/>
              <a:t>Risk is an uncertain event that, if it occurs, can </a:t>
            </a:r>
            <a:r>
              <a:rPr lang="en-US" altLang="en-US" sz="2000" dirty="0" err="1"/>
              <a:t>jeopardise</a:t>
            </a:r>
            <a:r>
              <a:rPr lang="en-US" altLang="en-US" sz="2000" dirty="0"/>
              <a:t> achieving the project objective. </a:t>
            </a:r>
          </a:p>
          <a:p>
            <a:pPr eaLnBrk="1" hangingPunct="1"/>
            <a:r>
              <a:rPr lang="en-US" altLang="en-US" sz="2000" dirty="0"/>
              <a:t>Risk management includes identification, assessment, control, and response to project risks in order to </a:t>
            </a:r>
            <a:r>
              <a:rPr lang="en-US" altLang="en-US" sz="2000" dirty="0" err="1"/>
              <a:t>minimise</a:t>
            </a:r>
            <a:r>
              <a:rPr lang="en-US" altLang="en-US" sz="2000" dirty="0"/>
              <a:t> the likelihood of occurrence and/or the potential impact of adverse events on the achievement of the project objective. </a:t>
            </a:r>
          </a:p>
          <a:p>
            <a:pPr eaLnBrk="1" hangingPunct="1"/>
            <a:r>
              <a:rPr lang="en-US" altLang="en-US" sz="2000" dirty="0"/>
              <a:t>Risk identification includes determining which risks may adversely affect the project objective and estimating what the potential impacts of each risk might be if it occurs. </a:t>
            </a:r>
          </a:p>
          <a:p>
            <a:pPr eaLnBrk="1" hangingPunct="1"/>
            <a:r>
              <a:rPr lang="en-US" altLang="en-US" sz="2000" dirty="0"/>
              <a:t>Assessing each risk involves determining the likelihood that the risk event will occur and the degree of impact the event will have on the project objective, and then </a:t>
            </a:r>
            <a:r>
              <a:rPr lang="en-US" altLang="en-US" sz="2000" dirty="0" err="1"/>
              <a:t>prioritising</a:t>
            </a:r>
            <a:r>
              <a:rPr lang="en-US" altLang="en-US" sz="2000" dirty="0"/>
              <a:t> the risks. </a:t>
            </a:r>
          </a:p>
          <a:p>
            <a:pPr eaLnBrk="1" hangingPunct="1"/>
            <a:r>
              <a:rPr lang="en-US" altLang="en-US" sz="2000" dirty="0"/>
              <a:t>A risk response plan is a defined set of actions to prevent or reduce the likelihood of occurrence or the impact of a risk, or to implement if the risk event occurs.</a:t>
            </a:r>
          </a:p>
          <a:p>
            <a:pPr eaLnBrk="1" hangingPunct="1"/>
            <a:r>
              <a:rPr lang="en-US" altLang="en-US" sz="2000" dirty="0"/>
              <a:t>Regularly review and evaluate all risks to determine if there are any changes to the likelihood of occurrence or the potential impact of any of the risks, or if any new risks have been identified.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03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03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03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0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theme/theme1.xml><?xml version="1.0" encoding="utf-8"?>
<a:theme xmlns:a="http://schemas.openxmlformats.org/drawingml/2006/main" name="68347_Pppt_templat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Gido SA</Template>
  <TotalTime>18377</TotalTime>
  <Words>591</Words>
  <Application>Microsoft Office PowerPoint</Application>
  <PresentationFormat>On-screen Show (4:3)</PresentationFormat>
  <Paragraphs>85</Paragraphs>
  <Slides>15</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Courier New</vt:lpstr>
      <vt:lpstr>Wingdings</vt:lpstr>
      <vt:lpstr>68347_Pppt_template</vt:lpstr>
      <vt:lpstr>PowerPoint Presentation</vt:lpstr>
      <vt:lpstr>Chapter Concepts</vt:lpstr>
      <vt:lpstr>Learning Outcomes</vt:lpstr>
      <vt:lpstr>Project Risk Management</vt:lpstr>
      <vt:lpstr>Identify Risks</vt:lpstr>
      <vt:lpstr>Assess Risks</vt:lpstr>
      <vt:lpstr>Risk assessment matrix </vt:lpstr>
      <vt:lpstr>Plan Risk Responses</vt:lpstr>
      <vt:lpstr>Managing Risks  for Information Systems Development</vt:lpstr>
      <vt:lpstr>IS example: risk assessment matrix</vt:lpstr>
      <vt:lpstr>Performing Quantitative Risk Analysis</vt:lpstr>
      <vt:lpstr>Decision Trees and Expected Monetary Value (EMV)</vt:lpstr>
      <vt:lpstr>Figure 11-7. Expected Monetary Value (EMV) Example</vt:lpstr>
      <vt:lpstr>Critical Success Factors </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Rose</dc:creator>
  <cp:lastModifiedBy>Cassidy Small</cp:lastModifiedBy>
  <cp:revision>162</cp:revision>
  <cp:lastPrinted>2019-04-01T16:03:39Z</cp:lastPrinted>
  <dcterms:created xsi:type="dcterms:W3CDTF">2010-12-13T04:11:14Z</dcterms:created>
  <dcterms:modified xsi:type="dcterms:W3CDTF">2019-05-02T08:04:36Z</dcterms:modified>
</cp:coreProperties>
</file>