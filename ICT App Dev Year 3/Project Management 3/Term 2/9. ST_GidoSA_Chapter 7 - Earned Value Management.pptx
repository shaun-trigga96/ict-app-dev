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5" r:id="rId1"/>
  </p:sldMasterIdLst>
  <p:notesMasterIdLst>
    <p:notesMasterId r:id="rId38"/>
  </p:notesMasterIdLst>
  <p:handoutMasterIdLst>
    <p:handoutMasterId r:id="rId39"/>
  </p:handoutMasterIdLst>
  <p:sldIdLst>
    <p:sldId id="256" r:id="rId2"/>
    <p:sldId id="258" r:id="rId3"/>
    <p:sldId id="259" r:id="rId4"/>
    <p:sldId id="257" r:id="rId5"/>
    <p:sldId id="313" r:id="rId6"/>
    <p:sldId id="314" r:id="rId7"/>
    <p:sldId id="315" r:id="rId8"/>
    <p:sldId id="316" r:id="rId9"/>
    <p:sldId id="317" r:id="rId10"/>
    <p:sldId id="318" r:id="rId11"/>
    <p:sldId id="319" r:id="rId12"/>
    <p:sldId id="320" r:id="rId13"/>
    <p:sldId id="321" r:id="rId14"/>
    <p:sldId id="322" r:id="rId15"/>
    <p:sldId id="323" r:id="rId16"/>
    <p:sldId id="324" r:id="rId17"/>
    <p:sldId id="325" r:id="rId18"/>
    <p:sldId id="326" r:id="rId19"/>
    <p:sldId id="327" r:id="rId20"/>
    <p:sldId id="328" r:id="rId21"/>
    <p:sldId id="341" r:id="rId22"/>
    <p:sldId id="342" r:id="rId23"/>
    <p:sldId id="343" r:id="rId24"/>
    <p:sldId id="344" r:id="rId25"/>
    <p:sldId id="329" r:id="rId26"/>
    <p:sldId id="330" r:id="rId27"/>
    <p:sldId id="331" r:id="rId28"/>
    <p:sldId id="332" r:id="rId29"/>
    <p:sldId id="333" r:id="rId30"/>
    <p:sldId id="334" r:id="rId31"/>
    <p:sldId id="335" r:id="rId32"/>
    <p:sldId id="336" r:id="rId33"/>
    <p:sldId id="337" r:id="rId34"/>
    <p:sldId id="338" r:id="rId35"/>
    <p:sldId id="339" r:id="rId36"/>
    <p:sldId id="340" r:id="rId37"/>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isonZ" initials="A" lastIdx="1" clrIdx="0">
    <p:extLst>
      <p:ext uri="{19B8F6BF-5375-455C-9EA6-DF929625EA0E}">
        <p15:presenceInfo xmlns:p15="http://schemas.microsoft.com/office/powerpoint/2012/main" userId="AlisonZ"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7718"/>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55" autoAdjust="0"/>
    <p:restoredTop sz="61775" autoAdjust="0"/>
  </p:normalViewPr>
  <p:slideViewPr>
    <p:cSldViewPr>
      <p:cViewPr varScale="1">
        <p:scale>
          <a:sx n="42" d="100"/>
          <a:sy n="42" d="100"/>
        </p:scale>
        <p:origin x="2244" y="4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endParaRPr lang="en-ZA"/>
          </a:p>
        </p:txBody>
      </p:sp>
      <p:sp>
        <p:nvSpPr>
          <p:cNvPr id="4" name="Footer Placeholder 3"/>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ZA"/>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E2E0D4BC-2F0F-4E89-B39B-B7B88AEAA429}" type="slidenum">
              <a:rPr lang="en-ZA" smtClean="0"/>
              <a:t>‹#›</a:t>
            </a:fld>
            <a:endParaRPr lang="en-ZA"/>
          </a:p>
        </p:txBody>
      </p:sp>
    </p:spTree>
    <p:extLst>
      <p:ext uri="{BB962C8B-B14F-4D97-AF65-F5344CB8AC3E}">
        <p14:creationId xmlns:p14="http://schemas.microsoft.com/office/powerpoint/2010/main" val="1247556082"/>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atin typeface="Arial" pitchFamily="34" charset="0"/>
                <a:cs typeface="Arial" pitchFamily="34" charset="0"/>
              </a:defRPr>
            </a:lvl1pPr>
          </a:lstStyle>
          <a:p>
            <a:pPr>
              <a:defRPr/>
            </a:pPr>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atin typeface="Arial" pitchFamily="34" charset="0"/>
                <a:cs typeface="Arial" pitchFamily="34" charset="0"/>
              </a:defRPr>
            </a:lvl1pPr>
          </a:lstStyle>
          <a:p>
            <a:pPr>
              <a:defRPr/>
            </a:pPr>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atin typeface="Arial" pitchFamily="34" charset="0"/>
                <a:cs typeface="Arial" pitchFamily="34" charset="0"/>
              </a:defRPr>
            </a:lvl1pPr>
          </a:lstStyle>
          <a:p>
            <a:pPr>
              <a:defRPr/>
            </a:pPr>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atin typeface="Arial" pitchFamily="34" charset="0"/>
                <a:cs typeface="Arial" pitchFamily="34" charset="0"/>
              </a:defRPr>
            </a:lvl1pPr>
          </a:lstStyle>
          <a:p>
            <a:pPr>
              <a:defRPr/>
            </a:pPr>
            <a:fld id="{B6D85D66-5473-433B-A49B-841A0883355B}" type="slidenum">
              <a:rPr lang="en-US"/>
              <a:pPr>
                <a:defRPr/>
              </a:pPr>
              <a:t>‹#›</a:t>
            </a:fld>
            <a:endParaRPr lang="en-US" dirty="0"/>
          </a:p>
        </p:txBody>
      </p:sp>
    </p:spTree>
    <p:extLst>
      <p:ext uri="{BB962C8B-B14F-4D97-AF65-F5344CB8AC3E}">
        <p14:creationId xmlns:p14="http://schemas.microsoft.com/office/powerpoint/2010/main" val="1064375961"/>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a:spcBef>
                <a:spcPts val="0"/>
              </a:spcBef>
              <a:spcAft>
                <a:spcPts val="0"/>
              </a:spcAft>
              <a:defRPr/>
            </a:pPr>
            <a:endParaRPr lang="en-US" dirty="0"/>
          </a:p>
        </p:txBody>
      </p:sp>
      <p:sp>
        <p:nvSpPr>
          <p:cNvPr id="450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1F29A298-0E34-47B3-9790-EFF7C7DB06CB}" type="slidenum">
              <a:rPr lang="en-US" altLang="en-US" smtClean="0">
                <a:latin typeface="Arial" charset="0"/>
                <a:cs typeface="Arial" charset="0"/>
              </a:rPr>
              <a:pPr eaLnBrk="1" hangingPunct="1">
                <a:spcBef>
                  <a:spcPct val="0"/>
                </a:spcBef>
              </a:pPr>
              <a:t>1</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861497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a:spcBef>
                <a:spcPts val="0"/>
              </a:spcBef>
              <a:spcAft>
                <a:spcPts val="0"/>
              </a:spcAft>
              <a:defRPr/>
            </a:pPr>
            <a:endParaRPr lang="en-US" dirty="0"/>
          </a:p>
        </p:txBody>
      </p:sp>
      <p:sp>
        <p:nvSpPr>
          <p:cNvPr id="460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9D7D6BDD-6588-4031-AB02-02B0536C60EB}" type="slidenum">
              <a:rPr lang="en-US" altLang="en-US" smtClean="0">
                <a:latin typeface="Arial" charset="0"/>
                <a:cs typeface="Arial" charset="0"/>
              </a:rPr>
              <a:pPr eaLnBrk="1" hangingPunct="1">
                <a:spcBef>
                  <a:spcPct val="0"/>
                </a:spcBef>
              </a:pPr>
              <a:t>2</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9171899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3" name="Notes Placeholder 2"/>
          <p:cNvSpPr>
            <a:spLocks noGrp="1"/>
          </p:cNvSpPr>
          <p:nvPr>
            <p:ph type="body" idx="1"/>
          </p:nvPr>
        </p:nvSpPr>
        <p:spPr bwMode="auto">
          <a:extLst/>
        </p:spPr>
        <p:txBody>
          <a:bodyPr wrap="square" numCol="1" anchor="t" anchorCtr="0" compatLnSpc="1">
            <a:prstTxWarp prst="textNoShape">
              <a:avLst/>
            </a:prstTxWarp>
          </a:bodyPr>
          <a:lstStyle/>
          <a:p>
            <a:pPr eaLnBrk="1">
              <a:spcBef>
                <a:spcPct val="0"/>
              </a:spcBef>
              <a:defRPr/>
            </a:pPr>
            <a:endParaRPr lang="en-US" dirty="0"/>
          </a:p>
        </p:txBody>
      </p:sp>
      <p:sp>
        <p:nvSpPr>
          <p:cNvPr id="471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D08666BD-4D11-4556-889A-1A3F3C8F45DA}" type="slidenum">
              <a:rPr lang="en-US" altLang="en-US" smtClean="0">
                <a:latin typeface="Arial" charset="0"/>
                <a:cs typeface="Arial" charset="0"/>
              </a:rPr>
              <a:pPr eaLnBrk="1" hangingPunct="1">
                <a:spcBef>
                  <a:spcPct val="0"/>
                </a:spcBef>
              </a:pPr>
              <a:t>3</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162908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81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30297F1C-B50E-4EB4-AC0C-5F06039BD458}" type="slidenum">
              <a:rPr lang="en-US" altLang="en-US" smtClean="0">
                <a:latin typeface="Arial" charset="0"/>
                <a:cs typeface="Arial" charset="0"/>
              </a:rPr>
              <a:pPr eaLnBrk="1" hangingPunct="1">
                <a:spcBef>
                  <a:spcPct val="0"/>
                </a:spcBef>
              </a:pPr>
              <a:t>4</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643924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a:spcBef>
                <a:spcPts val="0"/>
              </a:spcBef>
              <a:spcAft>
                <a:spcPts val="0"/>
              </a:spcAft>
              <a:defRPr/>
            </a:pPr>
            <a:endParaRPr lang="en-US" dirty="0"/>
          </a:p>
        </p:txBody>
      </p:sp>
      <p:sp>
        <p:nvSpPr>
          <p:cNvPr id="491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DF48BCBF-BF2A-48F4-A138-60FA445777D6}" type="slidenum">
              <a:rPr lang="en-US" altLang="en-US" smtClean="0">
                <a:latin typeface="Arial" charset="0"/>
                <a:cs typeface="Arial" charset="0"/>
              </a:rPr>
              <a:pPr eaLnBrk="1" hangingPunct="1">
                <a:spcBef>
                  <a:spcPct val="0"/>
                </a:spcBef>
              </a:pPr>
              <a:t>5</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965203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Notes Placeholder 2"/>
          <p:cNvSpPr>
            <a:spLocks noGrp="1"/>
          </p:cNvSpPr>
          <p:nvPr>
            <p:ph type="body" idx="1"/>
          </p:nvPr>
        </p:nvSpPr>
        <p:spPr bwMode="auto">
          <a:extLst/>
        </p:spPr>
        <p:txBody>
          <a:bodyPr wrap="square" numCol="1" anchor="t" anchorCtr="0" compatLnSpc="1">
            <a:prstTxWarp prst="textNoShape">
              <a:avLst/>
            </a:prstTxWarp>
          </a:bodyPr>
          <a:lstStyle/>
          <a:p>
            <a:pPr eaLnBrk="1" fontAlgn="auto">
              <a:spcBef>
                <a:spcPts val="0"/>
              </a:spcBef>
              <a:spcAft>
                <a:spcPts val="0"/>
              </a:spcAft>
              <a:defRPr/>
            </a:pPr>
            <a:endParaRPr lang="en-US" dirty="0"/>
          </a:p>
        </p:txBody>
      </p:sp>
      <p:sp>
        <p:nvSpPr>
          <p:cNvPr id="501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57534D14-15ED-4424-90C1-1EEC9C6EB837}" type="slidenum">
              <a:rPr lang="en-US" altLang="en-US" smtClean="0">
                <a:latin typeface="Arial" charset="0"/>
                <a:cs typeface="Arial" charset="0"/>
              </a:rPr>
              <a:pPr eaLnBrk="1" hangingPunct="1">
                <a:spcBef>
                  <a:spcPct val="0"/>
                </a:spcBef>
              </a:pPr>
              <a:t>6</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0331257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5" name="Notes Placeholder 2"/>
          <p:cNvSpPr>
            <a:spLocks noGrp="1"/>
          </p:cNvSpPr>
          <p:nvPr>
            <p:ph type="body" idx="1"/>
          </p:nvPr>
        </p:nvSpPr>
        <p:spPr bwMode="auto">
          <a:extLst/>
        </p:spPr>
        <p:txBody>
          <a:bodyPr wrap="square" numCol="1" anchor="t" anchorCtr="0" compatLnSpc="1">
            <a:prstTxWarp prst="textNoShape">
              <a:avLst/>
            </a:prstTxWarp>
          </a:bodyPr>
          <a:lstStyle/>
          <a:p>
            <a:pPr eaLnBrk="1">
              <a:spcBef>
                <a:spcPct val="0"/>
              </a:spcBef>
              <a:defRPr/>
            </a:pPr>
            <a:endParaRPr lang="en-US" dirty="0"/>
          </a:p>
        </p:txBody>
      </p:sp>
      <p:sp>
        <p:nvSpPr>
          <p:cNvPr id="512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7AF469D3-1A5F-4CC8-AE54-836628B7276D}" type="slidenum">
              <a:rPr lang="en-US" altLang="en-US" smtClean="0">
                <a:latin typeface="Arial" charset="0"/>
                <a:cs typeface="Arial" charset="0"/>
              </a:rPr>
              <a:pPr eaLnBrk="1" hangingPunct="1">
                <a:spcBef>
                  <a:spcPct val="0"/>
                </a:spcBef>
              </a:pPr>
              <a:t>7</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1262537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19" name="Notes Placeholder 2"/>
          <p:cNvSpPr>
            <a:spLocks noGrp="1"/>
          </p:cNvSpPr>
          <p:nvPr>
            <p:ph type="body" idx="1"/>
          </p:nvPr>
        </p:nvSpPr>
        <p:spPr bwMode="auto">
          <a:extLst/>
        </p:spPr>
        <p:txBody>
          <a:bodyPr wrap="square" numCol="1" anchor="t" anchorCtr="0" compatLnSpc="1">
            <a:prstTxWarp prst="textNoShape">
              <a:avLst/>
            </a:prstTxWarp>
          </a:bodyPr>
          <a:lstStyle/>
          <a:p>
            <a:pPr eaLnBrk="1" hangingPunct="1">
              <a:spcBef>
                <a:spcPct val="0"/>
              </a:spcBef>
              <a:defRPr/>
            </a:pPr>
            <a:endParaRPr lang="en-US" dirty="0"/>
          </a:p>
        </p:txBody>
      </p:sp>
      <p:sp>
        <p:nvSpPr>
          <p:cNvPr id="522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561303CC-FE23-4C6F-8539-82777BF4FA68}" type="slidenum">
              <a:rPr lang="en-US" altLang="en-US" smtClean="0">
                <a:latin typeface="Arial" charset="0"/>
                <a:cs typeface="Arial" charset="0"/>
              </a:rPr>
              <a:pPr eaLnBrk="1" hangingPunct="1">
                <a:spcBef>
                  <a:spcPct val="0"/>
                </a:spcBef>
              </a:pPr>
              <a:t>8</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690978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Notes Placeholder 2"/>
          <p:cNvSpPr>
            <a:spLocks noGrp="1"/>
          </p:cNvSpPr>
          <p:nvPr>
            <p:ph type="body" idx="1"/>
          </p:nvPr>
        </p:nvSpPr>
        <p:spPr bwMode="auto">
          <a:extLst/>
        </p:spPr>
        <p:txBody>
          <a:bodyPr wrap="square" numCol="1" anchor="t" anchorCtr="0" compatLnSpc="1">
            <a:prstTxWarp prst="textNoShape">
              <a:avLst/>
            </a:prstTxWarp>
          </a:bodyPr>
          <a:lstStyle/>
          <a:p>
            <a:pPr eaLnBrk="1">
              <a:spcBef>
                <a:spcPct val="0"/>
              </a:spcBef>
              <a:defRPr/>
            </a:pPr>
            <a:endParaRPr lang="en-US" dirty="0"/>
          </a:p>
        </p:txBody>
      </p:sp>
      <p:sp>
        <p:nvSpPr>
          <p:cNvPr id="532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8BF637A8-E851-4E7F-92C0-B156ED5DF7E4}" type="slidenum">
              <a:rPr lang="en-US" altLang="en-US" smtClean="0">
                <a:latin typeface="Arial" charset="0"/>
                <a:cs typeface="Arial" charset="0"/>
              </a:rPr>
              <a:pPr eaLnBrk="1" hangingPunct="1">
                <a:spcBef>
                  <a:spcPct val="0"/>
                </a:spcBef>
              </a:pPr>
              <a:t>9</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5335923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extLst/>
        </p:spPr>
        <p:txBody>
          <a:bodyPr wrap="square" numCol="1" anchor="t" anchorCtr="0" compatLnSpc="1">
            <a:prstTxWarp prst="textNoShape">
              <a:avLst/>
            </a:prstTxWarp>
          </a:bodyPr>
          <a:lstStyle/>
          <a:p>
            <a:pPr eaLnBrk="1" hangingPunct="1">
              <a:spcBef>
                <a:spcPct val="0"/>
              </a:spcBef>
              <a:defRPr/>
            </a:pPr>
            <a:endParaRPr lang="en-US" dirty="0"/>
          </a:p>
        </p:txBody>
      </p:sp>
      <p:sp>
        <p:nvSpPr>
          <p:cNvPr id="542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73D3B33B-3894-46D7-984A-EE7FBA74644A}" type="slidenum">
              <a:rPr lang="en-US" altLang="en-US" smtClean="0">
                <a:latin typeface="Arial" charset="0"/>
                <a:cs typeface="Arial" charset="0"/>
              </a:rPr>
              <a:pPr eaLnBrk="1" hangingPunct="1">
                <a:spcBef>
                  <a:spcPct val="0"/>
                </a:spcBef>
              </a:pPr>
              <a:t>10</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7994115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a:spcBef>
                <a:spcPts val="0"/>
              </a:spcBef>
              <a:spcAft>
                <a:spcPts val="0"/>
              </a:spcAft>
              <a:defRPr/>
            </a:pPr>
            <a:endParaRPr lang="en-US" dirty="0"/>
          </a:p>
        </p:txBody>
      </p:sp>
      <p:sp>
        <p:nvSpPr>
          <p:cNvPr id="553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39E9E248-9978-47AD-8E49-E80C6C3A3CED}" type="slidenum">
              <a:rPr lang="en-US" altLang="en-US" smtClean="0">
                <a:latin typeface="Arial" charset="0"/>
                <a:cs typeface="Arial" charset="0"/>
              </a:rPr>
              <a:pPr eaLnBrk="1" hangingPunct="1">
                <a:spcBef>
                  <a:spcPct val="0"/>
                </a:spcBef>
              </a:pPr>
              <a:t>11</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3087980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5715" name="Notes Placeholder 2"/>
          <p:cNvSpPr>
            <a:spLocks noGrp="1"/>
          </p:cNvSpPr>
          <p:nvPr>
            <p:ph type="body" idx="1"/>
          </p:nvPr>
        </p:nvSpPr>
        <p:spPr bwMode="auto">
          <a:extLst/>
        </p:spPr>
        <p:txBody>
          <a:bodyPr wrap="square" numCol="1" anchor="t" anchorCtr="0" compatLnSpc="1">
            <a:prstTxWarp prst="textNoShape">
              <a:avLst/>
            </a:prstTxWarp>
          </a:bodyPr>
          <a:lstStyle/>
          <a:p>
            <a:pPr eaLnBrk="1">
              <a:spcBef>
                <a:spcPct val="0"/>
              </a:spcBef>
              <a:defRPr/>
            </a:pPr>
            <a:endParaRPr lang="en-US" dirty="0"/>
          </a:p>
        </p:txBody>
      </p:sp>
      <p:sp>
        <p:nvSpPr>
          <p:cNvPr id="563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5A68D17E-B121-47AF-BB5E-DAADB55319B1}" type="slidenum">
              <a:rPr lang="en-US" altLang="en-US" smtClean="0">
                <a:latin typeface="Arial" charset="0"/>
                <a:cs typeface="Arial" charset="0"/>
              </a:rPr>
              <a:pPr eaLnBrk="1" hangingPunct="1">
                <a:spcBef>
                  <a:spcPct val="0"/>
                </a:spcBef>
              </a:pPr>
              <a:t>12</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4663883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39" name="Notes Placeholder 2"/>
          <p:cNvSpPr>
            <a:spLocks noGrp="1"/>
          </p:cNvSpPr>
          <p:nvPr>
            <p:ph type="body" idx="1"/>
          </p:nvPr>
        </p:nvSpPr>
        <p:spPr bwMode="auto">
          <a:extLst/>
        </p:spPr>
        <p:txBody>
          <a:bodyPr wrap="square" numCol="1" anchor="t" anchorCtr="0" compatLnSpc="1">
            <a:prstTxWarp prst="textNoShape">
              <a:avLst/>
            </a:prstTxWarp>
            <a:normAutofit/>
          </a:bodyPr>
          <a:lstStyle/>
          <a:p>
            <a:pPr eaLnBrk="1">
              <a:spcBef>
                <a:spcPct val="0"/>
              </a:spcBef>
              <a:defRPr/>
            </a:pPr>
            <a:endParaRPr lang="en-US" dirty="0"/>
          </a:p>
        </p:txBody>
      </p:sp>
      <p:sp>
        <p:nvSpPr>
          <p:cNvPr id="573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AC0AA40B-528D-4687-AB58-1351222E0C1C}" type="slidenum">
              <a:rPr lang="en-US" altLang="en-US" smtClean="0">
                <a:latin typeface="Arial" charset="0"/>
                <a:cs typeface="Arial" charset="0"/>
              </a:rPr>
              <a:pPr eaLnBrk="1" hangingPunct="1">
                <a:spcBef>
                  <a:spcPct val="0"/>
                </a:spcBef>
              </a:pPr>
              <a:t>13</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8175669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7763" name="Notes Placeholder 2"/>
          <p:cNvSpPr>
            <a:spLocks noGrp="1"/>
          </p:cNvSpPr>
          <p:nvPr>
            <p:ph type="body" idx="1"/>
          </p:nvPr>
        </p:nvSpPr>
        <p:spPr bwMode="auto">
          <a:extLst/>
        </p:spPr>
        <p:txBody>
          <a:bodyPr wrap="square" numCol="1" anchor="t" anchorCtr="0" compatLnSpc="1">
            <a:prstTxWarp prst="textNoShape">
              <a:avLst/>
            </a:prstTxWarp>
          </a:bodyPr>
          <a:lstStyle/>
          <a:p>
            <a:pPr eaLnBrk="1">
              <a:spcBef>
                <a:spcPct val="0"/>
              </a:spcBef>
              <a:buFont typeface="Arial" pitchFamily="34" charset="0"/>
              <a:buNone/>
              <a:defRPr/>
            </a:pPr>
            <a:endParaRPr lang="en-US" dirty="0"/>
          </a:p>
        </p:txBody>
      </p:sp>
      <p:sp>
        <p:nvSpPr>
          <p:cNvPr id="583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439FE037-2531-495E-A9D5-853C16DB55A0}" type="slidenum">
              <a:rPr lang="en-US" altLang="en-US" smtClean="0">
                <a:latin typeface="Arial" charset="0"/>
                <a:cs typeface="Arial" charset="0"/>
              </a:rPr>
              <a:pPr eaLnBrk="1" hangingPunct="1">
                <a:spcBef>
                  <a:spcPct val="0"/>
                </a:spcBef>
              </a:pPr>
              <a:t>14</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0613524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7" name="Notes Placeholder 2"/>
          <p:cNvSpPr>
            <a:spLocks noGrp="1"/>
          </p:cNvSpPr>
          <p:nvPr>
            <p:ph type="body" idx="1"/>
          </p:nvPr>
        </p:nvSpPr>
        <p:spPr bwMode="auto">
          <a:extLst/>
        </p:spPr>
        <p:txBody>
          <a:bodyPr wrap="square" numCol="1" anchor="t" anchorCtr="0" compatLnSpc="1">
            <a:prstTxWarp prst="textNoShape">
              <a:avLst/>
            </a:prstTxWarp>
          </a:bodyPr>
          <a:lstStyle/>
          <a:p>
            <a:pPr eaLnBrk="1">
              <a:spcBef>
                <a:spcPct val="0"/>
              </a:spcBef>
              <a:defRPr/>
            </a:pPr>
            <a:endParaRPr lang="en-US" dirty="0"/>
          </a:p>
        </p:txBody>
      </p:sp>
      <p:sp>
        <p:nvSpPr>
          <p:cNvPr id="593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863A46DC-315D-432B-8932-2F4FC8A9CC2E}" type="slidenum">
              <a:rPr lang="en-US" altLang="en-US" smtClean="0">
                <a:latin typeface="Arial" charset="0"/>
                <a:cs typeface="Arial" charset="0"/>
              </a:rPr>
              <a:pPr eaLnBrk="1" hangingPunct="1">
                <a:spcBef>
                  <a:spcPct val="0"/>
                </a:spcBef>
              </a:pPr>
              <a:t>15</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41216343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Notes Placeholder 2"/>
          <p:cNvSpPr>
            <a:spLocks noGrp="1"/>
          </p:cNvSpPr>
          <p:nvPr>
            <p:ph type="body" idx="1"/>
          </p:nvPr>
        </p:nvSpPr>
        <p:spPr bwMode="auto">
          <a:extLst/>
        </p:spPr>
        <p:txBody>
          <a:bodyPr wrap="square" numCol="1" anchor="t" anchorCtr="0" compatLnSpc="1">
            <a:prstTxWarp prst="textNoShape">
              <a:avLst/>
            </a:prstTxWarp>
          </a:bodyPr>
          <a:lstStyle/>
          <a:p>
            <a:pPr eaLnBrk="1" hangingPunct="1">
              <a:spcBef>
                <a:spcPct val="0"/>
              </a:spcBef>
              <a:defRPr/>
            </a:pPr>
            <a:endParaRPr lang="en-US" dirty="0"/>
          </a:p>
        </p:txBody>
      </p:sp>
      <p:sp>
        <p:nvSpPr>
          <p:cNvPr id="604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D90A469C-EDBF-4B3B-9325-41F5A8A34DFD}" type="slidenum">
              <a:rPr lang="en-US" altLang="en-US" smtClean="0">
                <a:latin typeface="Arial" charset="0"/>
                <a:cs typeface="Arial" charset="0"/>
              </a:rPr>
              <a:pPr eaLnBrk="1" hangingPunct="1">
                <a:spcBef>
                  <a:spcPct val="0"/>
                </a:spcBef>
              </a:pPr>
              <a:t>16</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0163042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5" name="Notes Placeholder 2"/>
          <p:cNvSpPr>
            <a:spLocks noGrp="1"/>
          </p:cNvSpPr>
          <p:nvPr>
            <p:ph type="body" idx="1"/>
          </p:nvPr>
        </p:nvSpPr>
        <p:spPr bwMode="auto">
          <a:extLst/>
        </p:spPr>
        <p:txBody>
          <a:bodyPr wrap="square" numCol="1" anchor="t" anchorCtr="0" compatLnSpc="1">
            <a:prstTxWarp prst="textNoShape">
              <a:avLst/>
            </a:prstTxWarp>
          </a:bodyPr>
          <a:lstStyle/>
          <a:p>
            <a:pPr marL="174708" indent="-174708" eaLnBrk="1" hangingPunct="1">
              <a:spcBef>
                <a:spcPct val="0"/>
              </a:spcBef>
              <a:buFont typeface="Arial" pitchFamily="34" charset="0"/>
              <a:buChar char="•"/>
              <a:defRPr/>
            </a:pPr>
            <a:endParaRPr lang="en-US" dirty="0"/>
          </a:p>
        </p:txBody>
      </p:sp>
      <p:sp>
        <p:nvSpPr>
          <p:cNvPr id="614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E9A0E96A-D86E-4761-B064-9077CEB11D82}" type="slidenum">
              <a:rPr lang="en-US" altLang="en-US" smtClean="0">
                <a:latin typeface="Arial" charset="0"/>
                <a:cs typeface="Arial" charset="0"/>
              </a:rPr>
              <a:pPr eaLnBrk="1" hangingPunct="1">
                <a:spcBef>
                  <a:spcPct val="0"/>
                </a:spcBef>
              </a:pPr>
              <a:t>17</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3464629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1859" name="Notes Placeholder 2"/>
          <p:cNvSpPr>
            <a:spLocks noGrp="1"/>
          </p:cNvSpPr>
          <p:nvPr>
            <p:ph type="body" idx="1"/>
          </p:nvPr>
        </p:nvSpPr>
        <p:spPr bwMode="auto">
          <a:extLst/>
        </p:spPr>
        <p:txBody>
          <a:bodyPr wrap="square" numCol="1" anchor="t" anchorCtr="0" compatLnSpc="1">
            <a:prstTxWarp prst="textNoShape">
              <a:avLst/>
            </a:prstTxWarp>
          </a:bodyPr>
          <a:lstStyle/>
          <a:p>
            <a:pPr eaLnBrk="1">
              <a:spcBef>
                <a:spcPct val="0"/>
              </a:spcBef>
              <a:defRPr/>
            </a:pPr>
            <a:endParaRPr lang="en-US" dirty="0"/>
          </a:p>
        </p:txBody>
      </p:sp>
      <p:sp>
        <p:nvSpPr>
          <p:cNvPr id="624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C7CC67EF-2181-417C-9D90-E3AB069617CF}" type="slidenum">
              <a:rPr lang="en-US" altLang="en-US" smtClean="0">
                <a:latin typeface="Arial" charset="0"/>
                <a:cs typeface="Arial" charset="0"/>
              </a:rPr>
              <a:pPr eaLnBrk="1" hangingPunct="1">
                <a:spcBef>
                  <a:spcPct val="0"/>
                </a:spcBef>
              </a:pPr>
              <a:t>18</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8789523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883" name="Notes Placeholder 2"/>
          <p:cNvSpPr>
            <a:spLocks noGrp="1"/>
          </p:cNvSpPr>
          <p:nvPr>
            <p:ph type="body" idx="1"/>
          </p:nvPr>
        </p:nvSpPr>
        <p:spPr bwMode="auto">
          <a:extLst/>
        </p:spPr>
        <p:txBody>
          <a:bodyPr wrap="square" numCol="1" anchor="t" anchorCtr="0" compatLnSpc="1">
            <a:prstTxWarp prst="textNoShape">
              <a:avLst/>
            </a:prstTxWarp>
          </a:bodyPr>
          <a:lstStyle/>
          <a:p>
            <a:pPr eaLnBrk="1" hangingPunct="1">
              <a:spcBef>
                <a:spcPct val="0"/>
              </a:spcBef>
              <a:defRPr/>
            </a:pPr>
            <a:endParaRPr lang="en-US" dirty="0"/>
          </a:p>
        </p:txBody>
      </p:sp>
      <p:sp>
        <p:nvSpPr>
          <p:cNvPr id="634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7B71665B-A00D-450F-B975-D638CD6FD432}" type="slidenum">
              <a:rPr lang="en-US" altLang="en-US" smtClean="0">
                <a:latin typeface="Arial" charset="0"/>
                <a:cs typeface="Arial" charset="0"/>
              </a:rPr>
              <a:pPr eaLnBrk="1" hangingPunct="1">
                <a:spcBef>
                  <a:spcPct val="0"/>
                </a:spcBef>
              </a:pPr>
              <a:t>19</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6413396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7" name="Notes Placeholder 2"/>
          <p:cNvSpPr>
            <a:spLocks noGrp="1"/>
          </p:cNvSpPr>
          <p:nvPr>
            <p:ph type="body" idx="1"/>
          </p:nvPr>
        </p:nvSpPr>
        <p:spPr bwMode="auto">
          <a:extLst/>
        </p:spPr>
        <p:txBody>
          <a:bodyPr wrap="square" numCol="1" anchor="t" anchorCtr="0" compatLnSpc="1">
            <a:prstTxWarp prst="textNoShape">
              <a:avLst/>
            </a:prstTxWarp>
          </a:bodyPr>
          <a:lstStyle/>
          <a:p>
            <a:pPr eaLnBrk="1">
              <a:spcBef>
                <a:spcPct val="0"/>
              </a:spcBef>
              <a:defRPr/>
            </a:pPr>
            <a:endParaRPr lang="en-US" dirty="0"/>
          </a:p>
        </p:txBody>
      </p:sp>
      <p:sp>
        <p:nvSpPr>
          <p:cNvPr id="645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E3845109-BA70-485A-A028-06CBB01390C7}" type="slidenum">
              <a:rPr lang="en-US" altLang="en-US" smtClean="0">
                <a:latin typeface="Arial" charset="0"/>
                <a:cs typeface="Arial" charset="0"/>
              </a:rPr>
              <a:pPr eaLnBrk="1" hangingPunct="1">
                <a:spcBef>
                  <a:spcPct val="0"/>
                </a:spcBef>
              </a:pPr>
              <a:t>20</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5795378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5" name="Notes Placeholder 2"/>
          <p:cNvSpPr>
            <a:spLocks noGrp="1"/>
          </p:cNvSpPr>
          <p:nvPr>
            <p:ph type="body" idx="1"/>
          </p:nvPr>
        </p:nvSpPr>
        <p:spPr bwMode="auto">
          <a:extLst/>
        </p:spPr>
        <p:txBody>
          <a:bodyPr wrap="square" numCol="1" anchor="t" anchorCtr="0" compatLnSpc="1">
            <a:prstTxWarp prst="textNoShape">
              <a:avLst/>
            </a:prstTxWarp>
          </a:bodyPr>
          <a:lstStyle/>
          <a:p>
            <a:pPr marL="174708" indent="-174708" eaLnBrk="1" hangingPunct="1">
              <a:spcBef>
                <a:spcPct val="0"/>
              </a:spcBef>
              <a:buFont typeface="Arial" pitchFamily="34" charset="0"/>
              <a:buChar char="•"/>
              <a:defRPr/>
            </a:pPr>
            <a:endParaRPr lang="en-US" dirty="0"/>
          </a:p>
        </p:txBody>
      </p:sp>
      <p:sp>
        <p:nvSpPr>
          <p:cNvPr id="614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E9A0E96A-D86E-4761-B064-9077CEB11D82}" type="slidenum">
              <a:rPr lang="en-US" altLang="en-US" smtClean="0">
                <a:latin typeface="Arial" charset="0"/>
                <a:cs typeface="Arial" charset="0"/>
              </a:rPr>
              <a:pPr eaLnBrk="1" hangingPunct="1">
                <a:spcBef>
                  <a:spcPct val="0"/>
                </a:spcBef>
              </a:pPr>
              <a:t>21</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7600221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1859" name="Notes Placeholder 2"/>
          <p:cNvSpPr>
            <a:spLocks noGrp="1"/>
          </p:cNvSpPr>
          <p:nvPr>
            <p:ph type="body" idx="1"/>
          </p:nvPr>
        </p:nvSpPr>
        <p:spPr bwMode="auto">
          <a:extLst/>
        </p:spPr>
        <p:txBody>
          <a:bodyPr wrap="square" numCol="1" anchor="t" anchorCtr="0" compatLnSpc="1">
            <a:prstTxWarp prst="textNoShape">
              <a:avLst/>
            </a:prstTxWarp>
          </a:bodyPr>
          <a:lstStyle/>
          <a:p>
            <a:pPr eaLnBrk="1">
              <a:spcBef>
                <a:spcPct val="0"/>
              </a:spcBef>
              <a:defRPr/>
            </a:pPr>
            <a:endParaRPr lang="en-US" dirty="0"/>
          </a:p>
        </p:txBody>
      </p:sp>
      <p:sp>
        <p:nvSpPr>
          <p:cNvPr id="624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C7CC67EF-2181-417C-9D90-E3AB069617CF}" type="slidenum">
              <a:rPr lang="en-US" altLang="en-US" smtClean="0">
                <a:latin typeface="Arial" charset="0"/>
                <a:cs typeface="Arial" charset="0"/>
              </a:rPr>
              <a:pPr eaLnBrk="1" hangingPunct="1">
                <a:spcBef>
                  <a:spcPct val="0"/>
                </a:spcBef>
              </a:pPr>
              <a:t>22</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9178167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883" name="Notes Placeholder 2"/>
          <p:cNvSpPr>
            <a:spLocks noGrp="1"/>
          </p:cNvSpPr>
          <p:nvPr>
            <p:ph type="body" idx="1"/>
          </p:nvPr>
        </p:nvSpPr>
        <p:spPr bwMode="auto">
          <a:extLst/>
        </p:spPr>
        <p:txBody>
          <a:bodyPr wrap="square" numCol="1" anchor="t" anchorCtr="0" compatLnSpc="1">
            <a:prstTxWarp prst="textNoShape">
              <a:avLst/>
            </a:prstTxWarp>
          </a:bodyPr>
          <a:lstStyle/>
          <a:p>
            <a:pPr eaLnBrk="1" hangingPunct="1">
              <a:spcBef>
                <a:spcPct val="0"/>
              </a:spcBef>
              <a:defRPr/>
            </a:pPr>
            <a:endParaRPr lang="en-US" dirty="0"/>
          </a:p>
        </p:txBody>
      </p:sp>
      <p:sp>
        <p:nvSpPr>
          <p:cNvPr id="634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7B71665B-A00D-450F-B975-D638CD6FD432}" type="slidenum">
              <a:rPr lang="en-US" altLang="en-US" smtClean="0">
                <a:latin typeface="Arial" charset="0"/>
                <a:cs typeface="Arial" charset="0"/>
              </a:rPr>
              <a:pPr eaLnBrk="1" hangingPunct="1">
                <a:spcBef>
                  <a:spcPct val="0"/>
                </a:spcBef>
              </a:pPr>
              <a:t>23</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6905233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7" name="Notes Placeholder 2"/>
          <p:cNvSpPr>
            <a:spLocks noGrp="1"/>
          </p:cNvSpPr>
          <p:nvPr>
            <p:ph type="body" idx="1"/>
          </p:nvPr>
        </p:nvSpPr>
        <p:spPr bwMode="auto">
          <a:extLst/>
        </p:spPr>
        <p:txBody>
          <a:bodyPr wrap="square" numCol="1" anchor="t" anchorCtr="0" compatLnSpc="1">
            <a:prstTxWarp prst="textNoShape">
              <a:avLst/>
            </a:prstTxWarp>
          </a:bodyPr>
          <a:lstStyle/>
          <a:p>
            <a:pPr eaLnBrk="1">
              <a:spcBef>
                <a:spcPct val="0"/>
              </a:spcBef>
              <a:defRPr/>
            </a:pPr>
            <a:endParaRPr lang="en-US" dirty="0"/>
          </a:p>
        </p:txBody>
      </p:sp>
      <p:sp>
        <p:nvSpPr>
          <p:cNvPr id="645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E3845109-BA70-485A-A028-06CBB01390C7}" type="slidenum">
              <a:rPr lang="en-US" altLang="en-US" smtClean="0">
                <a:latin typeface="Arial" charset="0"/>
                <a:cs typeface="Arial" charset="0"/>
              </a:rPr>
              <a:pPr eaLnBrk="1" hangingPunct="1">
                <a:spcBef>
                  <a:spcPct val="0"/>
                </a:spcBef>
              </a:pPr>
              <a:t>24</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6982179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1" name="Notes Placeholder 2"/>
          <p:cNvSpPr>
            <a:spLocks noGrp="1"/>
          </p:cNvSpPr>
          <p:nvPr>
            <p:ph type="body" idx="1"/>
          </p:nvPr>
        </p:nvSpPr>
        <p:spPr bwMode="auto">
          <a:extLst/>
        </p:spPr>
        <p:txBody>
          <a:bodyPr wrap="square" numCol="1" anchor="t" anchorCtr="0" compatLnSpc="1">
            <a:prstTxWarp prst="textNoShape">
              <a:avLst/>
            </a:prstTxWarp>
            <a:normAutofit/>
          </a:bodyPr>
          <a:lstStyle/>
          <a:p>
            <a:pPr marL="174708" indent="-174708" eaLnBrk="1" hangingPunct="1">
              <a:spcBef>
                <a:spcPct val="0"/>
              </a:spcBef>
              <a:buFont typeface="Arial" pitchFamily="34" charset="0"/>
              <a:buChar char="•"/>
              <a:defRPr/>
            </a:pPr>
            <a:endParaRPr lang="en-US" dirty="0"/>
          </a:p>
        </p:txBody>
      </p:sp>
      <p:sp>
        <p:nvSpPr>
          <p:cNvPr id="655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716A0343-EDA4-4944-8147-F536E87C82E9}" type="slidenum">
              <a:rPr lang="en-US" altLang="en-US" smtClean="0">
                <a:latin typeface="Arial" charset="0"/>
                <a:cs typeface="Arial" charset="0"/>
              </a:rPr>
              <a:pPr eaLnBrk="1" hangingPunct="1">
                <a:spcBef>
                  <a:spcPct val="0"/>
                </a:spcBef>
              </a:pPr>
              <a:t>25</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802447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5955" name="Notes Placeholder 2"/>
          <p:cNvSpPr>
            <a:spLocks noGrp="1"/>
          </p:cNvSpPr>
          <p:nvPr>
            <p:ph type="body" idx="1"/>
          </p:nvPr>
        </p:nvSpPr>
        <p:spPr bwMode="auto">
          <a:extLst/>
        </p:spPr>
        <p:txBody>
          <a:bodyPr wrap="square" numCol="1" anchor="t" anchorCtr="0" compatLnSpc="1">
            <a:prstTxWarp prst="textNoShape">
              <a:avLst/>
            </a:prstTxWarp>
          </a:bodyPr>
          <a:lstStyle/>
          <a:p>
            <a:pPr marL="174708" indent="-174708" eaLnBrk="1" hangingPunct="1">
              <a:spcBef>
                <a:spcPct val="0"/>
              </a:spcBef>
              <a:buFont typeface="Arial" pitchFamily="34" charset="0"/>
              <a:buChar char="•"/>
              <a:defRPr/>
            </a:pPr>
            <a:endParaRPr lang="en-US" dirty="0"/>
          </a:p>
        </p:txBody>
      </p:sp>
      <p:sp>
        <p:nvSpPr>
          <p:cNvPr id="665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D9BF8AF4-87B4-4D09-9A5D-A788506A4BFC}" type="slidenum">
              <a:rPr lang="en-US" altLang="en-US" smtClean="0">
                <a:latin typeface="Arial" charset="0"/>
                <a:cs typeface="Arial" charset="0"/>
              </a:rPr>
              <a:pPr eaLnBrk="1" hangingPunct="1">
                <a:spcBef>
                  <a:spcPct val="0"/>
                </a:spcBef>
              </a:pPr>
              <a:t>26</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41619557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a:spcBef>
                <a:spcPts val="0"/>
              </a:spcBef>
              <a:spcAft>
                <a:spcPts val="0"/>
              </a:spcAft>
              <a:defRPr/>
            </a:pPr>
            <a:endParaRPr lang="en-US" dirty="0"/>
          </a:p>
        </p:txBody>
      </p:sp>
      <p:sp>
        <p:nvSpPr>
          <p:cNvPr id="675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86692E1F-490F-4109-80B5-A9364D5D6201}" type="slidenum">
              <a:rPr lang="en-US" altLang="en-US" smtClean="0">
                <a:latin typeface="Arial" charset="0"/>
                <a:cs typeface="Arial" charset="0"/>
              </a:rPr>
              <a:pPr eaLnBrk="1" hangingPunct="1">
                <a:spcBef>
                  <a:spcPct val="0"/>
                </a:spcBef>
              </a:pPr>
              <a:t>27</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8531322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8003" name="Notes Placeholder 2"/>
          <p:cNvSpPr>
            <a:spLocks noGrp="1"/>
          </p:cNvSpPr>
          <p:nvPr>
            <p:ph type="body" idx="1"/>
          </p:nvPr>
        </p:nvSpPr>
        <p:spPr bwMode="auto">
          <a:extLst/>
        </p:spPr>
        <p:txBody>
          <a:bodyPr wrap="square" numCol="1" anchor="t" anchorCtr="0" compatLnSpc="1">
            <a:prstTxWarp prst="textNoShape">
              <a:avLst/>
            </a:prstTxWarp>
          </a:bodyPr>
          <a:lstStyle/>
          <a:p>
            <a:pPr eaLnBrk="1">
              <a:spcBef>
                <a:spcPct val="0"/>
              </a:spcBef>
              <a:defRPr/>
            </a:pPr>
            <a:endParaRPr lang="en-US" dirty="0"/>
          </a:p>
        </p:txBody>
      </p:sp>
      <p:sp>
        <p:nvSpPr>
          <p:cNvPr id="686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7508F7F0-8F18-4B03-B15E-0A903557FA6D}" type="slidenum">
              <a:rPr lang="en-US" altLang="en-US" smtClean="0">
                <a:latin typeface="Arial" charset="0"/>
                <a:cs typeface="Arial" charset="0"/>
              </a:rPr>
              <a:pPr eaLnBrk="1" hangingPunct="1">
                <a:spcBef>
                  <a:spcPct val="0"/>
                </a:spcBef>
              </a:pPr>
              <a:t>28</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6431071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27" name="Notes Placeholder 2"/>
          <p:cNvSpPr>
            <a:spLocks noGrp="1"/>
          </p:cNvSpPr>
          <p:nvPr>
            <p:ph type="body" idx="1"/>
          </p:nvPr>
        </p:nvSpPr>
        <p:spPr bwMode="auto">
          <a:extLst/>
        </p:spPr>
        <p:txBody>
          <a:bodyPr wrap="square" numCol="1" anchor="t" anchorCtr="0" compatLnSpc="1">
            <a:prstTxWarp prst="textNoShape">
              <a:avLst/>
            </a:prstTxWarp>
          </a:bodyPr>
          <a:lstStyle/>
          <a:p>
            <a:pPr eaLnBrk="1">
              <a:spcBef>
                <a:spcPct val="0"/>
              </a:spcBef>
              <a:defRPr/>
            </a:pPr>
            <a:endParaRPr lang="en-US" dirty="0"/>
          </a:p>
        </p:txBody>
      </p:sp>
      <p:sp>
        <p:nvSpPr>
          <p:cNvPr id="696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78B3A982-C539-4D6D-AA6C-3E09C78EAF44}" type="slidenum">
              <a:rPr lang="en-US" altLang="en-US" smtClean="0">
                <a:latin typeface="Arial" charset="0"/>
                <a:cs typeface="Arial" charset="0"/>
              </a:rPr>
              <a:pPr eaLnBrk="1" hangingPunct="1">
                <a:spcBef>
                  <a:spcPct val="0"/>
                </a:spcBef>
              </a:pPr>
              <a:t>29</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5881506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0051" name="Notes Placeholder 2"/>
          <p:cNvSpPr>
            <a:spLocks noGrp="1"/>
          </p:cNvSpPr>
          <p:nvPr>
            <p:ph type="body" idx="1"/>
          </p:nvPr>
        </p:nvSpPr>
        <p:spPr bwMode="auto">
          <a:extLst/>
        </p:spPr>
        <p:txBody>
          <a:bodyPr wrap="square" numCol="1" anchor="t" anchorCtr="0" compatLnSpc="1">
            <a:prstTxWarp prst="textNoShape">
              <a:avLst/>
            </a:prstTxWarp>
            <a:normAutofit/>
          </a:bodyPr>
          <a:lstStyle/>
          <a:p>
            <a:pPr eaLnBrk="1">
              <a:spcBef>
                <a:spcPct val="0"/>
              </a:spcBef>
              <a:defRPr/>
            </a:pPr>
            <a:endParaRPr lang="en-US" dirty="0"/>
          </a:p>
        </p:txBody>
      </p:sp>
      <p:sp>
        <p:nvSpPr>
          <p:cNvPr id="706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DDC68E88-429A-49B4-BC29-B114A1720FEF}" type="slidenum">
              <a:rPr lang="en-US" altLang="en-US" smtClean="0">
                <a:latin typeface="Arial" charset="0"/>
                <a:cs typeface="Arial" charset="0"/>
              </a:rPr>
              <a:pPr eaLnBrk="1" hangingPunct="1">
                <a:spcBef>
                  <a:spcPct val="0"/>
                </a:spcBef>
              </a:pPr>
              <a:t>30</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8337451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1075" name="Notes Placeholder 2"/>
          <p:cNvSpPr>
            <a:spLocks noGrp="1"/>
          </p:cNvSpPr>
          <p:nvPr>
            <p:ph type="body" idx="1"/>
          </p:nvPr>
        </p:nvSpPr>
        <p:spPr bwMode="auto">
          <a:extLst/>
        </p:spPr>
        <p:txBody>
          <a:bodyPr wrap="square" numCol="1" anchor="t" anchorCtr="0" compatLnSpc="1">
            <a:prstTxWarp prst="textNoShape">
              <a:avLst/>
            </a:prstTxWarp>
          </a:bodyPr>
          <a:lstStyle/>
          <a:p>
            <a:pPr eaLnBrk="1">
              <a:spcBef>
                <a:spcPct val="0"/>
              </a:spcBef>
              <a:defRPr/>
            </a:pPr>
            <a:endParaRPr lang="en-US" dirty="0"/>
          </a:p>
        </p:txBody>
      </p:sp>
      <p:sp>
        <p:nvSpPr>
          <p:cNvPr id="716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6D519F36-6611-4170-8478-35C6DA6812D2}" type="slidenum">
              <a:rPr lang="en-US" altLang="en-US" smtClean="0">
                <a:latin typeface="Arial" charset="0"/>
                <a:cs typeface="Arial" charset="0"/>
              </a:rPr>
              <a:pPr eaLnBrk="1" hangingPunct="1">
                <a:spcBef>
                  <a:spcPct val="0"/>
                </a:spcBef>
              </a:pPr>
              <a:t>31</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41900826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2099" name="Notes Placeholder 2"/>
          <p:cNvSpPr>
            <a:spLocks noGrp="1"/>
          </p:cNvSpPr>
          <p:nvPr>
            <p:ph type="body" idx="1"/>
          </p:nvPr>
        </p:nvSpPr>
        <p:spPr bwMode="auto">
          <a:extLst/>
        </p:spPr>
        <p:txBody>
          <a:bodyPr wrap="square" numCol="1" anchor="t" anchorCtr="0" compatLnSpc="1">
            <a:prstTxWarp prst="textNoShape">
              <a:avLst/>
            </a:prstTxWarp>
          </a:bodyPr>
          <a:lstStyle/>
          <a:p>
            <a:pPr eaLnBrk="1" hangingPunct="1">
              <a:spcBef>
                <a:spcPct val="0"/>
              </a:spcBef>
              <a:buFont typeface="Arial" pitchFamily="34" charset="0"/>
              <a:buNone/>
              <a:defRPr/>
            </a:pPr>
            <a:endParaRPr lang="en-US" dirty="0"/>
          </a:p>
        </p:txBody>
      </p:sp>
      <p:sp>
        <p:nvSpPr>
          <p:cNvPr id="727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AC053DB2-E290-41D6-A045-0E16774F2679}" type="slidenum">
              <a:rPr lang="en-US" altLang="en-US" smtClean="0">
                <a:latin typeface="Arial" charset="0"/>
                <a:cs typeface="Arial" charset="0"/>
              </a:rPr>
              <a:pPr eaLnBrk="1" hangingPunct="1">
                <a:spcBef>
                  <a:spcPct val="0"/>
                </a:spcBef>
              </a:pPr>
              <a:t>32</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7571002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23" name="Notes Placeholder 2"/>
          <p:cNvSpPr>
            <a:spLocks noGrp="1"/>
          </p:cNvSpPr>
          <p:nvPr>
            <p:ph type="body" idx="1"/>
          </p:nvPr>
        </p:nvSpPr>
        <p:spPr bwMode="auto">
          <a:extLst/>
        </p:spPr>
        <p:txBody>
          <a:bodyPr wrap="square" numCol="1" anchor="t" anchorCtr="0" compatLnSpc="1">
            <a:prstTxWarp prst="textNoShape">
              <a:avLst/>
            </a:prstTxWarp>
          </a:bodyPr>
          <a:lstStyle/>
          <a:p>
            <a:pPr eaLnBrk="1" hangingPunct="1">
              <a:spcBef>
                <a:spcPct val="0"/>
              </a:spcBef>
              <a:defRPr/>
            </a:pPr>
            <a:endParaRPr lang="en-US" dirty="0"/>
          </a:p>
        </p:txBody>
      </p:sp>
      <p:sp>
        <p:nvSpPr>
          <p:cNvPr id="737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6F7F57E0-6169-40E9-85A7-3F5AB0101862}" type="slidenum">
              <a:rPr lang="en-US" altLang="en-US" smtClean="0">
                <a:latin typeface="Arial" charset="0"/>
                <a:cs typeface="Arial" charset="0"/>
              </a:rPr>
              <a:pPr eaLnBrk="1" hangingPunct="1">
                <a:spcBef>
                  <a:spcPct val="0"/>
                </a:spcBef>
              </a:pPr>
              <a:t>33</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89384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4147" name="Notes Placeholder 2"/>
          <p:cNvSpPr>
            <a:spLocks noGrp="1"/>
          </p:cNvSpPr>
          <p:nvPr>
            <p:ph type="body" idx="1"/>
          </p:nvPr>
        </p:nvSpPr>
        <p:spPr bwMode="auto">
          <a:extLst/>
        </p:spPr>
        <p:txBody>
          <a:bodyPr wrap="square" numCol="1" anchor="t" anchorCtr="0" compatLnSpc="1">
            <a:prstTxWarp prst="textNoShape">
              <a:avLst/>
            </a:prstTxWarp>
          </a:bodyPr>
          <a:lstStyle/>
          <a:p>
            <a:pPr eaLnBrk="1" hangingPunct="1">
              <a:spcBef>
                <a:spcPct val="0"/>
              </a:spcBef>
              <a:buFont typeface="Arial" pitchFamily="34" charset="0"/>
              <a:buNone/>
              <a:defRPr/>
            </a:pPr>
            <a:endParaRPr lang="en-US" dirty="0"/>
          </a:p>
        </p:txBody>
      </p:sp>
      <p:sp>
        <p:nvSpPr>
          <p:cNvPr id="747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D34EEE6C-2BD0-48DA-B63D-774894898C2F}" type="slidenum">
              <a:rPr lang="en-US" altLang="en-US" smtClean="0">
                <a:latin typeface="Arial" charset="0"/>
                <a:cs typeface="Arial" charset="0"/>
              </a:rPr>
              <a:pPr eaLnBrk="1" hangingPunct="1">
                <a:spcBef>
                  <a:spcPct val="0"/>
                </a:spcBef>
              </a:pPr>
              <a:t>34</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1280143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1" name="Notes Placeholder 2"/>
          <p:cNvSpPr>
            <a:spLocks noGrp="1"/>
          </p:cNvSpPr>
          <p:nvPr>
            <p:ph type="body" idx="1"/>
          </p:nvPr>
        </p:nvSpPr>
        <p:spPr bwMode="auto">
          <a:extLst/>
        </p:spPr>
        <p:txBody>
          <a:bodyPr wrap="square" numCol="1" anchor="t" anchorCtr="0" compatLnSpc="1">
            <a:prstTxWarp prst="textNoShape">
              <a:avLst/>
            </a:prstTxWarp>
          </a:bodyPr>
          <a:lstStyle/>
          <a:p>
            <a:pPr eaLnBrk="1" hangingPunct="1">
              <a:spcBef>
                <a:spcPct val="0"/>
              </a:spcBef>
              <a:defRPr/>
            </a:pPr>
            <a:endParaRPr lang="en-US" dirty="0"/>
          </a:p>
        </p:txBody>
      </p:sp>
      <p:sp>
        <p:nvSpPr>
          <p:cNvPr id="757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5248C9BB-A4D2-4CB6-BBB1-D584D92F834E}" type="slidenum">
              <a:rPr lang="en-US" altLang="en-US" smtClean="0">
                <a:latin typeface="Arial" charset="0"/>
                <a:cs typeface="Arial" charset="0"/>
              </a:rPr>
              <a:pPr eaLnBrk="1" hangingPunct="1">
                <a:spcBef>
                  <a:spcPct val="0"/>
                </a:spcBef>
              </a:pPr>
              <a:t>35</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9203431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p:cNvSpPr>
            <a:spLocks noGrp="1"/>
          </p:cNvSpPr>
          <p:nvPr>
            <p:ph type="body" idx="1"/>
          </p:nvPr>
        </p:nvSpPr>
        <p:spPr bwMode="auto">
          <a:extLst/>
        </p:spPr>
        <p:txBody>
          <a:bodyPr wrap="square" numCol="1" anchor="t" anchorCtr="0" compatLnSpc="1">
            <a:prstTxWarp prst="textNoShape">
              <a:avLst/>
            </a:prstTxWarp>
          </a:bodyPr>
          <a:lstStyle/>
          <a:p>
            <a:pPr eaLnBrk="1">
              <a:spcBef>
                <a:spcPct val="0"/>
              </a:spcBef>
              <a:defRPr/>
            </a:pPr>
            <a:endParaRPr lang="en-US" dirty="0"/>
          </a:p>
        </p:txBody>
      </p:sp>
      <p:sp>
        <p:nvSpPr>
          <p:cNvPr id="768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A09E7275-A155-46D6-8A91-CDE2E5DD1014}" type="slidenum">
              <a:rPr lang="en-US" altLang="en-US" smtClean="0">
                <a:latin typeface="Arial" charset="0"/>
                <a:cs typeface="Arial" charset="0"/>
              </a:rPr>
              <a:pPr eaLnBrk="1" hangingPunct="1">
                <a:spcBef>
                  <a:spcPct val="0"/>
                </a:spcBef>
              </a:pPr>
              <a:t>36</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0412950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4" name="Picture 6" descr="blank chapter title icon for ppt from book copy.png"/>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0" y="1401763"/>
            <a:ext cx="9144000" cy="4054475"/>
          </a:xfrm>
          <a:prstGeom prst="rect">
            <a:avLst/>
          </a:prstGeom>
          <a:solidFill>
            <a:srgbClr val="C00000"/>
          </a:solidFill>
          <a:ln>
            <a:noFill/>
          </a:ln>
          <a:extLst/>
        </p:spPr>
      </p:pic>
      <p:sp>
        <p:nvSpPr>
          <p:cNvPr id="3" name="Subtitle 2"/>
          <p:cNvSpPr>
            <a:spLocks noGrp="1"/>
          </p:cNvSpPr>
          <p:nvPr>
            <p:ph type="subTitle" idx="1"/>
          </p:nvPr>
        </p:nvSpPr>
        <p:spPr>
          <a:xfrm>
            <a:off x="304800" y="3200400"/>
            <a:ext cx="5638800" cy="1600200"/>
          </a:xfrm>
        </p:spPr>
        <p:txBody>
          <a:bodyPr anchor="ctr"/>
          <a:lstStyle>
            <a:lvl1pPr marL="0" indent="0" algn="ctr">
              <a:buNone/>
              <a:defRPr b="1">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Text Placeholder 2"/>
          <p:cNvSpPr>
            <a:spLocks noGrp="1"/>
          </p:cNvSpPr>
          <p:nvPr>
            <p:ph type="body" idx="13"/>
          </p:nvPr>
        </p:nvSpPr>
        <p:spPr>
          <a:xfrm>
            <a:off x="533400" y="1828800"/>
            <a:ext cx="4572000" cy="890587"/>
          </a:xfrm>
        </p:spPr>
        <p:txBody>
          <a:bodyPr anchor="ctr"/>
          <a:lstStyle>
            <a:lvl1pPr marL="0" indent="0">
              <a:buNone/>
              <a:defRPr sz="3200" b="1">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Date Placeholder 3"/>
          <p:cNvSpPr>
            <a:spLocks noGrp="1"/>
          </p:cNvSpPr>
          <p:nvPr>
            <p:ph type="dt" sz="half" idx="14"/>
          </p:nvPr>
        </p:nvSpPr>
        <p:spPr/>
        <p:txBody>
          <a:bodyPr/>
          <a:lstStyle>
            <a:lvl1pPr>
              <a:defRPr/>
            </a:lvl1pPr>
          </a:lstStyle>
          <a:p>
            <a:pPr>
              <a:defRPr/>
            </a:pPr>
            <a:fld id="{7321E0EC-3B96-4417-9DE9-88B194FC29C9}" type="datetimeFigureOut">
              <a:rPr lang="en-US" smtClean="0"/>
              <a:pPr>
                <a:defRPr/>
              </a:pPr>
              <a:t>4/29/2019</a:t>
            </a:fld>
            <a:endParaRPr lang="en-US" dirty="0"/>
          </a:p>
        </p:txBody>
      </p:sp>
      <p:sp>
        <p:nvSpPr>
          <p:cNvPr id="6" name="Footer Placeholder 4"/>
          <p:cNvSpPr>
            <a:spLocks noGrp="1"/>
          </p:cNvSpPr>
          <p:nvPr>
            <p:ph type="ftr" sz="quarter" idx="15"/>
          </p:nvPr>
        </p:nvSpPr>
        <p:spPr/>
        <p:txBody>
          <a:bodyPr/>
          <a:lstStyle>
            <a:lvl1pPr>
              <a:defRPr/>
            </a:lvl1pPr>
          </a:lstStyle>
          <a:p>
            <a:pPr>
              <a:defRPr/>
            </a:pPr>
            <a:endParaRPr lang="en-US"/>
          </a:p>
        </p:txBody>
      </p:sp>
      <p:sp>
        <p:nvSpPr>
          <p:cNvPr id="7" name="Slide Number Placeholder 5"/>
          <p:cNvSpPr>
            <a:spLocks noGrp="1"/>
          </p:cNvSpPr>
          <p:nvPr>
            <p:ph type="sldNum" sz="quarter" idx="16"/>
          </p:nvPr>
        </p:nvSpPr>
        <p:spPr/>
        <p:txBody>
          <a:bodyPr/>
          <a:lstStyle>
            <a:lvl1pPr>
              <a:defRPr/>
            </a:lvl1pPr>
          </a:lstStyle>
          <a:p>
            <a:pPr>
              <a:defRPr/>
            </a:pPr>
            <a:fld id="{A16052DB-F956-496A-A480-BA52FF24FB52}" type="slidenum">
              <a:rPr lang="en-US" smtClean="0"/>
              <a:pPr>
                <a:defRPr/>
              </a:pPr>
              <a:t>‹#›</a:t>
            </a:fld>
            <a:endParaRPr lang="en-US" dirty="0"/>
          </a:p>
        </p:txBody>
      </p:sp>
    </p:spTree>
    <p:extLst>
      <p:ext uri="{BB962C8B-B14F-4D97-AF65-F5344CB8AC3E}">
        <p14:creationId xmlns:p14="http://schemas.microsoft.com/office/powerpoint/2010/main" val="4179030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p:cNvSpPr/>
          <p:nvPr/>
        </p:nvSpPr>
        <p:spPr>
          <a:xfrm>
            <a:off x="0" y="0"/>
            <a:ext cx="9144000" cy="228600"/>
          </a:xfrm>
          <a:prstGeom prst="rect">
            <a:avLst/>
          </a:prstGeom>
          <a:solidFill>
            <a:schemeClr val="accent1">
              <a:lumMod val="75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p:txBody>
          <a:bodyPr/>
          <a:lstStyle>
            <a:lvl1pPr algn="l">
              <a:defRPr>
                <a:solidFill>
                  <a:schemeClr val="accent2"/>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chemeClr val="accent2"/>
              </a:buClr>
              <a:buSzPct val="100000"/>
              <a:buFont typeface="Calibri" pitchFamily="34" charset="0"/>
              <a:buChar char="•"/>
              <a:defRPr/>
            </a:lvl1pPr>
            <a:lvl2pPr marL="742950" indent="-285750">
              <a:buClr>
                <a:srgbClr val="C00000"/>
              </a:buClr>
              <a:buSzPct val="100000"/>
              <a:buFont typeface="Courier New" panose="02070309020205020404" pitchFamily="49" charset="0"/>
              <a:buChar char="o"/>
              <a:defRPr/>
            </a:lvl2pPr>
            <a:lvl3pPr marL="1143000" indent="-228600">
              <a:buClr>
                <a:schemeClr val="accent2"/>
              </a:buClr>
              <a:buSzPct val="100000"/>
              <a:buFont typeface="Wingdings" panose="05000000000000000000" pitchFamily="2" charset="2"/>
              <a:buChar char="§"/>
              <a:defRPr/>
            </a:lvl3pPr>
            <a:lvl4pPr marL="1600200" indent="-228600">
              <a:buClr>
                <a:schemeClr val="accent1">
                  <a:lumMod val="75000"/>
                </a:schemeClr>
              </a:buClr>
              <a:buSzPct val="100000"/>
              <a:buFont typeface="Wingdings" panose="05000000000000000000" pitchFamily="2" charset="2"/>
              <a:buChar char="Ø"/>
              <a:defRPr/>
            </a:lvl4pPr>
            <a:lvl5pPr marL="2057400" indent="-228600">
              <a:buClr>
                <a:srgbClr val="C00000"/>
              </a:buClr>
              <a:buSzPct val="100000"/>
              <a:buFont typeface="Wingdings" panose="05000000000000000000" pitchFamily="2" charset="2"/>
              <a:buChar char="ü"/>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A5DB5F7-C056-4BDE-AF30-8FCA91D9E6AA}" type="datetimeFigureOut">
              <a:rPr lang="en-US" smtClean="0"/>
              <a:pPr>
                <a:defRPr/>
              </a:pPr>
              <a:t>4/29/2019</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FB00676-EA95-4FFD-B875-4939D0674AE0}" type="slidenum">
              <a:rPr lang="en-US" smtClean="0"/>
              <a:pPr>
                <a:defRPr/>
              </a:pPr>
              <a:t>‹#›</a:t>
            </a:fld>
            <a:endParaRPr lang="en-US" dirty="0"/>
          </a:p>
        </p:txBody>
      </p:sp>
    </p:spTree>
    <p:extLst>
      <p:ext uri="{BB962C8B-B14F-4D97-AF65-F5344CB8AC3E}">
        <p14:creationId xmlns:p14="http://schemas.microsoft.com/office/powerpoint/2010/main" val="3195139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6" descr="blank title icon for ppt from book copy.png"/>
          <p:cNvPicPr>
            <a:picLocks noChangeAspect="1"/>
          </p:cNvPicPr>
          <p:nvPr/>
        </p:nvPicPr>
        <p:blipFill>
          <a:blip r:embed="rId2">
            <a:duotone>
              <a:prstClr val="black"/>
              <a:schemeClr val="accent1">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0" y="838200"/>
            <a:ext cx="9144000" cy="260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724400" y="838200"/>
            <a:ext cx="4419600" cy="2667001"/>
          </a:xfrm>
        </p:spPr>
        <p:txBody>
          <a:bodyPr>
            <a:normAutofit/>
          </a:bodyPr>
          <a:lstStyle>
            <a:lvl1pPr algn="l">
              <a:defRPr sz="3200" b="1" cap="none">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04800" y="1905000"/>
            <a:ext cx="3352800" cy="890587"/>
          </a:xfrm>
        </p:spPr>
        <p:txBody>
          <a:bodyPr anchor="ctr"/>
          <a:lstStyle>
            <a:lvl1pPr marL="0" indent="0">
              <a:buNone/>
              <a:defRPr sz="20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ACB2223D-5755-4349-BACE-CC66D1629120}" type="datetimeFigureOut">
              <a:rPr lang="en-US" smtClean="0"/>
              <a:pPr>
                <a:defRPr/>
              </a:pPr>
              <a:t>4/29/2019</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28587E-B9CA-4689-B511-2709A82A577E}" type="slidenum">
              <a:rPr lang="en-US" smtClean="0"/>
              <a:pPr>
                <a:defRPr/>
              </a:pPr>
              <a:t>‹#›</a:t>
            </a:fld>
            <a:endParaRPr lang="en-US" dirty="0"/>
          </a:p>
        </p:txBody>
      </p:sp>
    </p:spTree>
    <p:extLst>
      <p:ext uri="{BB962C8B-B14F-4D97-AF65-F5344CB8AC3E}">
        <p14:creationId xmlns:p14="http://schemas.microsoft.com/office/powerpoint/2010/main" val="3729498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p:cNvSpPr/>
          <p:nvPr/>
        </p:nvSpPr>
        <p:spPr>
          <a:xfrm>
            <a:off x="0" y="0"/>
            <a:ext cx="9144000" cy="228600"/>
          </a:xfrm>
          <a:prstGeom prst="rect">
            <a:avLst/>
          </a:prstGeom>
          <a:solidFill>
            <a:schemeClr val="accent1">
              <a:lumMod val="75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p:txBody>
          <a:bodyPr/>
          <a:lstStyle>
            <a:lvl1pPr>
              <a:defRPr>
                <a:solidFill>
                  <a:schemeClr val="accent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457200" y="1600200"/>
            <a:ext cx="4038600" cy="4525963"/>
          </a:xfrm>
        </p:spPr>
        <p:txBody>
          <a:bodyPr/>
          <a:lstStyle>
            <a:lvl1pPr>
              <a:buClr>
                <a:schemeClr val="accent2"/>
              </a:buClr>
              <a:buSzPct val="100000"/>
              <a:buFont typeface="Arial" pitchFamily="34" charset="0"/>
              <a:buChar char="•"/>
              <a:defRPr sz="2800"/>
            </a:lvl1pPr>
            <a:lvl2pPr marL="742950" indent="-285750">
              <a:buClr>
                <a:schemeClr val="accent2"/>
              </a:buClr>
              <a:buSzPct val="100000"/>
              <a:buFont typeface="Courier New" panose="02070309020205020404" pitchFamily="49" charset="0"/>
              <a:buChar char="o"/>
              <a:defRPr sz="2400"/>
            </a:lvl2pPr>
            <a:lvl3pPr marL="1143000" indent="-228600">
              <a:buClr>
                <a:srgbClr val="C00000"/>
              </a:buClr>
              <a:buSzPct val="100000"/>
              <a:buFont typeface="Wingdings" panose="05000000000000000000" pitchFamily="2" charset="2"/>
              <a:buChar char="v"/>
              <a:defRPr sz="2000"/>
            </a:lvl3pPr>
            <a:lvl4pPr marL="1600200" indent="-228600">
              <a:buClr>
                <a:schemeClr val="accent2"/>
              </a:buClr>
              <a:buSzPct val="100000"/>
              <a:buFont typeface="Wingdings" panose="05000000000000000000" pitchFamily="2" charset="2"/>
              <a:buChar char="Ø"/>
              <a:defRPr sz="1800"/>
            </a:lvl4pPr>
            <a:lvl5pPr marL="2057400" indent="-228600">
              <a:buClr>
                <a:srgbClr val="C00000"/>
              </a:buClr>
              <a:buSzPct val="100000"/>
              <a:buFont typeface="Wingdings" panose="05000000000000000000" pitchFamily="2" charset="2"/>
              <a:buChar char="ü"/>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marL="342900" indent="-342900">
              <a:buClr>
                <a:schemeClr val="accent2"/>
              </a:buClr>
              <a:buSzPct val="100000"/>
              <a:buFont typeface="Arial" panose="020B0604020202020204" pitchFamily="34" charset="0"/>
              <a:buChar char="•"/>
              <a:defRPr sz="2800"/>
            </a:lvl1pPr>
            <a:lvl2pPr marL="742950" indent="-285750">
              <a:buClr>
                <a:schemeClr val="accent2"/>
              </a:buClr>
              <a:buSzPct val="100000"/>
              <a:buFont typeface="Courier New" panose="02070309020205020404" pitchFamily="49" charset="0"/>
              <a:buChar char="o"/>
              <a:defRPr sz="2400"/>
            </a:lvl2pPr>
            <a:lvl3pPr marL="1143000" indent="-228600">
              <a:buClr>
                <a:schemeClr val="accent2"/>
              </a:buClr>
              <a:buSzPct val="100000"/>
              <a:buFont typeface="Wingdings" panose="05000000000000000000" pitchFamily="2" charset="2"/>
              <a:buChar char="v"/>
              <a:defRPr sz="2000"/>
            </a:lvl3pPr>
            <a:lvl4pPr marL="1600200" indent="-228600">
              <a:buClr>
                <a:schemeClr val="accent2"/>
              </a:buClr>
              <a:buSzPct val="100000"/>
              <a:buFont typeface="Wingdings" panose="05000000000000000000" pitchFamily="2" charset="2"/>
              <a:buChar char="Ø"/>
              <a:defRPr sz="1800"/>
            </a:lvl4pPr>
            <a:lvl5pPr marL="2171700" indent="-342900">
              <a:buClr>
                <a:schemeClr val="accent2"/>
              </a:buClr>
              <a:buSzPct val="100000"/>
              <a:buFont typeface="Wingdings" panose="05000000000000000000" pitchFamily="2" charset="2"/>
              <a:buChar char="ü"/>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4"/>
          <p:cNvSpPr>
            <a:spLocks noGrp="1"/>
          </p:cNvSpPr>
          <p:nvPr>
            <p:ph type="dt" sz="half" idx="10"/>
          </p:nvPr>
        </p:nvSpPr>
        <p:spPr/>
        <p:txBody>
          <a:bodyPr/>
          <a:lstStyle>
            <a:lvl1pPr>
              <a:defRPr/>
            </a:lvl1pPr>
          </a:lstStyle>
          <a:p>
            <a:pPr>
              <a:defRPr/>
            </a:pPr>
            <a:fld id="{A0EF73DD-42E8-4F23-AE9D-C14D9C69FB2C}" type="datetimeFigureOut">
              <a:rPr lang="en-US" smtClean="0"/>
              <a:pPr>
                <a:defRPr/>
              </a:pPr>
              <a:t>4/29/2019</a:t>
            </a:fld>
            <a:endParaRPr lang="en-US" dirty="0"/>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CD6556E6-2E85-4AF5-B412-6D23D1605E20}" type="slidenum">
              <a:rPr lang="en-US" smtClean="0"/>
              <a:pPr>
                <a:defRPr/>
              </a:pPr>
              <a:t>‹#›</a:t>
            </a:fld>
            <a:endParaRPr lang="en-US" dirty="0"/>
          </a:p>
        </p:txBody>
      </p:sp>
    </p:spTree>
    <p:extLst>
      <p:ext uri="{BB962C8B-B14F-4D97-AF65-F5344CB8AC3E}">
        <p14:creationId xmlns:p14="http://schemas.microsoft.com/office/powerpoint/2010/main" val="3700808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Rectangle 6"/>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p:txBody>
          <a:bodyPr/>
          <a:lstStyle>
            <a:lvl1pPr>
              <a:defRPr>
                <a:solidFill>
                  <a:schemeClr val="accent2"/>
                </a:solidFill>
              </a:defRPr>
            </a:lvl1pPr>
          </a:lstStyle>
          <a:p>
            <a:r>
              <a:rPr lang="en-US"/>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buClr>
                <a:schemeClr val="accent2"/>
              </a:buClr>
              <a:buSzPct val="100000"/>
              <a:buFont typeface="Arial" pitchFamily="34" charset="0"/>
              <a:buChar char="•"/>
              <a:defRPr sz="2400"/>
            </a:lvl1pPr>
            <a:lvl2pPr marL="742950" indent="-285750">
              <a:buClr>
                <a:srgbClr val="C00000"/>
              </a:buClr>
              <a:buSzPct val="100000"/>
              <a:buFont typeface="Courier New" panose="02070309020205020404" pitchFamily="49" charset="0"/>
              <a:buChar char="o"/>
              <a:defRPr sz="2000"/>
            </a:lvl2pPr>
            <a:lvl3pPr marL="1143000" indent="-228600">
              <a:buClr>
                <a:srgbClr val="C00000"/>
              </a:buClr>
              <a:buSzPct val="100000"/>
              <a:buFont typeface="Wingdings" panose="05000000000000000000" pitchFamily="2" charset="2"/>
              <a:buChar char="v"/>
              <a:defRPr sz="1800"/>
            </a:lvl3pPr>
            <a:lvl4pPr marL="1600200" indent="-228600">
              <a:buClr>
                <a:srgbClr val="C00000"/>
              </a:buClr>
              <a:buSzPct val="100000"/>
              <a:buFont typeface="Wingdings" panose="05000000000000000000" pitchFamily="2" charset="2"/>
              <a:buChar char="Ø"/>
              <a:defRPr sz="1600"/>
            </a:lvl4pPr>
            <a:lvl5pPr marL="2057400" indent="-228600">
              <a:buClr>
                <a:srgbClr val="C00000"/>
              </a:buClr>
              <a:buSzPct val="100000"/>
              <a:buFont typeface="Wingdings" panose="05000000000000000000" pitchFamily="2" charset="2"/>
              <a:buChar char="ü"/>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buClr>
                <a:srgbClr val="C00000"/>
              </a:buClr>
              <a:buSzPct val="100000"/>
              <a:buFont typeface="Arial" pitchFamily="34" charset="0"/>
              <a:buChar char="•"/>
              <a:defRPr sz="2400"/>
            </a:lvl1pPr>
            <a:lvl2pPr marL="742950" indent="-285750">
              <a:buClr>
                <a:srgbClr val="C00000"/>
              </a:buClr>
              <a:buSzPct val="100000"/>
              <a:buFont typeface="Courier New" panose="02070309020205020404" pitchFamily="49" charset="0"/>
              <a:buChar char="o"/>
              <a:defRPr sz="2000"/>
            </a:lvl2pPr>
            <a:lvl3pPr marL="1143000" indent="-228600">
              <a:buClr>
                <a:srgbClr val="C00000"/>
              </a:buClr>
              <a:buSzPct val="100000"/>
              <a:buFont typeface="Wingdings" panose="05000000000000000000" pitchFamily="2" charset="2"/>
              <a:buChar char="v"/>
              <a:defRPr sz="1800"/>
            </a:lvl3pPr>
            <a:lvl4pPr marL="1600200" indent="-228600">
              <a:buClr>
                <a:srgbClr val="C00000"/>
              </a:buClr>
              <a:buSzPct val="100000"/>
              <a:buFont typeface="Wingdings" panose="05000000000000000000" pitchFamily="2" charset="2"/>
              <a:buChar char="Ø"/>
              <a:defRPr sz="1600"/>
            </a:lvl4pPr>
            <a:lvl5pPr marL="2057400" indent="-228600">
              <a:buClr>
                <a:srgbClr val="C00000"/>
              </a:buClr>
              <a:buSzPct val="100000"/>
              <a:buFont typeface="Wingdings" panose="05000000000000000000" pitchFamily="2" charset="2"/>
              <a:buChar char="ü"/>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6"/>
          <p:cNvSpPr>
            <a:spLocks noGrp="1"/>
          </p:cNvSpPr>
          <p:nvPr>
            <p:ph type="dt" sz="half" idx="10"/>
          </p:nvPr>
        </p:nvSpPr>
        <p:spPr/>
        <p:txBody>
          <a:bodyPr/>
          <a:lstStyle>
            <a:lvl1pPr>
              <a:defRPr/>
            </a:lvl1pPr>
          </a:lstStyle>
          <a:p>
            <a:pPr>
              <a:defRPr/>
            </a:pPr>
            <a:fld id="{DCB2A957-CE50-40D4-9AA5-5678B2CC5A6E}" type="datetimeFigureOut">
              <a:rPr lang="en-US" smtClean="0"/>
              <a:pPr>
                <a:defRPr/>
              </a:pPr>
              <a:t>4/29/2019</a:t>
            </a:fld>
            <a:endParaRPr lang="en-US" dirty="0"/>
          </a:p>
        </p:txBody>
      </p:sp>
      <p:sp>
        <p:nvSpPr>
          <p:cNvPr id="9" name="Footer Placeholder 7"/>
          <p:cNvSpPr>
            <a:spLocks noGrp="1"/>
          </p:cNvSpPr>
          <p:nvPr>
            <p:ph type="ftr" sz="quarter" idx="11"/>
          </p:nvPr>
        </p:nvSpPr>
        <p:spPr/>
        <p:txBody>
          <a:bodyPr/>
          <a:lstStyle>
            <a:lvl1pPr>
              <a:defRPr/>
            </a:lvl1pPr>
          </a:lstStyle>
          <a:p>
            <a:pPr>
              <a:defRPr/>
            </a:pPr>
            <a:endParaRPr lang="en-US"/>
          </a:p>
        </p:txBody>
      </p:sp>
      <p:sp>
        <p:nvSpPr>
          <p:cNvPr id="10" name="Slide Number Placeholder 8"/>
          <p:cNvSpPr>
            <a:spLocks noGrp="1"/>
          </p:cNvSpPr>
          <p:nvPr>
            <p:ph type="sldNum" sz="quarter" idx="12"/>
          </p:nvPr>
        </p:nvSpPr>
        <p:spPr/>
        <p:txBody>
          <a:bodyPr/>
          <a:lstStyle>
            <a:lvl1pPr>
              <a:defRPr/>
            </a:lvl1pPr>
          </a:lstStyle>
          <a:p>
            <a:pPr>
              <a:defRPr/>
            </a:pPr>
            <a:fld id="{93E2CC16-B321-4300-91D7-FB2B29711EBB}" type="slidenum">
              <a:rPr lang="en-US" smtClean="0"/>
              <a:pPr>
                <a:defRPr/>
              </a:pPr>
              <a:t>‹#›</a:t>
            </a:fld>
            <a:endParaRPr lang="en-US" dirty="0"/>
          </a:p>
        </p:txBody>
      </p:sp>
    </p:spTree>
    <p:extLst>
      <p:ext uri="{BB962C8B-B14F-4D97-AF65-F5344CB8AC3E}">
        <p14:creationId xmlns:p14="http://schemas.microsoft.com/office/powerpoint/2010/main" val="23499059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ectangle 2"/>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p:txBody>
          <a:bodyPr/>
          <a:lstStyle>
            <a:lvl1pPr>
              <a:defRPr>
                <a:solidFill>
                  <a:schemeClr val="accent2"/>
                </a:solidFill>
              </a:defRPr>
            </a:lvl1pPr>
          </a:lstStyle>
          <a:p>
            <a:r>
              <a:rPr lang="en-US"/>
              <a:t>Click to edit Master title style</a:t>
            </a:r>
            <a:endParaRPr lang="en-US" dirty="0"/>
          </a:p>
        </p:txBody>
      </p:sp>
      <p:sp>
        <p:nvSpPr>
          <p:cNvPr id="4" name="Date Placeholder 2"/>
          <p:cNvSpPr>
            <a:spLocks noGrp="1"/>
          </p:cNvSpPr>
          <p:nvPr>
            <p:ph type="dt" sz="half" idx="10"/>
          </p:nvPr>
        </p:nvSpPr>
        <p:spPr/>
        <p:txBody>
          <a:bodyPr/>
          <a:lstStyle>
            <a:lvl1pPr>
              <a:defRPr/>
            </a:lvl1pPr>
          </a:lstStyle>
          <a:p>
            <a:pPr>
              <a:defRPr/>
            </a:pPr>
            <a:fld id="{06879C1C-8A4A-4115-A2FC-F15088978A82}" type="datetimeFigureOut">
              <a:rPr lang="en-US" smtClean="0"/>
              <a:pPr>
                <a:defRPr/>
              </a:pPr>
              <a:t>4/29/2019</a:t>
            </a:fld>
            <a:endParaRPr lang="en-US" dirty="0"/>
          </a:p>
        </p:txBody>
      </p:sp>
      <p:sp>
        <p:nvSpPr>
          <p:cNvPr id="5" name="Footer Placeholder 3"/>
          <p:cNvSpPr>
            <a:spLocks noGrp="1"/>
          </p:cNvSpPr>
          <p:nvPr>
            <p:ph type="ftr" sz="quarter" idx="11"/>
          </p:nvPr>
        </p:nvSpPr>
        <p:spPr/>
        <p:txBody>
          <a:bodyPr/>
          <a:lstStyle>
            <a:lvl1pPr>
              <a:defRPr/>
            </a:lvl1pPr>
          </a:lstStyle>
          <a:p>
            <a:pPr>
              <a:defRPr/>
            </a:pPr>
            <a:endParaRPr lang="en-US"/>
          </a:p>
        </p:txBody>
      </p:sp>
      <p:sp>
        <p:nvSpPr>
          <p:cNvPr id="6" name="Slide Number Placeholder 4"/>
          <p:cNvSpPr>
            <a:spLocks noGrp="1"/>
          </p:cNvSpPr>
          <p:nvPr>
            <p:ph type="sldNum" sz="quarter" idx="12"/>
          </p:nvPr>
        </p:nvSpPr>
        <p:spPr/>
        <p:txBody>
          <a:bodyPr/>
          <a:lstStyle>
            <a:lvl1pPr>
              <a:defRPr/>
            </a:lvl1pPr>
          </a:lstStyle>
          <a:p>
            <a:pPr>
              <a:defRPr/>
            </a:pPr>
            <a:fld id="{77049658-B53B-4875-93F3-1343F3EBC49E}" type="slidenum">
              <a:rPr lang="en-US" smtClean="0"/>
              <a:pPr>
                <a:defRPr/>
              </a:pPr>
              <a:t>‹#›</a:t>
            </a:fld>
            <a:endParaRPr lang="en-US" dirty="0"/>
          </a:p>
        </p:txBody>
      </p:sp>
    </p:spTree>
    <p:extLst>
      <p:ext uri="{BB962C8B-B14F-4D97-AF65-F5344CB8AC3E}">
        <p14:creationId xmlns:p14="http://schemas.microsoft.com/office/powerpoint/2010/main" val="248459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p:cNvSpPr/>
          <p:nvPr/>
        </p:nvSpPr>
        <p:spPr>
          <a:xfrm>
            <a:off x="0" y="0"/>
            <a:ext cx="9144000" cy="228600"/>
          </a:xfrm>
          <a:prstGeom prst="rect">
            <a:avLst/>
          </a:prstGeom>
          <a:solidFill>
            <a:schemeClr val="accent2"/>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Date Placeholder 1"/>
          <p:cNvSpPr>
            <a:spLocks noGrp="1"/>
          </p:cNvSpPr>
          <p:nvPr>
            <p:ph type="dt" sz="half" idx="10"/>
          </p:nvPr>
        </p:nvSpPr>
        <p:spPr/>
        <p:txBody>
          <a:bodyPr/>
          <a:lstStyle>
            <a:lvl1pPr>
              <a:defRPr/>
            </a:lvl1pPr>
          </a:lstStyle>
          <a:p>
            <a:pPr>
              <a:defRPr/>
            </a:pPr>
            <a:fld id="{C77F5BCE-8688-4899-9233-555D8EF9F802}" type="datetimeFigureOut">
              <a:rPr lang="en-US" smtClean="0"/>
              <a:pPr>
                <a:defRPr/>
              </a:pPr>
              <a:t>4/29/2019</a:t>
            </a:fld>
            <a:endParaRPr lang="en-US" dirty="0"/>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3"/>
          <p:cNvSpPr>
            <a:spLocks noGrp="1"/>
          </p:cNvSpPr>
          <p:nvPr>
            <p:ph type="sldNum" sz="quarter" idx="12"/>
          </p:nvPr>
        </p:nvSpPr>
        <p:spPr/>
        <p:txBody>
          <a:bodyPr/>
          <a:lstStyle>
            <a:lvl1pPr>
              <a:defRPr/>
            </a:lvl1pPr>
          </a:lstStyle>
          <a:p>
            <a:pPr>
              <a:defRPr/>
            </a:pPr>
            <a:fld id="{B28E3470-DEA2-4A0E-B158-00F61155DDC6}" type="slidenum">
              <a:rPr lang="en-US" smtClean="0"/>
              <a:pPr>
                <a:defRPr/>
              </a:pPr>
              <a:t>‹#›</a:t>
            </a:fld>
            <a:endParaRPr lang="en-US" dirty="0"/>
          </a:p>
        </p:txBody>
      </p:sp>
    </p:spTree>
    <p:extLst>
      <p:ext uri="{BB962C8B-B14F-4D97-AF65-F5344CB8AC3E}">
        <p14:creationId xmlns:p14="http://schemas.microsoft.com/office/powerpoint/2010/main" val="1367508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273050"/>
            <a:ext cx="3657600" cy="1162050"/>
          </a:xfrm>
        </p:spPr>
        <p:txBody>
          <a:bodyPr anchor="b"/>
          <a:lstStyle>
            <a:lvl1pPr algn="l">
              <a:defRPr sz="2400" b="1">
                <a:solidFill>
                  <a:schemeClr val="accent2"/>
                </a:solidFill>
              </a:defRPr>
            </a:lvl1pPr>
          </a:lstStyle>
          <a:p>
            <a:r>
              <a:rPr lang="en-US"/>
              <a:t>Click to edit Master title style</a:t>
            </a:r>
            <a:endParaRPr lang="en-US" dirty="0"/>
          </a:p>
        </p:txBody>
      </p:sp>
      <p:sp>
        <p:nvSpPr>
          <p:cNvPr id="3" name="Content Placeholder 2"/>
          <p:cNvSpPr>
            <a:spLocks noGrp="1"/>
          </p:cNvSpPr>
          <p:nvPr>
            <p:ph idx="1"/>
          </p:nvPr>
        </p:nvSpPr>
        <p:spPr>
          <a:xfrm>
            <a:off x="4419600" y="304800"/>
            <a:ext cx="4267200" cy="5821363"/>
          </a:xfrm>
        </p:spPr>
        <p:txBody>
          <a:bodyPr>
            <a:normAutofit/>
          </a:bodyPr>
          <a:lstStyle>
            <a:lvl1pPr>
              <a:buClr>
                <a:srgbClr val="C00000"/>
              </a:buClr>
              <a:buSzPct val="100000"/>
              <a:buFont typeface="Calibri" pitchFamily="34" charset="0"/>
              <a:buChar char="•"/>
              <a:defRPr sz="2400"/>
            </a:lvl1pPr>
            <a:lvl2pPr marL="742950" indent="-285750">
              <a:buClr>
                <a:schemeClr val="accent2"/>
              </a:buClr>
              <a:buSzPct val="100000"/>
              <a:buFont typeface="Courier New" panose="02070309020205020404" pitchFamily="49" charset="0"/>
              <a:buChar char="o"/>
              <a:defRPr sz="2000"/>
            </a:lvl2pPr>
            <a:lvl3pPr marL="1143000" indent="-228600">
              <a:buClr>
                <a:schemeClr val="accent2"/>
              </a:buClr>
              <a:buSzPct val="100000"/>
              <a:buFont typeface="Wingdings" panose="05000000000000000000" pitchFamily="2" charset="2"/>
              <a:buChar char="v"/>
              <a:defRPr sz="1800"/>
            </a:lvl3pPr>
            <a:lvl4pPr marL="1600200" indent="-228600">
              <a:buClr>
                <a:srgbClr val="C00000"/>
              </a:buClr>
              <a:buSzPct val="100000"/>
              <a:buFont typeface="Wingdings" panose="05000000000000000000" pitchFamily="2" charset="2"/>
              <a:buChar char="Ø"/>
              <a:defRPr sz="1600"/>
            </a:lvl4pPr>
            <a:lvl5pPr marL="2057400" indent="-228600">
              <a:buClr>
                <a:srgbClr val="C00000"/>
              </a:buClr>
              <a:buSzPct val="100000"/>
              <a:buFont typeface="Wingdings" panose="05000000000000000000" pitchFamily="2" charset="2"/>
              <a:buChar char="ü"/>
              <a:defRPr sz="16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657600" cy="4691063"/>
          </a:xfrm>
        </p:spPr>
        <p:txBody>
          <a:bodyPr/>
          <a:lstStyle>
            <a:lvl1pPr marL="233363" indent="-233363">
              <a:buClr>
                <a:srgbClr val="C00000"/>
              </a:buClr>
              <a:buSzPct val="100000"/>
              <a:buFont typeface="Calibri" pitchFamily="34" charset="0"/>
              <a:buChar char="•"/>
              <a:defRPr sz="2000"/>
            </a:lvl1pPr>
            <a:lvl2pPr marL="690563" indent="-233363">
              <a:buClr>
                <a:srgbClr val="C00000"/>
              </a:buClr>
              <a:buSzPct val="100000"/>
              <a:buFont typeface="Courier New" panose="02070309020205020404" pitchFamily="49" charset="0"/>
              <a:buChar char="o"/>
              <a:defRPr sz="20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a:p>
            <a:pPr lvl="1"/>
            <a:r>
              <a:rPr lang="en-US"/>
              <a:t>Second level</a:t>
            </a:r>
          </a:p>
        </p:txBody>
      </p:sp>
      <p:sp>
        <p:nvSpPr>
          <p:cNvPr id="6" name="Date Placeholder 4"/>
          <p:cNvSpPr>
            <a:spLocks noGrp="1"/>
          </p:cNvSpPr>
          <p:nvPr>
            <p:ph type="dt" sz="half" idx="10"/>
          </p:nvPr>
        </p:nvSpPr>
        <p:spPr/>
        <p:txBody>
          <a:bodyPr/>
          <a:lstStyle>
            <a:lvl1pPr>
              <a:defRPr/>
            </a:lvl1pPr>
          </a:lstStyle>
          <a:p>
            <a:pPr>
              <a:defRPr/>
            </a:pPr>
            <a:fld id="{B9B078D0-95D1-4845-99C5-4F6BD9F4D784}" type="datetimeFigureOut">
              <a:rPr lang="en-US" smtClean="0"/>
              <a:pPr>
                <a:defRPr/>
              </a:pPr>
              <a:t>4/29/2019</a:t>
            </a:fld>
            <a:endParaRPr lang="en-US" dirty="0"/>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F351F643-6012-4186-AEC7-14982743720E}" type="slidenum">
              <a:rPr lang="en-US" smtClean="0"/>
              <a:pPr>
                <a:defRPr/>
              </a:pPr>
              <a:t>‹#›</a:t>
            </a:fld>
            <a:endParaRPr lang="en-US" dirty="0"/>
          </a:p>
        </p:txBody>
      </p:sp>
    </p:spTree>
    <p:extLst>
      <p:ext uri="{BB962C8B-B14F-4D97-AF65-F5344CB8AC3E}">
        <p14:creationId xmlns:p14="http://schemas.microsoft.com/office/powerpoint/2010/main" val="2800972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1792288" y="4800600"/>
            <a:ext cx="5486400" cy="566738"/>
          </a:xfrm>
        </p:spPr>
        <p:txBody>
          <a:bodyPr anchor="b"/>
          <a:lstStyle>
            <a:lvl1pPr algn="l">
              <a:defRPr sz="2000" b="1">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Date Placeholder 4"/>
          <p:cNvSpPr>
            <a:spLocks noGrp="1"/>
          </p:cNvSpPr>
          <p:nvPr>
            <p:ph type="dt" sz="half" idx="10"/>
          </p:nvPr>
        </p:nvSpPr>
        <p:spPr/>
        <p:txBody>
          <a:bodyPr/>
          <a:lstStyle>
            <a:lvl1pPr>
              <a:defRPr/>
            </a:lvl1pPr>
          </a:lstStyle>
          <a:p>
            <a:pPr>
              <a:defRPr/>
            </a:pPr>
            <a:fld id="{2BDC0CF4-AC61-43F0-A46C-F290DCC47345}" type="datetimeFigureOut">
              <a:rPr lang="en-US" smtClean="0"/>
              <a:pPr>
                <a:defRPr/>
              </a:pPr>
              <a:t>4/29/2019</a:t>
            </a:fld>
            <a:endParaRPr lang="en-US" dirty="0"/>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491FF6CC-173E-4E9E-85E2-F42DA469542C}" type="slidenum">
              <a:rPr lang="en-US" smtClean="0"/>
              <a:pPr>
                <a:defRPr/>
              </a:pPr>
              <a:t>‹#›</a:t>
            </a:fld>
            <a:endParaRPr lang="en-US" dirty="0"/>
          </a:p>
        </p:txBody>
      </p:sp>
    </p:spTree>
    <p:extLst>
      <p:ext uri="{BB962C8B-B14F-4D97-AF65-F5344CB8AC3E}">
        <p14:creationId xmlns:p14="http://schemas.microsoft.com/office/powerpoint/2010/main" val="2541420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C00000"/>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lvl1pPr>
              <a:buClr>
                <a:srgbClr val="C00000"/>
              </a:buClr>
              <a:defRPr/>
            </a:lvl1pPr>
            <a:lvl2pPr marL="742950" indent="-285750">
              <a:buClr>
                <a:srgbClr val="C00000"/>
              </a:buClr>
              <a:buFont typeface="Courier New" panose="02070309020205020404" pitchFamily="49" charset="0"/>
              <a:buChar char="o"/>
              <a:defRPr/>
            </a:lvl2pPr>
            <a:lvl3pPr marL="1143000" indent="-228600">
              <a:buClr>
                <a:schemeClr val="accent2"/>
              </a:buClr>
              <a:buFont typeface="Wingdings" panose="05000000000000000000" pitchFamily="2" charset="2"/>
              <a:buChar char="v"/>
              <a:defRPr/>
            </a:lvl3pPr>
            <a:lvl4pPr marL="1600200" indent="-228600">
              <a:buClr>
                <a:schemeClr val="accent2"/>
              </a:buClr>
              <a:buFont typeface="Wingdings" panose="05000000000000000000" pitchFamily="2" charset="2"/>
              <a:buChar char="Ø"/>
              <a:defRPr/>
            </a:lvl4pPr>
            <a:lvl5pPr marL="2057400" indent="-228600">
              <a:buClr>
                <a:srgbClr val="C00000"/>
              </a:buClr>
              <a:buFont typeface="Wingdings" panose="05000000000000000000" pitchFamily="2" charset="2"/>
              <a:buChar char="ü"/>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7B29C578-B3A3-49B0-B63E-4FF349CCF87C}" type="datetimeFigureOut">
              <a:rPr lang="en-US" smtClean="0"/>
              <a:pPr>
                <a:defRPr/>
              </a:pPr>
              <a:t>4/29/2019</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99795C-B650-45E5-B1CC-50E0FABC5C95}" type="slidenum">
              <a:rPr lang="en-US" smtClean="0"/>
              <a:pPr>
                <a:defRPr/>
              </a:pPr>
              <a:t>‹#›</a:t>
            </a:fld>
            <a:endParaRPr lang="en-US" dirty="0"/>
          </a:p>
        </p:txBody>
      </p:sp>
    </p:spTree>
    <p:extLst>
      <p:ext uri="{BB962C8B-B14F-4D97-AF65-F5344CB8AC3E}">
        <p14:creationId xmlns:p14="http://schemas.microsoft.com/office/powerpoint/2010/main" val="1146496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lvl1pPr>
              <a:defRPr>
                <a:solidFill>
                  <a:srgbClr val="C00000"/>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lvl1pPr>
              <a:buClr>
                <a:schemeClr val="accent2"/>
              </a:buClr>
              <a:defRPr/>
            </a:lvl1pPr>
            <a:lvl2pPr marL="742950" indent="-285750">
              <a:buClr>
                <a:srgbClr val="C00000"/>
              </a:buClr>
              <a:buFont typeface="Courier New" panose="02070309020205020404" pitchFamily="49" charset="0"/>
              <a:buChar char="o"/>
              <a:defRPr/>
            </a:lvl2pPr>
            <a:lvl3pPr marL="1143000" indent="-228600">
              <a:buClr>
                <a:schemeClr val="accent2"/>
              </a:buClr>
              <a:buFont typeface="Wingdings" panose="05000000000000000000" pitchFamily="2" charset="2"/>
              <a:buChar char="v"/>
              <a:defRPr/>
            </a:lvl3pPr>
            <a:lvl4pPr marL="1600200" indent="-228600">
              <a:buClr>
                <a:schemeClr val="accent2"/>
              </a:buClr>
              <a:buFont typeface="Wingdings" panose="05000000000000000000" pitchFamily="2" charset="2"/>
              <a:buChar char="Ø"/>
              <a:defRPr/>
            </a:lvl4pPr>
            <a:lvl5pPr marL="2057400" indent="-228600">
              <a:buClr>
                <a:srgbClr val="C00000"/>
              </a:buClr>
              <a:buFont typeface="Wingdings" panose="05000000000000000000" pitchFamily="2" charset="2"/>
              <a:buChar char="ü"/>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2A4BAD46-7BDD-4BC8-9AE9-CB9A0D6E169A}" type="datetimeFigureOut">
              <a:rPr lang="en-US" smtClean="0"/>
              <a:pPr>
                <a:defRPr/>
              </a:pPr>
              <a:t>4/29/2019</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FA580BD-E30F-4736-A191-246ACC4A07D4}" type="slidenum">
              <a:rPr lang="en-US" smtClean="0"/>
              <a:pPr>
                <a:defRPr/>
              </a:pPr>
              <a:t>‹#›</a:t>
            </a:fld>
            <a:endParaRPr lang="en-US" dirty="0"/>
          </a:p>
        </p:txBody>
      </p:sp>
    </p:spTree>
    <p:extLst>
      <p:ext uri="{BB962C8B-B14F-4D97-AF65-F5344CB8AC3E}">
        <p14:creationId xmlns:p14="http://schemas.microsoft.com/office/powerpoint/2010/main" val="32846989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28BE9105-71A1-41FC-BEA9-4128D9301185}" type="datetimeFigureOut">
              <a:rPr lang="en-US" smtClean="0"/>
              <a:pPr>
                <a:defRPr/>
              </a:pPr>
              <a:t>4/29/2019</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5E87D72-B6D1-4EBF-B636-7D076C6B9DE0}" type="slidenum">
              <a:rPr lang="en-US" smtClean="0"/>
              <a:pPr>
                <a:defRPr/>
              </a:pPr>
              <a:t>‹#›</a:t>
            </a:fld>
            <a:endParaRPr lang="en-US" dirty="0"/>
          </a:p>
        </p:txBody>
      </p:sp>
    </p:spTree>
    <p:extLst>
      <p:ext uri="{BB962C8B-B14F-4D97-AF65-F5344CB8AC3E}">
        <p14:creationId xmlns:p14="http://schemas.microsoft.com/office/powerpoint/2010/main" val="11939489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rgbClr val="68771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vl1pPr>
          </a:lstStyle>
          <a:p>
            <a:pPr>
              <a:defRPr/>
            </a:pPr>
            <a:fld id="{28BE9105-71A1-41FC-BEA9-4128D9301185}" type="datetimeFigureOut">
              <a:rPr lang="en-US"/>
              <a:pPr>
                <a:defRPr/>
              </a:pPr>
              <a:t>4/29/2019</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5E87D72-B6D1-4EBF-B636-7D076C6B9DE0}" type="slidenum">
              <a:rPr lang="en-US"/>
              <a:pPr>
                <a:defRPr/>
              </a:pPr>
              <a:t>‹#›</a:t>
            </a:fld>
            <a:endParaRPr lang="en-US" dirty="0"/>
          </a:p>
        </p:txBody>
      </p:sp>
    </p:spTree>
    <p:extLst>
      <p:ext uri="{BB962C8B-B14F-4D97-AF65-F5344CB8AC3E}">
        <p14:creationId xmlns:p14="http://schemas.microsoft.com/office/powerpoint/2010/main" val="8354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771D4DB8-938B-461F-94D3-9868CA6BC792}" type="datetimeFigureOut">
              <a:rPr lang="en-US" smtClean="0"/>
              <a:pPr>
                <a:defRPr/>
              </a:pPr>
              <a:t>4/29/2019</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0EECFCE-E7BF-4AEE-B8A2-3A8BAC8C0AD3}" type="slidenum">
              <a:rPr lang="en-US" smtClean="0"/>
              <a:pPr>
                <a:defRPr/>
              </a:pPr>
              <a:t>‹#›</a:t>
            </a:fld>
            <a:endParaRPr lang="en-US" dirty="0"/>
          </a:p>
        </p:txBody>
      </p:sp>
      <p:sp>
        <p:nvSpPr>
          <p:cNvPr id="1031" name="Rectangle 6"/>
          <p:cNvSpPr>
            <a:spLocks noChangeArrowheads="1"/>
          </p:cNvSpPr>
          <p:nvPr/>
        </p:nvSpPr>
        <p:spPr bwMode="auto">
          <a:xfrm>
            <a:off x="228600" y="6616700"/>
            <a:ext cx="74676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a:r>
              <a:rPr lang="en-US" altLang="en-US" sz="800"/>
              <a:t>© 2015 Cengage Learning. All Rights Reserved. May not be scanned, copied or duplicated, or posted to a publicly accessible website, in whole or in part.</a:t>
            </a:r>
          </a:p>
        </p:txBody>
      </p:sp>
      <p:sp>
        <p:nvSpPr>
          <p:cNvPr id="8" name="Rectangle 7">
            <a:extLst>
              <a:ext uri="{FF2B5EF4-FFF2-40B4-BE49-F238E27FC236}">
                <a16:creationId xmlns:a16="http://schemas.microsoft.com/office/drawing/2014/main" id="{F9E25F30-7BF7-4C8D-84E4-CC919FF445D5}"/>
              </a:ext>
            </a:extLst>
          </p:cNvPr>
          <p:cNvSpPr>
            <a:spLocks noChangeArrowheads="1"/>
          </p:cNvSpPr>
          <p:nvPr userDrawn="1"/>
        </p:nvSpPr>
        <p:spPr bwMode="auto">
          <a:xfrm>
            <a:off x="228600" y="6616700"/>
            <a:ext cx="74676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a:defRPr/>
            </a:pPr>
            <a:r>
              <a:rPr lang="en-US" altLang="en-US" sz="800"/>
              <a:t>© 2018 </a:t>
            </a:r>
            <a:r>
              <a:rPr lang="en-US" altLang="en-US" sz="800" dirty="0"/>
              <a:t>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317437507"/>
      </p:ext>
    </p:extLst>
  </p:cSld>
  <p:clrMap bg1="lt1" tx1="dk1" bg2="lt2" tx2="dk2" accent1="accent1" accent2="accent2" accent3="accent3" accent4="accent4" accent5="accent5" accent6="accent6" hlink="hlink" folHlink="folHlink"/>
  <p:sldLayoutIdLst>
    <p:sldLayoutId id="2147483936" r:id="rId1"/>
    <p:sldLayoutId id="2147483937" r:id="rId2"/>
    <p:sldLayoutId id="2147483938" r:id="rId3"/>
    <p:sldLayoutId id="2147483939" r:id="rId4"/>
    <p:sldLayoutId id="2147483940" r:id="rId5"/>
    <p:sldLayoutId id="2147483941" r:id="rId6"/>
    <p:sldLayoutId id="2147483942" r:id="rId7"/>
    <p:sldLayoutId id="2147483943" r:id="rId8"/>
    <p:sldLayoutId id="2147483944" r:id="rId9"/>
    <p:sldLayoutId id="2147483945" r:id="rId10"/>
    <p:sldLayoutId id="2147483946" r:id="rId11"/>
    <p:sldLayoutId id="2147483947" r:id="rId12"/>
    <p:sldLayoutId id="2147483925" r:id="rId13"/>
  </p:sldLayoutIdLst>
  <p:txStyles>
    <p:titleStyle>
      <a:lvl1pPr algn="l" rtl="0" eaLnBrk="1" fontAlgn="base" hangingPunct="1">
        <a:spcBef>
          <a:spcPct val="0"/>
        </a:spcBef>
        <a:spcAft>
          <a:spcPct val="0"/>
        </a:spcAft>
        <a:defRPr sz="3600" kern="1200">
          <a:solidFill>
            <a:schemeClr val="accent2"/>
          </a:solidFill>
          <a:latin typeface="+mj-lt"/>
          <a:ea typeface="+mj-ea"/>
          <a:cs typeface="+mj-cs"/>
        </a:defRPr>
      </a:lvl1pPr>
      <a:lvl2pPr algn="l" rtl="0" eaLnBrk="1" fontAlgn="base" hangingPunct="1">
        <a:spcBef>
          <a:spcPct val="0"/>
        </a:spcBef>
        <a:spcAft>
          <a:spcPct val="0"/>
        </a:spcAft>
        <a:defRPr sz="3600">
          <a:solidFill>
            <a:srgbClr val="00ADEE"/>
          </a:solidFill>
          <a:latin typeface="Calibri" pitchFamily="34" charset="0"/>
        </a:defRPr>
      </a:lvl2pPr>
      <a:lvl3pPr algn="l" rtl="0" eaLnBrk="1" fontAlgn="base" hangingPunct="1">
        <a:spcBef>
          <a:spcPct val="0"/>
        </a:spcBef>
        <a:spcAft>
          <a:spcPct val="0"/>
        </a:spcAft>
        <a:defRPr sz="3600">
          <a:solidFill>
            <a:srgbClr val="00ADEE"/>
          </a:solidFill>
          <a:latin typeface="Calibri" pitchFamily="34" charset="0"/>
        </a:defRPr>
      </a:lvl3pPr>
      <a:lvl4pPr algn="l" rtl="0" eaLnBrk="1" fontAlgn="base" hangingPunct="1">
        <a:spcBef>
          <a:spcPct val="0"/>
        </a:spcBef>
        <a:spcAft>
          <a:spcPct val="0"/>
        </a:spcAft>
        <a:defRPr sz="3600">
          <a:solidFill>
            <a:srgbClr val="00ADEE"/>
          </a:solidFill>
          <a:latin typeface="Calibri" pitchFamily="34" charset="0"/>
        </a:defRPr>
      </a:lvl4pPr>
      <a:lvl5pPr algn="l" rtl="0" eaLnBrk="1" fontAlgn="base" hangingPunct="1">
        <a:spcBef>
          <a:spcPct val="0"/>
        </a:spcBef>
        <a:spcAft>
          <a:spcPct val="0"/>
        </a:spcAft>
        <a:defRPr sz="3600">
          <a:solidFill>
            <a:srgbClr val="00ADEE"/>
          </a:solidFill>
          <a:latin typeface="Calibri" pitchFamily="34" charset="0"/>
        </a:defRPr>
      </a:lvl5pPr>
      <a:lvl6pPr marL="457200" algn="l" rtl="0" eaLnBrk="1" fontAlgn="base" hangingPunct="1">
        <a:spcBef>
          <a:spcPct val="0"/>
        </a:spcBef>
        <a:spcAft>
          <a:spcPct val="0"/>
        </a:spcAft>
        <a:defRPr sz="3600">
          <a:solidFill>
            <a:srgbClr val="687718"/>
          </a:solidFill>
          <a:latin typeface="Calibri" pitchFamily="34" charset="0"/>
        </a:defRPr>
      </a:lvl6pPr>
      <a:lvl7pPr marL="914400" algn="l" rtl="0" eaLnBrk="1" fontAlgn="base" hangingPunct="1">
        <a:spcBef>
          <a:spcPct val="0"/>
        </a:spcBef>
        <a:spcAft>
          <a:spcPct val="0"/>
        </a:spcAft>
        <a:defRPr sz="3600">
          <a:solidFill>
            <a:srgbClr val="687718"/>
          </a:solidFill>
          <a:latin typeface="Calibri" pitchFamily="34" charset="0"/>
        </a:defRPr>
      </a:lvl7pPr>
      <a:lvl8pPr marL="1371600" algn="l" rtl="0" eaLnBrk="1" fontAlgn="base" hangingPunct="1">
        <a:spcBef>
          <a:spcPct val="0"/>
        </a:spcBef>
        <a:spcAft>
          <a:spcPct val="0"/>
        </a:spcAft>
        <a:defRPr sz="3600">
          <a:solidFill>
            <a:srgbClr val="687718"/>
          </a:solidFill>
          <a:latin typeface="Calibri" pitchFamily="34" charset="0"/>
        </a:defRPr>
      </a:lvl8pPr>
      <a:lvl9pPr marL="1828800" algn="l" rtl="0" eaLnBrk="1" fontAlgn="base" hangingPunct="1">
        <a:spcBef>
          <a:spcPct val="0"/>
        </a:spcBef>
        <a:spcAft>
          <a:spcPct val="0"/>
        </a:spcAft>
        <a:defRPr sz="3600">
          <a:solidFill>
            <a:srgbClr val="687718"/>
          </a:solidFill>
          <a:latin typeface="Calibri" pitchFamily="34" charset="0"/>
        </a:defRPr>
      </a:lvl9pPr>
    </p:titleStyle>
    <p:bodyStyle>
      <a:lvl1pPr marL="342900" indent="-342900" algn="l" rtl="0" eaLnBrk="1" fontAlgn="base" hangingPunct="1">
        <a:spcBef>
          <a:spcPct val="20000"/>
        </a:spcBef>
        <a:spcAft>
          <a:spcPct val="0"/>
        </a:spcAft>
        <a:buClr>
          <a:schemeClr val="accent2"/>
        </a:buClr>
        <a:buSzPct val="100000"/>
        <a:buFont typeface="Arial" charset="0"/>
        <a:buChar char="•"/>
        <a:defRPr sz="2800" kern="12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2"/>
        </a:buClr>
        <a:buSzPct val="100000"/>
        <a:buFont typeface="Courier New" panose="02070309020205020404" pitchFamily="49" charset="0"/>
        <a:buChar char="o"/>
        <a:defRPr sz="2400" kern="1200">
          <a:solidFill>
            <a:schemeClr val="tx1"/>
          </a:solidFill>
          <a:latin typeface="+mn-lt"/>
          <a:ea typeface="+mn-ea"/>
          <a:cs typeface="+mn-cs"/>
        </a:defRPr>
      </a:lvl2pPr>
      <a:lvl3pPr marL="1143000" indent="-228600" algn="l" rtl="0" eaLnBrk="1" fontAlgn="base" hangingPunct="1">
        <a:spcBef>
          <a:spcPct val="20000"/>
        </a:spcBef>
        <a:spcAft>
          <a:spcPct val="0"/>
        </a:spcAft>
        <a:buClr>
          <a:schemeClr val="accent2"/>
        </a:buClr>
        <a:buSzPct val="100000"/>
        <a:buFont typeface="Wingdings" panose="05000000000000000000" pitchFamily="2" charset="2"/>
        <a:buChar char="v"/>
        <a:defRPr sz="2000" kern="1200">
          <a:solidFill>
            <a:schemeClr val="tx1"/>
          </a:solidFill>
          <a:latin typeface="+mn-lt"/>
          <a:ea typeface="+mn-ea"/>
          <a:cs typeface="+mn-cs"/>
        </a:defRPr>
      </a:lvl3pPr>
      <a:lvl4pPr marL="1600200" indent="-228600" algn="l" rtl="0" eaLnBrk="1" fontAlgn="base" hangingPunct="1">
        <a:spcBef>
          <a:spcPct val="20000"/>
        </a:spcBef>
        <a:spcAft>
          <a:spcPct val="0"/>
        </a:spcAft>
        <a:buClr>
          <a:schemeClr val="accent2"/>
        </a:buClr>
        <a:buSzPct val="100000"/>
        <a:buFont typeface="Wingdings" panose="05000000000000000000" pitchFamily="2" charset="2"/>
        <a:buChar char="Ø"/>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lr>
          <a:srgbClr val="C00000"/>
        </a:buClr>
        <a:buSzPct val="100000"/>
        <a:buFont typeface="Wingdings" panose="05000000000000000000" pitchFamily="2" charset="2"/>
        <a:buChar char="ü"/>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ubtitle 2"/>
          <p:cNvSpPr>
            <a:spLocks noGrp="1"/>
          </p:cNvSpPr>
          <p:nvPr>
            <p:ph type="subTitle" idx="1"/>
          </p:nvPr>
        </p:nvSpPr>
        <p:spPr/>
        <p:txBody>
          <a:bodyPr/>
          <a:lstStyle/>
          <a:p>
            <a:pPr eaLnBrk="1" hangingPunct="1"/>
            <a:r>
              <a:rPr lang="en-US" altLang="en-US" dirty="0"/>
              <a:t>Determining Costs, Budget and Earned Value</a:t>
            </a:r>
          </a:p>
        </p:txBody>
      </p:sp>
      <p:pic>
        <p:nvPicPr>
          <p:cNvPr id="2" name="Picture 1">
            <a:extLst>
              <a:ext uri="{FF2B5EF4-FFF2-40B4-BE49-F238E27FC236}">
                <a16:creationId xmlns:a16="http://schemas.microsoft.com/office/drawing/2014/main" id="{392B796E-540B-453E-8A30-85A3EE6B5A7C}"/>
              </a:ext>
            </a:extLst>
          </p:cNvPr>
          <p:cNvPicPr>
            <a:picLocks noChangeAspect="1"/>
          </p:cNvPicPr>
          <p:nvPr/>
        </p:nvPicPr>
        <p:blipFill>
          <a:blip r:embed="rId3"/>
          <a:stretch>
            <a:fillRect/>
          </a:stretch>
        </p:blipFill>
        <p:spPr>
          <a:xfrm>
            <a:off x="304800" y="1600200"/>
            <a:ext cx="4238625" cy="1228725"/>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3"/>
          <p:cNvSpPr>
            <a:spLocks noGrp="1"/>
          </p:cNvSpPr>
          <p:nvPr>
            <p:ph type="title"/>
          </p:nvPr>
        </p:nvSpPr>
        <p:spPr/>
        <p:txBody>
          <a:bodyPr/>
          <a:lstStyle/>
          <a:p>
            <a:pPr eaLnBrk="1" hangingPunct="1"/>
            <a:r>
              <a:rPr lang="en-US" altLang="en-US" dirty="0"/>
              <a:t>Chapter Concepts</a:t>
            </a:r>
          </a:p>
        </p:txBody>
      </p:sp>
      <p:sp>
        <p:nvSpPr>
          <p:cNvPr id="12291" name="Content Placeholder 4"/>
          <p:cNvSpPr>
            <a:spLocks noGrp="1"/>
          </p:cNvSpPr>
          <p:nvPr>
            <p:ph idx="1"/>
          </p:nvPr>
        </p:nvSpPr>
        <p:spPr/>
        <p:txBody>
          <a:bodyPr/>
          <a:lstStyle/>
          <a:p>
            <a:pPr eaLnBrk="1" hangingPunct="1"/>
            <a:r>
              <a:rPr lang="en-US" altLang="en-US" dirty="0"/>
              <a:t>Estimating the costs of activities</a:t>
            </a:r>
          </a:p>
          <a:p>
            <a:pPr eaLnBrk="1" hangingPunct="1"/>
            <a:r>
              <a:rPr lang="en-US" altLang="en-US" dirty="0"/>
              <a:t>Determining a time-phased baseline budget</a:t>
            </a:r>
          </a:p>
          <a:p>
            <a:pPr eaLnBrk="1" hangingPunct="1"/>
            <a:r>
              <a:rPr lang="en-US" altLang="en-US" dirty="0"/>
              <a:t>Determining the earned value of the work performed</a:t>
            </a:r>
          </a:p>
          <a:p>
            <a:pPr eaLnBrk="1" hangingPunct="1"/>
            <a:r>
              <a:rPr lang="en-US" altLang="en-US" dirty="0" err="1"/>
              <a:t>Analysing</a:t>
            </a:r>
            <a:r>
              <a:rPr lang="en-US" altLang="en-US" dirty="0"/>
              <a:t> cost performance</a:t>
            </a:r>
          </a:p>
          <a:p>
            <a:pPr eaLnBrk="1" hangingPunct="1"/>
            <a:r>
              <a:rPr lang="en-US" altLang="en-US" dirty="0"/>
              <a:t>Forecasting project cost at completion</a:t>
            </a:r>
          </a:p>
          <a:p>
            <a:pPr eaLnBrk="1" hangingPunct="1"/>
            <a:r>
              <a:rPr lang="en-US" altLang="en-US" dirty="0"/>
              <a:t>Controlling project costs</a:t>
            </a:r>
          </a:p>
          <a:p>
            <a:pPr eaLnBrk="1" hangingPunct="1"/>
            <a:r>
              <a:rPr lang="en-US" altLang="en-US" dirty="0"/>
              <a:t>Managing cash flow</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altLang="en-US" dirty="0"/>
              <a:t>Learning Outcomes</a:t>
            </a:r>
          </a:p>
        </p:txBody>
      </p:sp>
      <p:sp>
        <p:nvSpPr>
          <p:cNvPr id="13315" name="Content Placeholder 3"/>
          <p:cNvSpPr>
            <a:spLocks noGrp="1"/>
          </p:cNvSpPr>
          <p:nvPr>
            <p:ph idx="1"/>
          </p:nvPr>
        </p:nvSpPr>
        <p:spPr>
          <a:xfrm>
            <a:off x="457200" y="1219200"/>
            <a:ext cx="8686800" cy="5257800"/>
          </a:xfrm>
        </p:spPr>
        <p:txBody>
          <a:bodyPr/>
          <a:lstStyle/>
          <a:p>
            <a:pPr eaLnBrk="1" hangingPunct="1"/>
            <a:r>
              <a:rPr lang="en-US" altLang="en-US" dirty="0"/>
              <a:t>Estimate the cost of activities</a:t>
            </a:r>
          </a:p>
          <a:p>
            <a:pPr eaLnBrk="1" hangingPunct="1"/>
            <a:r>
              <a:rPr lang="en-US" altLang="en-US" dirty="0"/>
              <a:t>Aggregate the total budgeted cost</a:t>
            </a:r>
          </a:p>
          <a:p>
            <a:pPr eaLnBrk="1" hangingPunct="1"/>
            <a:r>
              <a:rPr lang="en-US" altLang="en-US" dirty="0"/>
              <a:t>Develop a time-phased baseline budget</a:t>
            </a:r>
          </a:p>
          <a:p>
            <a:pPr eaLnBrk="1" hangingPunct="1"/>
            <a:r>
              <a:rPr lang="en-US" altLang="en-US" dirty="0"/>
              <a:t>Describe how to accumulate actual costs</a:t>
            </a:r>
          </a:p>
          <a:p>
            <a:pPr eaLnBrk="1" hangingPunct="1"/>
            <a:r>
              <a:rPr lang="en-US" altLang="en-US" dirty="0"/>
              <a:t>Determine the earned value of work performed</a:t>
            </a:r>
          </a:p>
          <a:p>
            <a:pPr eaLnBrk="1" hangingPunct="1"/>
            <a:r>
              <a:rPr lang="en-US" altLang="en-US" dirty="0"/>
              <a:t>Calculate and </a:t>
            </a:r>
            <a:r>
              <a:rPr lang="en-US" altLang="en-US" dirty="0" err="1"/>
              <a:t>analyse</a:t>
            </a:r>
            <a:r>
              <a:rPr lang="en-US" altLang="en-US" dirty="0"/>
              <a:t> key project performance measures</a:t>
            </a:r>
          </a:p>
          <a:p>
            <a:pPr eaLnBrk="1" hangingPunct="1"/>
            <a:r>
              <a:rPr lang="en-US" altLang="en-US" dirty="0"/>
              <a:t>Discuss and apply approaches to control the project budget</a:t>
            </a:r>
          </a:p>
          <a:p>
            <a:pPr eaLnBrk="1" hangingPunct="1"/>
            <a:r>
              <a:rPr lang="en-US" altLang="en-US" dirty="0"/>
              <a:t>Explain the importance of managing cash flow</a:t>
            </a:r>
          </a:p>
          <a:p>
            <a:pPr eaLnBrk="1" hangingPunct="1">
              <a:buFontTx/>
              <a:buNone/>
            </a:pPr>
            <a:endParaRPr lang="en-US"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3"/>
          <p:cNvSpPr>
            <a:spLocks noGrp="1"/>
          </p:cNvSpPr>
          <p:nvPr>
            <p:ph type="title"/>
          </p:nvPr>
        </p:nvSpPr>
        <p:spPr/>
        <p:txBody>
          <a:bodyPr/>
          <a:lstStyle/>
          <a:p>
            <a:pPr eaLnBrk="1" hangingPunct="1"/>
            <a:r>
              <a:rPr lang="en-US" altLang="en-US" dirty="0"/>
              <a:t>Project Cost Management</a:t>
            </a:r>
          </a:p>
        </p:txBody>
      </p:sp>
      <p:sp>
        <p:nvSpPr>
          <p:cNvPr id="14339" name="Text Placeholder 4"/>
          <p:cNvSpPr>
            <a:spLocks noGrp="1"/>
          </p:cNvSpPr>
          <p:nvPr>
            <p:ph type="body" idx="1"/>
          </p:nvPr>
        </p:nvSpPr>
        <p:spPr>
          <a:xfrm>
            <a:off x="152400" y="1905000"/>
            <a:ext cx="3657600" cy="890587"/>
          </a:xfrm>
        </p:spPr>
        <p:txBody>
          <a:bodyPr/>
          <a:lstStyle/>
          <a:p>
            <a:pPr eaLnBrk="1" hangingPunct="1"/>
            <a:r>
              <a:rPr lang="en-US" altLang="en-US" dirty="0"/>
              <a:t>Project Management Knowledge Areas from </a:t>
            </a:r>
            <a:r>
              <a:rPr lang="en-US" altLang="en-US" i="1" dirty="0"/>
              <a:t>PMBOK® Guide</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6"/>
          <p:cNvSpPr>
            <a:spLocks noGrp="1"/>
          </p:cNvSpPr>
          <p:nvPr>
            <p:ph type="title"/>
          </p:nvPr>
        </p:nvSpPr>
        <p:spPr>
          <a:xfrm>
            <a:off x="441167" y="479426"/>
            <a:ext cx="8229600" cy="1143000"/>
          </a:xfrm>
        </p:spPr>
        <p:txBody>
          <a:bodyPr/>
          <a:lstStyle/>
          <a:p>
            <a:pPr eaLnBrk="1" hangingPunct="1"/>
            <a:r>
              <a:rPr lang="en-US" altLang="en-US" dirty="0"/>
              <a:t>Estimate Activity Costs</a:t>
            </a:r>
          </a:p>
        </p:txBody>
      </p:sp>
      <p:sp>
        <p:nvSpPr>
          <p:cNvPr id="15363" name="Text Placeholder 4"/>
          <p:cNvSpPr>
            <a:spLocks noGrp="1"/>
          </p:cNvSpPr>
          <p:nvPr>
            <p:ph type="body" idx="1"/>
          </p:nvPr>
        </p:nvSpPr>
        <p:spPr/>
        <p:txBody>
          <a:bodyPr/>
          <a:lstStyle/>
          <a:p>
            <a:pPr eaLnBrk="1" hangingPunct="1"/>
            <a:r>
              <a:rPr lang="en-US" altLang="en-US"/>
              <a:t>Elements</a:t>
            </a:r>
          </a:p>
        </p:txBody>
      </p:sp>
      <p:sp>
        <p:nvSpPr>
          <p:cNvPr id="15364" name="Content Placeholder 7"/>
          <p:cNvSpPr>
            <a:spLocks noGrp="1"/>
          </p:cNvSpPr>
          <p:nvPr>
            <p:ph sz="half" idx="2"/>
          </p:nvPr>
        </p:nvSpPr>
        <p:spPr/>
        <p:txBody>
          <a:bodyPr/>
          <a:lstStyle/>
          <a:p>
            <a:pPr eaLnBrk="1" hangingPunct="1">
              <a:buFont typeface="Arial" charset="0"/>
              <a:buChar char="•"/>
            </a:pPr>
            <a:r>
              <a:rPr lang="en-US" altLang="en-US" dirty="0" err="1"/>
              <a:t>Labour</a:t>
            </a:r>
            <a:endParaRPr lang="en-US" altLang="en-US" dirty="0"/>
          </a:p>
          <a:p>
            <a:pPr eaLnBrk="1" hangingPunct="1">
              <a:buFont typeface="Arial" charset="0"/>
              <a:buChar char="•"/>
            </a:pPr>
            <a:r>
              <a:rPr lang="en-US" altLang="en-US" dirty="0"/>
              <a:t>Materials</a:t>
            </a:r>
          </a:p>
          <a:p>
            <a:pPr eaLnBrk="1" hangingPunct="1">
              <a:buFont typeface="Arial" charset="0"/>
              <a:buChar char="•"/>
            </a:pPr>
            <a:r>
              <a:rPr lang="en-US" altLang="en-US" dirty="0"/>
              <a:t>Equipment</a:t>
            </a:r>
          </a:p>
          <a:p>
            <a:pPr eaLnBrk="1" hangingPunct="1">
              <a:buFont typeface="Arial" charset="0"/>
              <a:buChar char="•"/>
            </a:pPr>
            <a:r>
              <a:rPr lang="en-US" altLang="en-US" dirty="0"/>
              <a:t>Facilities</a:t>
            </a:r>
          </a:p>
          <a:p>
            <a:pPr eaLnBrk="1" hangingPunct="1">
              <a:buFont typeface="Arial" charset="0"/>
              <a:buChar char="•"/>
            </a:pPr>
            <a:r>
              <a:rPr lang="en-US" altLang="en-US" dirty="0"/>
              <a:t>Subcontractors and consultants</a:t>
            </a:r>
          </a:p>
          <a:p>
            <a:pPr eaLnBrk="1" hangingPunct="1">
              <a:buFont typeface="Arial" charset="0"/>
              <a:buChar char="•"/>
            </a:pPr>
            <a:r>
              <a:rPr lang="en-US" altLang="en-US" dirty="0"/>
              <a:t>Travel</a:t>
            </a:r>
          </a:p>
          <a:p>
            <a:pPr eaLnBrk="1" hangingPunct="1">
              <a:buFont typeface="Arial" charset="0"/>
              <a:buChar char="•"/>
            </a:pPr>
            <a:r>
              <a:rPr lang="en-US" altLang="en-US" dirty="0"/>
              <a:t>Reserve</a:t>
            </a:r>
          </a:p>
        </p:txBody>
      </p:sp>
      <p:sp>
        <p:nvSpPr>
          <p:cNvPr id="15365" name="Text Placeholder 5"/>
          <p:cNvSpPr>
            <a:spLocks noGrp="1"/>
          </p:cNvSpPr>
          <p:nvPr>
            <p:ph type="body" sz="quarter" idx="3"/>
          </p:nvPr>
        </p:nvSpPr>
        <p:spPr/>
        <p:txBody>
          <a:bodyPr/>
          <a:lstStyle/>
          <a:p>
            <a:pPr eaLnBrk="1" hangingPunct="1"/>
            <a:r>
              <a:rPr lang="en-US" altLang="en-US" dirty="0"/>
              <a:t>Good practices</a:t>
            </a:r>
          </a:p>
        </p:txBody>
      </p:sp>
      <p:sp>
        <p:nvSpPr>
          <p:cNvPr id="15366" name="Content Placeholder 6"/>
          <p:cNvSpPr>
            <a:spLocks noGrp="1"/>
          </p:cNvSpPr>
          <p:nvPr>
            <p:ph sz="quarter" idx="4"/>
          </p:nvPr>
        </p:nvSpPr>
        <p:spPr>
          <a:xfrm>
            <a:off x="4645025" y="2174875"/>
            <a:ext cx="4270375" cy="3951288"/>
          </a:xfrm>
        </p:spPr>
        <p:txBody>
          <a:bodyPr/>
          <a:lstStyle/>
          <a:p>
            <a:pPr eaLnBrk="1" hangingPunct="1">
              <a:buFont typeface="Arial" charset="0"/>
              <a:buChar char="•"/>
            </a:pPr>
            <a:r>
              <a:rPr lang="en-US" altLang="en-US"/>
              <a:t>Have the person responsible estimate costs</a:t>
            </a:r>
          </a:p>
          <a:p>
            <a:pPr eaLnBrk="1" hangingPunct="1">
              <a:buFont typeface="Arial" charset="0"/>
              <a:buChar char="•"/>
            </a:pPr>
            <a:r>
              <a:rPr lang="en-US" altLang="en-US"/>
              <a:t>Use historical data to inform current project</a:t>
            </a:r>
          </a:p>
          <a:p>
            <a:pPr eaLnBrk="1" hangingPunct="1">
              <a:buFont typeface="Arial" charset="0"/>
              <a:buChar char="•"/>
            </a:pPr>
            <a:r>
              <a:rPr lang="en-US" altLang="en-US"/>
              <a:t>Be reasonable and realistic</a:t>
            </a:r>
          </a:p>
          <a:p>
            <a:pPr eaLnBrk="1" hangingPunct="1">
              <a:buFont typeface="Arial" charset="0"/>
              <a:buChar char="•"/>
            </a:pPr>
            <a:r>
              <a:rPr lang="en-US" altLang="en-US"/>
              <a:t>Estimate near-term activities more accurately</a:t>
            </a:r>
          </a:p>
          <a:p>
            <a:pPr eaLnBrk="1" hangingPunct="1">
              <a:buFont typeface="Arial" charset="0"/>
              <a:buChar char="•"/>
            </a:pPr>
            <a:r>
              <a:rPr lang="en-US" altLang="en-US"/>
              <a:t>Elaborate other costs as additional information known</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3"/>
          <p:cNvSpPr>
            <a:spLocks noGrp="1"/>
          </p:cNvSpPr>
          <p:nvPr>
            <p:ph type="title"/>
          </p:nvPr>
        </p:nvSpPr>
        <p:spPr/>
        <p:txBody>
          <a:bodyPr/>
          <a:lstStyle/>
          <a:p>
            <a:pPr eaLnBrk="1" hangingPunct="1"/>
            <a:r>
              <a:rPr lang="en-US" altLang="en-US" dirty="0"/>
              <a:t>Consumer market study project</a:t>
            </a:r>
            <a:br>
              <a:rPr lang="en-US" altLang="en-US" dirty="0"/>
            </a:br>
            <a:r>
              <a:rPr lang="en-US" altLang="en-US" dirty="0"/>
              <a:t>estimated costs</a:t>
            </a:r>
          </a:p>
        </p:txBody>
      </p:sp>
      <p:pic>
        <p:nvPicPr>
          <p:cNvPr id="2" name="Picture 1">
            <a:extLst>
              <a:ext uri="{FF2B5EF4-FFF2-40B4-BE49-F238E27FC236}">
                <a16:creationId xmlns:a16="http://schemas.microsoft.com/office/drawing/2014/main" id="{2C9EDD6A-8FC6-43BF-9FEA-8B3EA70DE0A6}"/>
              </a:ext>
            </a:extLst>
          </p:cNvPr>
          <p:cNvPicPr>
            <a:picLocks noChangeAspect="1"/>
          </p:cNvPicPr>
          <p:nvPr/>
        </p:nvPicPr>
        <p:blipFill>
          <a:blip r:embed="rId3"/>
          <a:stretch>
            <a:fillRect/>
          </a:stretch>
        </p:blipFill>
        <p:spPr>
          <a:xfrm>
            <a:off x="15240" y="1600200"/>
            <a:ext cx="9144000" cy="4580121"/>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4"/>
          <p:cNvSpPr>
            <a:spLocks noGrp="1"/>
          </p:cNvSpPr>
          <p:nvPr>
            <p:ph type="title"/>
          </p:nvPr>
        </p:nvSpPr>
        <p:spPr/>
        <p:txBody>
          <a:bodyPr/>
          <a:lstStyle/>
          <a:p>
            <a:pPr eaLnBrk="1" hangingPunct="1"/>
            <a:r>
              <a:rPr lang="en-US" altLang="en-US" dirty="0"/>
              <a:t>Aggregate total budgeted cost</a:t>
            </a:r>
          </a:p>
        </p:txBody>
      </p:sp>
      <p:sp>
        <p:nvSpPr>
          <p:cNvPr id="17411" name="Content Placeholder 5"/>
          <p:cNvSpPr>
            <a:spLocks noGrp="1"/>
          </p:cNvSpPr>
          <p:nvPr>
            <p:ph sz="half" idx="1"/>
          </p:nvPr>
        </p:nvSpPr>
        <p:spPr/>
        <p:txBody>
          <a:bodyPr/>
          <a:lstStyle/>
          <a:p>
            <a:pPr eaLnBrk="1" hangingPunct="1">
              <a:buFont typeface="Arial" charset="0"/>
              <a:buChar char="•"/>
            </a:pPr>
            <a:r>
              <a:rPr lang="en-US" altLang="en-US" sz="2400"/>
              <a:t>Establish a TBC for each work package</a:t>
            </a:r>
          </a:p>
          <a:p>
            <a:pPr eaLnBrk="1" hangingPunct="1">
              <a:buFont typeface="Arial" charset="0"/>
              <a:buChar char="•"/>
            </a:pPr>
            <a:r>
              <a:rPr lang="en-US" altLang="en-US" sz="2400"/>
              <a:t>Determine the process</a:t>
            </a:r>
          </a:p>
          <a:p>
            <a:pPr lvl="1" eaLnBrk="1" hangingPunct="1">
              <a:buFont typeface="Arial" charset="0"/>
              <a:buChar char="•"/>
            </a:pPr>
            <a:r>
              <a:rPr lang="en-US" altLang="en-US" sz="2000"/>
              <a:t>Top-down</a:t>
            </a:r>
          </a:p>
          <a:p>
            <a:pPr lvl="1" eaLnBrk="1" hangingPunct="1">
              <a:buFont typeface="Arial" charset="0"/>
              <a:buChar char="•"/>
            </a:pPr>
            <a:r>
              <a:rPr lang="en-US" altLang="en-US" sz="2000"/>
              <a:t>Bottom-up</a:t>
            </a:r>
          </a:p>
          <a:p>
            <a:pPr eaLnBrk="1" hangingPunct="1">
              <a:buFont typeface="Arial" charset="0"/>
              <a:buChar char="•"/>
            </a:pPr>
            <a:r>
              <a:rPr lang="en-US" altLang="en-US" sz="2400"/>
              <a:t>If sum of initial estimates exceeds sponsor budget, then reduce costs and recalculate</a:t>
            </a:r>
          </a:p>
        </p:txBody>
      </p:sp>
      <p:sp>
        <p:nvSpPr>
          <p:cNvPr id="3" name="Content Placeholder 2">
            <a:extLst>
              <a:ext uri="{FF2B5EF4-FFF2-40B4-BE49-F238E27FC236}">
                <a16:creationId xmlns:a16="http://schemas.microsoft.com/office/drawing/2014/main" id="{A30D0795-6AC8-43CC-8276-5D2B53A5918C}"/>
              </a:ext>
            </a:extLst>
          </p:cNvPr>
          <p:cNvSpPr>
            <a:spLocks noGrp="1"/>
          </p:cNvSpPr>
          <p:nvPr>
            <p:ph sz="half" idx="2"/>
          </p:nvPr>
        </p:nvSpPr>
        <p:spPr/>
        <p:txBody>
          <a:bodyPr/>
          <a:lstStyle/>
          <a:p>
            <a:endParaRPr lang="en-GB"/>
          </a:p>
        </p:txBody>
      </p:sp>
      <p:pic>
        <p:nvPicPr>
          <p:cNvPr id="4" name="Picture 3">
            <a:extLst>
              <a:ext uri="{FF2B5EF4-FFF2-40B4-BE49-F238E27FC236}">
                <a16:creationId xmlns:a16="http://schemas.microsoft.com/office/drawing/2014/main" id="{87C3BD87-D387-43FD-8A65-BB12A7A1D64D}"/>
              </a:ext>
            </a:extLst>
          </p:cNvPr>
          <p:cNvPicPr>
            <a:picLocks noChangeAspect="1"/>
          </p:cNvPicPr>
          <p:nvPr/>
        </p:nvPicPr>
        <p:blipFill>
          <a:blip r:embed="rId3"/>
          <a:stretch>
            <a:fillRect/>
          </a:stretch>
        </p:blipFill>
        <p:spPr>
          <a:xfrm>
            <a:off x="4191000" y="1417638"/>
            <a:ext cx="4617222" cy="3535362"/>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57199" y="274638"/>
            <a:ext cx="8229600" cy="1143000"/>
          </a:xfrm>
        </p:spPr>
        <p:txBody>
          <a:bodyPr/>
          <a:lstStyle/>
          <a:p>
            <a:pPr eaLnBrk="1" hangingPunct="1"/>
            <a:r>
              <a:rPr lang="en-US" altLang="en-US" dirty="0"/>
              <a:t>Packaging machine project</a:t>
            </a:r>
            <a:br>
              <a:rPr lang="en-US" altLang="en-US" dirty="0"/>
            </a:br>
            <a:r>
              <a:rPr lang="en-US" altLang="en-US" dirty="0"/>
              <a:t>aggregate total budgeted cost</a:t>
            </a:r>
          </a:p>
        </p:txBody>
      </p:sp>
      <p:pic>
        <p:nvPicPr>
          <p:cNvPr id="2" name="Picture 1">
            <a:extLst>
              <a:ext uri="{FF2B5EF4-FFF2-40B4-BE49-F238E27FC236}">
                <a16:creationId xmlns:a16="http://schemas.microsoft.com/office/drawing/2014/main" id="{920A7C73-2B98-454F-891A-3E7028DFB929}"/>
              </a:ext>
            </a:extLst>
          </p:cNvPr>
          <p:cNvPicPr>
            <a:picLocks noChangeAspect="1"/>
          </p:cNvPicPr>
          <p:nvPr/>
        </p:nvPicPr>
        <p:blipFill>
          <a:blip r:embed="rId3"/>
          <a:stretch>
            <a:fillRect/>
          </a:stretch>
        </p:blipFill>
        <p:spPr>
          <a:xfrm>
            <a:off x="1776412" y="1681378"/>
            <a:ext cx="5591175" cy="2398282"/>
          </a:xfrm>
          <a:prstGeom prst="rect">
            <a:avLst/>
          </a:prstGeom>
        </p:spPr>
      </p:pic>
      <p:pic>
        <p:nvPicPr>
          <p:cNvPr id="3" name="Picture 2">
            <a:extLst>
              <a:ext uri="{FF2B5EF4-FFF2-40B4-BE49-F238E27FC236}">
                <a16:creationId xmlns:a16="http://schemas.microsoft.com/office/drawing/2014/main" id="{B1D21797-836A-467C-BE8B-6B3F8DC0C14C}"/>
              </a:ext>
            </a:extLst>
          </p:cNvPr>
          <p:cNvPicPr>
            <a:picLocks noChangeAspect="1"/>
          </p:cNvPicPr>
          <p:nvPr/>
        </p:nvPicPr>
        <p:blipFill>
          <a:blip r:embed="rId4"/>
          <a:stretch>
            <a:fillRect/>
          </a:stretch>
        </p:blipFill>
        <p:spPr>
          <a:xfrm>
            <a:off x="2438400" y="4343400"/>
            <a:ext cx="4746307" cy="2062794"/>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3"/>
          <p:cNvSpPr>
            <a:spLocks noGrp="1"/>
          </p:cNvSpPr>
          <p:nvPr>
            <p:ph type="title"/>
          </p:nvPr>
        </p:nvSpPr>
        <p:spPr/>
        <p:txBody>
          <a:bodyPr/>
          <a:lstStyle/>
          <a:p>
            <a:pPr eaLnBrk="1" hangingPunct="1"/>
            <a:r>
              <a:rPr lang="en-US" altLang="en-US" dirty="0"/>
              <a:t>Develop cumulative budgeted cost</a:t>
            </a:r>
          </a:p>
        </p:txBody>
      </p:sp>
      <p:sp>
        <p:nvSpPr>
          <p:cNvPr id="19459" name="Content Placeholder 4"/>
          <p:cNvSpPr>
            <a:spLocks noGrp="1"/>
          </p:cNvSpPr>
          <p:nvPr>
            <p:ph idx="1"/>
          </p:nvPr>
        </p:nvSpPr>
        <p:spPr/>
        <p:txBody>
          <a:bodyPr/>
          <a:lstStyle/>
          <a:p>
            <a:pPr eaLnBrk="1" hangingPunct="1"/>
            <a:r>
              <a:rPr lang="en-US" altLang="en-US" dirty="0"/>
              <a:t>Distribute each total budgeted cost (TBC) over work package duration</a:t>
            </a:r>
          </a:p>
          <a:p>
            <a:pPr eaLnBrk="1" hangingPunct="1"/>
            <a:r>
              <a:rPr lang="en-US" altLang="en-US" dirty="0"/>
              <a:t>Create the time-phased budget</a:t>
            </a:r>
          </a:p>
          <a:p>
            <a:pPr eaLnBrk="1" hangingPunct="1"/>
            <a:r>
              <a:rPr lang="en-US" altLang="en-US" dirty="0"/>
              <a:t>Calculate cumulative budgeted cost </a:t>
            </a:r>
          </a:p>
          <a:p>
            <a:pPr eaLnBrk="1" hangingPunct="1"/>
            <a:r>
              <a:rPr lang="en-US" altLang="en-US" dirty="0"/>
              <a:t>Provides a baseline against which actual cost and work performance are measured</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US" altLang="en-US" dirty="0"/>
              <a:t>Packaging machine project</a:t>
            </a:r>
            <a:br>
              <a:rPr lang="en-US" altLang="en-US" dirty="0"/>
            </a:br>
            <a:r>
              <a:rPr lang="en-US" altLang="en-US" dirty="0"/>
              <a:t>develop cumulative budgeted cost</a:t>
            </a:r>
          </a:p>
        </p:txBody>
      </p:sp>
      <p:sp>
        <p:nvSpPr>
          <p:cNvPr id="20483" name="Content Placeholder 9"/>
          <p:cNvSpPr>
            <a:spLocks noGrp="1"/>
          </p:cNvSpPr>
          <p:nvPr>
            <p:ph sz="half" idx="1"/>
          </p:nvPr>
        </p:nvSpPr>
        <p:spPr/>
        <p:txBody>
          <a:bodyPr/>
          <a:lstStyle/>
          <a:p>
            <a:pPr eaLnBrk="1" hangingPunct="1">
              <a:buFontTx/>
              <a:buBlip>
                <a:blip r:embed="rId3"/>
              </a:buBlip>
            </a:pPr>
            <a:endParaRPr lang="en-US" altLang="en-US"/>
          </a:p>
          <a:p>
            <a:pPr eaLnBrk="1" hangingPunct="1">
              <a:buFont typeface="Arial" charset="0"/>
              <a:buChar char="•"/>
            </a:pPr>
            <a:r>
              <a:rPr lang="en-US" altLang="en-US"/>
              <a:t>Determine budgeted cost by period</a:t>
            </a:r>
          </a:p>
          <a:p>
            <a:pPr eaLnBrk="1" hangingPunct="1">
              <a:buFont typeface="Arial" charset="0"/>
              <a:buChar char="•"/>
            </a:pPr>
            <a:endParaRPr lang="en-US" altLang="en-US"/>
          </a:p>
          <a:p>
            <a:pPr eaLnBrk="1" hangingPunct="1">
              <a:buFont typeface="Arial" charset="0"/>
              <a:buChar char="•"/>
            </a:pPr>
            <a:endParaRPr lang="en-US" altLang="en-US"/>
          </a:p>
          <a:p>
            <a:pPr eaLnBrk="1" hangingPunct="1">
              <a:buFont typeface="Arial" charset="0"/>
              <a:buChar char="•"/>
            </a:pPr>
            <a:endParaRPr lang="en-US" altLang="en-US"/>
          </a:p>
          <a:p>
            <a:pPr eaLnBrk="1" hangingPunct="1">
              <a:buFont typeface="Arial" charset="0"/>
              <a:buChar char="•"/>
            </a:pPr>
            <a:r>
              <a:rPr lang="en-US" altLang="en-US"/>
              <a:t>Graph the cumulative budgeted cost curve</a:t>
            </a:r>
          </a:p>
        </p:txBody>
      </p:sp>
      <p:pic>
        <p:nvPicPr>
          <p:cNvPr id="4" name="Picture 3">
            <a:extLst>
              <a:ext uri="{FF2B5EF4-FFF2-40B4-BE49-F238E27FC236}">
                <a16:creationId xmlns:a16="http://schemas.microsoft.com/office/drawing/2014/main" id="{2701CFF8-70D2-4D77-A713-C6F6CD613B59}"/>
              </a:ext>
            </a:extLst>
          </p:cNvPr>
          <p:cNvPicPr>
            <a:picLocks noChangeAspect="1"/>
          </p:cNvPicPr>
          <p:nvPr/>
        </p:nvPicPr>
        <p:blipFill>
          <a:blip r:embed="rId4"/>
          <a:stretch>
            <a:fillRect/>
          </a:stretch>
        </p:blipFill>
        <p:spPr>
          <a:xfrm>
            <a:off x="4267200" y="1600200"/>
            <a:ext cx="4306734" cy="2027238"/>
          </a:xfrm>
          <a:prstGeom prst="rect">
            <a:avLst/>
          </a:prstGeom>
        </p:spPr>
      </p:pic>
      <p:pic>
        <p:nvPicPr>
          <p:cNvPr id="5" name="Picture 4">
            <a:extLst>
              <a:ext uri="{FF2B5EF4-FFF2-40B4-BE49-F238E27FC236}">
                <a16:creationId xmlns:a16="http://schemas.microsoft.com/office/drawing/2014/main" id="{2960287A-1B8E-419E-8642-C2B615BD2EEC}"/>
              </a:ext>
            </a:extLst>
          </p:cNvPr>
          <p:cNvPicPr>
            <a:picLocks noChangeAspect="1"/>
          </p:cNvPicPr>
          <p:nvPr/>
        </p:nvPicPr>
        <p:blipFill>
          <a:blip r:embed="rId5"/>
          <a:stretch>
            <a:fillRect/>
          </a:stretch>
        </p:blipFill>
        <p:spPr>
          <a:xfrm>
            <a:off x="4495799" y="3863181"/>
            <a:ext cx="3011823" cy="2613819"/>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4"/>
          <p:cNvSpPr>
            <a:spLocks noGrp="1"/>
          </p:cNvSpPr>
          <p:nvPr>
            <p:ph type="title"/>
          </p:nvPr>
        </p:nvSpPr>
        <p:spPr>
          <a:xfrm>
            <a:off x="457200" y="426720"/>
            <a:ext cx="8229600" cy="1143000"/>
          </a:xfrm>
        </p:spPr>
        <p:txBody>
          <a:bodyPr/>
          <a:lstStyle/>
          <a:p>
            <a:pPr eaLnBrk="1" hangingPunct="1"/>
            <a:r>
              <a:rPr lang="en-US" altLang="en-US" dirty="0"/>
              <a:t>Determine Actual Cost</a:t>
            </a:r>
          </a:p>
        </p:txBody>
      </p:sp>
      <p:sp>
        <p:nvSpPr>
          <p:cNvPr id="21507" name="Content Placeholder 5"/>
          <p:cNvSpPr>
            <a:spLocks noGrp="1"/>
          </p:cNvSpPr>
          <p:nvPr>
            <p:ph idx="1"/>
          </p:nvPr>
        </p:nvSpPr>
        <p:spPr/>
        <p:txBody>
          <a:bodyPr/>
          <a:lstStyle/>
          <a:p>
            <a:pPr eaLnBrk="1" hangingPunct="1"/>
            <a:r>
              <a:rPr lang="en-US" altLang="en-US" dirty="0"/>
              <a:t>Actual cost</a:t>
            </a:r>
          </a:p>
          <a:p>
            <a:pPr lvl="1" eaLnBrk="1" hangingPunct="1"/>
            <a:r>
              <a:rPr lang="en-US" altLang="en-US" dirty="0"/>
              <a:t>Collect data regularly for funds actually expended</a:t>
            </a:r>
          </a:p>
          <a:p>
            <a:pPr lvl="1" eaLnBrk="1" hangingPunct="1"/>
            <a:r>
              <a:rPr lang="en-US" altLang="en-US" dirty="0"/>
              <a:t>Charge to work package numbers</a:t>
            </a:r>
          </a:p>
          <a:p>
            <a:pPr eaLnBrk="1" hangingPunct="1"/>
            <a:r>
              <a:rPr lang="en-US" altLang="en-US" dirty="0"/>
              <a:t>Committed costs</a:t>
            </a:r>
          </a:p>
          <a:p>
            <a:pPr lvl="1" eaLnBrk="1" hangingPunct="1"/>
            <a:r>
              <a:rPr lang="en-US" altLang="en-US" dirty="0"/>
              <a:t>Periodically assign portion of total cost to actual cost</a:t>
            </a:r>
          </a:p>
          <a:p>
            <a:pPr lvl="1" eaLnBrk="1" hangingPunct="1"/>
            <a:r>
              <a:rPr lang="en-US" altLang="en-US" dirty="0"/>
              <a:t>Include costs for items that will be paid for later</a:t>
            </a:r>
          </a:p>
          <a:p>
            <a:pPr eaLnBrk="1" hangingPunct="1"/>
            <a:r>
              <a:rPr lang="en-US" altLang="en-US" dirty="0"/>
              <a:t>Compare actual cost to budgeted cost</a:t>
            </a:r>
          </a:p>
          <a:p>
            <a:pPr lvl="1" eaLnBrk="1" hangingPunct="1"/>
            <a:r>
              <a:rPr lang="en-US" altLang="en-US" dirty="0"/>
              <a:t>Calculate cumulative actual cost </a:t>
            </a:r>
          </a:p>
          <a:p>
            <a:pPr lvl="1" eaLnBrk="1" hangingPunct="1"/>
            <a:r>
              <a:rPr lang="en-US" altLang="en-US" dirty="0"/>
              <a:t>Compare to cumulative budgeted cost</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525463" y="304800"/>
            <a:ext cx="8229600" cy="1143000"/>
          </a:xfrm>
        </p:spPr>
        <p:txBody>
          <a:bodyPr/>
          <a:lstStyle/>
          <a:p>
            <a:pPr eaLnBrk="1" hangingPunct="1"/>
            <a:r>
              <a:rPr lang="en-US" altLang="en-US" dirty="0"/>
              <a:t>Packaging machine project </a:t>
            </a:r>
            <a:br>
              <a:rPr lang="en-US" altLang="en-US" dirty="0"/>
            </a:br>
            <a:r>
              <a:rPr lang="en-US" altLang="en-US" dirty="0"/>
              <a:t>determine actual cost</a:t>
            </a:r>
          </a:p>
        </p:txBody>
      </p:sp>
      <p:sp>
        <p:nvSpPr>
          <p:cNvPr id="22531" name="Content Placeholder 7"/>
          <p:cNvSpPr>
            <a:spLocks noGrp="1"/>
          </p:cNvSpPr>
          <p:nvPr>
            <p:ph sz="half" idx="1"/>
          </p:nvPr>
        </p:nvSpPr>
        <p:spPr/>
        <p:txBody>
          <a:bodyPr/>
          <a:lstStyle/>
          <a:p>
            <a:pPr eaLnBrk="1" hangingPunct="1">
              <a:buFont typeface="Arial" charset="0"/>
              <a:buChar char="•"/>
            </a:pPr>
            <a:endParaRPr lang="en-US" altLang="en-US" dirty="0"/>
          </a:p>
          <a:p>
            <a:pPr eaLnBrk="1" hangingPunct="1">
              <a:buFont typeface="Arial" charset="0"/>
              <a:buChar char="•"/>
            </a:pPr>
            <a:r>
              <a:rPr lang="en-US" altLang="en-US" dirty="0"/>
              <a:t>End of Week 8</a:t>
            </a:r>
          </a:p>
          <a:p>
            <a:pPr lvl="1" eaLnBrk="1" hangingPunct="1">
              <a:buFont typeface="Arial" charset="0"/>
              <a:buChar char="•"/>
            </a:pPr>
            <a:r>
              <a:rPr lang="en-US" altLang="en-US" dirty="0"/>
              <a:t>Planned cost = R64,000</a:t>
            </a:r>
          </a:p>
          <a:p>
            <a:pPr lvl="1" eaLnBrk="1" hangingPunct="1">
              <a:buFont typeface="Arial" charset="0"/>
              <a:buChar char="•"/>
            </a:pPr>
            <a:r>
              <a:rPr lang="en-US" altLang="en-US" dirty="0"/>
              <a:t>Actual cost = R68,000</a:t>
            </a:r>
          </a:p>
          <a:p>
            <a:pPr lvl="1" eaLnBrk="1" hangingPunct="1">
              <a:buFont typeface="Arial" charset="0"/>
              <a:buChar char="•"/>
            </a:pPr>
            <a:endParaRPr lang="en-US" altLang="en-US" dirty="0"/>
          </a:p>
          <a:p>
            <a:pPr lvl="1" eaLnBrk="1" hangingPunct="1">
              <a:buFont typeface="Arial" charset="0"/>
              <a:buChar char="•"/>
            </a:pPr>
            <a:endParaRPr lang="en-US" altLang="en-US" dirty="0"/>
          </a:p>
          <a:p>
            <a:pPr eaLnBrk="1" hangingPunct="1">
              <a:buFont typeface="Arial" charset="0"/>
              <a:buChar char="•"/>
            </a:pPr>
            <a:r>
              <a:rPr lang="en-US" altLang="en-US" dirty="0"/>
              <a:t>Compare CAC with CBC</a:t>
            </a:r>
          </a:p>
        </p:txBody>
      </p:sp>
      <p:sp>
        <p:nvSpPr>
          <p:cNvPr id="3" name="Content Placeholder 2">
            <a:extLst>
              <a:ext uri="{FF2B5EF4-FFF2-40B4-BE49-F238E27FC236}">
                <a16:creationId xmlns:a16="http://schemas.microsoft.com/office/drawing/2014/main" id="{A30920DF-1C52-4C76-9B22-54DF1F7C4EA2}"/>
              </a:ext>
            </a:extLst>
          </p:cNvPr>
          <p:cNvSpPr>
            <a:spLocks noGrp="1"/>
          </p:cNvSpPr>
          <p:nvPr>
            <p:ph sz="half" idx="2"/>
          </p:nvPr>
        </p:nvSpPr>
        <p:spPr/>
        <p:txBody>
          <a:bodyPr/>
          <a:lstStyle/>
          <a:p>
            <a:endParaRPr lang="en-GB" dirty="0"/>
          </a:p>
        </p:txBody>
      </p:sp>
      <p:pic>
        <p:nvPicPr>
          <p:cNvPr id="4" name="Picture 3">
            <a:extLst>
              <a:ext uri="{FF2B5EF4-FFF2-40B4-BE49-F238E27FC236}">
                <a16:creationId xmlns:a16="http://schemas.microsoft.com/office/drawing/2014/main" id="{40769520-1CC9-44EB-A988-806BE6D5504C}"/>
              </a:ext>
            </a:extLst>
          </p:cNvPr>
          <p:cNvPicPr>
            <a:picLocks noChangeAspect="1"/>
          </p:cNvPicPr>
          <p:nvPr/>
        </p:nvPicPr>
        <p:blipFill>
          <a:blip r:embed="rId3"/>
          <a:stretch>
            <a:fillRect/>
          </a:stretch>
        </p:blipFill>
        <p:spPr>
          <a:xfrm>
            <a:off x="4495800" y="1478280"/>
            <a:ext cx="3810000" cy="2059081"/>
          </a:xfrm>
          <a:prstGeom prst="rect">
            <a:avLst/>
          </a:prstGeom>
        </p:spPr>
      </p:pic>
      <p:pic>
        <p:nvPicPr>
          <p:cNvPr id="5" name="Picture 4">
            <a:extLst>
              <a:ext uri="{FF2B5EF4-FFF2-40B4-BE49-F238E27FC236}">
                <a16:creationId xmlns:a16="http://schemas.microsoft.com/office/drawing/2014/main" id="{73AAA5E7-B38A-4271-BBFA-75D6E7701DE1}"/>
              </a:ext>
            </a:extLst>
          </p:cNvPr>
          <p:cNvPicPr>
            <a:picLocks noChangeAspect="1"/>
          </p:cNvPicPr>
          <p:nvPr/>
        </p:nvPicPr>
        <p:blipFill>
          <a:blip r:embed="rId4"/>
          <a:stretch>
            <a:fillRect/>
          </a:stretch>
        </p:blipFill>
        <p:spPr>
          <a:xfrm>
            <a:off x="4779168" y="3811681"/>
            <a:ext cx="3776663" cy="2788416"/>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4"/>
          <p:cNvSpPr>
            <a:spLocks noGrp="1"/>
          </p:cNvSpPr>
          <p:nvPr>
            <p:ph type="title"/>
          </p:nvPr>
        </p:nvSpPr>
        <p:spPr/>
        <p:txBody>
          <a:bodyPr/>
          <a:lstStyle/>
          <a:p>
            <a:pPr eaLnBrk="1" hangingPunct="1"/>
            <a:r>
              <a:rPr lang="en-US" altLang="en-US" dirty="0"/>
              <a:t>Determine Value of Work Performed</a:t>
            </a:r>
          </a:p>
        </p:txBody>
      </p:sp>
      <p:sp>
        <p:nvSpPr>
          <p:cNvPr id="23555" name="Text Placeholder 6"/>
          <p:cNvSpPr>
            <a:spLocks noGrp="1"/>
          </p:cNvSpPr>
          <p:nvPr>
            <p:ph type="body" idx="1"/>
          </p:nvPr>
        </p:nvSpPr>
        <p:spPr/>
        <p:txBody>
          <a:bodyPr/>
          <a:lstStyle/>
          <a:p>
            <a:pPr eaLnBrk="1" hangingPunct="1"/>
            <a:r>
              <a:rPr lang="en-US" altLang="en-US" dirty="0"/>
              <a:t>Example project</a:t>
            </a:r>
          </a:p>
        </p:txBody>
      </p:sp>
      <p:sp>
        <p:nvSpPr>
          <p:cNvPr id="23556" name="Content Placeholder 5"/>
          <p:cNvSpPr>
            <a:spLocks noGrp="1"/>
          </p:cNvSpPr>
          <p:nvPr>
            <p:ph sz="half" idx="2"/>
          </p:nvPr>
        </p:nvSpPr>
        <p:spPr/>
        <p:txBody>
          <a:bodyPr/>
          <a:lstStyle/>
          <a:p>
            <a:pPr eaLnBrk="1" hangingPunct="1">
              <a:buFont typeface="Arial" charset="0"/>
              <a:buChar char="•"/>
            </a:pPr>
            <a:r>
              <a:rPr lang="en-US" altLang="en-US" dirty="0"/>
              <a:t>Paint 10 similar rooms</a:t>
            </a:r>
          </a:p>
          <a:p>
            <a:pPr eaLnBrk="1" hangingPunct="1">
              <a:buFont typeface="Arial" charset="0"/>
              <a:buChar char="•"/>
            </a:pPr>
            <a:r>
              <a:rPr lang="en-US" altLang="en-US" dirty="0"/>
              <a:t>Total budgeted cost of R2 000 </a:t>
            </a:r>
          </a:p>
          <a:p>
            <a:pPr eaLnBrk="1" hangingPunct="1">
              <a:buFont typeface="Arial" charset="0"/>
              <a:buChar char="•"/>
            </a:pPr>
            <a:r>
              <a:rPr lang="en-US" altLang="en-US" dirty="0"/>
              <a:t>Budget is R200 per room</a:t>
            </a:r>
          </a:p>
        </p:txBody>
      </p:sp>
      <p:sp>
        <p:nvSpPr>
          <p:cNvPr id="23557" name="Text Placeholder 7"/>
          <p:cNvSpPr>
            <a:spLocks noGrp="1"/>
          </p:cNvSpPr>
          <p:nvPr>
            <p:ph type="body" sz="quarter" idx="3"/>
          </p:nvPr>
        </p:nvSpPr>
        <p:spPr/>
        <p:txBody>
          <a:bodyPr/>
          <a:lstStyle/>
          <a:p>
            <a:pPr eaLnBrk="1" hangingPunct="1"/>
            <a:r>
              <a:rPr lang="en-US" altLang="en-US"/>
              <a:t>At Day 5</a:t>
            </a:r>
          </a:p>
        </p:txBody>
      </p:sp>
      <p:sp>
        <p:nvSpPr>
          <p:cNvPr id="23558" name="Content Placeholder 8"/>
          <p:cNvSpPr>
            <a:spLocks noGrp="1"/>
          </p:cNvSpPr>
          <p:nvPr>
            <p:ph sz="quarter" idx="4"/>
          </p:nvPr>
        </p:nvSpPr>
        <p:spPr/>
        <p:txBody>
          <a:bodyPr/>
          <a:lstStyle/>
          <a:p>
            <a:pPr eaLnBrk="1" hangingPunct="1">
              <a:buFont typeface="Arial" charset="0"/>
              <a:buChar char="•"/>
              <a:defRPr/>
            </a:pPr>
            <a:r>
              <a:rPr lang="en-US" altLang="en-US" dirty="0"/>
              <a:t>R1 000 has been spent</a:t>
            </a:r>
          </a:p>
          <a:p>
            <a:pPr eaLnBrk="1" hangingPunct="1">
              <a:buFont typeface="Arial" charset="0"/>
              <a:buChar char="•"/>
              <a:defRPr/>
            </a:pPr>
            <a:r>
              <a:rPr lang="en-US" altLang="en-US" dirty="0"/>
              <a:t>3 rooms have been painted</a:t>
            </a:r>
          </a:p>
          <a:p>
            <a:pPr eaLnBrk="1" hangingPunct="1">
              <a:buFont typeface="Arial" charset="0"/>
              <a:buChar char="•"/>
              <a:defRPr/>
            </a:pPr>
            <a:r>
              <a:rPr lang="en-US" altLang="en-US" dirty="0"/>
              <a:t>Earned value =</a:t>
            </a:r>
          </a:p>
          <a:p>
            <a:pPr marL="623888" indent="0" eaLnBrk="1" hangingPunct="1">
              <a:buFont typeface="Arial" pitchFamily="34" charset="0"/>
              <a:buNone/>
              <a:defRPr/>
            </a:pPr>
            <a:r>
              <a:rPr lang="en-US" altLang="en-US" dirty="0"/>
              <a:t>0.30 X R2 000 = R600</a:t>
            </a:r>
          </a:p>
          <a:p>
            <a:pPr eaLnBrk="1" hangingPunct="1">
              <a:buFont typeface="Arial" charset="0"/>
              <a:buChar char="•"/>
              <a:defRPr/>
            </a:pPr>
            <a:r>
              <a:rPr lang="en-US" altLang="en-US" dirty="0"/>
              <a:t>Have expended R400 more than the earned value</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441960" y="258398"/>
            <a:ext cx="7772400" cy="1143000"/>
          </a:xfrm>
        </p:spPr>
        <p:txBody>
          <a:bodyPr/>
          <a:lstStyle/>
          <a:p>
            <a:pPr eaLnBrk="1" hangingPunct="1"/>
            <a:r>
              <a:rPr lang="en-US" altLang="en-US" dirty="0"/>
              <a:t>Packaging machine project </a:t>
            </a:r>
            <a:br>
              <a:rPr lang="en-US" altLang="en-US" dirty="0"/>
            </a:br>
            <a:r>
              <a:rPr lang="en-US" altLang="en-US" dirty="0"/>
              <a:t>determine value of work performed</a:t>
            </a:r>
          </a:p>
        </p:txBody>
      </p:sp>
      <p:sp>
        <p:nvSpPr>
          <p:cNvPr id="3" name="Content Placeholder 2">
            <a:extLst>
              <a:ext uri="{FF2B5EF4-FFF2-40B4-BE49-F238E27FC236}">
                <a16:creationId xmlns:a16="http://schemas.microsoft.com/office/drawing/2014/main" id="{2FB388B0-FE66-4029-8251-9CF7B6C5341D}"/>
              </a:ext>
            </a:extLst>
          </p:cNvPr>
          <p:cNvSpPr>
            <a:spLocks noGrp="1"/>
          </p:cNvSpPr>
          <p:nvPr>
            <p:ph sz="half" idx="1"/>
          </p:nvPr>
        </p:nvSpPr>
        <p:spPr/>
        <p:txBody>
          <a:bodyPr/>
          <a:lstStyle/>
          <a:p>
            <a:endParaRPr lang="en-GB" dirty="0"/>
          </a:p>
        </p:txBody>
      </p:sp>
      <p:pic>
        <p:nvPicPr>
          <p:cNvPr id="4" name="Picture 3">
            <a:extLst>
              <a:ext uri="{FF2B5EF4-FFF2-40B4-BE49-F238E27FC236}">
                <a16:creationId xmlns:a16="http://schemas.microsoft.com/office/drawing/2014/main" id="{6B5B4A69-BBE9-48AE-BD80-CF3AD5C72FC1}"/>
              </a:ext>
            </a:extLst>
          </p:cNvPr>
          <p:cNvPicPr>
            <a:picLocks noChangeAspect="1"/>
          </p:cNvPicPr>
          <p:nvPr/>
        </p:nvPicPr>
        <p:blipFill>
          <a:blip r:embed="rId3"/>
          <a:stretch>
            <a:fillRect/>
          </a:stretch>
        </p:blipFill>
        <p:spPr>
          <a:xfrm>
            <a:off x="76201" y="1417638"/>
            <a:ext cx="4572000" cy="1918557"/>
          </a:xfrm>
          <a:prstGeom prst="rect">
            <a:avLst/>
          </a:prstGeom>
        </p:spPr>
      </p:pic>
      <p:pic>
        <p:nvPicPr>
          <p:cNvPr id="5" name="Picture 4">
            <a:extLst>
              <a:ext uri="{FF2B5EF4-FFF2-40B4-BE49-F238E27FC236}">
                <a16:creationId xmlns:a16="http://schemas.microsoft.com/office/drawing/2014/main" id="{88B4380E-305C-4A65-A012-8EB0D192DF5B}"/>
              </a:ext>
            </a:extLst>
          </p:cNvPr>
          <p:cNvPicPr>
            <a:picLocks noChangeAspect="1"/>
          </p:cNvPicPr>
          <p:nvPr/>
        </p:nvPicPr>
        <p:blipFill>
          <a:blip r:embed="rId4"/>
          <a:stretch>
            <a:fillRect/>
          </a:stretch>
        </p:blipFill>
        <p:spPr>
          <a:xfrm>
            <a:off x="441960" y="3733800"/>
            <a:ext cx="4317548" cy="2074323"/>
          </a:xfrm>
          <a:prstGeom prst="rect">
            <a:avLst/>
          </a:prstGeom>
        </p:spPr>
      </p:pic>
      <p:sp>
        <p:nvSpPr>
          <p:cNvPr id="7" name="Content Placeholder 6">
            <a:extLst>
              <a:ext uri="{FF2B5EF4-FFF2-40B4-BE49-F238E27FC236}">
                <a16:creationId xmlns:a16="http://schemas.microsoft.com/office/drawing/2014/main" id="{8A26559B-AFC8-4283-B9A1-58C5BCFE2EBC}"/>
              </a:ext>
            </a:extLst>
          </p:cNvPr>
          <p:cNvSpPr>
            <a:spLocks noGrp="1"/>
          </p:cNvSpPr>
          <p:nvPr>
            <p:ph sz="half" idx="2"/>
          </p:nvPr>
        </p:nvSpPr>
        <p:spPr/>
        <p:txBody>
          <a:bodyPr/>
          <a:lstStyle/>
          <a:p>
            <a:endParaRPr lang="en-GB"/>
          </a:p>
        </p:txBody>
      </p:sp>
      <p:pic>
        <p:nvPicPr>
          <p:cNvPr id="8" name="Picture 7">
            <a:extLst>
              <a:ext uri="{FF2B5EF4-FFF2-40B4-BE49-F238E27FC236}">
                <a16:creationId xmlns:a16="http://schemas.microsoft.com/office/drawing/2014/main" id="{CC95330D-F28A-42A2-A558-A5BF32158C53}"/>
              </a:ext>
            </a:extLst>
          </p:cNvPr>
          <p:cNvPicPr>
            <a:picLocks noChangeAspect="1"/>
          </p:cNvPicPr>
          <p:nvPr/>
        </p:nvPicPr>
        <p:blipFill>
          <a:blip r:embed="rId5"/>
          <a:stretch>
            <a:fillRect/>
          </a:stretch>
        </p:blipFill>
        <p:spPr>
          <a:xfrm>
            <a:off x="4759508" y="2076123"/>
            <a:ext cx="3886200" cy="2694838"/>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en-US" dirty="0" err="1"/>
              <a:t>Analyse</a:t>
            </a:r>
            <a:r>
              <a:rPr lang="en-US" altLang="en-US" dirty="0"/>
              <a:t> Cost Performance</a:t>
            </a:r>
          </a:p>
        </p:txBody>
      </p:sp>
      <p:sp>
        <p:nvSpPr>
          <p:cNvPr id="25603" name="Content Placeholder 2"/>
          <p:cNvSpPr>
            <a:spLocks noGrp="1"/>
          </p:cNvSpPr>
          <p:nvPr>
            <p:ph idx="1"/>
          </p:nvPr>
        </p:nvSpPr>
        <p:spPr/>
        <p:txBody>
          <a:bodyPr/>
          <a:lstStyle/>
          <a:p>
            <a:pPr eaLnBrk="1" hangingPunct="1"/>
            <a:r>
              <a:rPr lang="en-US" altLang="en-US" dirty="0"/>
              <a:t>Four cost-related measures</a:t>
            </a:r>
          </a:p>
          <a:p>
            <a:pPr lvl="1" eaLnBrk="1" hangingPunct="1"/>
            <a:r>
              <a:rPr lang="en-US" altLang="en-US" dirty="0"/>
              <a:t>TBC – total budgeted cost</a:t>
            </a:r>
          </a:p>
          <a:p>
            <a:pPr lvl="1" eaLnBrk="1" hangingPunct="1"/>
            <a:r>
              <a:rPr lang="en-US" altLang="en-US" dirty="0"/>
              <a:t>CBC – cumulative budgeted cost</a:t>
            </a:r>
          </a:p>
          <a:p>
            <a:pPr lvl="1" eaLnBrk="1" hangingPunct="1"/>
            <a:r>
              <a:rPr lang="en-US" altLang="en-US" dirty="0"/>
              <a:t>CAC – cumulative actual cost</a:t>
            </a:r>
          </a:p>
          <a:p>
            <a:pPr lvl="1" eaLnBrk="1" hangingPunct="1"/>
            <a:r>
              <a:rPr lang="en-US" altLang="en-US" dirty="0"/>
              <a:t>CEV – cumulative earned value</a:t>
            </a:r>
          </a:p>
          <a:p>
            <a:pPr eaLnBrk="1" hangingPunct="1"/>
            <a:r>
              <a:rPr lang="en-US" altLang="en-US" dirty="0"/>
              <a:t>Use to </a:t>
            </a:r>
            <a:r>
              <a:rPr lang="en-US" altLang="en-US" dirty="0" err="1"/>
              <a:t>analyse</a:t>
            </a:r>
            <a:r>
              <a:rPr lang="en-US" altLang="en-US" dirty="0"/>
              <a:t> project cost performance</a:t>
            </a:r>
          </a:p>
          <a:p>
            <a:pPr eaLnBrk="1" hangingPunct="1"/>
            <a:r>
              <a:rPr lang="en-US" altLang="en-US" dirty="0"/>
              <a:t>Plot CBC, CAC, and CEV curves on the same graph </a:t>
            </a:r>
          </a:p>
          <a:p>
            <a:pPr lvl="1" eaLnBrk="1" hangingPunct="1"/>
            <a:r>
              <a:rPr lang="en-US" altLang="en-US" dirty="0"/>
              <a:t>Reveal any trends toward improving or deteriorating cost performance</a:t>
            </a:r>
          </a:p>
          <a:p>
            <a:pPr eaLnBrk="1" hangingPunct="1">
              <a:buFontTx/>
              <a:buBlip>
                <a:blip r:embed="rId3"/>
              </a:buBlip>
            </a:pPr>
            <a:endParaRPr lang="en-US" altLang="en-US" dirty="0"/>
          </a:p>
          <a:p>
            <a:pPr lvl="1" eaLnBrk="1" hangingPunct="1"/>
            <a:endParaRPr lang="en-US"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eaLnBrk="1" hangingPunct="1"/>
            <a:r>
              <a:rPr lang="en-US" altLang="en-US" dirty="0"/>
              <a:t>Packaging machine project </a:t>
            </a:r>
            <a:br>
              <a:rPr lang="en-US" altLang="en-US" dirty="0"/>
            </a:br>
            <a:r>
              <a:rPr lang="en-US" altLang="en-US" dirty="0" err="1"/>
              <a:t>analyse</a:t>
            </a:r>
            <a:r>
              <a:rPr lang="en-US" altLang="en-US" dirty="0"/>
              <a:t> cost performance</a:t>
            </a:r>
          </a:p>
        </p:txBody>
      </p:sp>
      <p:sp>
        <p:nvSpPr>
          <p:cNvPr id="3" name="Content Placeholder 2">
            <a:extLst>
              <a:ext uri="{FF2B5EF4-FFF2-40B4-BE49-F238E27FC236}">
                <a16:creationId xmlns:a16="http://schemas.microsoft.com/office/drawing/2014/main" id="{38C99D39-9327-4A26-A405-DCDE845D8803}"/>
              </a:ext>
            </a:extLst>
          </p:cNvPr>
          <p:cNvSpPr>
            <a:spLocks noGrp="1"/>
          </p:cNvSpPr>
          <p:nvPr>
            <p:ph idx="1"/>
          </p:nvPr>
        </p:nvSpPr>
        <p:spPr/>
        <p:txBody>
          <a:bodyPr/>
          <a:lstStyle/>
          <a:p>
            <a:endParaRPr lang="en-GB"/>
          </a:p>
        </p:txBody>
      </p:sp>
      <p:pic>
        <p:nvPicPr>
          <p:cNvPr id="4" name="Picture 3">
            <a:extLst>
              <a:ext uri="{FF2B5EF4-FFF2-40B4-BE49-F238E27FC236}">
                <a16:creationId xmlns:a16="http://schemas.microsoft.com/office/drawing/2014/main" id="{A78171AA-ECF6-480A-91A7-6839A3BA8FE8}"/>
              </a:ext>
            </a:extLst>
          </p:cNvPr>
          <p:cNvPicPr>
            <a:picLocks noChangeAspect="1"/>
          </p:cNvPicPr>
          <p:nvPr/>
        </p:nvPicPr>
        <p:blipFill>
          <a:blip r:embed="rId3"/>
          <a:stretch>
            <a:fillRect/>
          </a:stretch>
        </p:blipFill>
        <p:spPr>
          <a:xfrm>
            <a:off x="1390650" y="1600200"/>
            <a:ext cx="6362700" cy="4157804"/>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pPr eaLnBrk="1" hangingPunct="1"/>
            <a:r>
              <a:rPr lang="en-US" altLang="en-US" dirty="0"/>
              <a:t>Cost performance index</a:t>
            </a:r>
          </a:p>
        </p:txBody>
      </p:sp>
      <p:sp>
        <p:nvSpPr>
          <p:cNvPr id="27651" name="Content Placeholder 3"/>
          <p:cNvSpPr>
            <a:spLocks noGrp="1"/>
          </p:cNvSpPr>
          <p:nvPr>
            <p:ph idx="1"/>
          </p:nvPr>
        </p:nvSpPr>
        <p:spPr/>
        <p:txBody>
          <a:bodyPr/>
          <a:lstStyle/>
          <a:p>
            <a:pPr eaLnBrk="1" hangingPunct="1"/>
            <a:r>
              <a:rPr lang="en-US" altLang="en-US"/>
              <a:t>Measure of the cost efficiency with which the project is being performed</a:t>
            </a:r>
          </a:p>
          <a:p>
            <a:pPr eaLnBrk="1" hangingPunct="1"/>
            <a:endParaRPr lang="en-US" altLang="en-US"/>
          </a:p>
          <a:p>
            <a:pPr eaLnBrk="1" hangingPunct="1"/>
            <a:r>
              <a:rPr lang="en-US" altLang="en-US"/>
              <a:t>Cost performance index = </a:t>
            </a:r>
          </a:p>
          <a:p>
            <a:pPr eaLnBrk="1" hangingPunct="1">
              <a:buFont typeface="Calibri" pitchFamily="34" charset="0"/>
              <a:buNone/>
            </a:pPr>
            <a:r>
              <a:rPr lang="en-US" altLang="en-US"/>
              <a:t>		Cumulative earned value/Cumulative actual cost</a:t>
            </a:r>
          </a:p>
          <a:p>
            <a:pPr eaLnBrk="1" hangingPunct="1">
              <a:buFontTx/>
              <a:buNone/>
            </a:pPr>
            <a:endParaRPr lang="en-US" altLang="en-US"/>
          </a:p>
          <a:p>
            <a:pPr eaLnBrk="1" hangingPunct="1">
              <a:buFontTx/>
              <a:buNone/>
            </a:pPr>
            <a:r>
              <a:rPr lang="en-US" altLang="en-US"/>
              <a:t>			CPI = CEV/CAC</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n-US" altLang="en-US" dirty="0"/>
              <a:t>Packaging machine project </a:t>
            </a:r>
            <a:br>
              <a:rPr lang="en-US" altLang="en-US" dirty="0"/>
            </a:br>
            <a:r>
              <a:rPr lang="en-US" altLang="en-US" dirty="0"/>
              <a:t>cost performance index</a:t>
            </a:r>
          </a:p>
        </p:txBody>
      </p:sp>
      <p:sp>
        <p:nvSpPr>
          <p:cNvPr id="28675" name="Text Placeholder 7"/>
          <p:cNvSpPr>
            <a:spLocks noGrp="1"/>
          </p:cNvSpPr>
          <p:nvPr>
            <p:ph type="body" idx="1"/>
          </p:nvPr>
        </p:nvSpPr>
        <p:spPr/>
        <p:txBody>
          <a:bodyPr/>
          <a:lstStyle/>
          <a:p>
            <a:pPr eaLnBrk="1" hangingPunct="1"/>
            <a:r>
              <a:rPr lang="en-US" altLang="en-US"/>
              <a:t>End of Week 8</a:t>
            </a:r>
          </a:p>
        </p:txBody>
      </p:sp>
      <p:sp>
        <p:nvSpPr>
          <p:cNvPr id="28676" name="Content Placeholder 5"/>
          <p:cNvSpPr>
            <a:spLocks noGrp="1"/>
          </p:cNvSpPr>
          <p:nvPr>
            <p:ph sz="half" idx="2"/>
          </p:nvPr>
        </p:nvSpPr>
        <p:spPr/>
        <p:txBody>
          <a:bodyPr/>
          <a:lstStyle/>
          <a:p>
            <a:pPr eaLnBrk="1" hangingPunct="1">
              <a:buFont typeface="Arial" charset="0"/>
              <a:buChar char="•"/>
            </a:pPr>
            <a:r>
              <a:rPr lang="en-US" altLang="en-US" dirty="0"/>
              <a:t>R64 000 was budgeted </a:t>
            </a:r>
          </a:p>
          <a:p>
            <a:pPr eaLnBrk="1" hangingPunct="1">
              <a:buFont typeface="Arial" charset="0"/>
              <a:buChar char="•"/>
            </a:pPr>
            <a:r>
              <a:rPr lang="en-US" altLang="en-US" dirty="0"/>
              <a:t>R68 000 was actually expended</a:t>
            </a:r>
          </a:p>
          <a:p>
            <a:pPr eaLnBrk="1" hangingPunct="1">
              <a:buFont typeface="Arial" charset="0"/>
              <a:buChar char="•"/>
            </a:pPr>
            <a:r>
              <a:rPr lang="en-US" altLang="en-US" dirty="0"/>
              <a:t>R54 000 was the earned value of work actually performed</a:t>
            </a:r>
          </a:p>
          <a:p>
            <a:pPr eaLnBrk="1" hangingPunct="1">
              <a:buFont typeface="Arial" charset="0"/>
              <a:buChar char="•"/>
            </a:pPr>
            <a:endParaRPr lang="en-US" altLang="en-US" dirty="0"/>
          </a:p>
          <a:p>
            <a:pPr eaLnBrk="1" hangingPunct="1">
              <a:buFont typeface="Arial" charset="0"/>
              <a:buChar char="•"/>
            </a:pPr>
            <a:r>
              <a:rPr lang="en-US" altLang="en-US" dirty="0"/>
              <a:t>CEV = R54 000</a:t>
            </a:r>
          </a:p>
          <a:p>
            <a:pPr eaLnBrk="1" hangingPunct="1">
              <a:buFont typeface="Arial" charset="0"/>
              <a:buChar char="•"/>
            </a:pPr>
            <a:r>
              <a:rPr lang="en-US" altLang="en-US" dirty="0"/>
              <a:t>CAC = R68 000</a:t>
            </a:r>
          </a:p>
        </p:txBody>
      </p:sp>
      <p:sp>
        <p:nvSpPr>
          <p:cNvPr id="28677" name="Text Placeholder 9"/>
          <p:cNvSpPr>
            <a:spLocks noGrp="1"/>
          </p:cNvSpPr>
          <p:nvPr>
            <p:ph type="body" sz="quarter" idx="3"/>
          </p:nvPr>
        </p:nvSpPr>
        <p:spPr/>
        <p:txBody>
          <a:bodyPr/>
          <a:lstStyle/>
          <a:p>
            <a:pPr eaLnBrk="1" hangingPunct="1"/>
            <a:r>
              <a:rPr lang="en-US" altLang="en-US"/>
              <a:t>Determine CPI</a:t>
            </a:r>
          </a:p>
        </p:txBody>
      </p:sp>
      <p:sp>
        <p:nvSpPr>
          <p:cNvPr id="28678" name="Content Placeholder 6"/>
          <p:cNvSpPr>
            <a:spLocks noGrp="1"/>
          </p:cNvSpPr>
          <p:nvPr>
            <p:ph sz="quarter" idx="4"/>
          </p:nvPr>
        </p:nvSpPr>
        <p:spPr/>
        <p:txBody>
          <a:bodyPr/>
          <a:lstStyle/>
          <a:p>
            <a:pPr eaLnBrk="1" hangingPunct="1">
              <a:buFont typeface="Arial" charset="0"/>
              <a:buChar char="•"/>
            </a:pPr>
            <a:r>
              <a:rPr lang="en-US" altLang="en-US" dirty="0"/>
              <a:t>CPI = CEV/CAC</a:t>
            </a:r>
          </a:p>
          <a:p>
            <a:pPr eaLnBrk="1" hangingPunct="1">
              <a:buFontTx/>
              <a:buNone/>
            </a:pPr>
            <a:r>
              <a:rPr lang="en-US" altLang="en-US" dirty="0"/>
              <a:t>	 = R54 000/R68 000 </a:t>
            </a:r>
          </a:p>
          <a:p>
            <a:pPr eaLnBrk="1" hangingPunct="1">
              <a:buFontTx/>
              <a:buNone/>
            </a:pPr>
            <a:r>
              <a:rPr lang="en-US" altLang="en-US" dirty="0"/>
              <a:t>	= 0.79</a:t>
            </a:r>
          </a:p>
          <a:p>
            <a:pPr eaLnBrk="1" hangingPunct="1">
              <a:buFontTx/>
              <a:buNone/>
            </a:pPr>
            <a:endParaRPr lang="en-US" altLang="en-US" dirty="0"/>
          </a:p>
          <a:p>
            <a:pPr eaLnBrk="1" hangingPunct="1">
              <a:buFontTx/>
              <a:buNone/>
            </a:pPr>
            <a:r>
              <a:rPr lang="en-US" altLang="en-US" dirty="0"/>
              <a:t>	For every R1.00 actually expended, only R0.79 of earned value was received.</a:t>
            </a:r>
          </a:p>
          <a:p>
            <a:pPr eaLnBrk="1" hangingPunct="1">
              <a:buFontTx/>
              <a:buBlip>
                <a:blip r:embed="rId3"/>
              </a:buBlip>
            </a:pPr>
            <a:endParaRPr lang="en-US" altLang="en-US" dirty="0"/>
          </a:p>
          <a:p>
            <a:pPr eaLnBrk="1" hangingPunct="1">
              <a:buFontTx/>
              <a:buBlip>
                <a:blip r:embed="rId3"/>
              </a:buBlip>
            </a:pPr>
            <a:endParaRPr lang="en-US" alt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altLang="en-US" dirty="0"/>
              <a:t>Cost variance</a:t>
            </a:r>
          </a:p>
        </p:txBody>
      </p:sp>
      <p:sp>
        <p:nvSpPr>
          <p:cNvPr id="29699" name="Content Placeholder 3"/>
          <p:cNvSpPr>
            <a:spLocks noGrp="1"/>
          </p:cNvSpPr>
          <p:nvPr>
            <p:ph idx="1"/>
          </p:nvPr>
        </p:nvSpPr>
        <p:spPr>
          <a:xfrm>
            <a:off x="457200" y="1600200"/>
            <a:ext cx="8229600" cy="4800600"/>
          </a:xfrm>
        </p:spPr>
        <p:txBody>
          <a:bodyPr/>
          <a:lstStyle/>
          <a:p>
            <a:pPr eaLnBrk="1" hangingPunct="1"/>
            <a:r>
              <a:rPr lang="en-US" altLang="en-US"/>
              <a:t>Indicator of cost performance</a:t>
            </a:r>
          </a:p>
          <a:p>
            <a:pPr eaLnBrk="1" hangingPunct="1"/>
            <a:r>
              <a:rPr lang="en-US" altLang="en-US"/>
              <a:t>Difference between the cumulative earned value of the work performed and the cumulative actual cost</a:t>
            </a:r>
          </a:p>
          <a:p>
            <a:pPr eaLnBrk="1" hangingPunct="1"/>
            <a:endParaRPr lang="en-US" altLang="en-US"/>
          </a:p>
          <a:p>
            <a:pPr eaLnBrk="1" hangingPunct="1"/>
            <a:r>
              <a:rPr lang="en-US" altLang="en-US"/>
              <a:t>Cost variance = </a:t>
            </a:r>
          </a:p>
          <a:p>
            <a:pPr eaLnBrk="1" hangingPunct="1">
              <a:buFontTx/>
              <a:buNone/>
            </a:pPr>
            <a:r>
              <a:rPr lang="en-US" altLang="en-US"/>
              <a:t>	Cumulative earned value – Cumulative actual cost</a:t>
            </a:r>
          </a:p>
          <a:p>
            <a:pPr eaLnBrk="1" hangingPunct="1">
              <a:buFontTx/>
              <a:buNone/>
            </a:pPr>
            <a:r>
              <a:rPr lang="en-US" altLang="en-US"/>
              <a:t>			</a:t>
            </a:r>
          </a:p>
          <a:p>
            <a:pPr eaLnBrk="1" hangingPunct="1">
              <a:buFontTx/>
              <a:buNone/>
            </a:pPr>
            <a:r>
              <a:rPr lang="en-US" altLang="en-US"/>
              <a:t>				 CV = CEV – CAC</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altLang="en-US" dirty="0"/>
              <a:t>Packaging machine project </a:t>
            </a:r>
            <a:br>
              <a:rPr lang="en-US" altLang="en-US" dirty="0"/>
            </a:br>
            <a:r>
              <a:rPr lang="en-US" altLang="en-US" dirty="0"/>
              <a:t>cost variance</a:t>
            </a:r>
          </a:p>
        </p:txBody>
      </p:sp>
      <p:sp>
        <p:nvSpPr>
          <p:cNvPr id="30723" name="Text Placeholder 7"/>
          <p:cNvSpPr>
            <a:spLocks noGrp="1"/>
          </p:cNvSpPr>
          <p:nvPr>
            <p:ph type="body" idx="1"/>
          </p:nvPr>
        </p:nvSpPr>
        <p:spPr/>
        <p:txBody>
          <a:bodyPr/>
          <a:lstStyle/>
          <a:p>
            <a:pPr eaLnBrk="1" hangingPunct="1"/>
            <a:r>
              <a:rPr lang="en-US" altLang="en-US"/>
              <a:t>End of Week 8</a:t>
            </a:r>
          </a:p>
        </p:txBody>
      </p:sp>
      <p:sp>
        <p:nvSpPr>
          <p:cNvPr id="30724" name="Content Placeholder 5"/>
          <p:cNvSpPr>
            <a:spLocks noGrp="1"/>
          </p:cNvSpPr>
          <p:nvPr>
            <p:ph sz="half" idx="2"/>
          </p:nvPr>
        </p:nvSpPr>
        <p:spPr/>
        <p:txBody>
          <a:bodyPr/>
          <a:lstStyle/>
          <a:p>
            <a:pPr eaLnBrk="1" hangingPunct="1">
              <a:buFont typeface="Arial" charset="0"/>
              <a:buChar char="•"/>
            </a:pPr>
            <a:r>
              <a:rPr lang="en-US" altLang="en-US" dirty="0"/>
              <a:t>R64 000 was budgeted </a:t>
            </a:r>
          </a:p>
          <a:p>
            <a:pPr eaLnBrk="1" hangingPunct="1">
              <a:buFont typeface="Arial" charset="0"/>
              <a:buChar char="•"/>
            </a:pPr>
            <a:r>
              <a:rPr lang="en-US" altLang="en-US" dirty="0"/>
              <a:t>R68 000 was actually expended</a:t>
            </a:r>
          </a:p>
          <a:p>
            <a:pPr eaLnBrk="1" hangingPunct="1">
              <a:buFont typeface="Arial" charset="0"/>
              <a:buChar char="•"/>
            </a:pPr>
            <a:r>
              <a:rPr lang="en-US" altLang="en-US" dirty="0"/>
              <a:t>R54 000 was the earned value of work actually performed</a:t>
            </a:r>
          </a:p>
          <a:p>
            <a:pPr eaLnBrk="1" hangingPunct="1">
              <a:buFont typeface="Arial" charset="0"/>
              <a:buChar char="•"/>
            </a:pPr>
            <a:endParaRPr lang="en-US" altLang="en-US" dirty="0"/>
          </a:p>
          <a:p>
            <a:pPr eaLnBrk="1" hangingPunct="1">
              <a:buFont typeface="Arial" charset="0"/>
              <a:buChar char="•"/>
            </a:pPr>
            <a:r>
              <a:rPr lang="en-US" altLang="en-US" dirty="0"/>
              <a:t>CEV = R54 000</a:t>
            </a:r>
          </a:p>
          <a:p>
            <a:pPr eaLnBrk="1" hangingPunct="1">
              <a:buFont typeface="Arial" charset="0"/>
              <a:buChar char="•"/>
            </a:pPr>
            <a:r>
              <a:rPr lang="en-US" altLang="en-US" dirty="0"/>
              <a:t>CAC = R68 000</a:t>
            </a:r>
          </a:p>
        </p:txBody>
      </p:sp>
      <p:sp>
        <p:nvSpPr>
          <p:cNvPr id="30725" name="Text Placeholder 9"/>
          <p:cNvSpPr>
            <a:spLocks noGrp="1"/>
          </p:cNvSpPr>
          <p:nvPr>
            <p:ph type="body" sz="quarter" idx="3"/>
          </p:nvPr>
        </p:nvSpPr>
        <p:spPr/>
        <p:txBody>
          <a:bodyPr/>
          <a:lstStyle/>
          <a:p>
            <a:pPr eaLnBrk="1" hangingPunct="1"/>
            <a:r>
              <a:rPr lang="en-US" altLang="en-US"/>
              <a:t>Determine CV</a:t>
            </a:r>
          </a:p>
        </p:txBody>
      </p:sp>
      <p:sp>
        <p:nvSpPr>
          <p:cNvPr id="30726" name="Content Placeholder 6"/>
          <p:cNvSpPr>
            <a:spLocks noGrp="1"/>
          </p:cNvSpPr>
          <p:nvPr>
            <p:ph sz="quarter" idx="4"/>
          </p:nvPr>
        </p:nvSpPr>
        <p:spPr/>
        <p:txBody>
          <a:bodyPr/>
          <a:lstStyle/>
          <a:p>
            <a:pPr eaLnBrk="1" hangingPunct="1">
              <a:buFont typeface="Arial" charset="0"/>
              <a:buChar char="•"/>
            </a:pPr>
            <a:r>
              <a:rPr lang="en-US" altLang="en-US" dirty="0"/>
              <a:t>CV = CEV – CAC </a:t>
            </a:r>
          </a:p>
          <a:p>
            <a:pPr eaLnBrk="1" hangingPunct="1">
              <a:buFontTx/>
              <a:buNone/>
            </a:pPr>
            <a:r>
              <a:rPr lang="en-US" altLang="en-US" dirty="0"/>
              <a:t>	 = R54 000 – R68 000 </a:t>
            </a:r>
          </a:p>
          <a:p>
            <a:pPr eaLnBrk="1" hangingPunct="1">
              <a:buFontTx/>
              <a:buNone/>
            </a:pPr>
            <a:r>
              <a:rPr lang="en-US" altLang="en-US" dirty="0"/>
              <a:t>	=   –R14 000</a:t>
            </a:r>
          </a:p>
          <a:p>
            <a:pPr eaLnBrk="1" hangingPunct="1">
              <a:buFontTx/>
              <a:buNone/>
            </a:pPr>
            <a:endParaRPr lang="en-US" altLang="en-US" dirty="0"/>
          </a:p>
          <a:p>
            <a:pPr eaLnBrk="1" hangingPunct="1">
              <a:buFontTx/>
              <a:buNone/>
            </a:pPr>
            <a:r>
              <a:rPr lang="en-US" altLang="en-US" dirty="0"/>
              <a:t>	The value of the work performed through week 8 is R14 000 less than the amount actually expended.</a:t>
            </a:r>
          </a:p>
          <a:p>
            <a:pPr eaLnBrk="1" hangingPunct="1">
              <a:buFontTx/>
              <a:buBlip>
                <a:blip r:embed="rId3"/>
              </a:buBlip>
            </a:pPr>
            <a:endParaRPr lang="en-US" altLang="en-US" dirty="0"/>
          </a:p>
          <a:p>
            <a:pPr eaLnBrk="1" hangingPunct="1">
              <a:buFontTx/>
              <a:buBlip>
                <a:blip r:embed="rId3"/>
              </a:buBlip>
            </a:pPr>
            <a:endParaRPr lang="en-US" alt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pPr eaLnBrk="1" hangingPunct="1"/>
            <a:r>
              <a:rPr lang="en-US" altLang="en-US" dirty="0" smtClean="0"/>
              <a:t>Schedule </a:t>
            </a:r>
            <a:r>
              <a:rPr lang="en-US" altLang="en-US" dirty="0"/>
              <a:t>performance index</a:t>
            </a:r>
          </a:p>
        </p:txBody>
      </p:sp>
      <p:sp>
        <p:nvSpPr>
          <p:cNvPr id="27651" name="Content Placeholder 3"/>
          <p:cNvSpPr>
            <a:spLocks noGrp="1"/>
          </p:cNvSpPr>
          <p:nvPr>
            <p:ph idx="1"/>
          </p:nvPr>
        </p:nvSpPr>
        <p:spPr>
          <a:xfrm>
            <a:off x="457200" y="1600200"/>
            <a:ext cx="8686800" cy="4525963"/>
          </a:xfrm>
        </p:spPr>
        <p:txBody>
          <a:bodyPr/>
          <a:lstStyle/>
          <a:p>
            <a:pPr eaLnBrk="1" hangingPunct="1"/>
            <a:r>
              <a:rPr lang="en-US" altLang="en-US" dirty="0"/>
              <a:t>Measure of the </a:t>
            </a:r>
            <a:r>
              <a:rPr lang="en-US" altLang="en-US" dirty="0" smtClean="0"/>
              <a:t>schedule </a:t>
            </a:r>
            <a:r>
              <a:rPr lang="en-US" altLang="en-US" dirty="0"/>
              <a:t>efficiency with which the project is being performed</a:t>
            </a:r>
          </a:p>
          <a:p>
            <a:pPr eaLnBrk="1" hangingPunct="1"/>
            <a:endParaRPr lang="en-US" altLang="en-US" dirty="0"/>
          </a:p>
          <a:p>
            <a:pPr eaLnBrk="1" hangingPunct="1"/>
            <a:r>
              <a:rPr lang="en-US" altLang="en-US" dirty="0" smtClean="0"/>
              <a:t>Schedule </a:t>
            </a:r>
            <a:r>
              <a:rPr lang="en-US" altLang="en-US" dirty="0"/>
              <a:t>performance index = </a:t>
            </a:r>
          </a:p>
          <a:p>
            <a:pPr eaLnBrk="1" hangingPunct="1">
              <a:buFont typeface="Calibri" pitchFamily="34" charset="0"/>
              <a:buNone/>
            </a:pPr>
            <a:r>
              <a:rPr lang="en-US" altLang="en-US" dirty="0"/>
              <a:t>		Cumulative earned value/Cumulative </a:t>
            </a:r>
            <a:r>
              <a:rPr lang="en-US" altLang="en-US" dirty="0" smtClean="0"/>
              <a:t>budgeted </a:t>
            </a:r>
            <a:r>
              <a:rPr lang="en-US" altLang="en-US" dirty="0"/>
              <a:t>cost</a:t>
            </a:r>
          </a:p>
          <a:p>
            <a:pPr eaLnBrk="1" hangingPunct="1">
              <a:buFontTx/>
              <a:buNone/>
            </a:pPr>
            <a:endParaRPr lang="en-US" altLang="en-US" dirty="0"/>
          </a:p>
          <a:p>
            <a:pPr eaLnBrk="1" hangingPunct="1">
              <a:buFontTx/>
              <a:buNone/>
            </a:pPr>
            <a:r>
              <a:rPr lang="en-US" altLang="en-US" dirty="0"/>
              <a:t>			</a:t>
            </a:r>
            <a:r>
              <a:rPr lang="en-US" altLang="en-US" dirty="0" err="1" smtClean="0"/>
              <a:t>SPI</a:t>
            </a:r>
            <a:r>
              <a:rPr lang="en-US" altLang="en-US" dirty="0" smtClean="0"/>
              <a:t> </a:t>
            </a:r>
            <a:r>
              <a:rPr lang="en-US" altLang="en-US" dirty="0"/>
              <a:t>= </a:t>
            </a:r>
            <a:r>
              <a:rPr lang="en-US" altLang="en-US" dirty="0" err="1" smtClean="0"/>
              <a:t>CEV</a:t>
            </a:r>
            <a:r>
              <a:rPr lang="en-US" altLang="en-US" dirty="0" smtClean="0"/>
              <a:t>/</a:t>
            </a:r>
            <a:r>
              <a:rPr lang="en-US" altLang="en-US" dirty="0" err="1" smtClean="0"/>
              <a:t>CBC</a:t>
            </a:r>
            <a:endParaRPr lang="en-US" altLang="en-US" dirty="0"/>
          </a:p>
        </p:txBody>
      </p:sp>
    </p:spTree>
    <p:extLst>
      <p:ext uri="{BB962C8B-B14F-4D97-AF65-F5344CB8AC3E}">
        <p14:creationId xmlns:p14="http://schemas.microsoft.com/office/powerpoint/2010/main" val="343203837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n-US" altLang="en-US" dirty="0"/>
              <a:t>Packaging machine project </a:t>
            </a:r>
            <a:br>
              <a:rPr lang="en-US" altLang="en-US" dirty="0"/>
            </a:br>
            <a:r>
              <a:rPr lang="en-US" altLang="en-US" dirty="0"/>
              <a:t>cost performance index</a:t>
            </a:r>
          </a:p>
        </p:txBody>
      </p:sp>
      <p:sp>
        <p:nvSpPr>
          <p:cNvPr id="28675" name="Text Placeholder 7"/>
          <p:cNvSpPr>
            <a:spLocks noGrp="1"/>
          </p:cNvSpPr>
          <p:nvPr>
            <p:ph type="body" idx="1"/>
          </p:nvPr>
        </p:nvSpPr>
        <p:spPr/>
        <p:txBody>
          <a:bodyPr/>
          <a:lstStyle/>
          <a:p>
            <a:pPr eaLnBrk="1" hangingPunct="1"/>
            <a:r>
              <a:rPr lang="en-US" altLang="en-US"/>
              <a:t>End of Week 8</a:t>
            </a:r>
          </a:p>
        </p:txBody>
      </p:sp>
      <p:sp>
        <p:nvSpPr>
          <p:cNvPr id="28676" name="Content Placeholder 5"/>
          <p:cNvSpPr>
            <a:spLocks noGrp="1"/>
          </p:cNvSpPr>
          <p:nvPr>
            <p:ph sz="half" idx="2"/>
          </p:nvPr>
        </p:nvSpPr>
        <p:spPr/>
        <p:txBody>
          <a:bodyPr/>
          <a:lstStyle/>
          <a:p>
            <a:pPr eaLnBrk="1" hangingPunct="1">
              <a:buFont typeface="Arial" charset="0"/>
              <a:buChar char="•"/>
            </a:pPr>
            <a:r>
              <a:rPr lang="en-US" altLang="en-US" dirty="0"/>
              <a:t>R64 000 was budgeted </a:t>
            </a:r>
          </a:p>
          <a:p>
            <a:pPr eaLnBrk="1" hangingPunct="1">
              <a:buFont typeface="Arial" charset="0"/>
              <a:buChar char="•"/>
            </a:pPr>
            <a:r>
              <a:rPr lang="en-US" altLang="en-US" dirty="0"/>
              <a:t>R68 000 was actually expended</a:t>
            </a:r>
          </a:p>
          <a:p>
            <a:pPr eaLnBrk="1" hangingPunct="1">
              <a:buFont typeface="Arial" charset="0"/>
              <a:buChar char="•"/>
            </a:pPr>
            <a:r>
              <a:rPr lang="en-US" altLang="en-US" dirty="0"/>
              <a:t>R54 000 was the earned value of work actually performed</a:t>
            </a:r>
          </a:p>
          <a:p>
            <a:pPr eaLnBrk="1" hangingPunct="1">
              <a:buFont typeface="Arial" charset="0"/>
              <a:buChar char="•"/>
            </a:pPr>
            <a:endParaRPr lang="en-US" altLang="en-US" dirty="0"/>
          </a:p>
          <a:p>
            <a:pPr eaLnBrk="1" hangingPunct="1">
              <a:buFont typeface="Arial" charset="0"/>
              <a:buChar char="•"/>
            </a:pPr>
            <a:r>
              <a:rPr lang="en-US" altLang="en-US" dirty="0"/>
              <a:t>CEV = R54 000</a:t>
            </a:r>
          </a:p>
          <a:p>
            <a:pPr eaLnBrk="1" hangingPunct="1">
              <a:buFont typeface="Arial" charset="0"/>
              <a:buChar char="•"/>
            </a:pPr>
            <a:r>
              <a:rPr lang="en-US" altLang="en-US" dirty="0" err="1" smtClean="0"/>
              <a:t>CBC</a:t>
            </a:r>
            <a:r>
              <a:rPr lang="en-US" altLang="en-US" dirty="0" smtClean="0"/>
              <a:t> </a:t>
            </a:r>
            <a:r>
              <a:rPr lang="en-US" altLang="en-US" dirty="0"/>
              <a:t>= </a:t>
            </a:r>
            <a:r>
              <a:rPr lang="en-US" altLang="en-US" dirty="0" smtClean="0"/>
              <a:t>R64 </a:t>
            </a:r>
            <a:r>
              <a:rPr lang="en-US" altLang="en-US" dirty="0"/>
              <a:t>000</a:t>
            </a:r>
          </a:p>
        </p:txBody>
      </p:sp>
      <p:sp>
        <p:nvSpPr>
          <p:cNvPr id="28677" name="Text Placeholder 9"/>
          <p:cNvSpPr>
            <a:spLocks noGrp="1"/>
          </p:cNvSpPr>
          <p:nvPr>
            <p:ph type="body" sz="quarter" idx="3"/>
          </p:nvPr>
        </p:nvSpPr>
        <p:spPr/>
        <p:txBody>
          <a:bodyPr/>
          <a:lstStyle/>
          <a:p>
            <a:pPr eaLnBrk="1" hangingPunct="1"/>
            <a:r>
              <a:rPr lang="en-US" altLang="en-US"/>
              <a:t>Determine CPI</a:t>
            </a:r>
          </a:p>
        </p:txBody>
      </p:sp>
      <p:sp>
        <p:nvSpPr>
          <p:cNvPr id="28678" name="Content Placeholder 6"/>
          <p:cNvSpPr>
            <a:spLocks noGrp="1"/>
          </p:cNvSpPr>
          <p:nvPr>
            <p:ph sz="quarter" idx="4"/>
          </p:nvPr>
        </p:nvSpPr>
        <p:spPr/>
        <p:txBody>
          <a:bodyPr/>
          <a:lstStyle/>
          <a:p>
            <a:pPr eaLnBrk="1" hangingPunct="1">
              <a:buFont typeface="Arial" charset="0"/>
              <a:buChar char="•"/>
            </a:pPr>
            <a:r>
              <a:rPr lang="en-US" altLang="en-US" dirty="0" err="1" smtClean="0"/>
              <a:t>SPI</a:t>
            </a:r>
            <a:r>
              <a:rPr lang="en-US" altLang="en-US" dirty="0" smtClean="0"/>
              <a:t> </a:t>
            </a:r>
            <a:r>
              <a:rPr lang="en-US" altLang="en-US" dirty="0"/>
              <a:t>= </a:t>
            </a:r>
            <a:r>
              <a:rPr lang="en-US" altLang="en-US" dirty="0" err="1" smtClean="0"/>
              <a:t>CEV</a:t>
            </a:r>
            <a:r>
              <a:rPr lang="en-US" altLang="en-US" dirty="0" smtClean="0"/>
              <a:t>/</a:t>
            </a:r>
            <a:r>
              <a:rPr lang="en-US" altLang="en-US" dirty="0" err="1" smtClean="0"/>
              <a:t>CBC</a:t>
            </a:r>
            <a:endParaRPr lang="en-US" altLang="en-US" dirty="0"/>
          </a:p>
          <a:p>
            <a:pPr eaLnBrk="1" hangingPunct="1">
              <a:buFontTx/>
              <a:buNone/>
            </a:pPr>
            <a:r>
              <a:rPr lang="en-US" altLang="en-US" dirty="0"/>
              <a:t>	 = R54 </a:t>
            </a:r>
            <a:r>
              <a:rPr lang="en-US" altLang="en-US" dirty="0" smtClean="0"/>
              <a:t>000/R64 </a:t>
            </a:r>
            <a:r>
              <a:rPr lang="en-US" altLang="en-US" dirty="0"/>
              <a:t>000 </a:t>
            </a:r>
          </a:p>
          <a:p>
            <a:pPr eaLnBrk="1" hangingPunct="1">
              <a:buFontTx/>
              <a:buNone/>
            </a:pPr>
            <a:r>
              <a:rPr lang="en-US" altLang="en-US" dirty="0"/>
              <a:t>	= </a:t>
            </a:r>
            <a:r>
              <a:rPr lang="en-US" altLang="en-US" dirty="0" smtClean="0"/>
              <a:t>0.84</a:t>
            </a:r>
            <a:endParaRPr lang="en-US" altLang="en-US" dirty="0"/>
          </a:p>
          <a:p>
            <a:pPr eaLnBrk="1" hangingPunct="1">
              <a:buFontTx/>
              <a:buNone/>
            </a:pPr>
            <a:endParaRPr lang="en-US" altLang="en-US" dirty="0"/>
          </a:p>
          <a:p>
            <a:pPr eaLnBrk="1" hangingPunct="1">
              <a:buFontTx/>
              <a:buNone/>
            </a:pPr>
            <a:r>
              <a:rPr lang="en-US" altLang="en-US" dirty="0"/>
              <a:t>	For every R1.00 </a:t>
            </a:r>
            <a:r>
              <a:rPr lang="en-US" altLang="en-US" dirty="0" smtClean="0"/>
              <a:t>that should have been completed, </a:t>
            </a:r>
            <a:r>
              <a:rPr lang="en-US" altLang="en-US" dirty="0"/>
              <a:t>only </a:t>
            </a:r>
            <a:r>
              <a:rPr lang="en-US" altLang="en-US" dirty="0" smtClean="0"/>
              <a:t>R0.84 </a:t>
            </a:r>
            <a:r>
              <a:rPr lang="en-US" altLang="en-US" dirty="0"/>
              <a:t>of earned value was </a:t>
            </a:r>
            <a:r>
              <a:rPr lang="en-US" altLang="en-US" dirty="0" smtClean="0"/>
              <a:t>completed.</a:t>
            </a:r>
            <a:endParaRPr lang="en-US" altLang="en-US" dirty="0"/>
          </a:p>
          <a:p>
            <a:pPr eaLnBrk="1" hangingPunct="1">
              <a:buFontTx/>
              <a:buBlip>
                <a:blip r:embed="rId3"/>
              </a:buBlip>
            </a:pPr>
            <a:endParaRPr lang="en-US" altLang="en-US" dirty="0"/>
          </a:p>
          <a:p>
            <a:pPr eaLnBrk="1" hangingPunct="1">
              <a:buFontTx/>
              <a:buBlip>
                <a:blip r:embed="rId3"/>
              </a:buBlip>
            </a:pPr>
            <a:endParaRPr lang="en-US" altLang="en-US" dirty="0"/>
          </a:p>
        </p:txBody>
      </p:sp>
    </p:spTree>
    <p:extLst>
      <p:ext uri="{BB962C8B-B14F-4D97-AF65-F5344CB8AC3E}">
        <p14:creationId xmlns:p14="http://schemas.microsoft.com/office/powerpoint/2010/main" val="38810301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altLang="en-US" dirty="0" smtClean="0"/>
              <a:t>Schedule </a:t>
            </a:r>
            <a:r>
              <a:rPr lang="en-US" altLang="en-US" dirty="0"/>
              <a:t>variance</a:t>
            </a:r>
          </a:p>
        </p:txBody>
      </p:sp>
      <p:sp>
        <p:nvSpPr>
          <p:cNvPr id="29699" name="Content Placeholder 3"/>
          <p:cNvSpPr>
            <a:spLocks noGrp="1"/>
          </p:cNvSpPr>
          <p:nvPr>
            <p:ph idx="1"/>
          </p:nvPr>
        </p:nvSpPr>
        <p:spPr>
          <a:xfrm>
            <a:off x="457200" y="1600200"/>
            <a:ext cx="8229600" cy="4800600"/>
          </a:xfrm>
        </p:spPr>
        <p:txBody>
          <a:bodyPr/>
          <a:lstStyle/>
          <a:p>
            <a:pPr eaLnBrk="1" hangingPunct="1"/>
            <a:r>
              <a:rPr lang="en-US" altLang="en-US" dirty="0"/>
              <a:t>Indicator of </a:t>
            </a:r>
            <a:r>
              <a:rPr lang="en-US" altLang="en-US" dirty="0" smtClean="0"/>
              <a:t>schedule </a:t>
            </a:r>
            <a:r>
              <a:rPr lang="en-US" altLang="en-US" dirty="0"/>
              <a:t>performance</a:t>
            </a:r>
          </a:p>
          <a:p>
            <a:pPr eaLnBrk="1" hangingPunct="1"/>
            <a:r>
              <a:rPr lang="en-US" altLang="en-US" dirty="0"/>
              <a:t>Difference between the cumulative earned value of the work performed and the cumulative </a:t>
            </a:r>
            <a:r>
              <a:rPr lang="en-US" altLang="en-US" dirty="0" smtClean="0"/>
              <a:t>budgeted </a:t>
            </a:r>
            <a:r>
              <a:rPr lang="en-US" altLang="en-US" dirty="0"/>
              <a:t>cost</a:t>
            </a:r>
          </a:p>
          <a:p>
            <a:pPr eaLnBrk="1" hangingPunct="1"/>
            <a:endParaRPr lang="en-US" altLang="en-US" dirty="0"/>
          </a:p>
          <a:p>
            <a:pPr eaLnBrk="1" hangingPunct="1"/>
            <a:r>
              <a:rPr lang="en-US" altLang="en-US" dirty="0" smtClean="0"/>
              <a:t>Schedule </a:t>
            </a:r>
            <a:r>
              <a:rPr lang="en-US" altLang="en-US" dirty="0"/>
              <a:t>variance = </a:t>
            </a:r>
          </a:p>
          <a:p>
            <a:pPr eaLnBrk="1" hangingPunct="1">
              <a:buFontTx/>
              <a:buNone/>
            </a:pPr>
            <a:r>
              <a:rPr lang="en-US" altLang="en-US" dirty="0"/>
              <a:t>	Cumulative earned value – Cumulative </a:t>
            </a:r>
            <a:r>
              <a:rPr lang="en-US" altLang="en-US" dirty="0" smtClean="0"/>
              <a:t>budgeted </a:t>
            </a:r>
            <a:r>
              <a:rPr lang="en-US" altLang="en-US" dirty="0"/>
              <a:t>cost</a:t>
            </a:r>
          </a:p>
          <a:p>
            <a:pPr eaLnBrk="1" hangingPunct="1">
              <a:buFontTx/>
              <a:buNone/>
            </a:pPr>
            <a:r>
              <a:rPr lang="en-US" altLang="en-US" dirty="0"/>
              <a:t>			</a:t>
            </a:r>
          </a:p>
          <a:p>
            <a:pPr eaLnBrk="1" hangingPunct="1">
              <a:buFontTx/>
              <a:buNone/>
            </a:pPr>
            <a:r>
              <a:rPr lang="en-US" altLang="en-US" dirty="0"/>
              <a:t>				 </a:t>
            </a:r>
            <a:r>
              <a:rPr lang="en-US" altLang="en-US" dirty="0" err="1" smtClean="0"/>
              <a:t>SV</a:t>
            </a:r>
            <a:r>
              <a:rPr lang="en-US" altLang="en-US" dirty="0" smtClean="0"/>
              <a:t> </a:t>
            </a:r>
            <a:r>
              <a:rPr lang="en-US" altLang="en-US" dirty="0"/>
              <a:t>= </a:t>
            </a:r>
            <a:r>
              <a:rPr lang="en-US" altLang="en-US" dirty="0" err="1"/>
              <a:t>CEV</a:t>
            </a:r>
            <a:r>
              <a:rPr lang="en-US" altLang="en-US" dirty="0"/>
              <a:t> – </a:t>
            </a:r>
            <a:r>
              <a:rPr lang="en-US" altLang="en-US" dirty="0" err="1" smtClean="0"/>
              <a:t>CBC</a:t>
            </a:r>
            <a:endParaRPr lang="en-US" altLang="en-US" dirty="0"/>
          </a:p>
        </p:txBody>
      </p:sp>
    </p:spTree>
    <p:extLst>
      <p:ext uri="{BB962C8B-B14F-4D97-AF65-F5344CB8AC3E}">
        <p14:creationId xmlns:p14="http://schemas.microsoft.com/office/powerpoint/2010/main" val="324484138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altLang="en-US" dirty="0"/>
              <a:t>Packaging machine project </a:t>
            </a:r>
            <a:br>
              <a:rPr lang="en-US" altLang="en-US" dirty="0"/>
            </a:br>
            <a:r>
              <a:rPr lang="en-US" altLang="en-US" dirty="0"/>
              <a:t>cost variance</a:t>
            </a:r>
          </a:p>
        </p:txBody>
      </p:sp>
      <p:sp>
        <p:nvSpPr>
          <p:cNvPr id="30723" name="Text Placeholder 7"/>
          <p:cNvSpPr>
            <a:spLocks noGrp="1"/>
          </p:cNvSpPr>
          <p:nvPr>
            <p:ph type="body" idx="1"/>
          </p:nvPr>
        </p:nvSpPr>
        <p:spPr/>
        <p:txBody>
          <a:bodyPr/>
          <a:lstStyle/>
          <a:p>
            <a:pPr eaLnBrk="1" hangingPunct="1"/>
            <a:r>
              <a:rPr lang="en-US" altLang="en-US"/>
              <a:t>End of Week 8</a:t>
            </a:r>
          </a:p>
        </p:txBody>
      </p:sp>
      <p:sp>
        <p:nvSpPr>
          <p:cNvPr id="30724" name="Content Placeholder 5"/>
          <p:cNvSpPr>
            <a:spLocks noGrp="1"/>
          </p:cNvSpPr>
          <p:nvPr>
            <p:ph sz="half" idx="2"/>
          </p:nvPr>
        </p:nvSpPr>
        <p:spPr/>
        <p:txBody>
          <a:bodyPr/>
          <a:lstStyle/>
          <a:p>
            <a:pPr eaLnBrk="1" hangingPunct="1">
              <a:buFont typeface="Arial" charset="0"/>
              <a:buChar char="•"/>
            </a:pPr>
            <a:r>
              <a:rPr lang="en-US" altLang="en-US" dirty="0"/>
              <a:t>R64 000 was budgeted </a:t>
            </a:r>
          </a:p>
          <a:p>
            <a:pPr eaLnBrk="1" hangingPunct="1">
              <a:buFont typeface="Arial" charset="0"/>
              <a:buChar char="•"/>
            </a:pPr>
            <a:r>
              <a:rPr lang="en-US" altLang="en-US" dirty="0"/>
              <a:t>R68 000 was actually expended</a:t>
            </a:r>
          </a:p>
          <a:p>
            <a:pPr eaLnBrk="1" hangingPunct="1">
              <a:buFont typeface="Arial" charset="0"/>
              <a:buChar char="•"/>
            </a:pPr>
            <a:r>
              <a:rPr lang="en-US" altLang="en-US" dirty="0"/>
              <a:t>R54 000 was the earned value of work actually performed</a:t>
            </a:r>
          </a:p>
          <a:p>
            <a:pPr eaLnBrk="1" hangingPunct="1">
              <a:buFont typeface="Arial" charset="0"/>
              <a:buChar char="•"/>
            </a:pPr>
            <a:endParaRPr lang="en-US" altLang="en-US" dirty="0"/>
          </a:p>
          <a:p>
            <a:pPr eaLnBrk="1" hangingPunct="1">
              <a:buFont typeface="Arial" charset="0"/>
              <a:buChar char="•"/>
            </a:pPr>
            <a:r>
              <a:rPr lang="en-US" altLang="en-US" dirty="0"/>
              <a:t>CEV = R54 000</a:t>
            </a:r>
          </a:p>
          <a:p>
            <a:pPr eaLnBrk="1" hangingPunct="1">
              <a:buFont typeface="Arial" charset="0"/>
              <a:buChar char="•"/>
            </a:pPr>
            <a:r>
              <a:rPr lang="en-US" altLang="en-US" dirty="0" err="1" smtClean="0"/>
              <a:t>CBC</a:t>
            </a:r>
            <a:r>
              <a:rPr lang="en-US" altLang="en-US" dirty="0" smtClean="0"/>
              <a:t> </a:t>
            </a:r>
            <a:r>
              <a:rPr lang="en-US" altLang="en-US" dirty="0"/>
              <a:t>= </a:t>
            </a:r>
            <a:r>
              <a:rPr lang="en-US" altLang="en-US" dirty="0" smtClean="0"/>
              <a:t>R64 </a:t>
            </a:r>
            <a:r>
              <a:rPr lang="en-US" altLang="en-US" dirty="0"/>
              <a:t>000</a:t>
            </a:r>
          </a:p>
        </p:txBody>
      </p:sp>
      <p:sp>
        <p:nvSpPr>
          <p:cNvPr id="30725" name="Text Placeholder 9"/>
          <p:cNvSpPr>
            <a:spLocks noGrp="1"/>
          </p:cNvSpPr>
          <p:nvPr>
            <p:ph type="body" sz="quarter" idx="3"/>
          </p:nvPr>
        </p:nvSpPr>
        <p:spPr/>
        <p:txBody>
          <a:bodyPr/>
          <a:lstStyle/>
          <a:p>
            <a:pPr eaLnBrk="1" hangingPunct="1"/>
            <a:r>
              <a:rPr lang="en-US" altLang="en-US"/>
              <a:t>Determine CV</a:t>
            </a:r>
          </a:p>
        </p:txBody>
      </p:sp>
      <p:sp>
        <p:nvSpPr>
          <p:cNvPr id="30726" name="Content Placeholder 6"/>
          <p:cNvSpPr>
            <a:spLocks noGrp="1"/>
          </p:cNvSpPr>
          <p:nvPr>
            <p:ph sz="quarter" idx="4"/>
          </p:nvPr>
        </p:nvSpPr>
        <p:spPr/>
        <p:txBody>
          <a:bodyPr/>
          <a:lstStyle/>
          <a:p>
            <a:pPr eaLnBrk="1" hangingPunct="1">
              <a:buFont typeface="Arial" charset="0"/>
              <a:buChar char="•"/>
            </a:pPr>
            <a:r>
              <a:rPr lang="en-US" altLang="en-US" dirty="0"/>
              <a:t>CV = CEV – </a:t>
            </a:r>
            <a:r>
              <a:rPr lang="en-US" altLang="en-US" dirty="0" err="1" smtClean="0"/>
              <a:t>CBC</a:t>
            </a:r>
            <a:r>
              <a:rPr lang="en-US" altLang="en-US" dirty="0" smtClean="0"/>
              <a:t> </a:t>
            </a:r>
            <a:endParaRPr lang="en-US" altLang="en-US" dirty="0"/>
          </a:p>
          <a:p>
            <a:pPr eaLnBrk="1" hangingPunct="1">
              <a:buFontTx/>
              <a:buNone/>
            </a:pPr>
            <a:r>
              <a:rPr lang="en-US" altLang="en-US" dirty="0"/>
              <a:t>	 = R54 000 – </a:t>
            </a:r>
            <a:r>
              <a:rPr lang="en-US" altLang="en-US" dirty="0" smtClean="0"/>
              <a:t>R64 </a:t>
            </a:r>
            <a:r>
              <a:rPr lang="en-US" altLang="en-US" dirty="0"/>
              <a:t>000 </a:t>
            </a:r>
          </a:p>
          <a:p>
            <a:pPr eaLnBrk="1" hangingPunct="1">
              <a:buFontTx/>
              <a:buNone/>
            </a:pPr>
            <a:r>
              <a:rPr lang="en-US" altLang="en-US" dirty="0"/>
              <a:t>	=   –</a:t>
            </a:r>
            <a:r>
              <a:rPr lang="en-US" altLang="en-US" dirty="0" smtClean="0"/>
              <a:t>R10 </a:t>
            </a:r>
            <a:r>
              <a:rPr lang="en-US" altLang="en-US" dirty="0"/>
              <a:t>000</a:t>
            </a:r>
          </a:p>
          <a:p>
            <a:pPr eaLnBrk="1" hangingPunct="1">
              <a:buFontTx/>
              <a:buNone/>
            </a:pPr>
            <a:endParaRPr lang="en-US" altLang="en-US" dirty="0"/>
          </a:p>
          <a:p>
            <a:pPr eaLnBrk="1" hangingPunct="1">
              <a:buFontTx/>
              <a:buNone/>
            </a:pPr>
            <a:r>
              <a:rPr lang="en-US" altLang="en-US" dirty="0"/>
              <a:t>	The value of the work performed through week 8 is </a:t>
            </a:r>
            <a:r>
              <a:rPr lang="en-US" altLang="en-US" dirty="0" smtClean="0"/>
              <a:t>R10 </a:t>
            </a:r>
            <a:r>
              <a:rPr lang="en-US" altLang="en-US" dirty="0"/>
              <a:t>000 less than the amount actually </a:t>
            </a:r>
            <a:r>
              <a:rPr lang="en-US" altLang="en-US" dirty="0" smtClean="0"/>
              <a:t>budgeted.</a:t>
            </a:r>
            <a:endParaRPr lang="en-US" altLang="en-US" dirty="0"/>
          </a:p>
          <a:p>
            <a:pPr eaLnBrk="1" hangingPunct="1">
              <a:buFontTx/>
              <a:buBlip>
                <a:blip r:embed="rId3"/>
              </a:buBlip>
            </a:pPr>
            <a:endParaRPr lang="en-US" altLang="en-US" dirty="0"/>
          </a:p>
          <a:p>
            <a:pPr eaLnBrk="1" hangingPunct="1">
              <a:buFontTx/>
              <a:buBlip>
                <a:blip r:embed="rId3"/>
              </a:buBlip>
            </a:pPr>
            <a:endParaRPr lang="en-US" altLang="en-US" dirty="0"/>
          </a:p>
        </p:txBody>
      </p:sp>
    </p:spTree>
    <p:extLst>
      <p:ext uri="{BB962C8B-B14F-4D97-AF65-F5344CB8AC3E}">
        <p14:creationId xmlns:p14="http://schemas.microsoft.com/office/powerpoint/2010/main" val="209467434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pPr eaLnBrk="1" hangingPunct="1"/>
            <a:r>
              <a:rPr lang="en-US" altLang="en-US" dirty="0"/>
              <a:t>Estimate Cost at Completion</a:t>
            </a:r>
          </a:p>
        </p:txBody>
      </p:sp>
      <p:sp>
        <p:nvSpPr>
          <p:cNvPr id="31747" name="Content Placeholder 3"/>
          <p:cNvSpPr>
            <a:spLocks noGrp="1"/>
          </p:cNvSpPr>
          <p:nvPr>
            <p:ph idx="1"/>
          </p:nvPr>
        </p:nvSpPr>
        <p:spPr>
          <a:xfrm>
            <a:off x="457200" y="1600200"/>
            <a:ext cx="8382000" cy="4525963"/>
          </a:xfrm>
        </p:spPr>
        <p:txBody>
          <a:bodyPr/>
          <a:lstStyle/>
          <a:p>
            <a:pPr eaLnBrk="1" hangingPunct="1"/>
            <a:r>
              <a:rPr lang="en-US" altLang="en-US" dirty="0"/>
              <a:t>Forecast what the total costs will be at the completion of the project or work package</a:t>
            </a:r>
          </a:p>
          <a:p>
            <a:pPr eaLnBrk="1" hangingPunct="1"/>
            <a:r>
              <a:rPr lang="en-US" altLang="en-US" dirty="0"/>
              <a:t>3 different methods</a:t>
            </a:r>
          </a:p>
          <a:p>
            <a:pPr lvl="1" eaLnBrk="1" hangingPunct="1"/>
            <a:r>
              <a:rPr lang="en-US" altLang="en-US" dirty="0"/>
              <a:t>FCAC = TBC/CPI</a:t>
            </a:r>
          </a:p>
          <a:p>
            <a:pPr lvl="1" eaLnBrk="1" hangingPunct="1"/>
            <a:r>
              <a:rPr lang="en-US" altLang="en-US" dirty="0"/>
              <a:t>FCAC = CAC + (TBC – CEV)</a:t>
            </a:r>
          </a:p>
          <a:p>
            <a:pPr lvl="1" eaLnBrk="1" hangingPunct="1"/>
            <a:r>
              <a:rPr lang="en-US" altLang="en-US" dirty="0"/>
              <a:t>FCAC = CAC + Re-estimate of remaining work</a:t>
            </a:r>
          </a:p>
          <a:p>
            <a:pPr eaLnBrk="1" hangingPunct="1"/>
            <a:r>
              <a:rPr lang="en-US" altLang="en-US" dirty="0"/>
              <a:t>Another method</a:t>
            </a:r>
          </a:p>
          <a:p>
            <a:pPr lvl="1" eaLnBrk="1" hangingPunct="1"/>
            <a:r>
              <a:rPr lang="en-US" altLang="en-US" dirty="0"/>
              <a:t>TCPI  = (TBC – CEV)/(TBC – CAC)</a:t>
            </a:r>
          </a:p>
          <a:p>
            <a:pPr lvl="1" eaLnBrk="1" hangingPunct="1"/>
            <a:endParaRPr lang="en-US" altLang="en-US" dirty="0"/>
          </a:p>
          <a:p>
            <a:pPr eaLnBrk="1" hangingPunct="1">
              <a:buFontTx/>
              <a:buBlip>
                <a:blip r:embed="rId3"/>
              </a:buBlip>
            </a:pPr>
            <a:endParaRPr lang="en-US"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altLang="en-US" dirty="0"/>
              <a:t>Packaging machine project </a:t>
            </a:r>
            <a:br>
              <a:rPr lang="en-US" altLang="en-US" dirty="0"/>
            </a:br>
            <a:r>
              <a:rPr lang="en-US" altLang="en-US" dirty="0"/>
              <a:t>estimate cost at completion</a:t>
            </a:r>
          </a:p>
        </p:txBody>
      </p:sp>
      <p:sp>
        <p:nvSpPr>
          <p:cNvPr id="32771" name="Text Placeholder 7"/>
          <p:cNvSpPr>
            <a:spLocks noGrp="1"/>
          </p:cNvSpPr>
          <p:nvPr>
            <p:ph type="body" idx="1"/>
          </p:nvPr>
        </p:nvSpPr>
        <p:spPr/>
        <p:txBody>
          <a:bodyPr/>
          <a:lstStyle/>
          <a:p>
            <a:pPr eaLnBrk="1" hangingPunct="1"/>
            <a:r>
              <a:rPr lang="en-US" altLang="en-US"/>
              <a:t>End of Week 8</a:t>
            </a:r>
          </a:p>
        </p:txBody>
      </p:sp>
      <p:sp>
        <p:nvSpPr>
          <p:cNvPr id="32772" name="Content Placeholder 5"/>
          <p:cNvSpPr>
            <a:spLocks noGrp="1"/>
          </p:cNvSpPr>
          <p:nvPr>
            <p:ph sz="half" idx="2"/>
          </p:nvPr>
        </p:nvSpPr>
        <p:spPr>
          <a:xfrm>
            <a:off x="457200" y="2174875"/>
            <a:ext cx="3886200" cy="3951288"/>
          </a:xfrm>
        </p:spPr>
        <p:txBody>
          <a:bodyPr/>
          <a:lstStyle/>
          <a:p>
            <a:pPr eaLnBrk="1" hangingPunct="1">
              <a:buFont typeface="Arial" charset="0"/>
              <a:buChar char="•"/>
            </a:pPr>
            <a:r>
              <a:rPr lang="en-US" altLang="en-US" sz="2000" dirty="0"/>
              <a:t>R64 000 was budgeted </a:t>
            </a:r>
          </a:p>
          <a:p>
            <a:pPr eaLnBrk="1" hangingPunct="1">
              <a:buFont typeface="Arial" charset="0"/>
              <a:buChar char="•"/>
            </a:pPr>
            <a:r>
              <a:rPr lang="en-US" altLang="en-US" sz="2000" dirty="0"/>
              <a:t>R68 000 was actually expended</a:t>
            </a:r>
          </a:p>
          <a:p>
            <a:pPr eaLnBrk="1" hangingPunct="1">
              <a:buFont typeface="Arial" charset="0"/>
              <a:buChar char="•"/>
            </a:pPr>
            <a:r>
              <a:rPr lang="en-US" altLang="en-US" sz="2000" dirty="0"/>
              <a:t>R54 000 was the earned value of work actually performed</a:t>
            </a:r>
          </a:p>
          <a:p>
            <a:pPr eaLnBrk="1" hangingPunct="1">
              <a:buFont typeface="Arial" charset="0"/>
              <a:buChar char="•"/>
            </a:pPr>
            <a:endParaRPr lang="en-US" altLang="en-US" sz="2000" dirty="0"/>
          </a:p>
          <a:p>
            <a:pPr eaLnBrk="1" hangingPunct="1">
              <a:buFont typeface="Arial" charset="0"/>
              <a:buChar char="•"/>
            </a:pPr>
            <a:endParaRPr lang="en-US" altLang="en-US" sz="2000" dirty="0"/>
          </a:p>
          <a:p>
            <a:pPr eaLnBrk="1" hangingPunct="1">
              <a:buFont typeface="Arial" charset="0"/>
              <a:buChar char="•"/>
            </a:pPr>
            <a:r>
              <a:rPr lang="en-US" altLang="en-US" sz="2000" dirty="0"/>
              <a:t>CEV = R54 000</a:t>
            </a:r>
          </a:p>
          <a:p>
            <a:pPr eaLnBrk="1" hangingPunct="1">
              <a:buFont typeface="Arial" charset="0"/>
              <a:buChar char="•"/>
            </a:pPr>
            <a:r>
              <a:rPr lang="en-US" altLang="en-US" sz="2000" dirty="0"/>
              <a:t>CAC = R68 000</a:t>
            </a:r>
          </a:p>
          <a:p>
            <a:pPr eaLnBrk="1" hangingPunct="1">
              <a:buFont typeface="Arial" charset="0"/>
              <a:buChar char="•"/>
            </a:pPr>
            <a:r>
              <a:rPr lang="en-US" altLang="en-US" sz="2000" dirty="0"/>
              <a:t>CPI = 0.79</a:t>
            </a:r>
          </a:p>
          <a:p>
            <a:pPr eaLnBrk="1" hangingPunct="1">
              <a:buFont typeface="Arial" charset="0"/>
              <a:buChar char="•"/>
            </a:pPr>
            <a:r>
              <a:rPr lang="en-US" altLang="en-US" sz="2000" dirty="0"/>
              <a:t>TBC = R100 000</a:t>
            </a:r>
          </a:p>
        </p:txBody>
      </p:sp>
      <p:sp>
        <p:nvSpPr>
          <p:cNvPr id="32773" name="Text Placeholder 9"/>
          <p:cNvSpPr>
            <a:spLocks noGrp="1"/>
          </p:cNvSpPr>
          <p:nvPr>
            <p:ph type="body" sz="quarter" idx="3"/>
          </p:nvPr>
        </p:nvSpPr>
        <p:spPr/>
        <p:txBody>
          <a:bodyPr/>
          <a:lstStyle/>
          <a:p>
            <a:pPr eaLnBrk="1" hangingPunct="1"/>
            <a:r>
              <a:rPr lang="en-US" altLang="en-US"/>
              <a:t>Determine FCAC</a:t>
            </a:r>
          </a:p>
        </p:txBody>
      </p:sp>
      <p:sp>
        <p:nvSpPr>
          <p:cNvPr id="32774" name="Content Placeholder 6"/>
          <p:cNvSpPr>
            <a:spLocks noGrp="1"/>
          </p:cNvSpPr>
          <p:nvPr>
            <p:ph sz="quarter" idx="4"/>
          </p:nvPr>
        </p:nvSpPr>
        <p:spPr>
          <a:xfrm>
            <a:off x="4645025" y="2174875"/>
            <a:ext cx="4498975" cy="3951288"/>
          </a:xfrm>
        </p:spPr>
        <p:txBody>
          <a:bodyPr/>
          <a:lstStyle/>
          <a:p>
            <a:pPr eaLnBrk="1" hangingPunct="1">
              <a:buFont typeface="Arial" charset="0"/>
              <a:buChar char="•"/>
            </a:pPr>
            <a:r>
              <a:rPr lang="en-US" altLang="en-US" sz="2000" dirty="0"/>
              <a:t>FCAC = TBC / CPI</a:t>
            </a:r>
          </a:p>
          <a:p>
            <a:pPr lvl="1" eaLnBrk="1" hangingPunct="1">
              <a:buFont typeface="Wingdings" pitchFamily="2" charset="2"/>
              <a:buNone/>
            </a:pPr>
            <a:r>
              <a:rPr lang="en-US" altLang="en-US" dirty="0"/>
              <a:t>= R100 000/0.79 = R126 582</a:t>
            </a:r>
          </a:p>
          <a:p>
            <a:pPr eaLnBrk="1" hangingPunct="1">
              <a:buFontTx/>
              <a:buBlip>
                <a:blip r:embed="rId3"/>
              </a:buBlip>
            </a:pPr>
            <a:endParaRPr lang="en-US" altLang="en-US" sz="2000" dirty="0"/>
          </a:p>
          <a:p>
            <a:pPr eaLnBrk="1" hangingPunct="1">
              <a:buFont typeface="Arial" charset="0"/>
              <a:buChar char="•"/>
            </a:pPr>
            <a:r>
              <a:rPr lang="en-US" altLang="en-US" sz="2000" dirty="0"/>
              <a:t>FCAC = CAC + (TBC – CEV)</a:t>
            </a:r>
          </a:p>
          <a:p>
            <a:pPr lvl="1" eaLnBrk="1" hangingPunct="1">
              <a:buFont typeface="Wingdings" pitchFamily="2" charset="2"/>
              <a:buNone/>
            </a:pPr>
            <a:r>
              <a:rPr lang="en-US" altLang="en-US" dirty="0"/>
              <a:t>= R68 000 + (R100 000 – R54 000)</a:t>
            </a:r>
          </a:p>
          <a:p>
            <a:pPr lvl="1" eaLnBrk="1" hangingPunct="1">
              <a:buFont typeface="Wingdings" pitchFamily="2" charset="2"/>
              <a:buNone/>
            </a:pPr>
            <a:r>
              <a:rPr lang="en-US" altLang="en-US" dirty="0"/>
              <a:t>= R68 000 + R46 000</a:t>
            </a:r>
          </a:p>
          <a:p>
            <a:pPr lvl="1" eaLnBrk="1" hangingPunct="1">
              <a:buFont typeface="Wingdings" pitchFamily="2" charset="2"/>
              <a:buNone/>
            </a:pPr>
            <a:r>
              <a:rPr lang="en-US" altLang="en-US" dirty="0"/>
              <a:t>= R114 000</a:t>
            </a:r>
          </a:p>
          <a:p>
            <a:pPr eaLnBrk="1" hangingPunct="1">
              <a:buFontTx/>
              <a:buBlip>
                <a:blip r:embed="rId3"/>
              </a:buBlip>
            </a:pPr>
            <a:endParaRPr lang="en-US" altLang="en-US" sz="2000" dirty="0"/>
          </a:p>
          <a:p>
            <a:pPr eaLnBrk="1" hangingPunct="1">
              <a:buFont typeface="Arial" charset="0"/>
              <a:buChar char="•"/>
            </a:pPr>
            <a:r>
              <a:rPr lang="en-US" altLang="en-US" sz="2000" dirty="0"/>
              <a:t>TCPI  = (TBC – CEV)/(TBC – CAC)</a:t>
            </a:r>
          </a:p>
          <a:p>
            <a:pPr eaLnBrk="1" hangingPunct="1">
              <a:buFontTx/>
              <a:buNone/>
            </a:pPr>
            <a:r>
              <a:rPr lang="en-US" altLang="en-US" sz="1800" dirty="0"/>
              <a:t>= (R100 000 − R54 000)/(R100 000 − R68 000)</a:t>
            </a:r>
          </a:p>
          <a:p>
            <a:pPr lvl="1" eaLnBrk="1" hangingPunct="1">
              <a:buFont typeface="Wingdings" pitchFamily="2" charset="2"/>
              <a:buNone/>
            </a:pPr>
            <a:r>
              <a:rPr lang="en-US" altLang="en-US" sz="1800" dirty="0"/>
              <a:t>= R46 000/R32 000</a:t>
            </a:r>
          </a:p>
          <a:p>
            <a:pPr lvl="1" eaLnBrk="1" hangingPunct="1">
              <a:buFont typeface="Wingdings" pitchFamily="2" charset="2"/>
              <a:buNone/>
            </a:pPr>
            <a:r>
              <a:rPr lang="en-US" altLang="en-US" sz="1800" dirty="0"/>
              <a:t>= 1.44 </a:t>
            </a:r>
          </a:p>
          <a:p>
            <a:pPr eaLnBrk="1" hangingPunct="1">
              <a:buFontTx/>
              <a:buNone/>
            </a:pPr>
            <a:endParaRPr lang="en-US" alt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6"/>
          <p:cNvSpPr>
            <a:spLocks noGrp="1"/>
          </p:cNvSpPr>
          <p:nvPr>
            <p:ph type="title"/>
          </p:nvPr>
        </p:nvSpPr>
        <p:spPr/>
        <p:txBody>
          <a:bodyPr/>
          <a:lstStyle/>
          <a:p>
            <a:pPr eaLnBrk="1" hangingPunct="1"/>
            <a:r>
              <a:rPr lang="en-US" altLang="en-US" dirty="0"/>
              <a:t>Control Costs</a:t>
            </a:r>
          </a:p>
        </p:txBody>
      </p:sp>
      <p:sp>
        <p:nvSpPr>
          <p:cNvPr id="33795" name="Content Placeholder 7"/>
          <p:cNvSpPr>
            <a:spLocks noGrp="1"/>
          </p:cNvSpPr>
          <p:nvPr>
            <p:ph idx="1"/>
          </p:nvPr>
        </p:nvSpPr>
        <p:spPr>
          <a:xfrm>
            <a:off x="457200" y="1402398"/>
            <a:ext cx="8229600" cy="4525963"/>
          </a:xfrm>
        </p:spPr>
        <p:txBody>
          <a:bodyPr/>
          <a:lstStyle/>
          <a:p>
            <a:pPr eaLnBrk="1" hangingPunct="1"/>
            <a:r>
              <a:rPr lang="en-US" altLang="en-US" dirty="0" err="1"/>
              <a:t>Analyse</a:t>
            </a:r>
            <a:r>
              <a:rPr lang="en-US" altLang="en-US" dirty="0"/>
              <a:t> cost performance on a regular basis</a:t>
            </a:r>
          </a:p>
          <a:p>
            <a:pPr lvl="1" eaLnBrk="1" hangingPunct="1"/>
            <a:r>
              <a:rPr lang="en-US" altLang="en-US" dirty="0"/>
              <a:t>Determine which work packages require corrective action</a:t>
            </a:r>
          </a:p>
          <a:p>
            <a:pPr lvl="1" eaLnBrk="1" hangingPunct="1"/>
            <a:r>
              <a:rPr lang="en-US" altLang="en-US" dirty="0"/>
              <a:t>Decide what specific corrective action </a:t>
            </a:r>
          </a:p>
          <a:p>
            <a:pPr lvl="1" eaLnBrk="1" hangingPunct="1"/>
            <a:r>
              <a:rPr lang="en-US" altLang="en-US" dirty="0"/>
              <a:t>Revise the project plan</a:t>
            </a:r>
          </a:p>
          <a:p>
            <a:pPr eaLnBrk="1" hangingPunct="1"/>
            <a:r>
              <a:rPr lang="en-US" altLang="en-US" dirty="0"/>
              <a:t>Evaluate negative cost variance</a:t>
            </a:r>
          </a:p>
          <a:p>
            <a:pPr eaLnBrk="1" hangingPunct="1"/>
            <a:r>
              <a:rPr lang="en-US" altLang="en-US" dirty="0"/>
              <a:t>Take corrective actions </a:t>
            </a:r>
          </a:p>
          <a:p>
            <a:pPr lvl="1" eaLnBrk="1" hangingPunct="1"/>
            <a:r>
              <a:rPr lang="en-US" altLang="en-US" dirty="0"/>
              <a:t>Near term activities</a:t>
            </a:r>
          </a:p>
          <a:p>
            <a:pPr lvl="1" eaLnBrk="1" hangingPunct="1"/>
            <a:r>
              <a:rPr lang="en-US" altLang="en-US" dirty="0"/>
              <a:t>Activities with large cost estimate</a:t>
            </a:r>
          </a:p>
          <a:p>
            <a:pPr eaLnBrk="1" hangingPunct="1"/>
            <a:r>
              <a:rPr lang="en-US" altLang="en-US" dirty="0"/>
              <a:t>Reduce costs of activities</a:t>
            </a:r>
          </a:p>
          <a:p>
            <a:pPr eaLnBrk="1" hangingPunct="1"/>
            <a:r>
              <a:rPr lang="en-US" altLang="en-US" dirty="0"/>
              <a:t>Evaluate the trade-off of cost and scope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altLang="en-US" dirty="0"/>
              <a:t>Manage Cash Flow</a:t>
            </a:r>
          </a:p>
        </p:txBody>
      </p:sp>
      <p:sp>
        <p:nvSpPr>
          <p:cNvPr id="34819" name="Content Placeholder 2"/>
          <p:cNvSpPr>
            <a:spLocks noGrp="1"/>
          </p:cNvSpPr>
          <p:nvPr>
            <p:ph idx="1"/>
          </p:nvPr>
        </p:nvSpPr>
        <p:spPr/>
        <p:txBody>
          <a:bodyPr/>
          <a:lstStyle/>
          <a:p>
            <a:pPr eaLnBrk="1" hangingPunct="1"/>
            <a:r>
              <a:rPr lang="en-US" altLang="en-US" dirty="0"/>
              <a:t>Ensure that cash comes in faster than it goes out</a:t>
            </a:r>
          </a:p>
          <a:p>
            <a:pPr eaLnBrk="1" hangingPunct="1"/>
            <a:r>
              <a:rPr lang="en-US" altLang="en-US" dirty="0"/>
              <a:t>Negotiate payment terms</a:t>
            </a:r>
          </a:p>
          <a:p>
            <a:pPr lvl="1" eaLnBrk="1" hangingPunct="1"/>
            <a:r>
              <a:rPr lang="en-US" altLang="en-US" dirty="0"/>
              <a:t>Provide a down payment </a:t>
            </a:r>
          </a:p>
          <a:p>
            <a:pPr lvl="1" eaLnBrk="1" hangingPunct="1"/>
            <a:r>
              <a:rPr lang="en-US" altLang="en-US" dirty="0"/>
              <a:t>Make equal monthly payments</a:t>
            </a:r>
          </a:p>
          <a:p>
            <a:pPr lvl="1" eaLnBrk="1" hangingPunct="1"/>
            <a:r>
              <a:rPr lang="en-US" altLang="en-US" dirty="0"/>
              <a:t>Provide frequent payments</a:t>
            </a:r>
          </a:p>
          <a:p>
            <a:pPr eaLnBrk="1" hangingPunct="1"/>
            <a:r>
              <a:rPr lang="en-US" altLang="en-US" dirty="0"/>
              <a:t>Avoid only one payment at end of project</a:t>
            </a:r>
          </a:p>
          <a:p>
            <a:pPr eaLnBrk="1" hangingPunct="1"/>
            <a:r>
              <a:rPr lang="en-US" altLang="en-US" dirty="0"/>
              <a:t>Control outflow of cash</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609600" y="426720"/>
            <a:ext cx="8229600" cy="1143000"/>
          </a:xfrm>
        </p:spPr>
        <p:txBody>
          <a:bodyPr/>
          <a:lstStyle/>
          <a:p>
            <a:pPr eaLnBrk="1" hangingPunct="1"/>
            <a:r>
              <a:rPr lang="en-US" altLang="en-US" dirty="0"/>
              <a:t>Cost Estimating </a:t>
            </a:r>
            <a:br>
              <a:rPr lang="en-US" altLang="en-US" dirty="0"/>
            </a:br>
            <a:r>
              <a:rPr lang="en-US" altLang="en-US" dirty="0"/>
              <a:t>for Information Systems Development</a:t>
            </a:r>
          </a:p>
        </p:txBody>
      </p:sp>
      <p:sp>
        <p:nvSpPr>
          <p:cNvPr id="35843" name="Content Placeholder 2"/>
          <p:cNvSpPr>
            <a:spLocks noGrp="1"/>
          </p:cNvSpPr>
          <p:nvPr>
            <p:ph idx="1"/>
          </p:nvPr>
        </p:nvSpPr>
        <p:spPr>
          <a:xfrm>
            <a:off x="457200" y="1600200"/>
            <a:ext cx="8229600" cy="4800600"/>
          </a:xfrm>
        </p:spPr>
        <p:txBody>
          <a:bodyPr/>
          <a:lstStyle/>
          <a:p>
            <a:pPr eaLnBrk="1" hangingPunct="1"/>
            <a:r>
              <a:rPr lang="en-US" altLang="en-US" dirty="0"/>
              <a:t>Common errors in estimating costs </a:t>
            </a:r>
          </a:p>
          <a:p>
            <a:pPr lvl="1" eaLnBrk="1" hangingPunct="1"/>
            <a:r>
              <a:rPr lang="en-US" altLang="en-US" dirty="0"/>
              <a:t>Underestimating the work time necessary to complete an activity</a:t>
            </a:r>
          </a:p>
          <a:p>
            <a:pPr lvl="1" eaLnBrk="1" hangingPunct="1"/>
            <a:r>
              <a:rPr lang="en-US" altLang="en-US" dirty="0"/>
              <a:t>Requiring rework to meet the user requirements</a:t>
            </a:r>
          </a:p>
          <a:p>
            <a:pPr lvl="1" eaLnBrk="1" hangingPunct="1"/>
            <a:r>
              <a:rPr lang="en-US" altLang="en-US" dirty="0"/>
              <a:t>Underestimating growth in the project scope</a:t>
            </a:r>
          </a:p>
          <a:p>
            <a:pPr lvl="1" eaLnBrk="1" hangingPunct="1"/>
            <a:r>
              <a:rPr lang="en-US" altLang="en-US" dirty="0"/>
              <a:t>Not anticipating new hardware purchases</a:t>
            </a:r>
          </a:p>
          <a:p>
            <a:pPr lvl="1" eaLnBrk="1" hangingPunct="1"/>
            <a:r>
              <a:rPr lang="en-US" altLang="en-US" dirty="0"/>
              <a:t>Making corrections to flaws in excess of the reserve planning</a:t>
            </a:r>
          </a:p>
          <a:p>
            <a:pPr lvl="1" eaLnBrk="1" hangingPunct="1"/>
            <a:r>
              <a:rPr lang="en-US" altLang="en-US" dirty="0"/>
              <a:t>Changing the design strategy</a:t>
            </a:r>
          </a:p>
          <a:p>
            <a:pPr lvl="1" eaLnBrk="1" hangingPunct="1"/>
            <a:r>
              <a:rPr lang="en-US" altLang="en-US" dirty="0"/>
              <a:t>Increasing resources to fast-track phases of the SDLC</a:t>
            </a:r>
          </a:p>
          <a:p>
            <a:pPr eaLnBrk="1" hangingPunct="1">
              <a:buFontTx/>
              <a:buBlip>
                <a:blip r:embed="rId3"/>
              </a:buBlip>
            </a:pPr>
            <a:endParaRPr lang="en-US"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eaLnBrk="1" hangingPunct="1"/>
            <a:r>
              <a:rPr lang="en-US" altLang="en-US" dirty="0"/>
              <a:t>IS example: estimated activity costs </a:t>
            </a:r>
          </a:p>
        </p:txBody>
      </p:sp>
      <p:sp>
        <p:nvSpPr>
          <p:cNvPr id="3" name="Content Placeholder 2">
            <a:extLst>
              <a:ext uri="{FF2B5EF4-FFF2-40B4-BE49-F238E27FC236}">
                <a16:creationId xmlns:a16="http://schemas.microsoft.com/office/drawing/2014/main" id="{BE9BE541-2641-45CC-B9EC-B626472A9F98}"/>
              </a:ext>
            </a:extLst>
          </p:cNvPr>
          <p:cNvSpPr>
            <a:spLocks noGrp="1"/>
          </p:cNvSpPr>
          <p:nvPr>
            <p:ph idx="1"/>
          </p:nvPr>
        </p:nvSpPr>
        <p:spPr/>
        <p:txBody>
          <a:bodyPr/>
          <a:lstStyle/>
          <a:p>
            <a:endParaRPr lang="en-GB"/>
          </a:p>
        </p:txBody>
      </p:sp>
      <p:pic>
        <p:nvPicPr>
          <p:cNvPr id="4" name="Picture 3">
            <a:extLst>
              <a:ext uri="{FF2B5EF4-FFF2-40B4-BE49-F238E27FC236}">
                <a16:creationId xmlns:a16="http://schemas.microsoft.com/office/drawing/2014/main" id="{B9596778-3A54-453D-9E0A-AA9BF55CCB01}"/>
              </a:ext>
            </a:extLst>
          </p:cNvPr>
          <p:cNvPicPr>
            <a:picLocks noChangeAspect="1"/>
          </p:cNvPicPr>
          <p:nvPr/>
        </p:nvPicPr>
        <p:blipFill>
          <a:blip r:embed="rId3"/>
          <a:stretch>
            <a:fillRect/>
          </a:stretch>
        </p:blipFill>
        <p:spPr>
          <a:xfrm>
            <a:off x="990600" y="1219200"/>
            <a:ext cx="7162800" cy="505765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487680" y="457200"/>
            <a:ext cx="8229600" cy="1143000"/>
          </a:xfrm>
        </p:spPr>
        <p:txBody>
          <a:bodyPr/>
          <a:lstStyle/>
          <a:p>
            <a:pPr eaLnBrk="1" hangingPunct="1"/>
            <a:r>
              <a:rPr lang="en-US" altLang="en-US" dirty="0"/>
              <a:t>Project Management Information Systems</a:t>
            </a:r>
          </a:p>
        </p:txBody>
      </p:sp>
      <p:sp>
        <p:nvSpPr>
          <p:cNvPr id="37891" name="Content Placeholder 2"/>
          <p:cNvSpPr>
            <a:spLocks noGrp="1"/>
          </p:cNvSpPr>
          <p:nvPr>
            <p:ph idx="1"/>
          </p:nvPr>
        </p:nvSpPr>
        <p:spPr/>
        <p:txBody>
          <a:bodyPr/>
          <a:lstStyle/>
          <a:p>
            <a:pPr eaLnBrk="1" hangingPunct="1"/>
            <a:r>
              <a:rPr lang="en-US" altLang="en-US" dirty="0"/>
              <a:t>Store all costs associated with each resource</a:t>
            </a:r>
          </a:p>
          <a:p>
            <a:pPr eaLnBrk="1" hangingPunct="1"/>
            <a:r>
              <a:rPr lang="en-US" altLang="en-US" dirty="0"/>
              <a:t>Calculate the budget for each work package </a:t>
            </a:r>
          </a:p>
          <a:p>
            <a:pPr eaLnBrk="1" hangingPunct="1"/>
            <a:r>
              <a:rPr lang="en-US" altLang="en-US" dirty="0"/>
              <a:t>Determine cost for the entire projects</a:t>
            </a:r>
          </a:p>
          <a:p>
            <a:pPr eaLnBrk="1" hangingPunct="1"/>
            <a:r>
              <a:rPr lang="en-US" altLang="en-US" dirty="0"/>
              <a:t>Define different rate structures for each resource</a:t>
            </a:r>
          </a:p>
          <a:p>
            <a:pPr eaLnBrk="1" hangingPunct="1"/>
            <a:r>
              <a:rPr lang="en-US" altLang="en-US" dirty="0" err="1"/>
              <a:t>Analyse</a:t>
            </a:r>
            <a:r>
              <a:rPr lang="en-US" altLang="en-US" dirty="0"/>
              <a:t> cost performance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pPr eaLnBrk="1" hangingPunct="1"/>
            <a:r>
              <a:rPr lang="en-US" altLang="en-US" dirty="0"/>
              <a:t>Critical Success Factors </a:t>
            </a:r>
          </a:p>
        </p:txBody>
      </p:sp>
      <p:sp>
        <p:nvSpPr>
          <p:cNvPr id="43011" name="Content Placeholder 2"/>
          <p:cNvSpPr>
            <a:spLocks noGrp="1"/>
          </p:cNvSpPr>
          <p:nvPr>
            <p:ph idx="1"/>
          </p:nvPr>
        </p:nvSpPr>
        <p:spPr>
          <a:xfrm>
            <a:off x="457200" y="1371600"/>
            <a:ext cx="8458200" cy="5257800"/>
          </a:xfrm>
        </p:spPr>
        <p:txBody>
          <a:bodyPr/>
          <a:lstStyle/>
          <a:p>
            <a:pPr eaLnBrk="1" hangingPunct="1"/>
            <a:r>
              <a:rPr lang="en-US" altLang="en-US" sz="2000"/>
              <a:t>Estimated activity </a:t>
            </a:r>
            <a:r>
              <a:rPr lang="en-US" altLang="en-US" sz="2000" b="1"/>
              <a:t>costs</a:t>
            </a:r>
            <a:r>
              <a:rPr lang="en-US" altLang="en-US" sz="2000"/>
              <a:t> must be </a:t>
            </a:r>
            <a:r>
              <a:rPr lang="en-US" altLang="en-US" sz="2000" b="1"/>
              <a:t>based on </a:t>
            </a:r>
            <a:r>
              <a:rPr lang="en-US" altLang="en-US" sz="2000"/>
              <a:t>the estimated </a:t>
            </a:r>
            <a:r>
              <a:rPr lang="en-US" altLang="en-US" sz="2000" b="1"/>
              <a:t>activity</a:t>
            </a:r>
            <a:r>
              <a:rPr lang="en-US" altLang="en-US" sz="2000"/>
              <a:t> </a:t>
            </a:r>
            <a:r>
              <a:rPr lang="en-US" altLang="en-US" sz="2000" b="1"/>
              <a:t>resources</a:t>
            </a:r>
            <a:r>
              <a:rPr lang="en-US" altLang="en-US" sz="2000"/>
              <a:t>. </a:t>
            </a:r>
          </a:p>
          <a:p>
            <a:pPr eaLnBrk="1" hangingPunct="1"/>
            <a:r>
              <a:rPr lang="en-US" altLang="en-US" sz="2000"/>
              <a:t>The </a:t>
            </a:r>
            <a:r>
              <a:rPr lang="en-US" altLang="en-US" sz="2000" b="1"/>
              <a:t>person</a:t>
            </a:r>
            <a:r>
              <a:rPr lang="en-US" altLang="en-US" sz="2000"/>
              <a:t> who will be </a:t>
            </a:r>
            <a:r>
              <a:rPr lang="en-US" altLang="en-US" sz="2000" b="1"/>
              <a:t>responsible</a:t>
            </a:r>
            <a:r>
              <a:rPr lang="en-US" altLang="en-US" sz="2000"/>
              <a:t> for performing the activity should </a:t>
            </a:r>
            <a:r>
              <a:rPr lang="en-US" altLang="en-US" sz="2000" b="1"/>
              <a:t>estimate the costs </a:t>
            </a:r>
            <a:r>
              <a:rPr lang="en-US" altLang="en-US" sz="2000"/>
              <a:t>for that activity. This generates commitment from the person.</a:t>
            </a:r>
          </a:p>
          <a:p>
            <a:pPr eaLnBrk="1" hangingPunct="1"/>
            <a:r>
              <a:rPr lang="en-US" altLang="en-US" sz="2000"/>
              <a:t>Cost estimates should be </a:t>
            </a:r>
            <a:r>
              <a:rPr lang="en-US" altLang="en-US" sz="2000" b="1"/>
              <a:t>reasonable and realistic</a:t>
            </a:r>
            <a:r>
              <a:rPr lang="en-US" altLang="en-US" sz="2000"/>
              <a:t>.</a:t>
            </a:r>
          </a:p>
          <a:p>
            <a:pPr eaLnBrk="1" hangingPunct="1"/>
            <a:r>
              <a:rPr lang="en-US" altLang="en-US" sz="2000"/>
              <a:t>Once the project starts, it is important to </a:t>
            </a:r>
            <a:r>
              <a:rPr lang="en-US" altLang="en-US" sz="2000" b="1"/>
              <a:t>monitor actual costs and work performance</a:t>
            </a:r>
            <a:r>
              <a:rPr lang="en-US" altLang="en-US" sz="2000"/>
              <a:t> to ensure that everything is within budget.</a:t>
            </a:r>
          </a:p>
          <a:p>
            <a:pPr eaLnBrk="1" hangingPunct="1"/>
            <a:r>
              <a:rPr lang="en-US" altLang="en-US" sz="2000"/>
              <a:t>A system should be established to </a:t>
            </a:r>
            <a:r>
              <a:rPr lang="en-US" altLang="en-US" sz="2000" b="1"/>
              <a:t>collect</a:t>
            </a:r>
            <a:r>
              <a:rPr lang="en-US" altLang="en-US" sz="2000"/>
              <a:t>, on a regular and timely basis, data on </a:t>
            </a:r>
            <a:r>
              <a:rPr lang="en-US" altLang="en-US" sz="2000" b="1"/>
              <a:t>costs actually expended and committed</a:t>
            </a:r>
            <a:r>
              <a:rPr lang="en-US" altLang="en-US" sz="2000"/>
              <a:t>, and the earned value (percent complete) of the work performed, so they can be compared to the cumulative budgeted cost (CBC).</a:t>
            </a:r>
          </a:p>
          <a:p>
            <a:pPr eaLnBrk="1" hangingPunct="1"/>
            <a:r>
              <a:rPr lang="en-US" altLang="en-US" sz="2000"/>
              <a:t>If at any time during the project it is determined that the project is overrunning the budget, or the value of the work performed is not keeping up with the actual amount of costs expended, </a:t>
            </a:r>
            <a:r>
              <a:rPr lang="en-US" altLang="en-US" sz="2000" b="1"/>
              <a:t>corrective action must be taken immediately</a:t>
            </a:r>
            <a:r>
              <a:rPr lang="en-US" altLang="en-US" sz="20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01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01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30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457200" y="304800"/>
            <a:ext cx="8229600" cy="1143000"/>
          </a:xfrm>
        </p:spPr>
        <p:txBody>
          <a:bodyPr/>
          <a:lstStyle/>
          <a:p>
            <a:pPr eaLnBrk="1" hangingPunct="1"/>
            <a:r>
              <a:rPr lang="en-US" altLang="en-US" dirty="0"/>
              <a:t>Critical Success Factors (continued) </a:t>
            </a:r>
          </a:p>
        </p:txBody>
      </p:sp>
      <p:sp>
        <p:nvSpPr>
          <p:cNvPr id="43011" name="Content Placeholder 2"/>
          <p:cNvSpPr>
            <a:spLocks noGrp="1"/>
          </p:cNvSpPr>
          <p:nvPr>
            <p:ph idx="1"/>
          </p:nvPr>
        </p:nvSpPr>
        <p:spPr>
          <a:xfrm>
            <a:off x="457200" y="1371600"/>
            <a:ext cx="8229600" cy="4525963"/>
          </a:xfrm>
        </p:spPr>
        <p:txBody>
          <a:bodyPr/>
          <a:lstStyle/>
          <a:p>
            <a:pPr eaLnBrk="1" hangingPunct="1"/>
            <a:r>
              <a:rPr lang="en-US" altLang="en-US" sz="1800"/>
              <a:t>It is important to use the </a:t>
            </a:r>
            <a:r>
              <a:rPr lang="en-US" altLang="en-US" sz="1800" b="1"/>
              <a:t>time-phased cumulative budgeted cost </a:t>
            </a:r>
            <a:r>
              <a:rPr lang="en-US" altLang="en-US" sz="1800"/>
              <a:t>(CBC), rather than the total budgeted cost (TBC), as the </a:t>
            </a:r>
            <a:r>
              <a:rPr lang="en-US" altLang="en-US" sz="1800" b="1"/>
              <a:t>baseline</a:t>
            </a:r>
            <a:r>
              <a:rPr lang="en-US" altLang="en-US" sz="1800"/>
              <a:t> against which cumulative actual cost (CAC) is compared. It would be misleading to compare the actual costs expended to the total budgeted cost because cost performance will always look good as long as actual costs are below the TBC.</a:t>
            </a:r>
          </a:p>
          <a:p>
            <a:pPr eaLnBrk="1" hangingPunct="1"/>
            <a:r>
              <a:rPr lang="en-US" altLang="en-US" sz="1800"/>
              <a:t>To permit a realistic comparison of cumulative actual cost to cumulative budgeted cost, portions of the </a:t>
            </a:r>
            <a:r>
              <a:rPr lang="en-US" altLang="en-US" sz="1800" b="1"/>
              <a:t>committed costs </a:t>
            </a:r>
            <a:r>
              <a:rPr lang="en-US" altLang="en-US" sz="1800"/>
              <a:t>should be </a:t>
            </a:r>
            <a:r>
              <a:rPr lang="en-US" altLang="en-US" sz="1800" b="1"/>
              <a:t>assigned</a:t>
            </a:r>
            <a:r>
              <a:rPr lang="en-US" altLang="en-US" sz="1800"/>
              <a:t> to </a:t>
            </a:r>
            <a:r>
              <a:rPr lang="en-US" altLang="en-US" sz="1800" b="1"/>
              <a:t>actual costs </a:t>
            </a:r>
            <a:r>
              <a:rPr lang="en-US" altLang="en-US" sz="1800"/>
              <a:t>while the associated work is in progress.</a:t>
            </a:r>
          </a:p>
          <a:p>
            <a:pPr eaLnBrk="1" hangingPunct="1"/>
            <a:r>
              <a:rPr lang="en-US" altLang="en-US" sz="1800"/>
              <a:t>The </a:t>
            </a:r>
            <a:r>
              <a:rPr lang="en-US" altLang="en-US" sz="1800" b="1"/>
              <a:t>earned value</a:t>
            </a:r>
            <a:r>
              <a:rPr lang="en-US" altLang="en-US" sz="1800"/>
              <a:t> of the work actually performed is a key parameter that must be determined and reported throughout the project.</a:t>
            </a:r>
          </a:p>
          <a:p>
            <a:pPr eaLnBrk="1" hangingPunct="1"/>
            <a:r>
              <a:rPr lang="en-US" altLang="en-US" sz="1800"/>
              <a:t>For each reporting period, the </a:t>
            </a:r>
            <a:r>
              <a:rPr lang="en-US" altLang="en-US" sz="1800" b="1"/>
              <a:t>percent complete data </a:t>
            </a:r>
            <a:r>
              <a:rPr lang="en-US" altLang="en-US" sz="1800"/>
              <a:t>should be obtained from the person responsible for the work. It is important that the person make an honest assessment of the work performed relative to the entire work scope.</a:t>
            </a:r>
          </a:p>
          <a:p>
            <a:pPr eaLnBrk="1" hangingPunct="1"/>
            <a:r>
              <a:rPr lang="en-US" altLang="en-US" sz="1800"/>
              <a:t>One way to prevent inflated percent complete estimates is to keep the work packages or activities small in terms of scope and duration. It is important that the person estimating the percent complete assess not only how much work has been performed but also what </a:t>
            </a:r>
            <a:r>
              <a:rPr lang="en-US" altLang="en-US" sz="1800" b="1"/>
              <a:t>work remains to be done</a:t>
            </a:r>
            <a:r>
              <a:rPr lang="en-US" altLang="en-US" sz="18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01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0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487680" y="228600"/>
            <a:ext cx="8229600" cy="1143000"/>
          </a:xfrm>
        </p:spPr>
        <p:txBody>
          <a:bodyPr/>
          <a:lstStyle/>
          <a:p>
            <a:pPr eaLnBrk="1" hangingPunct="1"/>
            <a:r>
              <a:rPr lang="en-US" altLang="en-US" dirty="0"/>
              <a:t>Critical Success Factors (continued) </a:t>
            </a:r>
          </a:p>
        </p:txBody>
      </p:sp>
      <p:sp>
        <p:nvSpPr>
          <p:cNvPr id="43011" name="Content Placeholder 2"/>
          <p:cNvSpPr>
            <a:spLocks noGrp="1"/>
          </p:cNvSpPr>
          <p:nvPr>
            <p:ph idx="1"/>
          </p:nvPr>
        </p:nvSpPr>
        <p:spPr>
          <a:xfrm>
            <a:off x="457200" y="1219200"/>
            <a:ext cx="8229600" cy="4525963"/>
          </a:xfrm>
        </p:spPr>
        <p:txBody>
          <a:bodyPr/>
          <a:lstStyle/>
          <a:p>
            <a:pPr eaLnBrk="1" hangingPunct="1"/>
            <a:r>
              <a:rPr lang="en-US" altLang="en-US" sz="2000" dirty="0"/>
              <a:t>The key to effective cost control is to </a:t>
            </a:r>
            <a:r>
              <a:rPr lang="en-US" altLang="en-US" sz="2000" b="1" dirty="0" err="1"/>
              <a:t>analyse</a:t>
            </a:r>
            <a:r>
              <a:rPr lang="en-US" altLang="en-US" sz="2000" b="1" dirty="0"/>
              <a:t> cost performance </a:t>
            </a:r>
            <a:r>
              <a:rPr lang="en-US" altLang="en-US" sz="2000" dirty="0"/>
              <a:t>on a </a:t>
            </a:r>
            <a:r>
              <a:rPr lang="en-US" altLang="en-US" sz="2000" b="1" dirty="0"/>
              <a:t>timely and regular basis</a:t>
            </a:r>
            <a:r>
              <a:rPr lang="en-US" altLang="en-US" sz="2000" dirty="0"/>
              <a:t>. Early identification of cost variances (CV) allows corrective actions to be taken immediately, before the situation gets worse.</a:t>
            </a:r>
          </a:p>
          <a:p>
            <a:pPr eaLnBrk="1" hangingPunct="1"/>
            <a:r>
              <a:rPr lang="en-US" altLang="en-US" sz="2000" dirty="0"/>
              <a:t>For </a:t>
            </a:r>
            <a:r>
              <a:rPr lang="en-US" altLang="en-US" sz="2000" dirty="0" err="1"/>
              <a:t>analysing</a:t>
            </a:r>
            <a:r>
              <a:rPr lang="en-US" altLang="en-US" sz="2000" dirty="0"/>
              <a:t> cost performance, it is important that all the </a:t>
            </a:r>
            <a:r>
              <a:rPr lang="en-US" altLang="en-US" sz="2000" b="1" dirty="0"/>
              <a:t>data</a:t>
            </a:r>
            <a:r>
              <a:rPr lang="en-US" altLang="en-US" sz="2000" dirty="0"/>
              <a:t> collected be as </a:t>
            </a:r>
            <a:r>
              <a:rPr lang="en-US" altLang="en-US" sz="2000" b="1" dirty="0"/>
              <a:t>current as possible </a:t>
            </a:r>
            <a:r>
              <a:rPr lang="en-US" altLang="en-US" sz="2000" dirty="0"/>
              <a:t>and be based on the same reporting period.</a:t>
            </a:r>
          </a:p>
          <a:p>
            <a:pPr eaLnBrk="1" hangingPunct="1"/>
            <a:r>
              <a:rPr lang="en-US" altLang="en-US" sz="2000" dirty="0"/>
              <a:t>Trends in the </a:t>
            </a:r>
            <a:r>
              <a:rPr lang="en-US" altLang="en-US" sz="2000" b="1" dirty="0"/>
              <a:t>cost performance index </a:t>
            </a:r>
            <a:r>
              <a:rPr lang="en-US" altLang="en-US" sz="2000" dirty="0"/>
              <a:t>(CPI) should be monitored carefully. If the CPI goes </a:t>
            </a:r>
            <a:r>
              <a:rPr lang="en-US" altLang="en-US" sz="2000" b="1" dirty="0"/>
              <a:t>below 1.0 </a:t>
            </a:r>
            <a:r>
              <a:rPr lang="en-US" altLang="en-US" sz="2000" dirty="0"/>
              <a:t>or gradually decreases, </a:t>
            </a:r>
            <a:r>
              <a:rPr lang="en-US" altLang="en-US" sz="2000" b="1" dirty="0"/>
              <a:t>corrective action </a:t>
            </a:r>
            <a:r>
              <a:rPr lang="en-US" altLang="en-US" sz="2000" dirty="0"/>
              <a:t>should be taken.</a:t>
            </a:r>
          </a:p>
          <a:p>
            <a:pPr eaLnBrk="1" hangingPunct="1"/>
            <a:r>
              <a:rPr lang="en-US" altLang="en-US" sz="2000" dirty="0"/>
              <a:t>As part of the regular cost performance analysis, the estimated or </a:t>
            </a:r>
            <a:r>
              <a:rPr lang="en-US" altLang="en-US" sz="2000" b="1" dirty="0"/>
              <a:t>forecasted cost at completion </a:t>
            </a:r>
            <a:r>
              <a:rPr lang="en-US" altLang="en-US" sz="2000" dirty="0"/>
              <a:t>(FCAC) should be </a:t>
            </a:r>
            <a:r>
              <a:rPr lang="en-US" altLang="en-US" sz="2000" b="1" dirty="0"/>
              <a:t>calculated</a:t>
            </a:r>
            <a:r>
              <a:rPr lang="en-US" altLang="en-US" sz="2000" dirty="0"/>
              <a:t>.</a:t>
            </a:r>
          </a:p>
          <a:p>
            <a:pPr eaLnBrk="1" hangingPunct="1"/>
            <a:r>
              <a:rPr lang="en-US" altLang="en-US" sz="2000" dirty="0"/>
              <a:t>The key to effective cost control is to </a:t>
            </a:r>
            <a:r>
              <a:rPr lang="en-US" altLang="en-US" sz="2000" b="1" dirty="0"/>
              <a:t>aggressively address work packages </a:t>
            </a:r>
            <a:r>
              <a:rPr lang="en-US" altLang="en-US" sz="2000" dirty="0"/>
              <a:t>or activities </a:t>
            </a:r>
            <a:r>
              <a:rPr lang="en-US" altLang="en-US" sz="2000" b="1" dirty="0"/>
              <a:t>with negative cost variances </a:t>
            </a:r>
            <a:r>
              <a:rPr lang="en-US" altLang="en-US" sz="2000" dirty="0"/>
              <a:t>and cost inefficiencies as soon as they are identified. A concentrated effort must be applied to these areas. The amount of negative cost variance should determine the priority for applying these concentrated efforts.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01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0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pPr eaLnBrk="1" hangingPunct="1"/>
            <a:r>
              <a:rPr lang="en-US" altLang="en-US" dirty="0"/>
              <a:t>Critical Success Factors (continued) </a:t>
            </a:r>
          </a:p>
        </p:txBody>
      </p:sp>
      <p:sp>
        <p:nvSpPr>
          <p:cNvPr id="43011" name="Content Placeholder 2"/>
          <p:cNvSpPr>
            <a:spLocks noGrp="1"/>
          </p:cNvSpPr>
          <p:nvPr>
            <p:ph idx="1"/>
          </p:nvPr>
        </p:nvSpPr>
        <p:spPr>
          <a:xfrm>
            <a:off x="457200" y="1371600"/>
            <a:ext cx="8229600" cy="5410200"/>
          </a:xfrm>
        </p:spPr>
        <p:txBody>
          <a:bodyPr/>
          <a:lstStyle/>
          <a:p>
            <a:pPr eaLnBrk="1" hangingPunct="1"/>
            <a:r>
              <a:rPr lang="en-US" altLang="en-US" sz="2000" dirty="0"/>
              <a:t>When attempting to reduce negative cost variances, </a:t>
            </a:r>
            <a:r>
              <a:rPr lang="en-US" altLang="en-US" sz="2000" b="1" dirty="0"/>
              <a:t>focus on </a:t>
            </a:r>
            <a:r>
              <a:rPr lang="en-US" altLang="en-US" sz="2000" dirty="0"/>
              <a:t>activities that will be performed in the </a:t>
            </a:r>
            <a:r>
              <a:rPr lang="en-US" altLang="en-US" sz="2000" b="1" dirty="0"/>
              <a:t>near term</a:t>
            </a:r>
            <a:r>
              <a:rPr lang="en-US" altLang="en-US" sz="2000" dirty="0"/>
              <a:t> and on activities that have </a:t>
            </a:r>
            <a:r>
              <a:rPr lang="en-US" altLang="en-US" sz="2000" b="1" dirty="0"/>
              <a:t>large estimated costs</a:t>
            </a:r>
            <a:r>
              <a:rPr lang="en-US" altLang="en-US" sz="2000" dirty="0"/>
              <a:t>.</a:t>
            </a:r>
          </a:p>
          <a:p>
            <a:pPr eaLnBrk="1" hangingPunct="1"/>
            <a:r>
              <a:rPr lang="en-US" altLang="en-US" sz="2000" dirty="0"/>
              <a:t>Addressing cost problems early will </a:t>
            </a:r>
            <a:r>
              <a:rPr lang="en-US" altLang="en-US" sz="2000" b="1" dirty="0" err="1"/>
              <a:t>minimise</a:t>
            </a:r>
            <a:r>
              <a:rPr lang="en-US" altLang="en-US" sz="2000" b="1" dirty="0"/>
              <a:t> the negative impact </a:t>
            </a:r>
            <a:r>
              <a:rPr lang="en-US" altLang="en-US" sz="2000" dirty="0"/>
              <a:t>on scope and schedule. Once costs get out of control, getting back within budget becomes more difficult and is likely to require reducing the project scope or quality, or extending the project schedule.</a:t>
            </a:r>
          </a:p>
          <a:p>
            <a:pPr eaLnBrk="1" hangingPunct="1"/>
            <a:r>
              <a:rPr lang="en-US" altLang="en-US" sz="2000" dirty="0"/>
              <a:t>The key to </a:t>
            </a:r>
            <a:r>
              <a:rPr lang="en-US" altLang="en-US" sz="2000" b="1" dirty="0"/>
              <a:t>managing cash flow </a:t>
            </a:r>
            <a:r>
              <a:rPr lang="en-US" altLang="en-US" sz="2000" dirty="0"/>
              <a:t>is to ensure that cash comes in faster than it goes out.</a:t>
            </a:r>
          </a:p>
          <a:p>
            <a:pPr eaLnBrk="1" hangingPunct="1"/>
            <a:r>
              <a:rPr lang="en-US" altLang="en-US" sz="2000" dirty="0"/>
              <a:t>It is desirable to </a:t>
            </a:r>
            <a:r>
              <a:rPr lang="en-US" altLang="en-US" sz="2000" b="1" dirty="0"/>
              <a:t>receive payments </a:t>
            </a:r>
            <a:r>
              <a:rPr lang="en-US" altLang="en-US" sz="2000" dirty="0"/>
              <a:t>(cash inflow) from the customer as </a:t>
            </a:r>
            <a:r>
              <a:rPr lang="en-US" altLang="en-US" sz="2000" b="1" dirty="0"/>
              <a:t>early as possible</a:t>
            </a:r>
            <a:r>
              <a:rPr lang="en-US" altLang="en-US" sz="2000" dirty="0"/>
              <a:t>, and to delay making payments (cash outflow) to suppliers or subcontractors as long as possible.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0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pPr eaLnBrk="1" hangingPunct="1"/>
            <a:r>
              <a:rPr lang="en-US" altLang="en-US"/>
              <a:t>Summary</a:t>
            </a:r>
          </a:p>
        </p:txBody>
      </p:sp>
      <p:sp>
        <p:nvSpPr>
          <p:cNvPr id="44035" name="Content Placeholder 2"/>
          <p:cNvSpPr>
            <a:spLocks noGrp="1"/>
          </p:cNvSpPr>
          <p:nvPr>
            <p:ph idx="1"/>
          </p:nvPr>
        </p:nvSpPr>
        <p:spPr>
          <a:xfrm>
            <a:off x="457200" y="1371600"/>
            <a:ext cx="8458200" cy="4525963"/>
          </a:xfrm>
        </p:spPr>
        <p:txBody>
          <a:bodyPr/>
          <a:lstStyle/>
          <a:p>
            <a:pPr eaLnBrk="1" hangingPunct="1"/>
            <a:r>
              <a:rPr lang="en-US" altLang="en-US" sz="1800" dirty="0"/>
              <a:t>The total project cost is often estimated during the initiating phase of the project when the project charter or a proposal is prepared, but detailed plans are not usually prepared at that time.</a:t>
            </a:r>
          </a:p>
          <a:p>
            <a:pPr eaLnBrk="1" hangingPunct="1"/>
            <a:r>
              <a:rPr lang="en-US" altLang="en-US" sz="1800" dirty="0"/>
              <a:t>The project budgeting process involves two steps: the budget for each work package is determined and the budget for each work package is then distributed over the expected time.</a:t>
            </a:r>
          </a:p>
          <a:p>
            <a:pPr eaLnBrk="1" hangingPunct="1"/>
            <a:r>
              <a:rPr lang="en-US" altLang="en-US" sz="1800" dirty="0"/>
              <a:t>Aggregating the estimated costs of the specific activities for the appropriate work packages in the work breakdown structure will establish a total budgeted cost (TBC).</a:t>
            </a:r>
          </a:p>
          <a:p>
            <a:pPr eaLnBrk="1" hangingPunct="1"/>
            <a:r>
              <a:rPr lang="en-US" altLang="en-US" sz="1800" dirty="0"/>
              <a:t>The cumulative budgeted cost (CBC) is the time-phased baseline budget that will be used to </a:t>
            </a:r>
            <a:r>
              <a:rPr lang="en-US" altLang="en-US" sz="1800" dirty="0" err="1"/>
              <a:t>analyse</a:t>
            </a:r>
            <a:r>
              <a:rPr lang="en-US" altLang="en-US" sz="1800" dirty="0"/>
              <a:t> the cost performance of the project.</a:t>
            </a:r>
          </a:p>
          <a:p>
            <a:pPr eaLnBrk="1" hangingPunct="1"/>
            <a:r>
              <a:rPr lang="en-US" altLang="en-US" sz="1800" dirty="0"/>
              <a:t>At any time during the project, it is possible to forecast what the total costs will be at the completion of the project or work package based on analysis of actual cost expended and the earned value of work performed.</a:t>
            </a:r>
          </a:p>
          <a:p>
            <a:pPr eaLnBrk="1" hangingPunct="1"/>
            <a:r>
              <a:rPr lang="en-US" altLang="en-US" sz="1800" dirty="0"/>
              <a:t>The key to effective cost control is to </a:t>
            </a:r>
            <a:r>
              <a:rPr lang="en-US" altLang="en-US" sz="1800" dirty="0" err="1"/>
              <a:t>analyse</a:t>
            </a:r>
            <a:r>
              <a:rPr lang="en-US" altLang="en-US" sz="1800" dirty="0"/>
              <a:t> cost performance on a regular and timely basis.</a:t>
            </a:r>
          </a:p>
          <a:p>
            <a:pPr eaLnBrk="1" hangingPunct="1"/>
            <a:r>
              <a:rPr lang="en-US" altLang="en-US" sz="1800" dirty="0"/>
              <a:t>It is important to manage the cash flow on a project.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0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03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03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03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4035">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403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theme/theme1.xml><?xml version="1.0" encoding="utf-8"?>
<a:theme xmlns:a="http://schemas.openxmlformats.org/drawingml/2006/main" name="68347_Pppt_templat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Gido SA</Template>
  <TotalTime>34562</TotalTime>
  <Words>1949</Words>
  <Application>Microsoft Office PowerPoint</Application>
  <PresentationFormat>On-screen Show (4:3)</PresentationFormat>
  <Paragraphs>316</Paragraphs>
  <Slides>36</Slides>
  <Notes>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Courier New</vt:lpstr>
      <vt:lpstr>Wingdings</vt:lpstr>
      <vt:lpstr>68347_Pppt_template</vt:lpstr>
      <vt:lpstr>PowerPoint Presentation</vt:lpstr>
      <vt:lpstr>Chapter Concepts</vt:lpstr>
      <vt:lpstr>Learning Outcomes</vt:lpstr>
      <vt:lpstr>Project Cost Management</vt:lpstr>
      <vt:lpstr>Estimate Activity Costs</vt:lpstr>
      <vt:lpstr>Consumer market study project estimated costs</vt:lpstr>
      <vt:lpstr>Aggregate total budgeted cost</vt:lpstr>
      <vt:lpstr>Packaging machine project aggregate total budgeted cost</vt:lpstr>
      <vt:lpstr>Develop cumulative budgeted cost</vt:lpstr>
      <vt:lpstr>Packaging machine project develop cumulative budgeted cost</vt:lpstr>
      <vt:lpstr>Determine Actual Cost</vt:lpstr>
      <vt:lpstr>Packaging machine project  determine actual cost</vt:lpstr>
      <vt:lpstr>Determine Value of Work Performed</vt:lpstr>
      <vt:lpstr>Packaging machine project  determine value of work performed</vt:lpstr>
      <vt:lpstr>Analyse Cost Performance</vt:lpstr>
      <vt:lpstr>Packaging machine project  analyse cost performance</vt:lpstr>
      <vt:lpstr>Cost performance index</vt:lpstr>
      <vt:lpstr>Packaging machine project  cost performance index</vt:lpstr>
      <vt:lpstr>Cost variance</vt:lpstr>
      <vt:lpstr>Packaging machine project  cost variance</vt:lpstr>
      <vt:lpstr>Schedule performance index</vt:lpstr>
      <vt:lpstr>Packaging machine project  cost performance index</vt:lpstr>
      <vt:lpstr>Schedule variance</vt:lpstr>
      <vt:lpstr>Packaging machine project  cost variance</vt:lpstr>
      <vt:lpstr>Estimate Cost at Completion</vt:lpstr>
      <vt:lpstr>Packaging machine project  estimate cost at completion</vt:lpstr>
      <vt:lpstr>Control Costs</vt:lpstr>
      <vt:lpstr>Manage Cash Flow</vt:lpstr>
      <vt:lpstr>Cost Estimating  for Information Systems Development</vt:lpstr>
      <vt:lpstr>IS example: estimated activity costs </vt:lpstr>
      <vt:lpstr>Project Management Information Systems</vt:lpstr>
      <vt:lpstr>Critical Success Factors </vt:lpstr>
      <vt:lpstr>Critical Success Factors (continued) </vt:lpstr>
      <vt:lpstr>Critical Success Factors (continued) </vt:lpstr>
      <vt:lpstr>Critical Success Factors (continued) </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Rose</dc:creator>
  <cp:lastModifiedBy>Cassidy Small</cp:lastModifiedBy>
  <cp:revision>315</cp:revision>
  <cp:lastPrinted>2019-04-01T16:03:04Z</cp:lastPrinted>
  <dcterms:created xsi:type="dcterms:W3CDTF">2010-12-13T04:11:14Z</dcterms:created>
  <dcterms:modified xsi:type="dcterms:W3CDTF">2019-05-10T09:41:42Z</dcterms:modified>
</cp:coreProperties>
</file>