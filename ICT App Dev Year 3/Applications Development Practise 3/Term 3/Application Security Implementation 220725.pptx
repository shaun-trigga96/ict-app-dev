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22"/>
  </p:notesMasterIdLst>
  <p:sldIdLst>
    <p:sldId id="272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9" r:id="rId14"/>
    <p:sldId id="308" r:id="rId15"/>
    <p:sldId id="310" r:id="rId16"/>
    <p:sldId id="311" r:id="rId17"/>
    <p:sldId id="314" r:id="rId18"/>
    <p:sldId id="312" r:id="rId19"/>
    <p:sldId id="313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5619AC-2FBA-4CBF-ADE6-F1BA76DAED5C}" type="datetimeFigureOut">
              <a:rPr lang="en-GB" smtClean="0"/>
              <a:t>24/07/2022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C042F-D38B-4D1A-B172-EE7FF8C1AE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373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CDC7-CCB2-4DCD-A28B-320DC92160A8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033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5442-BC92-4D59-BD27-B9B0E58A7EC4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93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D6242-F52E-41D4-A6B0-057930A6B1E2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305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ABF8-0790-4969-84B6-640C0FC2E4B0}" type="datetime1">
              <a:rPr lang="en-GB" smtClean="0"/>
              <a:t>24/07/2022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529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205C-F939-4829-8862-8A7F8AD8D7E7}" type="datetime1">
              <a:rPr lang="en-GB" smtClean="0"/>
              <a:t>24/07/2022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65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01B1F-0C44-4C0B-9F1C-69D55F308447}" type="datetime1">
              <a:rPr lang="en-GB" smtClean="0"/>
              <a:t>24/07/2022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446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91692-B158-4046-A052-ABF383F86A3F}" type="datetime1">
              <a:rPr lang="en-GB" smtClean="0"/>
              <a:t>24/07/2022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12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E07EF8-888D-40F3-9E44-231856DEE24A}" type="datetime1">
              <a:rPr lang="en-GB" smtClean="0"/>
              <a:t>24/07/2022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53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641F8-95FC-467B-8264-F5F83BB80994}" type="datetime1">
              <a:rPr lang="en-GB" smtClean="0"/>
              <a:t>24/07/2022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476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F885C-5C3F-4883-9FFF-93A2BEC01413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0D061-A8F1-4490-8E25-5926F2F902A7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791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11D3383-231C-4620-BAF1-91B5FD2B5C3A}" type="datetime1">
              <a:rPr lang="en-GB" smtClean="0"/>
              <a:t>24/07/2022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2F1134-2CAD-438E-B32A-FE68AF3FAC3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508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Application security: implementation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40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Current stage of our application?</a:t>
            </a:r>
            <a:endParaRPr lang="en-ZA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396971" y="2041864"/>
            <a:ext cx="1438182" cy="258340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533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Current stage of our application?</a:t>
            </a:r>
            <a:endParaRPr lang="en-Z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2166151" y="3515834"/>
            <a:ext cx="2024109" cy="68358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62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Current stage of our application?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we run the application, and a controller test, all the tests should pass.</a:t>
            </a:r>
          </a:p>
          <a:p>
            <a:r>
              <a:rPr lang="en-US" dirty="0" smtClean="0"/>
              <a:t>All the endpoints and corresponding functionality defined in the test cases execute without request for authorization.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45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err="1" smtClean="0"/>
              <a:t>pom</a:t>
            </a:r>
            <a:r>
              <a:rPr lang="en-US" dirty="0" smtClean="0"/>
              <a:t> file: add security dependency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136392" y="3281553"/>
            <a:ext cx="3200400" cy="1152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12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err="1" smtClean="0"/>
              <a:t>pom</a:t>
            </a:r>
            <a:r>
              <a:rPr lang="en-US" dirty="0" smtClean="0"/>
              <a:t> file: add security dependency</a:t>
            </a:r>
            <a:endParaRPr lang="en-Z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40162" y="3741913"/>
            <a:ext cx="3200400" cy="1152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/>
          <p:cNvSpPr/>
          <p:nvPr/>
        </p:nvSpPr>
        <p:spPr>
          <a:xfrm>
            <a:off x="8842248" y="2157984"/>
            <a:ext cx="1024128" cy="5029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13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err="1" smtClean="0"/>
              <a:t>pom</a:t>
            </a:r>
            <a:r>
              <a:rPr lang="en-US" dirty="0" smtClean="0"/>
              <a:t> file: add security dependency</a:t>
            </a:r>
            <a:endParaRPr lang="en-ZA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37" y="2705904"/>
            <a:ext cx="8452284" cy="3327571"/>
          </a:xfrm>
        </p:spPr>
      </p:pic>
      <p:sp>
        <p:nvSpPr>
          <p:cNvPr id="5" name="Oval 4"/>
          <p:cNvSpPr/>
          <p:nvPr/>
        </p:nvSpPr>
        <p:spPr>
          <a:xfrm>
            <a:off x="2313432" y="4771863"/>
            <a:ext cx="3200400" cy="1152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1799437" y="1874520"/>
            <a:ext cx="5241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 the application again…</a:t>
            </a:r>
            <a:endParaRPr lang="en-ZA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01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Use Postman to check authorization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448" y="1846263"/>
            <a:ext cx="7555429" cy="402272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992624" y="3145536"/>
            <a:ext cx="1380744" cy="29900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40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Use Postman to check authorization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66837"/>
            <a:ext cx="10058400" cy="4537465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10800000">
            <a:off x="9253728" y="4325112"/>
            <a:ext cx="1042416" cy="49377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27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437" y="2705904"/>
            <a:ext cx="8452284" cy="3327571"/>
          </a:xfrm>
        </p:spPr>
      </p:pic>
      <p:sp>
        <p:nvSpPr>
          <p:cNvPr id="5" name="Oval 4"/>
          <p:cNvSpPr/>
          <p:nvPr/>
        </p:nvSpPr>
        <p:spPr>
          <a:xfrm>
            <a:off x="2313432" y="4771863"/>
            <a:ext cx="3200400" cy="1152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1799437" y="1874520"/>
            <a:ext cx="7042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different password is generated every time you run the application…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494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err="1" smtClean="0"/>
              <a:t>ControllerTest</a:t>
            </a:r>
            <a:r>
              <a:rPr lang="en-US" dirty="0" smtClean="0"/>
              <a:t> class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081" y="1846263"/>
            <a:ext cx="7918838" cy="445434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383280" y="2990088"/>
            <a:ext cx="3334985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30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err="1" smtClean="0"/>
              <a:t>ControllerTest</a:t>
            </a:r>
            <a:r>
              <a:rPr lang="en-US" dirty="0" smtClean="0"/>
              <a:t> class: add authorization to a particular endpoint/function</a:t>
            </a:r>
            <a:endParaRPr lang="en-Z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407" y="1846263"/>
            <a:ext cx="7151511" cy="402272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218094" y="3029931"/>
            <a:ext cx="3334985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35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Configure security in </a:t>
            </a:r>
            <a:r>
              <a:rPr lang="en-US" dirty="0" err="1" smtClean="0"/>
              <a:t>application.properties</a:t>
            </a:r>
            <a:endParaRPr lang="en-Z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5649" y="1846263"/>
            <a:ext cx="7946270" cy="446977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901358" y="2783043"/>
            <a:ext cx="3334985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05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Run application again…</a:t>
            </a:r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563624" y="2304288"/>
            <a:ext cx="5623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Password is not generated automatically anymore</a:t>
            </a:r>
            <a:endParaRPr lang="en-ZA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9994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9" y="497150"/>
            <a:ext cx="4767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Run application again…</a:t>
            </a:r>
            <a:endParaRPr lang="en-ZA" dirty="0"/>
          </a:p>
        </p:txBody>
      </p:sp>
      <p:sp>
        <p:nvSpPr>
          <p:cNvPr id="8" name="TextBox 7"/>
          <p:cNvSpPr txBox="1"/>
          <p:nvPr/>
        </p:nvSpPr>
        <p:spPr>
          <a:xfrm>
            <a:off x="1563624" y="2304288"/>
            <a:ext cx="5623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Then run controller test case : </a:t>
            </a:r>
            <a:r>
              <a:rPr lang="en-US" dirty="0" err="1" smtClean="0"/>
              <a:t>getall</a:t>
            </a:r>
            <a:endParaRPr lang="en-US" dirty="0" smtClean="0"/>
          </a:p>
          <a:p>
            <a:r>
              <a:rPr lang="en-US" dirty="0" smtClean="0"/>
              <a:t>Should be successful because we have provided the appropriate security credentials.</a:t>
            </a:r>
          </a:p>
          <a:p>
            <a:endParaRPr lang="en-US" dirty="0"/>
          </a:p>
          <a:p>
            <a:r>
              <a:rPr lang="en-US" dirty="0" smtClean="0"/>
              <a:t>The other test cases should fail because they do not have authorization functionality added.</a:t>
            </a:r>
            <a:endParaRPr lang="en-ZA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8" y="497150"/>
            <a:ext cx="8710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Let’s introduce security functionality:</a:t>
            </a:r>
          </a:p>
          <a:p>
            <a:endParaRPr lang="en-ZA" dirty="0" smtClean="0"/>
          </a:p>
          <a:p>
            <a:r>
              <a:rPr lang="en-US" dirty="0" smtClean="0"/>
              <a:t>Verify in Postman…with configured user name and password in </a:t>
            </a:r>
            <a:r>
              <a:rPr lang="en-US" dirty="0" err="1" smtClean="0"/>
              <a:t>application.properties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20480"/>
            <a:ext cx="10058400" cy="453746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 rot="10800000">
            <a:off x="9345168" y="4078224"/>
            <a:ext cx="685800" cy="34747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33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24108" y="497150"/>
            <a:ext cx="8710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Next week:</a:t>
            </a:r>
          </a:p>
          <a:p>
            <a:endParaRPr lang="en-ZA" dirty="0" smtClean="0"/>
          </a:p>
          <a:p>
            <a:r>
              <a:rPr lang="en-US" dirty="0" smtClean="0"/>
              <a:t>Roles and users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F1134-2CAD-438E-B32A-FE68AF3FAC3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4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55EA94E4046E47A47B067566292199" ma:contentTypeVersion="12" ma:contentTypeDescription="Create a new document." ma:contentTypeScope="" ma:versionID="84a69996606a48457edb479a550a2dc3">
  <xsd:schema xmlns:xsd="http://www.w3.org/2001/XMLSchema" xmlns:xs="http://www.w3.org/2001/XMLSchema" xmlns:p="http://schemas.microsoft.com/office/2006/metadata/properties" xmlns:ns3="30ad1be0-ffa7-4f03-b101-b062beb68c87" xmlns:ns4="a06245fd-dbba-4df9-b84b-a9faff5c659d" targetNamespace="http://schemas.microsoft.com/office/2006/metadata/properties" ma:root="true" ma:fieldsID="ac722aeb5ef9913f88e0d3a76515d86c" ns3:_="" ns4:_="">
    <xsd:import namespace="30ad1be0-ffa7-4f03-b101-b062beb68c87"/>
    <xsd:import namespace="a06245fd-dbba-4df9-b84b-a9faff5c659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d1be0-ffa7-4f03-b101-b062beb68c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245fd-dbba-4df9-b84b-a9faff5c659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B442C2-F865-4503-BEAB-270B8C1255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d1be0-ffa7-4f03-b101-b062beb68c87"/>
    <ds:schemaRef ds:uri="a06245fd-dbba-4df9-b84b-a9faff5c65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D5110D7-11C7-4E14-9E73-F5FD8FF4D3B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EEB635-5C17-4849-A132-FAB76F82ED78}">
  <ds:schemaRefs>
    <ds:schemaRef ds:uri="http://purl.org/dc/dcmitype/"/>
    <ds:schemaRef ds:uri="30ad1be0-ffa7-4f03-b101-b062beb68c87"/>
    <ds:schemaRef ds:uri="a06245fd-dbba-4df9-b84b-a9faff5c659d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5379</TotalTime>
  <Words>257</Words>
  <Application>Microsoft Office PowerPoint</Application>
  <PresentationFormat>Widescreen</PresentationFormat>
  <Paragraphs>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Amlan Mukherjee</dc:creator>
  <cp:lastModifiedBy>Radford Burger</cp:lastModifiedBy>
  <cp:revision>89</cp:revision>
  <dcterms:created xsi:type="dcterms:W3CDTF">2021-08-19T10:15:38Z</dcterms:created>
  <dcterms:modified xsi:type="dcterms:W3CDTF">2022-07-24T21:26:19Z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0x010100CF55EA94E4046E47A47B067566292199</vt:lpwstr>
  </property>
</Properties>
</file>