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3.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2" r:id="rId2"/>
  </p:sldMasterIdLst>
  <p:notesMasterIdLst>
    <p:notesMasterId r:id="rId53"/>
  </p:notesMasterIdLst>
  <p:sldIdLst>
    <p:sldId id="257" r:id="rId3"/>
    <p:sldId id="297" r:id="rId4"/>
    <p:sldId id="291" r:id="rId5"/>
    <p:sldId id="298" r:id="rId6"/>
    <p:sldId id="300" r:id="rId7"/>
    <p:sldId id="314" r:id="rId8"/>
    <p:sldId id="303" r:id="rId9"/>
    <p:sldId id="315" r:id="rId10"/>
    <p:sldId id="302" r:id="rId11"/>
    <p:sldId id="301" r:id="rId12"/>
    <p:sldId id="316" r:id="rId13"/>
    <p:sldId id="317" r:id="rId14"/>
    <p:sldId id="304" r:id="rId15"/>
    <p:sldId id="318" r:id="rId16"/>
    <p:sldId id="319" r:id="rId17"/>
    <p:sldId id="320" r:id="rId18"/>
    <p:sldId id="321" r:id="rId19"/>
    <p:sldId id="322" r:id="rId20"/>
    <p:sldId id="305" r:id="rId21"/>
    <p:sldId id="323" r:id="rId22"/>
    <p:sldId id="324" r:id="rId23"/>
    <p:sldId id="306" r:id="rId24"/>
    <p:sldId id="307" r:id="rId25"/>
    <p:sldId id="325" r:id="rId26"/>
    <p:sldId id="327" r:id="rId27"/>
    <p:sldId id="326" r:id="rId28"/>
    <p:sldId id="308" r:id="rId29"/>
    <p:sldId id="328" r:id="rId30"/>
    <p:sldId id="310" r:id="rId31"/>
    <p:sldId id="330" r:id="rId32"/>
    <p:sldId id="329" r:id="rId33"/>
    <p:sldId id="331" r:id="rId34"/>
    <p:sldId id="332" r:id="rId35"/>
    <p:sldId id="333" r:id="rId36"/>
    <p:sldId id="334" r:id="rId37"/>
    <p:sldId id="335" r:id="rId38"/>
    <p:sldId id="337" r:id="rId39"/>
    <p:sldId id="336" r:id="rId40"/>
    <p:sldId id="309" r:id="rId41"/>
    <p:sldId id="311" r:id="rId42"/>
    <p:sldId id="312" r:id="rId43"/>
    <p:sldId id="339" r:id="rId44"/>
    <p:sldId id="338" r:id="rId45"/>
    <p:sldId id="340" r:id="rId46"/>
    <p:sldId id="341" r:id="rId47"/>
    <p:sldId id="342" r:id="rId48"/>
    <p:sldId id="343" r:id="rId49"/>
    <p:sldId id="313" r:id="rId50"/>
    <p:sldId id="344" r:id="rId51"/>
    <p:sldId id="299" r:id="rId52"/>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57799" marR="57799" indent="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lvl1pPr>
    <a:lvl2pPr marL="57799" marR="57799" indent="34290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lvl2pPr>
    <a:lvl3pPr marL="57799" marR="57799" indent="68580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lvl3pPr>
    <a:lvl4pPr marL="57799" marR="57799" indent="102870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lvl4pPr>
    <a:lvl5pPr marL="57799" marR="57799" indent="137160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lvl5pPr>
    <a:lvl6pPr marL="57799" marR="57799" indent="171450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lvl6pPr>
    <a:lvl7pPr marL="57799" marR="57799" indent="205740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lvl7pPr>
    <a:lvl8pPr marL="57799" marR="57799" indent="240030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lvl8pPr>
    <a:lvl9pPr marL="57799" marR="57799" indent="274320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ruben Naidoo" initials="KN" lastIdx="4" clrIdx="0">
    <p:extLst>
      <p:ext uri="{19B8F6BF-5375-455C-9EA6-DF929625EA0E}">
        <p15:presenceInfo xmlns:p15="http://schemas.microsoft.com/office/powerpoint/2012/main" userId="S::NAIDOOK@cput.ac.za::c903a73b-d01f-4770-bf68-61cc66711b7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565763"/>
    <a:srgbClr val="FFFFFF"/>
    <a:srgbClr val="3FA4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Ref idx="minor">
          <a:srgbClr val="000000"/>
        </a:fontRef>
        <a:srgbClr val="000000"/>
      </a:tcTxStyle>
      <a:tcStyle>
        <a:tcBdr>
          <a:left>
            <a:ln w="28575"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8575"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lastRow>
    <a:fir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8575"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Ref idx="min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Ref idx="min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Ref idx="min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Ref idx="min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9"/>
    <p:restoredTop sz="94740"/>
  </p:normalViewPr>
  <p:slideViewPr>
    <p:cSldViewPr snapToGrid="0" snapToObjects="1">
      <p:cViewPr varScale="1">
        <p:scale>
          <a:sx n="57" d="100"/>
          <a:sy n="57" d="100"/>
        </p:scale>
        <p:origin x="1286" y="67"/>
      </p:cViewPr>
      <p:guideLst>
        <p:guide orient="horz" pos="3072"/>
        <p:guide pos="40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9-25T14:17:29.408" idx="1">
    <p:pos x="10" y="10"/>
    <p:text>rubberduck wont quack and usually squeaks. also rubber ducks dont fly</p:text>
    <p:extLst>
      <p:ext uri="{C676402C-5697-4E1C-873F-D02D1690AC5C}">
        <p15:threadingInfo xmlns:p15="http://schemas.microsoft.com/office/powerpoint/2012/main" timeZoneBias="-120"/>
      </p:ext>
    </p:extLst>
  </p:cm>
  <p:cm authorId="1" dt="2022-09-25T14:27:13.714" idx="2">
    <p:pos x="10" y="146"/>
    <p:text>Mention that Duck is an abstract class</p:text>
    <p:extLst>
      <p:ext uri="{C676402C-5697-4E1C-873F-D02D1690AC5C}">
        <p15:threadingInfo xmlns:p15="http://schemas.microsoft.com/office/powerpoint/2012/main" timeZoneBias="-120">
          <p15:parentCm authorId="1" idx="1"/>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2-09-26T08:17:08.329" idx="3">
    <p:pos x="10" y="10"/>
    <p:text>users can unsubscribe at any point</p:text>
    <p:extLst>
      <p:ext uri="{C676402C-5697-4E1C-873F-D02D1690AC5C}">
        <p15:threadingInfo xmlns:p15="http://schemas.microsoft.com/office/powerpoint/2012/main" timeZoneBias="-120"/>
      </p:ext>
    </p:extLst>
  </p:cm>
  <p:cm authorId="1" dt="2022-09-26T08:17:57.885" idx="4">
    <p:pos x="10" y="146"/>
    <p:text>Furthermore, the data kept by the publishers could be stock quotes, weather updates etc</p:text>
    <p:extLst>
      <p:ext uri="{C676402C-5697-4E1C-873F-D02D1690AC5C}">
        <p15:threadingInfo xmlns:p15="http://schemas.microsoft.com/office/powerpoint/2012/main" timeZoneBias="-120">
          <p15:parentCm authorId="1" idx="3"/>
        </p15:threadingInfo>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5" name="Shape 35"/>
          <p:cNvSpPr>
            <a:spLocks noGrp="1" noRot="1" noChangeAspect="1"/>
          </p:cNvSpPr>
          <p:nvPr>
            <p:ph type="sldImg"/>
          </p:nvPr>
        </p:nvSpPr>
        <p:spPr>
          <a:xfrm>
            <a:off x="1143000" y="685800"/>
            <a:ext cx="4572000" cy="3429000"/>
          </a:xfrm>
          <a:prstGeom prst="rect">
            <a:avLst/>
          </a:prstGeom>
        </p:spPr>
        <p:txBody>
          <a:bodyPr/>
          <a:lstStyle/>
          <a:p>
            <a:endParaRPr/>
          </a:p>
        </p:txBody>
      </p:sp>
      <p:sp>
        <p:nvSpPr>
          <p:cNvPr id="36" name="Shape 36"/>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56332155"/>
      </p:ext>
    </p:extLst>
  </p:cSld>
  <p:clrMap bg1="lt1" tx1="dk1" bg2="lt2" tx2="dk2" accent1="accent1" accent2="accent2" accent3="accent3" accent4="accent4" accent5="accent5" accent6="accent6" hlink="hlink" folHlink="folHlink"/>
  <p:notesStyle>
    <a:lvl1pPr defTabSz="825500" latinLnBrk="0">
      <a:defRPr sz="2200">
        <a:latin typeface="Lucida Grande"/>
        <a:ea typeface="Lucida Grande"/>
        <a:cs typeface="Lucida Grande"/>
        <a:sym typeface="Lucida Grande"/>
      </a:defRPr>
    </a:lvl1pPr>
    <a:lvl2pPr indent="228600" defTabSz="825500" latinLnBrk="0">
      <a:defRPr sz="2200">
        <a:latin typeface="Lucida Grande"/>
        <a:ea typeface="Lucida Grande"/>
        <a:cs typeface="Lucida Grande"/>
        <a:sym typeface="Lucida Grande"/>
      </a:defRPr>
    </a:lvl2pPr>
    <a:lvl3pPr indent="457200" defTabSz="825500" latinLnBrk="0">
      <a:defRPr sz="2200">
        <a:latin typeface="Lucida Grande"/>
        <a:ea typeface="Lucida Grande"/>
        <a:cs typeface="Lucida Grande"/>
        <a:sym typeface="Lucida Grande"/>
      </a:defRPr>
    </a:lvl3pPr>
    <a:lvl4pPr indent="685800" defTabSz="825500" latinLnBrk="0">
      <a:defRPr sz="2200">
        <a:latin typeface="Lucida Grande"/>
        <a:ea typeface="Lucida Grande"/>
        <a:cs typeface="Lucida Grande"/>
        <a:sym typeface="Lucida Grande"/>
      </a:defRPr>
    </a:lvl4pPr>
    <a:lvl5pPr indent="914400" defTabSz="825500" latinLnBrk="0">
      <a:defRPr sz="2200">
        <a:latin typeface="Lucida Grande"/>
        <a:ea typeface="Lucida Grande"/>
        <a:cs typeface="Lucida Grande"/>
        <a:sym typeface="Lucida Grande"/>
      </a:defRPr>
    </a:lvl5pPr>
    <a:lvl6pPr indent="1143000" defTabSz="825500" latinLnBrk="0">
      <a:defRPr sz="2200">
        <a:latin typeface="Lucida Grande"/>
        <a:ea typeface="Lucida Grande"/>
        <a:cs typeface="Lucida Grande"/>
        <a:sym typeface="Lucida Grande"/>
      </a:defRPr>
    </a:lvl6pPr>
    <a:lvl7pPr indent="1371600" defTabSz="825500" latinLnBrk="0">
      <a:defRPr sz="2200">
        <a:latin typeface="Lucida Grande"/>
        <a:ea typeface="Lucida Grande"/>
        <a:cs typeface="Lucida Grande"/>
        <a:sym typeface="Lucida Grande"/>
      </a:defRPr>
    </a:lvl7pPr>
    <a:lvl8pPr indent="1600200" defTabSz="825500" latinLnBrk="0">
      <a:defRPr sz="2200">
        <a:latin typeface="Lucida Grande"/>
        <a:ea typeface="Lucida Grande"/>
        <a:cs typeface="Lucida Grande"/>
        <a:sym typeface="Lucida Grande"/>
      </a:defRPr>
    </a:lvl8pPr>
    <a:lvl9pPr indent="1828800" defTabSz="825500" latinLnBrk="0">
      <a:defRPr sz="22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vmlDrawing" Target="../drawings/vmlDrawing1.v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vmlDrawing" Target="../drawings/vmlDrawing2.v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vmlDrawing" Target="../drawings/vmlDrawing3.v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vmlDrawing" Target="../drawings/vmlDrawing4.v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vmlDrawing" Target="../drawings/vmlDrawing5.vml"/><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vmlDrawing" Target="../drawings/vmlDrawing6.v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vmlDrawing" Target="../drawings/vmlDrawing7.v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Master #4">
    <p:spTree>
      <p:nvGrpSpPr>
        <p:cNvPr id="1" name=""/>
        <p:cNvGrpSpPr/>
        <p:nvPr/>
      </p:nvGrpSpPr>
      <p:grpSpPr>
        <a:xfrm>
          <a:off x="0" y="0"/>
          <a:ext cx="0" cy="0"/>
          <a:chOff x="0" y="0"/>
          <a:chExt cx="0" cy="0"/>
        </a:xfrm>
      </p:grpSpPr>
      <p:sp>
        <p:nvSpPr>
          <p:cNvPr id="12" name="Shape 12"/>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58613" y="1950720"/>
            <a:ext cx="11166788" cy="260096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7964"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58613" y="4591695"/>
            <a:ext cx="11171123" cy="2492587"/>
          </a:xfrm>
        </p:spPr>
        <p:txBody>
          <a:bodyPr lIns="0" rIns="18288"/>
          <a:lstStyle>
            <a:lvl1pPr marL="0" marR="65023" indent="0" algn="r">
              <a:buNone/>
              <a:defRPr>
                <a:solidFill>
                  <a:schemeClr val="tx1"/>
                </a:solidFill>
              </a:defRPr>
            </a:lvl1pPr>
            <a:lvl2pPr marL="650230" indent="0" algn="ctr">
              <a:buNone/>
            </a:lvl2pPr>
            <a:lvl3pPr marL="1300460" indent="0" algn="ctr">
              <a:buNone/>
            </a:lvl3pPr>
            <a:lvl4pPr marL="1950690" indent="0" algn="ctr">
              <a:buNone/>
            </a:lvl4pPr>
            <a:lvl5pPr marL="2600919" indent="0" algn="ctr">
              <a:buNone/>
            </a:lvl5pPr>
            <a:lvl6pPr marL="3251149" indent="0" algn="ctr">
              <a:buNone/>
            </a:lvl6pPr>
            <a:lvl7pPr marL="3901379" indent="0" algn="ctr">
              <a:buNone/>
            </a:lvl7pPr>
            <a:lvl8pPr marL="4551609" indent="0" algn="ctr">
              <a:buNone/>
            </a:lvl8pPr>
            <a:lvl9pPr marL="5201839"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a:lvl1pPr>
          </a:lstStyle>
          <a:p>
            <a:pPr>
              <a:defRPr/>
            </a:pPr>
            <a:fld id="{F89C9245-06E4-4AF3-AC98-4FE9758843C1}" type="datetimeFigureOut">
              <a:rPr lang="en-US"/>
              <a:pPr>
                <a:defRPr/>
              </a:pPr>
              <a:t>9/26/2022</a:t>
            </a:fld>
            <a:endParaRPr lang="en-GB"/>
          </a:p>
        </p:txBody>
      </p:sp>
      <p:sp>
        <p:nvSpPr>
          <p:cNvPr id="5" name="Footer Placeholder 18"/>
          <p:cNvSpPr>
            <a:spLocks noGrp="1"/>
          </p:cNvSpPr>
          <p:nvPr>
            <p:ph type="ftr" sz="quarter" idx="11"/>
          </p:nvPr>
        </p:nvSpPr>
        <p:spPr/>
        <p:txBody>
          <a:bodyPr/>
          <a:lstStyle>
            <a:lvl1pPr>
              <a:defRPr/>
            </a:lvl1pPr>
          </a:lstStyle>
          <a:p>
            <a:pPr>
              <a:defRPr/>
            </a:pPr>
            <a:endParaRPr lang="en-GB"/>
          </a:p>
        </p:txBody>
      </p:sp>
      <p:sp>
        <p:nvSpPr>
          <p:cNvPr id="6" name="Slide Number Placeholder 26"/>
          <p:cNvSpPr>
            <a:spLocks noGrp="1"/>
          </p:cNvSpPr>
          <p:nvPr>
            <p:ph type="sldNum" sz="quarter" idx="12"/>
          </p:nvPr>
        </p:nvSpPr>
        <p:spPr/>
        <p:txBody>
          <a:bodyPr/>
          <a:lstStyle>
            <a:lvl1pPr>
              <a:defRPr/>
            </a:lvl1pPr>
          </a:lstStyle>
          <a:p>
            <a:pPr>
              <a:defRPr/>
            </a:pPr>
            <a:fld id="{06891E39-1BC2-4699-8468-95083447B632}" type="slidenum">
              <a:rPr lang="en-GB"/>
              <a:pPr>
                <a:defRPr/>
              </a:pPr>
              <a:t>‹#›</a:t>
            </a:fld>
            <a:endParaRPr lang="en-GB"/>
          </a:p>
        </p:txBody>
      </p:sp>
    </p:spTree>
    <p:extLst>
      <p:ext uri="{BB962C8B-B14F-4D97-AF65-F5344CB8AC3E}">
        <p14:creationId xmlns:p14="http://schemas.microsoft.com/office/powerpoint/2010/main" val="3959012290"/>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FC0CE181-F570-4C9E-BAC6-68CBB307E45E}" type="datetimeFigureOut">
              <a:rPr lang="en-US"/>
              <a:pPr>
                <a:defRPr/>
              </a:pPr>
              <a:t>9/26/2022</a:t>
            </a:fld>
            <a:endParaRPr lang="en-GB"/>
          </a:p>
        </p:txBody>
      </p:sp>
      <p:sp>
        <p:nvSpPr>
          <p:cNvPr id="5" name="Footer Placeholder 21"/>
          <p:cNvSpPr>
            <a:spLocks noGrp="1"/>
          </p:cNvSpPr>
          <p:nvPr>
            <p:ph type="ftr" sz="quarter" idx="11"/>
          </p:nvPr>
        </p:nvSpPr>
        <p:spPr/>
        <p:txBody>
          <a:bodyPr/>
          <a:lstStyle>
            <a:lvl1pPr>
              <a:defRPr/>
            </a:lvl1pPr>
          </a:lstStyle>
          <a:p>
            <a:pPr>
              <a:defRPr/>
            </a:pPr>
            <a:endParaRPr lang="en-GB"/>
          </a:p>
        </p:txBody>
      </p:sp>
      <p:sp>
        <p:nvSpPr>
          <p:cNvPr id="6" name="Slide Number Placeholder 17"/>
          <p:cNvSpPr>
            <a:spLocks noGrp="1"/>
          </p:cNvSpPr>
          <p:nvPr>
            <p:ph type="sldNum" sz="quarter" idx="12"/>
          </p:nvPr>
        </p:nvSpPr>
        <p:spPr/>
        <p:txBody>
          <a:bodyPr/>
          <a:lstStyle>
            <a:lvl1pPr>
              <a:defRPr/>
            </a:lvl1pPr>
          </a:lstStyle>
          <a:p>
            <a:pPr>
              <a:defRPr/>
            </a:pPr>
            <a:fld id="{706E0F17-C114-4627-ABFD-46056CC0C2BE}" type="slidenum">
              <a:rPr lang="en-GB"/>
              <a:pPr>
                <a:defRPr/>
              </a:pPr>
              <a:t>‹#›</a:t>
            </a:fld>
            <a:endParaRPr lang="en-GB"/>
          </a:p>
        </p:txBody>
      </p:sp>
      <p:graphicFrame>
        <p:nvGraphicFramePr>
          <p:cNvPr id="7" name="Object 4"/>
          <p:cNvGraphicFramePr>
            <a:graphicFrameLocks noChangeAspect="1"/>
          </p:cNvGraphicFramePr>
          <p:nvPr userDrawn="1">
            <p:extLst>
              <p:ext uri="{D42A27DB-BD31-4B8C-83A1-F6EECF244321}">
                <p14:modId xmlns:p14="http://schemas.microsoft.com/office/powerpoint/2010/main" val="3423915273"/>
              </p:ext>
            </p:extLst>
          </p:nvPr>
        </p:nvGraphicFramePr>
        <p:xfrm>
          <a:off x="8448217" y="7949142"/>
          <a:ext cx="4456853" cy="1747520"/>
        </p:xfrm>
        <a:graphic>
          <a:graphicData uri="http://schemas.openxmlformats.org/presentationml/2006/ole">
            <mc:AlternateContent xmlns:mc="http://schemas.openxmlformats.org/markup-compatibility/2006">
              <mc:Choice xmlns:v="urn:schemas-microsoft-com:vml" Requires="v">
                <p:oleObj spid="_x0000_s2080" r:id="rId3" imgW="3352381" imgH="885949" progId="">
                  <p:embed/>
                </p:oleObj>
              </mc:Choice>
              <mc:Fallback>
                <p:oleObj r:id="rId3" imgW="3352381" imgH="885949" progId="">
                  <p:embed/>
                  <p:pic>
                    <p:nvPicPr>
                      <p:cNvPr id="7" name="Object 4"/>
                      <p:cNvPicPr>
                        <a:picLocks noChangeAspect="1" noChangeArrowheads="1"/>
                      </p:cNvPicPr>
                      <p:nvPr/>
                    </p:nvPicPr>
                    <p:blipFill>
                      <a:blip r:embed="rId4">
                        <a:extLst>
                          <a:ext uri="{28A0092B-C50C-407E-A947-70E740481C1C}">
                            <a14:useLocalDpi xmlns:a14="http://schemas.microsoft.com/office/drawing/2010/main" val="0"/>
                          </a:ext>
                        </a:extLst>
                      </a:blip>
                      <a:srcRect l="20827" r="11563"/>
                      <a:stretch>
                        <a:fillRect/>
                      </a:stretch>
                    </p:blipFill>
                    <p:spPr bwMode="auto">
                      <a:xfrm>
                        <a:off x="8448217" y="7949142"/>
                        <a:ext cx="4456853" cy="1747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p:cNvPicPr>
            <a:picLocks noChangeAspect="1"/>
          </p:cNvPicPr>
          <p:nvPr userDrawn="1"/>
        </p:nvPicPr>
        <p:blipFill>
          <a:blip r:embed="rId5"/>
          <a:stretch>
            <a:fillRect/>
          </a:stretch>
        </p:blipFill>
        <p:spPr>
          <a:xfrm>
            <a:off x="32204" y="8403362"/>
            <a:ext cx="6162962" cy="1286773"/>
          </a:xfrm>
          <a:prstGeom prst="rect">
            <a:avLst/>
          </a:prstGeom>
        </p:spPr>
      </p:pic>
    </p:spTree>
    <p:extLst>
      <p:ext uri="{BB962C8B-B14F-4D97-AF65-F5344CB8AC3E}">
        <p14:creationId xmlns:p14="http://schemas.microsoft.com/office/powerpoint/2010/main" val="1300017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54278" y="1872691"/>
            <a:ext cx="11054080" cy="1937715"/>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7964"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54278" y="3846633"/>
            <a:ext cx="11054080" cy="2147146"/>
          </a:xfrm>
        </p:spPr>
        <p:txBody>
          <a:bodyPr lIns="45720" rIns="45720"/>
          <a:lstStyle>
            <a:lvl1pPr marL="0" indent="0">
              <a:buNone/>
              <a:defRPr sz="3129">
                <a:solidFill>
                  <a:schemeClr val="tx1"/>
                </a:solidFill>
              </a:defRPr>
            </a:lvl1pPr>
            <a:lvl2pPr>
              <a:buNone/>
              <a:defRPr sz="2560">
                <a:solidFill>
                  <a:schemeClr val="tx1">
                    <a:tint val="75000"/>
                  </a:schemeClr>
                </a:solidFill>
              </a:defRPr>
            </a:lvl2pPr>
            <a:lvl3pPr>
              <a:buNone/>
              <a:defRPr sz="2276">
                <a:solidFill>
                  <a:schemeClr val="tx1">
                    <a:tint val="75000"/>
                  </a:schemeClr>
                </a:solidFill>
              </a:defRPr>
            </a:lvl3pPr>
            <a:lvl4pPr>
              <a:buNone/>
              <a:defRPr sz="1991">
                <a:solidFill>
                  <a:schemeClr val="tx1">
                    <a:tint val="75000"/>
                  </a:schemeClr>
                </a:solidFill>
              </a:defRPr>
            </a:lvl4pPr>
            <a:lvl5pPr>
              <a:buNone/>
              <a:defRPr sz="1991">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FF4A2EC-1F90-46F0-BFA7-D9EA5069DBC7}" type="datetimeFigureOut">
              <a:rPr lang="en-US"/>
              <a:pPr>
                <a:defRPr/>
              </a:pPr>
              <a:t>9/26/2022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BEC1CD1E-F723-4684-96AB-C3A4237862B9}" type="slidenum">
              <a:rPr lang="en-GB"/>
              <a:pPr>
                <a:defRPr/>
              </a:pPr>
              <a:t>‹#›</a:t>
            </a:fld>
            <a:endParaRPr lang="en-GB"/>
          </a:p>
        </p:txBody>
      </p:sp>
    </p:spTree>
    <p:extLst>
      <p:ext uri="{BB962C8B-B14F-4D97-AF65-F5344CB8AC3E}">
        <p14:creationId xmlns:p14="http://schemas.microsoft.com/office/powerpoint/2010/main" val="402936844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50240" y="1001370"/>
            <a:ext cx="11704320" cy="1625600"/>
          </a:xfrm>
        </p:spPr>
        <p:txBody>
          <a:bodyPr/>
          <a:lstStyle/>
          <a:p>
            <a:r>
              <a:rPr lang="en-US"/>
              <a:t>Click to edit Master title style</a:t>
            </a:r>
          </a:p>
        </p:txBody>
      </p:sp>
      <p:sp>
        <p:nvSpPr>
          <p:cNvPr id="3" name="Content Placeholder 2"/>
          <p:cNvSpPr>
            <a:spLocks noGrp="1"/>
          </p:cNvSpPr>
          <p:nvPr>
            <p:ph sz="half" idx="1"/>
          </p:nvPr>
        </p:nvSpPr>
        <p:spPr>
          <a:xfrm>
            <a:off x="650240" y="2730788"/>
            <a:ext cx="5743787" cy="6307328"/>
          </a:xfrm>
        </p:spPr>
        <p:txBody>
          <a:bodyPr/>
          <a:lstStyle>
            <a:lvl1pPr>
              <a:defRPr sz="3698"/>
            </a:lvl1pPr>
            <a:lvl2pPr>
              <a:defRPr sz="3413"/>
            </a:lvl2pPr>
            <a:lvl3pPr>
              <a:defRPr sz="2844"/>
            </a:lvl3pPr>
            <a:lvl4pPr>
              <a:defRPr sz="2560"/>
            </a:lvl4pPr>
            <a:lvl5pPr>
              <a:defRPr sz="25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10773" y="2730788"/>
            <a:ext cx="5743787" cy="6307328"/>
          </a:xfrm>
        </p:spPr>
        <p:txBody>
          <a:bodyPr/>
          <a:lstStyle>
            <a:lvl1pPr>
              <a:defRPr sz="3698"/>
            </a:lvl1pPr>
            <a:lvl2pPr>
              <a:defRPr sz="3413"/>
            </a:lvl2pPr>
            <a:lvl3pPr>
              <a:defRPr sz="2844"/>
            </a:lvl3pPr>
            <a:lvl4pPr>
              <a:defRPr sz="2560"/>
            </a:lvl4pPr>
            <a:lvl5pPr>
              <a:defRPr sz="25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9CDB2F0A-1164-4234-A261-3AB7C3CCB10F}" type="datetimeFigureOut">
              <a:rPr lang="en-US"/>
              <a:pPr>
                <a:defRPr/>
              </a:pPr>
              <a:t>9/26/2022</a:t>
            </a:fld>
            <a:endParaRPr lang="en-GB"/>
          </a:p>
        </p:txBody>
      </p:sp>
      <p:sp>
        <p:nvSpPr>
          <p:cNvPr id="6" name="Footer Placeholder 21"/>
          <p:cNvSpPr>
            <a:spLocks noGrp="1"/>
          </p:cNvSpPr>
          <p:nvPr>
            <p:ph type="ftr" sz="quarter" idx="11"/>
          </p:nvPr>
        </p:nvSpPr>
        <p:spPr/>
        <p:txBody>
          <a:bodyPr/>
          <a:lstStyle>
            <a:lvl1pPr>
              <a:defRPr/>
            </a:lvl1pPr>
          </a:lstStyle>
          <a:p>
            <a:pPr>
              <a:defRPr/>
            </a:pPr>
            <a:endParaRPr lang="en-GB"/>
          </a:p>
        </p:txBody>
      </p:sp>
      <p:sp>
        <p:nvSpPr>
          <p:cNvPr id="7" name="Slide Number Placeholder 17"/>
          <p:cNvSpPr>
            <a:spLocks noGrp="1"/>
          </p:cNvSpPr>
          <p:nvPr>
            <p:ph type="sldNum" sz="quarter" idx="12"/>
          </p:nvPr>
        </p:nvSpPr>
        <p:spPr/>
        <p:txBody>
          <a:bodyPr/>
          <a:lstStyle>
            <a:lvl1pPr>
              <a:defRPr/>
            </a:lvl1pPr>
          </a:lstStyle>
          <a:p>
            <a:pPr>
              <a:defRPr/>
            </a:pPr>
            <a:fld id="{2652D0DA-4DE2-4A93-B88E-040AB0493D67}" type="slidenum">
              <a:rPr lang="en-GB"/>
              <a:pPr>
                <a:defRPr/>
              </a:pPr>
              <a:t>‹#›</a:t>
            </a:fld>
            <a:endParaRPr lang="en-GB"/>
          </a:p>
        </p:txBody>
      </p:sp>
      <p:graphicFrame>
        <p:nvGraphicFramePr>
          <p:cNvPr id="8" name="Object 4"/>
          <p:cNvGraphicFramePr>
            <a:graphicFrameLocks noChangeAspect="1"/>
          </p:cNvGraphicFramePr>
          <p:nvPr userDrawn="1">
            <p:extLst>
              <p:ext uri="{D42A27DB-BD31-4B8C-83A1-F6EECF244321}">
                <p14:modId xmlns:p14="http://schemas.microsoft.com/office/powerpoint/2010/main" val="585985757"/>
              </p:ext>
            </p:extLst>
          </p:nvPr>
        </p:nvGraphicFramePr>
        <p:xfrm>
          <a:off x="8448217" y="7949142"/>
          <a:ext cx="4456853" cy="1747520"/>
        </p:xfrm>
        <a:graphic>
          <a:graphicData uri="http://schemas.openxmlformats.org/presentationml/2006/ole">
            <mc:AlternateContent xmlns:mc="http://schemas.openxmlformats.org/markup-compatibility/2006">
              <mc:Choice xmlns:v="urn:schemas-microsoft-com:vml" Requires="v">
                <p:oleObj spid="_x0000_s3104" r:id="rId3" imgW="3352381" imgH="885949" progId="">
                  <p:embed/>
                </p:oleObj>
              </mc:Choice>
              <mc:Fallback>
                <p:oleObj r:id="rId3" imgW="3352381" imgH="885949" progId="">
                  <p:embed/>
                  <p:pic>
                    <p:nvPicPr>
                      <p:cNvPr id="8" name="Object 4"/>
                      <p:cNvPicPr>
                        <a:picLocks noChangeAspect="1" noChangeArrowheads="1"/>
                      </p:cNvPicPr>
                      <p:nvPr/>
                    </p:nvPicPr>
                    <p:blipFill>
                      <a:blip r:embed="rId4">
                        <a:extLst>
                          <a:ext uri="{28A0092B-C50C-407E-A947-70E740481C1C}">
                            <a14:useLocalDpi xmlns:a14="http://schemas.microsoft.com/office/drawing/2010/main" val="0"/>
                          </a:ext>
                        </a:extLst>
                      </a:blip>
                      <a:srcRect l="20827" r="11563"/>
                      <a:stretch>
                        <a:fillRect/>
                      </a:stretch>
                    </p:blipFill>
                    <p:spPr bwMode="auto">
                      <a:xfrm>
                        <a:off x="8448217" y="7949142"/>
                        <a:ext cx="4456853" cy="1747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8"/>
          <p:cNvPicPr>
            <a:picLocks noChangeAspect="1"/>
          </p:cNvPicPr>
          <p:nvPr userDrawn="1"/>
        </p:nvPicPr>
        <p:blipFill>
          <a:blip r:embed="rId5"/>
          <a:stretch>
            <a:fillRect/>
          </a:stretch>
        </p:blipFill>
        <p:spPr>
          <a:xfrm>
            <a:off x="32204" y="8403362"/>
            <a:ext cx="6162962" cy="1286773"/>
          </a:xfrm>
          <a:prstGeom prst="rect">
            <a:avLst/>
          </a:prstGeom>
        </p:spPr>
      </p:pic>
    </p:spTree>
    <p:extLst>
      <p:ext uri="{BB962C8B-B14F-4D97-AF65-F5344CB8AC3E}">
        <p14:creationId xmlns:p14="http://schemas.microsoft.com/office/powerpoint/2010/main" val="58347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240" y="1001370"/>
            <a:ext cx="11704320" cy="16256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50240" y="2638575"/>
            <a:ext cx="5746045" cy="937745"/>
          </a:xfrm>
        </p:spPr>
        <p:txBody>
          <a:bodyPr lIns="45720" tIns="0" rIns="45720" bIns="0" anchor="ctr">
            <a:noAutofit/>
          </a:bodyPr>
          <a:lstStyle>
            <a:lvl1pPr marL="0" indent="0">
              <a:buNone/>
              <a:defRPr sz="3413" b="1" cap="none" baseline="0">
                <a:solidFill>
                  <a:schemeClr val="tx2"/>
                </a:solidFill>
                <a:effectLst/>
              </a:defRPr>
            </a:lvl1pPr>
            <a:lvl2pPr>
              <a:buNone/>
              <a:defRPr sz="2844" b="1"/>
            </a:lvl2pPr>
            <a:lvl3pPr>
              <a:buNone/>
              <a:defRPr sz="2560" b="1"/>
            </a:lvl3pPr>
            <a:lvl4pPr>
              <a:buNone/>
              <a:defRPr sz="2276" b="1"/>
            </a:lvl4pPr>
            <a:lvl5pPr>
              <a:buNone/>
              <a:defRPr sz="2276" b="1"/>
            </a:lvl5pPr>
          </a:lstStyle>
          <a:p>
            <a:pPr lvl="0"/>
            <a:r>
              <a:rPr lang="en-US"/>
              <a:t>Click to edit Master text styles</a:t>
            </a:r>
          </a:p>
        </p:txBody>
      </p:sp>
      <p:sp>
        <p:nvSpPr>
          <p:cNvPr id="4" name="Text Placeholder 3"/>
          <p:cNvSpPr>
            <a:spLocks noGrp="1"/>
          </p:cNvSpPr>
          <p:nvPr>
            <p:ph type="body" sz="half" idx="3"/>
          </p:nvPr>
        </p:nvSpPr>
        <p:spPr>
          <a:xfrm>
            <a:off x="6606259" y="2644989"/>
            <a:ext cx="5748302" cy="931332"/>
          </a:xfrm>
        </p:spPr>
        <p:txBody>
          <a:bodyPr lIns="45720" tIns="0" rIns="45720" bIns="0" anchor="ctr"/>
          <a:lstStyle>
            <a:lvl1pPr marL="0" indent="0">
              <a:buNone/>
              <a:defRPr sz="3413" b="1" cap="none" baseline="0">
                <a:solidFill>
                  <a:schemeClr val="tx2"/>
                </a:solidFill>
                <a:effectLst/>
              </a:defRPr>
            </a:lvl1pPr>
            <a:lvl2pPr>
              <a:buNone/>
              <a:defRPr sz="2844" b="1"/>
            </a:lvl2pPr>
            <a:lvl3pPr>
              <a:buNone/>
              <a:defRPr sz="2560" b="1"/>
            </a:lvl3pPr>
            <a:lvl4pPr>
              <a:buNone/>
              <a:defRPr sz="2276" b="1"/>
            </a:lvl4pPr>
            <a:lvl5pPr>
              <a:buNone/>
              <a:defRPr sz="2276" b="1"/>
            </a:lvl5pPr>
          </a:lstStyle>
          <a:p>
            <a:pPr lvl="0"/>
            <a:r>
              <a:rPr lang="en-US"/>
              <a:t>Click to edit Master text styles</a:t>
            </a:r>
          </a:p>
        </p:txBody>
      </p:sp>
      <p:sp>
        <p:nvSpPr>
          <p:cNvPr id="5" name="Content Placeholder 4"/>
          <p:cNvSpPr>
            <a:spLocks noGrp="1"/>
          </p:cNvSpPr>
          <p:nvPr>
            <p:ph sz="quarter" idx="2"/>
          </p:nvPr>
        </p:nvSpPr>
        <p:spPr>
          <a:xfrm>
            <a:off x="650240" y="3576320"/>
            <a:ext cx="5746045" cy="5469468"/>
          </a:xfrm>
        </p:spPr>
        <p:txBody>
          <a:bodyPr tIns="0"/>
          <a:lstStyle>
            <a:lvl1pPr>
              <a:defRPr sz="3129"/>
            </a:lvl1pPr>
            <a:lvl2pPr>
              <a:defRPr sz="2844"/>
            </a:lvl2pPr>
            <a:lvl3pPr>
              <a:defRPr sz="2560"/>
            </a:lvl3pPr>
            <a:lvl4pPr>
              <a:defRPr sz="2276"/>
            </a:lvl4pPr>
            <a:lvl5pPr>
              <a:defRPr sz="227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606259" y="3576320"/>
            <a:ext cx="5748302" cy="5469468"/>
          </a:xfrm>
        </p:spPr>
        <p:txBody>
          <a:bodyPr tIns="0"/>
          <a:lstStyle>
            <a:lvl1pPr>
              <a:defRPr sz="3129"/>
            </a:lvl1pPr>
            <a:lvl2pPr>
              <a:defRPr sz="2844"/>
            </a:lvl2pPr>
            <a:lvl3pPr>
              <a:defRPr sz="2560"/>
            </a:lvl3pPr>
            <a:lvl4pPr>
              <a:defRPr sz="2276"/>
            </a:lvl4pPr>
            <a:lvl5pPr>
              <a:defRPr sz="227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626840F9-C69C-4197-AD4E-DB91B2A872DF}" type="datetimeFigureOut">
              <a:rPr lang="en-US"/>
              <a:pPr>
                <a:defRPr/>
              </a:pPr>
              <a:t>9/26/2022</a:t>
            </a:fld>
            <a:endParaRPr lang="en-GB"/>
          </a:p>
        </p:txBody>
      </p:sp>
      <p:sp>
        <p:nvSpPr>
          <p:cNvPr id="8" name="Footer Placeholder 21"/>
          <p:cNvSpPr>
            <a:spLocks noGrp="1"/>
          </p:cNvSpPr>
          <p:nvPr>
            <p:ph type="ftr" sz="quarter" idx="11"/>
          </p:nvPr>
        </p:nvSpPr>
        <p:spPr/>
        <p:txBody>
          <a:bodyPr/>
          <a:lstStyle>
            <a:lvl1pPr>
              <a:defRPr/>
            </a:lvl1pPr>
          </a:lstStyle>
          <a:p>
            <a:pPr>
              <a:defRPr/>
            </a:pPr>
            <a:endParaRPr lang="en-GB"/>
          </a:p>
        </p:txBody>
      </p:sp>
      <p:sp>
        <p:nvSpPr>
          <p:cNvPr id="9" name="Slide Number Placeholder 17"/>
          <p:cNvSpPr>
            <a:spLocks noGrp="1"/>
          </p:cNvSpPr>
          <p:nvPr>
            <p:ph type="sldNum" sz="quarter" idx="12"/>
          </p:nvPr>
        </p:nvSpPr>
        <p:spPr/>
        <p:txBody>
          <a:bodyPr/>
          <a:lstStyle>
            <a:lvl1pPr>
              <a:defRPr/>
            </a:lvl1pPr>
          </a:lstStyle>
          <a:p>
            <a:pPr>
              <a:defRPr/>
            </a:pPr>
            <a:fld id="{DAACB4D1-04C4-47D7-9E05-47A93FD889C1}" type="slidenum">
              <a:rPr lang="en-GB"/>
              <a:pPr>
                <a:defRPr/>
              </a:pPr>
              <a:t>‹#›</a:t>
            </a:fld>
            <a:endParaRPr lang="en-GB"/>
          </a:p>
        </p:txBody>
      </p:sp>
      <p:graphicFrame>
        <p:nvGraphicFramePr>
          <p:cNvPr id="11" name="Object 4"/>
          <p:cNvGraphicFramePr>
            <a:graphicFrameLocks noChangeAspect="1"/>
          </p:cNvGraphicFramePr>
          <p:nvPr userDrawn="1">
            <p:extLst>
              <p:ext uri="{D42A27DB-BD31-4B8C-83A1-F6EECF244321}">
                <p14:modId xmlns:p14="http://schemas.microsoft.com/office/powerpoint/2010/main" val="1673399009"/>
              </p:ext>
            </p:extLst>
          </p:nvPr>
        </p:nvGraphicFramePr>
        <p:xfrm>
          <a:off x="8448217" y="7949142"/>
          <a:ext cx="4456853" cy="1747520"/>
        </p:xfrm>
        <a:graphic>
          <a:graphicData uri="http://schemas.openxmlformats.org/presentationml/2006/ole">
            <mc:AlternateContent xmlns:mc="http://schemas.openxmlformats.org/markup-compatibility/2006">
              <mc:Choice xmlns:v="urn:schemas-microsoft-com:vml" Requires="v">
                <p:oleObj spid="_x0000_s4128" r:id="rId3" imgW="3352381" imgH="885949" progId="">
                  <p:embed/>
                </p:oleObj>
              </mc:Choice>
              <mc:Fallback>
                <p:oleObj r:id="rId3" imgW="3352381" imgH="885949" progId="">
                  <p:embed/>
                  <p:pic>
                    <p:nvPicPr>
                      <p:cNvPr id="11" name="Object 4"/>
                      <p:cNvPicPr>
                        <a:picLocks noChangeAspect="1" noChangeArrowheads="1"/>
                      </p:cNvPicPr>
                      <p:nvPr/>
                    </p:nvPicPr>
                    <p:blipFill>
                      <a:blip r:embed="rId4">
                        <a:extLst>
                          <a:ext uri="{28A0092B-C50C-407E-A947-70E740481C1C}">
                            <a14:useLocalDpi xmlns:a14="http://schemas.microsoft.com/office/drawing/2010/main" val="0"/>
                          </a:ext>
                        </a:extLst>
                      </a:blip>
                      <a:srcRect l="20827" r="11563"/>
                      <a:stretch>
                        <a:fillRect/>
                      </a:stretch>
                    </p:blipFill>
                    <p:spPr bwMode="auto">
                      <a:xfrm>
                        <a:off x="8448217" y="7949142"/>
                        <a:ext cx="4456853" cy="1747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Picture 11"/>
          <p:cNvPicPr>
            <a:picLocks noChangeAspect="1"/>
          </p:cNvPicPr>
          <p:nvPr userDrawn="1"/>
        </p:nvPicPr>
        <p:blipFill>
          <a:blip r:embed="rId5"/>
          <a:stretch>
            <a:fillRect/>
          </a:stretch>
        </p:blipFill>
        <p:spPr>
          <a:xfrm>
            <a:off x="32204" y="8403362"/>
            <a:ext cx="6162962" cy="1286773"/>
          </a:xfrm>
          <a:prstGeom prst="rect">
            <a:avLst/>
          </a:prstGeom>
        </p:spPr>
      </p:pic>
    </p:spTree>
    <p:extLst>
      <p:ext uri="{BB962C8B-B14F-4D97-AF65-F5344CB8AC3E}">
        <p14:creationId xmlns:p14="http://schemas.microsoft.com/office/powerpoint/2010/main" val="3583954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50240" y="1001370"/>
            <a:ext cx="11812693" cy="16256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7111"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0985884E-7715-4647-96A9-01B1B67FC6B7}" type="datetimeFigureOut">
              <a:rPr lang="en-US"/>
              <a:pPr>
                <a:defRPr/>
              </a:pPr>
              <a:t>9/26/2022</a:t>
            </a:fld>
            <a:endParaRPr lang="en-GB"/>
          </a:p>
        </p:txBody>
      </p:sp>
      <p:sp>
        <p:nvSpPr>
          <p:cNvPr id="4" name="Footer Placeholder 21"/>
          <p:cNvSpPr>
            <a:spLocks noGrp="1"/>
          </p:cNvSpPr>
          <p:nvPr>
            <p:ph type="ftr" sz="quarter" idx="11"/>
          </p:nvPr>
        </p:nvSpPr>
        <p:spPr/>
        <p:txBody>
          <a:bodyPr/>
          <a:lstStyle>
            <a:lvl1pPr>
              <a:defRPr/>
            </a:lvl1pPr>
          </a:lstStyle>
          <a:p>
            <a:pPr>
              <a:defRPr/>
            </a:pPr>
            <a:endParaRPr lang="en-GB"/>
          </a:p>
        </p:txBody>
      </p:sp>
      <p:sp>
        <p:nvSpPr>
          <p:cNvPr id="5" name="Slide Number Placeholder 17"/>
          <p:cNvSpPr>
            <a:spLocks noGrp="1"/>
          </p:cNvSpPr>
          <p:nvPr>
            <p:ph type="sldNum" sz="quarter" idx="12"/>
          </p:nvPr>
        </p:nvSpPr>
        <p:spPr/>
        <p:txBody>
          <a:bodyPr/>
          <a:lstStyle>
            <a:lvl1pPr>
              <a:defRPr/>
            </a:lvl1pPr>
          </a:lstStyle>
          <a:p>
            <a:pPr>
              <a:defRPr/>
            </a:pPr>
            <a:fld id="{263B8BC3-CC61-4885-BA11-C956DB67DE2A}" type="slidenum">
              <a:rPr lang="en-GB"/>
              <a:pPr>
                <a:defRPr/>
              </a:pPr>
              <a:t>‹#›</a:t>
            </a:fld>
            <a:endParaRPr lang="en-GB"/>
          </a:p>
        </p:txBody>
      </p:sp>
      <p:graphicFrame>
        <p:nvGraphicFramePr>
          <p:cNvPr id="7" name="Object 4"/>
          <p:cNvGraphicFramePr>
            <a:graphicFrameLocks noChangeAspect="1"/>
          </p:cNvGraphicFramePr>
          <p:nvPr userDrawn="1">
            <p:extLst>
              <p:ext uri="{D42A27DB-BD31-4B8C-83A1-F6EECF244321}">
                <p14:modId xmlns:p14="http://schemas.microsoft.com/office/powerpoint/2010/main" val="3015952668"/>
              </p:ext>
            </p:extLst>
          </p:nvPr>
        </p:nvGraphicFramePr>
        <p:xfrm>
          <a:off x="8448217" y="7949142"/>
          <a:ext cx="4456853" cy="1747520"/>
        </p:xfrm>
        <a:graphic>
          <a:graphicData uri="http://schemas.openxmlformats.org/presentationml/2006/ole">
            <mc:AlternateContent xmlns:mc="http://schemas.openxmlformats.org/markup-compatibility/2006">
              <mc:Choice xmlns:v="urn:schemas-microsoft-com:vml" Requires="v">
                <p:oleObj spid="_x0000_s5152" r:id="rId3" imgW="3352381" imgH="885949" progId="">
                  <p:embed/>
                </p:oleObj>
              </mc:Choice>
              <mc:Fallback>
                <p:oleObj r:id="rId3" imgW="3352381" imgH="885949" progId="">
                  <p:embed/>
                  <p:pic>
                    <p:nvPicPr>
                      <p:cNvPr id="7" name="Object 4"/>
                      <p:cNvPicPr>
                        <a:picLocks noChangeAspect="1" noChangeArrowheads="1"/>
                      </p:cNvPicPr>
                      <p:nvPr/>
                    </p:nvPicPr>
                    <p:blipFill>
                      <a:blip r:embed="rId4">
                        <a:extLst>
                          <a:ext uri="{28A0092B-C50C-407E-A947-70E740481C1C}">
                            <a14:useLocalDpi xmlns:a14="http://schemas.microsoft.com/office/drawing/2010/main" val="0"/>
                          </a:ext>
                        </a:extLst>
                      </a:blip>
                      <a:srcRect l="20827" r="11563"/>
                      <a:stretch>
                        <a:fillRect/>
                      </a:stretch>
                    </p:blipFill>
                    <p:spPr bwMode="auto">
                      <a:xfrm>
                        <a:off x="8448217" y="7949142"/>
                        <a:ext cx="4456853" cy="1747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p:cNvPicPr>
            <a:picLocks noChangeAspect="1"/>
          </p:cNvPicPr>
          <p:nvPr userDrawn="1"/>
        </p:nvPicPr>
        <p:blipFill>
          <a:blip r:embed="rId5"/>
          <a:stretch>
            <a:fillRect/>
          </a:stretch>
        </p:blipFill>
        <p:spPr>
          <a:xfrm>
            <a:off x="32204" y="8403362"/>
            <a:ext cx="6162962" cy="1286773"/>
          </a:xfrm>
          <a:prstGeom prst="rect">
            <a:avLst/>
          </a:prstGeom>
        </p:spPr>
      </p:pic>
    </p:spTree>
    <p:extLst>
      <p:ext uri="{BB962C8B-B14F-4D97-AF65-F5344CB8AC3E}">
        <p14:creationId xmlns:p14="http://schemas.microsoft.com/office/powerpoint/2010/main" val="3491189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B6C30F53-5BAC-4AC5-AB8F-BB753561654C}" type="datetimeFigureOut">
              <a:rPr lang="en-US"/>
              <a:pPr>
                <a:defRPr/>
              </a:pPr>
              <a:t>9/26/2022</a:t>
            </a:fld>
            <a:endParaRPr lang="en-GB"/>
          </a:p>
        </p:txBody>
      </p:sp>
      <p:sp>
        <p:nvSpPr>
          <p:cNvPr id="3" name="Footer Placeholder 21"/>
          <p:cNvSpPr>
            <a:spLocks noGrp="1"/>
          </p:cNvSpPr>
          <p:nvPr>
            <p:ph type="ftr" sz="quarter" idx="11"/>
          </p:nvPr>
        </p:nvSpPr>
        <p:spPr/>
        <p:txBody>
          <a:bodyPr/>
          <a:lstStyle>
            <a:lvl1pPr>
              <a:defRPr/>
            </a:lvl1pPr>
          </a:lstStyle>
          <a:p>
            <a:pPr>
              <a:defRPr/>
            </a:pPr>
            <a:endParaRPr lang="en-GB"/>
          </a:p>
        </p:txBody>
      </p:sp>
      <p:sp>
        <p:nvSpPr>
          <p:cNvPr id="4" name="Slide Number Placeholder 17"/>
          <p:cNvSpPr>
            <a:spLocks noGrp="1"/>
          </p:cNvSpPr>
          <p:nvPr>
            <p:ph type="sldNum" sz="quarter" idx="12"/>
          </p:nvPr>
        </p:nvSpPr>
        <p:spPr/>
        <p:txBody>
          <a:bodyPr/>
          <a:lstStyle>
            <a:lvl1pPr>
              <a:defRPr/>
            </a:lvl1pPr>
          </a:lstStyle>
          <a:p>
            <a:pPr>
              <a:defRPr/>
            </a:pPr>
            <a:fld id="{3B4397FC-00C9-438D-A172-5590E1C5E44D}" type="slidenum">
              <a:rPr lang="en-GB"/>
              <a:pPr>
                <a:defRPr/>
              </a:pPr>
              <a:t>‹#›</a:t>
            </a:fld>
            <a:endParaRPr lang="en-GB"/>
          </a:p>
        </p:txBody>
      </p:sp>
      <p:graphicFrame>
        <p:nvGraphicFramePr>
          <p:cNvPr id="6" name="Object 4"/>
          <p:cNvGraphicFramePr>
            <a:graphicFrameLocks noChangeAspect="1"/>
          </p:cNvGraphicFramePr>
          <p:nvPr userDrawn="1">
            <p:extLst>
              <p:ext uri="{D42A27DB-BD31-4B8C-83A1-F6EECF244321}">
                <p14:modId xmlns:p14="http://schemas.microsoft.com/office/powerpoint/2010/main" val="2303210035"/>
              </p:ext>
            </p:extLst>
          </p:nvPr>
        </p:nvGraphicFramePr>
        <p:xfrm>
          <a:off x="8448217" y="7949142"/>
          <a:ext cx="4456853" cy="1747520"/>
        </p:xfrm>
        <a:graphic>
          <a:graphicData uri="http://schemas.openxmlformats.org/presentationml/2006/ole">
            <mc:AlternateContent xmlns:mc="http://schemas.openxmlformats.org/markup-compatibility/2006">
              <mc:Choice xmlns:v="urn:schemas-microsoft-com:vml" Requires="v">
                <p:oleObj spid="_x0000_s6176" r:id="rId3" imgW="3352381" imgH="885949" progId="">
                  <p:embed/>
                </p:oleObj>
              </mc:Choice>
              <mc:Fallback>
                <p:oleObj r:id="rId3" imgW="3352381" imgH="885949" progId="">
                  <p:embed/>
                  <p:pic>
                    <p:nvPicPr>
                      <p:cNvPr id="6" name="Object 4"/>
                      <p:cNvPicPr>
                        <a:picLocks noChangeAspect="1" noChangeArrowheads="1"/>
                      </p:cNvPicPr>
                      <p:nvPr/>
                    </p:nvPicPr>
                    <p:blipFill>
                      <a:blip r:embed="rId4">
                        <a:extLst>
                          <a:ext uri="{28A0092B-C50C-407E-A947-70E740481C1C}">
                            <a14:useLocalDpi xmlns:a14="http://schemas.microsoft.com/office/drawing/2010/main" val="0"/>
                          </a:ext>
                        </a:extLst>
                      </a:blip>
                      <a:srcRect l="20827" r="11563"/>
                      <a:stretch>
                        <a:fillRect/>
                      </a:stretch>
                    </p:blipFill>
                    <p:spPr bwMode="auto">
                      <a:xfrm>
                        <a:off x="8448217" y="7949142"/>
                        <a:ext cx="4456853" cy="1747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 name="Picture 6"/>
          <p:cNvPicPr>
            <a:picLocks noChangeAspect="1"/>
          </p:cNvPicPr>
          <p:nvPr userDrawn="1"/>
        </p:nvPicPr>
        <p:blipFill>
          <a:blip r:embed="rId5"/>
          <a:stretch>
            <a:fillRect/>
          </a:stretch>
        </p:blipFill>
        <p:spPr>
          <a:xfrm>
            <a:off x="32204" y="8403362"/>
            <a:ext cx="6162962" cy="1286773"/>
          </a:xfrm>
          <a:prstGeom prst="rect">
            <a:avLst/>
          </a:prstGeom>
        </p:spPr>
      </p:pic>
    </p:spTree>
    <p:extLst>
      <p:ext uri="{BB962C8B-B14F-4D97-AF65-F5344CB8AC3E}">
        <p14:creationId xmlns:p14="http://schemas.microsoft.com/office/powerpoint/2010/main" val="450787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5360" y="731523"/>
            <a:ext cx="3901440" cy="1652693"/>
          </a:xfrm>
        </p:spPr>
        <p:txBody>
          <a:bodyPr>
            <a:noAutofit/>
          </a:bodyPr>
          <a:lstStyle>
            <a:lvl1pPr algn="l" rtl="0">
              <a:spcBef>
                <a:spcPct val="0"/>
              </a:spcBef>
              <a:buNone/>
              <a:defRPr sz="3698"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75360" y="2384213"/>
            <a:ext cx="3901440" cy="6502400"/>
          </a:xfrm>
        </p:spPr>
        <p:txBody>
          <a:bodyPr lIns="18288" rIns="18288"/>
          <a:lstStyle>
            <a:lvl1pPr marL="0" indent="0" algn="l">
              <a:buNone/>
              <a:defRPr sz="1991"/>
            </a:lvl1pPr>
            <a:lvl2pPr indent="0" algn="l">
              <a:buNone/>
              <a:defRPr sz="1707"/>
            </a:lvl2pPr>
            <a:lvl3pPr indent="0" algn="l">
              <a:buNone/>
              <a:defRPr sz="1422"/>
            </a:lvl3pPr>
            <a:lvl4pPr indent="0" algn="l">
              <a:buNone/>
              <a:defRPr sz="1280"/>
            </a:lvl4pPr>
            <a:lvl5pPr indent="0" algn="l">
              <a:buNone/>
              <a:defRPr sz="1280"/>
            </a:lvl5pPr>
          </a:lstStyle>
          <a:p>
            <a:pPr lvl="0"/>
            <a:r>
              <a:rPr lang="en-US"/>
              <a:t>Click to edit Master text styles</a:t>
            </a:r>
          </a:p>
        </p:txBody>
      </p:sp>
      <p:sp>
        <p:nvSpPr>
          <p:cNvPr id="4" name="Content Placeholder 3"/>
          <p:cNvSpPr>
            <a:spLocks noGrp="1"/>
          </p:cNvSpPr>
          <p:nvPr>
            <p:ph sz="half" idx="1"/>
          </p:nvPr>
        </p:nvSpPr>
        <p:spPr>
          <a:xfrm>
            <a:off x="5084516" y="2384213"/>
            <a:ext cx="7270044" cy="6502400"/>
          </a:xfrm>
        </p:spPr>
        <p:txBody>
          <a:bodyPr tIns="0"/>
          <a:lstStyle>
            <a:lvl1pPr>
              <a:defRPr sz="3982"/>
            </a:lvl1pPr>
            <a:lvl2pPr>
              <a:defRPr sz="3698"/>
            </a:lvl2pPr>
            <a:lvl3pPr>
              <a:defRPr sz="3413"/>
            </a:lvl3pPr>
            <a:lvl4pPr>
              <a:defRPr sz="2844"/>
            </a:lvl4pPr>
            <a:lvl5pPr>
              <a:defRPr sz="25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5DBD1C79-6771-4F5B-B345-6C250E326AD8}" type="datetimeFigureOut">
              <a:rPr lang="en-US"/>
              <a:pPr>
                <a:defRPr/>
              </a:pPr>
              <a:t>9/26/2022</a:t>
            </a:fld>
            <a:endParaRPr lang="en-GB"/>
          </a:p>
        </p:txBody>
      </p:sp>
      <p:sp>
        <p:nvSpPr>
          <p:cNvPr id="6" name="Footer Placeholder 21"/>
          <p:cNvSpPr>
            <a:spLocks noGrp="1"/>
          </p:cNvSpPr>
          <p:nvPr>
            <p:ph type="ftr" sz="quarter" idx="11"/>
          </p:nvPr>
        </p:nvSpPr>
        <p:spPr/>
        <p:txBody>
          <a:bodyPr/>
          <a:lstStyle>
            <a:lvl1pPr>
              <a:defRPr/>
            </a:lvl1pPr>
          </a:lstStyle>
          <a:p>
            <a:pPr>
              <a:defRPr/>
            </a:pPr>
            <a:endParaRPr lang="en-GB"/>
          </a:p>
        </p:txBody>
      </p:sp>
      <p:sp>
        <p:nvSpPr>
          <p:cNvPr id="7" name="Slide Number Placeholder 17"/>
          <p:cNvSpPr>
            <a:spLocks noGrp="1"/>
          </p:cNvSpPr>
          <p:nvPr>
            <p:ph type="sldNum" sz="quarter" idx="12"/>
          </p:nvPr>
        </p:nvSpPr>
        <p:spPr/>
        <p:txBody>
          <a:bodyPr/>
          <a:lstStyle>
            <a:lvl1pPr>
              <a:defRPr/>
            </a:lvl1pPr>
          </a:lstStyle>
          <a:p>
            <a:pPr>
              <a:defRPr/>
            </a:pPr>
            <a:fld id="{343A93FD-F93C-4024-A689-8C2C7470A0C9}" type="slidenum">
              <a:rPr lang="en-GB"/>
              <a:pPr>
                <a:defRPr/>
              </a:pPr>
              <a:t>‹#›</a:t>
            </a:fld>
            <a:endParaRPr lang="en-GB"/>
          </a:p>
        </p:txBody>
      </p:sp>
      <p:graphicFrame>
        <p:nvGraphicFramePr>
          <p:cNvPr id="9" name="Object 4"/>
          <p:cNvGraphicFramePr>
            <a:graphicFrameLocks noChangeAspect="1"/>
          </p:cNvGraphicFramePr>
          <p:nvPr userDrawn="1">
            <p:extLst>
              <p:ext uri="{D42A27DB-BD31-4B8C-83A1-F6EECF244321}">
                <p14:modId xmlns:p14="http://schemas.microsoft.com/office/powerpoint/2010/main" val="1878070718"/>
              </p:ext>
            </p:extLst>
          </p:nvPr>
        </p:nvGraphicFramePr>
        <p:xfrm>
          <a:off x="8448217" y="7949142"/>
          <a:ext cx="4456853" cy="1747520"/>
        </p:xfrm>
        <a:graphic>
          <a:graphicData uri="http://schemas.openxmlformats.org/presentationml/2006/ole">
            <mc:AlternateContent xmlns:mc="http://schemas.openxmlformats.org/markup-compatibility/2006">
              <mc:Choice xmlns:v="urn:schemas-microsoft-com:vml" Requires="v">
                <p:oleObj spid="_x0000_s7200" r:id="rId3" imgW="3352381" imgH="885949" progId="">
                  <p:embed/>
                </p:oleObj>
              </mc:Choice>
              <mc:Fallback>
                <p:oleObj r:id="rId3" imgW="3352381" imgH="885949" progId="">
                  <p:embed/>
                  <p:pic>
                    <p:nvPicPr>
                      <p:cNvPr id="9" name="Object 4"/>
                      <p:cNvPicPr>
                        <a:picLocks noChangeAspect="1" noChangeArrowheads="1"/>
                      </p:cNvPicPr>
                      <p:nvPr/>
                    </p:nvPicPr>
                    <p:blipFill>
                      <a:blip r:embed="rId4">
                        <a:extLst>
                          <a:ext uri="{28A0092B-C50C-407E-A947-70E740481C1C}">
                            <a14:useLocalDpi xmlns:a14="http://schemas.microsoft.com/office/drawing/2010/main" val="0"/>
                          </a:ext>
                        </a:extLst>
                      </a:blip>
                      <a:srcRect l="20827" r="11563"/>
                      <a:stretch>
                        <a:fillRect/>
                      </a:stretch>
                    </p:blipFill>
                    <p:spPr bwMode="auto">
                      <a:xfrm>
                        <a:off x="8448217" y="7949142"/>
                        <a:ext cx="4456853" cy="1747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9"/>
          <p:cNvPicPr>
            <a:picLocks noChangeAspect="1"/>
          </p:cNvPicPr>
          <p:nvPr userDrawn="1"/>
        </p:nvPicPr>
        <p:blipFill>
          <a:blip r:embed="rId5"/>
          <a:stretch>
            <a:fillRect/>
          </a:stretch>
        </p:blipFill>
        <p:spPr>
          <a:xfrm>
            <a:off x="32204" y="8403362"/>
            <a:ext cx="6162962" cy="1286773"/>
          </a:xfrm>
          <a:prstGeom prst="rect">
            <a:avLst/>
          </a:prstGeom>
        </p:spPr>
      </p:pic>
    </p:spTree>
    <p:extLst>
      <p:ext uri="{BB962C8B-B14F-4D97-AF65-F5344CB8AC3E}">
        <p14:creationId xmlns:p14="http://schemas.microsoft.com/office/powerpoint/2010/main" val="2798504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4502009" y="1575929"/>
            <a:ext cx="7477760" cy="585216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3413"/>
          </a:p>
        </p:txBody>
      </p:sp>
      <p:sp>
        <p:nvSpPr>
          <p:cNvPr id="6" name="Right Triangle 5"/>
          <p:cNvSpPr/>
          <p:nvPr/>
        </p:nvSpPr>
        <p:spPr>
          <a:xfrm rot="420000" flipV="1">
            <a:off x="11383716" y="7622259"/>
            <a:ext cx="221262" cy="221262"/>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3413"/>
          </a:p>
        </p:txBody>
      </p:sp>
      <p:sp>
        <p:nvSpPr>
          <p:cNvPr id="7" name="Freeform 6"/>
          <p:cNvSpPr>
            <a:spLocks/>
          </p:cNvSpPr>
          <p:nvPr/>
        </p:nvSpPr>
        <p:spPr bwMode="auto">
          <a:xfrm flipV="1">
            <a:off x="-13547" y="8272498"/>
            <a:ext cx="13031893" cy="1481102"/>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sz="3413">
              <a:latin typeface="+mn-lt"/>
              <a:cs typeface="+mn-cs"/>
            </a:endParaRPr>
          </a:p>
        </p:txBody>
      </p:sp>
      <p:sp>
        <p:nvSpPr>
          <p:cNvPr id="8" name="Freeform 7"/>
          <p:cNvSpPr>
            <a:spLocks/>
          </p:cNvSpPr>
          <p:nvPr/>
        </p:nvSpPr>
        <p:spPr bwMode="auto">
          <a:xfrm flipV="1">
            <a:off x="6231467" y="8845974"/>
            <a:ext cx="6773333" cy="907627"/>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sz="3413">
              <a:latin typeface="+mn-lt"/>
              <a:cs typeface="+mn-cs"/>
            </a:endParaRPr>
          </a:p>
        </p:txBody>
      </p:sp>
      <p:sp>
        <p:nvSpPr>
          <p:cNvPr id="2" name="Title 1"/>
          <p:cNvSpPr>
            <a:spLocks noGrp="1"/>
          </p:cNvSpPr>
          <p:nvPr>
            <p:ph type="title"/>
          </p:nvPr>
        </p:nvSpPr>
        <p:spPr>
          <a:xfrm>
            <a:off x="866986" y="1673950"/>
            <a:ext cx="3147162" cy="2250839"/>
          </a:xfrm>
        </p:spPr>
        <p:txBody>
          <a:bodyPr lIns="45720" rIns="45720" bIns="45720"/>
          <a:lstStyle>
            <a:lvl1pPr algn="l">
              <a:buNone/>
              <a:defRPr sz="2844"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66987" y="4023161"/>
            <a:ext cx="3142827" cy="3099477"/>
          </a:xfrm>
        </p:spPr>
        <p:txBody>
          <a:bodyPr lIns="64008" rIns="45720"/>
          <a:lstStyle>
            <a:lvl1pPr marL="0" indent="0" algn="l">
              <a:spcBef>
                <a:spcPts val="356"/>
              </a:spcBef>
              <a:buFontTx/>
              <a:buNone/>
              <a:defRPr sz="1849"/>
            </a:lvl1pPr>
            <a:lvl2pPr>
              <a:defRPr sz="1707"/>
            </a:lvl2pPr>
            <a:lvl3pPr>
              <a:defRPr sz="1422"/>
            </a:lvl3pPr>
            <a:lvl4pPr>
              <a:defRPr sz="1280"/>
            </a:lvl4pPr>
            <a:lvl5pPr>
              <a:defRPr sz="1280"/>
            </a:lvl5pPr>
          </a:lstStyle>
          <a:p>
            <a:pPr lvl="0"/>
            <a:r>
              <a:rPr lang="en-US"/>
              <a:t>Click to edit Master text styles</a:t>
            </a:r>
          </a:p>
        </p:txBody>
      </p:sp>
      <p:sp>
        <p:nvSpPr>
          <p:cNvPr id="3" name="Picture Placeholder 2"/>
          <p:cNvSpPr>
            <a:spLocks noGrp="1"/>
          </p:cNvSpPr>
          <p:nvPr>
            <p:ph type="pic" idx="1"/>
          </p:nvPr>
        </p:nvSpPr>
        <p:spPr>
          <a:xfrm rot="420000">
            <a:off x="4957572" y="1705980"/>
            <a:ext cx="6567424" cy="5592064"/>
          </a:xfrm>
          <a:prstGeom prst="rect">
            <a:avLst/>
          </a:prstGeom>
          <a:solidFill>
            <a:schemeClr val="bg2"/>
          </a:solidFill>
          <a:ln w="3000" cap="rnd">
            <a:solidFill>
              <a:srgbClr val="C0C0C0"/>
            </a:solidFill>
            <a:round/>
          </a:ln>
          <a:effectLst/>
        </p:spPr>
        <p:txBody>
          <a:bodyPr>
            <a:normAutofit/>
          </a:bodyPr>
          <a:lstStyle>
            <a:lvl1pPr marL="0" indent="0">
              <a:buNone/>
              <a:defRPr sz="4551"/>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13C722AF-8045-4763-A1A2-EE921A02E5AB}" type="datetimeFigureOut">
              <a:rPr lang="en-US"/>
              <a:pPr>
                <a:defRPr/>
              </a:pPr>
              <a:t>9/26/2022</a:t>
            </a:fld>
            <a:endParaRPr lang="en-GB"/>
          </a:p>
        </p:txBody>
      </p:sp>
      <p:sp>
        <p:nvSpPr>
          <p:cNvPr id="10" name="Footer Placeholder 5"/>
          <p:cNvSpPr>
            <a:spLocks noGrp="1"/>
          </p:cNvSpPr>
          <p:nvPr>
            <p:ph type="ftr" sz="quarter" idx="11"/>
          </p:nvPr>
        </p:nvSpPr>
        <p:spPr/>
        <p:txBody>
          <a:bodyPr/>
          <a:lstStyle>
            <a:lvl1pPr>
              <a:defRPr/>
            </a:lvl1pPr>
          </a:lstStyle>
          <a:p>
            <a:pPr>
              <a:defRPr/>
            </a:pPr>
            <a:endParaRPr lang="en-GB"/>
          </a:p>
        </p:txBody>
      </p:sp>
      <p:sp>
        <p:nvSpPr>
          <p:cNvPr id="11" name="Slide Number Placeholder 6"/>
          <p:cNvSpPr>
            <a:spLocks noGrp="1"/>
          </p:cNvSpPr>
          <p:nvPr>
            <p:ph type="sldNum" sz="quarter" idx="12"/>
          </p:nvPr>
        </p:nvSpPr>
        <p:spPr>
          <a:xfrm>
            <a:off x="11487573" y="9040143"/>
            <a:ext cx="866987" cy="519289"/>
          </a:xfrm>
        </p:spPr>
        <p:txBody>
          <a:bodyPr/>
          <a:lstStyle>
            <a:lvl1pPr>
              <a:defRPr/>
            </a:lvl1pPr>
          </a:lstStyle>
          <a:p>
            <a:pPr>
              <a:defRPr/>
            </a:pPr>
            <a:fld id="{BDBF37E5-C166-421B-AE5F-E6634EAF0633}" type="slidenum">
              <a:rPr lang="en-GB"/>
              <a:pPr>
                <a:defRPr/>
              </a:pPr>
              <a:t>‹#›</a:t>
            </a:fld>
            <a:endParaRPr lang="en-GB"/>
          </a:p>
        </p:txBody>
      </p:sp>
      <p:graphicFrame>
        <p:nvGraphicFramePr>
          <p:cNvPr id="13" name="Object 4"/>
          <p:cNvGraphicFramePr>
            <a:graphicFrameLocks noChangeAspect="1"/>
          </p:cNvGraphicFramePr>
          <p:nvPr userDrawn="1">
            <p:extLst>
              <p:ext uri="{D42A27DB-BD31-4B8C-83A1-F6EECF244321}">
                <p14:modId xmlns:p14="http://schemas.microsoft.com/office/powerpoint/2010/main" val="1913574349"/>
              </p:ext>
            </p:extLst>
          </p:nvPr>
        </p:nvGraphicFramePr>
        <p:xfrm>
          <a:off x="8448217" y="7949142"/>
          <a:ext cx="4456853" cy="1747520"/>
        </p:xfrm>
        <a:graphic>
          <a:graphicData uri="http://schemas.openxmlformats.org/presentationml/2006/ole">
            <mc:AlternateContent xmlns:mc="http://schemas.openxmlformats.org/markup-compatibility/2006">
              <mc:Choice xmlns:v="urn:schemas-microsoft-com:vml" Requires="v">
                <p:oleObj spid="_x0000_s8224" r:id="rId3" imgW="3352381" imgH="885949" progId="">
                  <p:embed/>
                </p:oleObj>
              </mc:Choice>
              <mc:Fallback>
                <p:oleObj r:id="rId3" imgW="3352381" imgH="885949" progId="">
                  <p:embed/>
                  <p:pic>
                    <p:nvPicPr>
                      <p:cNvPr id="13" name="Object 4"/>
                      <p:cNvPicPr>
                        <a:picLocks noChangeAspect="1" noChangeArrowheads="1"/>
                      </p:cNvPicPr>
                      <p:nvPr/>
                    </p:nvPicPr>
                    <p:blipFill>
                      <a:blip r:embed="rId4">
                        <a:extLst>
                          <a:ext uri="{28A0092B-C50C-407E-A947-70E740481C1C}">
                            <a14:useLocalDpi xmlns:a14="http://schemas.microsoft.com/office/drawing/2010/main" val="0"/>
                          </a:ext>
                        </a:extLst>
                      </a:blip>
                      <a:srcRect l="20827" r="11563"/>
                      <a:stretch>
                        <a:fillRect/>
                      </a:stretch>
                    </p:blipFill>
                    <p:spPr bwMode="auto">
                      <a:xfrm>
                        <a:off x="8448217" y="7949142"/>
                        <a:ext cx="4456853" cy="1747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 name="Picture 13"/>
          <p:cNvPicPr>
            <a:picLocks noChangeAspect="1"/>
          </p:cNvPicPr>
          <p:nvPr userDrawn="1"/>
        </p:nvPicPr>
        <p:blipFill>
          <a:blip r:embed="rId5"/>
          <a:stretch>
            <a:fillRect/>
          </a:stretch>
        </p:blipFill>
        <p:spPr>
          <a:xfrm>
            <a:off x="32204" y="8403362"/>
            <a:ext cx="6162962" cy="1286773"/>
          </a:xfrm>
          <a:prstGeom prst="rect">
            <a:avLst/>
          </a:prstGeom>
        </p:spPr>
      </p:pic>
    </p:spTree>
    <p:extLst>
      <p:ext uri="{BB962C8B-B14F-4D97-AF65-F5344CB8AC3E}">
        <p14:creationId xmlns:p14="http://schemas.microsoft.com/office/powerpoint/2010/main" val="4038880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86C015C8-5902-4E1E-A9AE-7353A9559ED2}" type="datetimeFigureOut">
              <a:rPr lang="en-US"/>
              <a:pPr>
                <a:defRPr/>
              </a:pPr>
              <a:t>9/26/2022</a:t>
            </a:fld>
            <a:endParaRPr lang="en-GB"/>
          </a:p>
        </p:txBody>
      </p:sp>
      <p:sp>
        <p:nvSpPr>
          <p:cNvPr id="5" name="Footer Placeholder 21"/>
          <p:cNvSpPr>
            <a:spLocks noGrp="1"/>
          </p:cNvSpPr>
          <p:nvPr>
            <p:ph type="ftr" sz="quarter" idx="11"/>
          </p:nvPr>
        </p:nvSpPr>
        <p:spPr/>
        <p:txBody>
          <a:bodyPr/>
          <a:lstStyle>
            <a:lvl1pPr>
              <a:defRPr/>
            </a:lvl1pPr>
          </a:lstStyle>
          <a:p>
            <a:pPr>
              <a:defRPr/>
            </a:pPr>
            <a:endParaRPr lang="en-GB"/>
          </a:p>
        </p:txBody>
      </p:sp>
      <p:sp>
        <p:nvSpPr>
          <p:cNvPr id="6" name="Slide Number Placeholder 17"/>
          <p:cNvSpPr>
            <a:spLocks noGrp="1"/>
          </p:cNvSpPr>
          <p:nvPr>
            <p:ph type="sldNum" sz="quarter" idx="12"/>
          </p:nvPr>
        </p:nvSpPr>
        <p:spPr/>
        <p:txBody>
          <a:bodyPr/>
          <a:lstStyle>
            <a:lvl1pPr>
              <a:defRPr/>
            </a:lvl1pPr>
          </a:lstStyle>
          <a:p>
            <a:pPr>
              <a:defRPr/>
            </a:pPr>
            <a:fld id="{C847ADE1-E83D-4DDC-9D52-A58007E72911}" type="slidenum">
              <a:rPr lang="en-GB"/>
              <a:pPr>
                <a:defRPr/>
              </a:pPr>
              <a:t>‹#›</a:t>
            </a:fld>
            <a:endParaRPr lang="en-GB"/>
          </a:p>
        </p:txBody>
      </p:sp>
    </p:spTree>
    <p:extLst>
      <p:ext uri="{BB962C8B-B14F-4D97-AF65-F5344CB8AC3E}">
        <p14:creationId xmlns:p14="http://schemas.microsoft.com/office/powerpoint/2010/main" val="3116080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480" y="1300482"/>
            <a:ext cx="2926080" cy="741228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0240" y="1300482"/>
            <a:ext cx="8561493" cy="74122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38B830CD-7D28-4067-A06C-2F00894D0656}" type="datetimeFigureOut">
              <a:rPr lang="en-US"/>
              <a:pPr>
                <a:defRPr/>
              </a:pPr>
              <a:t>9/26/2022</a:t>
            </a:fld>
            <a:endParaRPr lang="en-GB"/>
          </a:p>
        </p:txBody>
      </p:sp>
      <p:sp>
        <p:nvSpPr>
          <p:cNvPr id="5" name="Footer Placeholder 21"/>
          <p:cNvSpPr>
            <a:spLocks noGrp="1"/>
          </p:cNvSpPr>
          <p:nvPr>
            <p:ph type="ftr" sz="quarter" idx="11"/>
          </p:nvPr>
        </p:nvSpPr>
        <p:spPr/>
        <p:txBody>
          <a:bodyPr/>
          <a:lstStyle>
            <a:lvl1pPr>
              <a:defRPr/>
            </a:lvl1pPr>
          </a:lstStyle>
          <a:p>
            <a:pPr>
              <a:defRPr/>
            </a:pPr>
            <a:endParaRPr lang="en-GB"/>
          </a:p>
        </p:txBody>
      </p:sp>
      <p:sp>
        <p:nvSpPr>
          <p:cNvPr id="6" name="Slide Number Placeholder 17"/>
          <p:cNvSpPr>
            <a:spLocks noGrp="1"/>
          </p:cNvSpPr>
          <p:nvPr>
            <p:ph type="sldNum" sz="quarter" idx="12"/>
          </p:nvPr>
        </p:nvSpPr>
        <p:spPr/>
        <p:txBody>
          <a:bodyPr/>
          <a:lstStyle>
            <a:lvl1pPr>
              <a:defRPr/>
            </a:lvl1pPr>
          </a:lstStyle>
          <a:p>
            <a:pPr>
              <a:defRPr/>
            </a:pPr>
            <a:fld id="{53BDBA0A-980C-4916-94E6-12627226C192}" type="slidenum">
              <a:rPr lang="en-GB"/>
              <a:pPr>
                <a:defRPr/>
              </a:pPr>
              <a:t>‹#›</a:t>
            </a:fld>
            <a:endParaRPr lang="en-GB"/>
          </a:p>
        </p:txBody>
      </p:sp>
    </p:spTree>
    <p:extLst>
      <p:ext uri="{BB962C8B-B14F-4D97-AF65-F5344CB8AC3E}">
        <p14:creationId xmlns:p14="http://schemas.microsoft.com/office/powerpoint/2010/main" val="3697728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 name="Waves PP~2.pdf"/>
          <p:cNvPicPr>
            <a:picLocks noChangeAspect="1"/>
          </p:cNvPicPr>
          <p:nvPr/>
        </p:nvPicPr>
        <p:blipFill>
          <a:blip r:embed="rId3"/>
          <a:stretch>
            <a:fillRect/>
          </a:stretch>
        </p:blipFill>
        <p:spPr>
          <a:xfrm>
            <a:off x="-85822" y="-3791"/>
            <a:ext cx="13805094" cy="9761182"/>
          </a:xfrm>
          <a:prstGeom prst="rect">
            <a:avLst/>
          </a:prstGeom>
        </p:spPr>
      </p:pic>
      <p:sp>
        <p:nvSpPr>
          <p:cNvPr id="3" name="Shape 3"/>
          <p:cNvSpPr>
            <a:spLocks noGrp="1"/>
          </p:cNvSpPr>
          <p:nvPr>
            <p:ph type="title"/>
          </p:nvPr>
        </p:nvSpPr>
        <p:spPr>
          <a:xfrm>
            <a:off x="647700" y="0"/>
            <a:ext cx="11709400" cy="240679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lstStyle/>
          <a:p>
            <a:r>
              <a:t>Title Text</a:t>
            </a:r>
          </a:p>
        </p:txBody>
      </p:sp>
      <p:sp>
        <p:nvSpPr>
          <p:cNvPr id="4" name="Shape 4"/>
          <p:cNvSpPr>
            <a:spLocks noGrp="1"/>
          </p:cNvSpPr>
          <p:nvPr>
            <p:ph type="body" idx="1"/>
          </p:nvPr>
        </p:nvSpPr>
        <p:spPr>
          <a:xfrm>
            <a:off x="647700" y="2273300"/>
            <a:ext cx="11709400" cy="74803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lstStyle>
            <a:lvl2pPr marL="783590" indent="-285750">
              <a:spcBef>
                <a:spcPts val="900"/>
              </a:spcBef>
              <a:buChar char="–"/>
              <a:defRPr sz="3800"/>
            </a:lvl2pPr>
            <a:lvl3pPr marL="1183639" indent="-228600">
              <a:spcBef>
                <a:spcPts val="800"/>
              </a:spcBef>
              <a:defRPr sz="3400"/>
            </a:lvl3pPr>
            <a:lvl4pPr marL="1640839" indent="-228600">
              <a:spcBef>
                <a:spcPts val="600"/>
              </a:spcBef>
              <a:buChar char="–"/>
              <a:defRPr sz="2800"/>
            </a:lvl4pPr>
            <a:lvl5pPr marL="2098039" indent="-228600">
              <a:spcBef>
                <a:spcPts val="600"/>
              </a:spcBef>
              <a:buChar char="»"/>
              <a:defRPr sz="2800"/>
            </a:lvl5pPr>
          </a:lstStyle>
          <a:p>
            <a:r>
              <a:t>Body Level One</a:t>
            </a:r>
          </a:p>
          <a:p>
            <a:pPr lvl="1"/>
            <a:r>
              <a:t>Body Level Two</a:t>
            </a:r>
          </a:p>
          <a:p>
            <a:pPr lvl="2"/>
            <a:r>
              <a:t>Body Level Three</a:t>
            </a:r>
          </a:p>
          <a:p>
            <a:pPr lvl="3"/>
            <a:r>
              <a:t>Body Level Four</a:t>
            </a:r>
          </a:p>
          <a:p>
            <a:pPr lvl="4"/>
            <a:r>
              <a:t>Body Level Five</a:t>
            </a:r>
          </a:p>
        </p:txBody>
      </p:sp>
      <p:sp>
        <p:nvSpPr>
          <p:cNvPr id="5" name="Shape 5"/>
          <p:cNvSpPr>
            <a:spLocks noGrp="1"/>
          </p:cNvSpPr>
          <p:nvPr>
            <p:ph type="sldNum" sz="quarter" idx="2"/>
          </p:nvPr>
        </p:nvSpPr>
        <p:spPr>
          <a:xfrm>
            <a:off x="10667173" y="9126502"/>
            <a:ext cx="340322" cy="342901"/>
          </a:xfrm>
          <a:prstGeom prst="rect">
            <a:avLst/>
          </a:prstGeom>
          <a:ln w="12700">
            <a:miter lim="400000"/>
          </a:ln>
        </p:spPr>
        <p:txBody>
          <a:bodyPr wrap="none" lIns="50800" tIns="50800" rIns="50800" bIns="50800" anchor="ctr">
            <a:spAutoFit/>
          </a:bodyPr>
          <a:lstStyle>
            <a:lvl1pPr marL="0" marR="0" algn="ctr" defTabSz="825500">
              <a:defRPr sz="1600">
                <a:solidFill>
                  <a:srgbClr val="9B9B9B"/>
                </a:solidFill>
                <a:uFill>
                  <a:solidFill>
                    <a:srgbClr val="9B9B9B"/>
                  </a:solidFill>
                </a:u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57799" marR="57799" indent="0" algn="ctr" defTabSz="647700" latinLnBrk="0">
        <a:lnSpc>
          <a:spcPct val="100000"/>
        </a:lnSpc>
        <a:spcBef>
          <a:spcPts val="0"/>
        </a:spcBef>
        <a:spcAft>
          <a:spcPts val="0"/>
        </a:spcAft>
        <a:buClrTx/>
        <a:buSzTx/>
        <a:buFontTx/>
        <a:buNone/>
        <a:tabLst/>
        <a:defRPr sz="6200" b="0" i="0" u="none" strike="noStrike" cap="none" spc="0" baseline="0">
          <a:ln>
            <a:noFill/>
          </a:ln>
          <a:solidFill>
            <a:srgbClr val="000000"/>
          </a:solidFill>
          <a:uFill>
            <a:solidFill>
              <a:srgbClr val="000000"/>
            </a:solidFill>
          </a:uFill>
          <a:latin typeface="+mn-lt"/>
          <a:ea typeface="+mn-ea"/>
          <a:cs typeface="+mn-cs"/>
          <a:sym typeface="Helvetica"/>
        </a:defRPr>
      </a:lvl1pPr>
      <a:lvl2pPr marL="57799" marR="57799" indent="228600" algn="ctr" defTabSz="647700" latinLnBrk="0">
        <a:lnSpc>
          <a:spcPct val="100000"/>
        </a:lnSpc>
        <a:spcBef>
          <a:spcPts val="0"/>
        </a:spcBef>
        <a:spcAft>
          <a:spcPts val="0"/>
        </a:spcAft>
        <a:buClrTx/>
        <a:buSzTx/>
        <a:buFontTx/>
        <a:buNone/>
        <a:tabLst/>
        <a:defRPr sz="6200" b="0" i="0" u="none" strike="noStrike" cap="none" spc="0" baseline="0">
          <a:ln>
            <a:noFill/>
          </a:ln>
          <a:solidFill>
            <a:srgbClr val="000000"/>
          </a:solidFill>
          <a:uFill>
            <a:solidFill>
              <a:srgbClr val="000000"/>
            </a:solidFill>
          </a:uFill>
          <a:latin typeface="+mn-lt"/>
          <a:ea typeface="+mn-ea"/>
          <a:cs typeface="+mn-cs"/>
          <a:sym typeface="Helvetica"/>
        </a:defRPr>
      </a:lvl2pPr>
      <a:lvl3pPr marL="57799" marR="57799" indent="457200" algn="ctr" defTabSz="647700" latinLnBrk="0">
        <a:lnSpc>
          <a:spcPct val="100000"/>
        </a:lnSpc>
        <a:spcBef>
          <a:spcPts val="0"/>
        </a:spcBef>
        <a:spcAft>
          <a:spcPts val="0"/>
        </a:spcAft>
        <a:buClrTx/>
        <a:buSzTx/>
        <a:buFontTx/>
        <a:buNone/>
        <a:tabLst/>
        <a:defRPr sz="6200" b="0" i="0" u="none" strike="noStrike" cap="none" spc="0" baseline="0">
          <a:ln>
            <a:noFill/>
          </a:ln>
          <a:solidFill>
            <a:srgbClr val="000000"/>
          </a:solidFill>
          <a:uFill>
            <a:solidFill>
              <a:srgbClr val="000000"/>
            </a:solidFill>
          </a:uFill>
          <a:latin typeface="+mn-lt"/>
          <a:ea typeface="+mn-ea"/>
          <a:cs typeface="+mn-cs"/>
          <a:sym typeface="Helvetica"/>
        </a:defRPr>
      </a:lvl3pPr>
      <a:lvl4pPr marL="57799" marR="57799" indent="685800" algn="ctr" defTabSz="647700" latinLnBrk="0">
        <a:lnSpc>
          <a:spcPct val="100000"/>
        </a:lnSpc>
        <a:spcBef>
          <a:spcPts val="0"/>
        </a:spcBef>
        <a:spcAft>
          <a:spcPts val="0"/>
        </a:spcAft>
        <a:buClrTx/>
        <a:buSzTx/>
        <a:buFontTx/>
        <a:buNone/>
        <a:tabLst/>
        <a:defRPr sz="6200" b="0" i="0" u="none" strike="noStrike" cap="none" spc="0" baseline="0">
          <a:ln>
            <a:noFill/>
          </a:ln>
          <a:solidFill>
            <a:srgbClr val="000000"/>
          </a:solidFill>
          <a:uFill>
            <a:solidFill>
              <a:srgbClr val="000000"/>
            </a:solidFill>
          </a:uFill>
          <a:latin typeface="+mn-lt"/>
          <a:ea typeface="+mn-ea"/>
          <a:cs typeface="+mn-cs"/>
          <a:sym typeface="Helvetica"/>
        </a:defRPr>
      </a:lvl4pPr>
      <a:lvl5pPr marL="57799" marR="57799" indent="914400" algn="ctr" defTabSz="647700" latinLnBrk="0">
        <a:lnSpc>
          <a:spcPct val="100000"/>
        </a:lnSpc>
        <a:spcBef>
          <a:spcPts val="0"/>
        </a:spcBef>
        <a:spcAft>
          <a:spcPts val="0"/>
        </a:spcAft>
        <a:buClrTx/>
        <a:buSzTx/>
        <a:buFontTx/>
        <a:buNone/>
        <a:tabLst/>
        <a:defRPr sz="6200" b="0" i="0" u="none" strike="noStrike" cap="none" spc="0" baseline="0">
          <a:ln>
            <a:noFill/>
          </a:ln>
          <a:solidFill>
            <a:srgbClr val="000000"/>
          </a:solidFill>
          <a:uFill>
            <a:solidFill>
              <a:srgbClr val="000000"/>
            </a:solidFill>
          </a:uFill>
          <a:latin typeface="+mn-lt"/>
          <a:ea typeface="+mn-ea"/>
          <a:cs typeface="+mn-cs"/>
          <a:sym typeface="Helvetica"/>
        </a:defRPr>
      </a:lvl5pPr>
      <a:lvl6pPr marL="57799" marR="57799" indent="1143000" algn="ctr" defTabSz="647700" latinLnBrk="0">
        <a:lnSpc>
          <a:spcPct val="100000"/>
        </a:lnSpc>
        <a:spcBef>
          <a:spcPts val="0"/>
        </a:spcBef>
        <a:spcAft>
          <a:spcPts val="0"/>
        </a:spcAft>
        <a:buClrTx/>
        <a:buSzTx/>
        <a:buFontTx/>
        <a:buNone/>
        <a:tabLst/>
        <a:defRPr sz="6200" b="0" i="0" u="none" strike="noStrike" cap="none" spc="0" baseline="0">
          <a:ln>
            <a:noFill/>
          </a:ln>
          <a:solidFill>
            <a:srgbClr val="000000"/>
          </a:solidFill>
          <a:uFill>
            <a:solidFill>
              <a:srgbClr val="000000"/>
            </a:solidFill>
          </a:uFill>
          <a:latin typeface="+mn-lt"/>
          <a:ea typeface="+mn-ea"/>
          <a:cs typeface="+mn-cs"/>
          <a:sym typeface="Helvetica"/>
        </a:defRPr>
      </a:lvl6pPr>
      <a:lvl7pPr marL="57799" marR="57799" indent="1371600" algn="ctr" defTabSz="647700" latinLnBrk="0">
        <a:lnSpc>
          <a:spcPct val="100000"/>
        </a:lnSpc>
        <a:spcBef>
          <a:spcPts val="0"/>
        </a:spcBef>
        <a:spcAft>
          <a:spcPts val="0"/>
        </a:spcAft>
        <a:buClrTx/>
        <a:buSzTx/>
        <a:buFontTx/>
        <a:buNone/>
        <a:tabLst/>
        <a:defRPr sz="6200" b="0" i="0" u="none" strike="noStrike" cap="none" spc="0" baseline="0">
          <a:ln>
            <a:noFill/>
          </a:ln>
          <a:solidFill>
            <a:srgbClr val="000000"/>
          </a:solidFill>
          <a:uFill>
            <a:solidFill>
              <a:srgbClr val="000000"/>
            </a:solidFill>
          </a:uFill>
          <a:latin typeface="+mn-lt"/>
          <a:ea typeface="+mn-ea"/>
          <a:cs typeface="+mn-cs"/>
          <a:sym typeface="Helvetica"/>
        </a:defRPr>
      </a:lvl7pPr>
      <a:lvl8pPr marL="57799" marR="57799" indent="1600200" algn="ctr" defTabSz="647700" latinLnBrk="0">
        <a:lnSpc>
          <a:spcPct val="100000"/>
        </a:lnSpc>
        <a:spcBef>
          <a:spcPts val="0"/>
        </a:spcBef>
        <a:spcAft>
          <a:spcPts val="0"/>
        </a:spcAft>
        <a:buClrTx/>
        <a:buSzTx/>
        <a:buFontTx/>
        <a:buNone/>
        <a:tabLst/>
        <a:defRPr sz="6200" b="0" i="0" u="none" strike="noStrike" cap="none" spc="0" baseline="0">
          <a:ln>
            <a:noFill/>
          </a:ln>
          <a:solidFill>
            <a:srgbClr val="000000"/>
          </a:solidFill>
          <a:uFill>
            <a:solidFill>
              <a:srgbClr val="000000"/>
            </a:solidFill>
          </a:uFill>
          <a:latin typeface="+mn-lt"/>
          <a:ea typeface="+mn-ea"/>
          <a:cs typeface="+mn-cs"/>
          <a:sym typeface="Helvetica"/>
        </a:defRPr>
      </a:lvl8pPr>
      <a:lvl9pPr marL="57799" marR="57799" indent="1828800" algn="ctr" defTabSz="647700" latinLnBrk="0">
        <a:lnSpc>
          <a:spcPct val="100000"/>
        </a:lnSpc>
        <a:spcBef>
          <a:spcPts val="0"/>
        </a:spcBef>
        <a:spcAft>
          <a:spcPts val="0"/>
        </a:spcAft>
        <a:buClrTx/>
        <a:buSzTx/>
        <a:buFontTx/>
        <a:buNone/>
        <a:tabLst/>
        <a:defRPr sz="6200" b="0" i="0" u="none" strike="noStrike" cap="none" spc="0" baseline="0">
          <a:ln>
            <a:noFill/>
          </a:ln>
          <a:solidFill>
            <a:srgbClr val="000000"/>
          </a:solidFill>
          <a:uFill>
            <a:solidFill>
              <a:srgbClr val="000000"/>
            </a:solidFill>
          </a:uFill>
          <a:latin typeface="+mn-lt"/>
          <a:ea typeface="+mn-ea"/>
          <a:cs typeface="+mn-cs"/>
          <a:sym typeface="Helvetica"/>
        </a:defRPr>
      </a:lvl9pPr>
    </p:titleStyle>
    <p:bodyStyle>
      <a:lvl1pPr marL="383540" marR="57799" indent="-342900" algn="l" defTabSz="647700" latinLnBrk="0">
        <a:lnSpc>
          <a:spcPct val="100000"/>
        </a:lnSpc>
        <a:spcBef>
          <a:spcPts val="1000"/>
        </a:spcBef>
        <a:spcAft>
          <a:spcPts val="0"/>
        </a:spcAft>
        <a:buClr>
          <a:srgbClr val="000000"/>
        </a:buClr>
        <a:buSzPct val="100000"/>
        <a:buFont typeface="Helvetica"/>
        <a:buChar char="•"/>
        <a:tabLst/>
        <a:defRPr sz="4400" b="0" i="0" u="none" strike="noStrike" cap="none" spc="0" baseline="0">
          <a:ln>
            <a:noFill/>
          </a:ln>
          <a:solidFill>
            <a:srgbClr val="000000"/>
          </a:solidFill>
          <a:uFill>
            <a:solidFill>
              <a:srgbClr val="000000"/>
            </a:solidFill>
          </a:uFill>
          <a:latin typeface="+mn-lt"/>
          <a:ea typeface="+mn-ea"/>
          <a:cs typeface="+mn-cs"/>
          <a:sym typeface="Helvetica"/>
        </a:defRPr>
      </a:lvl1pPr>
      <a:lvl2pPr marL="828708" marR="57799" indent="-330868" algn="l" defTabSz="647700" latinLnBrk="0">
        <a:lnSpc>
          <a:spcPct val="100000"/>
        </a:lnSpc>
        <a:spcBef>
          <a:spcPts val="1000"/>
        </a:spcBef>
        <a:spcAft>
          <a:spcPts val="0"/>
        </a:spcAft>
        <a:buClr>
          <a:srgbClr val="000000"/>
        </a:buClr>
        <a:buSzPct val="100000"/>
        <a:buFont typeface="Helvetica"/>
        <a:buChar char="•"/>
        <a:tabLst/>
        <a:defRPr sz="4400" b="0" i="0" u="none" strike="noStrike" cap="none" spc="0" baseline="0">
          <a:ln>
            <a:noFill/>
          </a:ln>
          <a:solidFill>
            <a:srgbClr val="000000"/>
          </a:solidFill>
          <a:uFill>
            <a:solidFill>
              <a:srgbClr val="000000"/>
            </a:solidFill>
          </a:uFill>
          <a:latin typeface="+mn-lt"/>
          <a:ea typeface="+mn-ea"/>
          <a:cs typeface="+mn-cs"/>
          <a:sym typeface="Helvetica"/>
        </a:defRPr>
      </a:lvl2pPr>
      <a:lvl3pPr marL="1250875" marR="57799" indent="-295835" algn="l" defTabSz="647700" latinLnBrk="0">
        <a:lnSpc>
          <a:spcPct val="100000"/>
        </a:lnSpc>
        <a:spcBef>
          <a:spcPts val="1000"/>
        </a:spcBef>
        <a:spcAft>
          <a:spcPts val="0"/>
        </a:spcAft>
        <a:buClr>
          <a:srgbClr val="000000"/>
        </a:buClr>
        <a:buSzPct val="100000"/>
        <a:buFont typeface="Helvetica"/>
        <a:buChar char="•"/>
        <a:tabLst/>
        <a:defRPr sz="4400" b="0" i="0" u="none" strike="noStrike" cap="none" spc="0" baseline="0">
          <a:ln>
            <a:noFill/>
          </a:ln>
          <a:solidFill>
            <a:srgbClr val="000000"/>
          </a:solidFill>
          <a:uFill>
            <a:solidFill>
              <a:srgbClr val="000000"/>
            </a:solidFill>
          </a:uFill>
          <a:latin typeface="+mn-lt"/>
          <a:ea typeface="+mn-ea"/>
          <a:cs typeface="+mn-cs"/>
          <a:sym typeface="Helvetica"/>
        </a:defRPr>
      </a:lvl3pPr>
      <a:lvl4pPr marL="1771468" marR="57799" indent="-359228" algn="l" defTabSz="647700" latinLnBrk="0">
        <a:lnSpc>
          <a:spcPct val="100000"/>
        </a:lnSpc>
        <a:spcBef>
          <a:spcPts val="1000"/>
        </a:spcBef>
        <a:spcAft>
          <a:spcPts val="0"/>
        </a:spcAft>
        <a:buClr>
          <a:srgbClr val="000000"/>
        </a:buClr>
        <a:buSzPct val="100000"/>
        <a:buFont typeface="Helvetica"/>
        <a:buChar char="•"/>
        <a:tabLst/>
        <a:defRPr sz="4400" b="0" i="0" u="none" strike="noStrike" cap="none" spc="0" baseline="0">
          <a:ln>
            <a:noFill/>
          </a:ln>
          <a:solidFill>
            <a:srgbClr val="000000"/>
          </a:solidFill>
          <a:uFill>
            <a:solidFill>
              <a:srgbClr val="000000"/>
            </a:solidFill>
          </a:uFill>
          <a:latin typeface="+mn-lt"/>
          <a:ea typeface="+mn-ea"/>
          <a:cs typeface="+mn-cs"/>
          <a:sym typeface="Helvetica"/>
        </a:defRPr>
      </a:lvl4pPr>
      <a:lvl5pPr marL="2228668" marR="57799" indent="-359228" algn="l" defTabSz="647700" latinLnBrk="0">
        <a:lnSpc>
          <a:spcPct val="100000"/>
        </a:lnSpc>
        <a:spcBef>
          <a:spcPts val="1000"/>
        </a:spcBef>
        <a:spcAft>
          <a:spcPts val="0"/>
        </a:spcAft>
        <a:buClr>
          <a:srgbClr val="000000"/>
        </a:buClr>
        <a:buSzPct val="100000"/>
        <a:buFont typeface="Helvetica"/>
        <a:buChar char="•"/>
        <a:tabLst/>
        <a:defRPr sz="4400" b="0" i="0" u="none" strike="noStrike" cap="none" spc="0" baseline="0">
          <a:ln>
            <a:noFill/>
          </a:ln>
          <a:solidFill>
            <a:srgbClr val="000000"/>
          </a:solidFill>
          <a:uFill>
            <a:solidFill>
              <a:srgbClr val="000000"/>
            </a:solidFill>
          </a:uFill>
          <a:latin typeface="+mn-lt"/>
          <a:ea typeface="+mn-ea"/>
          <a:cs typeface="+mn-cs"/>
          <a:sym typeface="Helvetica"/>
        </a:defRPr>
      </a:lvl5pPr>
      <a:lvl6pPr marL="2228668" marR="57799" indent="-359228" algn="l" defTabSz="647700" latinLnBrk="0">
        <a:lnSpc>
          <a:spcPct val="100000"/>
        </a:lnSpc>
        <a:spcBef>
          <a:spcPts val="1000"/>
        </a:spcBef>
        <a:spcAft>
          <a:spcPts val="0"/>
        </a:spcAft>
        <a:buClr>
          <a:srgbClr val="000000"/>
        </a:buClr>
        <a:buSzPct val="100000"/>
        <a:buFont typeface="Helvetica"/>
        <a:buChar char="•"/>
        <a:tabLst/>
        <a:defRPr sz="4400" b="0" i="0" u="none" strike="noStrike" cap="none" spc="0" baseline="0">
          <a:ln>
            <a:noFill/>
          </a:ln>
          <a:solidFill>
            <a:srgbClr val="000000"/>
          </a:solidFill>
          <a:uFill>
            <a:solidFill>
              <a:srgbClr val="000000"/>
            </a:solidFill>
          </a:uFill>
          <a:latin typeface="+mn-lt"/>
          <a:ea typeface="+mn-ea"/>
          <a:cs typeface="+mn-cs"/>
          <a:sym typeface="Helvetica"/>
        </a:defRPr>
      </a:lvl6pPr>
      <a:lvl7pPr marL="2228668" marR="57799" indent="-359228" algn="l" defTabSz="647700" latinLnBrk="0">
        <a:lnSpc>
          <a:spcPct val="100000"/>
        </a:lnSpc>
        <a:spcBef>
          <a:spcPts val="1000"/>
        </a:spcBef>
        <a:spcAft>
          <a:spcPts val="0"/>
        </a:spcAft>
        <a:buClr>
          <a:srgbClr val="000000"/>
        </a:buClr>
        <a:buSzPct val="100000"/>
        <a:buFont typeface="Helvetica"/>
        <a:buChar char="•"/>
        <a:tabLst/>
        <a:defRPr sz="4400" b="0" i="0" u="none" strike="noStrike" cap="none" spc="0" baseline="0">
          <a:ln>
            <a:noFill/>
          </a:ln>
          <a:solidFill>
            <a:srgbClr val="000000"/>
          </a:solidFill>
          <a:uFill>
            <a:solidFill>
              <a:srgbClr val="000000"/>
            </a:solidFill>
          </a:uFill>
          <a:latin typeface="+mn-lt"/>
          <a:ea typeface="+mn-ea"/>
          <a:cs typeface="+mn-cs"/>
          <a:sym typeface="Helvetica"/>
        </a:defRPr>
      </a:lvl7pPr>
      <a:lvl8pPr marL="2228668" marR="57799" indent="-359228" algn="l" defTabSz="647700" latinLnBrk="0">
        <a:lnSpc>
          <a:spcPct val="100000"/>
        </a:lnSpc>
        <a:spcBef>
          <a:spcPts val="1000"/>
        </a:spcBef>
        <a:spcAft>
          <a:spcPts val="0"/>
        </a:spcAft>
        <a:buClr>
          <a:srgbClr val="000000"/>
        </a:buClr>
        <a:buSzPct val="100000"/>
        <a:buFont typeface="Helvetica"/>
        <a:buChar char="•"/>
        <a:tabLst/>
        <a:defRPr sz="4400" b="0" i="0" u="none" strike="noStrike" cap="none" spc="0" baseline="0">
          <a:ln>
            <a:noFill/>
          </a:ln>
          <a:solidFill>
            <a:srgbClr val="000000"/>
          </a:solidFill>
          <a:uFill>
            <a:solidFill>
              <a:srgbClr val="000000"/>
            </a:solidFill>
          </a:uFill>
          <a:latin typeface="+mn-lt"/>
          <a:ea typeface="+mn-ea"/>
          <a:cs typeface="+mn-cs"/>
          <a:sym typeface="Helvetica"/>
        </a:defRPr>
      </a:lvl8pPr>
      <a:lvl9pPr marL="2228668" marR="57799" indent="-359228" algn="l" defTabSz="647700" latinLnBrk="0">
        <a:lnSpc>
          <a:spcPct val="100000"/>
        </a:lnSpc>
        <a:spcBef>
          <a:spcPts val="1000"/>
        </a:spcBef>
        <a:spcAft>
          <a:spcPts val="0"/>
        </a:spcAft>
        <a:buClr>
          <a:srgbClr val="000000"/>
        </a:buClr>
        <a:buSzPct val="100000"/>
        <a:buFont typeface="Helvetica"/>
        <a:buChar char="•"/>
        <a:tabLst/>
        <a:defRPr sz="4400" b="0" i="0" u="none" strike="noStrike" cap="none" spc="0" baseline="0">
          <a:ln>
            <a:noFill/>
          </a:ln>
          <a:solidFill>
            <a:srgbClr val="000000"/>
          </a:solidFill>
          <a:uFill>
            <a:solidFill>
              <a:srgbClr val="000000"/>
            </a:solidFill>
          </a:uFill>
          <a:latin typeface="+mn-lt"/>
          <a:ea typeface="+mn-ea"/>
          <a:cs typeface="+mn-cs"/>
          <a:sym typeface="Helvetica"/>
        </a:defRPr>
      </a:lvl9pPr>
    </p:bodyStyle>
    <p:otherStyle>
      <a:lvl1pPr marL="0" marR="0" indent="0" algn="ctr" defTabSz="825500" latinLnBrk="0">
        <a:lnSpc>
          <a:spcPct val="100000"/>
        </a:lnSpc>
        <a:spcBef>
          <a:spcPts val="0"/>
        </a:spcBef>
        <a:spcAft>
          <a:spcPts val="0"/>
        </a:spcAft>
        <a:buClrTx/>
        <a:buSzTx/>
        <a:buFontTx/>
        <a:buNone/>
        <a:tabLst/>
        <a:defRPr sz="1600" b="0" i="0" u="none" strike="noStrike" cap="none" spc="0" baseline="0">
          <a:ln>
            <a:noFill/>
          </a:ln>
          <a:solidFill>
            <a:schemeClr val="tx1"/>
          </a:solidFill>
          <a:uFill>
            <a:solidFill>
              <a:srgbClr val="9B9B9B"/>
            </a:solidFill>
          </a:uFill>
          <a:latin typeface="+mn-lt"/>
          <a:ea typeface="+mn-ea"/>
          <a:cs typeface="+mn-cs"/>
          <a:sym typeface="Helvetica"/>
        </a:defRPr>
      </a:lvl1pPr>
      <a:lvl2pPr marL="0" marR="0" indent="228600" algn="ctr" defTabSz="825500" latinLnBrk="0">
        <a:lnSpc>
          <a:spcPct val="100000"/>
        </a:lnSpc>
        <a:spcBef>
          <a:spcPts val="0"/>
        </a:spcBef>
        <a:spcAft>
          <a:spcPts val="0"/>
        </a:spcAft>
        <a:buClrTx/>
        <a:buSzTx/>
        <a:buFontTx/>
        <a:buNone/>
        <a:tabLst/>
        <a:defRPr sz="1600" b="0" i="0" u="none" strike="noStrike" cap="none" spc="0" baseline="0">
          <a:ln>
            <a:noFill/>
          </a:ln>
          <a:solidFill>
            <a:schemeClr val="tx1"/>
          </a:solidFill>
          <a:uFill>
            <a:solidFill>
              <a:srgbClr val="9B9B9B"/>
            </a:solidFill>
          </a:uFill>
          <a:latin typeface="+mn-lt"/>
          <a:ea typeface="+mn-ea"/>
          <a:cs typeface="+mn-cs"/>
          <a:sym typeface="Helvetica"/>
        </a:defRPr>
      </a:lvl2pPr>
      <a:lvl3pPr marL="0" marR="0" indent="457200" algn="ctr" defTabSz="825500" latinLnBrk="0">
        <a:lnSpc>
          <a:spcPct val="100000"/>
        </a:lnSpc>
        <a:spcBef>
          <a:spcPts val="0"/>
        </a:spcBef>
        <a:spcAft>
          <a:spcPts val="0"/>
        </a:spcAft>
        <a:buClrTx/>
        <a:buSzTx/>
        <a:buFontTx/>
        <a:buNone/>
        <a:tabLst/>
        <a:defRPr sz="1600" b="0" i="0" u="none" strike="noStrike" cap="none" spc="0" baseline="0">
          <a:ln>
            <a:noFill/>
          </a:ln>
          <a:solidFill>
            <a:schemeClr val="tx1"/>
          </a:solidFill>
          <a:uFill>
            <a:solidFill>
              <a:srgbClr val="9B9B9B"/>
            </a:solidFill>
          </a:uFill>
          <a:latin typeface="+mn-lt"/>
          <a:ea typeface="+mn-ea"/>
          <a:cs typeface="+mn-cs"/>
          <a:sym typeface="Helvetica"/>
        </a:defRPr>
      </a:lvl3pPr>
      <a:lvl4pPr marL="0" marR="0" indent="685800" algn="ctr" defTabSz="825500" latinLnBrk="0">
        <a:lnSpc>
          <a:spcPct val="100000"/>
        </a:lnSpc>
        <a:spcBef>
          <a:spcPts val="0"/>
        </a:spcBef>
        <a:spcAft>
          <a:spcPts val="0"/>
        </a:spcAft>
        <a:buClrTx/>
        <a:buSzTx/>
        <a:buFontTx/>
        <a:buNone/>
        <a:tabLst/>
        <a:defRPr sz="1600" b="0" i="0" u="none" strike="noStrike" cap="none" spc="0" baseline="0">
          <a:ln>
            <a:noFill/>
          </a:ln>
          <a:solidFill>
            <a:schemeClr val="tx1"/>
          </a:solidFill>
          <a:uFill>
            <a:solidFill>
              <a:srgbClr val="9B9B9B"/>
            </a:solidFill>
          </a:uFill>
          <a:latin typeface="+mn-lt"/>
          <a:ea typeface="+mn-ea"/>
          <a:cs typeface="+mn-cs"/>
          <a:sym typeface="Helvetica"/>
        </a:defRPr>
      </a:lvl4pPr>
      <a:lvl5pPr marL="0" marR="0" indent="914400" algn="ctr" defTabSz="825500" latinLnBrk="0">
        <a:lnSpc>
          <a:spcPct val="100000"/>
        </a:lnSpc>
        <a:spcBef>
          <a:spcPts val="0"/>
        </a:spcBef>
        <a:spcAft>
          <a:spcPts val="0"/>
        </a:spcAft>
        <a:buClrTx/>
        <a:buSzTx/>
        <a:buFontTx/>
        <a:buNone/>
        <a:tabLst/>
        <a:defRPr sz="1600" b="0" i="0" u="none" strike="noStrike" cap="none" spc="0" baseline="0">
          <a:ln>
            <a:noFill/>
          </a:ln>
          <a:solidFill>
            <a:schemeClr val="tx1"/>
          </a:solidFill>
          <a:uFill>
            <a:solidFill>
              <a:srgbClr val="9B9B9B"/>
            </a:solidFill>
          </a:uFill>
          <a:latin typeface="+mn-lt"/>
          <a:ea typeface="+mn-ea"/>
          <a:cs typeface="+mn-cs"/>
          <a:sym typeface="Helvetica"/>
        </a:defRPr>
      </a:lvl5pPr>
      <a:lvl6pPr marL="0" marR="0" indent="1143000" algn="ctr" defTabSz="825500" latinLnBrk="0">
        <a:lnSpc>
          <a:spcPct val="100000"/>
        </a:lnSpc>
        <a:spcBef>
          <a:spcPts val="0"/>
        </a:spcBef>
        <a:spcAft>
          <a:spcPts val="0"/>
        </a:spcAft>
        <a:buClrTx/>
        <a:buSzTx/>
        <a:buFontTx/>
        <a:buNone/>
        <a:tabLst/>
        <a:defRPr sz="1600" b="0" i="0" u="none" strike="noStrike" cap="none" spc="0" baseline="0">
          <a:ln>
            <a:noFill/>
          </a:ln>
          <a:solidFill>
            <a:schemeClr val="tx1"/>
          </a:solidFill>
          <a:uFill>
            <a:solidFill>
              <a:srgbClr val="9B9B9B"/>
            </a:solidFill>
          </a:uFill>
          <a:latin typeface="+mn-lt"/>
          <a:ea typeface="+mn-ea"/>
          <a:cs typeface="+mn-cs"/>
          <a:sym typeface="Helvetica"/>
        </a:defRPr>
      </a:lvl6pPr>
      <a:lvl7pPr marL="0" marR="0" indent="1371600" algn="ctr" defTabSz="825500" latinLnBrk="0">
        <a:lnSpc>
          <a:spcPct val="100000"/>
        </a:lnSpc>
        <a:spcBef>
          <a:spcPts val="0"/>
        </a:spcBef>
        <a:spcAft>
          <a:spcPts val="0"/>
        </a:spcAft>
        <a:buClrTx/>
        <a:buSzTx/>
        <a:buFontTx/>
        <a:buNone/>
        <a:tabLst/>
        <a:defRPr sz="1600" b="0" i="0" u="none" strike="noStrike" cap="none" spc="0" baseline="0">
          <a:ln>
            <a:noFill/>
          </a:ln>
          <a:solidFill>
            <a:schemeClr val="tx1"/>
          </a:solidFill>
          <a:uFill>
            <a:solidFill>
              <a:srgbClr val="9B9B9B"/>
            </a:solidFill>
          </a:uFill>
          <a:latin typeface="+mn-lt"/>
          <a:ea typeface="+mn-ea"/>
          <a:cs typeface="+mn-cs"/>
          <a:sym typeface="Helvetica"/>
        </a:defRPr>
      </a:lvl7pPr>
      <a:lvl8pPr marL="0" marR="0" indent="1600200" algn="ctr" defTabSz="825500" latinLnBrk="0">
        <a:lnSpc>
          <a:spcPct val="100000"/>
        </a:lnSpc>
        <a:spcBef>
          <a:spcPts val="0"/>
        </a:spcBef>
        <a:spcAft>
          <a:spcPts val="0"/>
        </a:spcAft>
        <a:buClrTx/>
        <a:buSzTx/>
        <a:buFontTx/>
        <a:buNone/>
        <a:tabLst/>
        <a:defRPr sz="1600" b="0" i="0" u="none" strike="noStrike" cap="none" spc="0" baseline="0">
          <a:ln>
            <a:noFill/>
          </a:ln>
          <a:solidFill>
            <a:schemeClr val="tx1"/>
          </a:solidFill>
          <a:uFill>
            <a:solidFill>
              <a:srgbClr val="9B9B9B"/>
            </a:solidFill>
          </a:uFill>
          <a:latin typeface="+mn-lt"/>
          <a:ea typeface="+mn-ea"/>
          <a:cs typeface="+mn-cs"/>
          <a:sym typeface="Helvetica"/>
        </a:defRPr>
      </a:lvl8pPr>
      <a:lvl9pPr marL="0" marR="0" indent="1828800" algn="ctr" defTabSz="825500" latinLnBrk="0">
        <a:lnSpc>
          <a:spcPct val="100000"/>
        </a:lnSpc>
        <a:spcBef>
          <a:spcPts val="0"/>
        </a:spcBef>
        <a:spcAft>
          <a:spcPts val="0"/>
        </a:spcAft>
        <a:buClrTx/>
        <a:buSzTx/>
        <a:buFontTx/>
        <a:buNone/>
        <a:tabLst/>
        <a:defRPr sz="1600" b="0" i="0" u="none" strike="noStrike" cap="none" spc="0" baseline="0">
          <a:ln>
            <a:noFill/>
          </a:ln>
          <a:solidFill>
            <a:schemeClr val="tx1"/>
          </a:solidFill>
          <a:uFill>
            <a:solidFill>
              <a:srgbClr val="9B9B9B"/>
            </a:solidFill>
          </a:uFill>
          <a:latin typeface="+mn-lt"/>
          <a:ea typeface="+mn-ea"/>
          <a:cs typeface="+mn-cs"/>
          <a:sym typeface="Helvetica"/>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3547" y="-11289"/>
            <a:ext cx="13031893" cy="1481104"/>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sz="3413">
              <a:latin typeface="+mn-lt"/>
              <a:cs typeface="+mn-cs"/>
            </a:endParaRPr>
          </a:p>
        </p:txBody>
      </p:sp>
      <p:sp>
        <p:nvSpPr>
          <p:cNvPr id="8" name="Freeform 7"/>
          <p:cNvSpPr>
            <a:spLocks/>
          </p:cNvSpPr>
          <p:nvPr/>
        </p:nvSpPr>
        <p:spPr bwMode="auto">
          <a:xfrm>
            <a:off x="6231467" y="-11290"/>
            <a:ext cx="6773333" cy="90762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sz="3413">
              <a:latin typeface="+mn-lt"/>
              <a:cs typeface="+mn-cs"/>
            </a:endParaRPr>
          </a:p>
        </p:txBody>
      </p:sp>
      <p:sp>
        <p:nvSpPr>
          <p:cNvPr id="17412" name="Title Placeholder 8"/>
          <p:cNvSpPr>
            <a:spLocks noGrp="1"/>
          </p:cNvSpPr>
          <p:nvPr>
            <p:ph type="title"/>
          </p:nvPr>
        </p:nvSpPr>
        <p:spPr bwMode="auto">
          <a:xfrm>
            <a:off x="650240" y="1002453"/>
            <a:ext cx="11704320" cy="16256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7413" name="Text Placeholder 29"/>
          <p:cNvSpPr>
            <a:spLocks noGrp="1"/>
          </p:cNvSpPr>
          <p:nvPr>
            <p:ph type="body" idx="1"/>
          </p:nvPr>
        </p:nvSpPr>
        <p:spPr bwMode="auto">
          <a:xfrm>
            <a:off x="650240" y="2752232"/>
            <a:ext cx="11704320" cy="62427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50240" y="9040143"/>
            <a:ext cx="3034453" cy="519289"/>
          </a:xfrm>
          <a:prstGeom prst="rect">
            <a:avLst/>
          </a:prstGeom>
        </p:spPr>
        <p:txBody>
          <a:bodyPr vert="horz" lIns="0" tIns="0" rIns="0" bIns="0" anchor="b"/>
          <a:lstStyle>
            <a:lvl1pPr algn="l" eaLnBrk="1" latinLnBrk="0" hangingPunct="1">
              <a:defRPr kumimoji="0" sz="1707" smtClean="0">
                <a:solidFill>
                  <a:schemeClr val="tx2">
                    <a:shade val="90000"/>
                  </a:schemeClr>
                </a:solidFill>
              </a:defRPr>
            </a:lvl1pPr>
          </a:lstStyle>
          <a:p>
            <a:pPr>
              <a:defRPr/>
            </a:pPr>
            <a:fld id="{6FB3AE56-0F51-4C80-BBA2-26B61B704FF5}" type="datetimeFigureOut">
              <a:rPr lang="en-US"/>
              <a:pPr>
                <a:defRPr/>
              </a:pPr>
              <a:t>9/26/2022</a:t>
            </a:fld>
            <a:endParaRPr lang="en-GB"/>
          </a:p>
        </p:txBody>
      </p:sp>
      <p:sp>
        <p:nvSpPr>
          <p:cNvPr id="22" name="Footer Placeholder 21"/>
          <p:cNvSpPr>
            <a:spLocks noGrp="1"/>
          </p:cNvSpPr>
          <p:nvPr>
            <p:ph type="ftr" sz="quarter" idx="3"/>
          </p:nvPr>
        </p:nvSpPr>
        <p:spPr>
          <a:xfrm>
            <a:off x="3793067" y="9040143"/>
            <a:ext cx="4768427" cy="519289"/>
          </a:xfrm>
          <a:prstGeom prst="rect">
            <a:avLst/>
          </a:prstGeom>
        </p:spPr>
        <p:txBody>
          <a:bodyPr vert="horz" lIns="0" tIns="0" rIns="0" bIns="0" anchor="b"/>
          <a:lstStyle>
            <a:lvl1pPr algn="l" eaLnBrk="1" latinLnBrk="0" hangingPunct="1">
              <a:defRPr kumimoji="0" sz="1707">
                <a:solidFill>
                  <a:schemeClr val="tx2">
                    <a:shade val="90000"/>
                  </a:schemeClr>
                </a:solidFill>
              </a:defRPr>
            </a:lvl1pPr>
          </a:lstStyle>
          <a:p>
            <a:pPr>
              <a:defRPr/>
            </a:pPr>
            <a:endParaRPr lang="en-GB"/>
          </a:p>
        </p:txBody>
      </p:sp>
      <p:sp>
        <p:nvSpPr>
          <p:cNvPr id="18" name="Slide Number Placeholder 17"/>
          <p:cNvSpPr>
            <a:spLocks noGrp="1"/>
          </p:cNvSpPr>
          <p:nvPr>
            <p:ph type="sldNum" sz="quarter" idx="4"/>
          </p:nvPr>
        </p:nvSpPr>
        <p:spPr>
          <a:xfrm>
            <a:off x="11270827" y="9040143"/>
            <a:ext cx="1083733" cy="519289"/>
          </a:xfrm>
          <a:prstGeom prst="rect">
            <a:avLst/>
          </a:prstGeom>
        </p:spPr>
        <p:txBody>
          <a:bodyPr vert="horz" lIns="0" tIns="0" rIns="0" bIns="0" anchor="b"/>
          <a:lstStyle>
            <a:lvl1pPr algn="r" eaLnBrk="1" latinLnBrk="0" hangingPunct="1">
              <a:defRPr kumimoji="0" sz="1707" smtClean="0">
                <a:solidFill>
                  <a:schemeClr val="tx2">
                    <a:shade val="90000"/>
                  </a:schemeClr>
                </a:solidFill>
              </a:defRPr>
            </a:lvl1pPr>
          </a:lstStyle>
          <a:p>
            <a:pPr>
              <a:defRPr/>
            </a:pPr>
            <a:fld id="{851A044C-F8C9-422A-AD66-1E59822E4077}" type="slidenum">
              <a:rPr lang="en-GB"/>
              <a:pPr>
                <a:defRPr/>
              </a:pPr>
              <a:t>‹#›</a:t>
            </a:fld>
            <a:endParaRPr lang="en-GB"/>
          </a:p>
        </p:txBody>
      </p:sp>
      <p:grpSp>
        <p:nvGrpSpPr>
          <p:cNvPr id="17417" name="Group 1"/>
          <p:cNvGrpSpPr>
            <a:grpSpLocks/>
          </p:cNvGrpSpPr>
          <p:nvPr/>
        </p:nvGrpSpPr>
        <p:grpSpPr bwMode="auto">
          <a:xfrm>
            <a:off x="-27093" y="288996"/>
            <a:ext cx="13056730" cy="921173"/>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sz="3413"/>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sz="3413"/>
            </a:p>
          </p:txBody>
        </p:sp>
      </p:grpSp>
    </p:spTree>
    <p:extLst>
      <p:ext uri="{BB962C8B-B14F-4D97-AF65-F5344CB8AC3E}">
        <p14:creationId xmlns:p14="http://schemas.microsoft.com/office/powerpoint/2010/main" val="3536874761"/>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xStyles>
    <p:titleStyle>
      <a:lvl1pPr algn="l" rtl="0" fontAlgn="base">
        <a:spcBef>
          <a:spcPct val="0"/>
        </a:spcBef>
        <a:spcAft>
          <a:spcPct val="0"/>
        </a:spcAft>
        <a:defRPr sz="7111" kern="1200">
          <a:solidFill>
            <a:schemeClr val="tx2"/>
          </a:solidFill>
          <a:latin typeface="+mj-lt"/>
          <a:ea typeface="+mj-ea"/>
          <a:cs typeface="+mj-cs"/>
        </a:defRPr>
      </a:lvl1pPr>
      <a:lvl2pPr algn="l" rtl="0" fontAlgn="base">
        <a:spcBef>
          <a:spcPct val="0"/>
        </a:spcBef>
        <a:spcAft>
          <a:spcPct val="0"/>
        </a:spcAft>
        <a:defRPr sz="7111">
          <a:solidFill>
            <a:schemeClr val="tx2"/>
          </a:solidFill>
          <a:latin typeface="Calibri" pitchFamily="34" charset="0"/>
        </a:defRPr>
      </a:lvl2pPr>
      <a:lvl3pPr algn="l" rtl="0" fontAlgn="base">
        <a:spcBef>
          <a:spcPct val="0"/>
        </a:spcBef>
        <a:spcAft>
          <a:spcPct val="0"/>
        </a:spcAft>
        <a:defRPr sz="7111">
          <a:solidFill>
            <a:schemeClr val="tx2"/>
          </a:solidFill>
          <a:latin typeface="Calibri" pitchFamily="34" charset="0"/>
        </a:defRPr>
      </a:lvl3pPr>
      <a:lvl4pPr algn="l" rtl="0" fontAlgn="base">
        <a:spcBef>
          <a:spcPct val="0"/>
        </a:spcBef>
        <a:spcAft>
          <a:spcPct val="0"/>
        </a:spcAft>
        <a:defRPr sz="7111">
          <a:solidFill>
            <a:schemeClr val="tx2"/>
          </a:solidFill>
          <a:latin typeface="Calibri" pitchFamily="34" charset="0"/>
        </a:defRPr>
      </a:lvl4pPr>
      <a:lvl5pPr algn="l" rtl="0" fontAlgn="base">
        <a:spcBef>
          <a:spcPct val="0"/>
        </a:spcBef>
        <a:spcAft>
          <a:spcPct val="0"/>
        </a:spcAft>
        <a:defRPr sz="7111">
          <a:solidFill>
            <a:schemeClr val="tx2"/>
          </a:solidFill>
          <a:latin typeface="Calibri" pitchFamily="34" charset="0"/>
        </a:defRPr>
      </a:lvl5pPr>
      <a:lvl6pPr marL="650230" algn="l" rtl="0" fontAlgn="base">
        <a:spcBef>
          <a:spcPct val="0"/>
        </a:spcBef>
        <a:spcAft>
          <a:spcPct val="0"/>
        </a:spcAft>
        <a:defRPr sz="7111">
          <a:solidFill>
            <a:schemeClr val="tx2"/>
          </a:solidFill>
          <a:latin typeface="Calibri" pitchFamily="34" charset="0"/>
        </a:defRPr>
      </a:lvl6pPr>
      <a:lvl7pPr marL="1300460" algn="l" rtl="0" fontAlgn="base">
        <a:spcBef>
          <a:spcPct val="0"/>
        </a:spcBef>
        <a:spcAft>
          <a:spcPct val="0"/>
        </a:spcAft>
        <a:defRPr sz="7111">
          <a:solidFill>
            <a:schemeClr val="tx2"/>
          </a:solidFill>
          <a:latin typeface="Calibri" pitchFamily="34" charset="0"/>
        </a:defRPr>
      </a:lvl7pPr>
      <a:lvl8pPr marL="1950690" algn="l" rtl="0" fontAlgn="base">
        <a:spcBef>
          <a:spcPct val="0"/>
        </a:spcBef>
        <a:spcAft>
          <a:spcPct val="0"/>
        </a:spcAft>
        <a:defRPr sz="7111">
          <a:solidFill>
            <a:schemeClr val="tx2"/>
          </a:solidFill>
          <a:latin typeface="Calibri" pitchFamily="34" charset="0"/>
        </a:defRPr>
      </a:lvl8pPr>
      <a:lvl9pPr marL="2600919" algn="l" rtl="0" fontAlgn="base">
        <a:spcBef>
          <a:spcPct val="0"/>
        </a:spcBef>
        <a:spcAft>
          <a:spcPct val="0"/>
        </a:spcAft>
        <a:defRPr sz="7111">
          <a:solidFill>
            <a:schemeClr val="tx2"/>
          </a:solidFill>
          <a:latin typeface="Calibri" pitchFamily="34" charset="0"/>
        </a:defRPr>
      </a:lvl9pPr>
    </p:titleStyle>
    <p:bodyStyle>
      <a:lvl1pPr marL="388332" indent="-388332" algn="l" rtl="0" fontAlgn="base">
        <a:spcBef>
          <a:spcPct val="20000"/>
        </a:spcBef>
        <a:spcAft>
          <a:spcPct val="0"/>
        </a:spcAft>
        <a:buClr>
          <a:srgbClr val="0BD0D9"/>
        </a:buClr>
        <a:buSzPct val="95000"/>
        <a:buFont typeface="Wingdings 2" pitchFamily="18" charset="2"/>
        <a:buChar char=""/>
        <a:defRPr sz="3698" kern="1200">
          <a:solidFill>
            <a:schemeClr val="tx1"/>
          </a:solidFill>
          <a:latin typeface="+mn-lt"/>
          <a:ea typeface="+mn-ea"/>
          <a:cs typeface="+mn-cs"/>
        </a:defRPr>
      </a:lvl1pPr>
      <a:lvl2pPr marL="909871" indent="-349951" algn="l" rtl="0" fontAlgn="base">
        <a:spcBef>
          <a:spcPct val="20000"/>
        </a:spcBef>
        <a:spcAft>
          <a:spcPct val="0"/>
        </a:spcAft>
        <a:buClr>
          <a:schemeClr val="accent1"/>
        </a:buClr>
        <a:buSzPct val="85000"/>
        <a:buFont typeface="Wingdings 2" pitchFamily="18" charset="2"/>
        <a:buChar char=""/>
        <a:defRPr sz="3413" kern="1200">
          <a:solidFill>
            <a:schemeClr val="tx1"/>
          </a:solidFill>
          <a:latin typeface="+mn-lt"/>
          <a:ea typeface="+mn-ea"/>
          <a:cs typeface="+mn-cs"/>
        </a:defRPr>
      </a:lvl2pPr>
      <a:lvl3pPr marL="1300460" indent="-349951" algn="l" rtl="0" fontAlgn="base">
        <a:spcBef>
          <a:spcPct val="20000"/>
        </a:spcBef>
        <a:spcAft>
          <a:spcPct val="0"/>
        </a:spcAft>
        <a:buClr>
          <a:schemeClr val="accent2"/>
        </a:buClr>
        <a:buSzPct val="70000"/>
        <a:buFont typeface="Wingdings 2" pitchFamily="18" charset="2"/>
        <a:buChar char=""/>
        <a:defRPr sz="2987" kern="1200">
          <a:solidFill>
            <a:schemeClr val="tx1"/>
          </a:solidFill>
          <a:latin typeface="+mn-lt"/>
          <a:ea typeface="+mn-ea"/>
          <a:cs typeface="+mn-cs"/>
        </a:defRPr>
      </a:lvl3pPr>
      <a:lvl4pPr marL="1688791" indent="-298022" algn="l" rtl="0" fontAlgn="base">
        <a:spcBef>
          <a:spcPct val="20000"/>
        </a:spcBef>
        <a:spcAft>
          <a:spcPct val="0"/>
        </a:spcAft>
        <a:buClr>
          <a:srgbClr val="0BD0D9"/>
        </a:buClr>
        <a:buSzPct val="65000"/>
        <a:buFont typeface="Wingdings 2" pitchFamily="18" charset="2"/>
        <a:buChar char=""/>
        <a:defRPr sz="2844" kern="1200">
          <a:solidFill>
            <a:schemeClr val="tx1"/>
          </a:solidFill>
          <a:latin typeface="+mn-lt"/>
          <a:ea typeface="+mn-ea"/>
          <a:cs typeface="+mn-cs"/>
        </a:defRPr>
      </a:lvl4pPr>
      <a:lvl5pPr marL="2079382" indent="-298022" algn="l" rtl="0" fontAlgn="base">
        <a:spcBef>
          <a:spcPct val="20000"/>
        </a:spcBef>
        <a:spcAft>
          <a:spcPct val="0"/>
        </a:spcAft>
        <a:buClr>
          <a:srgbClr val="10CF9B"/>
        </a:buClr>
        <a:buSzPct val="65000"/>
        <a:buFont typeface="Wingdings 2" pitchFamily="18" charset="2"/>
        <a:buChar char=""/>
        <a:defRPr sz="2844" kern="1200">
          <a:solidFill>
            <a:schemeClr val="tx1"/>
          </a:solidFill>
          <a:latin typeface="+mn-lt"/>
          <a:ea typeface="+mn-ea"/>
          <a:cs typeface="+mn-cs"/>
        </a:defRPr>
      </a:lvl5pPr>
      <a:lvl6pPr marL="2470873" indent="-299106" algn="l" rtl="0" eaLnBrk="1" latinLnBrk="0" hangingPunct="1">
        <a:spcBef>
          <a:spcPct val="20000"/>
        </a:spcBef>
        <a:buClr>
          <a:schemeClr val="accent5"/>
        </a:buClr>
        <a:buSzPct val="80000"/>
        <a:buFont typeface="Wingdings 2"/>
        <a:buChar char=""/>
        <a:defRPr kumimoji="0" sz="2560" kern="1200">
          <a:solidFill>
            <a:schemeClr val="tx1"/>
          </a:solidFill>
          <a:latin typeface="+mn-lt"/>
          <a:ea typeface="+mn-ea"/>
          <a:cs typeface="+mn-cs"/>
        </a:defRPr>
      </a:lvl6pPr>
      <a:lvl7pPr marL="2730965" indent="-260092" algn="l" rtl="0" eaLnBrk="1" latinLnBrk="0" hangingPunct="1">
        <a:spcBef>
          <a:spcPct val="20000"/>
        </a:spcBef>
        <a:buClr>
          <a:schemeClr val="accent6"/>
        </a:buClr>
        <a:buSzPct val="80000"/>
        <a:buFont typeface="Wingdings 2"/>
        <a:buChar char=""/>
        <a:defRPr kumimoji="0" sz="2276" kern="1200" baseline="0">
          <a:solidFill>
            <a:schemeClr val="tx1"/>
          </a:solidFill>
          <a:latin typeface="+mn-lt"/>
          <a:ea typeface="+mn-ea"/>
          <a:cs typeface="+mn-cs"/>
        </a:defRPr>
      </a:lvl7pPr>
      <a:lvl8pPr marL="3121103" indent="-260092" algn="l" rtl="0" eaLnBrk="1" latinLnBrk="0" hangingPunct="1">
        <a:spcBef>
          <a:spcPct val="20000"/>
        </a:spcBef>
        <a:buClr>
          <a:schemeClr val="tx2"/>
        </a:buClr>
        <a:buChar char="•"/>
        <a:defRPr kumimoji="0" sz="2276" kern="1200">
          <a:solidFill>
            <a:schemeClr val="tx1"/>
          </a:solidFill>
          <a:latin typeface="+mn-lt"/>
          <a:ea typeface="+mn-ea"/>
          <a:cs typeface="+mn-cs"/>
        </a:defRPr>
      </a:lvl8pPr>
      <a:lvl9pPr marL="3511241" indent="-260092" algn="l" rtl="0" eaLnBrk="1" latinLnBrk="0" hangingPunct="1">
        <a:spcBef>
          <a:spcPct val="20000"/>
        </a:spcBef>
        <a:buClr>
          <a:schemeClr val="tx2"/>
        </a:buClr>
        <a:buFontTx/>
        <a:buChar char="•"/>
        <a:defRPr kumimoji="0" sz="1991"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650230" algn="l" rtl="0" eaLnBrk="1" latinLnBrk="0" hangingPunct="1">
        <a:defRPr kumimoji="0" kern="1200">
          <a:solidFill>
            <a:schemeClr val="tx1"/>
          </a:solidFill>
          <a:latin typeface="+mn-lt"/>
          <a:ea typeface="+mn-ea"/>
          <a:cs typeface="+mn-cs"/>
        </a:defRPr>
      </a:lvl2pPr>
      <a:lvl3pPr marL="1300460" algn="l" rtl="0" eaLnBrk="1" latinLnBrk="0" hangingPunct="1">
        <a:defRPr kumimoji="0" kern="1200">
          <a:solidFill>
            <a:schemeClr val="tx1"/>
          </a:solidFill>
          <a:latin typeface="+mn-lt"/>
          <a:ea typeface="+mn-ea"/>
          <a:cs typeface="+mn-cs"/>
        </a:defRPr>
      </a:lvl3pPr>
      <a:lvl4pPr marL="1950690" algn="l" rtl="0" eaLnBrk="1" latinLnBrk="0" hangingPunct="1">
        <a:defRPr kumimoji="0" kern="1200">
          <a:solidFill>
            <a:schemeClr val="tx1"/>
          </a:solidFill>
          <a:latin typeface="+mn-lt"/>
          <a:ea typeface="+mn-ea"/>
          <a:cs typeface="+mn-cs"/>
        </a:defRPr>
      </a:lvl4pPr>
      <a:lvl5pPr marL="2600919" algn="l" rtl="0" eaLnBrk="1" latinLnBrk="0" hangingPunct="1">
        <a:defRPr kumimoji="0" kern="1200">
          <a:solidFill>
            <a:schemeClr val="tx1"/>
          </a:solidFill>
          <a:latin typeface="+mn-lt"/>
          <a:ea typeface="+mn-ea"/>
          <a:cs typeface="+mn-cs"/>
        </a:defRPr>
      </a:lvl5pPr>
      <a:lvl6pPr marL="3251149" algn="l" rtl="0" eaLnBrk="1" latinLnBrk="0" hangingPunct="1">
        <a:defRPr kumimoji="0" kern="1200">
          <a:solidFill>
            <a:schemeClr val="tx1"/>
          </a:solidFill>
          <a:latin typeface="+mn-lt"/>
          <a:ea typeface="+mn-ea"/>
          <a:cs typeface="+mn-cs"/>
        </a:defRPr>
      </a:lvl6pPr>
      <a:lvl7pPr marL="3901379" algn="l" rtl="0" eaLnBrk="1" latinLnBrk="0" hangingPunct="1">
        <a:defRPr kumimoji="0" kern="1200">
          <a:solidFill>
            <a:schemeClr val="tx1"/>
          </a:solidFill>
          <a:latin typeface="+mn-lt"/>
          <a:ea typeface="+mn-ea"/>
          <a:cs typeface="+mn-cs"/>
        </a:defRPr>
      </a:lvl7pPr>
      <a:lvl8pPr marL="4551609" algn="l" rtl="0" eaLnBrk="1" latinLnBrk="0" hangingPunct="1">
        <a:defRPr kumimoji="0" kern="1200">
          <a:solidFill>
            <a:schemeClr val="tx1"/>
          </a:solidFill>
          <a:latin typeface="+mn-lt"/>
          <a:ea typeface="+mn-ea"/>
          <a:cs typeface="+mn-cs"/>
        </a:defRPr>
      </a:lvl8pPr>
      <a:lvl9pPr marL="5201839"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aidooK@cput.ac.za" TargetMode="External"/><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3.xml"/><Relationship Id="rId4" Type="http://schemas.openxmlformats.org/officeDocument/2006/relationships/image" Target="../media/image22.jpeg"/></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7.gi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5F8DD3-69D1-4BDA-96BE-96F39BD0E7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77" y="0"/>
            <a:ext cx="8713694" cy="3865831"/>
          </a:xfrm>
          <a:prstGeom prst="rect">
            <a:avLst/>
          </a:prstGeom>
        </p:spPr>
      </p:pic>
      <p:sp>
        <p:nvSpPr>
          <p:cNvPr id="3" name="Rectangle 2">
            <a:extLst>
              <a:ext uri="{FF2B5EF4-FFF2-40B4-BE49-F238E27FC236}">
                <a16:creationId xmlns:a16="http://schemas.microsoft.com/office/drawing/2014/main" id="{DDE785FE-1275-4D69-859E-F42E172FD5DF}"/>
              </a:ext>
            </a:extLst>
          </p:cNvPr>
          <p:cNvSpPr/>
          <p:nvPr/>
        </p:nvSpPr>
        <p:spPr>
          <a:xfrm>
            <a:off x="8606117" y="0"/>
            <a:ext cx="5082989" cy="3865831"/>
          </a:xfrm>
          <a:prstGeom prst="rect">
            <a:avLst/>
          </a:prstGeom>
          <a:solidFill>
            <a:srgbClr val="FFFFFF"/>
          </a:solidFill>
          <a:ln w="9525"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7799" marR="57799" indent="0" algn="l" defTabSz="1295400" rtl="0" fontAlgn="auto" latinLnBrk="0" hangingPunct="0">
              <a:lnSpc>
                <a:spcPct val="100000"/>
              </a:lnSpc>
              <a:spcBef>
                <a:spcPts val="0"/>
              </a:spcBef>
              <a:spcAft>
                <a:spcPts val="0"/>
              </a:spcAft>
              <a:buClrTx/>
              <a:buSzTx/>
              <a:buFontTx/>
              <a:buNone/>
              <a:tabLst/>
            </a:pPr>
            <a:endParaRPr kumimoji="0" lang="en-GB" sz="2400" b="0" i="0" u="none" strike="noStrike" cap="none" spc="0" normalizeH="0" baseline="0">
              <a:ln>
                <a:noFill/>
              </a:ln>
              <a:solidFill>
                <a:srgbClr val="000000"/>
              </a:solidFill>
              <a:effectLst/>
              <a:uFill>
                <a:solidFill>
                  <a:srgbClr val="000000"/>
                </a:solidFill>
              </a:uFill>
              <a:latin typeface="+mn-lt"/>
              <a:ea typeface="+mn-ea"/>
              <a:cs typeface="+mn-cs"/>
              <a:sym typeface="Helvetica"/>
            </a:endParaRPr>
          </a:p>
        </p:txBody>
      </p:sp>
      <p:sp>
        <p:nvSpPr>
          <p:cNvPr id="4" name="TextBox 3">
            <a:extLst>
              <a:ext uri="{FF2B5EF4-FFF2-40B4-BE49-F238E27FC236}">
                <a16:creationId xmlns:a16="http://schemas.microsoft.com/office/drawing/2014/main" id="{C476762C-AFDA-46E7-B649-C535176FB264}"/>
              </a:ext>
            </a:extLst>
          </p:cNvPr>
          <p:cNvSpPr txBox="1"/>
          <p:nvPr/>
        </p:nvSpPr>
        <p:spPr>
          <a:xfrm>
            <a:off x="1035424" y="4471883"/>
            <a:ext cx="11725836" cy="31803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7799" marR="57799" indent="0" algn="l" defTabSz="1295400" rtl="0" fontAlgn="auto" latinLnBrk="0" hangingPunct="0">
              <a:lnSpc>
                <a:spcPct val="100000"/>
              </a:lnSpc>
              <a:spcBef>
                <a:spcPts val="0"/>
              </a:spcBef>
              <a:spcAft>
                <a:spcPts val="0"/>
              </a:spcAft>
              <a:buClrTx/>
              <a:buSzTx/>
              <a:buFontTx/>
              <a:buNone/>
              <a:tabLst/>
            </a:pPr>
            <a:r>
              <a:rPr lang="en-US" sz="3600" b="1" dirty="0">
                <a:solidFill>
                  <a:srgbClr val="FFFF00"/>
                </a:solidFill>
              </a:rPr>
              <a:t>Applications Development Practice 3 (ADP372S)</a:t>
            </a:r>
          </a:p>
          <a:p>
            <a:pPr marL="57799" marR="57799" indent="0" algn="l" defTabSz="1295400" rtl="0" fontAlgn="auto" latinLnBrk="0" hangingPunct="0">
              <a:lnSpc>
                <a:spcPct val="100000"/>
              </a:lnSpc>
              <a:spcBef>
                <a:spcPts val="0"/>
              </a:spcBef>
              <a:spcAft>
                <a:spcPts val="0"/>
              </a:spcAft>
              <a:buClrTx/>
              <a:buSzTx/>
              <a:buFontTx/>
              <a:buNone/>
              <a:tabLst/>
            </a:pPr>
            <a:r>
              <a:rPr lang="en-US" sz="3600" b="1" dirty="0">
                <a:solidFill>
                  <a:srgbClr val="FFFF00"/>
                </a:solidFill>
              </a:rPr>
              <a:t>Lecturer: Kruben Naidoo</a:t>
            </a:r>
          </a:p>
          <a:p>
            <a:pPr marL="57799" marR="57799" indent="0" algn="l" defTabSz="1295400" rtl="0" fontAlgn="auto" latinLnBrk="0" hangingPunct="0">
              <a:lnSpc>
                <a:spcPct val="100000"/>
              </a:lnSpc>
              <a:spcBef>
                <a:spcPts val="0"/>
              </a:spcBef>
              <a:spcAft>
                <a:spcPts val="0"/>
              </a:spcAft>
              <a:buClrTx/>
              <a:buSzTx/>
              <a:buFontTx/>
              <a:buNone/>
              <a:tabLst/>
            </a:pPr>
            <a:r>
              <a:rPr kumimoji="0" lang="en-GB" sz="3600" i="0" u="none" strike="noStrike" cap="none" spc="0" normalizeH="0" baseline="0" dirty="0">
                <a:ln>
                  <a:noFill/>
                </a:ln>
                <a:solidFill>
                  <a:schemeClr val="tx1"/>
                </a:solidFill>
                <a:effectLst/>
                <a:uFill>
                  <a:solidFill>
                    <a:srgbClr val="000000"/>
                  </a:solidFill>
                </a:uFill>
                <a:latin typeface="+mn-lt"/>
                <a:ea typeface="+mn-ea"/>
                <a:cs typeface="+mn-cs"/>
                <a:sym typeface="Helvetica"/>
              </a:rPr>
              <a:t>Email: </a:t>
            </a:r>
            <a:r>
              <a:rPr lang="en-GB" sz="3600" dirty="0">
                <a:solidFill>
                  <a:schemeClr val="bg1"/>
                </a:solidFill>
                <a:hlinkClick r:id="rId3">
                  <a:extLst>
                    <a:ext uri="{A12FA001-AC4F-418D-AE19-62706E023703}">
                      <ahyp:hlinkClr xmlns:ahyp="http://schemas.microsoft.com/office/drawing/2018/hyperlinkcolor" val="tx"/>
                    </a:ext>
                  </a:extLst>
                </a:hlinkClick>
              </a:rPr>
              <a:t>NaidooK@cput.ac.za</a:t>
            </a:r>
            <a:r>
              <a:rPr lang="en-GB" sz="3600" dirty="0">
                <a:solidFill>
                  <a:schemeClr val="bg1"/>
                </a:solidFill>
              </a:rPr>
              <a:t> </a:t>
            </a:r>
            <a:endParaRPr kumimoji="0" lang="en-GB" sz="3600" i="0" u="none" strike="noStrike" cap="none" spc="0" normalizeH="0" baseline="0" dirty="0">
              <a:ln>
                <a:noFill/>
              </a:ln>
              <a:solidFill>
                <a:schemeClr val="bg1"/>
              </a:solidFill>
              <a:effectLst/>
              <a:uFill>
                <a:solidFill>
                  <a:srgbClr val="000000"/>
                </a:solidFill>
              </a:uFill>
              <a:latin typeface="+mn-lt"/>
              <a:ea typeface="+mn-ea"/>
              <a:cs typeface="+mn-cs"/>
              <a:sym typeface="Helvetica"/>
            </a:endParaRPr>
          </a:p>
          <a:p>
            <a:pPr marL="57799" marR="57799" indent="0" algn="l" defTabSz="1295400" rtl="0" fontAlgn="auto" latinLnBrk="0" hangingPunct="0">
              <a:lnSpc>
                <a:spcPct val="100000"/>
              </a:lnSpc>
              <a:spcBef>
                <a:spcPts val="0"/>
              </a:spcBef>
              <a:spcAft>
                <a:spcPts val="0"/>
              </a:spcAft>
              <a:buClrTx/>
              <a:buSzTx/>
              <a:buFontTx/>
              <a:buNone/>
              <a:tabLst/>
            </a:pPr>
            <a:r>
              <a:rPr lang="en-GB" sz="3600" dirty="0">
                <a:solidFill>
                  <a:schemeClr val="tx1"/>
                </a:solidFill>
              </a:rPr>
              <a:t>Office: Rm 2.11 – Engineering Building, District Six Campus, Cape Town, South Africa</a:t>
            </a:r>
            <a:r>
              <a:rPr lang="en-GB" sz="1800" dirty="0">
                <a:solidFill>
                  <a:schemeClr val="tx1"/>
                </a:solidFill>
              </a:rPr>
              <a:t>.</a:t>
            </a:r>
          </a:p>
          <a:p>
            <a:pPr marL="57799" marR="57799" indent="0" algn="l" defTabSz="1295400" rtl="0" fontAlgn="auto" latinLnBrk="0" hangingPunct="0">
              <a:lnSpc>
                <a:spcPct val="100000"/>
              </a:lnSpc>
              <a:spcBef>
                <a:spcPts val="0"/>
              </a:spcBef>
              <a:spcAft>
                <a:spcPts val="0"/>
              </a:spcAft>
              <a:buClrTx/>
              <a:buSzTx/>
              <a:buFontTx/>
              <a:buNone/>
              <a:tabLst/>
            </a:pPr>
            <a:endParaRPr kumimoji="0" lang="en-GB" sz="2000" b="0" i="0" u="none" strike="noStrike" cap="none" spc="0" normalizeH="0" baseline="0" dirty="0">
              <a:ln>
                <a:noFill/>
              </a:ln>
              <a:solidFill>
                <a:srgbClr val="000000"/>
              </a:solidFill>
              <a:effectLst/>
              <a:uFill>
                <a:solidFill>
                  <a:srgbClr val="000000"/>
                </a:solidFill>
              </a:uFill>
              <a:latin typeface="+mn-lt"/>
              <a:ea typeface="+mn-ea"/>
              <a:cs typeface="+mn-cs"/>
              <a:sym typeface="Helvetica"/>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Lesson objectives:</a:t>
            </a:r>
            <a:endParaRPr lang="en-GB" dirty="0">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r>
              <a:rPr lang="en-US" sz="3600" dirty="0">
                <a:solidFill>
                  <a:schemeClr val="accent2">
                    <a:lumMod val="75000"/>
                  </a:schemeClr>
                </a:solidFill>
                <a:latin typeface="Abadi" panose="020B0604020104020204" pitchFamily="34" charset="0"/>
              </a:rPr>
              <a:t>Recap</a:t>
            </a:r>
          </a:p>
          <a:p>
            <a:pPr>
              <a:spcBef>
                <a:spcPts val="0"/>
              </a:spcBef>
            </a:pPr>
            <a:endParaRPr lang="en-US" sz="3600" dirty="0">
              <a:solidFill>
                <a:schemeClr val="accent2">
                  <a:lumMod val="75000"/>
                </a:schemeClr>
              </a:solidFill>
              <a:latin typeface="Abadi" panose="020B0604020104020204" pitchFamily="34" charset="0"/>
            </a:endParaRPr>
          </a:p>
          <a:p>
            <a:pPr>
              <a:spcBef>
                <a:spcPts val="0"/>
              </a:spcBef>
            </a:pPr>
            <a:r>
              <a:rPr lang="en-US" sz="3600" dirty="0">
                <a:solidFill>
                  <a:schemeClr val="accent2">
                    <a:lumMod val="75000"/>
                  </a:schemeClr>
                </a:solidFill>
                <a:latin typeface="Abadi" panose="020B0604020104020204" pitchFamily="34" charset="0"/>
              </a:rPr>
              <a:t>The Strategy Design Pattern</a:t>
            </a:r>
          </a:p>
          <a:p>
            <a:pPr>
              <a:spcBef>
                <a:spcPts val="0"/>
              </a:spcBef>
            </a:pPr>
            <a:endParaRPr lang="en-US" sz="3600" dirty="0">
              <a:solidFill>
                <a:schemeClr val="accent2">
                  <a:lumMod val="75000"/>
                </a:schemeClr>
              </a:solidFill>
              <a:latin typeface="Abadi" panose="020B0604020104020204" pitchFamily="34" charset="0"/>
            </a:endParaRPr>
          </a:p>
          <a:p>
            <a:pPr>
              <a:spcBef>
                <a:spcPts val="0"/>
              </a:spcBef>
            </a:pPr>
            <a:r>
              <a:rPr lang="en-US" sz="3600" dirty="0">
                <a:solidFill>
                  <a:srgbClr val="FFC000"/>
                </a:solidFill>
                <a:latin typeface="Abadi" panose="020B0604020104020204" pitchFamily="34" charset="0"/>
              </a:rPr>
              <a:t>The Adapter Design Pattern</a:t>
            </a:r>
          </a:p>
          <a:p>
            <a:pPr>
              <a:spcBef>
                <a:spcPts val="0"/>
              </a:spcBef>
            </a:pPr>
            <a:endParaRPr lang="en-US" sz="3600" dirty="0">
              <a:solidFill>
                <a:schemeClr val="accent2">
                  <a:lumMod val="75000"/>
                </a:schemeClr>
              </a:solidFill>
              <a:latin typeface="Abadi" panose="020B0604020104020204" pitchFamily="34" charset="0"/>
            </a:endParaRPr>
          </a:p>
          <a:p>
            <a:pPr>
              <a:spcBef>
                <a:spcPts val="0"/>
              </a:spcBef>
            </a:pPr>
            <a:r>
              <a:rPr lang="en-US" sz="3600" dirty="0">
                <a:solidFill>
                  <a:srgbClr val="FF0000"/>
                </a:solidFill>
                <a:latin typeface="Abadi" panose="020B0604020104020204" pitchFamily="34" charset="0"/>
              </a:rPr>
              <a:t>The Observer Design Pattern</a:t>
            </a:r>
          </a:p>
          <a:p>
            <a:pPr>
              <a:spcBef>
                <a:spcPts val="0"/>
              </a:spcBef>
            </a:pPr>
            <a:endParaRPr lang="en-GB" sz="3600" dirty="0">
              <a:solidFill>
                <a:schemeClr val="accent2">
                  <a:lumMod val="75000"/>
                </a:schemeClr>
              </a:solidFill>
              <a:latin typeface="Abadi" panose="020B0604020104020204" pitchFamily="34" charset="0"/>
            </a:endParaRPr>
          </a:p>
          <a:p>
            <a:pPr>
              <a:spcBef>
                <a:spcPts val="0"/>
              </a:spcBef>
            </a:pPr>
            <a:r>
              <a:rPr lang="en-GB" sz="3600" dirty="0">
                <a:solidFill>
                  <a:schemeClr val="accent2">
                    <a:lumMod val="75000"/>
                  </a:schemeClr>
                </a:solidFill>
                <a:latin typeface="Abadi" panose="020B0604020104020204" pitchFamily="34" charset="0"/>
              </a:rPr>
              <a:t>Summary </a:t>
            </a:r>
          </a:p>
          <a:p>
            <a:pPr lvl="1">
              <a:spcBef>
                <a:spcPts val="0"/>
              </a:spcBef>
            </a:pPr>
            <a:r>
              <a:rPr lang="en-GB" sz="3315" dirty="0">
                <a:solidFill>
                  <a:schemeClr val="accent2">
                    <a:lumMod val="75000"/>
                  </a:schemeClr>
                </a:solidFill>
                <a:latin typeface="Abadi" panose="020B0604020104020204" pitchFamily="34" charset="0"/>
              </a:rPr>
              <a:t>LinkedIn Learning video on Design Principles </a:t>
            </a:r>
          </a:p>
        </p:txBody>
      </p:sp>
    </p:spTree>
    <p:extLst>
      <p:ext uri="{BB962C8B-B14F-4D97-AF65-F5344CB8AC3E}">
        <p14:creationId xmlns:p14="http://schemas.microsoft.com/office/powerpoint/2010/main" val="222536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able&#10;&#10;Description automatically generated">
            <a:extLst>
              <a:ext uri="{FF2B5EF4-FFF2-40B4-BE49-F238E27FC236}">
                <a16:creationId xmlns:a16="http://schemas.microsoft.com/office/drawing/2014/main" id="{7D236302-F574-4DD4-9066-A3C188484E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27" y="1880769"/>
            <a:ext cx="12860545" cy="5992061"/>
          </a:xfrm>
          <a:prstGeom prst="rect">
            <a:avLst/>
          </a:prstGeom>
        </p:spPr>
      </p:pic>
      <p:sp>
        <p:nvSpPr>
          <p:cNvPr id="2" name="TextBox 1">
            <a:extLst>
              <a:ext uri="{FF2B5EF4-FFF2-40B4-BE49-F238E27FC236}">
                <a16:creationId xmlns:a16="http://schemas.microsoft.com/office/drawing/2014/main" id="{3E5901E5-C02E-4CD6-9BC0-14EEB7EE88AB}"/>
              </a:ext>
            </a:extLst>
          </p:cNvPr>
          <p:cNvSpPr txBox="1"/>
          <p:nvPr/>
        </p:nvSpPr>
        <p:spPr>
          <a:xfrm>
            <a:off x="2232211" y="7019364"/>
            <a:ext cx="4623060" cy="400110"/>
          </a:xfrm>
          <a:prstGeom prst="rect">
            <a:avLst/>
          </a:prstGeom>
          <a:noFill/>
        </p:spPr>
        <p:txBody>
          <a:bodyPr wrap="none" rtlCol="0">
            <a:spAutoFit/>
          </a:bodyPr>
          <a:lstStyle/>
          <a:p>
            <a:r>
              <a:rPr lang="en-US" sz="2000" u="sng" dirty="0">
                <a:latin typeface="Abadi" panose="020B0604020104020204" pitchFamily="34" charset="0"/>
              </a:rPr>
              <a:t>Figure: 23 Gang of Four (GOF) Patterns</a:t>
            </a:r>
            <a:endParaRPr lang="en-GB" sz="2000" u="sng" dirty="0">
              <a:latin typeface="Abadi" panose="020B0604020104020204" pitchFamily="34" charset="0"/>
            </a:endParaRPr>
          </a:p>
        </p:txBody>
      </p:sp>
    </p:spTree>
    <p:extLst>
      <p:ext uri="{BB962C8B-B14F-4D97-AF65-F5344CB8AC3E}">
        <p14:creationId xmlns:p14="http://schemas.microsoft.com/office/powerpoint/2010/main" val="813451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Revisiting Inheritance</a:t>
            </a:r>
            <a:endParaRPr lang="en-GB" dirty="0">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endParaRPr lang="en-US" sz="3600" dirty="0">
              <a:solidFill>
                <a:schemeClr val="accent2">
                  <a:lumMod val="75000"/>
                </a:schemeClr>
              </a:solidFill>
              <a:latin typeface="Abadi" panose="020B0604020104020204" pitchFamily="34" charset="0"/>
            </a:endParaRPr>
          </a:p>
          <a:p>
            <a:pPr>
              <a:spcBef>
                <a:spcPts val="0"/>
              </a:spcBef>
            </a:pPr>
            <a:endParaRPr lang="en-US" sz="3600" dirty="0">
              <a:solidFill>
                <a:schemeClr val="accent2">
                  <a:lumMod val="75000"/>
                </a:schemeClr>
              </a:solidFill>
              <a:latin typeface="Abadi" panose="020B0604020104020204" pitchFamily="34" charset="0"/>
            </a:endParaRPr>
          </a:p>
          <a:p>
            <a:pPr>
              <a:spcBef>
                <a:spcPts val="0"/>
              </a:spcBef>
            </a:pPr>
            <a:endParaRPr lang="en-US" sz="3600" dirty="0">
              <a:solidFill>
                <a:schemeClr val="accent2">
                  <a:lumMod val="75000"/>
                </a:schemeClr>
              </a:solidFill>
              <a:latin typeface="Abadi" panose="020B0604020104020204" pitchFamily="34" charset="0"/>
            </a:endParaRPr>
          </a:p>
          <a:p>
            <a:pPr>
              <a:spcBef>
                <a:spcPts val="0"/>
              </a:spcBef>
            </a:pPr>
            <a:endParaRPr lang="en-US" sz="3600" dirty="0">
              <a:solidFill>
                <a:schemeClr val="accent2">
                  <a:lumMod val="75000"/>
                </a:schemeClr>
              </a:solidFill>
              <a:latin typeface="Abadi" panose="020B0604020104020204" pitchFamily="34" charset="0"/>
            </a:endParaRPr>
          </a:p>
          <a:p>
            <a:pPr>
              <a:spcBef>
                <a:spcPts val="0"/>
              </a:spcBef>
            </a:pPr>
            <a:endParaRPr lang="en-US" sz="3600" dirty="0">
              <a:solidFill>
                <a:schemeClr val="accent2">
                  <a:lumMod val="75000"/>
                </a:schemeClr>
              </a:solidFill>
              <a:latin typeface="Abadi" panose="020B0604020104020204" pitchFamily="34" charset="0"/>
            </a:endParaRPr>
          </a:p>
          <a:p>
            <a:pPr>
              <a:spcBef>
                <a:spcPts val="0"/>
              </a:spcBef>
            </a:pPr>
            <a:endParaRPr lang="en-US" sz="3600" dirty="0">
              <a:solidFill>
                <a:schemeClr val="accent2">
                  <a:lumMod val="75000"/>
                </a:schemeClr>
              </a:solidFill>
              <a:latin typeface="Abadi" panose="020B0604020104020204" pitchFamily="34" charset="0"/>
            </a:endParaRPr>
          </a:p>
          <a:p>
            <a:pPr>
              <a:spcBef>
                <a:spcPts val="0"/>
              </a:spcBef>
            </a:pPr>
            <a:endParaRPr lang="en-US" sz="3600" dirty="0">
              <a:solidFill>
                <a:schemeClr val="accent2">
                  <a:lumMod val="75000"/>
                </a:schemeClr>
              </a:solidFill>
              <a:latin typeface="Abadi" panose="020B0604020104020204" pitchFamily="34" charset="0"/>
            </a:endParaRPr>
          </a:p>
          <a:p>
            <a:pPr>
              <a:spcBef>
                <a:spcPts val="0"/>
              </a:spcBef>
            </a:pPr>
            <a:endParaRPr lang="en-US" sz="3600" dirty="0">
              <a:solidFill>
                <a:schemeClr val="accent2">
                  <a:lumMod val="75000"/>
                </a:schemeClr>
              </a:solidFill>
              <a:latin typeface="Abadi" panose="020B0604020104020204" pitchFamily="34" charset="0"/>
            </a:endParaRPr>
          </a:p>
          <a:p>
            <a:pPr>
              <a:spcBef>
                <a:spcPts val="0"/>
              </a:spcBef>
            </a:pPr>
            <a:r>
              <a:rPr lang="en-US" sz="3600" dirty="0">
                <a:solidFill>
                  <a:schemeClr val="accent2">
                    <a:lumMod val="75000"/>
                  </a:schemeClr>
                </a:solidFill>
                <a:latin typeface="Abadi" panose="020B0604020104020204" pitchFamily="34" charset="0"/>
              </a:rPr>
              <a:t>When you over-use inheritance you end up with designs that are inflexible and difficult to change.</a:t>
            </a:r>
            <a:endParaRPr lang="en-GB" sz="3600" dirty="0">
              <a:solidFill>
                <a:schemeClr val="accent2">
                  <a:lumMod val="75000"/>
                </a:schemeClr>
              </a:solidFill>
              <a:latin typeface="Abadi" panose="020B0604020104020204" pitchFamily="34" charset="0"/>
            </a:endParaRPr>
          </a:p>
        </p:txBody>
      </p:sp>
      <p:pic>
        <p:nvPicPr>
          <p:cNvPr id="11266" name="Picture 2" descr="Java Classes and Objects. A simple guide to writing basic object ...">
            <a:extLst>
              <a:ext uri="{FF2B5EF4-FFF2-40B4-BE49-F238E27FC236}">
                <a16:creationId xmlns:a16="http://schemas.microsoft.com/office/drawing/2014/main" id="{3A070FCC-E7FB-42CC-AE85-BA438ECD81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5813" y="2690813"/>
            <a:ext cx="6353175" cy="437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3929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Limitations of Inheritance</a:t>
            </a:r>
            <a:endParaRPr lang="en-GB" dirty="0">
              <a:latin typeface="Abadi" panose="020B0604020104020204" pitchFamily="34" charset="0"/>
            </a:endParaRPr>
          </a:p>
        </p:txBody>
      </p:sp>
      <p:pic>
        <p:nvPicPr>
          <p:cNvPr id="5" name="Content Placeholder 4">
            <a:extLst>
              <a:ext uri="{FF2B5EF4-FFF2-40B4-BE49-F238E27FC236}">
                <a16:creationId xmlns:a16="http://schemas.microsoft.com/office/drawing/2014/main" id="{EB209307-F820-443C-9C16-C884295734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6455" y="2864224"/>
            <a:ext cx="11570369" cy="5451947"/>
          </a:xfrm>
        </p:spPr>
      </p:pic>
    </p:spTree>
    <p:extLst>
      <p:ext uri="{BB962C8B-B14F-4D97-AF65-F5344CB8AC3E}">
        <p14:creationId xmlns:p14="http://schemas.microsoft.com/office/powerpoint/2010/main" val="2560353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Limitations of Inheritance</a:t>
            </a:r>
            <a:endParaRPr lang="en-GB" dirty="0">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r>
              <a:rPr lang="en-US" sz="3600" dirty="0">
                <a:solidFill>
                  <a:schemeClr val="accent2">
                    <a:lumMod val="75000"/>
                  </a:schemeClr>
                </a:solidFill>
                <a:latin typeface="Abadi" panose="020B0604020104020204" pitchFamily="34" charset="0"/>
              </a:rPr>
              <a:t>Flying and quacking get no benefits from inheritance for some ducks</a:t>
            </a:r>
          </a:p>
          <a:p>
            <a:pPr>
              <a:spcBef>
                <a:spcPts val="0"/>
              </a:spcBef>
            </a:pPr>
            <a:r>
              <a:rPr lang="en-US" sz="3600" dirty="0">
                <a:solidFill>
                  <a:schemeClr val="accent2">
                    <a:lumMod val="75000"/>
                  </a:schemeClr>
                </a:solidFill>
                <a:latin typeface="Abadi" panose="020B0604020104020204" pitchFamily="34" charset="0"/>
              </a:rPr>
              <a:t>We have code duplicated across classes – code to keep from flying and quacking</a:t>
            </a:r>
          </a:p>
          <a:p>
            <a:pPr>
              <a:spcBef>
                <a:spcPts val="0"/>
              </a:spcBef>
            </a:pPr>
            <a:r>
              <a:rPr lang="en-US" sz="3600" dirty="0">
                <a:solidFill>
                  <a:schemeClr val="accent2">
                    <a:lumMod val="75000"/>
                  </a:schemeClr>
                </a:solidFill>
                <a:latin typeface="Abadi" panose="020B0604020104020204" pitchFamily="34" charset="0"/>
              </a:rPr>
              <a:t>Its hard to gain knowledge about the ducks from just the superclass (we have to drill into the subclasses)</a:t>
            </a:r>
          </a:p>
          <a:p>
            <a:pPr>
              <a:spcBef>
                <a:spcPts val="0"/>
              </a:spcBef>
            </a:pPr>
            <a:r>
              <a:rPr lang="en-US" sz="3600" dirty="0">
                <a:solidFill>
                  <a:schemeClr val="accent2">
                    <a:lumMod val="75000"/>
                  </a:schemeClr>
                </a:solidFill>
                <a:latin typeface="Abadi" panose="020B0604020104020204" pitchFamily="34" charset="0"/>
              </a:rPr>
              <a:t>Changes in the superclass can lead to unintended </a:t>
            </a:r>
            <a:r>
              <a:rPr lang="en-US" sz="3600" dirty="0" err="1">
                <a:solidFill>
                  <a:schemeClr val="accent2">
                    <a:lumMod val="75000"/>
                  </a:schemeClr>
                </a:solidFill>
                <a:latin typeface="Abadi" panose="020B0604020104020204" pitchFamily="34" charset="0"/>
              </a:rPr>
              <a:t>behaviour</a:t>
            </a:r>
            <a:r>
              <a:rPr lang="en-US" sz="3600" dirty="0">
                <a:solidFill>
                  <a:schemeClr val="accent2">
                    <a:lumMod val="75000"/>
                  </a:schemeClr>
                </a:solidFill>
                <a:latin typeface="Abadi" panose="020B0604020104020204" pitchFamily="34" charset="0"/>
              </a:rPr>
              <a:t> in the other classes</a:t>
            </a:r>
          </a:p>
          <a:p>
            <a:pPr>
              <a:spcBef>
                <a:spcPts val="0"/>
              </a:spcBef>
            </a:pPr>
            <a:r>
              <a:rPr lang="en-US" sz="3600" dirty="0">
                <a:solidFill>
                  <a:schemeClr val="accent2">
                    <a:lumMod val="75000"/>
                  </a:schemeClr>
                </a:solidFill>
                <a:latin typeface="Abadi" panose="020B0604020104020204" pitchFamily="34" charset="0"/>
              </a:rPr>
              <a:t>Runtime </a:t>
            </a:r>
            <a:r>
              <a:rPr lang="en-US" sz="3600" dirty="0" err="1">
                <a:solidFill>
                  <a:schemeClr val="accent2">
                    <a:lumMod val="75000"/>
                  </a:schemeClr>
                </a:solidFill>
                <a:latin typeface="Abadi" panose="020B0604020104020204" pitchFamily="34" charset="0"/>
              </a:rPr>
              <a:t>behaviour</a:t>
            </a:r>
            <a:r>
              <a:rPr lang="en-US" sz="3600" dirty="0">
                <a:solidFill>
                  <a:schemeClr val="accent2">
                    <a:lumMod val="75000"/>
                  </a:schemeClr>
                </a:solidFill>
                <a:latin typeface="Abadi" panose="020B0604020104020204" pitchFamily="34" charset="0"/>
              </a:rPr>
              <a:t> changes are difficult for example, to no be able to fly if the duck is injured or captured.</a:t>
            </a:r>
            <a:endParaRPr lang="en-GB" sz="3600" dirty="0">
              <a:solidFill>
                <a:schemeClr val="accent2">
                  <a:lumMod val="75000"/>
                </a:schemeClr>
              </a:solidFill>
              <a:latin typeface="Abadi" panose="020B0604020104020204" pitchFamily="34" charset="0"/>
            </a:endParaRPr>
          </a:p>
        </p:txBody>
      </p:sp>
    </p:spTree>
    <p:extLst>
      <p:ext uri="{BB962C8B-B14F-4D97-AF65-F5344CB8AC3E}">
        <p14:creationId xmlns:p14="http://schemas.microsoft.com/office/powerpoint/2010/main" val="425885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Trying interfaces</a:t>
            </a:r>
            <a:endParaRPr lang="en-GB" dirty="0">
              <a:latin typeface="Abadi" panose="020B0604020104020204" pitchFamily="34" charset="0"/>
            </a:endParaRPr>
          </a:p>
        </p:txBody>
      </p:sp>
      <p:pic>
        <p:nvPicPr>
          <p:cNvPr id="5" name="Content Placeholder 4">
            <a:extLst>
              <a:ext uri="{FF2B5EF4-FFF2-40B4-BE49-F238E27FC236}">
                <a16:creationId xmlns:a16="http://schemas.microsoft.com/office/drawing/2014/main" id="{708C6D01-7FB4-42E0-A0BD-482A262F41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9858" y="3000225"/>
            <a:ext cx="11624702" cy="5194016"/>
          </a:xfrm>
        </p:spPr>
      </p:pic>
    </p:spTree>
    <p:extLst>
      <p:ext uri="{BB962C8B-B14F-4D97-AF65-F5344CB8AC3E}">
        <p14:creationId xmlns:p14="http://schemas.microsoft.com/office/powerpoint/2010/main" val="323197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Problems with the design</a:t>
            </a:r>
            <a:endParaRPr lang="en-GB" dirty="0">
              <a:latin typeface="Abadi" panose="020B0604020104020204" pitchFamily="34" charset="0"/>
            </a:endParaRPr>
          </a:p>
        </p:txBody>
      </p:sp>
      <p:sp>
        <p:nvSpPr>
          <p:cNvPr id="6" name="Content Placeholder 2">
            <a:extLst>
              <a:ext uri="{FF2B5EF4-FFF2-40B4-BE49-F238E27FC236}">
                <a16:creationId xmlns:a16="http://schemas.microsoft.com/office/drawing/2014/main" id="{670DF919-0B27-42DE-8AFB-F1D7F1DFA10D}"/>
              </a:ext>
            </a:extLst>
          </p:cNvPr>
          <p:cNvSpPr>
            <a:spLocks noGrp="1"/>
          </p:cNvSpPr>
          <p:nvPr>
            <p:ph idx="1"/>
          </p:nvPr>
        </p:nvSpPr>
        <p:spPr>
          <a:xfrm>
            <a:off x="650240" y="2752232"/>
            <a:ext cx="11704320" cy="6242755"/>
          </a:xfrm>
        </p:spPr>
        <p:txBody>
          <a:bodyPr/>
          <a:lstStyle/>
          <a:p>
            <a:pPr>
              <a:spcBef>
                <a:spcPts val="0"/>
              </a:spcBef>
            </a:pPr>
            <a:r>
              <a:rPr lang="en-US" sz="3600" dirty="0">
                <a:solidFill>
                  <a:schemeClr val="accent2">
                    <a:lumMod val="75000"/>
                  </a:schemeClr>
                </a:solidFill>
                <a:latin typeface="Abadi" panose="020B0604020104020204" pitchFamily="34" charset="0"/>
              </a:rPr>
              <a:t>It destroys code reuse</a:t>
            </a:r>
          </a:p>
          <a:p>
            <a:pPr>
              <a:spcBef>
                <a:spcPts val="0"/>
              </a:spcBef>
            </a:pPr>
            <a:r>
              <a:rPr lang="en-GB" sz="3600" dirty="0">
                <a:solidFill>
                  <a:schemeClr val="accent2">
                    <a:lumMod val="75000"/>
                  </a:schemeClr>
                </a:solidFill>
                <a:latin typeface="Abadi" panose="020B0604020104020204" pitchFamily="34" charset="0"/>
              </a:rPr>
              <a:t>It becomes a maintenance nightmare</a:t>
            </a:r>
          </a:p>
          <a:p>
            <a:pPr>
              <a:spcBef>
                <a:spcPts val="0"/>
              </a:spcBef>
            </a:pPr>
            <a:r>
              <a:rPr lang="en-GB" sz="3600" dirty="0">
                <a:solidFill>
                  <a:schemeClr val="accent2">
                    <a:lumMod val="75000"/>
                  </a:schemeClr>
                </a:solidFill>
                <a:latin typeface="Abadi" panose="020B0604020104020204" pitchFamily="34" charset="0"/>
              </a:rPr>
              <a:t>It doesn’t allow for runtime changes in behaviours (for example, if we wanted a duck to start life not being able to fly and acquire the ability to fly midway through the simulation. </a:t>
            </a:r>
          </a:p>
          <a:p>
            <a:pPr>
              <a:spcBef>
                <a:spcPts val="0"/>
              </a:spcBef>
            </a:pPr>
            <a:endParaRPr lang="en-GB" sz="3600" dirty="0">
              <a:solidFill>
                <a:schemeClr val="accent2">
                  <a:lumMod val="75000"/>
                </a:schemeClr>
              </a:solidFill>
              <a:latin typeface="Abadi" panose="020B0604020104020204" pitchFamily="34" charset="0"/>
            </a:endParaRPr>
          </a:p>
        </p:txBody>
      </p:sp>
    </p:spTree>
    <p:extLst>
      <p:ext uri="{BB962C8B-B14F-4D97-AF65-F5344CB8AC3E}">
        <p14:creationId xmlns:p14="http://schemas.microsoft.com/office/powerpoint/2010/main" val="3401036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Get inspiration from design principles</a:t>
            </a:r>
            <a:endParaRPr lang="en-GB" dirty="0">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r>
              <a:rPr lang="en-US" sz="3600" dirty="0">
                <a:solidFill>
                  <a:schemeClr val="accent2">
                    <a:lumMod val="75000"/>
                  </a:schemeClr>
                </a:solidFill>
                <a:latin typeface="Abadi" panose="020B0604020104020204" pitchFamily="34" charset="0"/>
              </a:rPr>
              <a:t>Inheritance didn’t work well</a:t>
            </a:r>
          </a:p>
          <a:p>
            <a:pPr lvl="1">
              <a:spcBef>
                <a:spcPts val="0"/>
              </a:spcBef>
            </a:pPr>
            <a:r>
              <a:rPr lang="en-US" sz="3315" dirty="0" err="1">
                <a:solidFill>
                  <a:schemeClr val="accent2">
                    <a:lumMod val="75000"/>
                  </a:schemeClr>
                </a:solidFill>
                <a:latin typeface="Abadi" panose="020B0604020104020204" pitchFamily="34" charset="0"/>
              </a:rPr>
              <a:t>Behaviour</a:t>
            </a:r>
            <a:r>
              <a:rPr lang="en-US" sz="3315" dirty="0">
                <a:solidFill>
                  <a:schemeClr val="accent2">
                    <a:lumMod val="75000"/>
                  </a:schemeClr>
                </a:solidFill>
                <a:latin typeface="Abadi" panose="020B0604020104020204" pitchFamily="34" charset="0"/>
              </a:rPr>
              <a:t> changes across subclasses, and its not possible for all subclasses to have all </a:t>
            </a:r>
            <a:r>
              <a:rPr lang="en-US" sz="3315" dirty="0" err="1">
                <a:solidFill>
                  <a:schemeClr val="accent2">
                    <a:lumMod val="75000"/>
                  </a:schemeClr>
                </a:solidFill>
                <a:latin typeface="Abadi" panose="020B0604020104020204" pitchFamily="34" charset="0"/>
              </a:rPr>
              <a:t>behaviours</a:t>
            </a:r>
            <a:endParaRPr lang="en-US" sz="3315" dirty="0">
              <a:solidFill>
                <a:schemeClr val="accent2">
                  <a:lumMod val="75000"/>
                </a:schemeClr>
              </a:solidFill>
              <a:latin typeface="Abadi" panose="020B0604020104020204" pitchFamily="34" charset="0"/>
            </a:endParaRPr>
          </a:p>
          <a:p>
            <a:pPr>
              <a:spcBef>
                <a:spcPts val="0"/>
              </a:spcBef>
            </a:pPr>
            <a:r>
              <a:rPr lang="en-US" sz="3600" dirty="0">
                <a:solidFill>
                  <a:schemeClr val="accent2">
                    <a:lumMod val="75000"/>
                  </a:schemeClr>
                </a:solidFill>
                <a:latin typeface="Abadi" panose="020B0604020104020204" pitchFamily="34" charset="0"/>
              </a:rPr>
              <a:t>Interfaces didn’t work well</a:t>
            </a:r>
          </a:p>
          <a:p>
            <a:pPr lvl="1">
              <a:spcBef>
                <a:spcPts val="0"/>
              </a:spcBef>
            </a:pPr>
            <a:r>
              <a:rPr lang="en-US" sz="3315" dirty="0">
                <a:solidFill>
                  <a:schemeClr val="accent2">
                    <a:lumMod val="75000"/>
                  </a:schemeClr>
                </a:solidFill>
                <a:latin typeface="Abadi" panose="020B0604020104020204" pitchFamily="34" charset="0"/>
              </a:rPr>
              <a:t>They sound promising, but interfaces supply no implementation and destroy code reuse.</a:t>
            </a:r>
          </a:p>
          <a:p>
            <a:pPr>
              <a:spcBef>
                <a:spcPts val="0"/>
              </a:spcBef>
            </a:pPr>
            <a:r>
              <a:rPr lang="en-US" sz="3600" dirty="0">
                <a:solidFill>
                  <a:schemeClr val="accent2">
                    <a:lumMod val="75000"/>
                  </a:schemeClr>
                </a:solidFill>
                <a:latin typeface="Abadi" panose="020B0604020104020204" pitchFamily="34" charset="0"/>
              </a:rPr>
              <a:t>Encapsulate what varies</a:t>
            </a:r>
          </a:p>
          <a:p>
            <a:pPr lvl="1">
              <a:spcBef>
                <a:spcPts val="0"/>
              </a:spcBef>
            </a:pPr>
            <a:r>
              <a:rPr lang="en-US" sz="3315" dirty="0">
                <a:solidFill>
                  <a:schemeClr val="accent2">
                    <a:lumMod val="75000"/>
                  </a:schemeClr>
                </a:solidFill>
                <a:latin typeface="Abadi" panose="020B0604020104020204" pitchFamily="34" charset="0"/>
              </a:rPr>
              <a:t>Identify the aspects of your application that vary and separate them from what stays the same.</a:t>
            </a:r>
          </a:p>
          <a:p>
            <a:pPr>
              <a:spcBef>
                <a:spcPts val="0"/>
              </a:spcBef>
            </a:pPr>
            <a:r>
              <a:rPr lang="en-GB" sz="3600" dirty="0">
                <a:solidFill>
                  <a:schemeClr val="accent2">
                    <a:lumMod val="75000"/>
                  </a:schemeClr>
                </a:solidFill>
                <a:latin typeface="Abadi" panose="020B0604020104020204" pitchFamily="34" charset="0"/>
              </a:rPr>
              <a:t>Program to an interface, not an implementation</a:t>
            </a:r>
          </a:p>
        </p:txBody>
      </p:sp>
    </p:spTree>
    <p:extLst>
      <p:ext uri="{BB962C8B-B14F-4D97-AF65-F5344CB8AC3E}">
        <p14:creationId xmlns:p14="http://schemas.microsoft.com/office/powerpoint/2010/main" val="2685698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Programming to an interface</a:t>
            </a:r>
            <a:endParaRPr lang="en-GB" dirty="0">
              <a:latin typeface="Abadi" panose="020B0604020104020204" pitchFamily="34" charset="0"/>
            </a:endParaRPr>
          </a:p>
        </p:txBody>
      </p:sp>
      <p:pic>
        <p:nvPicPr>
          <p:cNvPr id="5" name="Content Placeholder 4">
            <a:extLst>
              <a:ext uri="{FF2B5EF4-FFF2-40B4-BE49-F238E27FC236}">
                <a16:creationId xmlns:a16="http://schemas.microsoft.com/office/drawing/2014/main" id="{817D2AB7-0979-4576-88AD-A19C88F76D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1273" y="2918012"/>
            <a:ext cx="11663287" cy="5424832"/>
          </a:xfrm>
        </p:spPr>
      </p:pic>
    </p:spTree>
    <p:extLst>
      <p:ext uri="{BB962C8B-B14F-4D97-AF65-F5344CB8AC3E}">
        <p14:creationId xmlns:p14="http://schemas.microsoft.com/office/powerpoint/2010/main" val="3205008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Programming to an interface contd.</a:t>
            </a:r>
            <a:endParaRPr lang="en-GB" dirty="0">
              <a:latin typeface="Abadi" panose="020B0604020104020204" pitchFamily="34" charset="0"/>
            </a:endParaRPr>
          </a:p>
        </p:txBody>
      </p:sp>
      <p:pic>
        <p:nvPicPr>
          <p:cNvPr id="7" name="Content Placeholder 6">
            <a:extLst>
              <a:ext uri="{FF2B5EF4-FFF2-40B4-BE49-F238E27FC236}">
                <a16:creationId xmlns:a16="http://schemas.microsoft.com/office/drawing/2014/main" id="{E98A585D-FD10-4B04-99D5-50F1C3733B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4466" y="2695067"/>
            <a:ext cx="7475868" cy="5685013"/>
          </a:xfrm>
        </p:spPr>
      </p:pic>
    </p:spTree>
    <p:extLst>
      <p:ext uri="{BB962C8B-B14F-4D97-AF65-F5344CB8AC3E}">
        <p14:creationId xmlns:p14="http://schemas.microsoft.com/office/powerpoint/2010/main" val="2944932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Programming to an interface contd.</a:t>
            </a:r>
            <a:endParaRPr lang="en-GB" dirty="0">
              <a:latin typeface="Abadi" panose="020B0604020104020204" pitchFamily="34" charset="0"/>
            </a:endParaRPr>
          </a:p>
        </p:txBody>
      </p:sp>
      <p:pic>
        <p:nvPicPr>
          <p:cNvPr id="6" name="Content Placeholder 5">
            <a:extLst>
              <a:ext uri="{FF2B5EF4-FFF2-40B4-BE49-F238E27FC236}">
                <a16:creationId xmlns:a16="http://schemas.microsoft.com/office/drawing/2014/main" id="{453396A3-024F-440E-9A65-02403C73C3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2696" y="2820438"/>
            <a:ext cx="10699407" cy="5128704"/>
          </a:xfrm>
        </p:spPr>
      </p:pic>
    </p:spTree>
    <p:extLst>
      <p:ext uri="{BB962C8B-B14F-4D97-AF65-F5344CB8AC3E}">
        <p14:creationId xmlns:p14="http://schemas.microsoft.com/office/powerpoint/2010/main" val="2806167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Applying the principles</a:t>
            </a:r>
            <a:endParaRPr lang="en-GB" dirty="0">
              <a:latin typeface="Abadi" panose="020B0604020104020204" pitchFamily="34" charset="0"/>
            </a:endParaRPr>
          </a:p>
        </p:txBody>
      </p:sp>
      <p:pic>
        <p:nvPicPr>
          <p:cNvPr id="5" name="Content Placeholder 4">
            <a:extLst>
              <a:ext uri="{FF2B5EF4-FFF2-40B4-BE49-F238E27FC236}">
                <a16:creationId xmlns:a16="http://schemas.microsoft.com/office/drawing/2014/main" id="{C3779E3F-C704-4916-AE2D-8A166E4A0B31}"/>
              </a:ext>
            </a:extLst>
          </p:cNvPr>
          <p:cNvPicPr>
            <a:picLocks noGrp="1" noChangeAspect="1"/>
          </p:cNvPicPr>
          <p:nvPr>
            <p:ph idx="1"/>
          </p:nvPr>
        </p:nvPicPr>
        <p:blipFill>
          <a:blip r:embed="rId2"/>
          <a:stretch>
            <a:fillRect/>
          </a:stretch>
        </p:blipFill>
        <p:spPr>
          <a:xfrm>
            <a:off x="1182687" y="3043237"/>
            <a:ext cx="10639425" cy="3667125"/>
          </a:xfrm>
        </p:spPr>
      </p:pic>
    </p:spTree>
    <p:extLst>
      <p:ext uri="{BB962C8B-B14F-4D97-AF65-F5344CB8AC3E}">
        <p14:creationId xmlns:p14="http://schemas.microsoft.com/office/powerpoint/2010/main" val="2878257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Applying the principles contd.</a:t>
            </a:r>
            <a:endParaRPr lang="en-GB" dirty="0">
              <a:latin typeface="Abadi" panose="020B0604020104020204" pitchFamily="34" charset="0"/>
            </a:endParaRPr>
          </a:p>
        </p:txBody>
      </p:sp>
      <p:pic>
        <p:nvPicPr>
          <p:cNvPr id="7" name="Content Placeholder 6">
            <a:extLst>
              <a:ext uri="{FF2B5EF4-FFF2-40B4-BE49-F238E27FC236}">
                <a16:creationId xmlns:a16="http://schemas.microsoft.com/office/drawing/2014/main" id="{BD4972EA-388C-4793-8295-EA66BA1C9BDD}"/>
              </a:ext>
            </a:extLst>
          </p:cNvPr>
          <p:cNvPicPr>
            <a:picLocks noGrp="1" noChangeAspect="1"/>
          </p:cNvPicPr>
          <p:nvPr>
            <p:ph idx="1"/>
          </p:nvPr>
        </p:nvPicPr>
        <p:blipFill>
          <a:blip r:embed="rId2"/>
          <a:stretch>
            <a:fillRect/>
          </a:stretch>
        </p:blipFill>
        <p:spPr>
          <a:xfrm>
            <a:off x="1344612" y="3219450"/>
            <a:ext cx="10315575" cy="3314700"/>
          </a:xfrm>
        </p:spPr>
      </p:pic>
    </p:spTree>
    <p:extLst>
      <p:ext uri="{BB962C8B-B14F-4D97-AF65-F5344CB8AC3E}">
        <p14:creationId xmlns:p14="http://schemas.microsoft.com/office/powerpoint/2010/main" val="1995504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Applying the principles contd.</a:t>
            </a:r>
            <a:endParaRPr lang="en-GB" dirty="0">
              <a:latin typeface="Abadi" panose="020B0604020104020204" pitchFamily="34" charset="0"/>
            </a:endParaRPr>
          </a:p>
        </p:txBody>
      </p:sp>
      <p:pic>
        <p:nvPicPr>
          <p:cNvPr id="6" name="Content Placeholder 5" descr="Text&#10;&#10;Description automatically generated">
            <a:extLst>
              <a:ext uri="{FF2B5EF4-FFF2-40B4-BE49-F238E27FC236}">
                <a16:creationId xmlns:a16="http://schemas.microsoft.com/office/drawing/2014/main" id="{B4690AED-754F-4209-9193-19DBA1D0B0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4195" y="2697083"/>
            <a:ext cx="10036410" cy="5707875"/>
          </a:xfrm>
        </p:spPr>
      </p:pic>
    </p:spTree>
    <p:extLst>
      <p:ext uri="{BB962C8B-B14F-4D97-AF65-F5344CB8AC3E}">
        <p14:creationId xmlns:p14="http://schemas.microsoft.com/office/powerpoint/2010/main" val="1475653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Applying the principles contd.</a:t>
            </a:r>
            <a:endParaRPr lang="en-GB" dirty="0">
              <a:latin typeface="Abadi" panose="020B0604020104020204" pitchFamily="34" charset="0"/>
            </a:endParaRPr>
          </a:p>
        </p:txBody>
      </p:sp>
      <p:pic>
        <p:nvPicPr>
          <p:cNvPr id="7" name="Content Placeholder 6">
            <a:extLst>
              <a:ext uri="{FF2B5EF4-FFF2-40B4-BE49-F238E27FC236}">
                <a16:creationId xmlns:a16="http://schemas.microsoft.com/office/drawing/2014/main" id="{0420B7F3-6321-455E-B400-DA0990FF04D2}"/>
              </a:ext>
            </a:extLst>
          </p:cNvPr>
          <p:cNvPicPr>
            <a:picLocks noGrp="1" noChangeAspect="1"/>
          </p:cNvPicPr>
          <p:nvPr>
            <p:ph idx="1"/>
          </p:nvPr>
        </p:nvPicPr>
        <p:blipFill>
          <a:blip r:embed="rId2"/>
          <a:stretch>
            <a:fillRect/>
          </a:stretch>
        </p:blipFill>
        <p:spPr>
          <a:xfrm>
            <a:off x="768350" y="2801096"/>
            <a:ext cx="11468100" cy="5715000"/>
          </a:xfrm>
        </p:spPr>
      </p:pic>
    </p:spTree>
    <p:extLst>
      <p:ext uri="{BB962C8B-B14F-4D97-AF65-F5344CB8AC3E}">
        <p14:creationId xmlns:p14="http://schemas.microsoft.com/office/powerpoint/2010/main" val="1258737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Applying the principles contd.</a:t>
            </a:r>
            <a:endParaRPr lang="en-GB" dirty="0">
              <a:latin typeface="Abadi" panose="020B0604020104020204" pitchFamily="34" charset="0"/>
            </a:endParaRPr>
          </a:p>
        </p:txBody>
      </p:sp>
      <p:pic>
        <p:nvPicPr>
          <p:cNvPr id="5" name="Content Placeholder 4">
            <a:extLst>
              <a:ext uri="{FF2B5EF4-FFF2-40B4-BE49-F238E27FC236}">
                <a16:creationId xmlns:a16="http://schemas.microsoft.com/office/drawing/2014/main" id="{A3F2E398-2DCB-4468-AB3D-043F3104BF97}"/>
              </a:ext>
            </a:extLst>
          </p:cNvPr>
          <p:cNvPicPr>
            <a:picLocks noGrp="1" noChangeAspect="1"/>
          </p:cNvPicPr>
          <p:nvPr>
            <p:ph idx="1"/>
          </p:nvPr>
        </p:nvPicPr>
        <p:blipFill>
          <a:blip r:embed="rId2"/>
          <a:stretch>
            <a:fillRect/>
          </a:stretch>
        </p:blipFill>
        <p:spPr>
          <a:xfrm>
            <a:off x="1501775" y="2753472"/>
            <a:ext cx="10001250" cy="5353050"/>
          </a:xfrm>
        </p:spPr>
      </p:pic>
    </p:spTree>
    <p:extLst>
      <p:ext uri="{BB962C8B-B14F-4D97-AF65-F5344CB8AC3E}">
        <p14:creationId xmlns:p14="http://schemas.microsoft.com/office/powerpoint/2010/main" val="2398103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Exploring the strategy pattern</a:t>
            </a:r>
            <a:endParaRPr lang="en-GB" dirty="0">
              <a:latin typeface="Abadi" panose="020B0604020104020204" pitchFamily="34" charset="0"/>
            </a:endParaRPr>
          </a:p>
        </p:txBody>
      </p:sp>
      <p:pic>
        <p:nvPicPr>
          <p:cNvPr id="6" name="Content Placeholder 5">
            <a:extLst>
              <a:ext uri="{FF2B5EF4-FFF2-40B4-BE49-F238E27FC236}">
                <a16:creationId xmlns:a16="http://schemas.microsoft.com/office/drawing/2014/main" id="{1C935B72-92A6-4D20-9909-2D45C97169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8226" y="2677387"/>
            <a:ext cx="10699407" cy="5128704"/>
          </a:xfrm>
        </p:spPr>
      </p:pic>
    </p:spTree>
    <p:extLst>
      <p:ext uri="{BB962C8B-B14F-4D97-AF65-F5344CB8AC3E}">
        <p14:creationId xmlns:p14="http://schemas.microsoft.com/office/powerpoint/2010/main" val="61936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The strategy pattern class diagram</a:t>
            </a:r>
            <a:endParaRPr lang="en-GB" dirty="0">
              <a:latin typeface="Abadi" panose="020B0604020104020204" pitchFamily="34" charset="0"/>
            </a:endParaRPr>
          </a:p>
        </p:txBody>
      </p:sp>
      <p:pic>
        <p:nvPicPr>
          <p:cNvPr id="5" name="Content Placeholder 4" descr="Diagram&#10;&#10;Description automatically generated">
            <a:extLst>
              <a:ext uri="{FF2B5EF4-FFF2-40B4-BE49-F238E27FC236}">
                <a16:creationId xmlns:a16="http://schemas.microsoft.com/office/drawing/2014/main" id="{B7068B64-DD4E-4F2C-85A0-37EDF6E8AA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8488" y="2971520"/>
            <a:ext cx="9967824" cy="4816257"/>
          </a:xfrm>
        </p:spPr>
      </p:pic>
    </p:spTree>
    <p:extLst>
      <p:ext uri="{BB962C8B-B14F-4D97-AF65-F5344CB8AC3E}">
        <p14:creationId xmlns:p14="http://schemas.microsoft.com/office/powerpoint/2010/main" val="8887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The strategy pattern official definition</a:t>
            </a:r>
            <a:endParaRPr lang="en-GB" dirty="0">
              <a:latin typeface="Abadi" panose="020B0604020104020204" pitchFamily="34" charset="0"/>
            </a:endParaRPr>
          </a:p>
        </p:txBody>
      </p:sp>
      <p:sp>
        <p:nvSpPr>
          <p:cNvPr id="6" name="Content Placeholder 2">
            <a:extLst>
              <a:ext uri="{FF2B5EF4-FFF2-40B4-BE49-F238E27FC236}">
                <a16:creationId xmlns:a16="http://schemas.microsoft.com/office/drawing/2014/main" id="{77D055B1-D469-4D99-998A-6015D15EACC3}"/>
              </a:ext>
            </a:extLst>
          </p:cNvPr>
          <p:cNvSpPr>
            <a:spLocks noGrp="1"/>
          </p:cNvSpPr>
          <p:nvPr>
            <p:ph idx="1"/>
          </p:nvPr>
        </p:nvSpPr>
        <p:spPr>
          <a:xfrm>
            <a:off x="650240" y="2752232"/>
            <a:ext cx="11704320" cy="6242755"/>
          </a:xfrm>
        </p:spPr>
        <p:txBody>
          <a:bodyPr/>
          <a:lstStyle/>
          <a:p>
            <a:pPr>
              <a:spcBef>
                <a:spcPts val="0"/>
              </a:spcBef>
            </a:pPr>
            <a:r>
              <a:rPr lang="en-US" sz="3600" dirty="0">
                <a:solidFill>
                  <a:schemeClr val="accent2">
                    <a:lumMod val="75000"/>
                  </a:schemeClr>
                </a:solidFill>
                <a:latin typeface="Abadi" panose="020B0604020104020204" pitchFamily="34" charset="0"/>
              </a:rPr>
              <a:t>This pattern defines a family of algorithms, encapsulates each one, and makes them interchangeable. This lets the algorithm vary independently from clients that use it.</a:t>
            </a:r>
          </a:p>
          <a:p>
            <a:pPr>
              <a:spcBef>
                <a:spcPts val="0"/>
              </a:spcBef>
            </a:pPr>
            <a:r>
              <a:rPr lang="en-US" sz="3600" dirty="0">
                <a:solidFill>
                  <a:schemeClr val="accent2">
                    <a:lumMod val="75000"/>
                  </a:schemeClr>
                </a:solidFill>
                <a:latin typeface="Abadi" panose="020B0604020104020204" pitchFamily="34" charset="0"/>
              </a:rPr>
              <a:t>Now this definition doesn’t tell us how to implement the pattern, but it does give us a good idea of the intent of a pattern. You have seen how we implemented the pattern in the duck simulator and how that design allowed our ducks to be more flexible and made the overall system more resilient to change. </a:t>
            </a:r>
            <a:endParaRPr lang="en-GB" sz="3600" dirty="0">
              <a:solidFill>
                <a:schemeClr val="accent2">
                  <a:lumMod val="75000"/>
                </a:schemeClr>
              </a:solidFill>
              <a:latin typeface="Abadi" panose="020B0604020104020204" pitchFamily="34" charset="0"/>
            </a:endParaRPr>
          </a:p>
        </p:txBody>
      </p:sp>
    </p:spTree>
    <p:extLst>
      <p:ext uri="{BB962C8B-B14F-4D97-AF65-F5344CB8AC3E}">
        <p14:creationId xmlns:p14="http://schemas.microsoft.com/office/powerpoint/2010/main" val="1690142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Why HAS-A is better than IS-A</a:t>
            </a:r>
            <a:endParaRPr lang="en-GB" dirty="0">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r>
              <a:rPr lang="en-US" sz="3600" dirty="0">
                <a:solidFill>
                  <a:schemeClr val="accent2">
                    <a:lumMod val="75000"/>
                  </a:schemeClr>
                </a:solidFill>
                <a:latin typeface="Abadi" panose="020B0604020104020204" pitchFamily="34" charset="0"/>
              </a:rPr>
              <a:t>We’re using a HAS-A relationship</a:t>
            </a:r>
          </a:p>
          <a:p>
            <a:pPr lvl="1">
              <a:spcBef>
                <a:spcPts val="0"/>
              </a:spcBef>
            </a:pPr>
            <a:r>
              <a:rPr lang="en-US" sz="3315" dirty="0">
                <a:solidFill>
                  <a:schemeClr val="accent2">
                    <a:lumMod val="75000"/>
                  </a:schemeClr>
                </a:solidFill>
                <a:latin typeface="Abadi" panose="020B0604020104020204" pitchFamily="34" charset="0"/>
              </a:rPr>
              <a:t>Each duck has a </a:t>
            </a:r>
            <a:r>
              <a:rPr lang="en-US" sz="3315" dirty="0" err="1">
                <a:solidFill>
                  <a:schemeClr val="accent2">
                    <a:lumMod val="75000"/>
                  </a:schemeClr>
                </a:solidFill>
                <a:latin typeface="Abadi" panose="020B0604020104020204" pitchFamily="34" charset="0"/>
              </a:rPr>
              <a:t>FlyBehaviour</a:t>
            </a:r>
            <a:r>
              <a:rPr lang="en-US" sz="3315" dirty="0">
                <a:solidFill>
                  <a:schemeClr val="accent2">
                    <a:lumMod val="75000"/>
                  </a:schemeClr>
                </a:solidFill>
                <a:latin typeface="Abadi" panose="020B0604020104020204" pitchFamily="34" charset="0"/>
              </a:rPr>
              <a:t> and a </a:t>
            </a:r>
            <a:r>
              <a:rPr lang="en-US" sz="3315" dirty="0" err="1">
                <a:solidFill>
                  <a:schemeClr val="accent2">
                    <a:lumMod val="75000"/>
                  </a:schemeClr>
                </a:solidFill>
                <a:latin typeface="Abadi" panose="020B0604020104020204" pitchFamily="34" charset="0"/>
              </a:rPr>
              <a:t>QuackBehaviour</a:t>
            </a:r>
            <a:endParaRPr lang="en-US" sz="3315" dirty="0">
              <a:solidFill>
                <a:schemeClr val="accent2">
                  <a:lumMod val="75000"/>
                </a:schemeClr>
              </a:solidFill>
              <a:latin typeface="Abadi" panose="020B0604020104020204" pitchFamily="34" charset="0"/>
            </a:endParaRPr>
          </a:p>
          <a:p>
            <a:pPr>
              <a:spcBef>
                <a:spcPts val="0"/>
              </a:spcBef>
            </a:pPr>
            <a:r>
              <a:rPr lang="en-US" sz="3600" dirty="0">
                <a:solidFill>
                  <a:schemeClr val="accent2">
                    <a:lumMod val="75000"/>
                  </a:schemeClr>
                </a:solidFill>
                <a:latin typeface="Abadi" panose="020B0604020104020204" pitchFamily="34" charset="0"/>
              </a:rPr>
              <a:t>Instead of inheriting </a:t>
            </a:r>
            <a:r>
              <a:rPr lang="en-US" sz="3600" dirty="0" err="1">
                <a:solidFill>
                  <a:schemeClr val="accent2">
                    <a:lumMod val="75000"/>
                  </a:schemeClr>
                </a:solidFill>
                <a:latin typeface="Abadi" panose="020B0604020104020204" pitchFamily="34" charset="0"/>
              </a:rPr>
              <a:t>behaviour</a:t>
            </a:r>
            <a:r>
              <a:rPr lang="en-US" sz="3600" dirty="0">
                <a:solidFill>
                  <a:schemeClr val="accent2">
                    <a:lumMod val="75000"/>
                  </a:schemeClr>
                </a:solidFill>
                <a:latin typeface="Abadi" panose="020B0604020104020204" pitchFamily="34" charset="0"/>
              </a:rPr>
              <a:t>, we’re composing it</a:t>
            </a:r>
          </a:p>
          <a:p>
            <a:pPr lvl="1">
              <a:spcBef>
                <a:spcPts val="0"/>
              </a:spcBef>
            </a:pPr>
            <a:r>
              <a:rPr lang="en-US" sz="3315" dirty="0">
                <a:solidFill>
                  <a:schemeClr val="accent2">
                    <a:lumMod val="75000"/>
                  </a:schemeClr>
                </a:solidFill>
                <a:latin typeface="Abadi" panose="020B0604020104020204" pitchFamily="34" charset="0"/>
              </a:rPr>
              <a:t>A duck is composed with fly </a:t>
            </a:r>
            <a:r>
              <a:rPr lang="en-US" sz="3315" dirty="0" err="1">
                <a:solidFill>
                  <a:schemeClr val="accent2">
                    <a:lumMod val="75000"/>
                  </a:schemeClr>
                </a:solidFill>
                <a:latin typeface="Abadi" panose="020B0604020104020204" pitchFamily="34" charset="0"/>
              </a:rPr>
              <a:t>behaviour</a:t>
            </a:r>
            <a:r>
              <a:rPr lang="en-US" sz="3315" dirty="0">
                <a:solidFill>
                  <a:schemeClr val="accent2">
                    <a:lumMod val="75000"/>
                  </a:schemeClr>
                </a:solidFill>
                <a:latin typeface="Abadi" panose="020B0604020104020204" pitchFamily="34" charset="0"/>
              </a:rPr>
              <a:t> and a quack </a:t>
            </a:r>
            <a:r>
              <a:rPr lang="en-US" sz="3315" dirty="0" err="1">
                <a:solidFill>
                  <a:schemeClr val="accent2">
                    <a:lumMod val="75000"/>
                  </a:schemeClr>
                </a:solidFill>
                <a:latin typeface="Abadi" panose="020B0604020104020204" pitchFamily="34" charset="0"/>
              </a:rPr>
              <a:t>behaviour</a:t>
            </a:r>
            <a:endParaRPr lang="en-US" sz="3315" dirty="0">
              <a:solidFill>
                <a:schemeClr val="accent2">
                  <a:lumMod val="75000"/>
                </a:schemeClr>
              </a:solidFill>
              <a:latin typeface="Abadi" panose="020B0604020104020204" pitchFamily="34" charset="0"/>
            </a:endParaRPr>
          </a:p>
          <a:p>
            <a:pPr>
              <a:spcBef>
                <a:spcPts val="0"/>
              </a:spcBef>
            </a:pPr>
            <a:r>
              <a:rPr lang="en-US" sz="3600" dirty="0" err="1">
                <a:solidFill>
                  <a:schemeClr val="accent2">
                    <a:lumMod val="75000"/>
                  </a:schemeClr>
                </a:solidFill>
                <a:latin typeface="Abadi" panose="020B0604020104020204" pitchFamily="34" charset="0"/>
              </a:rPr>
              <a:t>Favour</a:t>
            </a:r>
            <a:r>
              <a:rPr lang="en-US" sz="3600" dirty="0">
                <a:solidFill>
                  <a:schemeClr val="accent2">
                    <a:lumMod val="75000"/>
                  </a:schemeClr>
                </a:solidFill>
                <a:latin typeface="Abadi" panose="020B0604020104020204" pitchFamily="34" charset="0"/>
              </a:rPr>
              <a:t> Composition over Inheritance</a:t>
            </a:r>
          </a:p>
          <a:p>
            <a:pPr lvl="1">
              <a:spcBef>
                <a:spcPts val="0"/>
              </a:spcBef>
            </a:pPr>
            <a:r>
              <a:rPr lang="en-US" sz="3315" dirty="0">
                <a:solidFill>
                  <a:schemeClr val="accent2">
                    <a:lumMod val="75000"/>
                  </a:schemeClr>
                </a:solidFill>
                <a:latin typeface="Abadi" panose="020B0604020104020204" pitchFamily="34" charset="0"/>
              </a:rPr>
              <a:t>Classes should achieve code reuse using composition</a:t>
            </a:r>
            <a:r>
              <a:rPr lang="en-GB" sz="3315" dirty="0">
                <a:solidFill>
                  <a:schemeClr val="accent2">
                    <a:lumMod val="75000"/>
                  </a:schemeClr>
                </a:solidFill>
                <a:latin typeface="Abadi" panose="020B0604020104020204" pitchFamily="34" charset="0"/>
              </a:rPr>
              <a:t> rather than inheritance from a superclass.</a:t>
            </a:r>
            <a:endParaRPr lang="en-US" sz="3315" dirty="0">
              <a:solidFill>
                <a:schemeClr val="accent2">
                  <a:lumMod val="75000"/>
                </a:schemeClr>
              </a:solidFill>
              <a:latin typeface="Abadi" panose="020B0604020104020204" pitchFamily="34" charset="0"/>
            </a:endParaRPr>
          </a:p>
        </p:txBody>
      </p:sp>
    </p:spTree>
    <p:extLst>
      <p:ext uri="{BB962C8B-B14F-4D97-AF65-F5344CB8AC3E}">
        <p14:creationId xmlns:p14="http://schemas.microsoft.com/office/powerpoint/2010/main" val="1060751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Why HAS-A is better than IS-A</a:t>
            </a:r>
            <a:endParaRPr lang="en-GB" dirty="0">
              <a:latin typeface="Abadi" panose="020B0604020104020204" pitchFamily="34" charset="0"/>
            </a:endParaRPr>
          </a:p>
        </p:txBody>
      </p:sp>
      <p:pic>
        <p:nvPicPr>
          <p:cNvPr id="5" name="Content Placeholder 4">
            <a:extLst>
              <a:ext uri="{FF2B5EF4-FFF2-40B4-BE49-F238E27FC236}">
                <a16:creationId xmlns:a16="http://schemas.microsoft.com/office/drawing/2014/main" id="{C4E863AA-04D2-4E91-B513-DBFC21C168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91900" y="3118255"/>
            <a:ext cx="9220999" cy="4435224"/>
          </a:xfrm>
        </p:spPr>
      </p:pic>
    </p:spTree>
    <p:extLst>
      <p:ext uri="{BB962C8B-B14F-4D97-AF65-F5344CB8AC3E}">
        <p14:creationId xmlns:p14="http://schemas.microsoft.com/office/powerpoint/2010/main" val="3927179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Understanding the adapter pattern</a:t>
            </a:r>
            <a:endParaRPr lang="en-GB" dirty="0">
              <a:solidFill>
                <a:srgbClr val="FFC000"/>
              </a:solidFill>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r>
              <a:rPr lang="en-US" sz="3600" dirty="0">
                <a:solidFill>
                  <a:schemeClr val="accent2">
                    <a:lumMod val="75000"/>
                  </a:schemeClr>
                </a:solidFill>
                <a:latin typeface="Abadi" panose="020B0604020104020204" pitchFamily="34" charset="0"/>
              </a:rPr>
              <a:t>Lets suppose you decide to travel to Dubai, and need to charge your Android/iPhone. Unfortunately, your RSA charger plug/connector wont fit in the wall socket in your hotel. The interfaces are different. You’re going to need an adapter…</a:t>
            </a:r>
          </a:p>
          <a:p>
            <a:pPr marL="0" indent="0">
              <a:spcBef>
                <a:spcPts val="0"/>
              </a:spcBef>
              <a:buNone/>
            </a:pPr>
            <a:endParaRPr lang="en-GB" sz="3600" dirty="0">
              <a:solidFill>
                <a:schemeClr val="accent2">
                  <a:lumMod val="75000"/>
                </a:schemeClr>
              </a:solidFill>
              <a:latin typeface="Abadi" panose="020B0604020104020204" pitchFamily="34" charset="0"/>
            </a:endParaRPr>
          </a:p>
        </p:txBody>
      </p:sp>
      <p:pic>
        <p:nvPicPr>
          <p:cNvPr id="12290" name="Picture 2">
            <a:extLst>
              <a:ext uri="{FF2B5EF4-FFF2-40B4-BE49-F238E27FC236}">
                <a16:creationId xmlns:a16="http://schemas.microsoft.com/office/drawing/2014/main" id="{018FA1BE-701D-4DD7-B4D1-5777D4444F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5235" y="5007070"/>
            <a:ext cx="2219325" cy="2428875"/>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South African Large Plug Type M Adapter Convert to 3-pin Type G ...">
            <a:extLst>
              <a:ext uri="{FF2B5EF4-FFF2-40B4-BE49-F238E27FC236}">
                <a16:creationId xmlns:a16="http://schemas.microsoft.com/office/drawing/2014/main" id="{BD812FBA-9288-4245-B1C6-443EBE291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4688" y="5544953"/>
            <a:ext cx="3205535" cy="3205535"/>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South African Large Plug Type M Adapter Convert to 3-pin Type G ...">
            <a:extLst>
              <a:ext uri="{FF2B5EF4-FFF2-40B4-BE49-F238E27FC236}">
                <a16:creationId xmlns:a16="http://schemas.microsoft.com/office/drawing/2014/main" id="{3743482F-F8A9-4FC3-97B1-C1DD394F8A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0838" y="5408004"/>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6262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Understanding the adapter pattern</a:t>
            </a:r>
            <a:endParaRPr lang="en-GB" dirty="0">
              <a:solidFill>
                <a:srgbClr val="FFC000"/>
              </a:solidFill>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r>
              <a:rPr lang="en-US" sz="3600" dirty="0">
                <a:solidFill>
                  <a:schemeClr val="accent2">
                    <a:lumMod val="75000"/>
                  </a:schemeClr>
                </a:solidFill>
                <a:latin typeface="Abadi" panose="020B0604020104020204" pitchFamily="34" charset="0"/>
              </a:rPr>
              <a:t>Let’s look at a more IT related example:</a:t>
            </a:r>
          </a:p>
          <a:p>
            <a:pPr marL="0" indent="0">
              <a:spcBef>
                <a:spcPts val="0"/>
              </a:spcBef>
              <a:buNone/>
            </a:pPr>
            <a:endParaRPr lang="en-GB" sz="3600" dirty="0">
              <a:solidFill>
                <a:schemeClr val="accent2">
                  <a:lumMod val="75000"/>
                </a:schemeClr>
              </a:solidFill>
              <a:latin typeface="Abadi" panose="020B0604020104020204" pitchFamily="34" charset="0"/>
            </a:endParaRPr>
          </a:p>
        </p:txBody>
      </p:sp>
      <p:pic>
        <p:nvPicPr>
          <p:cNvPr id="7" name="Picture 6" descr="A picture containing shape&#10;&#10;Description automatically generated">
            <a:extLst>
              <a:ext uri="{FF2B5EF4-FFF2-40B4-BE49-F238E27FC236}">
                <a16:creationId xmlns:a16="http://schemas.microsoft.com/office/drawing/2014/main" id="{6FF5180E-F30F-49DC-A9D1-D54C378D8D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6625" y="3746847"/>
            <a:ext cx="9571549" cy="4061812"/>
          </a:xfrm>
          <a:prstGeom prst="rect">
            <a:avLst/>
          </a:prstGeom>
        </p:spPr>
      </p:pic>
    </p:spTree>
    <p:extLst>
      <p:ext uri="{BB962C8B-B14F-4D97-AF65-F5344CB8AC3E}">
        <p14:creationId xmlns:p14="http://schemas.microsoft.com/office/powerpoint/2010/main" val="1404114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Understanding the adapter pattern</a:t>
            </a:r>
            <a:endParaRPr lang="en-GB" dirty="0">
              <a:solidFill>
                <a:srgbClr val="FFC000"/>
              </a:solidFill>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r>
              <a:rPr lang="en-US" sz="3600" dirty="0">
                <a:solidFill>
                  <a:schemeClr val="accent2">
                    <a:lumMod val="75000"/>
                  </a:schemeClr>
                </a:solidFill>
                <a:latin typeface="Abadi" panose="020B0604020104020204" pitchFamily="34" charset="0"/>
              </a:rPr>
              <a:t>Let’s look at a more IT related example:</a:t>
            </a:r>
          </a:p>
          <a:p>
            <a:pPr marL="0" indent="0">
              <a:spcBef>
                <a:spcPts val="0"/>
              </a:spcBef>
              <a:buNone/>
            </a:pPr>
            <a:endParaRPr lang="en-GB" sz="3600" dirty="0">
              <a:solidFill>
                <a:schemeClr val="accent2">
                  <a:lumMod val="75000"/>
                </a:schemeClr>
              </a:solidFill>
              <a:latin typeface="Abadi" panose="020B0604020104020204" pitchFamily="34" charset="0"/>
            </a:endParaRPr>
          </a:p>
        </p:txBody>
      </p:sp>
      <p:pic>
        <p:nvPicPr>
          <p:cNvPr id="5" name="Picture 4" descr="Shape&#10;&#10;Description automatically generated">
            <a:extLst>
              <a:ext uri="{FF2B5EF4-FFF2-40B4-BE49-F238E27FC236}">
                <a16:creationId xmlns:a16="http://schemas.microsoft.com/office/drawing/2014/main" id="{9C527D42-8310-4784-9A76-09E673E572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9987" y="3816030"/>
            <a:ext cx="9304826" cy="4115157"/>
          </a:xfrm>
          <a:prstGeom prst="rect">
            <a:avLst/>
          </a:prstGeom>
        </p:spPr>
      </p:pic>
    </p:spTree>
    <p:extLst>
      <p:ext uri="{BB962C8B-B14F-4D97-AF65-F5344CB8AC3E}">
        <p14:creationId xmlns:p14="http://schemas.microsoft.com/office/powerpoint/2010/main" val="10849914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Understanding the adapter pattern</a:t>
            </a:r>
            <a:endParaRPr lang="en-GB" dirty="0">
              <a:solidFill>
                <a:srgbClr val="FFC000"/>
              </a:solidFill>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r>
              <a:rPr lang="en-US" sz="3600" dirty="0">
                <a:solidFill>
                  <a:schemeClr val="accent2">
                    <a:lumMod val="75000"/>
                  </a:schemeClr>
                </a:solidFill>
                <a:latin typeface="Abadi" panose="020B0604020104020204" pitchFamily="34" charset="0"/>
              </a:rPr>
              <a:t>Let’s look at a more IT related example:</a:t>
            </a:r>
          </a:p>
          <a:p>
            <a:pPr marL="0" indent="0">
              <a:spcBef>
                <a:spcPts val="0"/>
              </a:spcBef>
              <a:buNone/>
            </a:pPr>
            <a:endParaRPr lang="en-GB" sz="3600" dirty="0">
              <a:solidFill>
                <a:schemeClr val="accent2">
                  <a:lumMod val="75000"/>
                </a:schemeClr>
              </a:solidFill>
              <a:latin typeface="Abadi" panose="020B0604020104020204" pitchFamily="34" charset="0"/>
            </a:endParaRPr>
          </a:p>
        </p:txBody>
      </p:sp>
      <p:pic>
        <p:nvPicPr>
          <p:cNvPr id="6" name="Picture 5" descr="A picture containing shape&#10;&#10;Description automatically generated">
            <a:extLst>
              <a:ext uri="{FF2B5EF4-FFF2-40B4-BE49-F238E27FC236}">
                <a16:creationId xmlns:a16="http://schemas.microsoft.com/office/drawing/2014/main" id="{6423EE6D-D4AA-4B52-B199-793B114FDC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1883" y="3892237"/>
            <a:ext cx="9381033" cy="3962743"/>
          </a:xfrm>
          <a:prstGeom prst="rect">
            <a:avLst/>
          </a:prstGeom>
        </p:spPr>
      </p:pic>
    </p:spTree>
    <p:extLst>
      <p:ext uri="{BB962C8B-B14F-4D97-AF65-F5344CB8AC3E}">
        <p14:creationId xmlns:p14="http://schemas.microsoft.com/office/powerpoint/2010/main" val="15599425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The Adapter pattern defined</a:t>
            </a:r>
            <a:endParaRPr lang="en-GB" dirty="0">
              <a:solidFill>
                <a:srgbClr val="FFC000"/>
              </a:solidFill>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r>
              <a:rPr lang="en-US" sz="3600" dirty="0">
                <a:solidFill>
                  <a:schemeClr val="accent2">
                    <a:lumMod val="75000"/>
                  </a:schemeClr>
                </a:solidFill>
                <a:latin typeface="Abadi" panose="020B0604020104020204" pitchFamily="34" charset="0"/>
              </a:rPr>
              <a:t>This pattern converts the interface of a class into another interface that a clients expect. It allows classes to work together that couldn’t otherwise because of incompatible interfaces.</a:t>
            </a:r>
            <a:endParaRPr lang="en-GB" sz="3600" dirty="0">
              <a:solidFill>
                <a:schemeClr val="accent2">
                  <a:lumMod val="75000"/>
                </a:schemeClr>
              </a:solidFill>
              <a:latin typeface="Abadi" panose="020B0604020104020204" pitchFamily="34" charset="0"/>
            </a:endParaRPr>
          </a:p>
        </p:txBody>
      </p:sp>
    </p:spTree>
    <p:extLst>
      <p:ext uri="{BB962C8B-B14F-4D97-AF65-F5344CB8AC3E}">
        <p14:creationId xmlns:p14="http://schemas.microsoft.com/office/powerpoint/2010/main" val="456291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The Adapter pattern class diagram</a:t>
            </a:r>
            <a:endParaRPr lang="en-GB" dirty="0">
              <a:solidFill>
                <a:srgbClr val="FFC000"/>
              </a:solidFill>
              <a:latin typeface="Abadi" panose="020B0604020104020204" pitchFamily="34" charset="0"/>
            </a:endParaRPr>
          </a:p>
        </p:txBody>
      </p:sp>
      <p:pic>
        <p:nvPicPr>
          <p:cNvPr id="5" name="Content Placeholder 4" descr="Diagram&#10;&#10;Description automatically generated">
            <a:extLst>
              <a:ext uri="{FF2B5EF4-FFF2-40B4-BE49-F238E27FC236}">
                <a16:creationId xmlns:a16="http://schemas.microsoft.com/office/drawing/2014/main" id="{D47B48E3-F3AB-493A-8778-E6791FAB7D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9919" y="3272651"/>
            <a:ext cx="9944962" cy="3208298"/>
          </a:xfrm>
        </p:spPr>
      </p:pic>
    </p:spTree>
    <p:extLst>
      <p:ext uri="{BB962C8B-B14F-4D97-AF65-F5344CB8AC3E}">
        <p14:creationId xmlns:p14="http://schemas.microsoft.com/office/powerpoint/2010/main" val="1443807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Using the adapter pattern</a:t>
            </a:r>
            <a:endParaRPr lang="en-GB" dirty="0">
              <a:solidFill>
                <a:srgbClr val="FFC000"/>
              </a:solidFill>
              <a:latin typeface="Abadi" panose="020B0604020104020204" pitchFamily="34" charset="0"/>
            </a:endParaRPr>
          </a:p>
        </p:txBody>
      </p:sp>
      <p:pic>
        <p:nvPicPr>
          <p:cNvPr id="5" name="Content Placeholder 4" descr="Graphical user interface, application&#10;&#10;Description automatically generated">
            <a:extLst>
              <a:ext uri="{FF2B5EF4-FFF2-40B4-BE49-F238E27FC236}">
                <a16:creationId xmlns:a16="http://schemas.microsoft.com/office/drawing/2014/main" id="{C218DDCF-9C98-447F-ACC9-EC6C030E60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1917" y="3131669"/>
            <a:ext cx="9060965" cy="3490262"/>
          </a:xfrm>
        </p:spPr>
      </p:pic>
    </p:spTree>
    <p:extLst>
      <p:ext uri="{BB962C8B-B14F-4D97-AF65-F5344CB8AC3E}">
        <p14:creationId xmlns:p14="http://schemas.microsoft.com/office/powerpoint/2010/main" val="814523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Using the adapter pattern</a:t>
            </a:r>
            <a:endParaRPr lang="en-GB" dirty="0">
              <a:solidFill>
                <a:srgbClr val="FFC000"/>
              </a:solidFill>
              <a:latin typeface="Abadi" panose="020B0604020104020204" pitchFamily="34" charset="0"/>
            </a:endParaRPr>
          </a:p>
        </p:txBody>
      </p:sp>
      <p:pic>
        <p:nvPicPr>
          <p:cNvPr id="7" name="Content Placeholder 6" descr="A picture containing graphical user interface&#10;&#10;Description automatically generated">
            <a:extLst>
              <a:ext uri="{FF2B5EF4-FFF2-40B4-BE49-F238E27FC236}">
                <a16:creationId xmlns:a16="http://schemas.microsoft.com/office/drawing/2014/main" id="{E61E8231-C1CA-49B1-B38E-B19FFE9846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4762" y="2895428"/>
            <a:ext cx="9175275" cy="3962743"/>
          </a:xfrm>
        </p:spPr>
      </p:pic>
    </p:spTree>
    <p:extLst>
      <p:ext uri="{BB962C8B-B14F-4D97-AF65-F5344CB8AC3E}">
        <p14:creationId xmlns:p14="http://schemas.microsoft.com/office/powerpoint/2010/main" val="2278427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Using the adapter pattern</a:t>
            </a:r>
            <a:endParaRPr lang="en-GB" dirty="0">
              <a:solidFill>
                <a:srgbClr val="FFC000"/>
              </a:solidFill>
              <a:latin typeface="Abadi" panose="020B0604020104020204" pitchFamily="34" charset="0"/>
            </a:endParaRPr>
          </a:p>
        </p:txBody>
      </p:sp>
      <p:pic>
        <p:nvPicPr>
          <p:cNvPr id="5" name="Content Placeholder 4" descr="A picture containing diagram&#10;&#10;Description automatically generated">
            <a:extLst>
              <a:ext uri="{FF2B5EF4-FFF2-40B4-BE49-F238E27FC236}">
                <a16:creationId xmlns:a16="http://schemas.microsoft.com/office/drawing/2014/main" id="{1FF76CCA-0D44-4002-91E9-DCC69BF459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4296" y="2944962"/>
            <a:ext cx="9076207" cy="3863675"/>
          </a:xfrm>
        </p:spPr>
      </p:pic>
    </p:spTree>
    <p:extLst>
      <p:ext uri="{BB962C8B-B14F-4D97-AF65-F5344CB8AC3E}">
        <p14:creationId xmlns:p14="http://schemas.microsoft.com/office/powerpoint/2010/main" val="1382397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Using the adapter pattern</a:t>
            </a:r>
            <a:endParaRPr lang="en-GB" dirty="0">
              <a:solidFill>
                <a:srgbClr val="FFC000"/>
              </a:solidFill>
              <a:latin typeface="Abadi" panose="020B0604020104020204" pitchFamily="34" charset="0"/>
            </a:endParaRPr>
          </a:p>
        </p:txBody>
      </p:sp>
      <p:pic>
        <p:nvPicPr>
          <p:cNvPr id="5" name="Content Placeholder 4" descr="Text&#10;&#10;Description automatically generated">
            <a:extLst>
              <a:ext uri="{FF2B5EF4-FFF2-40B4-BE49-F238E27FC236}">
                <a16:creationId xmlns:a16="http://schemas.microsoft.com/office/drawing/2014/main" id="{D30D6BF0-917B-43FF-B5DB-F62682C006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3517" y="2528047"/>
            <a:ext cx="7437765" cy="5738357"/>
          </a:xfrm>
        </p:spPr>
      </p:pic>
    </p:spTree>
    <p:extLst>
      <p:ext uri="{BB962C8B-B14F-4D97-AF65-F5344CB8AC3E}">
        <p14:creationId xmlns:p14="http://schemas.microsoft.com/office/powerpoint/2010/main" val="3406255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Using the adapter pattern</a:t>
            </a:r>
            <a:endParaRPr lang="en-GB" dirty="0">
              <a:solidFill>
                <a:srgbClr val="FFC000"/>
              </a:solidFill>
              <a:latin typeface="Abadi" panose="020B0604020104020204" pitchFamily="34" charset="0"/>
            </a:endParaRPr>
          </a:p>
        </p:txBody>
      </p:sp>
      <p:pic>
        <p:nvPicPr>
          <p:cNvPr id="7" name="Content Placeholder 6" descr="Text&#10;&#10;Description automatically generated">
            <a:extLst>
              <a:ext uri="{FF2B5EF4-FFF2-40B4-BE49-F238E27FC236}">
                <a16:creationId xmlns:a16="http://schemas.microsoft.com/office/drawing/2014/main" id="{62C6B45C-D728-451B-901A-694EF1F469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61672" y="3306944"/>
            <a:ext cx="6881456" cy="3139712"/>
          </a:xfrm>
        </p:spPr>
      </p:pic>
    </p:spTree>
    <p:extLst>
      <p:ext uri="{BB962C8B-B14F-4D97-AF65-F5344CB8AC3E}">
        <p14:creationId xmlns:p14="http://schemas.microsoft.com/office/powerpoint/2010/main" val="16336025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Using Turkeys with the Duck Simulator</a:t>
            </a:r>
            <a:endParaRPr lang="en-GB" dirty="0">
              <a:solidFill>
                <a:srgbClr val="FFC000"/>
              </a:solidFill>
              <a:latin typeface="Abadi" panose="020B0604020104020204" pitchFamily="34" charset="0"/>
            </a:endParaRPr>
          </a:p>
        </p:txBody>
      </p:sp>
      <p:pic>
        <p:nvPicPr>
          <p:cNvPr id="10" name="Content Placeholder 9" descr="Graphical user interface, text, application&#10;&#10;Description automatically generated">
            <a:extLst>
              <a:ext uri="{FF2B5EF4-FFF2-40B4-BE49-F238E27FC236}">
                <a16:creationId xmlns:a16="http://schemas.microsoft.com/office/drawing/2014/main" id="{F598006F-80E2-4863-8B6C-C1BCA83093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7540" y="2693481"/>
            <a:ext cx="9929720" cy="4366638"/>
          </a:xfrm>
        </p:spPr>
      </p:pic>
    </p:spTree>
    <p:extLst>
      <p:ext uri="{BB962C8B-B14F-4D97-AF65-F5344CB8AC3E}">
        <p14:creationId xmlns:p14="http://schemas.microsoft.com/office/powerpoint/2010/main" val="930600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Making a </a:t>
            </a:r>
            <a:r>
              <a:rPr lang="en-US" sz="5400" dirty="0" err="1">
                <a:solidFill>
                  <a:srgbClr val="FFC000"/>
                </a:solidFill>
                <a:latin typeface="Abadi" panose="020B0604020104020204" pitchFamily="34" charset="0"/>
              </a:rPr>
              <a:t>TurkeyAdapter</a:t>
            </a:r>
            <a:endParaRPr lang="en-GB" dirty="0">
              <a:solidFill>
                <a:srgbClr val="FFC000"/>
              </a:solidFill>
              <a:latin typeface="Abadi" panose="020B0604020104020204" pitchFamily="34" charset="0"/>
            </a:endParaRPr>
          </a:p>
        </p:txBody>
      </p:sp>
      <p:pic>
        <p:nvPicPr>
          <p:cNvPr id="4" name="Content Placeholder 3">
            <a:extLst>
              <a:ext uri="{FF2B5EF4-FFF2-40B4-BE49-F238E27FC236}">
                <a16:creationId xmlns:a16="http://schemas.microsoft.com/office/drawing/2014/main" id="{23AAE9D6-DC80-4E5F-9F94-DF91D4246F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6142" y="3116427"/>
            <a:ext cx="9632515" cy="3520745"/>
          </a:xfrm>
        </p:spPr>
      </p:pic>
    </p:spTree>
    <p:extLst>
      <p:ext uri="{BB962C8B-B14F-4D97-AF65-F5344CB8AC3E}">
        <p14:creationId xmlns:p14="http://schemas.microsoft.com/office/powerpoint/2010/main" val="5302600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Using Turkeys with the Duck Simulator</a:t>
            </a:r>
            <a:endParaRPr lang="en-GB" dirty="0">
              <a:solidFill>
                <a:srgbClr val="FFC000"/>
              </a:solidFill>
              <a:latin typeface="Abadi" panose="020B0604020104020204" pitchFamily="34" charset="0"/>
            </a:endParaRPr>
          </a:p>
        </p:txBody>
      </p:sp>
      <p:pic>
        <p:nvPicPr>
          <p:cNvPr id="4" name="Content Placeholder 3">
            <a:extLst>
              <a:ext uri="{FF2B5EF4-FFF2-40B4-BE49-F238E27FC236}">
                <a16:creationId xmlns:a16="http://schemas.microsoft.com/office/drawing/2014/main" id="{10B08674-5A83-43FD-844A-C39F7C5732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54982" y="2848831"/>
            <a:ext cx="7094835" cy="5243014"/>
          </a:xfrm>
        </p:spPr>
      </p:pic>
    </p:spTree>
    <p:extLst>
      <p:ext uri="{BB962C8B-B14F-4D97-AF65-F5344CB8AC3E}">
        <p14:creationId xmlns:p14="http://schemas.microsoft.com/office/powerpoint/2010/main" val="1049780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Using Turkeys with the Duck Simulator</a:t>
            </a:r>
            <a:endParaRPr lang="en-GB" dirty="0">
              <a:solidFill>
                <a:srgbClr val="FFC000"/>
              </a:solidFill>
              <a:latin typeface="Abadi" panose="020B0604020104020204" pitchFamily="34" charset="0"/>
            </a:endParaRPr>
          </a:p>
        </p:txBody>
      </p:sp>
      <p:pic>
        <p:nvPicPr>
          <p:cNvPr id="7" name="Content Placeholder 6" descr="Text&#10;&#10;Description automatically generated">
            <a:extLst>
              <a:ext uri="{FF2B5EF4-FFF2-40B4-BE49-F238E27FC236}">
                <a16:creationId xmlns:a16="http://schemas.microsoft.com/office/drawing/2014/main" id="{FEDE731C-9A39-4389-8065-98C0BDDAEC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3382" y="2753129"/>
            <a:ext cx="8718035" cy="5326842"/>
          </a:xfrm>
        </p:spPr>
      </p:pic>
    </p:spTree>
    <p:extLst>
      <p:ext uri="{BB962C8B-B14F-4D97-AF65-F5344CB8AC3E}">
        <p14:creationId xmlns:p14="http://schemas.microsoft.com/office/powerpoint/2010/main" val="1288856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C000"/>
                </a:solidFill>
                <a:latin typeface="Abadi" panose="020B0604020104020204" pitchFamily="34" charset="0"/>
              </a:rPr>
              <a:t>Adapters using Composition</a:t>
            </a:r>
            <a:endParaRPr lang="en-GB" dirty="0">
              <a:solidFill>
                <a:srgbClr val="FFC000"/>
              </a:solidFill>
              <a:latin typeface="Abadi" panose="020B0604020104020204" pitchFamily="34" charset="0"/>
            </a:endParaRPr>
          </a:p>
        </p:txBody>
      </p:sp>
      <p:sp>
        <p:nvSpPr>
          <p:cNvPr id="6" name="Content Placeholder 2">
            <a:extLst>
              <a:ext uri="{FF2B5EF4-FFF2-40B4-BE49-F238E27FC236}">
                <a16:creationId xmlns:a16="http://schemas.microsoft.com/office/drawing/2014/main" id="{25B94053-C350-4988-924D-C9BA8FDF9E58}"/>
              </a:ext>
            </a:extLst>
          </p:cNvPr>
          <p:cNvSpPr>
            <a:spLocks noGrp="1"/>
          </p:cNvSpPr>
          <p:nvPr>
            <p:ph idx="1"/>
          </p:nvPr>
        </p:nvSpPr>
        <p:spPr>
          <a:xfrm>
            <a:off x="650240" y="2752232"/>
            <a:ext cx="11704320" cy="6242755"/>
          </a:xfrm>
        </p:spPr>
        <p:txBody>
          <a:bodyPr/>
          <a:lstStyle/>
          <a:p>
            <a:pPr>
              <a:spcBef>
                <a:spcPts val="0"/>
              </a:spcBef>
            </a:pPr>
            <a:r>
              <a:rPr lang="en-US" sz="3600" dirty="0">
                <a:solidFill>
                  <a:schemeClr val="accent2">
                    <a:lumMod val="75000"/>
                  </a:schemeClr>
                </a:solidFill>
                <a:latin typeface="Abadi" panose="020B0604020104020204" pitchFamily="34" charset="0"/>
              </a:rPr>
              <a:t>The client is composed with the class with the client interface</a:t>
            </a:r>
          </a:p>
          <a:p>
            <a:pPr>
              <a:spcBef>
                <a:spcPts val="0"/>
              </a:spcBef>
            </a:pPr>
            <a:r>
              <a:rPr lang="en-US" sz="3600" dirty="0">
                <a:solidFill>
                  <a:schemeClr val="accent2">
                    <a:lumMod val="75000"/>
                  </a:schemeClr>
                </a:solidFill>
                <a:latin typeface="Abadi" panose="020B0604020104020204" pitchFamily="34" charset="0"/>
              </a:rPr>
              <a:t>The adapter is composed with the </a:t>
            </a:r>
            <a:r>
              <a:rPr lang="en-US" sz="3600" dirty="0" err="1">
                <a:solidFill>
                  <a:schemeClr val="accent2">
                    <a:lumMod val="75000"/>
                  </a:schemeClr>
                </a:solidFill>
                <a:latin typeface="Abadi" panose="020B0604020104020204" pitchFamily="34" charset="0"/>
              </a:rPr>
              <a:t>adaptee</a:t>
            </a:r>
            <a:endParaRPr lang="en-US" sz="3600" dirty="0">
              <a:solidFill>
                <a:schemeClr val="accent2">
                  <a:lumMod val="75000"/>
                </a:schemeClr>
              </a:solidFill>
              <a:latin typeface="Abadi" panose="020B0604020104020204" pitchFamily="34" charset="0"/>
            </a:endParaRPr>
          </a:p>
          <a:p>
            <a:pPr>
              <a:spcBef>
                <a:spcPts val="0"/>
              </a:spcBef>
            </a:pPr>
            <a:r>
              <a:rPr lang="en-US" sz="3600" dirty="0">
                <a:solidFill>
                  <a:schemeClr val="accent2">
                    <a:lumMod val="75000"/>
                  </a:schemeClr>
                </a:solidFill>
                <a:latin typeface="Abadi" panose="020B0604020104020204" pitchFamily="34" charset="0"/>
              </a:rPr>
              <a:t>The adapter delegates calls to the </a:t>
            </a:r>
            <a:r>
              <a:rPr lang="en-US" sz="3600" dirty="0" err="1">
                <a:solidFill>
                  <a:schemeClr val="accent2">
                    <a:lumMod val="75000"/>
                  </a:schemeClr>
                </a:solidFill>
                <a:latin typeface="Abadi" panose="020B0604020104020204" pitchFamily="34" charset="0"/>
              </a:rPr>
              <a:t>adaptee</a:t>
            </a:r>
            <a:r>
              <a:rPr lang="en-US" sz="3600" dirty="0">
                <a:solidFill>
                  <a:schemeClr val="accent2">
                    <a:lumMod val="75000"/>
                  </a:schemeClr>
                </a:solidFill>
                <a:latin typeface="Abadi" panose="020B0604020104020204" pitchFamily="34" charset="0"/>
              </a:rPr>
              <a:t>, and returns any needed value</a:t>
            </a:r>
          </a:p>
          <a:p>
            <a:pPr>
              <a:spcBef>
                <a:spcPts val="0"/>
              </a:spcBef>
            </a:pPr>
            <a:r>
              <a:rPr lang="en-US" sz="3600" dirty="0">
                <a:solidFill>
                  <a:schemeClr val="accent2">
                    <a:lumMod val="75000"/>
                  </a:schemeClr>
                </a:solidFill>
                <a:latin typeface="Abadi" panose="020B0604020104020204" pitchFamily="34" charset="0"/>
              </a:rPr>
              <a:t>The client and the </a:t>
            </a:r>
            <a:r>
              <a:rPr lang="en-US" sz="3600" dirty="0" err="1">
                <a:solidFill>
                  <a:schemeClr val="accent2">
                    <a:lumMod val="75000"/>
                  </a:schemeClr>
                </a:solidFill>
                <a:latin typeface="Abadi" panose="020B0604020104020204" pitchFamily="34" charset="0"/>
              </a:rPr>
              <a:t>adaptee</a:t>
            </a:r>
            <a:r>
              <a:rPr lang="en-US" sz="3600" dirty="0">
                <a:solidFill>
                  <a:schemeClr val="accent2">
                    <a:lumMod val="75000"/>
                  </a:schemeClr>
                </a:solidFill>
                <a:latin typeface="Abadi" panose="020B0604020104020204" pitchFamily="34" charset="0"/>
              </a:rPr>
              <a:t> don’t know there’s an adapter in between</a:t>
            </a:r>
            <a:endParaRPr lang="en-GB" sz="3600" dirty="0">
              <a:solidFill>
                <a:schemeClr val="accent2">
                  <a:lumMod val="75000"/>
                </a:schemeClr>
              </a:solidFill>
              <a:latin typeface="Abadi" panose="020B0604020104020204" pitchFamily="34" charset="0"/>
            </a:endParaRPr>
          </a:p>
        </p:txBody>
      </p:sp>
    </p:spTree>
    <p:extLst>
      <p:ext uri="{BB962C8B-B14F-4D97-AF65-F5344CB8AC3E}">
        <p14:creationId xmlns:p14="http://schemas.microsoft.com/office/powerpoint/2010/main" val="924792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0000"/>
                </a:solidFill>
                <a:latin typeface="Abadi" panose="020B0604020104020204" pitchFamily="34" charset="0"/>
              </a:rPr>
              <a:t>Understanding the observer pattern</a:t>
            </a:r>
            <a:endParaRPr lang="en-GB" dirty="0">
              <a:solidFill>
                <a:srgbClr val="FF0000"/>
              </a:solidFill>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r>
              <a:rPr lang="en-US" sz="3600" dirty="0">
                <a:solidFill>
                  <a:schemeClr val="accent2">
                    <a:lumMod val="75000"/>
                  </a:schemeClr>
                </a:solidFill>
                <a:latin typeface="Abadi" panose="020B0604020104020204" pitchFamily="34" charset="0"/>
              </a:rPr>
              <a:t>Loosely Coupling</a:t>
            </a:r>
          </a:p>
          <a:p>
            <a:pPr lvl="1">
              <a:spcBef>
                <a:spcPts val="0"/>
              </a:spcBef>
            </a:pPr>
            <a:r>
              <a:rPr lang="en-US" sz="3315" dirty="0">
                <a:solidFill>
                  <a:schemeClr val="accent2">
                    <a:lumMod val="75000"/>
                  </a:schemeClr>
                </a:solidFill>
                <a:latin typeface="Abadi" panose="020B0604020104020204" pitchFamily="34" charset="0"/>
              </a:rPr>
              <a:t>Strive for loosely coupled designs between objects that interact</a:t>
            </a:r>
          </a:p>
          <a:p>
            <a:pPr>
              <a:spcBef>
                <a:spcPts val="0"/>
              </a:spcBef>
            </a:pPr>
            <a:r>
              <a:rPr lang="en-US" sz="3600" dirty="0">
                <a:solidFill>
                  <a:schemeClr val="accent2">
                    <a:lumMod val="75000"/>
                  </a:schemeClr>
                </a:solidFill>
                <a:latin typeface="Abadi" panose="020B0604020104020204" pitchFamily="34" charset="0"/>
              </a:rPr>
              <a:t>An example,</a:t>
            </a:r>
          </a:p>
          <a:p>
            <a:pPr lvl="1">
              <a:spcBef>
                <a:spcPts val="0"/>
              </a:spcBef>
            </a:pPr>
            <a:endParaRPr lang="en-US" sz="3315" dirty="0">
              <a:solidFill>
                <a:schemeClr val="accent2">
                  <a:lumMod val="75000"/>
                </a:schemeClr>
              </a:solidFill>
              <a:latin typeface="Abadi" panose="020B0604020104020204" pitchFamily="34" charset="0"/>
            </a:endParaRPr>
          </a:p>
        </p:txBody>
      </p:sp>
      <p:pic>
        <p:nvPicPr>
          <p:cNvPr id="5" name="Picture 4" descr="Diagram&#10;&#10;Description automatically generated">
            <a:extLst>
              <a:ext uri="{FF2B5EF4-FFF2-40B4-BE49-F238E27FC236}">
                <a16:creationId xmlns:a16="http://schemas.microsoft.com/office/drawing/2014/main" id="{EB4CBDE8-6CB7-45CA-A7D6-8B19D69FCE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1343" y="5038165"/>
            <a:ext cx="4382113" cy="2756198"/>
          </a:xfrm>
          <a:prstGeom prst="rect">
            <a:avLst/>
          </a:prstGeom>
        </p:spPr>
      </p:pic>
    </p:spTree>
    <p:extLst>
      <p:ext uri="{BB962C8B-B14F-4D97-AF65-F5344CB8AC3E}">
        <p14:creationId xmlns:p14="http://schemas.microsoft.com/office/powerpoint/2010/main" val="1428991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0000"/>
                </a:solidFill>
                <a:latin typeface="Abadi" panose="020B0604020104020204" pitchFamily="34" charset="0"/>
              </a:rPr>
              <a:t>The Observer pattern defined</a:t>
            </a:r>
            <a:endParaRPr lang="en-GB" dirty="0">
              <a:solidFill>
                <a:srgbClr val="FF0000"/>
              </a:solidFill>
              <a:latin typeface="Abadi" panose="020B0604020104020204" pitchFamily="34" charset="0"/>
            </a:endParaRPr>
          </a:p>
        </p:txBody>
      </p:sp>
      <p:sp>
        <p:nvSpPr>
          <p:cNvPr id="3" name="Content Placeholder 2">
            <a:extLst>
              <a:ext uri="{FF2B5EF4-FFF2-40B4-BE49-F238E27FC236}">
                <a16:creationId xmlns:a16="http://schemas.microsoft.com/office/drawing/2014/main" id="{979704F9-E7C5-4E8E-B511-15C522F4B8A9}"/>
              </a:ext>
            </a:extLst>
          </p:cNvPr>
          <p:cNvSpPr>
            <a:spLocks noGrp="1"/>
          </p:cNvSpPr>
          <p:nvPr>
            <p:ph idx="1"/>
          </p:nvPr>
        </p:nvSpPr>
        <p:spPr/>
        <p:txBody>
          <a:bodyPr/>
          <a:lstStyle/>
          <a:p>
            <a:pPr>
              <a:spcBef>
                <a:spcPts val="0"/>
              </a:spcBef>
            </a:pPr>
            <a:r>
              <a:rPr lang="en-US" sz="3600" dirty="0">
                <a:solidFill>
                  <a:schemeClr val="accent2">
                    <a:lumMod val="75000"/>
                  </a:schemeClr>
                </a:solidFill>
                <a:latin typeface="Abadi" panose="020B0604020104020204" pitchFamily="34" charset="0"/>
              </a:rPr>
              <a:t>The pattern defines a one-to-many dependency between objects so that when one object changes state, all of its dependents are notified and updated automatically.</a:t>
            </a:r>
            <a:endParaRPr lang="en-GB" sz="3600" dirty="0">
              <a:solidFill>
                <a:schemeClr val="accent2">
                  <a:lumMod val="75000"/>
                </a:schemeClr>
              </a:solidFill>
              <a:latin typeface="Abadi" panose="020B0604020104020204" pitchFamily="34" charset="0"/>
            </a:endParaRPr>
          </a:p>
        </p:txBody>
      </p:sp>
      <p:pic>
        <p:nvPicPr>
          <p:cNvPr id="5" name="Picture 4" descr="Diagram&#10;&#10;Description automatically generated">
            <a:extLst>
              <a:ext uri="{FF2B5EF4-FFF2-40B4-BE49-F238E27FC236}">
                <a16:creationId xmlns:a16="http://schemas.microsoft.com/office/drawing/2014/main" id="{5CF9CE9F-BF99-4C93-91C0-BE83CE7A01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2134" y="4546512"/>
            <a:ext cx="5464013" cy="3726503"/>
          </a:xfrm>
          <a:prstGeom prst="rect">
            <a:avLst/>
          </a:prstGeom>
        </p:spPr>
      </p:pic>
    </p:spTree>
    <p:extLst>
      <p:ext uri="{BB962C8B-B14F-4D97-AF65-F5344CB8AC3E}">
        <p14:creationId xmlns:p14="http://schemas.microsoft.com/office/powerpoint/2010/main" val="370103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0000"/>
                </a:solidFill>
                <a:latin typeface="Abadi" panose="020B0604020104020204" pitchFamily="34" charset="0"/>
              </a:rPr>
              <a:t>The Observer pattern class diagram</a:t>
            </a:r>
            <a:endParaRPr lang="en-GB" dirty="0">
              <a:solidFill>
                <a:srgbClr val="FF0000"/>
              </a:solidFill>
              <a:latin typeface="Abadi" panose="020B0604020104020204" pitchFamily="34" charset="0"/>
            </a:endParaRPr>
          </a:p>
        </p:txBody>
      </p:sp>
      <p:pic>
        <p:nvPicPr>
          <p:cNvPr id="5" name="Content Placeholder 4" descr="Diagram&#10;&#10;Description automatically generated">
            <a:extLst>
              <a:ext uri="{FF2B5EF4-FFF2-40B4-BE49-F238E27FC236}">
                <a16:creationId xmlns:a16="http://schemas.microsoft.com/office/drawing/2014/main" id="{221756D1-1749-4536-8307-CBBDFB8043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67392" y="2698689"/>
            <a:ext cx="7670016" cy="5250453"/>
          </a:xfrm>
        </p:spPr>
      </p:pic>
    </p:spTree>
    <p:extLst>
      <p:ext uri="{BB962C8B-B14F-4D97-AF65-F5344CB8AC3E}">
        <p14:creationId xmlns:p14="http://schemas.microsoft.com/office/powerpoint/2010/main" val="6458946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0000"/>
                </a:solidFill>
                <a:latin typeface="Abadi" panose="020B0604020104020204" pitchFamily="34" charset="0"/>
              </a:rPr>
              <a:t>Using the Observer pattern</a:t>
            </a:r>
            <a:endParaRPr lang="en-GB" dirty="0">
              <a:solidFill>
                <a:srgbClr val="FF0000"/>
              </a:solidFill>
              <a:latin typeface="Abadi" panose="020B0604020104020204" pitchFamily="34" charset="0"/>
            </a:endParaRPr>
          </a:p>
        </p:txBody>
      </p:sp>
      <p:pic>
        <p:nvPicPr>
          <p:cNvPr id="5" name="Content Placeholder 4">
            <a:extLst>
              <a:ext uri="{FF2B5EF4-FFF2-40B4-BE49-F238E27FC236}">
                <a16:creationId xmlns:a16="http://schemas.microsoft.com/office/drawing/2014/main" id="{F93EAA04-2DEA-4D1D-AB1E-CBE2FAD8D83A}"/>
              </a:ext>
            </a:extLst>
          </p:cNvPr>
          <p:cNvPicPr>
            <a:picLocks noGrp="1" noChangeAspect="1"/>
          </p:cNvPicPr>
          <p:nvPr>
            <p:ph idx="1"/>
          </p:nvPr>
        </p:nvPicPr>
        <p:blipFill>
          <a:blip r:embed="rId2"/>
          <a:stretch>
            <a:fillRect/>
          </a:stretch>
        </p:blipFill>
        <p:spPr>
          <a:xfrm>
            <a:off x="1557250" y="3397670"/>
            <a:ext cx="9890299" cy="2958259"/>
          </a:xfrm>
        </p:spPr>
      </p:pic>
    </p:spTree>
    <p:extLst>
      <p:ext uri="{BB962C8B-B14F-4D97-AF65-F5344CB8AC3E}">
        <p14:creationId xmlns:p14="http://schemas.microsoft.com/office/powerpoint/2010/main" val="1975309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0000"/>
                </a:solidFill>
                <a:latin typeface="Abadi" panose="020B0604020104020204" pitchFamily="34" charset="0"/>
              </a:rPr>
              <a:t>Using the Observer pattern</a:t>
            </a:r>
            <a:endParaRPr lang="en-GB" dirty="0">
              <a:solidFill>
                <a:srgbClr val="FF0000"/>
              </a:solidFill>
              <a:latin typeface="Abadi" panose="020B0604020104020204" pitchFamily="34" charset="0"/>
            </a:endParaRPr>
          </a:p>
        </p:txBody>
      </p:sp>
      <p:pic>
        <p:nvPicPr>
          <p:cNvPr id="5" name="Content Placeholder 4" descr="Text&#10;&#10;Description automatically generated">
            <a:extLst>
              <a:ext uri="{FF2B5EF4-FFF2-40B4-BE49-F238E27FC236}">
                <a16:creationId xmlns:a16="http://schemas.microsoft.com/office/drawing/2014/main" id="{F9BE194E-8B81-4872-85EB-D3D1CEEAA8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7417" y="2823882"/>
            <a:ext cx="8029966" cy="4921950"/>
          </a:xfrm>
        </p:spPr>
      </p:pic>
    </p:spTree>
    <p:extLst>
      <p:ext uri="{BB962C8B-B14F-4D97-AF65-F5344CB8AC3E}">
        <p14:creationId xmlns:p14="http://schemas.microsoft.com/office/powerpoint/2010/main" val="3346416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0000"/>
                </a:solidFill>
                <a:latin typeface="Abadi" panose="020B0604020104020204" pitchFamily="34" charset="0"/>
              </a:rPr>
              <a:t>Using the Observer pattern</a:t>
            </a:r>
            <a:endParaRPr lang="en-GB" dirty="0">
              <a:solidFill>
                <a:srgbClr val="FF0000"/>
              </a:solidFill>
              <a:latin typeface="Abadi" panose="020B0604020104020204" pitchFamily="34" charset="0"/>
            </a:endParaRPr>
          </a:p>
        </p:txBody>
      </p:sp>
      <p:pic>
        <p:nvPicPr>
          <p:cNvPr id="5" name="Content Placeholder 4" descr="Text&#10;&#10;Description automatically generated">
            <a:extLst>
              <a:ext uri="{FF2B5EF4-FFF2-40B4-BE49-F238E27FC236}">
                <a16:creationId xmlns:a16="http://schemas.microsoft.com/office/drawing/2014/main" id="{3CFB9A9D-051C-4AA1-9DC6-96A7605173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5532" y="3034553"/>
            <a:ext cx="9233736" cy="4389995"/>
          </a:xfrm>
        </p:spPr>
      </p:pic>
    </p:spTree>
    <p:extLst>
      <p:ext uri="{BB962C8B-B14F-4D97-AF65-F5344CB8AC3E}">
        <p14:creationId xmlns:p14="http://schemas.microsoft.com/office/powerpoint/2010/main" val="27966353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0000"/>
                </a:solidFill>
                <a:latin typeface="Abadi" panose="020B0604020104020204" pitchFamily="34" charset="0"/>
              </a:rPr>
              <a:t>Using the Observer pattern</a:t>
            </a:r>
            <a:endParaRPr lang="en-GB" dirty="0">
              <a:solidFill>
                <a:srgbClr val="FF0000"/>
              </a:solidFill>
              <a:latin typeface="Abadi" panose="020B0604020104020204" pitchFamily="34" charset="0"/>
            </a:endParaRPr>
          </a:p>
        </p:txBody>
      </p:sp>
      <p:pic>
        <p:nvPicPr>
          <p:cNvPr id="5" name="Content Placeholder 4" descr="Text&#10;&#10;Description automatically generated">
            <a:extLst>
              <a:ext uri="{FF2B5EF4-FFF2-40B4-BE49-F238E27FC236}">
                <a16:creationId xmlns:a16="http://schemas.microsoft.com/office/drawing/2014/main" id="{E03B64C4-B861-41C2-B360-738E7FE0EE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1301" y="3193249"/>
            <a:ext cx="9401137" cy="2790691"/>
          </a:xfrm>
        </p:spPr>
      </p:pic>
    </p:spTree>
    <p:extLst>
      <p:ext uri="{BB962C8B-B14F-4D97-AF65-F5344CB8AC3E}">
        <p14:creationId xmlns:p14="http://schemas.microsoft.com/office/powerpoint/2010/main" val="11895011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0000"/>
                </a:solidFill>
                <a:latin typeface="Abadi" panose="020B0604020104020204" pitchFamily="34" charset="0"/>
              </a:rPr>
              <a:t>Using the Observer pattern</a:t>
            </a:r>
            <a:endParaRPr lang="en-GB" dirty="0">
              <a:solidFill>
                <a:srgbClr val="FF0000"/>
              </a:solidFill>
              <a:latin typeface="Abadi" panose="020B0604020104020204" pitchFamily="34" charset="0"/>
            </a:endParaRPr>
          </a:p>
        </p:txBody>
      </p:sp>
      <p:pic>
        <p:nvPicPr>
          <p:cNvPr id="7" name="Content Placeholder 6" descr="Text&#10;&#10;Description automatically generated">
            <a:extLst>
              <a:ext uri="{FF2B5EF4-FFF2-40B4-BE49-F238E27FC236}">
                <a16:creationId xmlns:a16="http://schemas.microsoft.com/office/drawing/2014/main" id="{72ADA0E3-4E81-48EF-839B-DA5A44433C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5416" y="3092822"/>
            <a:ext cx="10353968" cy="4245267"/>
          </a:xfrm>
        </p:spPr>
      </p:pic>
    </p:spTree>
    <p:extLst>
      <p:ext uri="{BB962C8B-B14F-4D97-AF65-F5344CB8AC3E}">
        <p14:creationId xmlns:p14="http://schemas.microsoft.com/office/powerpoint/2010/main" val="7633871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0000"/>
                </a:solidFill>
                <a:latin typeface="Abadi" panose="020B0604020104020204" pitchFamily="34" charset="0"/>
              </a:rPr>
              <a:t>Using the Observer pattern</a:t>
            </a:r>
            <a:endParaRPr lang="en-GB" dirty="0">
              <a:solidFill>
                <a:srgbClr val="FF0000"/>
              </a:solidFill>
              <a:latin typeface="Abadi" panose="020B0604020104020204" pitchFamily="34" charset="0"/>
            </a:endParaRPr>
          </a:p>
        </p:txBody>
      </p:sp>
      <p:pic>
        <p:nvPicPr>
          <p:cNvPr id="7" name="Content Placeholder 6">
            <a:extLst>
              <a:ext uri="{FF2B5EF4-FFF2-40B4-BE49-F238E27FC236}">
                <a16:creationId xmlns:a16="http://schemas.microsoft.com/office/drawing/2014/main" id="{053E9A17-18BF-48BE-94A8-7E91408DCD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7869" y="2958353"/>
            <a:ext cx="9589062" cy="4474024"/>
          </a:xfrm>
        </p:spPr>
      </p:pic>
    </p:spTree>
    <p:extLst>
      <p:ext uri="{BB962C8B-B14F-4D97-AF65-F5344CB8AC3E}">
        <p14:creationId xmlns:p14="http://schemas.microsoft.com/office/powerpoint/2010/main" val="16732867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0000"/>
                </a:solidFill>
                <a:latin typeface="Abadi" panose="020B0604020104020204" pitchFamily="34" charset="0"/>
              </a:rPr>
              <a:t>The Observer pattern and loose coupling</a:t>
            </a:r>
            <a:endParaRPr lang="en-GB" dirty="0">
              <a:solidFill>
                <a:srgbClr val="FF0000"/>
              </a:solidFill>
              <a:latin typeface="Abadi" panose="020B0604020104020204" pitchFamily="34" charset="0"/>
            </a:endParaRPr>
          </a:p>
        </p:txBody>
      </p:sp>
      <p:pic>
        <p:nvPicPr>
          <p:cNvPr id="5" name="Content Placeholder 4">
            <a:extLst>
              <a:ext uri="{FF2B5EF4-FFF2-40B4-BE49-F238E27FC236}">
                <a16:creationId xmlns:a16="http://schemas.microsoft.com/office/drawing/2014/main" id="{2A1B265F-122E-4AD4-B246-5C43BA7759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16901" y="3303495"/>
            <a:ext cx="9284582" cy="3864874"/>
          </a:xfrm>
        </p:spPr>
      </p:pic>
    </p:spTree>
    <p:extLst>
      <p:ext uri="{BB962C8B-B14F-4D97-AF65-F5344CB8AC3E}">
        <p14:creationId xmlns:p14="http://schemas.microsoft.com/office/powerpoint/2010/main" val="30042450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solidFill>
                  <a:srgbClr val="FF0000"/>
                </a:solidFill>
                <a:latin typeface="Abadi" panose="020B0604020104020204" pitchFamily="34" charset="0"/>
              </a:rPr>
              <a:t>The Observer pattern and loose coupling</a:t>
            </a:r>
            <a:endParaRPr lang="en-GB" dirty="0">
              <a:solidFill>
                <a:srgbClr val="FF0000"/>
              </a:solidFill>
              <a:latin typeface="Abadi" panose="020B0604020104020204" pitchFamily="34" charset="0"/>
            </a:endParaRPr>
          </a:p>
        </p:txBody>
      </p:sp>
      <p:pic>
        <p:nvPicPr>
          <p:cNvPr id="7" name="Content Placeholder 6">
            <a:extLst>
              <a:ext uri="{FF2B5EF4-FFF2-40B4-BE49-F238E27FC236}">
                <a16:creationId xmlns:a16="http://schemas.microsoft.com/office/drawing/2014/main" id="{7894B232-A7E0-4B15-A2D2-70D311AEAD5C}"/>
              </a:ext>
            </a:extLst>
          </p:cNvPr>
          <p:cNvPicPr>
            <a:picLocks noGrp="1" noChangeAspect="1"/>
          </p:cNvPicPr>
          <p:nvPr>
            <p:ph idx="1"/>
          </p:nvPr>
        </p:nvPicPr>
        <p:blipFill>
          <a:blip r:embed="rId2"/>
          <a:stretch>
            <a:fillRect/>
          </a:stretch>
        </p:blipFill>
        <p:spPr>
          <a:xfrm>
            <a:off x="1826761" y="3360550"/>
            <a:ext cx="8821815" cy="3032499"/>
          </a:xfrm>
        </p:spPr>
      </p:pic>
    </p:spTree>
    <p:extLst>
      <p:ext uri="{BB962C8B-B14F-4D97-AF65-F5344CB8AC3E}">
        <p14:creationId xmlns:p14="http://schemas.microsoft.com/office/powerpoint/2010/main" val="39806600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ED21-8887-4731-B88C-65216B8E5A8D}"/>
              </a:ext>
            </a:extLst>
          </p:cNvPr>
          <p:cNvSpPr>
            <a:spLocks noGrp="1"/>
          </p:cNvSpPr>
          <p:nvPr>
            <p:ph type="title"/>
          </p:nvPr>
        </p:nvSpPr>
        <p:spPr>
          <a:xfrm>
            <a:off x="650240" y="1126632"/>
            <a:ext cx="11704320" cy="1401415"/>
          </a:xfrm>
        </p:spPr>
        <p:txBody>
          <a:bodyPr/>
          <a:lstStyle/>
          <a:p>
            <a:r>
              <a:rPr lang="en-US" sz="5400" dirty="0">
                <a:latin typeface="Abadi" panose="020B0604020104020204" pitchFamily="34" charset="0"/>
              </a:rPr>
              <a:t>Any questions?</a:t>
            </a:r>
            <a:endParaRPr lang="en-GB" dirty="0">
              <a:latin typeface="Abadi" panose="020B0604020104020204" pitchFamily="34" charset="0"/>
            </a:endParaRPr>
          </a:p>
        </p:txBody>
      </p:sp>
      <p:pic>
        <p:nvPicPr>
          <p:cNvPr id="10242" name="Picture 2" descr="Questions GIFs - Get the best gif on GIFER">
            <a:extLst>
              <a:ext uri="{FF2B5EF4-FFF2-40B4-BE49-F238E27FC236}">
                <a16:creationId xmlns:a16="http://schemas.microsoft.com/office/drawing/2014/main" id="{ED3F54E5-7125-4F3C-B582-1E21538D3439}"/>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549900" y="2657475"/>
            <a:ext cx="1905000" cy="443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88938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095C9"/>
        </a:solidFill>
        <a:ln w="9525" cap="flat">
          <a:solidFill>
            <a:srgbClr val="000000"/>
          </a:solidFill>
          <a:prstDash val="solid"/>
          <a:round/>
        </a:ln>
        <a:effectLst/>
        <a:sp3d/>
      </a:spPr>
      <a:bodyPr rot="0" spcFirstLastPara="1" vertOverflow="overflow" horzOverflow="overflow" vert="horz" wrap="square" lIns="50800" tIns="50800" rIns="50800" bIns="50800" numCol="1" spcCol="38100" rtlCol="0" anchor="ctr">
        <a:spAutoFit/>
      </a:bodyPr>
      <a:lstStyle>
        <a:defPPr marL="57799" marR="57799" indent="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0000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57799" marR="57799" indent="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095C9"/>
        </a:solidFill>
        <a:ln w="9525" cap="flat">
          <a:solidFill>
            <a:srgbClr val="000000"/>
          </a:solidFill>
          <a:prstDash val="solid"/>
          <a:round/>
        </a:ln>
        <a:effectLst/>
        <a:sp3d/>
      </a:spPr>
      <a:bodyPr rot="0" spcFirstLastPara="1" vertOverflow="overflow" horzOverflow="overflow" vert="horz" wrap="square" lIns="50800" tIns="50800" rIns="50800" bIns="50800" numCol="1" spcCol="38100" rtlCol="0" anchor="ctr">
        <a:spAutoFit/>
      </a:bodyPr>
      <a:lstStyle>
        <a:defPPr marL="57799" marR="57799" indent="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0000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57799" marR="57799" indent="0" algn="l" defTabSz="1295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
              <a:solidFill>
                <a:srgbClr val="000000"/>
              </a:solidFill>
            </a:uFill>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otalTime>3998</TotalTime>
  <Words>812</Words>
  <Application>Microsoft Office PowerPoint</Application>
  <PresentationFormat>Custom</PresentationFormat>
  <Paragraphs>108</Paragraphs>
  <Slides>50</Slides>
  <Notes>0</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0</vt:i4>
      </vt:variant>
      <vt:variant>
        <vt:lpstr>Slide Titles</vt:lpstr>
      </vt:variant>
      <vt:variant>
        <vt:i4>50</vt:i4>
      </vt:variant>
    </vt:vector>
  </HeadingPairs>
  <TitlesOfParts>
    <vt:vector size="58" baseType="lpstr">
      <vt:lpstr>Abadi</vt:lpstr>
      <vt:lpstr>Calibri</vt:lpstr>
      <vt:lpstr>Constantia</vt:lpstr>
      <vt:lpstr>Helvetica</vt:lpstr>
      <vt:lpstr>Lucida Grande</vt:lpstr>
      <vt:lpstr>Wingdings 2</vt:lpstr>
      <vt:lpstr>White</vt:lpstr>
      <vt:lpstr>Flow</vt:lpstr>
      <vt:lpstr>PowerPoint Presentation</vt:lpstr>
      <vt:lpstr>Lesson objectives:</vt:lpstr>
      <vt:lpstr>PowerPoint Presentation</vt:lpstr>
      <vt:lpstr>Revisiting Inheritance</vt:lpstr>
      <vt:lpstr>Limitations of Inheritance</vt:lpstr>
      <vt:lpstr>Limitations of Inheritance</vt:lpstr>
      <vt:lpstr>Trying interfaces</vt:lpstr>
      <vt:lpstr>Problems with the design</vt:lpstr>
      <vt:lpstr>Get inspiration from design principles</vt:lpstr>
      <vt:lpstr>Programming to an interface</vt:lpstr>
      <vt:lpstr>Programming to an interface contd.</vt:lpstr>
      <vt:lpstr>Programming to an interface contd.</vt:lpstr>
      <vt:lpstr>Applying the principles</vt:lpstr>
      <vt:lpstr>Applying the principles contd.</vt:lpstr>
      <vt:lpstr>Applying the principles contd.</vt:lpstr>
      <vt:lpstr>Applying the principles contd.</vt:lpstr>
      <vt:lpstr>Applying the principles contd.</vt:lpstr>
      <vt:lpstr>Exploring the strategy pattern</vt:lpstr>
      <vt:lpstr>The strategy pattern class diagram</vt:lpstr>
      <vt:lpstr>The strategy pattern official definition</vt:lpstr>
      <vt:lpstr>Why HAS-A is better than IS-A</vt:lpstr>
      <vt:lpstr>Why HAS-A is better than IS-A</vt:lpstr>
      <vt:lpstr>Understanding the adapter pattern</vt:lpstr>
      <vt:lpstr>Understanding the adapter pattern</vt:lpstr>
      <vt:lpstr>Understanding the adapter pattern</vt:lpstr>
      <vt:lpstr>Understanding the adapter pattern</vt:lpstr>
      <vt:lpstr>The Adapter pattern defined</vt:lpstr>
      <vt:lpstr>The Adapter pattern class diagram</vt:lpstr>
      <vt:lpstr>Using the adapter pattern</vt:lpstr>
      <vt:lpstr>Using the adapter pattern</vt:lpstr>
      <vt:lpstr>Using the adapter pattern</vt:lpstr>
      <vt:lpstr>Using the adapter pattern</vt:lpstr>
      <vt:lpstr>Using the adapter pattern</vt:lpstr>
      <vt:lpstr>Using Turkeys with the Duck Simulator</vt:lpstr>
      <vt:lpstr>Making a TurkeyAdapter</vt:lpstr>
      <vt:lpstr>Using Turkeys with the Duck Simulator</vt:lpstr>
      <vt:lpstr>Using Turkeys with the Duck Simulator</vt:lpstr>
      <vt:lpstr>Adapters using Composition</vt:lpstr>
      <vt:lpstr>Understanding the observer pattern</vt:lpstr>
      <vt:lpstr>The Observer pattern defined</vt:lpstr>
      <vt:lpstr>The Observer pattern class diagram</vt:lpstr>
      <vt:lpstr>Using the Observer pattern</vt:lpstr>
      <vt:lpstr>Using the Observer pattern</vt:lpstr>
      <vt:lpstr>Using the Observer pattern</vt:lpstr>
      <vt:lpstr>Using the Observer pattern</vt:lpstr>
      <vt:lpstr>Using the Observer pattern</vt:lpstr>
      <vt:lpstr>Using the Observer pattern</vt:lpstr>
      <vt:lpstr>The Observer pattern and loose coupling</vt:lpstr>
      <vt:lpstr>The Observer pattern and loose coupling</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Marick Hornsveld</dc:creator>
  <cp:lastModifiedBy>Kruben Naidoo</cp:lastModifiedBy>
  <cp:revision>37</cp:revision>
  <cp:lastPrinted>2017-10-31T10:25:57Z</cp:lastPrinted>
  <dcterms:modified xsi:type="dcterms:W3CDTF">2022-09-26T08:03:53Z</dcterms:modified>
</cp:coreProperties>
</file>