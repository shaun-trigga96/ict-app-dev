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301" r:id="rId6"/>
    <p:sldId id="260" r:id="rId7"/>
    <p:sldId id="299" r:id="rId8"/>
    <p:sldId id="300" r:id="rId9"/>
    <p:sldId id="261" r:id="rId10"/>
    <p:sldId id="291" r:id="rId11"/>
    <p:sldId id="262" r:id="rId12"/>
    <p:sldId id="297" r:id="rId13"/>
    <p:sldId id="263" r:id="rId14"/>
    <p:sldId id="264" r:id="rId15"/>
    <p:sldId id="271" r:id="rId16"/>
    <p:sldId id="298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5" r:id="rId25"/>
    <p:sldId id="286" r:id="rId26"/>
    <p:sldId id="287" r:id="rId27"/>
    <p:sldId id="288" r:id="rId28"/>
    <p:sldId id="290" r:id="rId29"/>
    <p:sldId id="289" r:id="rId30"/>
    <p:sldId id="303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442052672"/>
        <c:axId val="442053064"/>
        <c:axId val="0"/>
      </c:bar3DChart>
      <c:catAx>
        <c:axId val="44205267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442053064"/>
        <c:crosses val="autoZero"/>
        <c:auto val="1"/>
        <c:lblAlgn val="ctr"/>
        <c:lblOffset val="100"/>
        <c:noMultiLvlLbl val="0"/>
      </c:catAx>
      <c:valAx>
        <c:axId val="442053064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44205267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442054632"/>
        <c:axId val="442055024"/>
        <c:axId val="0"/>
      </c:bar3DChart>
      <c:catAx>
        <c:axId val="4420546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442055024"/>
        <c:crosses val="autoZero"/>
        <c:auto val="1"/>
        <c:lblAlgn val="ctr"/>
        <c:lblOffset val="100"/>
        <c:noMultiLvlLbl val="0"/>
      </c:catAx>
      <c:valAx>
        <c:axId val="4420550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4205463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Series 1</c:v>
                </c:pt>
              </c:strCache>
            </c:strRef>
          </c:tx>
          <c:marker>
            <c:symbol val="none"/>
          </c:marker>
          <c:cat>
            <c:strRef>
              <c:f>'Sheet1'!$A$2:$A$5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'Sheet1'!$B$2:$B$5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'Sheet1'!$C$1</c:f>
              <c:strCache>
                <c:ptCount val="1"/>
                <c:pt idx="0">
                  <c:v>Series 2</c:v>
                </c:pt>
              </c:strCache>
            </c:strRef>
          </c:tx>
          <c:marker>
            <c:symbol val="none"/>
          </c:marker>
          <c:cat>
            <c:strRef>
              <c:f>'Sheet1'!$A$2:$A$5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'Sheet1'!$C$2:$C$5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'Sheet1'!$D$1</c:f>
              <c:strCache>
                <c:ptCount val="1"/>
                <c:pt idx="0">
                  <c:v>Series 3</c:v>
                </c:pt>
              </c:strCache>
            </c:strRef>
          </c:tx>
          <c:marker>
            <c:symbol val="none"/>
          </c:marker>
          <c:cat>
            <c:strRef>
              <c:f>'Sheet1'!$A$2:$A$5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'Sheet1'!$D$2:$D$5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2056592"/>
        <c:axId val="442055808"/>
      </c:lineChart>
      <c:catAx>
        <c:axId val="44205659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442055808"/>
        <c:crosses val="autoZero"/>
        <c:auto val="1"/>
        <c:lblAlgn val="ctr"/>
        <c:lblOffset val="100"/>
        <c:noMultiLvlLbl val="0"/>
      </c:catAx>
      <c:valAx>
        <c:axId val="4420558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4205659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3C6345-1D4E-4053-9F2E-4C935D80A307}" type="doc">
      <dgm:prSet loTypeId="urn:microsoft.com/office/officeart/2005/8/layout/radial1" loCatId="relationship" qsTypeId="urn:microsoft.com/office/officeart/2005/8/quickstyle/3d2" qsCatId="3D" csTypeId="urn:microsoft.com/office/officeart/2005/8/colors/colorful2" csCatId="colorful" phldr="1"/>
      <dgm:spPr/>
    </dgm:pt>
    <dgm:pt modelId="{3C9FDE27-C633-4486-9C9C-F72DE8AFF013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dirty="0" smtClean="0">
              <a:ln/>
              <a:effectLst/>
              <a:latin typeface="Arial" charset="0"/>
            </a:rPr>
            <a:t>Types </a:t>
          </a:r>
        </a:p>
      </dgm:t>
    </dgm:pt>
    <dgm:pt modelId="{54D8DBF1-EEA4-4FE4-980F-63B648B2D18A}" type="parTrans" cxnId="{6FBA7A84-D847-4278-9687-A883DF8A8FC2}">
      <dgm:prSet/>
      <dgm:spPr/>
      <dgm:t>
        <a:bodyPr/>
        <a:lstStyle/>
        <a:p>
          <a:endParaRPr lang="en-US"/>
        </a:p>
      </dgm:t>
    </dgm:pt>
    <dgm:pt modelId="{F47730B1-5120-4395-9387-3CDF7EB50AD7}" type="sibTrans" cxnId="{6FBA7A84-D847-4278-9687-A883DF8A8FC2}">
      <dgm:prSet/>
      <dgm:spPr/>
      <dgm:t>
        <a:bodyPr/>
        <a:lstStyle/>
        <a:p>
          <a:endParaRPr lang="en-US"/>
        </a:p>
      </dgm:t>
    </dgm:pt>
    <dgm:pt modelId="{0F11860E-34EF-4FA5-9336-1F6D24B556A3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</a:rPr>
            <a:t>Safety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</a:rPr>
            <a:t>reports</a:t>
          </a:r>
          <a:endParaRPr kumimoji="0" lang="en-US" b="0" i="0" u="none" strike="noStrike" cap="none" normalizeH="0" baseline="0" dirty="0" smtClean="0">
            <a:ln/>
            <a:effectLst/>
            <a:latin typeface="Arial" charset="0"/>
          </a:endParaRPr>
        </a:p>
      </dgm:t>
    </dgm:pt>
    <dgm:pt modelId="{5276C4CF-A92B-43EA-8867-3E7DD9569589}" type="parTrans" cxnId="{73999C3D-5536-48B4-BCD5-34744AE4D448}">
      <dgm:prSet/>
      <dgm:spPr/>
      <dgm:t>
        <a:bodyPr/>
        <a:lstStyle/>
        <a:p>
          <a:endParaRPr lang="en-US"/>
        </a:p>
      </dgm:t>
    </dgm:pt>
    <dgm:pt modelId="{B6D18BC3-3AA5-4B55-AA19-767AE0DEDC79}" type="sibTrans" cxnId="{73999C3D-5536-48B4-BCD5-34744AE4D448}">
      <dgm:prSet/>
      <dgm:spPr/>
      <dgm:t>
        <a:bodyPr/>
        <a:lstStyle/>
        <a:p>
          <a:endParaRPr lang="en-US"/>
        </a:p>
      </dgm:t>
    </dgm:pt>
    <dgm:pt modelId="{AB05C12D-D075-460E-BB09-E3F95931F94D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</a:rPr>
            <a:t>Accident Reports</a:t>
          </a:r>
          <a:endParaRPr kumimoji="0" lang="en-US" b="0" i="0" u="none" strike="noStrike" cap="none" normalizeH="0" baseline="0" dirty="0" smtClean="0">
            <a:ln/>
            <a:effectLst/>
            <a:latin typeface="Arial" charset="0"/>
          </a:endParaRPr>
        </a:p>
      </dgm:t>
    </dgm:pt>
    <dgm:pt modelId="{326884D2-04AD-41E6-92DC-F6941726108F}" type="parTrans" cxnId="{74EF8C94-0217-416C-B17F-03C67671A034}">
      <dgm:prSet/>
      <dgm:spPr/>
      <dgm:t>
        <a:bodyPr/>
        <a:lstStyle/>
        <a:p>
          <a:endParaRPr lang="en-US"/>
        </a:p>
      </dgm:t>
    </dgm:pt>
    <dgm:pt modelId="{E0435AA7-B1B2-4337-886A-20B5BD6A8283}" type="sibTrans" cxnId="{74EF8C94-0217-416C-B17F-03C67671A034}">
      <dgm:prSet/>
      <dgm:spPr/>
      <dgm:t>
        <a:bodyPr/>
        <a:lstStyle/>
        <a:p>
          <a:endParaRPr lang="en-US"/>
        </a:p>
      </dgm:t>
    </dgm:pt>
    <dgm:pt modelId="{159E4D4B-3665-47B9-B9C8-1713311B872D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</a:rPr>
            <a:t>Academic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</a:rPr>
            <a:t>Research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</a:rPr>
            <a:t>reports</a:t>
          </a:r>
          <a:endParaRPr kumimoji="0" lang="en-US" b="0" i="0" u="none" strike="noStrike" cap="none" normalizeH="0" baseline="0" dirty="0" smtClean="0">
            <a:ln/>
            <a:effectLst/>
            <a:latin typeface="Arial" charset="0"/>
          </a:endParaRPr>
        </a:p>
      </dgm:t>
    </dgm:pt>
    <dgm:pt modelId="{E8C01206-CF93-4AD1-ABF1-57D6DE7FFAB4}" type="parTrans" cxnId="{84C869CD-700D-4C4C-8294-DA708C684027}">
      <dgm:prSet/>
      <dgm:spPr/>
      <dgm:t>
        <a:bodyPr/>
        <a:lstStyle/>
        <a:p>
          <a:endParaRPr lang="en-US"/>
        </a:p>
      </dgm:t>
    </dgm:pt>
    <dgm:pt modelId="{6EED78B7-2780-421E-87EC-A636EC165498}" type="sibTrans" cxnId="{84C869CD-700D-4C4C-8294-DA708C684027}">
      <dgm:prSet/>
      <dgm:spPr/>
      <dgm:t>
        <a:bodyPr/>
        <a:lstStyle/>
        <a:p>
          <a:endParaRPr lang="en-US"/>
        </a:p>
      </dgm:t>
    </dgm:pt>
    <dgm:pt modelId="{1BB4D0B1-26ED-4DAE-B24F-B02925DD8CB1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</a:rPr>
            <a:t>Feasibility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</a:rPr>
            <a:t>Reports</a:t>
          </a:r>
          <a:endParaRPr kumimoji="0" lang="en-US" b="0" i="0" u="none" strike="noStrike" cap="none" normalizeH="0" baseline="0" dirty="0" smtClean="0">
            <a:ln/>
            <a:effectLst/>
            <a:latin typeface="Arial" charset="0"/>
          </a:endParaRPr>
        </a:p>
      </dgm:t>
    </dgm:pt>
    <dgm:pt modelId="{5CA80940-6424-4EF4-9DBF-7BC70B7B2576}" type="parTrans" cxnId="{CD3326CE-CB08-47DF-8402-3F5529DF8B9C}">
      <dgm:prSet/>
      <dgm:spPr/>
      <dgm:t>
        <a:bodyPr/>
        <a:lstStyle/>
        <a:p>
          <a:endParaRPr lang="en-US"/>
        </a:p>
      </dgm:t>
    </dgm:pt>
    <dgm:pt modelId="{9C665F24-B00F-43ED-ABD9-38F155AA2F22}" type="sibTrans" cxnId="{CD3326CE-CB08-47DF-8402-3F5529DF8B9C}">
      <dgm:prSet/>
      <dgm:spPr/>
      <dgm:t>
        <a:bodyPr/>
        <a:lstStyle/>
        <a:p>
          <a:endParaRPr lang="en-US"/>
        </a:p>
      </dgm:t>
    </dgm:pt>
    <dgm:pt modelId="{F9DC7D6D-2550-49C1-9A6B-0433C3B8916D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</a:rPr>
            <a:t>Business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</a:rPr>
            <a:t>Reports</a:t>
          </a:r>
          <a:endParaRPr kumimoji="0" lang="en-US" b="0" i="0" u="none" strike="noStrike" cap="none" normalizeH="0" baseline="0" dirty="0" smtClean="0">
            <a:ln/>
            <a:effectLst/>
            <a:latin typeface="Arial" charset="0"/>
          </a:endParaRPr>
        </a:p>
      </dgm:t>
    </dgm:pt>
    <dgm:pt modelId="{DC631ED9-3600-4F2B-936F-9F245F0CC8D8}" type="parTrans" cxnId="{34B10551-C68F-4947-AFE3-B925FF144220}">
      <dgm:prSet/>
      <dgm:spPr/>
      <dgm:t>
        <a:bodyPr/>
        <a:lstStyle/>
        <a:p>
          <a:endParaRPr lang="en-US"/>
        </a:p>
      </dgm:t>
    </dgm:pt>
    <dgm:pt modelId="{CBF92E18-9407-4D21-9393-39693AEA5796}" type="sibTrans" cxnId="{34B10551-C68F-4947-AFE3-B925FF144220}">
      <dgm:prSet/>
      <dgm:spPr/>
      <dgm:t>
        <a:bodyPr/>
        <a:lstStyle/>
        <a:p>
          <a:endParaRPr lang="en-US"/>
        </a:p>
      </dgm:t>
    </dgm:pt>
    <dgm:pt modelId="{9D7D6DCE-5705-478F-B443-E8AC1B467A61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</a:rPr>
            <a:t>Project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</a:rPr>
            <a:t>Reports</a:t>
          </a:r>
          <a:endParaRPr kumimoji="0" lang="en-US" b="0" i="0" u="none" strike="noStrike" cap="none" normalizeH="0" baseline="0" dirty="0" smtClean="0">
            <a:ln/>
            <a:effectLst/>
            <a:latin typeface="Arial" charset="0"/>
          </a:endParaRPr>
        </a:p>
      </dgm:t>
    </dgm:pt>
    <dgm:pt modelId="{279A053C-2DC8-4464-A65F-52B95B71A972}" type="parTrans" cxnId="{2B5D45E9-4F9C-4D45-99C5-469010D2F58C}">
      <dgm:prSet/>
      <dgm:spPr/>
      <dgm:t>
        <a:bodyPr/>
        <a:lstStyle/>
        <a:p>
          <a:endParaRPr lang="en-US"/>
        </a:p>
      </dgm:t>
    </dgm:pt>
    <dgm:pt modelId="{83499C48-7413-4D5C-ABEB-D8D5291DE35A}" type="sibTrans" cxnId="{2B5D45E9-4F9C-4D45-99C5-469010D2F58C}">
      <dgm:prSet/>
      <dgm:spPr/>
      <dgm:t>
        <a:bodyPr/>
        <a:lstStyle/>
        <a:p>
          <a:endParaRPr lang="en-US"/>
        </a:p>
      </dgm:t>
    </dgm:pt>
    <dgm:pt modelId="{B2FF8970-34E8-47CC-AE78-CD7C8DFC72A4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smtClean="0">
              <a:ln/>
              <a:effectLst/>
              <a:latin typeface="Arial" charset="0"/>
            </a:rPr>
            <a:t>Oral Reports</a:t>
          </a:r>
          <a:endParaRPr kumimoji="0" lang="en-US" b="0" i="0" u="none" strike="noStrike" cap="none" normalizeH="0" baseline="0" dirty="0" smtClean="0">
            <a:ln/>
            <a:effectLst/>
            <a:latin typeface="Arial" charset="0"/>
          </a:endParaRPr>
        </a:p>
      </dgm:t>
    </dgm:pt>
    <dgm:pt modelId="{0284F7E6-FDBF-4F91-92AA-A94DD7DB1DB8}" type="parTrans" cxnId="{662070D4-6356-4B79-B8A3-D03846D34C72}">
      <dgm:prSet/>
      <dgm:spPr/>
      <dgm:t>
        <a:bodyPr/>
        <a:lstStyle/>
        <a:p>
          <a:endParaRPr lang="en-US"/>
        </a:p>
      </dgm:t>
    </dgm:pt>
    <dgm:pt modelId="{3EC72DB0-62F5-48D5-9F4A-45E9ABC9A6F6}" type="sibTrans" cxnId="{662070D4-6356-4B79-B8A3-D03846D34C72}">
      <dgm:prSet/>
      <dgm:spPr/>
      <dgm:t>
        <a:bodyPr/>
        <a:lstStyle/>
        <a:p>
          <a:endParaRPr lang="en-US"/>
        </a:p>
      </dgm:t>
    </dgm:pt>
    <dgm:pt modelId="{956FD02D-BC6B-44AC-B8E2-9D6370652CD9}" type="pres">
      <dgm:prSet presAssocID="{1C3C6345-1D4E-4053-9F2E-4C935D80A307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1556B26-C380-4C5A-BC59-A0B516C84E37}" type="pres">
      <dgm:prSet presAssocID="{3C9FDE27-C633-4486-9C9C-F72DE8AFF013}" presName="centerShape" presStyleLbl="node0" presStyleIdx="0" presStyleCnt="1"/>
      <dgm:spPr/>
      <dgm:t>
        <a:bodyPr/>
        <a:lstStyle/>
        <a:p>
          <a:endParaRPr lang="en-US"/>
        </a:p>
      </dgm:t>
    </dgm:pt>
    <dgm:pt modelId="{50DDAE8C-7FCF-4D52-A9A7-FAB90F5FFDB1}" type="pres">
      <dgm:prSet presAssocID="{5276C4CF-A92B-43EA-8867-3E7DD9569589}" presName="Name9" presStyleLbl="parChTrans1D2" presStyleIdx="0" presStyleCnt="7"/>
      <dgm:spPr/>
      <dgm:t>
        <a:bodyPr/>
        <a:lstStyle/>
        <a:p>
          <a:endParaRPr lang="en-US"/>
        </a:p>
      </dgm:t>
    </dgm:pt>
    <dgm:pt modelId="{87C482ED-CABD-41F8-A4A1-58C1B8136A15}" type="pres">
      <dgm:prSet presAssocID="{5276C4CF-A92B-43EA-8867-3E7DD9569589}" presName="connTx" presStyleLbl="parChTrans1D2" presStyleIdx="0" presStyleCnt="7"/>
      <dgm:spPr/>
      <dgm:t>
        <a:bodyPr/>
        <a:lstStyle/>
        <a:p>
          <a:endParaRPr lang="en-US"/>
        </a:p>
      </dgm:t>
    </dgm:pt>
    <dgm:pt modelId="{1E08F1C6-79B3-4DB2-9186-71997F900814}" type="pres">
      <dgm:prSet presAssocID="{0F11860E-34EF-4FA5-9336-1F6D24B556A3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B76BFA-9489-4898-80EB-2E8289BB095A}" type="pres">
      <dgm:prSet presAssocID="{326884D2-04AD-41E6-92DC-F6941726108F}" presName="Name9" presStyleLbl="parChTrans1D2" presStyleIdx="1" presStyleCnt="7"/>
      <dgm:spPr/>
      <dgm:t>
        <a:bodyPr/>
        <a:lstStyle/>
        <a:p>
          <a:endParaRPr lang="en-US"/>
        </a:p>
      </dgm:t>
    </dgm:pt>
    <dgm:pt modelId="{167F04AB-FDA2-46BC-8F4E-EAF6846106B2}" type="pres">
      <dgm:prSet presAssocID="{326884D2-04AD-41E6-92DC-F6941726108F}" presName="connTx" presStyleLbl="parChTrans1D2" presStyleIdx="1" presStyleCnt="7"/>
      <dgm:spPr/>
      <dgm:t>
        <a:bodyPr/>
        <a:lstStyle/>
        <a:p>
          <a:endParaRPr lang="en-US"/>
        </a:p>
      </dgm:t>
    </dgm:pt>
    <dgm:pt modelId="{FCAD53A3-06A0-492B-AAB4-2A47C8E8944F}" type="pres">
      <dgm:prSet presAssocID="{AB05C12D-D075-460E-BB09-E3F95931F94D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DF84E4-1CF1-4FB1-9BFD-6B9FA7A9B408}" type="pres">
      <dgm:prSet presAssocID="{E8C01206-CF93-4AD1-ABF1-57D6DE7FFAB4}" presName="Name9" presStyleLbl="parChTrans1D2" presStyleIdx="2" presStyleCnt="7"/>
      <dgm:spPr/>
      <dgm:t>
        <a:bodyPr/>
        <a:lstStyle/>
        <a:p>
          <a:endParaRPr lang="en-US"/>
        </a:p>
      </dgm:t>
    </dgm:pt>
    <dgm:pt modelId="{B6CB00EB-93CB-4C87-A1B1-A45EA2BF9A2E}" type="pres">
      <dgm:prSet presAssocID="{E8C01206-CF93-4AD1-ABF1-57D6DE7FFAB4}" presName="connTx" presStyleLbl="parChTrans1D2" presStyleIdx="2" presStyleCnt="7"/>
      <dgm:spPr/>
      <dgm:t>
        <a:bodyPr/>
        <a:lstStyle/>
        <a:p>
          <a:endParaRPr lang="en-US"/>
        </a:p>
      </dgm:t>
    </dgm:pt>
    <dgm:pt modelId="{543D7C50-DE5A-42B5-83E7-191C9947AF31}" type="pres">
      <dgm:prSet presAssocID="{159E4D4B-3665-47B9-B9C8-1713311B872D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418C1D-3F8F-4F00-98BB-31F95A074C8D}" type="pres">
      <dgm:prSet presAssocID="{5CA80940-6424-4EF4-9DBF-7BC70B7B2576}" presName="Name9" presStyleLbl="parChTrans1D2" presStyleIdx="3" presStyleCnt="7"/>
      <dgm:spPr/>
      <dgm:t>
        <a:bodyPr/>
        <a:lstStyle/>
        <a:p>
          <a:endParaRPr lang="en-US"/>
        </a:p>
      </dgm:t>
    </dgm:pt>
    <dgm:pt modelId="{9D76C2DB-EA38-4B13-B347-B75D39BB5D0D}" type="pres">
      <dgm:prSet presAssocID="{5CA80940-6424-4EF4-9DBF-7BC70B7B2576}" presName="connTx" presStyleLbl="parChTrans1D2" presStyleIdx="3" presStyleCnt="7"/>
      <dgm:spPr/>
      <dgm:t>
        <a:bodyPr/>
        <a:lstStyle/>
        <a:p>
          <a:endParaRPr lang="en-US"/>
        </a:p>
      </dgm:t>
    </dgm:pt>
    <dgm:pt modelId="{27D1DB65-5E07-459D-9495-77401D624725}" type="pres">
      <dgm:prSet presAssocID="{1BB4D0B1-26ED-4DAE-B24F-B02925DD8CB1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EA933B-73DC-4ADB-9DFF-F8C298B9EC47}" type="pres">
      <dgm:prSet presAssocID="{DC631ED9-3600-4F2B-936F-9F245F0CC8D8}" presName="Name9" presStyleLbl="parChTrans1D2" presStyleIdx="4" presStyleCnt="7"/>
      <dgm:spPr/>
      <dgm:t>
        <a:bodyPr/>
        <a:lstStyle/>
        <a:p>
          <a:endParaRPr lang="en-US"/>
        </a:p>
      </dgm:t>
    </dgm:pt>
    <dgm:pt modelId="{63B67902-A74A-4F0A-8E8A-58D5E270CD8D}" type="pres">
      <dgm:prSet presAssocID="{DC631ED9-3600-4F2B-936F-9F245F0CC8D8}" presName="connTx" presStyleLbl="parChTrans1D2" presStyleIdx="4" presStyleCnt="7"/>
      <dgm:spPr/>
      <dgm:t>
        <a:bodyPr/>
        <a:lstStyle/>
        <a:p>
          <a:endParaRPr lang="en-US"/>
        </a:p>
      </dgm:t>
    </dgm:pt>
    <dgm:pt modelId="{082D3C2D-91B4-41C4-BC3B-DE3FB8CCDB5C}" type="pres">
      <dgm:prSet presAssocID="{F9DC7D6D-2550-49C1-9A6B-0433C3B8916D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27A7BB-D4D0-47FB-AEB0-380147A7A4B4}" type="pres">
      <dgm:prSet presAssocID="{279A053C-2DC8-4464-A65F-52B95B71A972}" presName="Name9" presStyleLbl="parChTrans1D2" presStyleIdx="5" presStyleCnt="7"/>
      <dgm:spPr/>
      <dgm:t>
        <a:bodyPr/>
        <a:lstStyle/>
        <a:p>
          <a:endParaRPr lang="en-US"/>
        </a:p>
      </dgm:t>
    </dgm:pt>
    <dgm:pt modelId="{0A0041FB-1D7E-4F85-B2BD-6AA2854A7C33}" type="pres">
      <dgm:prSet presAssocID="{279A053C-2DC8-4464-A65F-52B95B71A972}" presName="connTx" presStyleLbl="parChTrans1D2" presStyleIdx="5" presStyleCnt="7"/>
      <dgm:spPr/>
      <dgm:t>
        <a:bodyPr/>
        <a:lstStyle/>
        <a:p>
          <a:endParaRPr lang="en-US"/>
        </a:p>
      </dgm:t>
    </dgm:pt>
    <dgm:pt modelId="{5396062B-C589-4557-A077-F9EEBB195855}" type="pres">
      <dgm:prSet presAssocID="{9D7D6DCE-5705-478F-B443-E8AC1B467A61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BD18EE-61B8-416C-A188-DB24372330FA}" type="pres">
      <dgm:prSet presAssocID="{0284F7E6-FDBF-4F91-92AA-A94DD7DB1DB8}" presName="Name9" presStyleLbl="parChTrans1D2" presStyleIdx="6" presStyleCnt="7"/>
      <dgm:spPr/>
      <dgm:t>
        <a:bodyPr/>
        <a:lstStyle/>
        <a:p>
          <a:endParaRPr lang="en-US"/>
        </a:p>
      </dgm:t>
    </dgm:pt>
    <dgm:pt modelId="{E0959125-2B1C-48D4-B809-E91B85DBA135}" type="pres">
      <dgm:prSet presAssocID="{0284F7E6-FDBF-4F91-92AA-A94DD7DB1DB8}" presName="connTx" presStyleLbl="parChTrans1D2" presStyleIdx="6" presStyleCnt="7"/>
      <dgm:spPr/>
      <dgm:t>
        <a:bodyPr/>
        <a:lstStyle/>
        <a:p>
          <a:endParaRPr lang="en-US"/>
        </a:p>
      </dgm:t>
    </dgm:pt>
    <dgm:pt modelId="{DAEFE64D-1A89-48A8-AF72-F4FB7C85139D}" type="pres">
      <dgm:prSet presAssocID="{B2FF8970-34E8-47CC-AE78-CD7C8DFC72A4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5E3A7A0-CF91-4895-9563-E6CA79FBE29E}" type="presOf" srcId="{3C9FDE27-C633-4486-9C9C-F72DE8AFF013}" destId="{61556B26-C380-4C5A-BC59-A0B516C84E37}" srcOrd="0" destOrd="0" presId="urn:microsoft.com/office/officeart/2005/8/layout/radial1"/>
    <dgm:cxn modelId="{DFF99551-B6AA-452F-8A8D-146FF56018A9}" type="presOf" srcId="{F9DC7D6D-2550-49C1-9A6B-0433C3B8916D}" destId="{082D3C2D-91B4-41C4-BC3B-DE3FB8CCDB5C}" srcOrd="0" destOrd="0" presId="urn:microsoft.com/office/officeart/2005/8/layout/radial1"/>
    <dgm:cxn modelId="{90DF3BA5-9380-412F-9F56-49925E639828}" type="presOf" srcId="{9D7D6DCE-5705-478F-B443-E8AC1B467A61}" destId="{5396062B-C589-4557-A077-F9EEBB195855}" srcOrd="0" destOrd="0" presId="urn:microsoft.com/office/officeart/2005/8/layout/radial1"/>
    <dgm:cxn modelId="{34B10551-C68F-4947-AFE3-B925FF144220}" srcId="{3C9FDE27-C633-4486-9C9C-F72DE8AFF013}" destId="{F9DC7D6D-2550-49C1-9A6B-0433C3B8916D}" srcOrd="4" destOrd="0" parTransId="{DC631ED9-3600-4F2B-936F-9F245F0CC8D8}" sibTransId="{CBF92E18-9407-4D21-9393-39693AEA5796}"/>
    <dgm:cxn modelId="{2B5D45E9-4F9C-4D45-99C5-469010D2F58C}" srcId="{3C9FDE27-C633-4486-9C9C-F72DE8AFF013}" destId="{9D7D6DCE-5705-478F-B443-E8AC1B467A61}" srcOrd="5" destOrd="0" parTransId="{279A053C-2DC8-4464-A65F-52B95B71A972}" sibTransId="{83499C48-7413-4D5C-ABEB-D8D5291DE35A}"/>
    <dgm:cxn modelId="{CDF27765-7AD4-4A53-8727-A46912B2D293}" type="presOf" srcId="{1C3C6345-1D4E-4053-9F2E-4C935D80A307}" destId="{956FD02D-BC6B-44AC-B8E2-9D6370652CD9}" srcOrd="0" destOrd="0" presId="urn:microsoft.com/office/officeart/2005/8/layout/radial1"/>
    <dgm:cxn modelId="{D695AF4E-C021-416E-AB69-86DBE4581D70}" type="presOf" srcId="{326884D2-04AD-41E6-92DC-F6941726108F}" destId="{77B76BFA-9489-4898-80EB-2E8289BB095A}" srcOrd="0" destOrd="0" presId="urn:microsoft.com/office/officeart/2005/8/layout/radial1"/>
    <dgm:cxn modelId="{B20EAF9F-EAEC-406D-853C-75BCCB359847}" type="presOf" srcId="{E8C01206-CF93-4AD1-ABF1-57D6DE7FFAB4}" destId="{88DF84E4-1CF1-4FB1-9BFD-6B9FA7A9B408}" srcOrd="0" destOrd="0" presId="urn:microsoft.com/office/officeart/2005/8/layout/radial1"/>
    <dgm:cxn modelId="{6FBA7A84-D847-4278-9687-A883DF8A8FC2}" srcId="{1C3C6345-1D4E-4053-9F2E-4C935D80A307}" destId="{3C9FDE27-C633-4486-9C9C-F72DE8AFF013}" srcOrd="0" destOrd="0" parTransId="{54D8DBF1-EEA4-4FE4-980F-63B648B2D18A}" sibTransId="{F47730B1-5120-4395-9387-3CDF7EB50AD7}"/>
    <dgm:cxn modelId="{3DF06C41-1DC4-47F3-8468-63D8DF99044F}" type="presOf" srcId="{5CA80940-6424-4EF4-9DBF-7BC70B7B2576}" destId="{9D76C2DB-EA38-4B13-B347-B75D39BB5D0D}" srcOrd="1" destOrd="0" presId="urn:microsoft.com/office/officeart/2005/8/layout/radial1"/>
    <dgm:cxn modelId="{771AAD9E-B90D-484C-A706-3D3A9E5AFCC4}" type="presOf" srcId="{E8C01206-CF93-4AD1-ABF1-57D6DE7FFAB4}" destId="{B6CB00EB-93CB-4C87-A1B1-A45EA2BF9A2E}" srcOrd="1" destOrd="0" presId="urn:microsoft.com/office/officeart/2005/8/layout/radial1"/>
    <dgm:cxn modelId="{BC969D60-DD28-4A59-83E0-73950CE17902}" type="presOf" srcId="{0284F7E6-FDBF-4F91-92AA-A94DD7DB1DB8}" destId="{E0959125-2B1C-48D4-B809-E91B85DBA135}" srcOrd="1" destOrd="0" presId="urn:microsoft.com/office/officeart/2005/8/layout/radial1"/>
    <dgm:cxn modelId="{FF23EA3D-7483-460D-A5BE-7E743F70E07F}" type="presOf" srcId="{5276C4CF-A92B-43EA-8867-3E7DD9569589}" destId="{50DDAE8C-7FCF-4D52-A9A7-FAB90F5FFDB1}" srcOrd="0" destOrd="0" presId="urn:microsoft.com/office/officeart/2005/8/layout/radial1"/>
    <dgm:cxn modelId="{F2CB8B43-54F0-4451-A7A6-7A2E5E3A7D46}" type="presOf" srcId="{AB05C12D-D075-460E-BB09-E3F95931F94D}" destId="{FCAD53A3-06A0-492B-AAB4-2A47C8E8944F}" srcOrd="0" destOrd="0" presId="urn:microsoft.com/office/officeart/2005/8/layout/radial1"/>
    <dgm:cxn modelId="{79E0F38A-5F5A-411C-BDEC-EFDAC38981F9}" type="presOf" srcId="{0284F7E6-FDBF-4F91-92AA-A94DD7DB1DB8}" destId="{B5BD18EE-61B8-416C-A188-DB24372330FA}" srcOrd="0" destOrd="0" presId="urn:microsoft.com/office/officeart/2005/8/layout/radial1"/>
    <dgm:cxn modelId="{EB1C782A-D745-4208-B607-374BEB6BD58F}" type="presOf" srcId="{279A053C-2DC8-4464-A65F-52B95B71A972}" destId="{0A0041FB-1D7E-4F85-B2BD-6AA2854A7C33}" srcOrd="1" destOrd="0" presId="urn:microsoft.com/office/officeart/2005/8/layout/radial1"/>
    <dgm:cxn modelId="{7D465588-449C-4D9E-AA33-679F9768E2EA}" type="presOf" srcId="{279A053C-2DC8-4464-A65F-52B95B71A972}" destId="{0927A7BB-D4D0-47FB-AEB0-380147A7A4B4}" srcOrd="0" destOrd="0" presId="urn:microsoft.com/office/officeart/2005/8/layout/radial1"/>
    <dgm:cxn modelId="{662070D4-6356-4B79-B8A3-D03846D34C72}" srcId="{3C9FDE27-C633-4486-9C9C-F72DE8AFF013}" destId="{B2FF8970-34E8-47CC-AE78-CD7C8DFC72A4}" srcOrd="6" destOrd="0" parTransId="{0284F7E6-FDBF-4F91-92AA-A94DD7DB1DB8}" sibTransId="{3EC72DB0-62F5-48D5-9F4A-45E9ABC9A6F6}"/>
    <dgm:cxn modelId="{12CAB6D8-D122-43A1-9EF0-5EA612A71573}" type="presOf" srcId="{B2FF8970-34E8-47CC-AE78-CD7C8DFC72A4}" destId="{DAEFE64D-1A89-48A8-AF72-F4FB7C85139D}" srcOrd="0" destOrd="0" presId="urn:microsoft.com/office/officeart/2005/8/layout/radial1"/>
    <dgm:cxn modelId="{2906E2CD-84DC-4944-AC50-2CC9BB37B24B}" type="presOf" srcId="{DC631ED9-3600-4F2B-936F-9F245F0CC8D8}" destId="{E5EA933B-73DC-4ADB-9DFF-F8C298B9EC47}" srcOrd="0" destOrd="0" presId="urn:microsoft.com/office/officeart/2005/8/layout/radial1"/>
    <dgm:cxn modelId="{2A223E58-12FF-4F0D-B62F-D6DD4E9B7423}" type="presOf" srcId="{5276C4CF-A92B-43EA-8867-3E7DD9569589}" destId="{87C482ED-CABD-41F8-A4A1-58C1B8136A15}" srcOrd="1" destOrd="0" presId="urn:microsoft.com/office/officeart/2005/8/layout/radial1"/>
    <dgm:cxn modelId="{CD3326CE-CB08-47DF-8402-3F5529DF8B9C}" srcId="{3C9FDE27-C633-4486-9C9C-F72DE8AFF013}" destId="{1BB4D0B1-26ED-4DAE-B24F-B02925DD8CB1}" srcOrd="3" destOrd="0" parTransId="{5CA80940-6424-4EF4-9DBF-7BC70B7B2576}" sibTransId="{9C665F24-B00F-43ED-ABD9-38F155AA2F22}"/>
    <dgm:cxn modelId="{B70F0FED-EAB2-468C-9B1E-848B9177A7BF}" type="presOf" srcId="{DC631ED9-3600-4F2B-936F-9F245F0CC8D8}" destId="{63B67902-A74A-4F0A-8E8A-58D5E270CD8D}" srcOrd="1" destOrd="0" presId="urn:microsoft.com/office/officeart/2005/8/layout/radial1"/>
    <dgm:cxn modelId="{B6DF07A2-04AF-48A3-88BD-0E9E8A935914}" type="presOf" srcId="{0F11860E-34EF-4FA5-9336-1F6D24B556A3}" destId="{1E08F1C6-79B3-4DB2-9186-71997F900814}" srcOrd="0" destOrd="0" presId="urn:microsoft.com/office/officeart/2005/8/layout/radial1"/>
    <dgm:cxn modelId="{F167FB66-DB72-4871-BCA3-211E5544E477}" type="presOf" srcId="{1BB4D0B1-26ED-4DAE-B24F-B02925DD8CB1}" destId="{27D1DB65-5E07-459D-9495-77401D624725}" srcOrd="0" destOrd="0" presId="urn:microsoft.com/office/officeart/2005/8/layout/radial1"/>
    <dgm:cxn modelId="{8A9FB573-F0CF-4570-8208-75B4E1CB9271}" type="presOf" srcId="{159E4D4B-3665-47B9-B9C8-1713311B872D}" destId="{543D7C50-DE5A-42B5-83E7-191C9947AF31}" srcOrd="0" destOrd="0" presId="urn:microsoft.com/office/officeart/2005/8/layout/radial1"/>
    <dgm:cxn modelId="{74EF8C94-0217-416C-B17F-03C67671A034}" srcId="{3C9FDE27-C633-4486-9C9C-F72DE8AFF013}" destId="{AB05C12D-D075-460E-BB09-E3F95931F94D}" srcOrd="1" destOrd="0" parTransId="{326884D2-04AD-41E6-92DC-F6941726108F}" sibTransId="{E0435AA7-B1B2-4337-886A-20B5BD6A8283}"/>
    <dgm:cxn modelId="{73999C3D-5536-48B4-BCD5-34744AE4D448}" srcId="{3C9FDE27-C633-4486-9C9C-F72DE8AFF013}" destId="{0F11860E-34EF-4FA5-9336-1F6D24B556A3}" srcOrd="0" destOrd="0" parTransId="{5276C4CF-A92B-43EA-8867-3E7DD9569589}" sibTransId="{B6D18BC3-3AA5-4B55-AA19-767AE0DEDC79}"/>
    <dgm:cxn modelId="{F0E9E0E2-3BF0-4ABA-BDE3-8C38F51EB915}" type="presOf" srcId="{5CA80940-6424-4EF4-9DBF-7BC70B7B2576}" destId="{50418C1D-3F8F-4F00-98BB-31F95A074C8D}" srcOrd="0" destOrd="0" presId="urn:microsoft.com/office/officeart/2005/8/layout/radial1"/>
    <dgm:cxn modelId="{84C869CD-700D-4C4C-8294-DA708C684027}" srcId="{3C9FDE27-C633-4486-9C9C-F72DE8AFF013}" destId="{159E4D4B-3665-47B9-B9C8-1713311B872D}" srcOrd="2" destOrd="0" parTransId="{E8C01206-CF93-4AD1-ABF1-57D6DE7FFAB4}" sibTransId="{6EED78B7-2780-421E-87EC-A636EC165498}"/>
    <dgm:cxn modelId="{9546BC19-62B8-4256-A68D-DAF51AF63F09}" type="presOf" srcId="{326884D2-04AD-41E6-92DC-F6941726108F}" destId="{167F04AB-FDA2-46BC-8F4E-EAF6846106B2}" srcOrd="1" destOrd="0" presId="urn:microsoft.com/office/officeart/2005/8/layout/radial1"/>
    <dgm:cxn modelId="{8D3194FF-01E9-43EE-89FD-BB29EB5D297B}" type="presParOf" srcId="{956FD02D-BC6B-44AC-B8E2-9D6370652CD9}" destId="{61556B26-C380-4C5A-BC59-A0B516C84E37}" srcOrd="0" destOrd="0" presId="urn:microsoft.com/office/officeart/2005/8/layout/radial1"/>
    <dgm:cxn modelId="{748F02CB-0A2B-4802-9DCD-2591AC8DCE86}" type="presParOf" srcId="{956FD02D-BC6B-44AC-B8E2-9D6370652CD9}" destId="{50DDAE8C-7FCF-4D52-A9A7-FAB90F5FFDB1}" srcOrd="1" destOrd="0" presId="urn:microsoft.com/office/officeart/2005/8/layout/radial1"/>
    <dgm:cxn modelId="{0D06F229-0010-4A91-A635-255F8533E61B}" type="presParOf" srcId="{50DDAE8C-7FCF-4D52-A9A7-FAB90F5FFDB1}" destId="{87C482ED-CABD-41F8-A4A1-58C1B8136A15}" srcOrd="0" destOrd="0" presId="urn:microsoft.com/office/officeart/2005/8/layout/radial1"/>
    <dgm:cxn modelId="{9CD70F94-E415-4EA2-84A0-B6B299B2CA39}" type="presParOf" srcId="{956FD02D-BC6B-44AC-B8E2-9D6370652CD9}" destId="{1E08F1C6-79B3-4DB2-9186-71997F900814}" srcOrd="2" destOrd="0" presId="urn:microsoft.com/office/officeart/2005/8/layout/radial1"/>
    <dgm:cxn modelId="{72D2EF84-9385-421E-8768-37B8A811C944}" type="presParOf" srcId="{956FD02D-BC6B-44AC-B8E2-9D6370652CD9}" destId="{77B76BFA-9489-4898-80EB-2E8289BB095A}" srcOrd="3" destOrd="0" presId="urn:microsoft.com/office/officeart/2005/8/layout/radial1"/>
    <dgm:cxn modelId="{F5E87630-243F-4F19-9A85-548076AD6A15}" type="presParOf" srcId="{77B76BFA-9489-4898-80EB-2E8289BB095A}" destId="{167F04AB-FDA2-46BC-8F4E-EAF6846106B2}" srcOrd="0" destOrd="0" presId="urn:microsoft.com/office/officeart/2005/8/layout/radial1"/>
    <dgm:cxn modelId="{1956F06E-774F-4B00-A419-F21D509C83C4}" type="presParOf" srcId="{956FD02D-BC6B-44AC-B8E2-9D6370652CD9}" destId="{FCAD53A3-06A0-492B-AAB4-2A47C8E8944F}" srcOrd="4" destOrd="0" presId="urn:microsoft.com/office/officeart/2005/8/layout/radial1"/>
    <dgm:cxn modelId="{F15728EE-C19A-4AB6-9621-D58AA3D9617E}" type="presParOf" srcId="{956FD02D-BC6B-44AC-B8E2-9D6370652CD9}" destId="{88DF84E4-1CF1-4FB1-9BFD-6B9FA7A9B408}" srcOrd="5" destOrd="0" presId="urn:microsoft.com/office/officeart/2005/8/layout/radial1"/>
    <dgm:cxn modelId="{34AF77DB-9903-46B2-AD03-13B093C67755}" type="presParOf" srcId="{88DF84E4-1CF1-4FB1-9BFD-6B9FA7A9B408}" destId="{B6CB00EB-93CB-4C87-A1B1-A45EA2BF9A2E}" srcOrd="0" destOrd="0" presId="urn:microsoft.com/office/officeart/2005/8/layout/radial1"/>
    <dgm:cxn modelId="{87996DF5-9C50-4F75-9C9B-4471865D62B4}" type="presParOf" srcId="{956FD02D-BC6B-44AC-B8E2-9D6370652CD9}" destId="{543D7C50-DE5A-42B5-83E7-191C9947AF31}" srcOrd="6" destOrd="0" presId="urn:microsoft.com/office/officeart/2005/8/layout/radial1"/>
    <dgm:cxn modelId="{3BEBBBCE-63DB-45D2-9CD4-60B521789900}" type="presParOf" srcId="{956FD02D-BC6B-44AC-B8E2-9D6370652CD9}" destId="{50418C1D-3F8F-4F00-98BB-31F95A074C8D}" srcOrd="7" destOrd="0" presId="urn:microsoft.com/office/officeart/2005/8/layout/radial1"/>
    <dgm:cxn modelId="{774CD9C5-1DE1-489E-9B3C-85A6AE78A32F}" type="presParOf" srcId="{50418C1D-3F8F-4F00-98BB-31F95A074C8D}" destId="{9D76C2DB-EA38-4B13-B347-B75D39BB5D0D}" srcOrd="0" destOrd="0" presId="urn:microsoft.com/office/officeart/2005/8/layout/radial1"/>
    <dgm:cxn modelId="{D3410D81-2C66-43DA-BB0C-D9CDB3480EC0}" type="presParOf" srcId="{956FD02D-BC6B-44AC-B8E2-9D6370652CD9}" destId="{27D1DB65-5E07-459D-9495-77401D624725}" srcOrd="8" destOrd="0" presId="urn:microsoft.com/office/officeart/2005/8/layout/radial1"/>
    <dgm:cxn modelId="{50D00316-1009-4F25-B18A-540D75E45927}" type="presParOf" srcId="{956FD02D-BC6B-44AC-B8E2-9D6370652CD9}" destId="{E5EA933B-73DC-4ADB-9DFF-F8C298B9EC47}" srcOrd="9" destOrd="0" presId="urn:microsoft.com/office/officeart/2005/8/layout/radial1"/>
    <dgm:cxn modelId="{D0DE5651-5D0D-4FE8-9626-C47A67E87E82}" type="presParOf" srcId="{E5EA933B-73DC-4ADB-9DFF-F8C298B9EC47}" destId="{63B67902-A74A-4F0A-8E8A-58D5E270CD8D}" srcOrd="0" destOrd="0" presId="urn:microsoft.com/office/officeart/2005/8/layout/radial1"/>
    <dgm:cxn modelId="{D1BA0AB8-2745-4780-82C7-E68065E02A1A}" type="presParOf" srcId="{956FD02D-BC6B-44AC-B8E2-9D6370652CD9}" destId="{082D3C2D-91B4-41C4-BC3B-DE3FB8CCDB5C}" srcOrd="10" destOrd="0" presId="urn:microsoft.com/office/officeart/2005/8/layout/radial1"/>
    <dgm:cxn modelId="{766F8CF9-037B-4498-BAAC-2DA93C1F1769}" type="presParOf" srcId="{956FD02D-BC6B-44AC-B8E2-9D6370652CD9}" destId="{0927A7BB-D4D0-47FB-AEB0-380147A7A4B4}" srcOrd="11" destOrd="0" presId="urn:microsoft.com/office/officeart/2005/8/layout/radial1"/>
    <dgm:cxn modelId="{B89D4BAF-37FA-4879-A9E7-D6A70DD6A553}" type="presParOf" srcId="{0927A7BB-D4D0-47FB-AEB0-380147A7A4B4}" destId="{0A0041FB-1D7E-4F85-B2BD-6AA2854A7C33}" srcOrd="0" destOrd="0" presId="urn:microsoft.com/office/officeart/2005/8/layout/radial1"/>
    <dgm:cxn modelId="{D2CEF6D5-B5F6-4C33-BA8F-F14362BCA383}" type="presParOf" srcId="{956FD02D-BC6B-44AC-B8E2-9D6370652CD9}" destId="{5396062B-C589-4557-A077-F9EEBB195855}" srcOrd="12" destOrd="0" presId="urn:microsoft.com/office/officeart/2005/8/layout/radial1"/>
    <dgm:cxn modelId="{7254D63E-A66F-458E-98E5-86C3CFE77AF3}" type="presParOf" srcId="{956FD02D-BC6B-44AC-B8E2-9D6370652CD9}" destId="{B5BD18EE-61B8-416C-A188-DB24372330FA}" srcOrd="13" destOrd="0" presId="urn:microsoft.com/office/officeart/2005/8/layout/radial1"/>
    <dgm:cxn modelId="{76AD8BBC-6F1D-44DD-A918-0B7EA13215B4}" type="presParOf" srcId="{B5BD18EE-61B8-416C-A188-DB24372330FA}" destId="{E0959125-2B1C-48D4-B809-E91B85DBA135}" srcOrd="0" destOrd="0" presId="urn:microsoft.com/office/officeart/2005/8/layout/radial1"/>
    <dgm:cxn modelId="{AE5BD8C7-CF5F-4136-A8E0-9C069DA0E9B6}" type="presParOf" srcId="{956FD02D-BC6B-44AC-B8E2-9D6370652CD9}" destId="{DAEFE64D-1A89-48A8-AF72-F4FB7C85139D}" srcOrd="14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A68067-1592-4802-B26D-63CD10ED02C7}" type="doc">
      <dgm:prSet loTypeId="urn:microsoft.com/office/officeart/2005/8/layout/radial6" loCatId="relationship" qsTypeId="urn:microsoft.com/office/officeart/2005/8/quickstyle/3d1" qsCatId="3D" csTypeId="urn:microsoft.com/office/officeart/2005/8/colors/colorful5" csCatId="colorful" phldr="1"/>
      <dgm:spPr/>
    </dgm:pt>
    <dgm:pt modelId="{80E6F272-391F-44AD-9312-BB896304B6E8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dirty="0" smtClean="0">
              <a:ln/>
              <a:solidFill>
                <a:schemeClr val="bg1"/>
              </a:solidFill>
              <a:effectLst/>
              <a:latin typeface="Arial" charset="0"/>
            </a:rPr>
            <a:t>Main Headings</a:t>
          </a:r>
        </a:p>
      </dgm:t>
    </dgm:pt>
    <dgm:pt modelId="{6121F24B-B288-424E-A96F-084FF02BB805}" type="parTrans" cxnId="{5421BF0B-56B0-4469-B7EB-371584E9EB1B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737F55F1-4D03-498E-BEDE-55A39964EB66}" type="sibTrans" cxnId="{5421BF0B-56B0-4469-B7EB-371584E9EB1B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4F3E80D-9B90-4983-872C-C202F0ADD9E8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000" b="1" i="0" u="none" strike="noStrike" cap="none" normalizeH="0" baseline="0" dirty="0" smtClean="0">
              <a:ln/>
              <a:solidFill>
                <a:schemeClr val="bg1"/>
              </a:solidFill>
              <a:effectLst/>
              <a:latin typeface="Arial" charset="0"/>
            </a:rPr>
            <a:t>2.Introduction</a:t>
          </a:r>
        </a:p>
      </dgm:t>
    </dgm:pt>
    <dgm:pt modelId="{2C6C7D3C-C4C6-4E1E-A416-E013B6D605A6}" type="parTrans" cxnId="{A8B63143-BFE1-43E9-B8EB-20017E47758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208504D-C4BB-4E48-A53A-8B3611A273A9}" type="sibTrans" cxnId="{A8B63143-BFE1-43E9-B8EB-20017E47758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7645A81-84AC-44D2-8CE5-4BC384D9A631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000" b="1" i="0" u="none" strike="noStrike" cap="none" normalizeH="0" baseline="0" dirty="0" smtClean="0">
              <a:ln/>
              <a:solidFill>
                <a:schemeClr val="bg1"/>
              </a:solidFill>
              <a:effectLst/>
              <a:latin typeface="Arial" charset="0"/>
            </a:rPr>
            <a:t>3. Procedure/Data Collection Methods </a:t>
          </a:r>
        </a:p>
      </dgm:t>
    </dgm:pt>
    <dgm:pt modelId="{A0176622-3F84-4CD3-9598-D07E311DFEC7}" type="parTrans" cxnId="{AE5E8113-5E5D-49C4-A549-70DAE5A0E8F4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F7CFE3C-2314-47B7-909C-551DC16F7A94}" type="sibTrans" cxnId="{AE5E8113-5E5D-49C4-A549-70DAE5A0E8F4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F52412E-7370-4008-AC6D-E1C27AD934B7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000" b="1" i="0" u="none" strike="noStrike" cap="none" normalizeH="0" baseline="0" dirty="0" smtClean="0">
              <a:ln/>
              <a:solidFill>
                <a:schemeClr val="bg1"/>
              </a:solidFill>
              <a:effectLst/>
              <a:latin typeface="Arial" charset="0"/>
            </a:rPr>
            <a:t>4. Findings</a:t>
          </a:r>
        </a:p>
      </dgm:t>
    </dgm:pt>
    <dgm:pt modelId="{5EE78CCF-F0F1-4DB1-8DB3-625FBFCAEC84}" type="parTrans" cxnId="{BB163CB1-FD15-4CF1-B270-2BA6B0C64D0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79929AF-8293-4642-A71C-B7C14C183FEF}" type="sibTrans" cxnId="{BB163CB1-FD15-4CF1-B270-2BA6B0C64D0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FD58E58-C458-4157-9705-C6807AEAB6BB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000" b="1" i="0" u="none" strike="noStrike" cap="none" normalizeH="0" baseline="0" dirty="0" smtClean="0">
              <a:ln/>
              <a:solidFill>
                <a:schemeClr val="bg1"/>
              </a:solidFill>
              <a:effectLst/>
              <a:latin typeface="Arial" charset="0"/>
            </a:rPr>
            <a:t>6.Conclusions</a:t>
          </a:r>
        </a:p>
      </dgm:t>
    </dgm:pt>
    <dgm:pt modelId="{E2D7ECAC-C9DA-4D98-BEFC-C6963F752721}" type="parTrans" cxnId="{A1B3DF8E-3C90-4F72-BA3C-6259E4FD3666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B2F671B-4E10-492B-A135-88CF1F715CE2}" type="sibTrans" cxnId="{A1B3DF8E-3C90-4F72-BA3C-6259E4FD3666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DEB0AC2-771E-4AAA-91AF-21929F26D003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000" b="1" i="0" u="none" strike="noStrike" cap="none" normalizeH="0" baseline="0" dirty="0" smtClean="0">
              <a:ln/>
              <a:solidFill>
                <a:schemeClr val="bg1"/>
              </a:solidFill>
              <a:effectLst/>
              <a:latin typeface="Arial" charset="0"/>
            </a:rPr>
            <a:t>7. Recommendations</a:t>
          </a:r>
        </a:p>
      </dgm:t>
    </dgm:pt>
    <dgm:pt modelId="{E72FD18E-3E86-4150-93C0-C15BA650396E}" type="parTrans" cxnId="{94A4D046-5C37-430D-B72C-9F495CDC709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317A76B-8835-4069-8B24-C6E6F330F680}" type="sibTrans" cxnId="{94A4D046-5C37-430D-B72C-9F495CDC709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5064E87-D716-4DFD-A23D-85D6E736DF60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dirty="0" smtClean="0">
              <a:ln/>
              <a:solidFill>
                <a:schemeClr val="bg1"/>
              </a:solidFill>
              <a:effectLst/>
              <a:latin typeface="Arial" charset="0"/>
            </a:rPr>
            <a:t>8. References</a:t>
          </a:r>
        </a:p>
      </dgm:t>
    </dgm:pt>
    <dgm:pt modelId="{3577C87B-49FC-4CCA-8E38-81C6E1C13671}" type="parTrans" cxnId="{9F28144B-3673-40B2-A2EC-A5E56C1F026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653D089-F849-4175-85B1-1DCE67DF3B34}" type="sibTrans" cxnId="{9F28144B-3673-40B2-A2EC-A5E56C1F026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AB2B855-9B89-4628-92B3-2ECA78A87C1F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dirty="0" smtClean="0">
              <a:ln/>
              <a:solidFill>
                <a:schemeClr val="bg1"/>
              </a:solidFill>
              <a:effectLst/>
              <a:latin typeface="Arial" charset="0"/>
            </a:rPr>
            <a:t>9.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1" i="0" u="none" strike="noStrike" cap="none" normalizeH="0" baseline="0" dirty="0" smtClean="0">
              <a:ln/>
              <a:solidFill>
                <a:schemeClr val="bg1"/>
              </a:solidFill>
              <a:effectLst/>
              <a:latin typeface="Arial" charset="0"/>
            </a:rPr>
            <a:t>Appendices</a:t>
          </a:r>
        </a:p>
      </dgm:t>
    </dgm:pt>
    <dgm:pt modelId="{E5FCDFAA-9420-404B-9461-A2C18DBAF2DC}" type="parTrans" cxnId="{96C4FFFF-9F6D-4D61-9EC0-D8A9FF77038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74D1EA8D-1350-4AC6-AAF9-E454F639C090}" type="sibTrans" cxnId="{96C4FFFF-9F6D-4D61-9EC0-D8A9FF77038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C0E3A9C-0BF5-48E8-BFD5-B50F93285083}">
      <dgm:prSet/>
      <dgm:spPr/>
      <dgm:t>
        <a:bodyPr/>
        <a:lstStyle/>
        <a:p>
          <a:r>
            <a:rPr lang="en-ZA" b="1" dirty="0" smtClean="0"/>
            <a:t>1. Abstract/Executive Summary</a:t>
          </a:r>
          <a:endParaRPr lang="en-ZA" b="1" dirty="0"/>
        </a:p>
      </dgm:t>
    </dgm:pt>
    <dgm:pt modelId="{280DEA69-45D6-41D8-BE60-250790E134BA}" type="parTrans" cxnId="{86ABFF4E-61CF-4C8F-B12F-85D4C0BA49E3}">
      <dgm:prSet/>
      <dgm:spPr/>
      <dgm:t>
        <a:bodyPr/>
        <a:lstStyle/>
        <a:p>
          <a:endParaRPr lang="en-ZA"/>
        </a:p>
      </dgm:t>
    </dgm:pt>
    <dgm:pt modelId="{D47F6B65-D84F-490F-B10E-2520B7150038}" type="sibTrans" cxnId="{86ABFF4E-61CF-4C8F-B12F-85D4C0BA49E3}">
      <dgm:prSet/>
      <dgm:spPr/>
      <dgm:t>
        <a:bodyPr/>
        <a:lstStyle/>
        <a:p>
          <a:endParaRPr lang="en-ZA"/>
        </a:p>
      </dgm:t>
    </dgm:pt>
    <dgm:pt modelId="{945182C4-771F-43CA-90BC-8B1D62A67A11}">
      <dgm:prSet/>
      <dgm:spPr/>
      <dgm:t>
        <a:bodyPr/>
        <a:lstStyle/>
        <a:p>
          <a:r>
            <a:rPr lang="en-ZA" b="1" i="0" dirty="0" smtClean="0"/>
            <a:t>5. Discussion</a:t>
          </a:r>
          <a:endParaRPr lang="en-ZA" b="1" i="0" dirty="0"/>
        </a:p>
      </dgm:t>
    </dgm:pt>
    <dgm:pt modelId="{6B26699D-491B-402D-A882-85FAC465FBCF}" type="parTrans" cxnId="{77269607-CC97-4ABE-963D-16A544322206}">
      <dgm:prSet/>
      <dgm:spPr/>
      <dgm:t>
        <a:bodyPr/>
        <a:lstStyle/>
        <a:p>
          <a:endParaRPr lang="en-ZA"/>
        </a:p>
      </dgm:t>
    </dgm:pt>
    <dgm:pt modelId="{2CA57EC4-BA25-4034-948A-BADC57B31654}" type="sibTrans" cxnId="{77269607-CC97-4ABE-963D-16A544322206}">
      <dgm:prSet/>
      <dgm:spPr/>
      <dgm:t>
        <a:bodyPr/>
        <a:lstStyle/>
        <a:p>
          <a:endParaRPr lang="en-ZA"/>
        </a:p>
      </dgm:t>
    </dgm:pt>
    <dgm:pt modelId="{F710202A-A751-4195-9427-7FB7FE2EAACB}" type="pres">
      <dgm:prSet presAssocID="{22A68067-1592-4802-B26D-63CD10ED02C7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C9B972C-C979-4D1C-80CD-C0A962BF605E}" type="pres">
      <dgm:prSet presAssocID="{80E6F272-391F-44AD-9312-BB896304B6E8}" presName="centerShape" presStyleLbl="node0" presStyleIdx="0" presStyleCnt="1" custScaleX="101131" custScaleY="92489"/>
      <dgm:spPr/>
      <dgm:t>
        <a:bodyPr/>
        <a:lstStyle/>
        <a:p>
          <a:endParaRPr lang="en-US"/>
        </a:p>
      </dgm:t>
    </dgm:pt>
    <dgm:pt modelId="{D818C518-3FA0-463D-8148-B4AF6839E9CC}" type="pres">
      <dgm:prSet presAssocID="{6C0E3A9C-0BF5-48E8-BFD5-B50F93285083}" presName="node" presStyleLbl="node1" presStyleIdx="0" presStyleCnt="9" custScaleX="129515">
        <dgm:presLayoutVars>
          <dgm:bulletEnabled val="1"/>
        </dgm:presLayoutVars>
      </dgm:prSet>
      <dgm:spPr/>
      <dgm:t>
        <a:bodyPr/>
        <a:lstStyle/>
        <a:p>
          <a:endParaRPr lang="en-ZA"/>
        </a:p>
      </dgm:t>
    </dgm:pt>
    <dgm:pt modelId="{2AC13208-1F56-452E-B262-8BCA9BF400E2}" type="pres">
      <dgm:prSet presAssocID="{6C0E3A9C-0BF5-48E8-BFD5-B50F93285083}" presName="dummy" presStyleCnt="0"/>
      <dgm:spPr/>
    </dgm:pt>
    <dgm:pt modelId="{115D1AFC-89E7-459E-8C77-78552D913EE4}" type="pres">
      <dgm:prSet presAssocID="{D47F6B65-D84F-490F-B10E-2520B7150038}" presName="sibTrans" presStyleLbl="sibTrans2D1" presStyleIdx="0" presStyleCnt="9"/>
      <dgm:spPr/>
      <dgm:t>
        <a:bodyPr/>
        <a:lstStyle/>
        <a:p>
          <a:endParaRPr lang="en-ZA"/>
        </a:p>
      </dgm:t>
    </dgm:pt>
    <dgm:pt modelId="{C58F9474-0EEB-471A-A993-29AD28F4EE11}" type="pres">
      <dgm:prSet presAssocID="{84F3E80D-9B90-4983-872C-C202F0ADD9E8}" presName="node" presStyleLbl="node1" presStyleIdx="1" presStyleCnt="9" custScaleX="134789" custScaleY="7565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95F700-0D10-4FD1-AE8C-7967D966BCF0}" type="pres">
      <dgm:prSet presAssocID="{84F3E80D-9B90-4983-872C-C202F0ADD9E8}" presName="dummy" presStyleCnt="0"/>
      <dgm:spPr/>
    </dgm:pt>
    <dgm:pt modelId="{E9F469AA-63F1-4465-8D51-16C9F4BB139C}" type="pres">
      <dgm:prSet presAssocID="{3208504D-C4BB-4E48-A53A-8B3611A273A9}" presName="sibTrans" presStyleLbl="sibTrans2D1" presStyleIdx="1" presStyleCnt="9"/>
      <dgm:spPr/>
      <dgm:t>
        <a:bodyPr/>
        <a:lstStyle/>
        <a:p>
          <a:endParaRPr lang="en-US"/>
        </a:p>
      </dgm:t>
    </dgm:pt>
    <dgm:pt modelId="{31D5F8BD-7E2A-4587-A197-1E0E9E28CFD6}" type="pres">
      <dgm:prSet presAssocID="{57645A81-84AC-44D2-8CE5-4BC384D9A631}" presName="node" presStyleLbl="node1" presStyleIdx="2" presStyleCnt="9" custScaleX="13599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6E42FC-24B8-4127-8953-CD99E218B282}" type="pres">
      <dgm:prSet presAssocID="{57645A81-84AC-44D2-8CE5-4BC384D9A631}" presName="dummy" presStyleCnt="0"/>
      <dgm:spPr/>
    </dgm:pt>
    <dgm:pt modelId="{434C8C30-ABF3-481E-A5EC-CC9C86413555}" type="pres">
      <dgm:prSet presAssocID="{1F7CFE3C-2314-47B7-909C-551DC16F7A94}" presName="sibTrans" presStyleLbl="sibTrans2D1" presStyleIdx="2" presStyleCnt="9"/>
      <dgm:spPr/>
      <dgm:t>
        <a:bodyPr/>
        <a:lstStyle/>
        <a:p>
          <a:endParaRPr lang="en-US"/>
        </a:p>
      </dgm:t>
    </dgm:pt>
    <dgm:pt modelId="{1FB55D63-4096-4A1A-BE58-0540F757C1C3}" type="pres">
      <dgm:prSet presAssocID="{CF52412E-7370-4008-AC6D-E1C27AD934B7}" presName="node" presStyleLbl="node1" presStyleIdx="3" presStyleCnt="9" custScaleX="13655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96E6D7-E178-4BC6-84C2-C195986DCF38}" type="pres">
      <dgm:prSet presAssocID="{CF52412E-7370-4008-AC6D-E1C27AD934B7}" presName="dummy" presStyleCnt="0"/>
      <dgm:spPr/>
    </dgm:pt>
    <dgm:pt modelId="{224D21FD-74DF-4E28-911A-A94C4EA05D94}" type="pres">
      <dgm:prSet presAssocID="{B79929AF-8293-4642-A71C-B7C14C183FEF}" presName="sibTrans" presStyleLbl="sibTrans2D1" presStyleIdx="3" presStyleCnt="9"/>
      <dgm:spPr/>
      <dgm:t>
        <a:bodyPr/>
        <a:lstStyle/>
        <a:p>
          <a:endParaRPr lang="en-US"/>
        </a:p>
      </dgm:t>
    </dgm:pt>
    <dgm:pt modelId="{7DA7CB10-089E-4857-A94D-F276E4540F4C}" type="pres">
      <dgm:prSet presAssocID="{945182C4-771F-43CA-90BC-8B1D62A67A11}" presName="node" presStyleLbl="node1" presStyleIdx="4" presStyleCnt="9" custScaleX="148918" custScaleY="116938">
        <dgm:presLayoutVars>
          <dgm:bulletEnabled val="1"/>
        </dgm:presLayoutVars>
      </dgm:prSet>
      <dgm:spPr/>
      <dgm:t>
        <a:bodyPr/>
        <a:lstStyle/>
        <a:p>
          <a:endParaRPr lang="en-ZA"/>
        </a:p>
      </dgm:t>
    </dgm:pt>
    <dgm:pt modelId="{EF1DF5D3-A3AB-40A1-8573-F66693106461}" type="pres">
      <dgm:prSet presAssocID="{945182C4-771F-43CA-90BC-8B1D62A67A11}" presName="dummy" presStyleCnt="0"/>
      <dgm:spPr/>
    </dgm:pt>
    <dgm:pt modelId="{C993AAC6-C37D-4F87-9ADE-FFF68692C545}" type="pres">
      <dgm:prSet presAssocID="{2CA57EC4-BA25-4034-948A-BADC57B31654}" presName="sibTrans" presStyleLbl="sibTrans2D1" presStyleIdx="4" presStyleCnt="9"/>
      <dgm:spPr/>
      <dgm:t>
        <a:bodyPr/>
        <a:lstStyle/>
        <a:p>
          <a:endParaRPr lang="en-ZA"/>
        </a:p>
      </dgm:t>
    </dgm:pt>
    <dgm:pt modelId="{5D5DA7E2-5517-463A-BBF0-CE01050CC5F0}" type="pres">
      <dgm:prSet presAssocID="{EFD58E58-C458-4157-9705-C6807AEAB6BB}" presName="node" presStyleLbl="node1" presStyleIdx="5" presStyleCnt="9" custScaleX="131905" custScaleY="12206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F5D39A-F06B-4AD8-9C5A-E34CBD63C3AA}" type="pres">
      <dgm:prSet presAssocID="{EFD58E58-C458-4157-9705-C6807AEAB6BB}" presName="dummy" presStyleCnt="0"/>
      <dgm:spPr/>
    </dgm:pt>
    <dgm:pt modelId="{053E4DE6-3AD1-4A8F-8369-7F5A300A5156}" type="pres">
      <dgm:prSet presAssocID="{8B2F671B-4E10-492B-A135-88CF1F715CE2}" presName="sibTrans" presStyleLbl="sibTrans2D1" presStyleIdx="5" presStyleCnt="9"/>
      <dgm:spPr/>
      <dgm:t>
        <a:bodyPr/>
        <a:lstStyle/>
        <a:p>
          <a:endParaRPr lang="en-US"/>
        </a:p>
      </dgm:t>
    </dgm:pt>
    <dgm:pt modelId="{F6807E8F-97DC-42E5-AAC5-D5B15AACB1BA}" type="pres">
      <dgm:prSet presAssocID="{9DEB0AC2-771E-4AAA-91AF-21929F26D003}" presName="node" presStyleLbl="node1" presStyleIdx="6" presStyleCnt="9" custScaleX="17426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87ABC1-3A5E-47A0-9098-BAC6B3CE35E3}" type="pres">
      <dgm:prSet presAssocID="{9DEB0AC2-771E-4AAA-91AF-21929F26D003}" presName="dummy" presStyleCnt="0"/>
      <dgm:spPr/>
    </dgm:pt>
    <dgm:pt modelId="{B31CCBA4-8550-48FE-830B-D4299F34E366}" type="pres">
      <dgm:prSet presAssocID="{2317A76B-8835-4069-8B24-C6E6F330F680}" presName="sibTrans" presStyleLbl="sibTrans2D1" presStyleIdx="6" presStyleCnt="9"/>
      <dgm:spPr/>
      <dgm:t>
        <a:bodyPr/>
        <a:lstStyle/>
        <a:p>
          <a:endParaRPr lang="en-US"/>
        </a:p>
      </dgm:t>
    </dgm:pt>
    <dgm:pt modelId="{EC7BC7CA-D2C7-47F1-9B08-7E09A73E0C4B}" type="pres">
      <dgm:prSet presAssocID="{D5064E87-D716-4DFD-A23D-85D6E736DF60}" presName="node" presStyleLbl="node1" presStyleIdx="7" presStyleCnt="9" custScaleX="14617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EBDC3A-10CC-4C01-ACA5-0402A46208B8}" type="pres">
      <dgm:prSet presAssocID="{D5064E87-D716-4DFD-A23D-85D6E736DF60}" presName="dummy" presStyleCnt="0"/>
      <dgm:spPr/>
    </dgm:pt>
    <dgm:pt modelId="{0FBF8572-E3B4-4ACE-AFF7-376A105F309D}" type="pres">
      <dgm:prSet presAssocID="{0653D089-F849-4175-85B1-1DCE67DF3B34}" presName="sibTrans" presStyleLbl="sibTrans2D1" presStyleIdx="7" presStyleCnt="9"/>
      <dgm:spPr/>
      <dgm:t>
        <a:bodyPr/>
        <a:lstStyle/>
        <a:p>
          <a:endParaRPr lang="en-US"/>
        </a:p>
      </dgm:t>
    </dgm:pt>
    <dgm:pt modelId="{1B8C4F32-A3D9-475A-B783-B0AF0F4678B8}" type="pres">
      <dgm:prSet presAssocID="{6AB2B855-9B89-4628-92B3-2ECA78A87C1F}" presName="node" presStyleLbl="node1" presStyleIdx="8" presStyleCnt="9" custScaleX="12236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2F68550-10DC-44C5-8F43-DCF2049B2F90}" type="pres">
      <dgm:prSet presAssocID="{6AB2B855-9B89-4628-92B3-2ECA78A87C1F}" presName="dummy" presStyleCnt="0"/>
      <dgm:spPr/>
    </dgm:pt>
    <dgm:pt modelId="{BDF28E28-4CFF-4B4C-BFFA-D48150C29945}" type="pres">
      <dgm:prSet presAssocID="{74D1EA8D-1350-4AC6-AAF9-E454F639C090}" presName="sibTrans" presStyleLbl="sibTrans2D1" presStyleIdx="8" presStyleCnt="9"/>
      <dgm:spPr/>
      <dgm:t>
        <a:bodyPr/>
        <a:lstStyle/>
        <a:p>
          <a:endParaRPr lang="en-US"/>
        </a:p>
      </dgm:t>
    </dgm:pt>
  </dgm:ptLst>
  <dgm:cxnLst>
    <dgm:cxn modelId="{15AB0C60-301E-4C7A-A50F-8B9CADE0B881}" type="presOf" srcId="{9DEB0AC2-771E-4AAA-91AF-21929F26D003}" destId="{F6807E8F-97DC-42E5-AAC5-D5B15AACB1BA}" srcOrd="0" destOrd="0" presId="urn:microsoft.com/office/officeart/2005/8/layout/radial6"/>
    <dgm:cxn modelId="{7A2E098E-F6F8-4068-904A-5C1A0AEAB248}" type="presOf" srcId="{CF52412E-7370-4008-AC6D-E1C27AD934B7}" destId="{1FB55D63-4096-4A1A-BE58-0540F757C1C3}" srcOrd="0" destOrd="0" presId="urn:microsoft.com/office/officeart/2005/8/layout/radial6"/>
    <dgm:cxn modelId="{A1B3DF8E-3C90-4F72-BA3C-6259E4FD3666}" srcId="{80E6F272-391F-44AD-9312-BB896304B6E8}" destId="{EFD58E58-C458-4157-9705-C6807AEAB6BB}" srcOrd="5" destOrd="0" parTransId="{E2D7ECAC-C9DA-4D98-BEFC-C6963F752721}" sibTransId="{8B2F671B-4E10-492B-A135-88CF1F715CE2}"/>
    <dgm:cxn modelId="{86ABFF4E-61CF-4C8F-B12F-85D4C0BA49E3}" srcId="{80E6F272-391F-44AD-9312-BB896304B6E8}" destId="{6C0E3A9C-0BF5-48E8-BFD5-B50F93285083}" srcOrd="0" destOrd="0" parTransId="{280DEA69-45D6-41D8-BE60-250790E134BA}" sibTransId="{D47F6B65-D84F-490F-B10E-2520B7150038}"/>
    <dgm:cxn modelId="{071076F1-AC60-433D-94A4-F409E24787A9}" type="presOf" srcId="{8B2F671B-4E10-492B-A135-88CF1F715CE2}" destId="{053E4DE6-3AD1-4A8F-8369-7F5A300A5156}" srcOrd="0" destOrd="0" presId="urn:microsoft.com/office/officeart/2005/8/layout/radial6"/>
    <dgm:cxn modelId="{A413592A-5EB3-429A-A10D-136635EB043E}" type="presOf" srcId="{EFD58E58-C458-4157-9705-C6807AEAB6BB}" destId="{5D5DA7E2-5517-463A-BBF0-CE01050CC5F0}" srcOrd="0" destOrd="0" presId="urn:microsoft.com/office/officeart/2005/8/layout/radial6"/>
    <dgm:cxn modelId="{586E8205-8744-4061-B6BC-57D76055D4F3}" type="presOf" srcId="{6AB2B855-9B89-4628-92B3-2ECA78A87C1F}" destId="{1B8C4F32-A3D9-475A-B783-B0AF0F4678B8}" srcOrd="0" destOrd="0" presId="urn:microsoft.com/office/officeart/2005/8/layout/radial6"/>
    <dgm:cxn modelId="{DA583B3A-BC3A-4B58-A65B-BE0A5858E97B}" type="presOf" srcId="{74D1EA8D-1350-4AC6-AAF9-E454F639C090}" destId="{BDF28E28-4CFF-4B4C-BFFA-D48150C29945}" srcOrd="0" destOrd="0" presId="urn:microsoft.com/office/officeart/2005/8/layout/radial6"/>
    <dgm:cxn modelId="{3471F2FD-EEAA-4C7C-BF26-DE4062AEFA19}" type="presOf" srcId="{2317A76B-8835-4069-8B24-C6E6F330F680}" destId="{B31CCBA4-8550-48FE-830B-D4299F34E366}" srcOrd="0" destOrd="0" presId="urn:microsoft.com/office/officeart/2005/8/layout/radial6"/>
    <dgm:cxn modelId="{8CF5BB20-1687-4DFD-8309-BE55C3DD5933}" type="presOf" srcId="{945182C4-771F-43CA-90BC-8B1D62A67A11}" destId="{7DA7CB10-089E-4857-A94D-F276E4540F4C}" srcOrd="0" destOrd="0" presId="urn:microsoft.com/office/officeart/2005/8/layout/radial6"/>
    <dgm:cxn modelId="{06AE5417-C073-4DD1-8F29-7958EB6DFF75}" type="presOf" srcId="{2CA57EC4-BA25-4034-948A-BADC57B31654}" destId="{C993AAC6-C37D-4F87-9ADE-FFF68692C545}" srcOrd="0" destOrd="0" presId="urn:microsoft.com/office/officeart/2005/8/layout/radial6"/>
    <dgm:cxn modelId="{BF0C4437-E49F-4F98-91B1-03A54B1F2074}" type="presOf" srcId="{D5064E87-D716-4DFD-A23D-85D6E736DF60}" destId="{EC7BC7CA-D2C7-47F1-9B08-7E09A73E0C4B}" srcOrd="0" destOrd="0" presId="urn:microsoft.com/office/officeart/2005/8/layout/radial6"/>
    <dgm:cxn modelId="{AE5E8113-5E5D-49C4-A549-70DAE5A0E8F4}" srcId="{80E6F272-391F-44AD-9312-BB896304B6E8}" destId="{57645A81-84AC-44D2-8CE5-4BC384D9A631}" srcOrd="2" destOrd="0" parTransId="{A0176622-3F84-4CD3-9598-D07E311DFEC7}" sibTransId="{1F7CFE3C-2314-47B7-909C-551DC16F7A94}"/>
    <dgm:cxn modelId="{F603D068-0529-4F04-A61E-60B19F855D7A}" type="presOf" srcId="{1F7CFE3C-2314-47B7-909C-551DC16F7A94}" destId="{434C8C30-ABF3-481E-A5EC-CC9C86413555}" srcOrd="0" destOrd="0" presId="urn:microsoft.com/office/officeart/2005/8/layout/radial6"/>
    <dgm:cxn modelId="{BB163CB1-FD15-4CF1-B270-2BA6B0C64D0C}" srcId="{80E6F272-391F-44AD-9312-BB896304B6E8}" destId="{CF52412E-7370-4008-AC6D-E1C27AD934B7}" srcOrd="3" destOrd="0" parTransId="{5EE78CCF-F0F1-4DB1-8DB3-625FBFCAEC84}" sibTransId="{B79929AF-8293-4642-A71C-B7C14C183FEF}"/>
    <dgm:cxn modelId="{8C8E0F4E-0CAE-417D-85BA-717D32F8C74B}" type="presOf" srcId="{57645A81-84AC-44D2-8CE5-4BC384D9A631}" destId="{31D5F8BD-7E2A-4587-A197-1E0E9E28CFD6}" srcOrd="0" destOrd="0" presId="urn:microsoft.com/office/officeart/2005/8/layout/radial6"/>
    <dgm:cxn modelId="{A8B63143-BFE1-43E9-B8EB-20017E477587}" srcId="{80E6F272-391F-44AD-9312-BB896304B6E8}" destId="{84F3E80D-9B90-4983-872C-C202F0ADD9E8}" srcOrd="1" destOrd="0" parTransId="{2C6C7D3C-C4C6-4E1E-A416-E013B6D605A6}" sibTransId="{3208504D-C4BB-4E48-A53A-8B3611A273A9}"/>
    <dgm:cxn modelId="{1A42D529-DF1F-45F2-840C-EA8B56E9AE24}" type="presOf" srcId="{0653D089-F849-4175-85B1-1DCE67DF3B34}" destId="{0FBF8572-E3B4-4ACE-AFF7-376A105F309D}" srcOrd="0" destOrd="0" presId="urn:microsoft.com/office/officeart/2005/8/layout/radial6"/>
    <dgm:cxn modelId="{B079E856-F52A-46DD-AC84-F1708DB8C652}" type="presOf" srcId="{84F3E80D-9B90-4983-872C-C202F0ADD9E8}" destId="{C58F9474-0EEB-471A-A993-29AD28F4EE11}" srcOrd="0" destOrd="0" presId="urn:microsoft.com/office/officeart/2005/8/layout/radial6"/>
    <dgm:cxn modelId="{47AC0258-9D70-4673-86C1-19D960119E31}" type="presOf" srcId="{22A68067-1592-4802-B26D-63CD10ED02C7}" destId="{F710202A-A751-4195-9427-7FB7FE2EAACB}" srcOrd="0" destOrd="0" presId="urn:microsoft.com/office/officeart/2005/8/layout/radial6"/>
    <dgm:cxn modelId="{495FA5E0-DD38-4CB0-B0E9-DFDA1387B387}" type="presOf" srcId="{B79929AF-8293-4642-A71C-B7C14C183FEF}" destId="{224D21FD-74DF-4E28-911A-A94C4EA05D94}" srcOrd="0" destOrd="0" presId="urn:microsoft.com/office/officeart/2005/8/layout/radial6"/>
    <dgm:cxn modelId="{9F28144B-3673-40B2-A2EC-A5E56C1F0265}" srcId="{80E6F272-391F-44AD-9312-BB896304B6E8}" destId="{D5064E87-D716-4DFD-A23D-85D6E736DF60}" srcOrd="7" destOrd="0" parTransId="{3577C87B-49FC-4CCA-8E38-81C6E1C13671}" sibTransId="{0653D089-F849-4175-85B1-1DCE67DF3B34}"/>
    <dgm:cxn modelId="{77269607-CC97-4ABE-963D-16A544322206}" srcId="{80E6F272-391F-44AD-9312-BB896304B6E8}" destId="{945182C4-771F-43CA-90BC-8B1D62A67A11}" srcOrd="4" destOrd="0" parTransId="{6B26699D-491B-402D-A882-85FAC465FBCF}" sibTransId="{2CA57EC4-BA25-4034-948A-BADC57B31654}"/>
    <dgm:cxn modelId="{9AC9C552-6D48-43BB-ADF8-ABD57BFCFE8F}" type="presOf" srcId="{80E6F272-391F-44AD-9312-BB896304B6E8}" destId="{2C9B972C-C979-4D1C-80CD-C0A962BF605E}" srcOrd="0" destOrd="0" presId="urn:microsoft.com/office/officeart/2005/8/layout/radial6"/>
    <dgm:cxn modelId="{94A4D046-5C37-430D-B72C-9F495CDC7090}" srcId="{80E6F272-391F-44AD-9312-BB896304B6E8}" destId="{9DEB0AC2-771E-4AAA-91AF-21929F26D003}" srcOrd="6" destOrd="0" parTransId="{E72FD18E-3E86-4150-93C0-C15BA650396E}" sibTransId="{2317A76B-8835-4069-8B24-C6E6F330F680}"/>
    <dgm:cxn modelId="{96C4FFFF-9F6D-4D61-9EC0-D8A9FF77038F}" srcId="{80E6F272-391F-44AD-9312-BB896304B6E8}" destId="{6AB2B855-9B89-4628-92B3-2ECA78A87C1F}" srcOrd="8" destOrd="0" parTransId="{E5FCDFAA-9420-404B-9461-A2C18DBAF2DC}" sibTransId="{74D1EA8D-1350-4AC6-AAF9-E454F639C090}"/>
    <dgm:cxn modelId="{5421BF0B-56B0-4469-B7EB-371584E9EB1B}" srcId="{22A68067-1592-4802-B26D-63CD10ED02C7}" destId="{80E6F272-391F-44AD-9312-BB896304B6E8}" srcOrd="0" destOrd="0" parTransId="{6121F24B-B288-424E-A96F-084FF02BB805}" sibTransId="{737F55F1-4D03-498E-BEDE-55A39964EB66}"/>
    <dgm:cxn modelId="{C2C450BB-6888-4D17-91A2-8C56B47AD070}" type="presOf" srcId="{6C0E3A9C-0BF5-48E8-BFD5-B50F93285083}" destId="{D818C518-3FA0-463D-8148-B4AF6839E9CC}" srcOrd="0" destOrd="0" presId="urn:microsoft.com/office/officeart/2005/8/layout/radial6"/>
    <dgm:cxn modelId="{184455CF-2E54-46FD-BE75-3843D0E192EA}" type="presOf" srcId="{D47F6B65-D84F-490F-B10E-2520B7150038}" destId="{115D1AFC-89E7-459E-8C77-78552D913EE4}" srcOrd="0" destOrd="0" presId="urn:microsoft.com/office/officeart/2005/8/layout/radial6"/>
    <dgm:cxn modelId="{2E3CB321-8D99-42EE-ADF5-316857F343C2}" type="presOf" srcId="{3208504D-C4BB-4E48-A53A-8B3611A273A9}" destId="{E9F469AA-63F1-4465-8D51-16C9F4BB139C}" srcOrd="0" destOrd="0" presId="urn:microsoft.com/office/officeart/2005/8/layout/radial6"/>
    <dgm:cxn modelId="{4F49BCF4-F774-47F9-96D7-9C157F709784}" type="presParOf" srcId="{F710202A-A751-4195-9427-7FB7FE2EAACB}" destId="{2C9B972C-C979-4D1C-80CD-C0A962BF605E}" srcOrd="0" destOrd="0" presId="urn:microsoft.com/office/officeart/2005/8/layout/radial6"/>
    <dgm:cxn modelId="{639EB21A-8009-48B5-9987-116B1CFA8EB3}" type="presParOf" srcId="{F710202A-A751-4195-9427-7FB7FE2EAACB}" destId="{D818C518-3FA0-463D-8148-B4AF6839E9CC}" srcOrd="1" destOrd="0" presId="urn:microsoft.com/office/officeart/2005/8/layout/radial6"/>
    <dgm:cxn modelId="{7719EE85-BEF9-4DE7-AF4B-72904A311339}" type="presParOf" srcId="{F710202A-A751-4195-9427-7FB7FE2EAACB}" destId="{2AC13208-1F56-452E-B262-8BCA9BF400E2}" srcOrd="2" destOrd="0" presId="urn:microsoft.com/office/officeart/2005/8/layout/radial6"/>
    <dgm:cxn modelId="{0DF00BD8-047B-4575-B568-4951E8F58538}" type="presParOf" srcId="{F710202A-A751-4195-9427-7FB7FE2EAACB}" destId="{115D1AFC-89E7-459E-8C77-78552D913EE4}" srcOrd="3" destOrd="0" presId="urn:microsoft.com/office/officeart/2005/8/layout/radial6"/>
    <dgm:cxn modelId="{27DD7211-7DE1-47A5-ADAA-6E946AB9A706}" type="presParOf" srcId="{F710202A-A751-4195-9427-7FB7FE2EAACB}" destId="{C58F9474-0EEB-471A-A993-29AD28F4EE11}" srcOrd="4" destOrd="0" presId="urn:microsoft.com/office/officeart/2005/8/layout/radial6"/>
    <dgm:cxn modelId="{48F10014-6F44-41E4-BB3D-C2C83C9FD50C}" type="presParOf" srcId="{F710202A-A751-4195-9427-7FB7FE2EAACB}" destId="{E895F700-0D10-4FD1-AE8C-7967D966BCF0}" srcOrd="5" destOrd="0" presId="urn:microsoft.com/office/officeart/2005/8/layout/radial6"/>
    <dgm:cxn modelId="{F9EA2AD5-4D46-4360-BA0A-385C28C4464C}" type="presParOf" srcId="{F710202A-A751-4195-9427-7FB7FE2EAACB}" destId="{E9F469AA-63F1-4465-8D51-16C9F4BB139C}" srcOrd="6" destOrd="0" presId="urn:microsoft.com/office/officeart/2005/8/layout/radial6"/>
    <dgm:cxn modelId="{0452B723-C431-4CDD-8FA0-AF1C41FA9602}" type="presParOf" srcId="{F710202A-A751-4195-9427-7FB7FE2EAACB}" destId="{31D5F8BD-7E2A-4587-A197-1E0E9E28CFD6}" srcOrd="7" destOrd="0" presId="urn:microsoft.com/office/officeart/2005/8/layout/radial6"/>
    <dgm:cxn modelId="{05B9DA0E-654B-438A-825E-D6567534160D}" type="presParOf" srcId="{F710202A-A751-4195-9427-7FB7FE2EAACB}" destId="{136E42FC-24B8-4127-8953-CD99E218B282}" srcOrd="8" destOrd="0" presId="urn:microsoft.com/office/officeart/2005/8/layout/radial6"/>
    <dgm:cxn modelId="{1625454E-571B-4934-ADB2-E331EF8C3E3B}" type="presParOf" srcId="{F710202A-A751-4195-9427-7FB7FE2EAACB}" destId="{434C8C30-ABF3-481E-A5EC-CC9C86413555}" srcOrd="9" destOrd="0" presId="urn:microsoft.com/office/officeart/2005/8/layout/radial6"/>
    <dgm:cxn modelId="{FDE58BC6-5E8C-46AF-B93D-E13A5D0B83D0}" type="presParOf" srcId="{F710202A-A751-4195-9427-7FB7FE2EAACB}" destId="{1FB55D63-4096-4A1A-BE58-0540F757C1C3}" srcOrd="10" destOrd="0" presId="urn:microsoft.com/office/officeart/2005/8/layout/radial6"/>
    <dgm:cxn modelId="{1973846C-3385-44A0-AF47-6CB62F79B9AD}" type="presParOf" srcId="{F710202A-A751-4195-9427-7FB7FE2EAACB}" destId="{EE96E6D7-E178-4BC6-84C2-C195986DCF38}" srcOrd="11" destOrd="0" presId="urn:microsoft.com/office/officeart/2005/8/layout/radial6"/>
    <dgm:cxn modelId="{B932E477-8751-4EBA-929D-0E6B924E2C68}" type="presParOf" srcId="{F710202A-A751-4195-9427-7FB7FE2EAACB}" destId="{224D21FD-74DF-4E28-911A-A94C4EA05D94}" srcOrd="12" destOrd="0" presId="urn:microsoft.com/office/officeart/2005/8/layout/radial6"/>
    <dgm:cxn modelId="{4CA41127-2659-4923-B76E-0480470AE82D}" type="presParOf" srcId="{F710202A-A751-4195-9427-7FB7FE2EAACB}" destId="{7DA7CB10-089E-4857-A94D-F276E4540F4C}" srcOrd="13" destOrd="0" presId="urn:microsoft.com/office/officeart/2005/8/layout/radial6"/>
    <dgm:cxn modelId="{8D257B6B-4050-4531-B048-622D940BE9A9}" type="presParOf" srcId="{F710202A-A751-4195-9427-7FB7FE2EAACB}" destId="{EF1DF5D3-A3AB-40A1-8573-F66693106461}" srcOrd="14" destOrd="0" presId="urn:microsoft.com/office/officeart/2005/8/layout/radial6"/>
    <dgm:cxn modelId="{6A9034EC-EB22-4E81-A13F-942F060823AD}" type="presParOf" srcId="{F710202A-A751-4195-9427-7FB7FE2EAACB}" destId="{C993AAC6-C37D-4F87-9ADE-FFF68692C545}" srcOrd="15" destOrd="0" presId="urn:microsoft.com/office/officeart/2005/8/layout/radial6"/>
    <dgm:cxn modelId="{019E45A0-057C-42D0-A491-DF5F346236A2}" type="presParOf" srcId="{F710202A-A751-4195-9427-7FB7FE2EAACB}" destId="{5D5DA7E2-5517-463A-BBF0-CE01050CC5F0}" srcOrd="16" destOrd="0" presId="urn:microsoft.com/office/officeart/2005/8/layout/radial6"/>
    <dgm:cxn modelId="{16C9434F-30AF-4775-8BE8-9EC1CB618407}" type="presParOf" srcId="{F710202A-A751-4195-9427-7FB7FE2EAACB}" destId="{F1F5D39A-F06B-4AD8-9C5A-E34CBD63C3AA}" srcOrd="17" destOrd="0" presId="urn:microsoft.com/office/officeart/2005/8/layout/radial6"/>
    <dgm:cxn modelId="{6E20BFDD-AF68-4E3E-9406-2675F0342E4F}" type="presParOf" srcId="{F710202A-A751-4195-9427-7FB7FE2EAACB}" destId="{053E4DE6-3AD1-4A8F-8369-7F5A300A5156}" srcOrd="18" destOrd="0" presId="urn:microsoft.com/office/officeart/2005/8/layout/radial6"/>
    <dgm:cxn modelId="{8BD2C0AD-1FED-4F8E-B8B0-91D799C65902}" type="presParOf" srcId="{F710202A-A751-4195-9427-7FB7FE2EAACB}" destId="{F6807E8F-97DC-42E5-AAC5-D5B15AACB1BA}" srcOrd="19" destOrd="0" presId="urn:microsoft.com/office/officeart/2005/8/layout/radial6"/>
    <dgm:cxn modelId="{936165B6-1E6A-41F0-9D58-C9633C3CA518}" type="presParOf" srcId="{F710202A-A751-4195-9427-7FB7FE2EAACB}" destId="{C087ABC1-3A5E-47A0-9098-BAC6B3CE35E3}" srcOrd="20" destOrd="0" presId="urn:microsoft.com/office/officeart/2005/8/layout/radial6"/>
    <dgm:cxn modelId="{58987BB3-9164-4B97-9840-03A16C46AABF}" type="presParOf" srcId="{F710202A-A751-4195-9427-7FB7FE2EAACB}" destId="{B31CCBA4-8550-48FE-830B-D4299F34E366}" srcOrd="21" destOrd="0" presId="urn:microsoft.com/office/officeart/2005/8/layout/radial6"/>
    <dgm:cxn modelId="{9EC4B090-C390-47C2-AD30-C2B8824C8E83}" type="presParOf" srcId="{F710202A-A751-4195-9427-7FB7FE2EAACB}" destId="{EC7BC7CA-D2C7-47F1-9B08-7E09A73E0C4B}" srcOrd="22" destOrd="0" presId="urn:microsoft.com/office/officeart/2005/8/layout/radial6"/>
    <dgm:cxn modelId="{30E8F223-0D13-4719-9C4D-61CB4746B6D8}" type="presParOf" srcId="{F710202A-A751-4195-9427-7FB7FE2EAACB}" destId="{EFEBDC3A-10CC-4C01-ACA5-0402A46208B8}" srcOrd="23" destOrd="0" presId="urn:microsoft.com/office/officeart/2005/8/layout/radial6"/>
    <dgm:cxn modelId="{479305B2-961E-4FA6-93FB-50C72CB0E2BA}" type="presParOf" srcId="{F710202A-A751-4195-9427-7FB7FE2EAACB}" destId="{0FBF8572-E3B4-4ACE-AFF7-376A105F309D}" srcOrd="24" destOrd="0" presId="urn:microsoft.com/office/officeart/2005/8/layout/radial6"/>
    <dgm:cxn modelId="{C199879A-8954-4E7A-B6A0-68E7BD97FC17}" type="presParOf" srcId="{F710202A-A751-4195-9427-7FB7FE2EAACB}" destId="{1B8C4F32-A3D9-475A-B783-B0AF0F4678B8}" srcOrd="25" destOrd="0" presId="urn:microsoft.com/office/officeart/2005/8/layout/radial6"/>
    <dgm:cxn modelId="{F7E099B9-CAC4-4AE2-955F-9CF047A0D56F}" type="presParOf" srcId="{F710202A-A751-4195-9427-7FB7FE2EAACB}" destId="{82F68550-10DC-44C5-8F43-DCF2049B2F90}" srcOrd="26" destOrd="0" presId="urn:microsoft.com/office/officeart/2005/8/layout/radial6"/>
    <dgm:cxn modelId="{D5E038EB-97C5-4A51-BE29-0DABDA57BA27}" type="presParOf" srcId="{F710202A-A751-4195-9427-7FB7FE2EAACB}" destId="{BDF28E28-4CFF-4B4C-BFFA-D48150C29945}" srcOrd="27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556B26-C380-4C5A-BC59-A0B516C84E37}">
      <dsp:nvSpPr>
        <dsp:cNvPr id="0" name=""/>
        <dsp:cNvSpPr/>
      </dsp:nvSpPr>
      <dsp:spPr>
        <a:xfrm>
          <a:off x="3451770" y="1991749"/>
          <a:ext cx="1326058" cy="1326058"/>
        </a:xfrm>
        <a:prstGeom prst="ellipse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2600" b="0" i="0" u="none" strike="noStrike" kern="1200" cap="none" normalizeH="0" baseline="0" dirty="0" smtClean="0">
              <a:ln/>
              <a:effectLst/>
              <a:latin typeface="Arial" charset="0"/>
            </a:rPr>
            <a:t>Types </a:t>
          </a:r>
        </a:p>
      </dsp:txBody>
      <dsp:txXfrm>
        <a:off x="3645967" y="2185946"/>
        <a:ext cx="937664" cy="937664"/>
      </dsp:txXfrm>
    </dsp:sp>
    <dsp:sp modelId="{50DDAE8C-7FCF-4D52-A9A7-FAB90F5FFDB1}">
      <dsp:nvSpPr>
        <dsp:cNvPr id="0" name=""/>
        <dsp:cNvSpPr/>
      </dsp:nvSpPr>
      <dsp:spPr>
        <a:xfrm rot="16200000">
          <a:off x="3783245" y="1645692"/>
          <a:ext cx="663109" cy="29003"/>
        </a:xfrm>
        <a:custGeom>
          <a:avLst/>
          <a:gdLst/>
          <a:ahLst/>
          <a:cxnLst/>
          <a:rect l="0" t="0" r="0" b="0"/>
          <a:pathLst>
            <a:path>
              <a:moveTo>
                <a:pt x="0" y="14501"/>
              </a:moveTo>
              <a:lnTo>
                <a:pt x="663109" y="14501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098222" y="1643616"/>
        <a:ext cx="33155" cy="33155"/>
      </dsp:txXfrm>
    </dsp:sp>
    <dsp:sp modelId="{1E08F1C6-79B3-4DB2-9186-71997F900814}">
      <dsp:nvSpPr>
        <dsp:cNvPr id="0" name=""/>
        <dsp:cNvSpPr/>
      </dsp:nvSpPr>
      <dsp:spPr>
        <a:xfrm>
          <a:off x="3451770" y="2581"/>
          <a:ext cx="1326058" cy="1326058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0" i="0" u="none" strike="noStrike" kern="1200" cap="none" normalizeH="0" baseline="0" smtClean="0">
              <a:ln/>
              <a:effectLst/>
              <a:latin typeface="Arial" charset="0"/>
            </a:rPr>
            <a:t>Safety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0" i="0" u="none" strike="noStrike" kern="1200" cap="none" normalizeH="0" baseline="0" smtClean="0">
              <a:ln/>
              <a:effectLst/>
              <a:latin typeface="Arial" charset="0"/>
            </a:rPr>
            <a:t>reports</a:t>
          </a:r>
          <a:endParaRPr kumimoji="0" lang="en-US" sz="1600" b="0" i="0" u="none" strike="noStrike" kern="1200" cap="none" normalizeH="0" baseline="0" dirty="0" smtClean="0">
            <a:ln/>
            <a:effectLst/>
            <a:latin typeface="Arial" charset="0"/>
          </a:endParaRPr>
        </a:p>
      </dsp:txBody>
      <dsp:txXfrm>
        <a:off x="3645967" y="196778"/>
        <a:ext cx="937664" cy="937664"/>
      </dsp:txXfrm>
    </dsp:sp>
    <dsp:sp modelId="{77B76BFA-9489-4898-80EB-2E8289BB095A}">
      <dsp:nvSpPr>
        <dsp:cNvPr id="0" name=""/>
        <dsp:cNvSpPr/>
      </dsp:nvSpPr>
      <dsp:spPr>
        <a:xfrm rot="19285714">
          <a:off x="4560842" y="2020163"/>
          <a:ext cx="663109" cy="29003"/>
        </a:xfrm>
        <a:custGeom>
          <a:avLst/>
          <a:gdLst/>
          <a:ahLst/>
          <a:cxnLst/>
          <a:rect l="0" t="0" r="0" b="0"/>
          <a:pathLst>
            <a:path>
              <a:moveTo>
                <a:pt x="0" y="14501"/>
              </a:moveTo>
              <a:lnTo>
                <a:pt x="663109" y="14501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875819" y="2018087"/>
        <a:ext cx="33155" cy="33155"/>
      </dsp:txXfrm>
    </dsp:sp>
    <dsp:sp modelId="{FCAD53A3-06A0-492B-AAB4-2A47C8E8944F}">
      <dsp:nvSpPr>
        <dsp:cNvPr id="0" name=""/>
        <dsp:cNvSpPr/>
      </dsp:nvSpPr>
      <dsp:spPr>
        <a:xfrm>
          <a:off x="5006965" y="751523"/>
          <a:ext cx="1326058" cy="1326058"/>
        </a:xfrm>
        <a:prstGeom prst="ellipse">
          <a:avLst/>
        </a:prstGeom>
        <a:gradFill rotWithShape="0">
          <a:gsLst>
            <a:gs pos="0">
              <a:schemeClr val="accent2">
                <a:hueOff val="780253"/>
                <a:satOff val="-973"/>
                <a:lumOff val="229"/>
                <a:alphaOff val="0"/>
                <a:shade val="51000"/>
                <a:satMod val="130000"/>
              </a:schemeClr>
            </a:gs>
            <a:gs pos="80000">
              <a:schemeClr val="accent2">
                <a:hueOff val="780253"/>
                <a:satOff val="-973"/>
                <a:lumOff val="229"/>
                <a:alphaOff val="0"/>
                <a:shade val="93000"/>
                <a:satMod val="130000"/>
              </a:schemeClr>
            </a:gs>
            <a:gs pos="100000">
              <a:schemeClr val="accent2">
                <a:hueOff val="780253"/>
                <a:satOff val="-973"/>
                <a:lumOff val="2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0" i="0" u="none" strike="noStrike" kern="1200" cap="none" normalizeH="0" baseline="0" smtClean="0">
              <a:ln/>
              <a:effectLst/>
              <a:latin typeface="Arial" charset="0"/>
            </a:rPr>
            <a:t>Accident Reports</a:t>
          </a:r>
          <a:endParaRPr kumimoji="0" lang="en-US" sz="1600" b="0" i="0" u="none" strike="noStrike" kern="1200" cap="none" normalizeH="0" baseline="0" dirty="0" smtClean="0">
            <a:ln/>
            <a:effectLst/>
            <a:latin typeface="Arial" charset="0"/>
          </a:endParaRPr>
        </a:p>
      </dsp:txBody>
      <dsp:txXfrm>
        <a:off x="5201162" y="945720"/>
        <a:ext cx="937664" cy="937664"/>
      </dsp:txXfrm>
    </dsp:sp>
    <dsp:sp modelId="{88DF84E4-1CF1-4FB1-9BFD-6B9FA7A9B408}">
      <dsp:nvSpPr>
        <dsp:cNvPr id="0" name=""/>
        <dsp:cNvSpPr/>
      </dsp:nvSpPr>
      <dsp:spPr>
        <a:xfrm rot="771429">
          <a:off x="4752892" y="2861592"/>
          <a:ext cx="663109" cy="29003"/>
        </a:xfrm>
        <a:custGeom>
          <a:avLst/>
          <a:gdLst/>
          <a:ahLst/>
          <a:cxnLst/>
          <a:rect l="0" t="0" r="0" b="0"/>
          <a:pathLst>
            <a:path>
              <a:moveTo>
                <a:pt x="0" y="14501"/>
              </a:moveTo>
              <a:lnTo>
                <a:pt x="663109" y="14501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067870" y="2859516"/>
        <a:ext cx="33155" cy="33155"/>
      </dsp:txXfrm>
    </dsp:sp>
    <dsp:sp modelId="{543D7C50-DE5A-42B5-83E7-191C9947AF31}">
      <dsp:nvSpPr>
        <dsp:cNvPr id="0" name=""/>
        <dsp:cNvSpPr/>
      </dsp:nvSpPr>
      <dsp:spPr>
        <a:xfrm>
          <a:off x="5391066" y="2434381"/>
          <a:ext cx="1326058" cy="1326058"/>
        </a:xfrm>
        <a:prstGeom prst="ellipse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shade val="51000"/>
                <a:satMod val="130000"/>
              </a:schemeClr>
            </a:gs>
            <a:gs pos="80000">
              <a:schemeClr val="accent2">
                <a:hueOff val="1560506"/>
                <a:satOff val="-1946"/>
                <a:lumOff val="458"/>
                <a:alphaOff val="0"/>
                <a:shade val="93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0" i="0" u="none" strike="noStrike" kern="1200" cap="none" normalizeH="0" baseline="0" smtClean="0">
              <a:ln/>
              <a:effectLst/>
              <a:latin typeface="Arial" charset="0"/>
            </a:rPr>
            <a:t>Academic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0" i="0" u="none" strike="noStrike" kern="1200" cap="none" normalizeH="0" baseline="0" smtClean="0">
              <a:ln/>
              <a:effectLst/>
              <a:latin typeface="Arial" charset="0"/>
            </a:rPr>
            <a:t>Research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0" i="0" u="none" strike="noStrike" kern="1200" cap="none" normalizeH="0" baseline="0" smtClean="0">
              <a:ln/>
              <a:effectLst/>
              <a:latin typeface="Arial" charset="0"/>
            </a:rPr>
            <a:t>reports</a:t>
          </a:r>
          <a:endParaRPr kumimoji="0" lang="en-US" sz="1600" b="0" i="0" u="none" strike="noStrike" kern="1200" cap="none" normalizeH="0" baseline="0" dirty="0" smtClean="0">
            <a:ln/>
            <a:effectLst/>
            <a:latin typeface="Arial" charset="0"/>
          </a:endParaRPr>
        </a:p>
      </dsp:txBody>
      <dsp:txXfrm>
        <a:off x="5585263" y="2628578"/>
        <a:ext cx="937664" cy="937664"/>
      </dsp:txXfrm>
    </dsp:sp>
    <dsp:sp modelId="{50418C1D-3F8F-4F00-98BB-31F95A074C8D}">
      <dsp:nvSpPr>
        <dsp:cNvPr id="0" name=""/>
        <dsp:cNvSpPr/>
      </dsp:nvSpPr>
      <dsp:spPr>
        <a:xfrm rot="3857143">
          <a:off x="4214778" y="3536366"/>
          <a:ext cx="663109" cy="29003"/>
        </a:xfrm>
        <a:custGeom>
          <a:avLst/>
          <a:gdLst/>
          <a:ahLst/>
          <a:cxnLst/>
          <a:rect l="0" t="0" r="0" b="0"/>
          <a:pathLst>
            <a:path>
              <a:moveTo>
                <a:pt x="0" y="14501"/>
              </a:moveTo>
              <a:lnTo>
                <a:pt x="663109" y="14501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529756" y="3534290"/>
        <a:ext cx="33155" cy="33155"/>
      </dsp:txXfrm>
    </dsp:sp>
    <dsp:sp modelId="{27D1DB65-5E07-459D-9495-77401D624725}">
      <dsp:nvSpPr>
        <dsp:cNvPr id="0" name=""/>
        <dsp:cNvSpPr/>
      </dsp:nvSpPr>
      <dsp:spPr>
        <a:xfrm>
          <a:off x="4314838" y="3783928"/>
          <a:ext cx="1326058" cy="1326058"/>
        </a:xfrm>
        <a:prstGeom prst="ellipse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shade val="51000"/>
                <a:satMod val="130000"/>
              </a:schemeClr>
            </a:gs>
            <a:gs pos="80000">
              <a:schemeClr val="accent2">
                <a:hueOff val="2340759"/>
                <a:satOff val="-2919"/>
                <a:lumOff val="686"/>
                <a:alphaOff val="0"/>
                <a:shade val="93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0" i="0" u="none" strike="noStrike" kern="1200" cap="none" normalizeH="0" baseline="0" smtClean="0">
              <a:ln/>
              <a:effectLst/>
              <a:latin typeface="Arial" charset="0"/>
            </a:rPr>
            <a:t>Feasibility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0" i="0" u="none" strike="noStrike" kern="1200" cap="none" normalizeH="0" baseline="0" smtClean="0">
              <a:ln/>
              <a:effectLst/>
              <a:latin typeface="Arial" charset="0"/>
            </a:rPr>
            <a:t>Reports</a:t>
          </a:r>
          <a:endParaRPr kumimoji="0" lang="en-US" sz="1600" b="0" i="0" u="none" strike="noStrike" kern="1200" cap="none" normalizeH="0" baseline="0" dirty="0" smtClean="0">
            <a:ln/>
            <a:effectLst/>
            <a:latin typeface="Arial" charset="0"/>
          </a:endParaRPr>
        </a:p>
      </dsp:txBody>
      <dsp:txXfrm>
        <a:off x="4509035" y="3978125"/>
        <a:ext cx="937664" cy="937664"/>
      </dsp:txXfrm>
    </dsp:sp>
    <dsp:sp modelId="{E5EA933B-73DC-4ADB-9DFF-F8C298B9EC47}">
      <dsp:nvSpPr>
        <dsp:cNvPr id="0" name=""/>
        <dsp:cNvSpPr/>
      </dsp:nvSpPr>
      <dsp:spPr>
        <a:xfrm rot="6942857">
          <a:off x="3351711" y="3536366"/>
          <a:ext cx="663109" cy="29003"/>
        </a:xfrm>
        <a:custGeom>
          <a:avLst/>
          <a:gdLst/>
          <a:ahLst/>
          <a:cxnLst/>
          <a:rect l="0" t="0" r="0" b="0"/>
          <a:pathLst>
            <a:path>
              <a:moveTo>
                <a:pt x="0" y="14501"/>
              </a:moveTo>
              <a:lnTo>
                <a:pt x="663109" y="14501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0800000">
        <a:off x="3666688" y="3534290"/>
        <a:ext cx="33155" cy="33155"/>
      </dsp:txXfrm>
    </dsp:sp>
    <dsp:sp modelId="{082D3C2D-91B4-41C4-BC3B-DE3FB8CCDB5C}">
      <dsp:nvSpPr>
        <dsp:cNvPr id="0" name=""/>
        <dsp:cNvSpPr/>
      </dsp:nvSpPr>
      <dsp:spPr>
        <a:xfrm>
          <a:off x="2588702" y="3783928"/>
          <a:ext cx="1326058" cy="1326058"/>
        </a:xfrm>
        <a:prstGeom prst="ellipse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shade val="51000"/>
                <a:satMod val="130000"/>
              </a:schemeClr>
            </a:gs>
            <a:gs pos="80000">
              <a:schemeClr val="accent2">
                <a:hueOff val="3121013"/>
                <a:satOff val="-3893"/>
                <a:lumOff val="915"/>
                <a:alphaOff val="0"/>
                <a:shade val="93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0" i="0" u="none" strike="noStrike" kern="1200" cap="none" normalizeH="0" baseline="0" smtClean="0">
              <a:ln/>
              <a:effectLst/>
              <a:latin typeface="Arial" charset="0"/>
            </a:rPr>
            <a:t>Business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0" i="0" u="none" strike="noStrike" kern="1200" cap="none" normalizeH="0" baseline="0" smtClean="0">
              <a:ln/>
              <a:effectLst/>
              <a:latin typeface="Arial" charset="0"/>
            </a:rPr>
            <a:t>Reports</a:t>
          </a:r>
          <a:endParaRPr kumimoji="0" lang="en-US" sz="1600" b="0" i="0" u="none" strike="noStrike" kern="1200" cap="none" normalizeH="0" baseline="0" dirty="0" smtClean="0">
            <a:ln/>
            <a:effectLst/>
            <a:latin typeface="Arial" charset="0"/>
          </a:endParaRPr>
        </a:p>
      </dsp:txBody>
      <dsp:txXfrm>
        <a:off x="2782899" y="3978125"/>
        <a:ext cx="937664" cy="937664"/>
      </dsp:txXfrm>
    </dsp:sp>
    <dsp:sp modelId="{0927A7BB-D4D0-47FB-AEB0-380147A7A4B4}">
      <dsp:nvSpPr>
        <dsp:cNvPr id="0" name=""/>
        <dsp:cNvSpPr/>
      </dsp:nvSpPr>
      <dsp:spPr>
        <a:xfrm rot="10028571">
          <a:off x="2813597" y="2861592"/>
          <a:ext cx="663109" cy="29003"/>
        </a:xfrm>
        <a:custGeom>
          <a:avLst/>
          <a:gdLst/>
          <a:ahLst/>
          <a:cxnLst/>
          <a:rect l="0" t="0" r="0" b="0"/>
          <a:pathLst>
            <a:path>
              <a:moveTo>
                <a:pt x="0" y="14501"/>
              </a:moveTo>
              <a:lnTo>
                <a:pt x="663109" y="14501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0800000">
        <a:off x="3128574" y="2859516"/>
        <a:ext cx="33155" cy="33155"/>
      </dsp:txXfrm>
    </dsp:sp>
    <dsp:sp modelId="{5396062B-C589-4557-A077-F9EEBB195855}">
      <dsp:nvSpPr>
        <dsp:cNvPr id="0" name=""/>
        <dsp:cNvSpPr/>
      </dsp:nvSpPr>
      <dsp:spPr>
        <a:xfrm>
          <a:off x="1512474" y="2434381"/>
          <a:ext cx="1326058" cy="1326058"/>
        </a:xfrm>
        <a:prstGeom prst="ellipse">
          <a:avLst/>
        </a:prstGeom>
        <a:gradFill rotWithShape="0">
          <a:gsLst>
            <a:gs pos="0">
              <a:schemeClr val="accent2">
                <a:hueOff val="3901266"/>
                <a:satOff val="-4866"/>
                <a:lumOff val="1144"/>
                <a:alphaOff val="0"/>
                <a:shade val="51000"/>
                <a:satMod val="130000"/>
              </a:schemeClr>
            </a:gs>
            <a:gs pos="80000">
              <a:schemeClr val="accent2">
                <a:hueOff val="3901266"/>
                <a:satOff val="-4866"/>
                <a:lumOff val="1144"/>
                <a:alphaOff val="0"/>
                <a:shade val="93000"/>
                <a:satMod val="130000"/>
              </a:schemeClr>
            </a:gs>
            <a:gs pos="100000">
              <a:schemeClr val="accent2">
                <a:hueOff val="3901266"/>
                <a:satOff val="-4866"/>
                <a:lumOff val="114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0" i="0" u="none" strike="noStrike" kern="1200" cap="none" normalizeH="0" baseline="0" smtClean="0">
              <a:ln/>
              <a:effectLst/>
              <a:latin typeface="Arial" charset="0"/>
            </a:rPr>
            <a:t>Project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0" i="0" u="none" strike="noStrike" kern="1200" cap="none" normalizeH="0" baseline="0" smtClean="0">
              <a:ln/>
              <a:effectLst/>
              <a:latin typeface="Arial" charset="0"/>
            </a:rPr>
            <a:t>Reports</a:t>
          </a:r>
          <a:endParaRPr kumimoji="0" lang="en-US" sz="1600" b="0" i="0" u="none" strike="noStrike" kern="1200" cap="none" normalizeH="0" baseline="0" dirty="0" smtClean="0">
            <a:ln/>
            <a:effectLst/>
            <a:latin typeface="Arial" charset="0"/>
          </a:endParaRPr>
        </a:p>
      </dsp:txBody>
      <dsp:txXfrm>
        <a:off x="1706671" y="2628578"/>
        <a:ext cx="937664" cy="937664"/>
      </dsp:txXfrm>
    </dsp:sp>
    <dsp:sp modelId="{B5BD18EE-61B8-416C-A188-DB24372330FA}">
      <dsp:nvSpPr>
        <dsp:cNvPr id="0" name=""/>
        <dsp:cNvSpPr/>
      </dsp:nvSpPr>
      <dsp:spPr>
        <a:xfrm rot="13114286">
          <a:off x="3005647" y="2020163"/>
          <a:ext cx="663109" cy="29003"/>
        </a:xfrm>
        <a:custGeom>
          <a:avLst/>
          <a:gdLst/>
          <a:ahLst/>
          <a:cxnLst/>
          <a:rect l="0" t="0" r="0" b="0"/>
          <a:pathLst>
            <a:path>
              <a:moveTo>
                <a:pt x="0" y="14501"/>
              </a:moveTo>
              <a:lnTo>
                <a:pt x="663109" y="14501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0800000">
        <a:off x="3320624" y="2018087"/>
        <a:ext cx="33155" cy="33155"/>
      </dsp:txXfrm>
    </dsp:sp>
    <dsp:sp modelId="{DAEFE64D-1A89-48A8-AF72-F4FB7C85139D}">
      <dsp:nvSpPr>
        <dsp:cNvPr id="0" name=""/>
        <dsp:cNvSpPr/>
      </dsp:nvSpPr>
      <dsp:spPr>
        <a:xfrm>
          <a:off x="1896576" y="751523"/>
          <a:ext cx="1326058" cy="1326058"/>
        </a:xfrm>
        <a:prstGeom prst="ellipse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600" b="0" i="0" u="none" strike="noStrike" kern="1200" cap="none" normalizeH="0" baseline="0" smtClean="0">
              <a:ln/>
              <a:effectLst/>
              <a:latin typeface="Arial" charset="0"/>
            </a:rPr>
            <a:t>Oral Reports</a:t>
          </a:r>
          <a:endParaRPr kumimoji="0" lang="en-US" sz="1600" b="0" i="0" u="none" strike="noStrike" kern="1200" cap="none" normalizeH="0" baseline="0" dirty="0" smtClean="0">
            <a:ln/>
            <a:effectLst/>
            <a:latin typeface="Arial" charset="0"/>
          </a:endParaRPr>
        </a:p>
      </dsp:txBody>
      <dsp:txXfrm>
        <a:off x="2090773" y="945720"/>
        <a:ext cx="937664" cy="9376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F28E28-4CFF-4B4C-BFFA-D48150C29945}">
      <dsp:nvSpPr>
        <dsp:cNvPr id="0" name=""/>
        <dsp:cNvSpPr/>
      </dsp:nvSpPr>
      <dsp:spPr>
        <a:xfrm>
          <a:off x="1707676" y="436254"/>
          <a:ext cx="4991489" cy="4991489"/>
        </a:xfrm>
        <a:prstGeom prst="blockArc">
          <a:avLst>
            <a:gd name="adj1" fmla="val 13800000"/>
            <a:gd name="adj2" fmla="val 16200000"/>
            <a:gd name="adj3" fmla="val 3056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BF8572-E3B4-4ACE-AFF7-376A105F309D}">
      <dsp:nvSpPr>
        <dsp:cNvPr id="0" name=""/>
        <dsp:cNvSpPr/>
      </dsp:nvSpPr>
      <dsp:spPr>
        <a:xfrm>
          <a:off x="1707676" y="436254"/>
          <a:ext cx="4991489" cy="4991489"/>
        </a:xfrm>
        <a:prstGeom prst="blockArc">
          <a:avLst>
            <a:gd name="adj1" fmla="val 11400000"/>
            <a:gd name="adj2" fmla="val 13800000"/>
            <a:gd name="adj3" fmla="val 3056"/>
          </a:avLst>
        </a:prstGeom>
        <a:gradFill rotWithShape="0">
          <a:gsLst>
            <a:gs pos="0">
              <a:schemeClr val="accent5">
                <a:hueOff val="-8692142"/>
                <a:satOff val="34835"/>
                <a:lumOff val="7549"/>
                <a:alphaOff val="0"/>
                <a:shade val="51000"/>
                <a:satMod val="130000"/>
              </a:schemeClr>
            </a:gs>
            <a:gs pos="80000">
              <a:schemeClr val="accent5">
                <a:hueOff val="-8692142"/>
                <a:satOff val="34835"/>
                <a:lumOff val="7549"/>
                <a:alphaOff val="0"/>
                <a:shade val="93000"/>
                <a:satMod val="130000"/>
              </a:schemeClr>
            </a:gs>
            <a:gs pos="100000">
              <a:schemeClr val="accent5">
                <a:hueOff val="-8692142"/>
                <a:satOff val="34835"/>
                <a:lumOff val="754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31CCBA4-8550-48FE-830B-D4299F34E366}">
      <dsp:nvSpPr>
        <dsp:cNvPr id="0" name=""/>
        <dsp:cNvSpPr/>
      </dsp:nvSpPr>
      <dsp:spPr>
        <a:xfrm>
          <a:off x="1707676" y="436254"/>
          <a:ext cx="4991489" cy="4991489"/>
        </a:xfrm>
        <a:prstGeom prst="blockArc">
          <a:avLst>
            <a:gd name="adj1" fmla="val 9000000"/>
            <a:gd name="adj2" fmla="val 11400000"/>
            <a:gd name="adj3" fmla="val 3056"/>
          </a:avLst>
        </a:prstGeom>
        <a:gradFill rotWithShape="0">
          <a:gsLst>
            <a:gs pos="0">
              <a:schemeClr val="accent5">
                <a:hueOff val="-7450407"/>
                <a:satOff val="29858"/>
                <a:lumOff val="6471"/>
                <a:alphaOff val="0"/>
                <a:shade val="51000"/>
                <a:satMod val="130000"/>
              </a:schemeClr>
            </a:gs>
            <a:gs pos="80000">
              <a:schemeClr val="accent5">
                <a:hueOff val="-7450407"/>
                <a:satOff val="29858"/>
                <a:lumOff val="6471"/>
                <a:alphaOff val="0"/>
                <a:shade val="93000"/>
                <a:satMod val="130000"/>
              </a:schemeClr>
            </a:gs>
            <a:gs pos="100000">
              <a:schemeClr val="accent5">
                <a:hueOff val="-7450407"/>
                <a:satOff val="29858"/>
                <a:lumOff val="647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53E4DE6-3AD1-4A8F-8369-7F5A300A5156}">
      <dsp:nvSpPr>
        <dsp:cNvPr id="0" name=""/>
        <dsp:cNvSpPr/>
      </dsp:nvSpPr>
      <dsp:spPr>
        <a:xfrm>
          <a:off x="1707676" y="436254"/>
          <a:ext cx="4991489" cy="4991489"/>
        </a:xfrm>
        <a:prstGeom prst="blockArc">
          <a:avLst>
            <a:gd name="adj1" fmla="val 6600000"/>
            <a:gd name="adj2" fmla="val 9000000"/>
            <a:gd name="adj3" fmla="val 3056"/>
          </a:avLst>
        </a:prstGeom>
        <a:gradFill rotWithShape="0">
          <a:gsLst>
            <a:gs pos="0">
              <a:schemeClr val="accent5">
                <a:hueOff val="-6208672"/>
                <a:satOff val="24882"/>
                <a:lumOff val="5392"/>
                <a:alphaOff val="0"/>
                <a:shade val="51000"/>
                <a:satMod val="130000"/>
              </a:schemeClr>
            </a:gs>
            <a:gs pos="80000">
              <a:schemeClr val="accent5">
                <a:hueOff val="-6208672"/>
                <a:satOff val="24882"/>
                <a:lumOff val="5392"/>
                <a:alphaOff val="0"/>
                <a:shade val="93000"/>
                <a:satMod val="130000"/>
              </a:schemeClr>
            </a:gs>
            <a:gs pos="100000">
              <a:schemeClr val="accent5">
                <a:hueOff val="-6208672"/>
                <a:satOff val="24882"/>
                <a:lumOff val="539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93AAC6-C37D-4F87-9ADE-FFF68692C545}">
      <dsp:nvSpPr>
        <dsp:cNvPr id="0" name=""/>
        <dsp:cNvSpPr/>
      </dsp:nvSpPr>
      <dsp:spPr>
        <a:xfrm>
          <a:off x="1707676" y="436254"/>
          <a:ext cx="4991489" cy="4991489"/>
        </a:xfrm>
        <a:prstGeom prst="blockArc">
          <a:avLst>
            <a:gd name="adj1" fmla="val 4200000"/>
            <a:gd name="adj2" fmla="val 6600000"/>
            <a:gd name="adj3" fmla="val 3056"/>
          </a:avLst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shade val="51000"/>
                <a:satMod val="130000"/>
              </a:schemeClr>
            </a:gs>
            <a:gs pos="80000">
              <a:schemeClr val="accent5">
                <a:hueOff val="-4966938"/>
                <a:satOff val="19906"/>
                <a:lumOff val="4314"/>
                <a:alphaOff val="0"/>
                <a:shade val="93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4D21FD-74DF-4E28-911A-A94C4EA05D94}">
      <dsp:nvSpPr>
        <dsp:cNvPr id="0" name=""/>
        <dsp:cNvSpPr/>
      </dsp:nvSpPr>
      <dsp:spPr>
        <a:xfrm>
          <a:off x="1707676" y="436254"/>
          <a:ext cx="4991489" cy="4991489"/>
        </a:xfrm>
        <a:prstGeom prst="blockArc">
          <a:avLst>
            <a:gd name="adj1" fmla="val 1800000"/>
            <a:gd name="adj2" fmla="val 4200000"/>
            <a:gd name="adj3" fmla="val 3056"/>
          </a:avLst>
        </a:prstGeom>
        <a:gradFill rotWithShape="0">
          <a:gsLst>
            <a:gs pos="0">
              <a:schemeClr val="accent5">
                <a:hueOff val="-3725204"/>
                <a:satOff val="14929"/>
                <a:lumOff val="3235"/>
                <a:alphaOff val="0"/>
                <a:shade val="51000"/>
                <a:satMod val="130000"/>
              </a:schemeClr>
            </a:gs>
            <a:gs pos="80000">
              <a:schemeClr val="accent5">
                <a:hueOff val="-3725204"/>
                <a:satOff val="14929"/>
                <a:lumOff val="3235"/>
                <a:alphaOff val="0"/>
                <a:shade val="93000"/>
                <a:satMod val="130000"/>
              </a:schemeClr>
            </a:gs>
            <a:gs pos="100000">
              <a:schemeClr val="accent5">
                <a:hueOff val="-3725204"/>
                <a:satOff val="14929"/>
                <a:lumOff val="323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4C8C30-ABF3-481E-A5EC-CC9C86413555}">
      <dsp:nvSpPr>
        <dsp:cNvPr id="0" name=""/>
        <dsp:cNvSpPr/>
      </dsp:nvSpPr>
      <dsp:spPr>
        <a:xfrm>
          <a:off x="1707676" y="436254"/>
          <a:ext cx="4991489" cy="4991489"/>
        </a:xfrm>
        <a:prstGeom prst="blockArc">
          <a:avLst>
            <a:gd name="adj1" fmla="val 21000000"/>
            <a:gd name="adj2" fmla="val 1800000"/>
            <a:gd name="adj3" fmla="val 3056"/>
          </a:avLst>
        </a:prstGeom>
        <a:gradFill rotWithShape="0">
          <a:gsLst>
            <a:gs pos="0">
              <a:schemeClr val="accent5">
                <a:hueOff val="-2483469"/>
                <a:satOff val="9953"/>
                <a:lumOff val="2157"/>
                <a:alphaOff val="0"/>
                <a:shade val="51000"/>
                <a:satMod val="130000"/>
              </a:schemeClr>
            </a:gs>
            <a:gs pos="80000">
              <a:schemeClr val="accent5">
                <a:hueOff val="-2483469"/>
                <a:satOff val="9953"/>
                <a:lumOff val="2157"/>
                <a:alphaOff val="0"/>
                <a:shade val="93000"/>
                <a:satMod val="130000"/>
              </a:schemeClr>
            </a:gs>
            <a:gs pos="100000">
              <a:schemeClr val="accent5">
                <a:hueOff val="-2483469"/>
                <a:satOff val="9953"/>
                <a:lumOff val="215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9F469AA-63F1-4465-8D51-16C9F4BB139C}">
      <dsp:nvSpPr>
        <dsp:cNvPr id="0" name=""/>
        <dsp:cNvSpPr/>
      </dsp:nvSpPr>
      <dsp:spPr>
        <a:xfrm>
          <a:off x="1707676" y="436254"/>
          <a:ext cx="4991489" cy="4991489"/>
        </a:xfrm>
        <a:prstGeom prst="blockArc">
          <a:avLst>
            <a:gd name="adj1" fmla="val 18600000"/>
            <a:gd name="adj2" fmla="val 21000000"/>
            <a:gd name="adj3" fmla="val 3056"/>
          </a:avLst>
        </a:prstGeom>
        <a:gradFill rotWithShape="0">
          <a:gsLst>
            <a:gs pos="0">
              <a:schemeClr val="accent5">
                <a:hueOff val="-1241735"/>
                <a:satOff val="4976"/>
                <a:lumOff val="1078"/>
                <a:alphaOff val="0"/>
                <a:shade val="51000"/>
                <a:satMod val="130000"/>
              </a:schemeClr>
            </a:gs>
            <a:gs pos="80000">
              <a:schemeClr val="accent5">
                <a:hueOff val="-1241735"/>
                <a:satOff val="4976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5">
                <a:hueOff val="-1241735"/>
                <a:satOff val="4976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15D1AFC-89E7-459E-8C77-78552D913EE4}">
      <dsp:nvSpPr>
        <dsp:cNvPr id="0" name=""/>
        <dsp:cNvSpPr/>
      </dsp:nvSpPr>
      <dsp:spPr>
        <a:xfrm>
          <a:off x="1707676" y="436254"/>
          <a:ext cx="4991489" cy="4991489"/>
        </a:xfrm>
        <a:prstGeom prst="blockArc">
          <a:avLst>
            <a:gd name="adj1" fmla="val 16200000"/>
            <a:gd name="adj2" fmla="val 18600000"/>
            <a:gd name="adj3" fmla="val 3056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C9B972C-C979-4D1C-80CD-C0A962BF605E}">
      <dsp:nvSpPr>
        <dsp:cNvPr id="0" name=""/>
        <dsp:cNvSpPr/>
      </dsp:nvSpPr>
      <dsp:spPr>
        <a:xfrm>
          <a:off x="3438287" y="2232249"/>
          <a:ext cx="1530266" cy="1399499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800" b="1" i="0" u="none" strike="noStrike" kern="1200" cap="none" normalizeH="0" baseline="0" dirty="0" smtClean="0">
              <a:ln/>
              <a:solidFill>
                <a:schemeClr val="bg1"/>
              </a:solidFill>
              <a:effectLst/>
              <a:latin typeface="Arial" charset="0"/>
            </a:rPr>
            <a:t>Main Headings</a:t>
          </a:r>
        </a:p>
      </dsp:txBody>
      <dsp:txXfrm>
        <a:off x="3662389" y="2437201"/>
        <a:ext cx="1082062" cy="989595"/>
      </dsp:txXfrm>
    </dsp:sp>
    <dsp:sp modelId="{D818C518-3FA0-463D-8148-B4AF6839E9CC}">
      <dsp:nvSpPr>
        <dsp:cNvPr id="0" name=""/>
        <dsp:cNvSpPr/>
      </dsp:nvSpPr>
      <dsp:spPr>
        <a:xfrm>
          <a:off x="3517505" y="-55217"/>
          <a:ext cx="1371831" cy="1059206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ZA" sz="900" b="1" kern="1200" dirty="0" smtClean="0"/>
            <a:t>1. Abstract/Executive Summary</a:t>
          </a:r>
          <a:endParaRPr lang="en-ZA" sz="900" b="1" kern="1200" dirty="0"/>
        </a:p>
      </dsp:txBody>
      <dsp:txXfrm>
        <a:off x="3718405" y="99900"/>
        <a:ext cx="970031" cy="748972"/>
      </dsp:txXfrm>
    </dsp:sp>
    <dsp:sp modelId="{C58F9474-0EEB-471A-A993-29AD28F4EE11}">
      <dsp:nvSpPr>
        <dsp:cNvPr id="0" name=""/>
        <dsp:cNvSpPr/>
      </dsp:nvSpPr>
      <dsp:spPr>
        <a:xfrm>
          <a:off x="5069296" y="648713"/>
          <a:ext cx="1427694" cy="801289"/>
        </a:xfrm>
        <a:prstGeom prst="ellipse">
          <a:avLst/>
        </a:prstGeom>
        <a:gradFill rotWithShape="0">
          <a:gsLst>
            <a:gs pos="0">
              <a:schemeClr val="accent5">
                <a:hueOff val="-1241735"/>
                <a:satOff val="4976"/>
                <a:lumOff val="1078"/>
                <a:alphaOff val="0"/>
                <a:shade val="51000"/>
                <a:satMod val="130000"/>
              </a:schemeClr>
            </a:gs>
            <a:gs pos="80000">
              <a:schemeClr val="accent5">
                <a:hueOff val="-1241735"/>
                <a:satOff val="4976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5">
                <a:hueOff val="-1241735"/>
                <a:satOff val="4976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000" b="1" i="0" u="none" strike="noStrike" kern="1200" cap="none" normalizeH="0" baseline="0" dirty="0" smtClean="0">
              <a:ln/>
              <a:solidFill>
                <a:schemeClr val="bg1"/>
              </a:solidFill>
              <a:effectLst/>
              <a:latin typeface="Arial" charset="0"/>
            </a:rPr>
            <a:t>2.Introduction</a:t>
          </a:r>
        </a:p>
      </dsp:txBody>
      <dsp:txXfrm>
        <a:off x="5278377" y="766059"/>
        <a:ext cx="1009532" cy="566597"/>
      </dsp:txXfrm>
    </dsp:sp>
    <dsp:sp modelId="{31D5F8BD-7E2A-4587-A197-1E0E9E28CFD6}">
      <dsp:nvSpPr>
        <dsp:cNvPr id="0" name=""/>
        <dsp:cNvSpPr/>
      </dsp:nvSpPr>
      <dsp:spPr>
        <a:xfrm>
          <a:off x="5903457" y="1975635"/>
          <a:ext cx="1440478" cy="1059206"/>
        </a:xfrm>
        <a:prstGeom prst="ellipse">
          <a:avLst/>
        </a:prstGeom>
        <a:gradFill rotWithShape="0">
          <a:gsLst>
            <a:gs pos="0">
              <a:schemeClr val="accent5">
                <a:hueOff val="-2483469"/>
                <a:satOff val="9953"/>
                <a:lumOff val="2157"/>
                <a:alphaOff val="0"/>
                <a:shade val="51000"/>
                <a:satMod val="130000"/>
              </a:schemeClr>
            </a:gs>
            <a:gs pos="80000">
              <a:schemeClr val="accent5">
                <a:hueOff val="-2483469"/>
                <a:satOff val="9953"/>
                <a:lumOff val="2157"/>
                <a:alphaOff val="0"/>
                <a:shade val="93000"/>
                <a:satMod val="130000"/>
              </a:schemeClr>
            </a:gs>
            <a:gs pos="100000">
              <a:schemeClr val="accent5">
                <a:hueOff val="-2483469"/>
                <a:satOff val="9953"/>
                <a:lumOff val="215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000" b="1" i="0" u="none" strike="noStrike" kern="1200" cap="none" normalizeH="0" baseline="0" dirty="0" smtClean="0">
              <a:ln/>
              <a:solidFill>
                <a:schemeClr val="bg1"/>
              </a:solidFill>
              <a:effectLst/>
              <a:latin typeface="Arial" charset="0"/>
            </a:rPr>
            <a:t>3. Procedure/Data Collection Methods </a:t>
          </a:r>
        </a:p>
      </dsp:txBody>
      <dsp:txXfrm>
        <a:off x="6114410" y="2130752"/>
        <a:ext cx="1018572" cy="748972"/>
      </dsp:txXfrm>
    </dsp:sp>
    <dsp:sp modelId="{1FB55D63-4096-4A1A-BE58-0540F757C1C3}">
      <dsp:nvSpPr>
        <dsp:cNvPr id="0" name=""/>
        <dsp:cNvSpPr/>
      </dsp:nvSpPr>
      <dsp:spPr>
        <a:xfrm>
          <a:off x="5608597" y="3631202"/>
          <a:ext cx="1446357" cy="1059206"/>
        </a:xfrm>
        <a:prstGeom prst="ellipse">
          <a:avLst/>
        </a:prstGeom>
        <a:gradFill rotWithShape="0">
          <a:gsLst>
            <a:gs pos="0">
              <a:schemeClr val="accent5">
                <a:hueOff val="-3725204"/>
                <a:satOff val="14929"/>
                <a:lumOff val="3235"/>
                <a:alphaOff val="0"/>
                <a:shade val="51000"/>
                <a:satMod val="130000"/>
              </a:schemeClr>
            </a:gs>
            <a:gs pos="80000">
              <a:schemeClr val="accent5">
                <a:hueOff val="-3725204"/>
                <a:satOff val="14929"/>
                <a:lumOff val="3235"/>
                <a:alphaOff val="0"/>
                <a:shade val="93000"/>
                <a:satMod val="130000"/>
              </a:schemeClr>
            </a:gs>
            <a:gs pos="100000">
              <a:schemeClr val="accent5">
                <a:hueOff val="-3725204"/>
                <a:satOff val="14929"/>
                <a:lumOff val="323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000" b="1" i="0" u="none" strike="noStrike" kern="1200" cap="none" normalizeH="0" baseline="0" dirty="0" smtClean="0">
              <a:ln/>
              <a:solidFill>
                <a:schemeClr val="bg1"/>
              </a:solidFill>
              <a:effectLst/>
              <a:latin typeface="Arial" charset="0"/>
            </a:rPr>
            <a:t>4. Findings</a:t>
          </a:r>
        </a:p>
      </dsp:txBody>
      <dsp:txXfrm>
        <a:off x="5820411" y="3786319"/>
        <a:ext cx="1022729" cy="748972"/>
      </dsp:txXfrm>
    </dsp:sp>
    <dsp:sp modelId="{7DA7CB10-089E-4857-A94D-F276E4540F4C}">
      <dsp:nvSpPr>
        <dsp:cNvPr id="0" name=""/>
        <dsp:cNvSpPr/>
      </dsp:nvSpPr>
      <dsp:spPr>
        <a:xfrm>
          <a:off x="4255299" y="4622092"/>
          <a:ext cx="1577349" cy="1238615"/>
        </a:xfrm>
        <a:prstGeom prst="ellipse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shade val="51000"/>
                <a:satMod val="130000"/>
              </a:schemeClr>
            </a:gs>
            <a:gs pos="80000">
              <a:schemeClr val="accent5">
                <a:hueOff val="-4966938"/>
                <a:satOff val="19906"/>
                <a:lumOff val="4314"/>
                <a:alphaOff val="0"/>
                <a:shade val="93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ZA" sz="900" b="1" i="0" kern="1200" dirty="0" smtClean="0"/>
            <a:t>5. Discussion</a:t>
          </a:r>
          <a:endParaRPr lang="en-ZA" sz="900" b="1" i="0" kern="1200" dirty="0"/>
        </a:p>
      </dsp:txBody>
      <dsp:txXfrm>
        <a:off x="4486296" y="4803483"/>
        <a:ext cx="1115355" cy="875833"/>
      </dsp:txXfrm>
    </dsp:sp>
    <dsp:sp modelId="{5D5DA7E2-5517-463A-BBF0-CE01050CC5F0}">
      <dsp:nvSpPr>
        <dsp:cNvPr id="0" name=""/>
        <dsp:cNvSpPr/>
      </dsp:nvSpPr>
      <dsp:spPr>
        <a:xfrm>
          <a:off x="2664294" y="4594934"/>
          <a:ext cx="1397146" cy="1292931"/>
        </a:xfrm>
        <a:prstGeom prst="ellipse">
          <a:avLst/>
        </a:prstGeom>
        <a:gradFill rotWithShape="0">
          <a:gsLst>
            <a:gs pos="0">
              <a:schemeClr val="accent5">
                <a:hueOff val="-6208672"/>
                <a:satOff val="24882"/>
                <a:lumOff val="5392"/>
                <a:alphaOff val="0"/>
                <a:shade val="51000"/>
                <a:satMod val="130000"/>
              </a:schemeClr>
            </a:gs>
            <a:gs pos="80000">
              <a:schemeClr val="accent5">
                <a:hueOff val="-6208672"/>
                <a:satOff val="24882"/>
                <a:lumOff val="5392"/>
                <a:alphaOff val="0"/>
                <a:shade val="93000"/>
                <a:satMod val="130000"/>
              </a:schemeClr>
            </a:gs>
            <a:gs pos="100000">
              <a:schemeClr val="accent5">
                <a:hueOff val="-6208672"/>
                <a:satOff val="24882"/>
                <a:lumOff val="539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000" b="1" i="0" u="none" strike="noStrike" kern="1200" cap="none" normalizeH="0" baseline="0" dirty="0" smtClean="0">
              <a:ln/>
              <a:solidFill>
                <a:schemeClr val="bg1"/>
              </a:solidFill>
              <a:effectLst/>
              <a:latin typeface="Arial" charset="0"/>
            </a:rPr>
            <a:t>6.Conclusions</a:t>
          </a:r>
        </a:p>
      </dsp:txBody>
      <dsp:txXfrm>
        <a:off x="2868901" y="4784279"/>
        <a:ext cx="987932" cy="914241"/>
      </dsp:txXfrm>
    </dsp:sp>
    <dsp:sp modelId="{F6807E8F-97DC-42E5-AAC5-D5B15AACB1BA}">
      <dsp:nvSpPr>
        <dsp:cNvPr id="0" name=""/>
        <dsp:cNvSpPr/>
      </dsp:nvSpPr>
      <dsp:spPr>
        <a:xfrm>
          <a:off x="1152130" y="3631202"/>
          <a:ext cx="1845868" cy="1059206"/>
        </a:xfrm>
        <a:prstGeom prst="ellipse">
          <a:avLst/>
        </a:prstGeom>
        <a:gradFill rotWithShape="0">
          <a:gsLst>
            <a:gs pos="0">
              <a:schemeClr val="accent5">
                <a:hueOff val="-7450407"/>
                <a:satOff val="29858"/>
                <a:lumOff val="6471"/>
                <a:alphaOff val="0"/>
                <a:shade val="51000"/>
                <a:satMod val="130000"/>
              </a:schemeClr>
            </a:gs>
            <a:gs pos="80000">
              <a:schemeClr val="accent5">
                <a:hueOff val="-7450407"/>
                <a:satOff val="29858"/>
                <a:lumOff val="6471"/>
                <a:alphaOff val="0"/>
                <a:shade val="93000"/>
                <a:satMod val="130000"/>
              </a:schemeClr>
            </a:gs>
            <a:gs pos="100000">
              <a:schemeClr val="accent5">
                <a:hueOff val="-7450407"/>
                <a:satOff val="29858"/>
                <a:lumOff val="647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000" b="1" i="0" u="none" strike="noStrike" kern="1200" cap="none" normalizeH="0" baseline="0" dirty="0" smtClean="0">
              <a:ln/>
              <a:solidFill>
                <a:schemeClr val="bg1"/>
              </a:solidFill>
              <a:effectLst/>
              <a:latin typeface="Arial" charset="0"/>
            </a:rPr>
            <a:t>7. Recommendations</a:t>
          </a:r>
        </a:p>
      </dsp:txBody>
      <dsp:txXfrm>
        <a:off x="1422451" y="3786319"/>
        <a:ext cx="1305226" cy="748972"/>
      </dsp:txXfrm>
    </dsp:sp>
    <dsp:sp modelId="{EC7BC7CA-D2C7-47F1-9B08-7E09A73E0C4B}">
      <dsp:nvSpPr>
        <dsp:cNvPr id="0" name=""/>
        <dsp:cNvSpPr/>
      </dsp:nvSpPr>
      <dsp:spPr>
        <a:xfrm>
          <a:off x="1008991" y="1975635"/>
          <a:ext cx="1548306" cy="1059206"/>
        </a:xfrm>
        <a:prstGeom prst="ellipse">
          <a:avLst/>
        </a:prstGeom>
        <a:gradFill rotWithShape="0">
          <a:gsLst>
            <a:gs pos="0">
              <a:schemeClr val="accent5">
                <a:hueOff val="-8692142"/>
                <a:satOff val="34835"/>
                <a:lumOff val="7549"/>
                <a:alphaOff val="0"/>
                <a:shade val="51000"/>
                <a:satMod val="130000"/>
              </a:schemeClr>
            </a:gs>
            <a:gs pos="80000">
              <a:schemeClr val="accent5">
                <a:hueOff val="-8692142"/>
                <a:satOff val="34835"/>
                <a:lumOff val="7549"/>
                <a:alphaOff val="0"/>
                <a:shade val="93000"/>
                <a:satMod val="130000"/>
              </a:schemeClr>
            </a:gs>
            <a:gs pos="100000">
              <a:schemeClr val="accent5">
                <a:hueOff val="-8692142"/>
                <a:satOff val="34835"/>
                <a:lumOff val="754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900" b="1" i="0" u="none" strike="noStrike" kern="1200" cap="none" normalizeH="0" baseline="0" dirty="0" smtClean="0">
              <a:ln/>
              <a:solidFill>
                <a:schemeClr val="bg1"/>
              </a:solidFill>
              <a:effectLst/>
              <a:latin typeface="Arial" charset="0"/>
            </a:rPr>
            <a:t>8. References</a:t>
          </a:r>
        </a:p>
      </dsp:txBody>
      <dsp:txXfrm>
        <a:off x="1235735" y="2130752"/>
        <a:ext cx="1094818" cy="748972"/>
      </dsp:txXfrm>
    </dsp:sp>
    <dsp:sp modelId="{1B8C4F32-A3D9-475A-B783-B0AF0F4678B8}">
      <dsp:nvSpPr>
        <dsp:cNvPr id="0" name=""/>
        <dsp:cNvSpPr/>
      </dsp:nvSpPr>
      <dsp:spPr>
        <a:xfrm>
          <a:off x="1975632" y="519754"/>
          <a:ext cx="1296130" cy="1059206"/>
        </a:xfrm>
        <a:prstGeom prst="ellipse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900" b="1" i="0" u="none" strike="noStrike" kern="1200" cap="none" normalizeH="0" baseline="0" dirty="0" smtClean="0">
              <a:ln/>
              <a:solidFill>
                <a:schemeClr val="bg1"/>
              </a:solidFill>
              <a:effectLst/>
              <a:latin typeface="Arial" charset="0"/>
            </a:rPr>
            <a:t>9.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900" b="1" i="0" u="none" strike="noStrike" kern="1200" cap="none" normalizeH="0" baseline="0" dirty="0" smtClean="0">
              <a:ln/>
              <a:solidFill>
                <a:schemeClr val="bg1"/>
              </a:solidFill>
              <a:effectLst/>
              <a:latin typeface="Arial" charset="0"/>
            </a:rPr>
            <a:t>Appendices</a:t>
          </a:r>
        </a:p>
      </dsp:txBody>
      <dsp:txXfrm>
        <a:off x="2165446" y="674871"/>
        <a:ext cx="916502" cy="7489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04F2-1B3C-4E94-8E44-50270368AE0A}" type="datetimeFigureOut">
              <a:rPr lang="en-US" smtClean="0"/>
              <a:pPr/>
              <a:t>5/12/2017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A51-D1CA-475B-BC38-CD87BE9013F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04F2-1B3C-4E94-8E44-50270368AE0A}" type="datetimeFigureOut">
              <a:rPr lang="en-US" smtClean="0"/>
              <a:pPr/>
              <a:t>5/12/2017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A51-D1CA-475B-BC38-CD87BE9013F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04F2-1B3C-4E94-8E44-50270368AE0A}" type="datetimeFigureOut">
              <a:rPr lang="en-US" smtClean="0"/>
              <a:pPr/>
              <a:t>5/12/2017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A51-D1CA-475B-BC38-CD87BE9013F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04F2-1B3C-4E94-8E44-50270368AE0A}" type="datetimeFigureOut">
              <a:rPr lang="en-US" smtClean="0"/>
              <a:pPr/>
              <a:t>5/12/2017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A51-D1CA-475B-BC38-CD87BE9013F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04F2-1B3C-4E94-8E44-50270368AE0A}" type="datetimeFigureOut">
              <a:rPr lang="en-US" smtClean="0"/>
              <a:pPr/>
              <a:t>5/12/2017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A51-D1CA-475B-BC38-CD87BE9013F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04F2-1B3C-4E94-8E44-50270368AE0A}" type="datetimeFigureOut">
              <a:rPr lang="en-US" smtClean="0"/>
              <a:pPr/>
              <a:t>5/12/2017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A51-D1CA-475B-BC38-CD87BE9013F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04F2-1B3C-4E94-8E44-50270368AE0A}" type="datetimeFigureOut">
              <a:rPr lang="en-US" smtClean="0"/>
              <a:pPr/>
              <a:t>5/12/2017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A51-D1CA-475B-BC38-CD87BE9013F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04F2-1B3C-4E94-8E44-50270368AE0A}" type="datetimeFigureOut">
              <a:rPr lang="en-US" smtClean="0"/>
              <a:pPr/>
              <a:t>5/12/2017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A51-D1CA-475B-BC38-CD87BE9013F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04F2-1B3C-4E94-8E44-50270368AE0A}" type="datetimeFigureOut">
              <a:rPr lang="en-US" smtClean="0"/>
              <a:pPr/>
              <a:t>5/12/2017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A51-D1CA-475B-BC38-CD87BE9013F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04F2-1B3C-4E94-8E44-50270368AE0A}" type="datetimeFigureOut">
              <a:rPr lang="en-US" smtClean="0"/>
              <a:pPr/>
              <a:t>5/12/2017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A51-D1CA-475B-BC38-CD87BE9013F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04F2-1B3C-4E94-8E44-50270368AE0A}" type="datetimeFigureOut">
              <a:rPr lang="en-US" smtClean="0"/>
              <a:pPr/>
              <a:t>5/12/2017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A51-D1CA-475B-BC38-CD87BE9013F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7104F2-1B3C-4E94-8E44-50270368AE0A}" type="datetimeFigureOut">
              <a:rPr lang="en-US" smtClean="0"/>
              <a:pPr/>
              <a:t>5/12/2017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94A51-D1CA-475B-BC38-CD87BE9013F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2132856"/>
            <a:ext cx="7772400" cy="2018655"/>
          </a:xfrm>
          <a:solidFill>
            <a:schemeClr val="accent3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rmAutofit/>
            <a:sp3d extrusionH="57150">
              <a:bevelT w="82550" h="38100" prst="coolSlant"/>
            </a:sp3d>
          </a:bodyPr>
          <a:lstStyle/>
          <a:p>
            <a:r>
              <a:rPr lang="en-US" sz="5400" b="1" dirty="0" smtClean="0"/>
              <a:t>Report Writing</a:t>
            </a:r>
            <a:endParaRPr lang="en-US" sz="5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bg1"/>
                </a:solidFill>
              </a:rPr>
              <a:t>.</a:t>
            </a:r>
            <a:endParaRPr lang="en-US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24744"/>
          </a:xfrm>
        </p:spPr>
        <p:txBody>
          <a:bodyPr/>
          <a:lstStyle/>
          <a:p>
            <a:r>
              <a:rPr lang="en-US" b="1" dirty="0" smtClean="0"/>
              <a:t>Report Writing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</a:pPr>
            <a:r>
              <a:rPr lang="en-US" dirty="0" smtClean="0"/>
              <a:t>A report is a document based on factual information.</a:t>
            </a:r>
          </a:p>
          <a:p>
            <a:pPr>
              <a:lnSpc>
                <a:spcPct val="80000"/>
              </a:lnSpc>
              <a:buNone/>
            </a:pP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dirty="0" smtClean="0"/>
              <a:t>It conveys a range of issues including problems and opportunities.</a:t>
            </a:r>
          </a:p>
          <a:p>
            <a:pPr>
              <a:lnSpc>
                <a:spcPct val="80000"/>
              </a:lnSpc>
            </a:pP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dirty="0" smtClean="0"/>
              <a:t>It is based on an </a:t>
            </a:r>
            <a:r>
              <a:rPr lang="en-US" b="1" dirty="0" smtClean="0"/>
              <a:t>investigation</a:t>
            </a:r>
            <a:r>
              <a:rPr lang="en-US" dirty="0" smtClean="0"/>
              <a:t>.</a:t>
            </a:r>
          </a:p>
          <a:p>
            <a:pPr>
              <a:lnSpc>
                <a:spcPct val="80000"/>
              </a:lnSpc>
              <a:buNone/>
            </a:pP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dirty="0" smtClean="0"/>
              <a:t>It is written in different styles and often has specific </a:t>
            </a:r>
            <a:r>
              <a:rPr lang="en-US" b="1" dirty="0" smtClean="0"/>
              <a:t>sections</a:t>
            </a:r>
            <a:r>
              <a:rPr lang="en-US" dirty="0" smtClean="0"/>
              <a:t>.</a:t>
            </a:r>
          </a:p>
          <a:p>
            <a:pPr>
              <a:lnSpc>
                <a:spcPct val="80000"/>
              </a:lnSpc>
              <a:buNone/>
            </a:pP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dirty="0" smtClean="0"/>
              <a:t>These sections usually have headings and sub-headings.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 </a:t>
            </a:r>
          </a:p>
          <a:p>
            <a:pPr>
              <a:lnSpc>
                <a:spcPct val="80000"/>
              </a:lnSpc>
            </a:pPr>
            <a:r>
              <a:rPr lang="en-US" dirty="0" smtClean="0"/>
              <a:t>The headings and sub-headings are differentiated by a clear numbering system.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Types of reports</a:t>
            </a:r>
            <a:endParaRPr lang="en-US" b="1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467544" y="1340768"/>
          <a:ext cx="8229600" cy="511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The report writing process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/>
          <a:lstStyle/>
          <a:p>
            <a:r>
              <a:rPr lang="en-US" dirty="0" smtClean="0"/>
              <a:t>.				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611560" y="1484784"/>
            <a:ext cx="2304256" cy="129614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1.</a:t>
            </a:r>
          </a:p>
          <a:p>
            <a:pPr algn="ctr"/>
            <a:r>
              <a:rPr lang="en-US" dirty="0" smtClean="0"/>
              <a:t>Before writing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2411760" y="2708920"/>
            <a:ext cx="2520280" cy="1368152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2. </a:t>
            </a:r>
          </a:p>
          <a:p>
            <a:pPr algn="ctr"/>
            <a:r>
              <a:rPr lang="en-US" dirty="0" smtClean="0"/>
              <a:t>Compiling data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4427984" y="3861048"/>
            <a:ext cx="2376264" cy="1418456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3. </a:t>
            </a:r>
          </a:p>
          <a:p>
            <a:pPr algn="ctr"/>
            <a:r>
              <a:rPr lang="en-US" dirty="0" smtClean="0"/>
              <a:t>Classifying data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372200" y="5157192"/>
            <a:ext cx="2376264" cy="127444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4. </a:t>
            </a:r>
          </a:p>
          <a:p>
            <a:pPr algn="ctr"/>
            <a:r>
              <a:rPr lang="en-US" dirty="0" smtClean="0"/>
              <a:t>Actual writing process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smtClean="0"/>
              <a:t>1. Before writing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ZA" dirty="0" smtClean="0"/>
              <a:t>1.1.	 Clarify instructions</a:t>
            </a:r>
          </a:p>
          <a:p>
            <a:pPr marL="0" indent="0">
              <a:buNone/>
            </a:pPr>
            <a:endParaRPr lang="en-ZA" dirty="0" smtClean="0"/>
          </a:p>
          <a:p>
            <a:pPr marL="0" indent="0">
              <a:buNone/>
            </a:pPr>
            <a:r>
              <a:rPr lang="en-ZA" dirty="0" smtClean="0"/>
              <a:t>1.2. 	Identify your audience</a:t>
            </a:r>
          </a:p>
          <a:p>
            <a:pPr marL="0" indent="0">
              <a:buNone/>
            </a:pPr>
            <a:endParaRPr lang="en-ZA" dirty="0" smtClean="0"/>
          </a:p>
          <a:p>
            <a:pPr marL="0" indent="0">
              <a:buNone/>
            </a:pPr>
            <a:r>
              <a:rPr lang="en-ZA" dirty="0" smtClean="0"/>
              <a:t>1.3. 	Determine your purpose</a:t>
            </a:r>
          </a:p>
        </p:txBody>
      </p:sp>
    </p:spTree>
    <p:extLst>
      <p:ext uri="{BB962C8B-B14F-4D97-AF65-F5344CB8AC3E}">
        <p14:creationId xmlns:p14="http://schemas.microsoft.com/office/powerpoint/2010/main" val="4074237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1. Before writing</a:t>
            </a:r>
            <a:br>
              <a:rPr lang="en-US" sz="3600" b="1" dirty="0" smtClean="0"/>
            </a:br>
            <a:r>
              <a:rPr lang="en-US" sz="3600" b="1" dirty="0" smtClean="0"/>
              <a:t>1.1. Clarifying your instructions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72608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buNone/>
            </a:pPr>
            <a:r>
              <a:rPr lang="en-US" sz="2400" dirty="0" smtClean="0">
                <a:solidFill>
                  <a:prstClr val="black"/>
                </a:solidFill>
              </a:rPr>
              <a:t>Before </a:t>
            </a:r>
            <a:r>
              <a:rPr lang="en-US" sz="2400" dirty="0">
                <a:solidFill>
                  <a:prstClr val="black"/>
                </a:solidFill>
              </a:rPr>
              <a:t>tackling the topic, examine the key </a:t>
            </a:r>
            <a:r>
              <a:rPr lang="en-US" sz="2400" dirty="0" smtClean="0">
                <a:solidFill>
                  <a:prstClr val="black"/>
                </a:solidFill>
              </a:rPr>
              <a:t>words </a:t>
            </a:r>
            <a:r>
              <a:rPr lang="en-US" sz="2400" dirty="0">
                <a:solidFill>
                  <a:prstClr val="black"/>
                </a:solidFill>
              </a:rPr>
              <a:t>in the topic. </a:t>
            </a:r>
            <a:endParaRPr lang="en-US" sz="2400" dirty="0" smtClean="0">
              <a:solidFill>
                <a:prstClr val="black"/>
              </a:solidFill>
            </a:endParaRPr>
          </a:p>
          <a:p>
            <a:pPr marL="0" lvl="0" indent="0">
              <a:lnSpc>
                <a:spcPct val="90000"/>
              </a:lnSpc>
              <a:buNone/>
            </a:pPr>
            <a:endParaRPr lang="en-US" sz="2400" dirty="0" smtClean="0">
              <a:solidFill>
                <a:prstClr val="black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000" dirty="0" smtClean="0"/>
              <a:t>Circle </a:t>
            </a:r>
            <a:r>
              <a:rPr lang="en-US" sz="2000" u="sng" dirty="0"/>
              <a:t>instruction</a:t>
            </a:r>
            <a:r>
              <a:rPr lang="en-US" sz="2000" dirty="0"/>
              <a:t> words.</a:t>
            </a:r>
          </a:p>
          <a:p>
            <a:pPr>
              <a:buNone/>
            </a:pPr>
            <a:endParaRPr lang="en-US" sz="2000" dirty="0"/>
          </a:p>
          <a:p>
            <a:r>
              <a:rPr lang="en-US" sz="2000" dirty="0"/>
              <a:t>Circle </a:t>
            </a:r>
            <a:r>
              <a:rPr lang="en-US" sz="2000" u="sng" dirty="0"/>
              <a:t>content</a:t>
            </a:r>
            <a:r>
              <a:rPr lang="en-US" sz="2000" dirty="0"/>
              <a:t> words.</a:t>
            </a:r>
          </a:p>
          <a:p>
            <a:pPr>
              <a:buNone/>
            </a:pPr>
            <a:endParaRPr lang="en-US" sz="2000" dirty="0"/>
          </a:p>
          <a:p>
            <a:r>
              <a:rPr lang="en-US" sz="2000" dirty="0"/>
              <a:t>Underline important </a:t>
            </a:r>
            <a:r>
              <a:rPr lang="en-US" sz="2000" u="sng" dirty="0"/>
              <a:t>limiting</a:t>
            </a:r>
            <a:r>
              <a:rPr lang="en-US" sz="2000" dirty="0"/>
              <a:t> words.</a:t>
            </a:r>
          </a:p>
          <a:p>
            <a:endParaRPr lang="en-US" sz="2000" dirty="0"/>
          </a:p>
          <a:p>
            <a:r>
              <a:rPr lang="en-US" sz="2000" dirty="0"/>
              <a:t>Look up any </a:t>
            </a:r>
            <a:r>
              <a:rPr lang="en-US" sz="2000" u="sng" dirty="0"/>
              <a:t>unfamiliar</a:t>
            </a:r>
            <a:r>
              <a:rPr lang="en-US" sz="2000" dirty="0"/>
              <a:t> words in the dictionary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pPr marL="457200" lvl="1" indent="0">
              <a:buNone/>
            </a:pPr>
            <a:endParaRPr lang="en-US" sz="1800" dirty="0" smtClean="0"/>
          </a:p>
          <a:p>
            <a:pPr lvl="1">
              <a:buFontTx/>
              <a:buChar char="-"/>
            </a:pPr>
            <a:endParaRPr lang="en-US" sz="1800" dirty="0" smtClean="0"/>
          </a:p>
          <a:p>
            <a:endParaRPr lang="en-US" dirty="0" smtClean="0"/>
          </a:p>
          <a:p>
            <a:endParaRPr lang="en-US" dirty="0"/>
          </a:p>
          <a:p>
            <a:pPr marL="0" lvl="0" indent="0">
              <a:lnSpc>
                <a:spcPct val="90000"/>
              </a:lnSpc>
              <a:buNone/>
            </a:pPr>
            <a:endParaRPr lang="en-US" b="1" dirty="0">
              <a:solidFill>
                <a:prstClr val="black"/>
              </a:solidFill>
            </a:endParaRPr>
          </a:p>
          <a:p>
            <a:pPr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75240" cy="936104"/>
          </a:xfrm>
        </p:spPr>
        <p:txBody>
          <a:bodyPr/>
          <a:lstStyle/>
          <a:p>
            <a:r>
              <a:rPr lang="en-ZA" b="1" dirty="0" smtClean="0"/>
              <a:t>1.2. Identifying your audience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70000" lnSpcReduction="20000"/>
          </a:bodyPr>
          <a:lstStyle/>
          <a:p>
            <a:r>
              <a:rPr lang="en-US" dirty="0"/>
              <a:t>It is the person you are writing for.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It is the  reader of your writing.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You are the first reader of your own writing.</a:t>
            </a:r>
          </a:p>
          <a:p>
            <a:pPr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 smtClean="0"/>
              <a:t>Examples:</a:t>
            </a:r>
          </a:p>
          <a:p>
            <a:pPr marL="0" indent="0">
              <a:buNone/>
            </a:pPr>
            <a:r>
              <a:rPr lang="en-US" dirty="0" smtClean="0"/>
              <a:t>	Your lecturer/thesis supervisor/online 	followers/manager/clients/colleagues/civic societies/peers in 	specialised field/newspaper or magazine subscribers etc.</a:t>
            </a:r>
            <a:endParaRPr lang="en-US" dirty="0"/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8965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36104"/>
          </a:xfrm>
        </p:spPr>
        <p:txBody>
          <a:bodyPr/>
          <a:lstStyle/>
          <a:p>
            <a:r>
              <a:rPr lang="en-ZA" b="1" dirty="0" smtClean="0"/>
              <a:t>1.3. Determine your purpose 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752528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77500" lnSpcReduction="20000"/>
          </a:bodyPr>
          <a:lstStyle/>
          <a:p>
            <a:r>
              <a:rPr lang="en-US" dirty="0"/>
              <a:t>Why are you writing ? </a:t>
            </a:r>
          </a:p>
          <a:p>
            <a:r>
              <a:rPr lang="en-US" dirty="0"/>
              <a:t>To </a:t>
            </a:r>
            <a:r>
              <a:rPr lang="en-US" dirty="0" smtClean="0"/>
              <a:t>inform?</a:t>
            </a:r>
            <a:endParaRPr lang="en-US" dirty="0"/>
          </a:p>
          <a:p>
            <a:r>
              <a:rPr lang="en-US" dirty="0"/>
              <a:t>To </a:t>
            </a:r>
            <a:r>
              <a:rPr lang="en-US" dirty="0" smtClean="0"/>
              <a:t>persuade? </a:t>
            </a:r>
            <a:endParaRPr lang="en-US" dirty="0"/>
          </a:p>
          <a:p>
            <a:r>
              <a:rPr lang="en-US" dirty="0"/>
              <a:t>To </a:t>
            </a:r>
            <a:r>
              <a:rPr lang="en-US" dirty="0" smtClean="0"/>
              <a:t>entertain?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purpose  will affect your entire  writing approach-style, tone, content etc.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The purpose  will lead you to appropriate  information.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It will help with the organization and the development of  information.</a:t>
            </a:r>
          </a:p>
          <a:p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6326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 Compiling data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Your data should be based solely on </a:t>
            </a:r>
            <a:r>
              <a:rPr lang="en-US" b="1" dirty="0" smtClean="0"/>
              <a:t>appropriate </a:t>
            </a:r>
            <a:r>
              <a:rPr lang="en-US" dirty="0" smtClean="0"/>
              <a:t>and</a:t>
            </a:r>
            <a:r>
              <a:rPr lang="en-US" b="1" dirty="0" smtClean="0"/>
              <a:t> reliable </a:t>
            </a:r>
            <a:r>
              <a:rPr lang="en-US" dirty="0" smtClean="0"/>
              <a:t>information.</a:t>
            </a:r>
          </a:p>
          <a:p>
            <a:pPr>
              <a:lnSpc>
                <a:spcPct val="90000"/>
              </a:lnSpc>
              <a:buNone/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Data can be collected through </a:t>
            </a:r>
            <a:r>
              <a:rPr lang="en-US" b="1" dirty="0" smtClean="0"/>
              <a:t>primary</a:t>
            </a:r>
            <a:r>
              <a:rPr lang="en-US" dirty="0" smtClean="0"/>
              <a:t> research methods 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personal interviews, focus groups, questionnaires, surveys, testing, observations, meetings etc.</a:t>
            </a:r>
          </a:p>
          <a:p>
            <a:pPr>
              <a:lnSpc>
                <a:spcPct val="90000"/>
              </a:lnSpc>
              <a:buNone/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Or through </a:t>
            </a:r>
            <a:r>
              <a:rPr lang="en-US" b="1" dirty="0" smtClean="0"/>
              <a:t>secondary</a:t>
            </a:r>
            <a:r>
              <a:rPr lang="en-US" dirty="0" smtClean="0"/>
              <a:t> research methods 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books, journal articles, internet searches, company records etc.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/>
          <a:lstStyle/>
          <a:p>
            <a:r>
              <a:rPr lang="en-US" b="1" dirty="0" smtClean="0"/>
              <a:t>Compiling data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00600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US" sz="2000" dirty="0" smtClean="0"/>
              <a:t>As discussed in our Research Guidelines lesson, </a:t>
            </a:r>
            <a:r>
              <a:rPr lang="en-US" sz="2000" dirty="0"/>
              <a:t>i</a:t>
            </a:r>
            <a:r>
              <a:rPr lang="en-US" sz="2000" dirty="0" smtClean="0"/>
              <a:t>nformation collected is either </a:t>
            </a:r>
            <a:r>
              <a:rPr lang="en-US" sz="2000" b="1" dirty="0" smtClean="0"/>
              <a:t>QUANTITATIVE</a:t>
            </a:r>
            <a:r>
              <a:rPr lang="en-US" sz="2000" dirty="0" smtClean="0"/>
              <a:t> or </a:t>
            </a:r>
            <a:r>
              <a:rPr lang="en-US" sz="2000" b="1" dirty="0" smtClean="0"/>
              <a:t>QUALITATIVE</a:t>
            </a:r>
            <a:r>
              <a:rPr lang="en-US" sz="2000" dirty="0" smtClean="0"/>
              <a:t> in nature.</a:t>
            </a:r>
          </a:p>
          <a:p>
            <a:pPr>
              <a:buNone/>
            </a:pPr>
            <a:endParaRPr lang="en-US" sz="2000" dirty="0" smtClean="0"/>
          </a:p>
          <a:p>
            <a:r>
              <a:rPr lang="en-US" sz="2000" b="1" dirty="0" smtClean="0"/>
              <a:t>Quantitative</a:t>
            </a:r>
            <a:r>
              <a:rPr lang="en-US" sz="2000" dirty="0" smtClean="0"/>
              <a:t> research depends on numbers and statistical procedures. </a:t>
            </a:r>
          </a:p>
          <a:p>
            <a:pPr>
              <a:buNone/>
            </a:pPr>
            <a:r>
              <a:rPr lang="en-US" sz="2000" dirty="0" smtClean="0"/>
              <a:t>		For example, a household income survey is a quantitative survey that 	looks at the average household income in an area. </a:t>
            </a:r>
          </a:p>
          <a:p>
            <a:pPr>
              <a:buNone/>
            </a:pPr>
            <a:endParaRPr lang="en-US" sz="2000" dirty="0" smtClean="0"/>
          </a:p>
          <a:p>
            <a:endParaRPr lang="en-US" sz="2000" dirty="0" smtClean="0"/>
          </a:p>
          <a:p>
            <a:r>
              <a:rPr lang="en-US" sz="2000" b="1" dirty="0" smtClean="0"/>
              <a:t>Qualitative</a:t>
            </a:r>
            <a:r>
              <a:rPr lang="en-US" sz="2000" dirty="0" smtClean="0"/>
              <a:t> research is based on observations of behavior, participants' reports of how they or their lives have changed.	</a:t>
            </a:r>
          </a:p>
          <a:p>
            <a:pPr>
              <a:buNone/>
            </a:pPr>
            <a:r>
              <a:rPr lang="en-US" sz="2000" dirty="0" smtClean="0"/>
              <a:t>			 </a:t>
            </a:r>
          </a:p>
          <a:p>
            <a:pPr>
              <a:buNone/>
            </a:pPr>
            <a:r>
              <a:rPr lang="en-US" sz="2000" dirty="0" smtClean="0"/>
              <a:t>		For example, the Department of Transport may want to find out the 	 impact of its Arrive Alive Campaign using a qualitative study in areas 	that are usually high accident zones. Here the researchers will 	observe how road users conduct themselves in these areas and in 	addition speak to a sample of them to find out what impact the 	television and radio advertisements have had on their behavior on 	the roads etc.</a:t>
            </a:r>
            <a:r>
              <a:rPr lang="en-US" sz="1600" dirty="0" smtClean="0"/>
              <a:t> 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3. Classifying data: organising your information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467715939"/>
              </p:ext>
            </p:extLst>
          </p:nvPr>
        </p:nvGraphicFramePr>
        <p:xfrm>
          <a:off x="467544" y="836712"/>
          <a:ext cx="8352928" cy="5832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008112"/>
          </a:xfrm>
        </p:spPr>
        <p:txBody>
          <a:bodyPr/>
          <a:lstStyle/>
          <a:p>
            <a:r>
              <a:rPr lang="en-ZA" b="1" dirty="0" smtClean="0"/>
              <a:t>3.1. Abstract/Executive Summary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968552"/>
          </a:xfrm>
          <a:solidFill>
            <a:schemeClr val="accent3">
              <a:lumMod val="40000"/>
              <a:lumOff val="60000"/>
            </a:schemeClr>
          </a:solidFill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Provides </a:t>
            </a:r>
            <a:r>
              <a:rPr lang="en-US" dirty="0"/>
              <a:t>a </a:t>
            </a:r>
            <a:r>
              <a:rPr lang="en-US" b="1" dirty="0"/>
              <a:t>summary</a:t>
            </a:r>
            <a:r>
              <a:rPr lang="en-US" dirty="0"/>
              <a:t> of the whole </a:t>
            </a:r>
            <a:r>
              <a:rPr lang="en-US" dirty="0" smtClean="0"/>
              <a:t>report.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Outlines </a:t>
            </a:r>
          </a:p>
          <a:p>
            <a:pPr lvl="1"/>
            <a:r>
              <a:rPr lang="en-US" dirty="0" smtClean="0"/>
              <a:t>purpose </a:t>
            </a:r>
          </a:p>
          <a:p>
            <a:pPr lvl="1"/>
            <a:r>
              <a:rPr lang="en-US" dirty="0" smtClean="0"/>
              <a:t>research method </a:t>
            </a:r>
          </a:p>
          <a:p>
            <a:pPr lvl="1"/>
            <a:r>
              <a:rPr lang="en-US" dirty="0" smtClean="0"/>
              <a:t>findings </a:t>
            </a:r>
          </a:p>
          <a:p>
            <a:pPr lvl="1"/>
            <a:r>
              <a:rPr lang="en-US" dirty="0" smtClean="0"/>
              <a:t>main </a:t>
            </a:r>
            <a:r>
              <a:rPr lang="en-US" dirty="0"/>
              <a:t>conclusions </a:t>
            </a:r>
            <a:endParaRPr lang="en-US" dirty="0" smtClean="0"/>
          </a:p>
          <a:p>
            <a:pPr lvl="1"/>
            <a:r>
              <a:rPr lang="en-ZA" dirty="0" smtClean="0"/>
              <a:t>recommendations</a:t>
            </a:r>
          </a:p>
          <a:p>
            <a:pPr marL="0" indent="0">
              <a:buNone/>
            </a:pPr>
            <a:endParaRPr lang="en-ZA" dirty="0"/>
          </a:p>
          <a:p>
            <a:r>
              <a:rPr lang="en-ZA" dirty="0"/>
              <a:t>Mainly past </a:t>
            </a:r>
            <a:r>
              <a:rPr lang="en-ZA" dirty="0" smtClean="0"/>
              <a:t>tense</a:t>
            </a:r>
          </a:p>
          <a:p>
            <a:endParaRPr lang="en-ZA" dirty="0"/>
          </a:p>
          <a:p>
            <a:r>
              <a:rPr lang="en-ZA" dirty="0"/>
              <a:t>Written </a:t>
            </a:r>
            <a:r>
              <a:rPr lang="en-ZA" dirty="0" smtClean="0"/>
              <a:t>last (but placed at the very beginning of the report).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69994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3.2. 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Outlines </a:t>
            </a:r>
          </a:p>
          <a:p>
            <a:pPr lvl="1"/>
            <a:r>
              <a:rPr lang="en-US" dirty="0" smtClean="0"/>
              <a:t>context</a:t>
            </a:r>
          </a:p>
          <a:p>
            <a:pPr lvl="1"/>
            <a:r>
              <a:rPr lang="en-US" dirty="0" smtClean="0"/>
              <a:t>background </a:t>
            </a:r>
          </a:p>
          <a:p>
            <a:pPr lvl="1"/>
            <a:r>
              <a:rPr lang="en-US" dirty="0" smtClean="0"/>
              <a:t>purpose</a:t>
            </a:r>
          </a:p>
          <a:p>
            <a:endParaRPr lang="en-US" dirty="0" smtClean="0"/>
          </a:p>
          <a:p>
            <a:r>
              <a:rPr lang="en-US" dirty="0"/>
              <a:t>Defines terms and sets limits of the research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States who requested the report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When it  was requested and the due date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Mainly </a:t>
            </a:r>
            <a:r>
              <a:rPr lang="en-US" dirty="0"/>
              <a:t>uses past tense and can be written later although presented </a:t>
            </a:r>
            <a:r>
              <a:rPr lang="en-US" dirty="0" smtClean="0"/>
              <a:t>first (after abstract).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3.3. Procedure/Data Collection Methods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92500"/>
          </a:bodyPr>
          <a:lstStyle/>
          <a:p>
            <a:r>
              <a:rPr lang="en-US" dirty="0" smtClean="0"/>
              <a:t>Explain how you have collected your information.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Mention the number of participants involved.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State when and where the investigation was done.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Describe the</a:t>
            </a:r>
            <a:r>
              <a:rPr lang="en-US" dirty="0"/>
              <a:t> </a:t>
            </a:r>
            <a:r>
              <a:rPr lang="en-US" dirty="0" smtClean="0"/>
              <a:t>tools for collecting information.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36104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3.3. Findings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They are the </a:t>
            </a:r>
            <a:r>
              <a:rPr lang="en-US" b="1" dirty="0" smtClean="0"/>
              <a:t>results</a:t>
            </a:r>
            <a:r>
              <a:rPr lang="en-US" dirty="0" smtClean="0"/>
              <a:t> of your investigation.</a:t>
            </a:r>
          </a:p>
          <a:p>
            <a:pPr>
              <a:lnSpc>
                <a:spcPct val="90000"/>
              </a:lnSpc>
              <a:buNone/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This section records the </a:t>
            </a:r>
            <a:r>
              <a:rPr lang="en-US" b="1" dirty="0" smtClean="0"/>
              <a:t>facts</a:t>
            </a:r>
            <a:r>
              <a:rPr lang="en-US" dirty="0" smtClean="0"/>
              <a:t> of your investigation.</a:t>
            </a:r>
          </a:p>
          <a:p>
            <a:pPr lvl="1"/>
            <a:r>
              <a:rPr lang="en-ZA" dirty="0" smtClean="0"/>
              <a:t>Facts </a:t>
            </a:r>
            <a:r>
              <a:rPr lang="en-ZA" dirty="0"/>
              <a:t>only - no </a:t>
            </a:r>
            <a:r>
              <a:rPr lang="en-ZA" dirty="0" smtClean="0"/>
              <a:t>interpretation</a:t>
            </a:r>
          </a:p>
          <a:p>
            <a:pPr marL="457200" lvl="1" indent="0">
              <a:buNone/>
            </a:pPr>
            <a:endParaRPr lang="en-ZA" dirty="0"/>
          </a:p>
          <a:p>
            <a:r>
              <a:rPr lang="en-ZA" dirty="0"/>
              <a:t>Uses </a:t>
            </a:r>
            <a:r>
              <a:rPr lang="en-ZA" b="1" dirty="0"/>
              <a:t>graphic</a:t>
            </a:r>
            <a:r>
              <a:rPr lang="en-ZA" dirty="0"/>
              <a:t> form (</a:t>
            </a:r>
            <a:r>
              <a:rPr lang="en-ZA" dirty="0" err="1"/>
              <a:t>eg</a:t>
            </a:r>
            <a:r>
              <a:rPr lang="en-ZA" dirty="0"/>
              <a:t>. tables &amp; graphs)</a:t>
            </a:r>
            <a:endParaRPr lang="en-US" dirty="0" smtClean="0"/>
          </a:p>
          <a:p>
            <a:pPr>
              <a:lnSpc>
                <a:spcPct val="90000"/>
              </a:lnSpc>
              <a:buNone/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Your findings must be </a:t>
            </a:r>
            <a:r>
              <a:rPr lang="en-US" dirty="0" err="1" smtClean="0"/>
              <a:t>organised</a:t>
            </a:r>
            <a:r>
              <a:rPr lang="en-US" dirty="0" smtClean="0"/>
              <a:t> logically to enhance understanding of the information.</a:t>
            </a:r>
          </a:p>
          <a:p>
            <a:pPr>
              <a:lnSpc>
                <a:spcPct val="90000"/>
              </a:lnSpc>
              <a:buNone/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You can organise information using, sub-headings, numbering system, bullets etc.</a:t>
            </a:r>
          </a:p>
          <a:p>
            <a:pPr>
              <a:lnSpc>
                <a:spcPct val="90000"/>
              </a:lnSpc>
              <a:buNone/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The information can also be </a:t>
            </a:r>
            <a:r>
              <a:rPr lang="en-US" dirty="0" err="1" smtClean="0"/>
              <a:t>organised</a:t>
            </a:r>
            <a:r>
              <a:rPr lang="en-US" dirty="0" smtClean="0"/>
              <a:t> according to order of importance or chronologically.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smtClean="0"/>
              <a:t>3.4. Discussion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40000"/>
              <a:lumOff val="60000"/>
            </a:schemeClr>
          </a:solidFill>
        </p:spPr>
        <p:txBody>
          <a:bodyPr>
            <a:normAutofit fontScale="77500" lnSpcReduction="20000"/>
          </a:bodyPr>
          <a:lstStyle/>
          <a:p>
            <a:r>
              <a:rPr lang="en-US" dirty="0"/>
              <a:t>Presents an interpretation and evaluation of the results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Based on the facts and </a:t>
            </a:r>
            <a:r>
              <a:rPr lang="en-US" b="1" dirty="0">
                <a:solidFill>
                  <a:srgbClr val="FF0000"/>
                </a:solidFill>
              </a:rPr>
              <a:t>your interpretation </a:t>
            </a:r>
            <a:r>
              <a:rPr lang="en-US" dirty="0"/>
              <a:t>of those facts.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They give </a:t>
            </a:r>
            <a:r>
              <a:rPr lang="en-US" b="1" dirty="0">
                <a:solidFill>
                  <a:srgbClr val="FF0000"/>
                </a:solidFill>
              </a:rPr>
              <a:t>meaning</a:t>
            </a:r>
            <a:r>
              <a:rPr lang="en-US" dirty="0"/>
              <a:t> to your facts.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They usually emerge out of your procedures and findings.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Analyzes </a:t>
            </a:r>
            <a:r>
              <a:rPr lang="en-US" dirty="0"/>
              <a:t>results - draws together different aspects of the </a:t>
            </a:r>
            <a:r>
              <a:rPr lang="en-US" dirty="0" smtClean="0"/>
              <a:t>findings/ findings of </a:t>
            </a:r>
            <a:r>
              <a:rPr lang="en-US" dirty="0"/>
              <a:t>other studies and refers to </a:t>
            </a:r>
            <a:r>
              <a:rPr lang="en-US" dirty="0" smtClean="0"/>
              <a:t>literature.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9061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3.5. 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r>
              <a:rPr lang="en-US" dirty="0" smtClean="0"/>
              <a:t>A conclusion  </a:t>
            </a:r>
            <a:r>
              <a:rPr lang="en-US" b="1" i="1" dirty="0" smtClean="0"/>
              <a:t>sums up the main points emanating from the report.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3.6. Recommendations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Recommendations are </a:t>
            </a:r>
            <a:r>
              <a:rPr lang="en-US" b="1" dirty="0" smtClean="0"/>
              <a:t>based on your conclusions.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They are the </a:t>
            </a:r>
            <a:r>
              <a:rPr lang="en-US" b="1" dirty="0" smtClean="0">
                <a:solidFill>
                  <a:srgbClr val="FF0000"/>
                </a:solidFill>
              </a:rPr>
              <a:t>actions to be taken </a:t>
            </a:r>
            <a:r>
              <a:rPr lang="en-US" dirty="0" smtClean="0"/>
              <a:t>to address your findings.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Your recommendations should be </a:t>
            </a:r>
          </a:p>
          <a:p>
            <a:pPr lvl="1"/>
            <a:r>
              <a:rPr lang="en-US" b="1" dirty="0" smtClean="0"/>
              <a:t>realistic </a:t>
            </a:r>
          </a:p>
          <a:p>
            <a:pPr lvl="1"/>
            <a:r>
              <a:rPr lang="en-US" b="1" dirty="0" smtClean="0"/>
              <a:t>feasible </a:t>
            </a:r>
          </a:p>
          <a:p>
            <a:pPr lvl="1"/>
            <a:r>
              <a:rPr lang="en-US" b="1" dirty="0" smtClean="0"/>
              <a:t>written as specifically as possible.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 Bear in mind that they </a:t>
            </a:r>
            <a:r>
              <a:rPr lang="en-US" b="1" dirty="0" smtClean="0"/>
              <a:t>show your ability to </a:t>
            </a:r>
            <a:r>
              <a:rPr lang="en-US" b="1" dirty="0" smtClean="0">
                <a:solidFill>
                  <a:srgbClr val="C00000"/>
                </a:solidFill>
              </a:rPr>
              <a:t>solve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b="1" dirty="0" smtClean="0"/>
              <a:t>the problems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dirty="0" smtClean="0"/>
              <a:t>that have emerged from the investigation.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They also show your </a:t>
            </a:r>
            <a:r>
              <a:rPr lang="en-US" b="1" dirty="0" smtClean="0"/>
              <a:t>commitment</a:t>
            </a:r>
            <a:r>
              <a:rPr lang="en-US" dirty="0" smtClean="0"/>
              <a:t> to your work.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792088"/>
          </a:xfrm>
        </p:spPr>
        <p:txBody>
          <a:bodyPr/>
          <a:lstStyle/>
          <a:p>
            <a:r>
              <a:rPr lang="en-US" b="1" dirty="0" smtClean="0"/>
              <a:t>3.7. Referencing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55000" lnSpcReduction="20000"/>
          </a:bodyPr>
          <a:lstStyle/>
          <a:p>
            <a:r>
              <a:rPr lang="en-US" sz="5100" dirty="0"/>
              <a:t>Referencing – </a:t>
            </a:r>
            <a:r>
              <a:rPr lang="en-US" sz="5100" b="1" dirty="0"/>
              <a:t>Harvard Method</a:t>
            </a:r>
          </a:p>
          <a:p>
            <a:pPr marL="0" indent="0">
              <a:buNone/>
            </a:pPr>
            <a:endParaRPr lang="en-US" sz="3400" dirty="0" smtClean="0"/>
          </a:p>
          <a:p>
            <a:pPr marL="0" indent="0">
              <a:buNone/>
            </a:pPr>
            <a:endParaRPr lang="en-US" sz="3400" dirty="0" smtClean="0"/>
          </a:p>
          <a:p>
            <a:r>
              <a:rPr lang="en-US" sz="3400" dirty="0" smtClean="0"/>
              <a:t>You identify your sources of information by making </a:t>
            </a:r>
            <a:r>
              <a:rPr lang="en-US" sz="3400" b="1" dirty="0" smtClean="0"/>
              <a:t>reference</a:t>
            </a:r>
            <a:r>
              <a:rPr lang="en-US" sz="3400" dirty="0" smtClean="0"/>
              <a:t> to it:</a:t>
            </a:r>
          </a:p>
          <a:p>
            <a:pPr>
              <a:buNone/>
            </a:pPr>
            <a:endParaRPr lang="en-US" sz="3400" dirty="0" smtClean="0"/>
          </a:p>
          <a:p>
            <a:pPr lvl="1"/>
            <a:r>
              <a:rPr lang="en-US" sz="3400" b="1" dirty="0"/>
              <a:t>I</a:t>
            </a:r>
            <a:r>
              <a:rPr lang="en-US" sz="3400" b="1" dirty="0" smtClean="0"/>
              <a:t>n the text </a:t>
            </a:r>
            <a:r>
              <a:rPr lang="en-US" sz="3400" dirty="0" smtClean="0"/>
              <a:t>of your report or essay (called </a:t>
            </a:r>
            <a:r>
              <a:rPr lang="en-US" sz="3400" i="1" dirty="0" smtClean="0"/>
              <a:t>in-text</a:t>
            </a:r>
            <a:r>
              <a:rPr lang="en-US" sz="3400" dirty="0" smtClean="0"/>
              <a:t> referencing) </a:t>
            </a:r>
          </a:p>
          <a:p>
            <a:pPr lvl="1"/>
            <a:r>
              <a:rPr lang="en-US" sz="3400" b="1" dirty="0"/>
              <a:t>I</a:t>
            </a:r>
            <a:r>
              <a:rPr lang="en-US" sz="3400" b="1" dirty="0" smtClean="0"/>
              <a:t>n a list </a:t>
            </a:r>
            <a:r>
              <a:rPr lang="en-US" sz="3400" dirty="0" smtClean="0"/>
              <a:t>at the end of your report or essay (called a </a:t>
            </a:r>
            <a:r>
              <a:rPr lang="en-US" sz="3400" i="1" dirty="0" smtClean="0"/>
              <a:t>reference list</a:t>
            </a:r>
            <a:r>
              <a:rPr lang="en-US" sz="3400" dirty="0" smtClean="0"/>
              <a:t> or </a:t>
            </a:r>
            <a:r>
              <a:rPr lang="en-US" sz="3400" i="1" dirty="0" smtClean="0"/>
              <a:t>citation list</a:t>
            </a:r>
            <a:r>
              <a:rPr lang="en-US" sz="3400" dirty="0" smtClean="0"/>
              <a:t>). </a:t>
            </a:r>
          </a:p>
          <a:p>
            <a:pPr marL="457200" lvl="1" indent="0">
              <a:buNone/>
            </a:pPr>
            <a:endParaRPr lang="en-US" sz="3400" dirty="0" smtClean="0"/>
          </a:p>
          <a:p>
            <a:pPr marL="0" indent="0">
              <a:buNone/>
            </a:pPr>
            <a:r>
              <a:rPr lang="en-US" sz="3400" dirty="0" smtClean="0"/>
              <a:t>*Please refer to your Referencing Guidelines notes.</a:t>
            </a:r>
          </a:p>
          <a:p>
            <a:pPr>
              <a:buNone/>
            </a:pPr>
            <a:endParaRPr lang="en-US" sz="3400" dirty="0" smtClean="0"/>
          </a:p>
          <a:p>
            <a:pPr lvl="6">
              <a:buNone/>
            </a:pPr>
            <a:r>
              <a:rPr lang="en-US" sz="2200" b="1" dirty="0" smtClean="0"/>
              <a:t>	</a:t>
            </a:r>
          </a:p>
          <a:p>
            <a:pPr lvl="6">
              <a:buNone/>
            </a:pPr>
            <a:endParaRPr lang="en-US" dirty="0" smtClean="0"/>
          </a:p>
          <a:p>
            <a:pPr lvl="6"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br>
              <a:rPr lang="en-US" dirty="0" smtClean="0"/>
            </a:br>
            <a:endParaRPr lang="en-US" dirty="0" smtClean="0"/>
          </a:p>
          <a:p>
            <a:pPr lvl="6"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3.8. Appendices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 smtClean="0"/>
              <a:t>Information that could not be incorporated into the body of the report.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Interview samples, questionnaires, statistics, pictures etc.</a:t>
            </a:r>
          </a:p>
          <a:p>
            <a:endParaRPr lang="en-US" dirty="0" smtClean="0"/>
          </a:p>
          <a:p>
            <a:r>
              <a:rPr lang="en-US" dirty="0" smtClean="0"/>
              <a:t>Number appendices, e.g. Appendix A, Appendix B, Appendix C etcetera.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1080120"/>
          </a:xfrm>
        </p:spPr>
        <p:txBody>
          <a:bodyPr/>
          <a:lstStyle/>
          <a:p>
            <a:r>
              <a:rPr lang="en-US" b="1" dirty="0" smtClean="0"/>
              <a:t>Writing process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256584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b="1" dirty="0" smtClean="0"/>
              <a:t>Report writing style </a:t>
            </a:r>
          </a:p>
          <a:p>
            <a:pPr marL="0" indent="0">
              <a:lnSpc>
                <a:spcPct val="80000"/>
              </a:lnSpc>
              <a:buNone/>
            </a:pPr>
            <a:endParaRPr lang="en-US" b="1" dirty="0" smtClean="0"/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-Formal register</a:t>
            </a:r>
          </a:p>
          <a:p>
            <a:pPr>
              <a:lnSpc>
                <a:spcPct val="80000"/>
              </a:lnSpc>
              <a:buNone/>
            </a:pPr>
            <a:endParaRPr lang="en-US" dirty="0" smtClean="0"/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- Objective and impersonal</a:t>
            </a:r>
          </a:p>
          <a:p>
            <a:pPr>
              <a:lnSpc>
                <a:spcPct val="80000"/>
              </a:lnSpc>
              <a:buNone/>
            </a:pPr>
            <a:endParaRPr lang="en-US" dirty="0" smtClean="0"/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- Avoid emotional terms</a:t>
            </a:r>
          </a:p>
          <a:p>
            <a:pPr>
              <a:lnSpc>
                <a:spcPct val="80000"/>
              </a:lnSpc>
              <a:buNone/>
            </a:pPr>
            <a:endParaRPr lang="en-US" dirty="0" smtClean="0"/>
          </a:p>
          <a:p>
            <a:pPr>
              <a:lnSpc>
                <a:spcPct val="8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- Identify assumptions</a:t>
            </a:r>
          </a:p>
          <a:p>
            <a:pPr>
              <a:lnSpc>
                <a:spcPct val="80000"/>
              </a:lnSpc>
              <a:buNone/>
            </a:pPr>
            <a:endParaRPr lang="en-US" dirty="0" smtClean="0"/>
          </a:p>
          <a:p>
            <a:pPr>
              <a:lnSpc>
                <a:spcPct val="8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-</a:t>
            </a:r>
            <a:r>
              <a:rPr lang="en-US" dirty="0"/>
              <a:t> </a:t>
            </a:r>
            <a:r>
              <a:rPr lang="en-US" dirty="0" smtClean="0"/>
              <a:t>Use tense consistently</a:t>
            </a:r>
          </a:p>
          <a:p>
            <a:pPr>
              <a:lnSpc>
                <a:spcPct val="80000"/>
              </a:lnSpc>
              <a:buNone/>
            </a:pPr>
            <a:endParaRPr lang="en-US" dirty="0" smtClean="0"/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- Avoid contractions and slang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It is a professional report?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Pay attention to layout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Use logical numbering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Use bullets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Be consistent in the use of fonts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 Edit and proofread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Graphics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Help readers to </a:t>
            </a:r>
            <a:r>
              <a:rPr lang="en-US" dirty="0" err="1" smtClean="0"/>
              <a:t>visualise</a:t>
            </a:r>
            <a:r>
              <a:rPr lang="en-US" dirty="0" smtClean="0"/>
              <a:t> complex data.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err="1" smtClean="0"/>
              <a:t>Emphasise</a:t>
            </a:r>
            <a:r>
              <a:rPr lang="en-US" dirty="0" smtClean="0"/>
              <a:t> important points.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Break up your text.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REMEMBER: Always number tables &amp; graphs in a report, and also list them in your table of contents by number!!!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Graphics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2800" b="1" dirty="0" smtClean="0"/>
              <a:t>Tables</a:t>
            </a:r>
            <a:r>
              <a:rPr lang="en-US" sz="2800" dirty="0" smtClean="0"/>
              <a:t> – organise information in </a:t>
            </a:r>
            <a:r>
              <a:rPr lang="en-US" sz="2800" b="1" dirty="0" smtClean="0"/>
              <a:t>rows</a:t>
            </a:r>
            <a:r>
              <a:rPr lang="en-US" sz="2800" dirty="0" smtClean="0"/>
              <a:t> 			(horizontal/sideways) and </a:t>
            </a:r>
            <a:r>
              <a:rPr lang="en-US" sz="2800" b="1" dirty="0" smtClean="0"/>
              <a:t>columns</a:t>
            </a:r>
            <a:r>
              <a:rPr lang="en-US" sz="2800" dirty="0" smtClean="0"/>
              <a:t> 		(vertical/up-down).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														</a:t>
            </a:r>
          </a:p>
          <a:p>
            <a:pPr>
              <a:buNone/>
            </a:pPr>
            <a:r>
              <a:rPr lang="en-US" sz="1600" i="1" dirty="0" smtClean="0"/>
              <a:t>		   Table 1: Percentage distribution of IT students by year of study, who own a personal 	   laptop in 2012.</a:t>
            </a:r>
            <a:endParaRPr lang="en-US" sz="1600" i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47664" y="3212976"/>
          <a:ext cx="4824536" cy="172819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12268"/>
                <a:gridCol w="2412268"/>
              </a:tblGrid>
              <a:tr h="432048">
                <a:tc>
                  <a:txBody>
                    <a:bodyPr/>
                    <a:lstStyle/>
                    <a:p>
                      <a:r>
                        <a:rPr lang="en-US" dirty="0" smtClean="0"/>
                        <a:t>Year of study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Percentage of students</a:t>
                      </a:r>
                      <a:endParaRPr lang="en-US" dirty="0"/>
                    </a:p>
                  </a:txBody>
                  <a:tcPr/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r>
                        <a:rPr lang="en-US" baseline="30000" dirty="0" smtClean="0"/>
                        <a:t>st</a:t>
                      </a:r>
                      <a:r>
                        <a:rPr lang="en-US" dirty="0" smtClean="0"/>
                        <a:t> 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20%</a:t>
                      </a:r>
                      <a:endParaRPr lang="en-US" dirty="0"/>
                    </a:p>
                  </a:txBody>
                  <a:tcPr/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r>
                        <a:rPr lang="en-US" baseline="30000" dirty="0" smtClean="0"/>
                        <a:t>nd</a:t>
                      </a:r>
                      <a:r>
                        <a:rPr lang="en-US" dirty="0" smtClean="0"/>
                        <a:t> 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30%</a:t>
                      </a:r>
                      <a:endParaRPr lang="en-US" dirty="0"/>
                    </a:p>
                  </a:txBody>
                  <a:tcPr/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r>
                        <a:rPr lang="en-US" baseline="30000" dirty="0" smtClean="0"/>
                        <a:t>rd</a:t>
                      </a:r>
                      <a:r>
                        <a:rPr lang="en-US" dirty="0" smtClean="0"/>
                        <a:t> 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50%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Graphics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2400" b="1" dirty="0" smtClean="0"/>
              <a:t>Graphs</a:t>
            </a:r>
            <a:r>
              <a:rPr lang="en-US" sz="2000" dirty="0" smtClean="0"/>
              <a:t> - help provide a visual representation of information, usually statistics. </a:t>
            </a:r>
          </a:p>
          <a:p>
            <a:pPr>
              <a:buNone/>
            </a:pPr>
            <a:endParaRPr lang="en-US" sz="2000" dirty="0" smtClean="0"/>
          </a:p>
          <a:p>
            <a:r>
              <a:rPr lang="en-US" sz="2000" dirty="0" smtClean="0"/>
              <a:t>There are three main types of graphs: </a:t>
            </a:r>
          </a:p>
          <a:p>
            <a:pPr>
              <a:buNone/>
            </a:pPr>
            <a:r>
              <a:rPr lang="en-US" sz="2000" dirty="0" smtClean="0"/>
              <a:t>													</a:t>
            </a:r>
            <a:r>
              <a:rPr lang="en-US" sz="2400" b="1" dirty="0" smtClean="0"/>
              <a:t>pie charts</a:t>
            </a:r>
          </a:p>
          <a:p>
            <a:pPr>
              <a:buNone/>
            </a:pPr>
            <a:r>
              <a:rPr lang="en-US" sz="2400" b="1" dirty="0" smtClean="0"/>
              <a:t>					bar graphs </a:t>
            </a:r>
          </a:p>
          <a:p>
            <a:pPr>
              <a:buNone/>
            </a:pPr>
            <a:r>
              <a:rPr lang="en-US" sz="2400" b="1" dirty="0" smtClean="0"/>
              <a:t>					line graphs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Pie chart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1524000" y="1397000"/>
          <a:ext cx="6576392" cy="4552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Bar chart</a:t>
            </a:r>
            <a:endParaRPr lang="en-US" b="1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Column chart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Line chart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FYI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 smtClean="0"/>
              <a:t>Your report should contain a cover page and table of contents.</a:t>
            </a:r>
          </a:p>
          <a:p>
            <a:endParaRPr lang="en-ZA" dirty="0"/>
          </a:p>
          <a:p>
            <a:endParaRPr lang="en-ZA" dirty="0" smtClean="0"/>
          </a:p>
          <a:p>
            <a:pPr marL="0" indent="0">
              <a:buNone/>
            </a:pPr>
            <a:endParaRPr lang="en-ZA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572277"/>
              </p:ext>
            </p:extLst>
          </p:nvPr>
        </p:nvGraphicFramePr>
        <p:xfrm>
          <a:off x="1524000" y="2492896"/>
          <a:ext cx="6096000" cy="30111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450833">
                <a:tc>
                  <a:txBody>
                    <a:bodyPr/>
                    <a:lstStyle/>
                    <a:p>
                      <a:r>
                        <a:rPr lang="en-ZA" dirty="0" smtClean="0"/>
                        <a:t>Cover</a:t>
                      </a:r>
                      <a:r>
                        <a:rPr lang="en-ZA" baseline="0" dirty="0" smtClean="0"/>
                        <a:t> page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 smtClean="0"/>
                        <a:t>Table of contents</a:t>
                      </a:r>
                      <a:endParaRPr lang="en-ZA" dirty="0"/>
                    </a:p>
                  </a:txBody>
                  <a:tcPr/>
                </a:tc>
              </a:tr>
              <a:tr h="2141455">
                <a:tc>
                  <a:txBody>
                    <a:bodyPr/>
                    <a:lstStyle/>
                    <a:p>
                      <a:pPr lvl="1"/>
                      <a:r>
                        <a:rPr lang="en-ZA" dirty="0" smtClean="0"/>
                        <a:t>Title of report</a:t>
                      </a:r>
                    </a:p>
                    <a:p>
                      <a:pPr lvl="1"/>
                      <a:endParaRPr lang="en-ZA" dirty="0" smtClean="0"/>
                    </a:p>
                    <a:p>
                      <a:pPr lvl="1"/>
                      <a:r>
                        <a:rPr lang="en-ZA" dirty="0" smtClean="0"/>
                        <a:t>Student name/</a:t>
                      </a:r>
                    </a:p>
                    <a:p>
                      <a:pPr lvl="1"/>
                      <a:r>
                        <a:rPr lang="en-ZA" dirty="0" smtClean="0"/>
                        <a:t>student number</a:t>
                      </a:r>
                    </a:p>
                    <a:p>
                      <a:pPr lvl="1"/>
                      <a:endParaRPr lang="en-ZA" dirty="0" smtClean="0"/>
                    </a:p>
                    <a:p>
                      <a:pPr lvl="1"/>
                      <a:r>
                        <a:rPr lang="en-ZA" dirty="0" smtClean="0"/>
                        <a:t>Course/subject</a:t>
                      </a:r>
                    </a:p>
                    <a:p>
                      <a:pPr lvl="1"/>
                      <a:endParaRPr lang="en-ZA" dirty="0" smtClean="0"/>
                    </a:p>
                    <a:p>
                      <a:pPr lvl="1"/>
                      <a:r>
                        <a:rPr lang="en-ZA" dirty="0" smtClean="0"/>
                        <a:t>Date due</a:t>
                      </a:r>
                    </a:p>
                    <a:p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Lists the sections of the report and corresponding page numbers.</a:t>
                      </a:r>
                    </a:p>
                    <a:p>
                      <a:endParaRPr lang="en-US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Also includes lists for all tables/charts/images etc.</a:t>
                      </a:r>
                      <a:endParaRPr lang="en-ZA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37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971</Words>
  <Application>Microsoft Office PowerPoint</Application>
  <PresentationFormat>On-screen Show (4:3)</PresentationFormat>
  <Paragraphs>283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Report Writing</vt:lpstr>
      <vt:lpstr>Report Writing</vt:lpstr>
      <vt:lpstr>Types of reports</vt:lpstr>
      <vt:lpstr>The report writing process</vt:lpstr>
      <vt:lpstr>1. Before writing</vt:lpstr>
      <vt:lpstr>1. Before writing 1.1. Clarifying your instructions</vt:lpstr>
      <vt:lpstr>1.2. Identifying your audience</vt:lpstr>
      <vt:lpstr>1.3. Determine your purpose </vt:lpstr>
      <vt:lpstr>2. Compiling data</vt:lpstr>
      <vt:lpstr>Compiling data</vt:lpstr>
      <vt:lpstr>3. Classifying data: organising your information</vt:lpstr>
      <vt:lpstr>3.1. Abstract/Executive Summary</vt:lpstr>
      <vt:lpstr>3.2. Introduction</vt:lpstr>
      <vt:lpstr>3.3. Procedure/Data Collection Methods</vt:lpstr>
      <vt:lpstr>3.3. Findings</vt:lpstr>
      <vt:lpstr>3.4. Discussion</vt:lpstr>
      <vt:lpstr>3.5. Conclusion</vt:lpstr>
      <vt:lpstr>3.6. Recommendations</vt:lpstr>
      <vt:lpstr>3.7. Referencing</vt:lpstr>
      <vt:lpstr>3.8. Appendices</vt:lpstr>
      <vt:lpstr>Writing process</vt:lpstr>
      <vt:lpstr>It is a professional report?</vt:lpstr>
      <vt:lpstr>Graphics</vt:lpstr>
      <vt:lpstr>Graphics</vt:lpstr>
      <vt:lpstr>Graphics</vt:lpstr>
      <vt:lpstr>Pie chart</vt:lpstr>
      <vt:lpstr>Bar chart</vt:lpstr>
      <vt:lpstr>Column chart</vt:lpstr>
      <vt:lpstr>Line chart</vt:lpstr>
      <vt:lpstr>FYI</vt:lpstr>
    </vt:vector>
  </TitlesOfParts>
  <Company>CPUT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Writing</dc:title>
  <dc:creator>FID IT</dc:creator>
  <cp:lastModifiedBy>Verity</cp:lastModifiedBy>
  <cp:revision>58</cp:revision>
  <dcterms:created xsi:type="dcterms:W3CDTF">2010-08-19T07:33:17Z</dcterms:created>
  <dcterms:modified xsi:type="dcterms:W3CDTF">2017-05-12T23:16:32Z</dcterms:modified>
</cp:coreProperties>
</file>