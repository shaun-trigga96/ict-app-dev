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CCAB4-C91D-4AC2-8903-648396D7A9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4D6B14-5ACC-45C3-99FF-06425929E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C2DF0-2A2E-4989-8615-5DAEF1300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D30E7-765B-40B9-9376-4403569D983E}" type="datetimeFigureOut">
              <a:rPr lang="en-ZA" smtClean="0"/>
              <a:t>2021/03/05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EB1DD-E69A-46F8-8C89-19A209C48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554AE-0A28-473E-81DC-A656CEF8C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E9CC5-AC79-4348-9059-57945FA619C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82037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BD550-2DCA-42A5-92A1-554B8D9E3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58F31-B10D-4C49-B8FC-83C568D6E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1A477-51DC-4B43-AE38-04E292D6A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D30E7-765B-40B9-9376-4403569D983E}" type="datetimeFigureOut">
              <a:rPr lang="en-ZA" smtClean="0"/>
              <a:t>2021/03/05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2E682-E091-4BBA-A9EE-7B39ACFD2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2995A-5171-44D9-9183-A73232F35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E9CC5-AC79-4348-9059-57945FA619C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85290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BDCA0-5FD3-44A6-A426-1B73C103F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58CBA-F90A-44D9-B4A4-AAD71D13D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2484D-1221-4534-81FE-449598F87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D30E7-765B-40B9-9376-4403569D983E}" type="datetimeFigureOut">
              <a:rPr lang="en-ZA" smtClean="0"/>
              <a:t>2021/03/05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63B3B-D0A0-4575-BFB8-0C6EC3DAF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1DE22-37A4-408D-9069-F5E2208BC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E9CC5-AC79-4348-9059-57945FA619C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49555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8F48A-4BF7-418A-842F-6D5726008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77A11-9DD7-4E95-8BE1-1A7B80A191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2412F-47A6-4323-BA7D-CF2C4411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E54F82-A0DE-4CD0-958E-75459D09A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D30E7-765B-40B9-9376-4403569D983E}" type="datetimeFigureOut">
              <a:rPr lang="en-ZA" smtClean="0"/>
              <a:t>2021/03/05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1FD013-DA04-48A9-A1F0-8FA5D91B8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CFBCBB-F938-400C-9397-2329BA02F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E9CC5-AC79-4348-9059-57945FA619C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45575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525C7-8FCC-4C5C-9C8F-62AB6BA67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BE447-AC2B-423B-A640-68D89D72C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C3F2D2-9094-4A89-A960-9D2EC1D702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D75D97-0C20-43DC-8D45-E89D4B5AC5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5F6C79-3984-4E86-A194-6EF1782729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0DE38D-90DF-4242-BA50-68AC9ADDA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D30E7-765B-40B9-9376-4403569D983E}" type="datetimeFigureOut">
              <a:rPr lang="en-ZA" smtClean="0"/>
              <a:t>2021/03/05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385819-DB6E-4753-AA66-FF1D9BC3D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0CD1C6-F9BA-4244-B2C9-4DADAB097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E9CC5-AC79-4348-9059-57945FA619C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11178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E6FC0-3079-44C8-86D8-5B48D1A66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7AB5B9-2FBA-4647-846C-156833CC1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D30E7-765B-40B9-9376-4403569D983E}" type="datetimeFigureOut">
              <a:rPr lang="en-ZA" smtClean="0"/>
              <a:t>2021/03/05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6FA3CF-A4D0-4DE1-9DF1-B4D91F26F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51FFC9-5237-4160-BC58-C04CAAD3E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E9CC5-AC79-4348-9059-57945FA619C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68990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571C75-263E-4742-8237-A33C0089D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D30E7-765B-40B9-9376-4403569D983E}" type="datetimeFigureOut">
              <a:rPr lang="en-ZA" smtClean="0"/>
              <a:t>2021/03/05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B944F5-9939-4A65-8D6C-860DB5776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A1EBE-2E42-4C3C-80E1-D738FF4F5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E9CC5-AC79-4348-9059-57945FA619C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52110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E0C98-AC30-49C8-8521-A7BDDCCE7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119DF-11B4-454B-B3D1-97361F303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149D17-7B2B-48C6-B3E8-FC451EF64F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EAE881-3B8B-4748-A354-A5572BA88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D30E7-765B-40B9-9376-4403569D983E}" type="datetimeFigureOut">
              <a:rPr lang="en-ZA" smtClean="0"/>
              <a:t>2021/03/05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0CA780-09F9-44BF-96B2-2AB02D251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4DA9C7-F9C8-443F-9593-3455E68C9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E9CC5-AC79-4348-9059-57945FA619C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20948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F6BFC-3F04-4BEF-88D5-9C14C60D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726F1D-3428-40E5-991B-76730A75B4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5624A5-9DC6-4D7F-B4D0-C87067FED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CFDA1B-AB18-4B78-A7D6-1AAD5CA8A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D30E7-765B-40B9-9376-4403569D983E}" type="datetimeFigureOut">
              <a:rPr lang="en-ZA" smtClean="0"/>
              <a:t>2021/03/05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9F9414-1BCD-47CB-BC8A-8C3543202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57C788-3F88-4694-87F0-BBACE5A8A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E9CC5-AC79-4348-9059-57945FA619C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09553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4C330-8B1A-4A2D-B4D2-386D77144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5FC8ED-3B96-47C5-A6AA-F06CE0B04B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8B856-34CB-49D3-BE19-1E091B76C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D30E7-765B-40B9-9376-4403569D983E}" type="datetimeFigureOut">
              <a:rPr lang="en-ZA" smtClean="0"/>
              <a:t>2021/03/05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7547C-F5C2-4C0E-8EBD-B4C81ACCF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5CB70-65AB-4A3F-933D-92DC3C19A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E9CC5-AC79-4348-9059-57945FA619C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64807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5631DA-8C97-4547-81E3-D6A6384564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A7DB90-EEFA-4AEC-90B1-18E833BB20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3BB83-4039-4C78-9A9E-E9F5BD93F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D30E7-765B-40B9-9376-4403569D983E}" type="datetimeFigureOut">
              <a:rPr lang="en-ZA" smtClean="0"/>
              <a:t>2021/03/05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BB386-7663-4CD8-A3F5-20E2E9ED8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75571-3BFC-46E8-A1FD-BBEC3E722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E9CC5-AC79-4348-9059-57945FA619C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20344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3B4323-FC3A-419C-BC95-F83AE4DFE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17588-7690-4107-9391-50BB5A9AC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95A4A-8040-426D-94DF-37571AC421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7D30E7-765B-40B9-9376-4403569D983E}" type="datetimeFigureOut">
              <a:rPr lang="en-ZA" smtClean="0"/>
              <a:t>2021/03/05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60F10-6B0C-44DF-9BA1-899558FAFB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0FC8F-CD1B-4503-8695-BF760F5760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4E9CC5-AC79-4348-9059-57945FA619C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20454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94000">
                <a:schemeClr val="accent5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916E4B5-D2F3-40E8-9F7E-29D51F0D7BCF}"/>
              </a:ext>
            </a:extLst>
          </p:cNvPr>
          <p:cNvSpPr txBox="1">
            <a:spLocks/>
          </p:cNvSpPr>
          <p:nvPr/>
        </p:nvSpPr>
        <p:spPr>
          <a:xfrm>
            <a:off x="640079" y="2053641"/>
            <a:ext cx="3669161" cy="2760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2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Discuss the issues of plagiarism among undergraduate students in the Informatics &amp; Design Faculty at a Higher Education Institution in South Africa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0C69D-4DE6-48C5-A233-EE62A365A449}"/>
              </a:ext>
            </a:extLst>
          </p:cNvPr>
          <p:cNvSpPr txBox="1">
            <a:spLocks/>
          </p:cNvSpPr>
          <p:nvPr/>
        </p:nvSpPr>
        <p:spPr>
          <a:xfrm>
            <a:off x="6722189" y="3078031"/>
            <a:ext cx="4260789" cy="17357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5WH Keywords Model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Search Techniques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Search String</a:t>
            </a:r>
          </a:p>
          <a:p>
            <a:pPr marL="45720" indent="0">
              <a:lnSpc>
                <a:spcPct val="90000"/>
              </a:lnSpc>
              <a:buNone/>
            </a:pPr>
            <a:endParaRPr lang="en-US" sz="2400" b="1" dirty="0">
              <a:solidFill>
                <a:srgbClr val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7ED5EE-0295-43F3-A1D5-E1A724C5AB14}"/>
              </a:ext>
            </a:extLst>
          </p:cNvPr>
          <p:cNvSpPr txBox="1"/>
          <p:nvPr/>
        </p:nvSpPr>
        <p:spPr>
          <a:xfrm>
            <a:off x="6596109" y="1544715"/>
            <a:ext cx="41991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Look at the topic for discussion and apply the 5WH keyword model, identify synonyms, apply search techniques and lastly create a search string.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972976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55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Wingdings 2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Zandile Mboneni</dc:creator>
  <cp:lastModifiedBy>Zandile Mboneni</cp:lastModifiedBy>
  <cp:revision>1</cp:revision>
  <dcterms:created xsi:type="dcterms:W3CDTF">2021-03-05T11:21:27Z</dcterms:created>
  <dcterms:modified xsi:type="dcterms:W3CDTF">2021-03-05T11:25:19Z</dcterms:modified>
</cp:coreProperties>
</file>