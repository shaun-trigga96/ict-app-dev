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708" r:id="rId4"/>
    <p:sldMasterId id="2147483720" r:id="rId5"/>
    <p:sldMasterId id="2147483732" r:id="rId6"/>
    <p:sldMasterId id="2147483744" r:id="rId7"/>
  </p:sldMasterIdLst>
  <p:sldIdLst>
    <p:sldId id="257" r:id="rId8"/>
    <p:sldId id="272" r:id="rId9"/>
    <p:sldId id="273" r:id="rId10"/>
    <p:sldId id="274" r:id="rId11"/>
    <p:sldId id="276" r:id="rId12"/>
    <p:sldId id="279" r:id="rId13"/>
    <p:sldId id="280" r:id="rId14"/>
    <p:sldId id="281" r:id="rId15"/>
    <p:sldId id="282" r:id="rId16"/>
    <p:sldId id="283" r:id="rId17"/>
    <p:sldId id="284" r:id="rId18"/>
    <p:sldId id="286" r:id="rId19"/>
    <p:sldId id="288" r:id="rId20"/>
    <p:sldId id="289" r:id="rId21"/>
    <p:sldId id="290" r:id="rId22"/>
    <p:sldId id="291" r:id="rId23"/>
    <p:sldId id="292" r:id="rId24"/>
    <p:sldId id="294" r:id="rId25"/>
    <p:sldId id="296" r:id="rId26"/>
    <p:sldId id="29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767DA-D09C-493A-8E05-CD279F2E01F8}" v="67" dt="2021-04-23T09:43:15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Wessels" userId="e771acc8-ecbb-4505-a306-f38d70d34d18" providerId="ADAL" clId="{1EF767DA-D09C-493A-8E05-CD279F2E01F8}"/>
    <pc:docChg chg="undo custSel delSld modSld delMainMaster">
      <pc:chgData name="Nicole Wessels" userId="e771acc8-ecbb-4505-a306-f38d70d34d18" providerId="ADAL" clId="{1EF767DA-D09C-493A-8E05-CD279F2E01F8}" dt="2021-04-23T09:52:34.872" v="1362" actId="14100"/>
      <pc:docMkLst>
        <pc:docMk/>
      </pc:docMkLst>
      <pc:sldChg chg="modSp mod">
        <pc:chgData name="Nicole Wessels" userId="e771acc8-ecbb-4505-a306-f38d70d34d18" providerId="ADAL" clId="{1EF767DA-D09C-493A-8E05-CD279F2E01F8}" dt="2021-04-23T08:14:56.724" v="1239" actId="113"/>
        <pc:sldMkLst>
          <pc:docMk/>
          <pc:sldMk cId="1166691118" sldId="257"/>
        </pc:sldMkLst>
        <pc:spChg chg="mod">
          <ac:chgData name="Nicole Wessels" userId="e771acc8-ecbb-4505-a306-f38d70d34d18" providerId="ADAL" clId="{1EF767DA-D09C-493A-8E05-CD279F2E01F8}" dt="2021-04-23T08:14:48.296" v="1237" actId="207"/>
          <ac:spMkLst>
            <pc:docMk/>
            <pc:sldMk cId="1166691118" sldId="257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8:14:56.724" v="1239" actId="113"/>
          <ac:spMkLst>
            <pc:docMk/>
            <pc:sldMk cId="1166691118" sldId="257"/>
            <ac:spMk id="3" creationId="{00000000-0000-0000-0000-000000000000}"/>
          </ac:spMkLst>
        </pc:spChg>
      </pc:sldChg>
      <pc:sldChg chg="modSp mod">
        <pc:chgData name="Nicole Wessels" userId="e771acc8-ecbb-4505-a306-f38d70d34d18" providerId="ADAL" clId="{1EF767DA-D09C-493A-8E05-CD279F2E01F8}" dt="2021-04-23T08:20:14.038" v="1267" actId="27636"/>
        <pc:sldMkLst>
          <pc:docMk/>
          <pc:sldMk cId="1242835672" sldId="272"/>
        </pc:sldMkLst>
        <pc:spChg chg="mod">
          <ac:chgData name="Nicole Wessels" userId="e771acc8-ecbb-4505-a306-f38d70d34d18" providerId="ADAL" clId="{1EF767DA-D09C-493A-8E05-CD279F2E01F8}" dt="2021-04-23T08:20:04.601" v="1265" actId="255"/>
          <ac:spMkLst>
            <pc:docMk/>
            <pc:sldMk cId="1242835672" sldId="272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8:20:14.038" v="1267" actId="27636"/>
          <ac:spMkLst>
            <pc:docMk/>
            <pc:sldMk cId="1242835672" sldId="272"/>
            <ac:spMk id="3" creationId="{00000000-0000-0000-0000-000000000000}"/>
          </ac:spMkLst>
        </pc:spChg>
      </pc:sldChg>
      <pc:sldChg chg="addSp delSp modSp mod">
        <pc:chgData name="Nicole Wessels" userId="e771acc8-ecbb-4505-a306-f38d70d34d18" providerId="ADAL" clId="{1EF767DA-D09C-493A-8E05-CD279F2E01F8}" dt="2021-04-23T09:40:01.508" v="1292" actId="1076"/>
        <pc:sldMkLst>
          <pc:docMk/>
          <pc:sldMk cId="4240024137" sldId="274"/>
        </pc:sldMkLst>
        <pc:spChg chg="mod">
          <ac:chgData name="Nicole Wessels" userId="e771acc8-ecbb-4505-a306-f38d70d34d18" providerId="ADAL" clId="{1EF767DA-D09C-493A-8E05-CD279F2E01F8}" dt="2021-04-23T07:32:16.050" v="880" actId="207"/>
          <ac:spMkLst>
            <pc:docMk/>
            <pc:sldMk cId="4240024137" sldId="274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7:32:37.767" v="884" actId="3680"/>
          <ac:spMkLst>
            <pc:docMk/>
            <pc:sldMk cId="4240024137" sldId="274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8:21:54.921" v="1276" actId="113"/>
          <ac:graphicFrameMkLst>
            <pc:docMk/>
            <pc:sldMk cId="4240024137" sldId="274"/>
            <ac:graphicFrameMk id="4" creationId="{112519D2-4330-4EE1-9AF0-A3CEBF8A19C1}"/>
          </ac:graphicFrameMkLst>
        </pc:graphicFrameChg>
        <pc:picChg chg="add mod">
          <ac:chgData name="Nicole Wessels" userId="e771acc8-ecbb-4505-a306-f38d70d34d18" providerId="ADAL" clId="{1EF767DA-D09C-493A-8E05-CD279F2E01F8}" dt="2021-04-23T09:32:31.346" v="1279" actId="14100"/>
          <ac:picMkLst>
            <pc:docMk/>
            <pc:sldMk cId="4240024137" sldId="274"/>
            <ac:picMk id="6" creationId="{898A5F14-CBB3-4439-B6AC-FB5A7784E31B}"/>
          </ac:picMkLst>
        </pc:picChg>
        <pc:picChg chg="add mod">
          <ac:chgData name="Nicole Wessels" userId="e771acc8-ecbb-4505-a306-f38d70d34d18" providerId="ADAL" clId="{1EF767DA-D09C-493A-8E05-CD279F2E01F8}" dt="2021-04-23T09:40:01.508" v="1292" actId="1076"/>
          <ac:picMkLst>
            <pc:docMk/>
            <pc:sldMk cId="4240024137" sldId="274"/>
            <ac:picMk id="8" creationId="{3561BD41-3564-44C3-B455-638990A67590}"/>
          </ac:picMkLst>
        </pc:picChg>
        <pc:picChg chg="del">
          <ac:chgData name="Nicole Wessels" userId="e771acc8-ecbb-4505-a306-f38d70d34d18" providerId="ADAL" clId="{1EF767DA-D09C-493A-8E05-CD279F2E01F8}" dt="2021-04-23T07:32:26.445" v="882" actId="478"/>
          <ac:picMkLst>
            <pc:docMk/>
            <pc:sldMk cId="4240024137" sldId="274"/>
            <ac:picMk id="1026" creationId="{00000000-0000-0000-0000-000000000000}"/>
          </ac:picMkLst>
        </pc:picChg>
      </pc:sldChg>
      <pc:sldChg chg="del">
        <pc:chgData name="Nicole Wessels" userId="e771acc8-ecbb-4505-a306-f38d70d34d18" providerId="ADAL" clId="{1EF767DA-D09C-493A-8E05-CD279F2E01F8}" dt="2021-04-23T07:35:44.877" v="996" actId="2696"/>
        <pc:sldMkLst>
          <pc:docMk/>
          <pc:sldMk cId="703263823" sldId="275"/>
        </pc:sldMkLst>
      </pc:sldChg>
      <pc:sldChg chg="addSp delSp modSp mod setBg">
        <pc:chgData name="Nicole Wessels" userId="e771acc8-ecbb-4505-a306-f38d70d34d18" providerId="ADAL" clId="{1EF767DA-D09C-493A-8E05-CD279F2E01F8}" dt="2021-04-23T09:43:27.916" v="1326" actId="1076"/>
        <pc:sldMkLst>
          <pc:docMk/>
          <pc:sldMk cId="1658695591" sldId="276"/>
        </pc:sldMkLst>
        <pc:spChg chg="mod">
          <ac:chgData name="Nicole Wessels" userId="e771acc8-ecbb-4505-a306-f38d70d34d18" providerId="ADAL" clId="{1EF767DA-D09C-493A-8E05-CD279F2E01F8}" dt="2021-04-23T09:41:08.257" v="1311" actId="26606"/>
          <ac:spMkLst>
            <pc:docMk/>
            <pc:sldMk cId="1658695591" sldId="276"/>
            <ac:spMk id="2" creationId="{00000000-0000-0000-0000-000000000000}"/>
          </ac:spMkLst>
        </pc:spChg>
        <pc:spChg chg="mod ord">
          <ac:chgData name="Nicole Wessels" userId="e771acc8-ecbb-4505-a306-f38d70d34d18" providerId="ADAL" clId="{1EF767DA-D09C-493A-8E05-CD279F2E01F8}" dt="2021-04-23T09:41:08.257" v="1311" actId="26606"/>
          <ac:spMkLst>
            <pc:docMk/>
            <pc:sldMk cId="1658695591" sldId="276"/>
            <ac:spMk id="3" creationId="{00000000-0000-0000-0000-000000000000}"/>
          </ac:spMkLst>
        </pc:spChg>
        <pc:spChg chg="add del">
          <ac:chgData name="Nicole Wessels" userId="e771acc8-ecbb-4505-a306-f38d70d34d18" providerId="ADAL" clId="{1EF767DA-D09C-493A-8E05-CD279F2E01F8}" dt="2021-04-23T09:40:42.902" v="1299" actId="26606"/>
          <ac:spMkLst>
            <pc:docMk/>
            <pc:sldMk cId="1658695591" sldId="276"/>
            <ac:spMk id="10" creationId="{1557A916-FDD1-44A1-A7A1-70009FD6BE46}"/>
          </ac:spMkLst>
        </pc:spChg>
        <pc:spChg chg="add del">
          <ac:chgData name="Nicole Wessels" userId="e771acc8-ecbb-4505-a306-f38d70d34d18" providerId="ADAL" clId="{1EF767DA-D09C-493A-8E05-CD279F2E01F8}" dt="2021-04-23T09:40:42.902" v="1299" actId="26606"/>
          <ac:spMkLst>
            <pc:docMk/>
            <pc:sldMk cId="1658695591" sldId="276"/>
            <ac:spMk id="12" creationId="{4B874C19-9B23-4B12-823E-D67615A9B3AC}"/>
          </ac:spMkLst>
        </pc:spChg>
        <pc:spChg chg="add del">
          <ac:chgData name="Nicole Wessels" userId="e771acc8-ecbb-4505-a306-f38d70d34d18" providerId="ADAL" clId="{1EF767DA-D09C-493A-8E05-CD279F2E01F8}" dt="2021-04-23T09:40:46.714" v="1301" actId="26606"/>
          <ac:spMkLst>
            <pc:docMk/>
            <pc:sldMk cId="1658695591" sldId="276"/>
            <ac:spMk id="14" creationId="{79AFCB35-9C04-4524-A0B1-57FF6865D013}"/>
          </ac:spMkLst>
        </pc:spChg>
        <pc:spChg chg="add del">
          <ac:chgData name="Nicole Wessels" userId="e771acc8-ecbb-4505-a306-f38d70d34d18" providerId="ADAL" clId="{1EF767DA-D09C-493A-8E05-CD279F2E01F8}" dt="2021-04-23T09:40:46.714" v="1301" actId="26606"/>
          <ac:spMkLst>
            <pc:docMk/>
            <pc:sldMk cId="1658695591" sldId="276"/>
            <ac:spMk id="15" creationId="{5A0118C5-4F8D-4CF4-BADD-53FEACC6C42A}"/>
          </ac:spMkLst>
        </pc:spChg>
        <pc:spChg chg="add del">
          <ac:chgData name="Nicole Wessels" userId="e771acc8-ecbb-4505-a306-f38d70d34d18" providerId="ADAL" clId="{1EF767DA-D09C-493A-8E05-CD279F2E01F8}" dt="2021-04-23T09:40:46.714" v="1301" actId="26606"/>
          <ac:spMkLst>
            <pc:docMk/>
            <pc:sldMk cId="1658695591" sldId="276"/>
            <ac:spMk id="16" creationId="{D11AD2AD-0BA0-4DD3-8EEA-84686A0E718C}"/>
          </ac:spMkLst>
        </pc:spChg>
        <pc:spChg chg="add del">
          <ac:chgData name="Nicole Wessels" userId="e771acc8-ecbb-4505-a306-f38d70d34d18" providerId="ADAL" clId="{1EF767DA-D09C-493A-8E05-CD279F2E01F8}" dt="2021-04-23T09:40:46.714" v="1301" actId="26606"/>
          <ac:spMkLst>
            <pc:docMk/>
            <pc:sldMk cId="1658695591" sldId="276"/>
            <ac:spMk id="17" creationId="{F98F79A4-A6C7-4101-B1E9-27E05CB7CFA0}"/>
          </ac:spMkLst>
        </pc:spChg>
        <pc:spChg chg="add del">
          <ac:chgData name="Nicole Wessels" userId="e771acc8-ecbb-4505-a306-f38d70d34d18" providerId="ADAL" clId="{1EF767DA-D09C-493A-8E05-CD279F2E01F8}" dt="2021-04-23T09:40:46.714" v="1301" actId="26606"/>
          <ac:spMkLst>
            <pc:docMk/>
            <pc:sldMk cId="1658695591" sldId="276"/>
            <ac:spMk id="18" creationId="{83C8019B-3985-409B-9B87-494B974EE9A2}"/>
          </ac:spMkLst>
        </pc:spChg>
        <pc:spChg chg="add del">
          <ac:chgData name="Nicole Wessels" userId="e771acc8-ecbb-4505-a306-f38d70d34d18" providerId="ADAL" clId="{1EF767DA-D09C-493A-8E05-CD279F2E01F8}" dt="2021-04-23T09:40:46.714" v="1301" actId="26606"/>
          <ac:spMkLst>
            <pc:docMk/>
            <pc:sldMk cId="1658695591" sldId="276"/>
            <ac:spMk id="20" creationId="{9E5C5460-229E-46C8-A712-CC317985420F}"/>
          </ac:spMkLst>
        </pc:spChg>
        <pc:spChg chg="add del">
          <ac:chgData name="Nicole Wessels" userId="e771acc8-ecbb-4505-a306-f38d70d34d18" providerId="ADAL" clId="{1EF767DA-D09C-493A-8E05-CD279F2E01F8}" dt="2021-04-23T09:40:46.714" v="1301" actId="26606"/>
          <ac:spMkLst>
            <pc:docMk/>
            <pc:sldMk cId="1658695591" sldId="276"/>
            <ac:spMk id="22" creationId="{B85A4DB3-61AA-49A1-85A9-B3397CD519AB}"/>
          </ac:spMkLst>
        </pc:spChg>
        <pc:spChg chg="add del">
          <ac:chgData name="Nicole Wessels" userId="e771acc8-ecbb-4505-a306-f38d70d34d18" providerId="ADAL" clId="{1EF767DA-D09C-493A-8E05-CD279F2E01F8}" dt="2021-04-23T09:40:49.453" v="1303" actId="26606"/>
          <ac:spMkLst>
            <pc:docMk/>
            <pc:sldMk cId="1658695591" sldId="276"/>
            <ac:spMk id="31" creationId="{8E139F69-90DB-4363-99C1-CDD094EED905}"/>
          </ac:spMkLst>
        </pc:spChg>
        <pc:spChg chg="add del">
          <ac:chgData name="Nicole Wessels" userId="e771acc8-ecbb-4505-a306-f38d70d34d18" providerId="ADAL" clId="{1EF767DA-D09C-493A-8E05-CD279F2E01F8}" dt="2021-04-23T09:40:54.238" v="1305" actId="26606"/>
          <ac:spMkLst>
            <pc:docMk/>
            <pc:sldMk cId="1658695591" sldId="276"/>
            <ac:spMk id="35" creationId="{C3420C89-0B09-4632-A4AF-3971D08BF7A8}"/>
          </ac:spMkLst>
        </pc:spChg>
        <pc:spChg chg="add del">
          <ac:chgData name="Nicole Wessels" userId="e771acc8-ecbb-4505-a306-f38d70d34d18" providerId="ADAL" clId="{1EF767DA-D09C-493A-8E05-CD279F2E01F8}" dt="2021-04-23T09:40:54.238" v="1305" actId="26606"/>
          <ac:spMkLst>
            <pc:docMk/>
            <pc:sldMk cId="1658695591" sldId="276"/>
            <ac:spMk id="36" creationId="{4E5CBA61-BF74-40B4-A3A8-366BBA626CCF}"/>
          </ac:spMkLst>
        </pc:spChg>
        <pc:spChg chg="add del">
          <ac:chgData name="Nicole Wessels" userId="e771acc8-ecbb-4505-a306-f38d70d34d18" providerId="ADAL" clId="{1EF767DA-D09C-493A-8E05-CD279F2E01F8}" dt="2021-04-23T09:40:55.507" v="1307" actId="26606"/>
          <ac:spMkLst>
            <pc:docMk/>
            <pc:sldMk cId="1658695591" sldId="276"/>
            <ac:spMk id="45" creationId="{4038CB10-1F5C-4D54-9DF7-12586DE5B007}"/>
          </ac:spMkLst>
        </pc:spChg>
        <pc:spChg chg="add del">
          <ac:chgData name="Nicole Wessels" userId="e771acc8-ecbb-4505-a306-f38d70d34d18" providerId="ADAL" clId="{1EF767DA-D09C-493A-8E05-CD279F2E01F8}" dt="2021-04-23T09:40:55.507" v="1307" actId="26606"/>
          <ac:spMkLst>
            <pc:docMk/>
            <pc:sldMk cId="1658695591" sldId="276"/>
            <ac:spMk id="46" creationId="{73ED6512-6858-4552-B699-9A97FE9A4EA2}"/>
          </ac:spMkLst>
        </pc:spChg>
        <pc:spChg chg="add del">
          <ac:chgData name="Nicole Wessels" userId="e771acc8-ecbb-4505-a306-f38d70d34d18" providerId="ADAL" clId="{1EF767DA-D09C-493A-8E05-CD279F2E01F8}" dt="2021-04-23T09:40:58.922" v="1309" actId="26606"/>
          <ac:spMkLst>
            <pc:docMk/>
            <pc:sldMk cId="1658695591" sldId="276"/>
            <ac:spMk id="48" creationId="{F4C0B10B-D2C4-4A54-AFAD-3D27DF88BB37}"/>
          </ac:spMkLst>
        </pc:spChg>
        <pc:spChg chg="add del">
          <ac:chgData name="Nicole Wessels" userId="e771acc8-ecbb-4505-a306-f38d70d34d18" providerId="ADAL" clId="{1EF767DA-D09C-493A-8E05-CD279F2E01F8}" dt="2021-04-23T09:41:08.257" v="1311" actId="26606"/>
          <ac:spMkLst>
            <pc:docMk/>
            <pc:sldMk cId="1658695591" sldId="276"/>
            <ac:spMk id="55" creationId="{45D37F4E-DDB4-456B-97E0-9937730A039F}"/>
          </ac:spMkLst>
        </pc:spChg>
        <pc:spChg chg="add del">
          <ac:chgData name="Nicole Wessels" userId="e771acc8-ecbb-4505-a306-f38d70d34d18" providerId="ADAL" clId="{1EF767DA-D09C-493A-8E05-CD279F2E01F8}" dt="2021-04-23T09:41:08.257" v="1311" actId="26606"/>
          <ac:spMkLst>
            <pc:docMk/>
            <pc:sldMk cId="1658695591" sldId="276"/>
            <ac:spMk id="56" creationId="{B2DD41CD-8F47-4F56-AD12-4E2FF7696987}"/>
          </ac:spMkLst>
        </pc:spChg>
        <pc:grpChg chg="add del">
          <ac:chgData name="Nicole Wessels" userId="e771acc8-ecbb-4505-a306-f38d70d34d18" providerId="ADAL" clId="{1EF767DA-D09C-493A-8E05-CD279F2E01F8}" dt="2021-04-23T09:40:46.714" v="1301" actId="26606"/>
          <ac:grpSpMkLst>
            <pc:docMk/>
            <pc:sldMk cId="1658695591" sldId="276"/>
            <ac:grpSpMk id="24" creationId="{0C156BF8-7FF7-440F-BE2B-417DFFE8BFA5}"/>
          </ac:grpSpMkLst>
        </pc:grpChg>
        <pc:grpChg chg="add del">
          <ac:chgData name="Nicole Wessels" userId="e771acc8-ecbb-4505-a306-f38d70d34d18" providerId="ADAL" clId="{1EF767DA-D09C-493A-8E05-CD279F2E01F8}" dt="2021-04-23T09:40:49.453" v="1303" actId="26606"/>
          <ac:grpSpMkLst>
            <pc:docMk/>
            <pc:sldMk cId="1658695591" sldId="276"/>
            <ac:grpSpMk id="32" creationId="{EF5608BC-985E-44AE-8C56-1C7990286587}"/>
          </ac:grpSpMkLst>
        </pc:grpChg>
        <pc:grpChg chg="add del">
          <ac:chgData name="Nicole Wessels" userId="e771acc8-ecbb-4505-a306-f38d70d34d18" providerId="ADAL" clId="{1EF767DA-D09C-493A-8E05-CD279F2E01F8}" dt="2021-04-23T09:40:54.238" v="1305" actId="26606"/>
          <ac:grpSpMkLst>
            <pc:docMk/>
            <pc:sldMk cId="1658695591" sldId="276"/>
            <ac:grpSpMk id="37" creationId="{0C08EDA0-D5F6-4481-BBA8-966D95EC425C}"/>
          </ac:grpSpMkLst>
        </pc:grpChg>
        <pc:grpChg chg="add del">
          <ac:chgData name="Nicole Wessels" userId="e771acc8-ecbb-4505-a306-f38d70d34d18" providerId="ADAL" clId="{1EF767DA-D09C-493A-8E05-CD279F2E01F8}" dt="2021-04-23T09:40:54.238" v="1305" actId="26606"/>
          <ac:grpSpMkLst>
            <pc:docMk/>
            <pc:sldMk cId="1658695591" sldId="276"/>
            <ac:grpSpMk id="40" creationId="{ED1D4DBC-180F-4364-A77A-427818EEA420}"/>
          </ac:grpSpMkLst>
        </pc:grpChg>
        <pc:grpChg chg="add del">
          <ac:chgData name="Nicole Wessels" userId="e771acc8-ecbb-4505-a306-f38d70d34d18" providerId="ADAL" clId="{1EF767DA-D09C-493A-8E05-CD279F2E01F8}" dt="2021-04-23T09:40:58.922" v="1309" actId="26606"/>
          <ac:grpSpMkLst>
            <pc:docMk/>
            <pc:sldMk cId="1658695591" sldId="276"/>
            <ac:grpSpMk id="49" creationId="{B6BADB90-C74B-40D6-86DC-503F65FCE8DC}"/>
          </ac:grpSpMkLst>
        </pc:grpChg>
        <pc:picChg chg="add del">
          <ac:chgData name="Nicole Wessels" userId="e771acc8-ecbb-4505-a306-f38d70d34d18" providerId="ADAL" clId="{1EF767DA-D09C-493A-8E05-CD279F2E01F8}" dt="2021-04-23T09:39:54.871" v="1290" actId="21"/>
          <ac:picMkLst>
            <pc:docMk/>
            <pc:sldMk cId="1658695591" sldId="276"/>
            <ac:picMk id="4" creationId="{28C6C271-6BEF-4C2D-8602-E964CFED5F73}"/>
          </ac:picMkLst>
        </pc:picChg>
        <pc:picChg chg="add mod ord">
          <ac:chgData name="Nicole Wessels" userId="e771acc8-ecbb-4505-a306-f38d70d34d18" providerId="ADAL" clId="{1EF767DA-D09C-493A-8E05-CD279F2E01F8}" dt="2021-04-23T09:43:27.916" v="1326" actId="1076"/>
          <ac:picMkLst>
            <pc:docMk/>
            <pc:sldMk cId="1658695591" sldId="276"/>
            <ac:picMk id="5" creationId="{C4662E45-D028-45FA-AAFE-C5DE65E1333C}"/>
          </ac:picMkLst>
        </pc:picChg>
        <pc:picChg chg="add del mod">
          <ac:chgData name="Nicole Wessels" userId="e771acc8-ecbb-4505-a306-f38d70d34d18" providerId="ADAL" clId="{1EF767DA-D09C-493A-8E05-CD279F2E01F8}" dt="2021-04-23T09:40:29.254" v="1296" actId="478"/>
          <ac:picMkLst>
            <pc:docMk/>
            <pc:sldMk cId="1658695591" sldId="276"/>
            <ac:picMk id="1026" creationId="{6D4267DC-8E38-4FDD-9350-53457A6E0B54}"/>
          </ac:picMkLst>
        </pc:picChg>
        <pc:picChg chg="add mod">
          <ac:chgData name="Nicole Wessels" userId="e771acc8-ecbb-4505-a306-f38d70d34d18" providerId="ADAL" clId="{1EF767DA-D09C-493A-8E05-CD279F2E01F8}" dt="2021-04-23T09:43:15.704" v="1324" actId="1076"/>
          <ac:picMkLst>
            <pc:docMk/>
            <pc:sldMk cId="1658695591" sldId="276"/>
            <ac:picMk id="1028" creationId="{AE57A2DE-9C75-4B90-BB54-66FF4CAECB43}"/>
          </ac:picMkLst>
        </pc:picChg>
      </pc:sldChg>
      <pc:sldChg chg="modSp del mod">
        <pc:chgData name="Nicole Wessels" userId="e771acc8-ecbb-4505-a306-f38d70d34d18" providerId="ADAL" clId="{1EF767DA-D09C-493A-8E05-CD279F2E01F8}" dt="2021-04-23T07:37:21.796" v="1002" actId="2696"/>
        <pc:sldMkLst>
          <pc:docMk/>
          <pc:sldMk cId="947677318" sldId="277"/>
        </pc:sldMkLst>
        <pc:spChg chg="mod">
          <ac:chgData name="Nicole Wessels" userId="e771acc8-ecbb-4505-a306-f38d70d34d18" providerId="ADAL" clId="{1EF767DA-D09C-493A-8E05-CD279F2E01F8}" dt="2021-04-23T07:36:37.639" v="1001" actId="207"/>
          <ac:spMkLst>
            <pc:docMk/>
            <pc:sldMk cId="947677318" sldId="277"/>
            <ac:spMk id="2" creationId="{00000000-0000-0000-0000-000000000000}"/>
          </ac:spMkLst>
        </pc:spChg>
      </pc:sldChg>
      <pc:sldChg chg="del">
        <pc:chgData name="Nicole Wessels" userId="e771acc8-ecbb-4505-a306-f38d70d34d18" providerId="ADAL" clId="{1EF767DA-D09C-493A-8E05-CD279F2E01F8}" dt="2021-04-23T07:37:26.954" v="1003" actId="2696"/>
        <pc:sldMkLst>
          <pc:docMk/>
          <pc:sldMk cId="1971402549" sldId="278"/>
        </pc:sldMkLst>
      </pc:sldChg>
      <pc:sldChg chg="addSp delSp modSp mod">
        <pc:chgData name="Nicole Wessels" userId="e771acc8-ecbb-4505-a306-f38d70d34d18" providerId="ADAL" clId="{1EF767DA-D09C-493A-8E05-CD279F2E01F8}" dt="2021-04-23T09:48:31.700" v="1343" actId="1076"/>
        <pc:sldMkLst>
          <pc:docMk/>
          <pc:sldMk cId="1181175482" sldId="279"/>
        </pc:sldMkLst>
        <pc:spChg chg="mod">
          <ac:chgData name="Nicole Wessels" userId="e771acc8-ecbb-4505-a306-f38d70d34d18" providerId="ADAL" clId="{1EF767DA-D09C-493A-8E05-CD279F2E01F8}" dt="2021-04-23T07:37:37.184" v="1005" actId="207"/>
          <ac:spMkLst>
            <pc:docMk/>
            <pc:sldMk cId="1181175482" sldId="279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7:37:56.912" v="1011" actId="3680"/>
          <ac:spMkLst>
            <pc:docMk/>
            <pc:sldMk cId="1181175482" sldId="279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9:43:43.636" v="1327" actId="115"/>
          <ac:graphicFrameMkLst>
            <pc:docMk/>
            <pc:sldMk cId="1181175482" sldId="279"/>
            <ac:graphicFrameMk id="4" creationId="{4132B80F-C199-44EB-8EEF-D0E29588D312}"/>
          </ac:graphicFrameMkLst>
        </pc:graphicFrameChg>
        <pc:picChg chg="add mod">
          <ac:chgData name="Nicole Wessels" userId="e771acc8-ecbb-4505-a306-f38d70d34d18" providerId="ADAL" clId="{1EF767DA-D09C-493A-8E05-CD279F2E01F8}" dt="2021-04-23T09:48:23.385" v="1341" actId="1076"/>
          <ac:picMkLst>
            <pc:docMk/>
            <pc:sldMk cId="1181175482" sldId="279"/>
            <ac:picMk id="8" creationId="{5EF1C9B5-0E54-44C9-9C6D-88E3DE2CB10F}"/>
          </ac:picMkLst>
        </pc:picChg>
        <pc:picChg chg="add mod">
          <ac:chgData name="Nicole Wessels" userId="e771acc8-ecbb-4505-a306-f38d70d34d18" providerId="ADAL" clId="{1EF767DA-D09C-493A-8E05-CD279F2E01F8}" dt="2021-04-23T09:48:31.700" v="1343" actId="1076"/>
          <ac:picMkLst>
            <pc:docMk/>
            <pc:sldMk cId="1181175482" sldId="279"/>
            <ac:picMk id="10" creationId="{2C0E72C7-BE1A-4876-947D-C76443A59D6E}"/>
          </ac:picMkLst>
        </pc:picChg>
        <pc:cxnChg chg="del">
          <ac:chgData name="Nicole Wessels" userId="e771acc8-ecbb-4505-a306-f38d70d34d18" providerId="ADAL" clId="{1EF767DA-D09C-493A-8E05-CD279F2E01F8}" dt="2021-04-23T07:37:48.901" v="1008" actId="478"/>
          <ac:cxnSpMkLst>
            <pc:docMk/>
            <pc:sldMk cId="1181175482" sldId="279"/>
            <ac:cxnSpMk id="5" creationId="{00000000-0000-0000-0000-000000000000}"/>
          </ac:cxnSpMkLst>
        </pc:cxnChg>
        <pc:cxnChg chg="del">
          <ac:chgData name="Nicole Wessels" userId="e771acc8-ecbb-4505-a306-f38d70d34d18" providerId="ADAL" clId="{1EF767DA-D09C-493A-8E05-CD279F2E01F8}" dt="2021-04-23T07:37:47.958" v="1007" actId="478"/>
          <ac:cxnSpMkLst>
            <pc:docMk/>
            <pc:sldMk cId="1181175482" sldId="279"/>
            <ac:cxnSpMk id="7" creationId="{00000000-0000-0000-0000-000000000000}"/>
          </ac:cxnSpMkLst>
        </pc:cxnChg>
      </pc:sldChg>
      <pc:sldChg chg="addSp delSp modSp mod">
        <pc:chgData name="Nicole Wessels" userId="e771acc8-ecbb-4505-a306-f38d70d34d18" providerId="ADAL" clId="{1EF767DA-D09C-493A-8E05-CD279F2E01F8}" dt="2021-04-23T09:52:34.872" v="1362" actId="14100"/>
        <pc:sldMkLst>
          <pc:docMk/>
          <pc:sldMk cId="3207419693" sldId="280"/>
        </pc:sldMkLst>
        <pc:spChg chg="mod">
          <ac:chgData name="Nicole Wessels" userId="e771acc8-ecbb-4505-a306-f38d70d34d18" providerId="ADAL" clId="{1EF767DA-D09C-493A-8E05-CD279F2E01F8}" dt="2021-04-23T07:39:57.712" v="1037" actId="207"/>
          <ac:spMkLst>
            <pc:docMk/>
            <pc:sldMk cId="3207419693" sldId="280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7:41:45.641" v="1066" actId="3680"/>
          <ac:spMkLst>
            <pc:docMk/>
            <pc:sldMk cId="3207419693" sldId="280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9:52:24.063" v="1360" actId="20577"/>
          <ac:graphicFrameMkLst>
            <pc:docMk/>
            <pc:sldMk cId="3207419693" sldId="280"/>
            <ac:graphicFrameMk id="4" creationId="{2C8E475B-8552-43AB-A42D-D6DBD0AEFBA8}"/>
          </ac:graphicFrameMkLst>
        </pc:graphicFrameChg>
        <pc:picChg chg="add mod">
          <ac:chgData name="Nicole Wessels" userId="e771acc8-ecbb-4505-a306-f38d70d34d18" providerId="ADAL" clId="{1EF767DA-D09C-493A-8E05-CD279F2E01F8}" dt="2021-04-23T09:52:34.872" v="1362" actId="14100"/>
          <ac:picMkLst>
            <pc:docMk/>
            <pc:sldMk cId="3207419693" sldId="280"/>
            <ac:picMk id="6" creationId="{770BAA2E-1F66-42DE-A48D-3D1DB95FA4A4}"/>
          </ac:picMkLst>
        </pc:picChg>
      </pc:sldChg>
      <pc:sldChg chg="modSp mod">
        <pc:chgData name="Nicole Wessels" userId="e771acc8-ecbb-4505-a306-f38d70d34d18" providerId="ADAL" clId="{1EF767DA-D09C-493A-8E05-CD279F2E01F8}" dt="2021-04-23T07:44:50.662" v="1121" actId="12"/>
        <pc:sldMkLst>
          <pc:docMk/>
          <pc:sldMk cId="804841278" sldId="281"/>
        </pc:sldMkLst>
        <pc:spChg chg="mod">
          <ac:chgData name="Nicole Wessels" userId="e771acc8-ecbb-4505-a306-f38d70d34d18" providerId="ADAL" clId="{1EF767DA-D09C-493A-8E05-CD279F2E01F8}" dt="2021-04-23T07:44:19.296" v="1107" actId="255"/>
          <ac:spMkLst>
            <pc:docMk/>
            <pc:sldMk cId="804841278" sldId="281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7:44:50.662" v="1121" actId="12"/>
          <ac:spMkLst>
            <pc:docMk/>
            <pc:sldMk cId="804841278" sldId="281"/>
            <ac:spMk id="3" creationId="{00000000-0000-0000-0000-000000000000}"/>
          </ac:spMkLst>
        </pc:spChg>
      </pc:sldChg>
      <pc:sldChg chg="addSp delSp modSp mod">
        <pc:chgData name="Nicole Wessels" userId="e771acc8-ecbb-4505-a306-f38d70d34d18" providerId="ADAL" clId="{1EF767DA-D09C-493A-8E05-CD279F2E01F8}" dt="2021-04-23T08:02:40.585" v="1236" actId="14100"/>
        <pc:sldMkLst>
          <pc:docMk/>
          <pc:sldMk cId="3601975218" sldId="282"/>
        </pc:sldMkLst>
        <pc:spChg chg="mod">
          <ac:chgData name="Nicole Wessels" userId="e771acc8-ecbb-4505-a306-f38d70d34d18" providerId="ADAL" clId="{1EF767DA-D09C-493A-8E05-CD279F2E01F8}" dt="2021-04-23T06:30:50.432" v="11" actId="207"/>
          <ac:spMkLst>
            <pc:docMk/>
            <pc:sldMk cId="3601975218" sldId="282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6:34:21.206" v="16" actId="3680"/>
          <ac:spMkLst>
            <pc:docMk/>
            <pc:sldMk cId="3601975218" sldId="282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8:02:16.642" v="1231" actId="207"/>
          <ac:graphicFrameMkLst>
            <pc:docMk/>
            <pc:sldMk cId="3601975218" sldId="282"/>
            <ac:graphicFrameMk id="4" creationId="{590E4282-1275-47CA-8D62-8D1E3AE79F24}"/>
          </ac:graphicFrameMkLst>
        </pc:graphicFrameChg>
        <pc:picChg chg="add mod">
          <ac:chgData name="Nicole Wessels" userId="e771acc8-ecbb-4505-a306-f38d70d34d18" providerId="ADAL" clId="{1EF767DA-D09C-493A-8E05-CD279F2E01F8}" dt="2021-04-23T07:47:42.099" v="1138" actId="1076"/>
          <ac:picMkLst>
            <pc:docMk/>
            <pc:sldMk cId="3601975218" sldId="282"/>
            <ac:picMk id="6" creationId="{1A66C833-30FF-4806-B708-19E605497C6C}"/>
          </ac:picMkLst>
        </pc:picChg>
        <pc:picChg chg="add mod">
          <ac:chgData name="Nicole Wessels" userId="e771acc8-ecbb-4505-a306-f38d70d34d18" providerId="ADAL" clId="{1EF767DA-D09C-493A-8E05-CD279F2E01F8}" dt="2021-04-23T08:02:40.585" v="1236" actId="14100"/>
          <ac:picMkLst>
            <pc:docMk/>
            <pc:sldMk cId="3601975218" sldId="282"/>
            <ac:picMk id="8" creationId="{F57649EC-51D0-484C-A49D-07C5A9EA85FA}"/>
          </ac:picMkLst>
        </pc:picChg>
      </pc:sldChg>
      <pc:sldChg chg="addSp delSp modSp mod">
        <pc:chgData name="Nicole Wessels" userId="e771acc8-ecbb-4505-a306-f38d70d34d18" providerId="ADAL" clId="{1EF767DA-D09C-493A-8E05-CD279F2E01F8}" dt="2021-04-23T08:02:11.699" v="1230" actId="207"/>
        <pc:sldMkLst>
          <pc:docMk/>
          <pc:sldMk cId="2339513474" sldId="283"/>
        </pc:sldMkLst>
        <pc:spChg chg="mod">
          <ac:chgData name="Nicole Wessels" userId="e771acc8-ecbb-4505-a306-f38d70d34d18" providerId="ADAL" clId="{1EF767DA-D09C-493A-8E05-CD279F2E01F8}" dt="2021-04-23T06:36:11.772" v="55" actId="207"/>
          <ac:spMkLst>
            <pc:docMk/>
            <pc:sldMk cId="2339513474" sldId="283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6:37:53.360" v="74" actId="207"/>
          <ac:spMkLst>
            <pc:docMk/>
            <pc:sldMk cId="2339513474" sldId="283"/>
            <ac:spMk id="3" creationId="{00000000-0000-0000-0000-000000000000}"/>
          </ac:spMkLst>
        </pc:spChg>
        <pc:graphicFrameChg chg="add del">
          <ac:chgData name="Nicole Wessels" userId="e771acc8-ecbb-4505-a306-f38d70d34d18" providerId="ADAL" clId="{1EF767DA-D09C-493A-8E05-CD279F2E01F8}" dt="2021-04-23T06:36:48.669" v="58" actId="3680"/>
          <ac:graphicFrameMkLst>
            <pc:docMk/>
            <pc:sldMk cId="2339513474" sldId="283"/>
            <ac:graphicFrameMk id="4" creationId="{C7FCF88E-7154-4314-938A-A57F6929252B}"/>
          </ac:graphicFrameMkLst>
        </pc:graphicFrameChg>
        <pc:graphicFrameChg chg="add del mod modGraphic">
          <ac:chgData name="Nicole Wessels" userId="e771acc8-ecbb-4505-a306-f38d70d34d18" providerId="ADAL" clId="{1EF767DA-D09C-493A-8E05-CD279F2E01F8}" dt="2021-04-23T06:37:49.902" v="73" actId="3680"/>
          <ac:graphicFrameMkLst>
            <pc:docMk/>
            <pc:sldMk cId="2339513474" sldId="283"/>
            <ac:graphicFrameMk id="5" creationId="{E76C19C4-BE53-47A8-94D4-1C989E2DE6C2}"/>
          </ac:graphicFrameMkLst>
        </pc:graphicFrameChg>
        <pc:graphicFrameChg chg="add mod modGraphic">
          <ac:chgData name="Nicole Wessels" userId="e771acc8-ecbb-4505-a306-f38d70d34d18" providerId="ADAL" clId="{1EF767DA-D09C-493A-8E05-CD279F2E01F8}" dt="2021-04-23T08:02:11.699" v="1230" actId="207"/>
          <ac:graphicFrameMkLst>
            <pc:docMk/>
            <pc:sldMk cId="2339513474" sldId="283"/>
            <ac:graphicFrameMk id="6" creationId="{BE46AB6C-5E8E-4BCA-8BE5-6D865BB4E151}"/>
          </ac:graphicFrameMkLst>
        </pc:graphicFrameChg>
        <pc:picChg chg="add mod">
          <ac:chgData name="Nicole Wessels" userId="e771acc8-ecbb-4505-a306-f38d70d34d18" providerId="ADAL" clId="{1EF767DA-D09C-493A-8E05-CD279F2E01F8}" dt="2021-04-23T07:53:06.639" v="1153" actId="14100"/>
          <ac:picMkLst>
            <pc:docMk/>
            <pc:sldMk cId="2339513474" sldId="283"/>
            <ac:picMk id="8" creationId="{6AFB131F-5BB3-4E35-BFEC-062EBFD9E853}"/>
          </ac:picMkLst>
        </pc:picChg>
      </pc:sldChg>
      <pc:sldChg chg="addSp delSp modSp mod">
        <pc:chgData name="Nicole Wessels" userId="e771acc8-ecbb-4505-a306-f38d70d34d18" providerId="ADAL" clId="{1EF767DA-D09C-493A-8E05-CD279F2E01F8}" dt="2021-04-23T08:02:07.250" v="1229" actId="207"/>
        <pc:sldMkLst>
          <pc:docMk/>
          <pc:sldMk cId="2222472460" sldId="284"/>
        </pc:sldMkLst>
        <pc:spChg chg="mod">
          <ac:chgData name="Nicole Wessels" userId="e771acc8-ecbb-4505-a306-f38d70d34d18" providerId="ADAL" clId="{1EF767DA-D09C-493A-8E05-CD279F2E01F8}" dt="2021-04-23T06:45:04.749" v="262" actId="207"/>
          <ac:spMkLst>
            <pc:docMk/>
            <pc:sldMk cId="2222472460" sldId="284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6:45:27.428" v="265" actId="3680"/>
          <ac:spMkLst>
            <pc:docMk/>
            <pc:sldMk cId="2222472460" sldId="284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7:53:23.772" v="1156" actId="21"/>
          <ac:graphicFrameMkLst>
            <pc:docMk/>
            <pc:sldMk cId="2222472460" sldId="284"/>
            <ac:graphicFrameMk id="4" creationId="{51294852-25A2-4249-93F5-6D3BA232DDF7}"/>
          </ac:graphicFrameMkLst>
        </pc:graphicFrameChg>
        <pc:graphicFrameChg chg="add mod modGraphic">
          <ac:chgData name="Nicole Wessels" userId="e771acc8-ecbb-4505-a306-f38d70d34d18" providerId="ADAL" clId="{1EF767DA-D09C-493A-8E05-CD279F2E01F8}" dt="2021-04-23T08:02:07.250" v="1229" actId="207"/>
          <ac:graphicFrameMkLst>
            <pc:docMk/>
            <pc:sldMk cId="2222472460" sldId="284"/>
            <ac:graphicFrameMk id="5" creationId="{8B243FB8-46D4-46AF-99DB-279490BE36C9}"/>
          </ac:graphicFrameMkLst>
        </pc:graphicFrameChg>
      </pc:sldChg>
      <pc:sldChg chg="addSp delSp modSp del mod">
        <pc:chgData name="Nicole Wessels" userId="e771acc8-ecbb-4505-a306-f38d70d34d18" providerId="ADAL" clId="{1EF767DA-D09C-493A-8E05-CD279F2E01F8}" dt="2021-04-23T07:55:28.143" v="1177" actId="2696"/>
        <pc:sldMkLst>
          <pc:docMk/>
          <pc:sldMk cId="2283097165" sldId="285"/>
        </pc:sldMkLst>
        <pc:spChg chg="mod">
          <ac:chgData name="Nicole Wessels" userId="e771acc8-ecbb-4505-a306-f38d70d34d18" providerId="ADAL" clId="{1EF767DA-D09C-493A-8E05-CD279F2E01F8}" dt="2021-04-23T06:49:43.354" v="290" actId="207"/>
          <ac:spMkLst>
            <pc:docMk/>
            <pc:sldMk cId="2283097165" sldId="285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6:50:00.643" v="292" actId="3680"/>
          <ac:spMkLst>
            <pc:docMk/>
            <pc:sldMk cId="2283097165" sldId="285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7:54:00.808" v="1163" actId="21"/>
          <ac:graphicFrameMkLst>
            <pc:docMk/>
            <pc:sldMk cId="2283097165" sldId="285"/>
            <ac:graphicFrameMk id="4" creationId="{8D01CD15-DB79-4883-82E0-10EEA8658AF5}"/>
          </ac:graphicFrameMkLst>
        </pc:graphicFrameChg>
      </pc:sldChg>
      <pc:sldChg chg="addSp delSp modSp mod">
        <pc:chgData name="Nicole Wessels" userId="e771acc8-ecbb-4505-a306-f38d70d34d18" providerId="ADAL" clId="{1EF767DA-D09C-493A-8E05-CD279F2E01F8}" dt="2021-04-23T08:02:01.136" v="1228" actId="207"/>
        <pc:sldMkLst>
          <pc:docMk/>
          <pc:sldMk cId="3297022600" sldId="286"/>
        </pc:sldMkLst>
        <pc:spChg chg="mod">
          <ac:chgData name="Nicole Wessels" userId="e771acc8-ecbb-4505-a306-f38d70d34d18" providerId="ADAL" clId="{1EF767DA-D09C-493A-8E05-CD279F2E01F8}" dt="2021-04-23T06:52:51.399" v="317" actId="207"/>
          <ac:spMkLst>
            <pc:docMk/>
            <pc:sldMk cId="3297022600" sldId="286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6:52:16.107" v="315" actId="3680"/>
          <ac:spMkLst>
            <pc:docMk/>
            <pc:sldMk cId="3297022600" sldId="286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7:55:56.628" v="1178" actId="21"/>
          <ac:graphicFrameMkLst>
            <pc:docMk/>
            <pc:sldMk cId="3297022600" sldId="286"/>
            <ac:graphicFrameMk id="4" creationId="{C01E381A-F29E-4E62-AD4B-1D3D0F4C435E}"/>
          </ac:graphicFrameMkLst>
        </pc:graphicFrameChg>
        <pc:graphicFrameChg chg="add mod modGraphic">
          <ac:chgData name="Nicole Wessels" userId="e771acc8-ecbb-4505-a306-f38d70d34d18" providerId="ADAL" clId="{1EF767DA-D09C-493A-8E05-CD279F2E01F8}" dt="2021-04-23T08:02:01.136" v="1228" actId="207"/>
          <ac:graphicFrameMkLst>
            <pc:docMk/>
            <pc:sldMk cId="3297022600" sldId="286"/>
            <ac:graphicFrameMk id="5" creationId="{77E82CB5-6470-44DE-9A83-5EA8DAFAD176}"/>
          </ac:graphicFrameMkLst>
        </pc:graphicFrameChg>
      </pc:sldChg>
      <pc:sldChg chg="addSp delSp modSp del mod">
        <pc:chgData name="Nicole Wessels" userId="e771acc8-ecbb-4505-a306-f38d70d34d18" providerId="ADAL" clId="{1EF767DA-D09C-493A-8E05-CD279F2E01F8}" dt="2021-04-23T07:57:50.282" v="1210" actId="2696"/>
        <pc:sldMkLst>
          <pc:docMk/>
          <pc:sldMk cId="2108635281" sldId="287"/>
        </pc:sldMkLst>
        <pc:spChg chg="mod">
          <ac:chgData name="Nicole Wessels" userId="e771acc8-ecbb-4505-a306-f38d70d34d18" providerId="ADAL" clId="{1EF767DA-D09C-493A-8E05-CD279F2E01F8}" dt="2021-04-23T06:54:28.298" v="332" actId="207"/>
          <ac:spMkLst>
            <pc:docMk/>
            <pc:sldMk cId="2108635281" sldId="287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6:55:04.465" v="335" actId="3680"/>
          <ac:spMkLst>
            <pc:docMk/>
            <pc:sldMk cId="2108635281" sldId="287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7:56:51.619" v="1195" actId="21"/>
          <ac:graphicFrameMkLst>
            <pc:docMk/>
            <pc:sldMk cId="2108635281" sldId="287"/>
            <ac:graphicFrameMk id="4" creationId="{07BFCE50-E4E0-4812-9656-3ADB6DEB8753}"/>
          </ac:graphicFrameMkLst>
        </pc:graphicFrameChg>
      </pc:sldChg>
      <pc:sldChg chg="addSp delSp modSp mod">
        <pc:chgData name="Nicole Wessels" userId="e771acc8-ecbb-4505-a306-f38d70d34d18" providerId="ADAL" clId="{1EF767DA-D09C-493A-8E05-CD279F2E01F8}" dt="2021-04-23T07:58:56.922" v="1227" actId="12"/>
        <pc:sldMkLst>
          <pc:docMk/>
          <pc:sldMk cId="274042608" sldId="288"/>
        </pc:sldMkLst>
        <pc:spChg chg="mod">
          <ac:chgData name="Nicole Wessels" userId="e771acc8-ecbb-4505-a306-f38d70d34d18" providerId="ADAL" clId="{1EF767DA-D09C-493A-8E05-CD279F2E01F8}" dt="2021-04-23T06:57:09.855" v="347" actId="207"/>
          <ac:spMkLst>
            <pc:docMk/>
            <pc:sldMk cId="274042608" sldId="288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6:57:34.185" v="351" actId="3680"/>
          <ac:spMkLst>
            <pc:docMk/>
            <pc:sldMk cId="274042608" sldId="288"/>
            <ac:spMk id="3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7:58:56.922" v="1227" actId="12"/>
          <ac:graphicFrameMkLst>
            <pc:docMk/>
            <pc:sldMk cId="274042608" sldId="288"/>
            <ac:graphicFrameMk id="4" creationId="{8C4A2D11-51B2-48EA-A2F5-279E37067B10}"/>
          </ac:graphicFrameMkLst>
        </pc:graphicFrameChg>
      </pc:sldChg>
      <pc:sldChg chg="modSp mod">
        <pc:chgData name="Nicole Wessels" userId="e771acc8-ecbb-4505-a306-f38d70d34d18" providerId="ADAL" clId="{1EF767DA-D09C-493A-8E05-CD279F2E01F8}" dt="2021-04-23T07:01:35.142" v="392" actId="1076"/>
        <pc:sldMkLst>
          <pc:docMk/>
          <pc:sldMk cId="1732927340" sldId="289"/>
        </pc:sldMkLst>
        <pc:spChg chg="mod">
          <ac:chgData name="Nicole Wessels" userId="e771acc8-ecbb-4505-a306-f38d70d34d18" providerId="ADAL" clId="{1EF767DA-D09C-493A-8E05-CD279F2E01F8}" dt="2021-04-23T07:00:13.732" v="380" actId="207"/>
          <ac:spMkLst>
            <pc:docMk/>
            <pc:sldMk cId="1732927340" sldId="289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7:01:35.142" v="392" actId="1076"/>
          <ac:spMkLst>
            <pc:docMk/>
            <pc:sldMk cId="1732927340" sldId="289"/>
            <ac:spMk id="3" creationId="{00000000-0000-0000-0000-000000000000}"/>
          </ac:spMkLst>
        </pc:spChg>
      </pc:sldChg>
      <pc:sldChg chg="delSp modSp mod">
        <pc:chgData name="Nicole Wessels" userId="e771acc8-ecbb-4505-a306-f38d70d34d18" providerId="ADAL" clId="{1EF767DA-D09C-493A-8E05-CD279F2E01F8}" dt="2021-04-23T07:06:24.878" v="482" actId="113"/>
        <pc:sldMkLst>
          <pc:docMk/>
          <pc:sldMk cId="476987068" sldId="290"/>
        </pc:sldMkLst>
        <pc:spChg chg="mod">
          <ac:chgData name="Nicole Wessels" userId="e771acc8-ecbb-4505-a306-f38d70d34d18" providerId="ADAL" clId="{1EF767DA-D09C-493A-8E05-CD279F2E01F8}" dt="2021-04-23T07:02:18.344" v="396" actId="207"/>
          <ac:spMkLst>
            <pc:docMk/>
            <pc:sldMk cId="476987068" sldId="290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7:06:24.878" v="482" actId="113"/>
          <ac:spMkLst>
            <pc:docMk/>
            <pc:sldMk cId="476987068" sldId="290"/>
            <ac:spMk id="3" creationId="{00000000-0000-0000-0000-000000000000}"/>
          </ac:spMkLst>
        </pc:spChg>
        <pc:spChg chg="del">
          <ac:chgData name="Nicole Wessels" userId="e771acc8-ecbb-4505-a306-f38d70d34d18" providerId="ADAL" clId="{1EF767DA-D09C-493A-8E05-CD279F2E01F8}" dt="2021-04-23T07:03:53.983" v="402" actId="478"/>
          <ac:spMkLst>
            <pc:docMk/>
            <pc:sldMk cId="476987068" sldId="290"/>
            <ac:spMk id="8" creationId="{00000000-0000-0000-0000-000000000000}"/>
          </ac:spMkLst>
        </pc:spChg>
      </pc:sldChg>
      <pc:sldChg chg="addSp delSp modSp mod">
        <pc:chgData name="Nicole Wessels" userId="e771acc8-ecbb-4505-a306-f38d70d34d18" providerId="ADAL" clId="{1EF767DA-D09C-493A-8E05-CD279F2E01F8}" dt="2021-04-23T07:14:36.491" v="640" actId="113"/>
        <pc:sldMkLst>
          <pc:docMk/>
          <pc:sldMk cId="4140946905" sldId="291"/>
        </pc:sldMkLst>
        <pc:spChg chg="mod">
          <ac:chgData name="Nicole Wessels" userId="e771acc8-ecbb-4505-a306-f38d70d34d18" providerId="ADAL" clId="{1EF767DA-D09C-493A-8E05-CD279F2E01F8}" dt="2021-04-23T07:12:51.164" v="618" actId="20577"/>
          <ac:spMkLst>
            <pc:docMk/>
            <pc:sldMk cId="4140946905" sldId="291"/>
            <ac:spMk id="2" creationId="{00000000-0000-0000-0000-000000000000}"/>
          </ac:spMkLst>
        </pc:spChg>
        <pc:spChg chg="add del mod">
          <ac:chgData name="Nicole Wessels" userId="e771acc8-ecbb-4505-a306-f38d70d34d18" providerId="ADAL" clId="{1EF767DA-D09C-493A-8E05-CD279F2E01F8}" dt="2021-04-23T07:08:27.745" v="511" actId="3680"/>
          <ac:spMkLst>
            <pc:docMk/>
            <pc:sldMk cId="4140946905" sldId="291"/>
            <ac:spMk id="5" creationId="{382DD3C9-FBD3-42C7-B38A-EE165C565CDC}"/>
          </ac:spMkLst>
        </pc:spChg>
        <pc:spChg chg="del mod">
          <ac:chgData name="Nicole Wessels" userId="e771acc8-ecbb-4505-a306-f38d70d34d18" providerId="ADAL" clId="{1EF767DA-D09C-493A-8E05-CD279F2E01F8}" dt="2021-04-23T07:08:20.034" v="510" actId="478"/>
          <ac:spMkLst>
            <pc:docMk/>
            <pc:sldMk cId="4140946905" sldId="291"/>
            <ac:spMk id="6" creationId="{00000000-0000-0000-0000-000000000000}"/>
          </ac:spMkLst>
        </pc:spChg>
        <pc:spChg chg="add del">
          <ac:chgData name="Nicole Wessels" userId="e771acc8-ecbb-4505-a306-f38d70d34d18" providerId="ADAL" clId="{1EF767DA-D09C-493A-8E05-CD279F2E01F8}" dt="2021-04-23T07:08:07.505" v="506" actId="22"/>
          <ac:spMkLst>
            <pc:docMk/>
            <pc:sldMk cId="4140946905" sldId="291"/>
            <ac:spMk id="7" creationId="{C3A4C8F4-0B73-47CD-B99E-6B81D28EF39E}"/>
          </ac:spMkLst>
        </pc:spChg>
        <pc:graphicFrameChg chg="add mod ord modGraphic">
          <ac:chgData name="Nicole Wessels" userId="e771acc8-ecbb-4505-a306-f38d70d34d18" providerId="ADAL" clId="{1EF767DA-D09C-493A-8E05-CD279F2E01F8}" dt="2021-04-23T07:14:36.491" v="640" actId="113"/>
          <ac:graphicFrameMkLst>
            <pc:docMk/>
            <pc:sldMk cId="4140946905" sldId="291"/>
            <ac:graphicFrameMk id="8" creationId="{775682FC-525E-4681-A06E-6469A7C682EC}"/>
          </ac:graphicFrameMkLst>
        </pc:graphicFrameChg>
        <pc:picChg chg="del">
          <ac:chgData name="Nicole Wessels" userId="e771acc8-ecbb-4505-a306-f38d70d34d18" providerId="ADAL" clId="{1EF767DA-D09C-493A-8E05-CD279F2E01F8}" dt="2021-04-23T07:05:54.585" v="473" actId="478"/>
          <ac:picMkLst>
            <pc:docMk/>
            <pc:sldMk cId="4140946905" sldId="291"/>
            <ac:picMk id="9" creationId="{00000000-0000-0000-0000-000000000000}"/>
          </ac:picMkLst>
        </pc:picChg>
      </pc:sldChg>
      <pc:sldChg chg="addSp modSp mod">
        <pc:chgData name="Nicole Wessels" userId="e771acc8-ecbb-4505-a306-f38d70d34d18" providerId="ADAL" clId="{1EF767DA-D09C-493A-8E05-CD279F2E01F8}" dt="2021-04-23T07:20:14.390" v="726" actId="5793"/>
        <pc:sldMkLst>
          <pc:docMk/>
          <pc:sldMk cId="481220474" sldId="292"/>
        </pc:sldMkLst>
        <pc:spChg chg="mod">
          <ac:chgData name="Nicole Wessels" userId="e771acc8-ecbb-4505-a306-f38d70d34d18" providerId="ADAL" clId="{1EF767DA-D09C-493A-8E05-CD279F2E01F8}" dt="2021-04-23T07:17:33.810" v="674" actId="20577"/>
          <ac:spMkLst>
            <pc:docMk/>
            <pc:sldMk cId="481220474" sldId="292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7:17:52.972" v="678" actId="5793"/>
          <ac:spMkLst>
            <pc:docMk/>
            <pc:sldMk cId="481220474" sldId="292"/>
            <ac:spMk id="3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7:17:07.571" v="671" actId="20577"/>
          <ac:spMkLst>
            <pc:docMk/>
            <pc:sldMk cId="481220474" sldId="292"/>
            <ac:spMk id="4" creationId="{00000000-0000-0000-0000-000000000000}"/>
          </ac:spMkLst>
        </pc:spChg>
        <pc:graphicFrameChg chg="add mod modGraphic">
          <ac:chgData name="Nicole Wessels" userId="e771acc8-ecbb-4505-a306-f38d70d34d18" providerId="ADAL" clId="{1EF767DA-D09C-493A-8E05-CD279F2E01F8}" dt="2021-04-23T07:20:14.390" v="726" actId="5793"/>
          <ac:graphicFrameMkLst>
            <pc:docMk/>
            <pc:sldMk cId="481220474" sldId="292"/>
            <ac:graphicFrameMk id="5" creationId="{C6D25E3E-344F-477A-ABEB-10BD3C00E5E4}"/>
          </ac:graphicFrameMkLst>
        </pc:graphicFrameChg>
      </pc:sldChg>
      <pc:sldChg chg="modSp del mod">
        <pc:chgData name="Nicole Wessels" userId="e771acc8-ecbb-4505-a306-f38d70d34d18" providerId="ADAL" clId="{1EF767DA-D09C-493A-8E05-CD279F2E01F8}" dt="2021-04-23T07:20:29.199" v="727" actId="2696"/>
        <pc:sldMkLst>
          <pc:docMk/>
          <pc:sldMk cId="1286583124" sldId="293"/>
        </pc:sldMkLst>
        <pc:spChg chg="mod">
          <ac:chgData name="Nicole Wessels" userId="e771acc8-ecbb-4505-a306-f38d70d34d18" providerId="ADAL" clId="{1EF767DA-D09C-493A-8E05-CD279F2E01F8}" dt="2021-04-23T07:18:41.913" v="688" actId="21"/>
          <ac:spMkLst>
            <pc:docMk/>
            <pc:sldMk cId="1286583124" sldId="293"/>
            <ac:spMk id="3" creationId="{00000000-0000-0000-0000-000000000000}"/>
          </ac:spMkLst>
        </pc:spChg>
      </pc:sldChg>
      <pc:sldChg chg="addSp modSp mod">
        <pc:chgData name="Nicole Wessels" userId="e771acc8-ecbb-4505-a306-f38d70d34d18" providerId="ADAL" clId="{1EF767DA-D09C-493A-8E05-CD279F2E01F8}" dt="2021-04-23T07:24:38.602" v="786" actId="14100"/>
        <pc:sldMkLst>
          <pc:docMk/>
          <pc:sldMk cId="3977805514" sldId="294"/>
        </pc:sldMkLst>
        <pc:spChg chg="mod">
          <ac:chgData name="Nicole Wessels" userId="e771acc8-ecbb-4505-a306-f38d70d34d18" providerId="ADAL" clId="{1EF767DA-D09C-493A-8E05-CD279F2E01F8}" dt="2021-04-23T07:20:55.792" v="732" actId="20577"/>
          <ac:spMkLst>
            <pc:docMk/>
            <pc:sldMk cId="3977805514" sldId="294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7:21:05.834" v="734" actId="207"/>
          <ac:spMkLst>
            <pc:docMk/>
            <pc:sldMk cId="3977805514" sldId="294"/>
            <ac:spMk id="3" creationId="{00000000-0000-0000-0000-000000000000}"/>
          </ac:spMkLst>
        </pc:spChg>
        <pc:graphicFrameChg chg="add mod modGraphic">
          <ac:chgData name="Nicole Wessels" userId="e771acc8-ecbb-4505-a306-f38d70d34d18" providerId="ADAL" clId="{1EF767DA-D09C-493A-8E05-CD279F2E01F8}" dt="2021-04-23T07:24:38.602" v="786" actId="14100"/>
          <ac:graphicFrameMkLst>
            <pc:docMk/>
            <pc:sldMk cId="3977805514" sldId="294"/>
            <ac:graphicFrameMk id="4" creationId="{2A80676F-B6AA-4118-B43B-49B685D8532E}"/>
          </ac:graphicFrameMkLst>
        </pc:graphicFrameChg>
      </pc:sldChg>
      <pc:sldChg chg="modSp del mod">
        <pc:chgData name="Nicole Wessels" userId="e771acc8-ecbb-4505-a306-f38d70d34d18" providerId="ADAL" clId="{1EF767DA-D09C-493A-8E05-CD279F2E01F8}" dt="2021-04-23T07:24:46.103" v="787" actId="2696"/>
        <pc:sldMkLst>
          <pc:docMk/>
          <pc:sldMk cId="153767284" sldId="295"/>
        </pc:sldMkLst>
        <pc:spChg chg="mod">
          <ac:chgData name="Nicole Wessels" userId="e771acc8-ecbb-4505-a306-f38d70d34d18" providerId="ADAL" clId="{1EF767DA-D09C-493A-8E05-CD279F2E01F8}" dt="2021-04-23T07:23:29.700" v="761" actId="27636"/>
          <ac:spMkLst>
            <pc:docMk/>
            <pc:sldMk cId="153767284" sldId="295"/>
            <ac:spMk id="3" creationId="{00000000-0000-0000-0000-000000000000}"/>
          </ac:spMkLst>
        </pc:spChg>
      </pc:sldChg>
      <pc:sldChg chg="addSp delSp modSp mod">
        <pc:chgData name="Nicole Wessels" userId="e771acc8-ecbb-4505-a306-f38d70d34d18" providerId="ADAL" clId="{1EF767DA-D09C-493A-8E05-CD279F2E01F8}" dt="2021-04-23T07:29:11.428" v="862" actId="207"/>
        <pc:sldMkLst>
          <pc:docMk/>
          <pc:sldMk cId="3228771673" sldId="296"/>
        </pc:sldMkLst>
        <pc:spChg chg="mod">
          <ac:chgData name="Nicole Wessels" userId="e771acc8-ecbb-4505-a306-f38d70d34d18" providerId="ADAL" clId="{1EF767DA-D09C-493A-8E05-CD279F2E01F8}" dt="2021-04-23T07:24:54.898" v="789" actId="207"/>
          <ac:spMkLst>
            <pc:docMk/>
            <pc:sldMk cId="3228771673" sldId="296"/>
            <ac:spMk id="2" creationId="{00000000-0000-0000-0000-000000000000}"/>
          </ac:spMkLst>
        </pc:spChg>
        <pc:spChg chg="del mod">
          <ac:chgData name="Nicole Wessels" userId="e771acc8-ecbb-4505-a306-f38d70d34d18" providerId="ADAL" clId="{1EF767DA-D09C-493A-8E05-CD279F2E01F8}" dt="2021-04-23T07:25:38.587" v="798" actId="3680"/>
          <ac:spMkLst>
            <pc:docMk/>
            <pc:sldMk cId="3228771673" sldId="296"/>
            <ac:spMk id="3" creationId="{00000000-0000-0000-0000-000000000000}"/>
          </ac:spMkLst>
        </pc:spChg>
        <pc:spChg chg="del">
          <ac:chgData name="Nicole Wessels" userId="e771acc8-ecbb-4505-a306-f38d70d34d18" providerId="ADAL" clId="{1EF767DA-D09C-493A-8E05-CD279F2E01F8}" dt="2021-04-23T07:25:25.180" v="795" actId="478"/>
          <ac:spMkLst>
            <pc:docMk/>
            <pc:sldMk cId="3228771673" sldId="296"/>
            <ac:spMk id="4" creationId="{00000000-0000-0000-0000-000000000000}"/>
          </ac:spMkLst>
        </pc:spChg>
        <pc:spChg chg="del">
          <ac:chgData name="Nicole Wessels" userId="e771acc8-ecbb-4505-a306-f38d70d34d18" providerId="ADAL" clId="{1EF767DA-D09C-493A-8E05-CD279F2E01F8}" dt="2021-04-23T07:25:26.396" v="796" actId="478"/>
          <ac:spMkLst>
            <pc:docMk/>
            <pc:sldMk cId="3228771673" sldId="296"/>
            <ac:spMk id="5" creationId="{00000000-0000-0000-0000-000000000000}"/>
          </ac:spMkLst>
        </pc:spChg>
        <pc:graphicFrameChg chg="add mod ord modGraphic">
          <ac:chgData name="Nicole Wessels" userId="e771acc8-ecbb-4505-a306-f38d70d34d18" providerId="ADAL" clId="{1EF767DA-D09C-493A-8E05-CD279F2E01F8}" dt="2021-04-23T07:29:11.428" v="862" actId="207"/>
          <ac:graphicFrameMkLst>
            <pc:docMk/>
            <pc:sldMk cId="3228771673" sldId="296"/>
            <ac:graphicFrameMk id="6" creationId="{B607E786-AD98-4D9B-A06E-92DD83DD3755}"/>
          </ac:graphicFrameMkLst>
        </pc:graphicFrameChg>
      </pc:sldChg>
      <pc:sldChg chg="modSp mod">
        <pc:chgData name="Nicole Wessels" userId="e771acc8-ecbb-4505-a306-f38d70d34d18" providerId="ADAL" clId="{1EF767DA-D09C-493A-8E05-CD279F2E01F8}" dt="2021-04-23T07:30:50.451" v="872" actId="207"/>
        <pc:sldMkLst>
          <pc:docMk/>
          <pc:sldMk cId="433653164" sldId="297"/>
        </pc:sldMkLst>
        <pc:spChg chg="mod">
          <ac:chgData name="Nicole Wessels" userId="e771acc8-ecbb-4505-a306-f38d70d34d18" providerId="ADAL" clId="{1EF767DA-D09C-493A-8E05-CD279F2E01F8}" dt="2021-04-23T07:30:50.451" v="872" actId="207"/>
          <ac:spMkLst>
            <pc:docMk/>
            <pc:sldMk cId="433653164" sldId="297"/>
            <ac:spMk id="2" creationId="{00000000-0000-0000-0000-000000000000}"/>
          </ac:spMkLst>
        </pc:spChg>
        <pc:spChg chg="mod">
          <ac:chgData name="Nicole Wessels" userId="e771acc8-ecbb-4505-a306-f38d70d34d18" providerId="ADAL" clId="{1EF767DA-D09C-493A-8E05-CD279F2E01F8}" dt="2021-04-23T07:30:34.033" v="869" actId="1076"/>
          <ac:spMkLst>
            <pc:docMk/>
            <pc:sldMk cId="433653164" sldId="297"/>
            <ac:spMk id="3" creationId="{00000000-0000-0000-0000-000000000000}"/>
          </ac:spMkLst>
        </pc:spChg>
        <pc:graphicFrameChg chg="mod">
          <ac:chgData name="Nicole Wessels" userId="e771acc8-ecbb-4505-a306-f38d70d34d18" providerId="ADAL" clId="{1EF767DA-D09C-493A-8E05-CD279F2E01F8}" dt="2021-04-23T07:30:39.053" v="871"/>
          <ac:graphicFrameMkLst>
            <pc:docMk/>
            <pc:sldMk cId="433653164" sldId="297"/>
            <ac:graphicFrameMk id="4" creationId="{00000000-0000-0000-0000-000000000000}"/>
          </ac:graphicFrameMkLst>
        </pc:graphicFrameChg>
      </pc:sldChg>
      <pc:sldMasterChg chg="del delSldLayout">
        <pc:chgData name="Nicole Wessels" userId="e771acc8-ecbb-4505-a306-f38d70d34d18" providerId="ADAL" clId="{1EF767DA-D09C-493A-8E05-CD279F2E01F8}" dt="2021-04-23T07:37:26.954" v="1003" actId="2696"/>
        <pc:sldMasterMkLst>
          <pc:docMk/>
          <pc:sldMasterMk cId="1013628523" sldId="2147483696"/>
        </pc:sldMasterMkLst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2705991797" sldId="2147483697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3835485812" sldId="2147483698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4242312214" sldId="2147483699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2488450235" sldId="2147483700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881109317" sldId="2147483701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707545553" sldId="2147483702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1022952065" sldId="2147483703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4034614055" sldId="2147483704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232124571" sldId="2147483705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766251900" sldId="2147483706"/>
          </pc:sldLayoutMkLst>
        </pc:sldLayoutChg>
        <pc:sldLayoutChg chg="del">
          <pc:chgData name="Nicole Wessels" userId="e771acc8-ecbb-4505-a306-f38d70d34d18" providerId="ADAL" clId="{1EF767DA-D09C-493A-8E05-CD279F2E01F8}" dt="2021-04-23T07:37:26.954" v="1003" actId="2696"/>
          <pc:sldLayoutMkLst>
            <pc:docMk/>
            <pc:sldMasterMk cId="1013628523" sldId="2147483696"/>
            <pc:sldLayoutMk cId="3119185725" sldId="214748370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A4550C-704F-4A75-A790-98F13F629F77}" type="doc">
      <dgm:prSet loTypeId="urn:microsoft.com/office/officeart/2005/8/layout/vList6" loCatId="list" qsTypeId="urn:microsoft.com/office/officeart/2005/8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41620E-6A86-4484-91F7-89A772ADFC79}">
      <dgm:prSet phldrT="[Text]"/>
      <dgm:spPr/>
      <dgm:t>
        <a:bodyPr/>
        <a:lstStyle/>
        <a:p>
          <a:r>
            <a:rPr lang="en-US" b="1"/>
            <a:t>Chapter 1:</a:t>
          </a:r>
        </a:p>
        <a:p>
          <a:r>
            <a:rPr lang="en-US" b="1"/>
            <a:t>Evaluating information critically</a:t>
          </a:r>
          <a:endParaRPr lang="en-US" b="1" dirty="0"/>
        </a:p>
      </dgm:t>
    </dgm:pt>
    <dgm:pt modelId="{52E18D3F-709F-46B9-A413-710F83C3830F}" type="parTrans" cxnId="{7380C021-D930-4321-ADEA-5ECEE3921876}">
      <dgm:prSet/>
      <dgm:spPr/>
      <dgm:t>
        <a:bodyPr/>
        <a:lstStyle/>
        <a:p>
          <a:endParaRPr lang="en-US"/>
        </a:p>
      </dgm:t>
    </dgm:pt>
    <dgm:pt modelId="{F4F0BC55-2EF9-4C6C-A585-00312A9B19EF}" type="sibTrans" cxnId="{7380C021-D930-4321-ADEA-5ECEE3921876}">
      <dgm:prSet/>
      <dgm:spPr/>
      <dgm:t>
        <a:bodyPr/>
        <a:lstStyle/>
        <a:p>
          <a:endParaRPr lang="en-US"/>
        </a:p>
      </dgm:t>
    </dgm:pt>
    <dgm:pt modelId="{B73B8E1E-9514-4F49-9051-EE43EFF9D00E}">
      <dgm:prSet phldrT="[Text]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The source of information </a:t>
          </a:r>
        </a:p>
      </dgm:t>
    </dgm:pt>
    <dgm:pt modelId="{6CF3186F-0770-4B45-98C7-43EF48ABF2F0}" type="parTrans" cxnId="{0E2C5309-8022-4F6A-8AA9-7FE7E5F1C123}">
      <dgm:prSet/>
      <dgm:spPr/>
      <dgm:t>
        <a:bodyPr/>
        <a:lstStyle/>
        <a:p>
          <a:endParaRPr lang="en-US"/>
        </a:p>
      </dgm:t>
    </dgm:pt>
    <dgm:pt modelId="{D539FAC7-46ED-4FF6-A7ED-A4317D13AC86}" type="sibTrans" cxnId="{0E2C5309-8022-4F6A-8AA9-7FE7E5F1C123}">
      <dgm:prSet/>
      <dgm:spPr/>
      <dgm:t>
        <a:bodyPr/>
        <a:lstStyle/>
        <a:p>
          <a:endParaRPr lang="en-US"/>
        </a:p>
      </dgm:t>
    </dgm:pt>
    <dgm:pt modelId="{8A5ECA30-FBC2-4E8C-8E59-7D0AAE5AF126}">
      <dgm:prSet phldrT="[Text]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Information itself</a:t>
          </a:r>
        </a:p>
      </dgm:t>
    </dgm:pt>
    <dgm:pt modelId="{68F2C240-B4AA-4944-8A53-CCDE39D59FA1}" type="parTrans" cxnId="{036DA2B5-0E82-4C3F-B514-D2B9465FD54B}">
      <dgm:prSet/>
      <dgm:spPr/>
      <dgm:t>
        <a:bodyPr/>
        <a:lstStyle/>
        <a:p>
          <a:endParaRPr lang="en-US"/>
        </a:p>
      </dgm:t>
    </dgm:pt>
    <dgm:pt modelId="{8487B888-5D90-4FDA-BF22-45CC14A4C3BE}" type="sibTrans" cxnId="{036DA2B5-0E82-4C3F-B514-D2B9465FD54B}">
      <dgm:prSet/>
      <dgm:spPr/>
      <dgm:t>
        <a:bodyPr/>
        <a:lstStyle/>
        <a:p>
          <a:endParaRPr lang="en-US"/>
        </a:p>
      </dgm:t>
    </dgm:pt>
    <dgm:pt modelId="{AC0F25C1-CFBB-4786-823D-0AE3F5686683}">
      <dgm:prSet phldrT="[Text]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endParaRPr lang="en-US" sz="2000" b="1" dirty="0">
            <a:solidFill>
              <a:schemeClr val="bg1"/>
            </a:solidFill>
          </a:endParaRPr>
        </a:p>
      </dgm:t>
    </dgm:pt>
    <dgm:pt modelId="{352FE51D-D4A2-4528-BEEF-341FF212B726}" type="parTrans" cxnId="{64DE73F3-2CEC-4050-A4F5-F3289456322F}">
      <dgm:prSet/>
      <dgm:spPr/>
      <dgm:t>
        <a:bodyPr/>
        <a:lstStyle/>
        <a:p>
          <a:endParaRPr lang="en-US"/>
        </a:p>
      </dgm:t>
    </dgm:pt>
    <dgm:pt modelId="{D86F1051-7A1C-42E6-A8C6-70A1265632FB}" type="sibTrans" cxnId="{64DE73F3-2CEC-4050-A4F5-F3289456322F}">
      <dgm:prSet/>
      <dgm:spPr/>
      <dgm:t>
        <a:bodyPr/>
        <a:lstStyle/>
        <a:p>
          <a:endParaRPr lang="en-US"/>
        </a:p>
      </dgm:t>
    </dgm:pt>
    <dgm:pt modelId="{55A32EDF-90E7-4AE6-AEBC-2D94E2B136C1}">
      <dgm:prSet phldrT="[Text]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endParaRPr lang="en-US" sz="2000" b="1" dirty="0">
            <a:solidFill>
              <a:schemeClr val="bg1"/>
            </a:solidFill>
          </a:endParaRPr>
        </a:p>
      </dgm:t>
    </dgm:pt>
    <dgm:pt modelId="{876345C6-2641-4D66-B42E-C89CDBA5A181}" type="parTrans" cxnId="{9B8BA236-0CD0-411D-A2AF-7DDC2FBE3650}">
      <dgm:prSet/>
      <dgm:spPr/>
      <dgm:t>
        <a:bodyPr/>
        <a:lstStyle/>
        <a:p>
          <a:endParaRPr lang="en-US"/>
        </a:p>
      </dgm:t>
    </dgm:pt>
    <dgm:pt modelId="{356A83D4-3F95-42D6-B349-AB32769297AD}" type="sibTrans" cxnId="{9B8BA236-0CD0-411D-A2AF-7DDC2FBE3650}">
      <dgm:prSet/>
      <dgm:spPr/>
      <dgm:t>
        <a:bodyPr/>
        <a:lstStyle/>
        <a:p>
          <a:endParaRPr lang="en-US"/>
        </a:p>
      </dgm:t>
    </dgm:pt>
    <dgm:pt modelId="{8CEAD013-277B-4353-8668-3555F1C05247}">
      <dgm:prSet phldrT="[Text]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Introduction</a:t>
          </a:r>
        </a:p>
      </dgm:t>
    </dgm:pt>
    <dgm:pt modelId="{0099BF5C-0CD9-413C-9A7F-1E93CCC541E9}" type="parTrans" cxnId="{9C12B619-5F32-46CC-8DA5-D0BAAD5F2082}">
      <dgm:prSet/>
      <dgm:spPr/>
      <dgm:t>
        <a:bodyPr/>
        <a:lstStyle/>
        <a:p>
          <a:endParaRPr lang="en-US"/>
        </a:p>
      </dgm:t>
    </dgm:pt>
    <dgm:pt modelId="{2A919DE6-CD8D-42C7-AC7E-368F1C81EFEB}" type="sibTrans" cxnId="{9C12B619-5F32-46CC-8DA5-D0BAAD5F2082}">
      <dgm:prSet/>
      <dgm:spPr/>
      <dgm:t>
        <a:bodyPr/>
        <a:lstStyle/>
        <a:p>
          <a:endParaRPr lang="en-US"/>
        </a:p>
      </dgm:t>
    </dgm:pt>
    <dgm:pt modelId="{AA7FB751-62CA-4D8B-93D9-9F1AFB9462FD}">
      <dgm:prSet phldrT="[Text]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Norms for critical analysis</a:t>
          </a:r>
        </a:p>
      </dgm:t>
    </dgm:pt>
    <dgm:pt modelId="{C542FF05-B52E-4A27-803A-BBA8B9E0E0E8}" type="parTrans" cxnId="{F170CAC0-CE5C-47BF-AA70-11679C1C060B}">
      <dgm:prSet/>
      <dgm:spPr/>
      <dgm:t>
        <a:bodyPr/>
        <a:lstStyle/>
        <a:p>
          <a:endParaRPr lang="en-US"/>
        </a:p>
      </dgm:t>
    </dgm:pt>
    <dgm:pt modelId="{FE8EEE30-5752-4B80-9393-00889B7EE70B}" type="sibTrans" cxnId="{F170CAC0-CE5C-47BF-AA70-11679C1C060B}">
      <dgm:prSet/>
      <dgm:spPr/>
      <dgm:t>
        <a:bodyPr/>
        <a:lstStyle/>
        <a:p>
          <a:endParaRPr lang="en-US"/>
        </a:p>
      </dgm:t>
    </dgm:pt>
    <dgm:pt modelId="{5EB30E6E-F362-410D-A955-55A92C419986}">
      <dgm:prSet phldrT="[Text]" custT="1"/>
      <dgm:spPr>
        <a:solidFill>
          <a:schemeClr val="tx2">
            <a:lumMod val="40000"/>
            <a:lumOff val="60000"/>
            <a:alpha val="90000"/>
          </a:schemeClr>
        </a:solidFill>
      </dgm:spPr>
      <dgm:t>
        <a:bodyPr/>
        <a:lstStyle/>
        <a:p>
          <a:endParaRPr lang="en-US" sz="2000" b="1" dirty="0">
            <a:solidFill>
              <a:schemeClr val="bg1"/>
            </a:solidFill>
          </a:endParaRPr>
        </a:p>
      </dgm:t>
    </dgm:pt>
    <dgm:pt modelId="{7B77F4AC-0774-426E-86E0-2B683CAFC0E1}" type="parTrans" cxnId="{6D9FD2BA-8BD0-4662-BB22-748DEC7B3A6A}">
      <dgm:prSet/>
      <dgm:spPr/>
      <dgm:t>
        <a:bodyPr/>
        <a:lstStyle/>
        <a:p>
          <a:endParaRPr lang="en-US"/>
        </a:p>
      </dgm:t>
    </dgm:pt>
    <dgm:pt modelId="{7AA7BFC4-2035-440B-987C-DB700DD7200F}" type="sibTrans" cxnId="{6D9FD2BA-8BD0-4662-BB22-748DEC7B3A6A}">
      <dgm:prSet/>
      <dgm:spPr/>
      <dgm:t>
        <a:bodyPr/>
        <a:lstStyle/>
        <a:p>
          <a:endParaRPr lang="en-US"/>
        </a:p>
      </dgm:t>
    </dgm:pt>
    <dgm:pt modelId="{295045BF-3A19-4BA2-B5E2-72E6365B7F8E}" type="pres">
      <dgm:prSet presAssocID="{CBA4550C-704F-4A75-A790-98F13F629F77}" presName="Name0" presStyleCnt="0">
        <dgm:presLayoutVars>
          <dgm:dir/>
          <dgm:animLvl val="lvl"/>
          <dgm:resizeHandles/>
        </dgm:presLayoutVars>
      </dgm:prSet>
      <dgm:spPr/>
    </dgm:pt>
    <dgm:pt modelId="{4F6C4138-7122-4A25-AE7E-1D5A1FA4A290}" type="pres">
      <dgm:prSet presAssocID="{A341620E-6A86-4484-91F7-89A772ADFC79}" presName="linNode" presStyleCnt="0"/>
      <dgm:spPr/>
    </dgm:pt>
    <dgm:pt modelId="{91C21177-5C5C-406D-90B7-02931D85EE2F}" type="pres">
      <dgm:prSet presAssocID="{A341620E-6A86-4484-91F7-89A772ADFC79}" presName="parentShp" presStyleLbl="node1" presStyleIdx="0" presStyleCnt="1">
        <dgm:presLayoutVars>
          <dgm:bulletEnabled val="1"/>
        </dgm:presLayoutVars>
      </dgm:prSet>
      <dgm:spPr/>
    </dgm:pt>
    <dgm:pt modelId="{A3ECD672-2C26-4403-A85D-03F6BE6CDB57}" type="pres">
      <dgm:prSet presAssocID="{A341620E-6A86-4484-91F7-89A772ADFC79}" presName="childShp" presStyleLbl="bgAccFollowNode1" presStyleIdx="0" presStyleCnt="1" custLinFactNeighborX="-1042">
        <dgm:presLayoutVars>
          <dgm:bulletEnabled val="1"/>
        </dgm:presLayoutVars>
      </dgm:prSet>
      <dgm:spPr/>
    </dgm:pt>
  </dgm:ptLst>
  <dgm:cxnLst>
    <dgm:cxn modelId="{0E2C5309-8022-4F6A-8AA9-7FE7E5F1C123}" srcId="{A341620E-6A86-4484-91F7-89A772ADFC79}" destId="{B73B8E1E-9514-4F49-9051-EE43EFF9D00E}" srcOrd="4" destOrd="0" parTransId="{6CF3186F-0770-4B45-98C7-43EF48ABF2F0}" sibTransId="{D539FAC7-46ED-4FF6-A7ED-A4317D13AC86}"/>
    <dgm:cxn modelId="{B6EDB60B-E4F6-4CCB-A9EB-CE32EE0409B8}" type="presOf" srcId="{CBA4550C-704F-4A75-A790-98F13F629F77}" destId="{295045BF-3A19-4BA2-B5E2-72E6365B7F8E}" srcOrd="0" destOrd="0" presId="urn:microsoft.com/office/officeart/2005/8/layout/vList6"/>
    <dgm:cxn modelId="{A96ADD18-0433-4A14-878D-3CC8AF85CC64}" type="presOf" srcId="{AA7FB751-62CA-4D8B-93D9-9F1AFB9462FD}" destId="{A3ECD672-2C26-4403-A85D-03F6BE6CDB57}" srcOrd="0" destOrd="2" presId="urn:microsoft.com/office/officeart/2005/8/layout/vList6"/>
    <dgm:cxn modelId="{9C12B619-5F32-46CC-8DA5-D0BAAD5F2082}" srcId="{A341620E-6A86-4484-91F7-89A772ADFC79}" destId="{8CEAD013-277B-4353-8668-3555F1C05247}" srcOrd="0" destOrd="0" parTransId="{0099BF5C-0CD9-413C-9A7F-1E93CCC541E9}" sibTransId="{2A919DE6-CD8D-42C7-AC7E-368F1C81EFEB}"/>
    <dgm:cxn modelId="{7380C021-D930-4321-ADEA-5ECEE3921876}" srcId="{CBA4550C-704F-4A75-A790-98F13F629F77}" destId="{A341620E-6A86-4484-91F7-89A772ADFC79}" srcOrd="0" destOrd="0" parTransId="{52E18D3F-709F-46B9-A413-710F83C3830F}" sibTransId="{F4F0BC55-2EF9-4C6C-A585-00312A9B19EF}"/>
    <dgm:cxn modelId="{A1EDD123-5F7A-414E-AF32-8082C301386D}" type="presOf" srcId="{55A32EDF-90E7-4AE6-AEBC-2D94E2B136C1}" destId="{A3ECD672-2C26-4403-A85D-03F6BE6CDB57}" srcOrd="0" destOrd="5" presId="urn:microsoft.com/office/officeart/2005/8/layout/vList6"/>
    <dgm:cxn modelId="{9B8BA236-0CD0-411D-A2AF-7DDC2FBE3650}" srcId="{A341620E-6A86-4484-91F7-89A772ADFC79}" destId="{55A32EDF-90E7-4AE6-AEBC-2D94E2B136C1}" srcOrd="5" destOrd="0" parTransId="{876345C6-2641-4D66-B42E-C89CDBA5A181}" sibTransId="{356A83D4-3F95-42D6-B349-AB32769297AD}"/>
    <dgm:cxn modelId="{C82D4463-4757-4132-B896-F477944454B5}" type="presOf" srcId="{8CEAD013-277B-4353-8668-3555F1C05247}" destId="{A3ECD672-2C26-4403-A85D-03F6BE6CDB57}" srcOrd="0" destOrd="0" presId="urn:microsoft.com/office/officeart/2005/8/layout/vList6"/>
    <dgm:cxn modelId="{9F341485-604B-47DF-A2A2-64D3B73D10A1}" type="presOf" srcId="{8A5ECA30-FBC2-4E8C-8E59-7D0AAE5AF126}" destId="{A3ECD672-2C26-4403-A85D-03F6BE6CDB57}" srcOrd="0" destOrd="6" presId="urn:microsoft.com/office/officeart/2005/8/layout/vList6"/>
    <dgm:cxn modelId="{E2DB61B2-A64B-4115-961C-0E66E753F51D}" type="presOf" srcId="{A341620E-6A86-4484-91F7-89A772ADFC79}" destId="{91C21177-5C5C-406D-90B7-02931D85EE2F}" srcOrd="0" destOrd="0" presId="urn:microsoft.com/office/officeart/2005/8/layout/vList6"/>
    <dgm:cxn modelId="{036DA2B5-0E82-4C3F-B514-D2B9465FD54B}" srcId="{A341620E-6A86-4484-91F7-89A772ADFC79}" destId="{8A5ECA30-FBC2-4E8C-8E59-7D0AAE5AF126}" srcOrd="6" destOrd="0" parTransId="{68F2C240-B4AA-4944-8A53-CCDE39D59FA1}" sibTransId="{8487B888-5D90-4FDA-BF22-45CC14A4C3BE}"/>
    <dgm:cxn modelId="{299581B6-1170-4D08-B2F4-1D5B75C12931}" type="presOf" srcId="{B73B8E1E-9514-4F49-9051-EE43EFF9D00E}" destId="{A3ECD672-2C26-4403-A85D-03F6BE6CDB57}" srcOrd="0" destOrd="4" presId="urn:microsoft.com/office/officeart/2005/8/layout/vList6"/>
    <dgm:cxn modelId="{6D9FD2BA-8BD0-4662-BB22-748DEC7B3A6A}" srcId="{A341620E-6A86-4484-91F7-89A772ADFC79}" destId="{5EB30E6E-F362-410D-A955-55A92C419986}" srcOrd="1" destOrd="0" parTransId="{7B77F4AC-0774-426E-86E0-2B683CAFC0E1}" sibTransId="{7AA7BFC4-2035-440B-987C-DB700DD7200F}"/>
    <dgm:cxn modelId="{F170CAC0-CE5C-47BF-AA70-11679C1C060B}" srcId="{A341620E-6A86-4484-91F7-89A772ADFC79}" destId="{AA7FB751-62CA-4D8B-93D9-9F1AFB9462FD}" srcOrd="2" destOrd="0" parTransId="{C542FF05-B52E-4A27-803A-BBA8B9E0E0E8}" sibTransId="{FE8EEE30-5752-4B80-9393-00889B7EE70B}"/>
    <dgm:cxn modelId="{D1C270CB-35E4-4916-8377-AE442DBC36D2}" type="presOf" srcId="{AC0F25C1-CFBB-4786-823D-0AE3F5686683}" destId="{A3ECD672-2C26-4403-A85D-03F6BE6CDB57}" srcOrd="0" destOrd="3" presId="urn:microsoft.com/office/officeart/2005/8/layout/vList6"/>
    <dgm:cxn modelId="{6E65EDDE-C66A-415A-ADEE-49C9C1C3893F}" type="presOf" srcId="{5EB30E6E-F362-410D-A955-55A92C419986}" destId="{A3ECD672-2C26-4403-A85D-03F6BE6CDB57}" srcOrd="0" destOrd="1" presId="urn:microsoft.com/office/officeart/2005/8/layout/vList6"/>
    <dgm:cxn modelId="{64DE73F3-2CEC-4050-A4F5-F3289456322F}" srcId="{A341620E-6A86-4484-91F7-89A772ADFC79}" destId="{AC0F25C1-CFBB-4786-823D-0AE3F5686683}" srcOrd="3" destOrd="0" parTransId="{352FE51D-D4A2-4528-BEEF-341FF212B726}" sibTransId="{D86F1051-7A1C-42E6-A8C6-70A1265632FB}"/>
    <dgm:cxn modelId="{C4A07070-47CA-4730-B4AB-CDAAB9BCB084}" type="presParOf" srcId="{295045BF-3A19-4BA2-B5E2-72E6365B7F8E}" destId="{4F6C4138-7122-4A25-AE7E-1D5A1FA4A290}" srcOrd="0" destOrd="0" presId="urn:microsoft.com/office/officeart/2005/8/layout/vList6"/>
    <dgm:cxn modelId="{0D0DF474-3472-46AF-BB33-352F45846524}" type="presParOf" srcId="{4F6C4138-7122-4A25-AE7E-1D5A1FA4A290}" destId="{91C21177-5C5C-406D-90B7-02931D85EE2F}" srcOrd="0" destOrd="0" presId="urn:microsoft.com/office/officeart/2005/8/layout/vList6"/>
    <dgm:cxn modelId="{C4664310-251E-4AE4-B303-C3FB44647178}" type="presParOf" srcId="{4F6C4138-7122-4A25-AE7E-1D5A1FA4A290}" destId="{A3ECD672-2C26-4403-A85D-03F6BE6CDB57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C02333-0F9F-4BC6-8C05-3BAC63A5718B}" type="doc">
      <dgm:prSet loTypeId="urn:microsoft.com/office/officeart/2005/8/layout/vList2" loCatId="list" qsTypeId="urn:microsoft.com/office/officeart/2005/8/quickstyle/3d1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7C90AEA-DB86-4386-9980-E145BA428DDC}">
      <dgm:prSet phldrT="[Text]" custT="1"/>
      <dgm:spPr/>
      <dgm:t>
        <a:bodyPr/>
        <a:lstStyle/>
        <a:p>
          <a:r>
            <a:rPr lang="en-US" sz="2800" b="1" dirty="0"/>
            <a:t>MOTIVES</a:t>
          </a:r>
        </a:p>
      </dgm:t>
    </dgm:pt>
    <dgm:pt modelId="{E099901B-C5F5-4EDE-BC1F-72EDF75B5B0B}" type="parTrans" cxnId="{EF03AAE7-92D5-4DC3-9923-6AFE36D6F44A}">
      <dgm:prSet/>
      <dgm:spPr/>
      <dgm:t>
        <a:bodyPr/>
        <a:lstStyle/>
        <a:p>
          <a:endParaRPr lang="en-US"/>
        </a:p>
      </dgm:t>
    </dgm:pt>
    <dgm:pt modelId="{E1F1317F-D4DB-40C7-BA17-244BCC5E187E}" type="sibTrans" cxnId="{EF03AAE7-92D5-4DC3-9923-6AFE36D6F44A}">
      <dgm:prSet/>
      <dgm:spPr/>
      <dgm:t>
        <a:bodyPr/>
        <a:lstStyle/>
        <a:p>
          <a:endParaRPr lang="en-US"/>
        </a:p>
      </dgm:t>
    </dgm:pt>
    <dgm:pt modelId="{CBCDC40A-65D2-4D09-8776-8347FA01F427}">
      <dgm:prSet phldrT="[Text]"/>
      <dgm:spPr/>
      <dgm:t>
        <a:bodyPr/>
        <a:lstStyle/>
        <a:p>
          <a:r>
            <a:rPr lang="en-US" dirty="0"/>
            <a:t>Web sites are built for specific purposes – each has its own agenda. Material prepared &amp; selected to achieve those goals &amp; not to provide objective point of view. Approach web sites expecting a bias, &amp; evaluate info with caution.</a:t>
          </a:r>
        </a:p>
      </dgm:t>
    </dgm:pt>
    <dgm:pt modelId="{E7E85F24-D72E-478E-AA36-CD5C35AED915}" type="parTrans" cxnId="{4D54980D-10CC-4835-851E-140BA2C31A1B}">
      <dgm:prSet/>
      <dgm:spPr/>
      <dgm:t>
        <a:bodyPr/>
        <a:lstStyle/>
        <a:p>
          <a:endParaRPr lang="en-US"/>
        </a:p>
      </dgm:t>
    </dgm:pt>
    <dgm:pt modelId="{69098AA7-5430-4118-BDCC-D17FFFE23FC2}" type="sibTrans" cxnId="{4D54980D-10CC-4835-851E-140BA2C31A1B}">
      <dgm:prSet/>
      <dgm:spPr/>
      <dgm:t>
        <a:bodyPr/>
        <a:lstStyle/>
        <a:p>
          <a:endParaRPr lang="en-US"/>
        </a:p>
      </dgm:t>
    </dgm:pt>
    <dgm:pt modelId="{F39CD199-5F9E-404B-AE95-4756CE7FC540}">
      <dgm:prSet phldrT="[Text]"/>
      <dgm:spPr/>
      <dgm:t>
        <a:bodyPr/>
        <a:lstStyle/>
        <a:p>
          <a:r>
            <a:rPr lang="en-US" dirty="0"/>
            <a:t>When getting info from the Internet, you need to know both that it’s really coming from the source with which it’s identified &amp; that it’s being accurately reported. Anyone can easily send fraudulent messages - &amp; someone else can pick them up as accurate data.</a:t>
          </a:r>
        </a:p>
      </dgm:t>
    </dgm:pt>
    <dgm:pt modelId="{F0D6E996-E170-448C-8B3F-BAD1891C795D}" type="parTrans" cxnId="{EE4A7BC4-AE33-4FBF-AE2A-D4846DB95633}">
      <dgm:prSet/>
      <dgm:spPr/>
      <dgm:t>
        <a:bodyPr/>
        <a:lstStyle/>
        <a:p>
          <a:endParaRPr lang="en-US"/>
        </a:p>
      </dgm:t>
    </dgm:pt>
    <dgm:pt modelId="{2E0C7C58-426B-4924-8477-14CA646B52DA}" type="sibTrans" cxnId="{EE4A7BC4-AE33-4FBF-AE2A-D4846DB95633}">
      <dgm:prSet/>
      <dgm:spPr/>
      <dgm:t>
        <a:bodyPr/>
        <a:lstStyle/>
        <a:p>
          <a:endParaRPr lang="en-US"/>
        </a:p>
      </dgm:t>
    </dgm:pt>
    <dgm:pt modelId="{42C08983-B816-4833-9A37-58AFE90356F7}">
      <dgm:prSet phldrT="[Text]" custT="1"/>
      <dgm:spPr/>
      <dgm:t>
        <a:bodyPr/>
        <a:lstStyle/>
        <a:p>
          <a:r>
            <a:rPr lang="en-US" sz="2800" b="1" dirty="0"/>
            <a:t>ACCURACY</a:t>
          </a:r>
        </a:p>
      </dgm:t>
    </dgm:pt>
    <dgm:pt modelId="{8E8201D5-6639-4418-A477-155EFFB22A12}" type="sibTrans" cxnId="{3D86D5EE-F4BE-4FE4-8FBF-08B9F36A7AD3}">
      <dgm:prSet/>
      <dgm:spPr/>
      <dgm:t>
        <a:bodyPr/>
        <a:lstStyle/>
        <a:p>
          <a:endParaRPr lang="en-US"/>
        </a:p>
      </dgm:t>
    </dgm:pt>
    <dgm:pt modelId="{E21A2884-3584-4AD7-972C-A3CFC8D69032}" type="parTrans" cxnId="{3D86D5EE-F4BE-4FE4-8FBF-08B9F36A7AD3}">
      <dgm:prSet/>
      <dgm:spPr/>
      <dgm:t>
        <a:bodyPr/>
        <a:lstStyle/>
        <a:p>
          <a:endParaRPr lang="en-US"/>
        </a:p>
      </dgm:t>
    </dgm:pt>
    <dgm:pt modelId="{178D54E3-5C7B-40D6-8540-C3AEF647B0E4}" type="pres">
      <dgm:prSet presAssocID="{62C02333-0F9F-4BC6-8C05-3BAC63A5718B}" presName="linear" presStyleCnt="0">
        <dgm:presLayoutVars>
          <dgm:animLvl val="lvl"/>
          <dgm:resizeHandles val="exact"/>
        </dgm:presLayoutVars>
      </dgm:prSet>
      <dgm:spPr/>
    </dgm:pt>
    <dgm:pt modelId="{B809D5A8-036A-4E87-BC68-B8794EC94AA3}" type="pres">
      <dgm:prSet presAssocID="{D7C90AEA-DB86-4386-9980-E145BA428DDC}" presName="parentText" presStyleLbl="node1" presStyleIdx="0" presStyleCnt="2" custLinFactNeighborX="4124" custLinFactNeighborY="-5249">
        <dgm:presLayoutVars>
          <dgm:chMax val="0"/>
          <dgm:bulletEnabled val="1"/>
        </dgm:presLayoutVars>
      </dgm:prSet>
      <dgm:spPr/>
    </dgm:pt>
    <dgm:pt modelId="{85917FD2-1483-40DC-BB7A-314BEEDDBCF2}" type="pres">
      <dgm:prSet presAssocID="{D7C90AEA-DB86-4386-9980-E145BA428DDC}" presName="childText" presStyleLbl="revTx" presStyleIdx="0" presStyleCnt="2">
        <dgm:presLayoutVars>
          <dgm:bulletEnabled val="1"/>
        </dgm:presLayoutVars>
      </dgm:prSet>
      <dgm:spPr/>
    </dgm:pt>
    <dgm:pt modelId="{B20DDAB6-309E-4627-A666-2F10C2D1F975}" type="pres">
      <dgm:prSet presAssocID="{42C08983-B816-4833-9A37-58AFE90356F7}" presName="parentText" presStyleLbl="node1" presStyleIdx="1" presStyleCnt="2" custLinFactNeighborY="-3171">
        <dgm:presLayoutVars>
          <dgm:chMax val="0"/>
          <dgm:bulletEnabled val="1"/>
        </dgm:presLayoutVars>
      </dgm:prSet>
      <dgm:spPr/>
    </dgm:pt>
    <dgm:pt modelId="{2CFEDC3D-19D8-4696-8506-6A6C01FB7A4B}" type="pres">
      <dgm:prSet presAssocID="{42C08983-B816-4833-9A37-58AFE90356F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D54980D-10CC-4835-851E-140BA2C31A1B}" srcId="{D7C90AEA-DB86-4386-9980-E145BA428DDC}" destId="{CBCDC40A-65D2-4D09-8776-8347FA01F427}" srcOrd="0" destOrd="0" parTransId="{E7E85F24-D72E-478E-AA36-CD5C35AED915}" sibTransId="{69098AA7-5430-4118-BDCC-D17FFFE23FC2}"/>
    <dgm:cxn modelId="{3B692963-3C1E-4E1A-BFAC-CE8013912331}" type="presOf" srcId="{F39CD199-5F9E-404B-AE95-4756CE7FC540}" destId="{2CFEDC3D-19D8-4696-8506-6A6C01FB7A4B}" srcOrd="0" destOrd="0" presId="urn:microsoft.com/office/officeart/2005/8/layout/vList2"/>
    <dgm:cxn modelId="{0263C74D-4F74-4714-9D99-0C8CBAFD03E3}" type="presOf" srcId="{D7C90AEA-DB86-4386-9980-E145BA428DDC}" destId="{B809D5A8-036A-4E87-BC68-B8794EC94AA3}" srcOrd="0" destOrd="0" presId="urn:microsoft.com/office/officeart/2005/8/layout/vList2"/>
    <dgm:cxn modelId="{A8FF8274-658B-4697-BEEF-CAFCD28C3E56}" type="presOf" srcId="{42C08983-B816-4833-9A37-58AFE90356F7}" destId="{B20DDAB6-309E-4627-A666-2F10C2D1F975}" srcOrd="0" destOrd="0" presId="urn:microsoft.com/office/officeart/2005/8/layout/vList2"/>
    <dgm:cxn modelId="{683A7580-B9C6-4203-A4CE-10FA95DA74D4}" type="presOf" srcId="{62C02333-0F9F-4BC6-8C05-3BAC63A5718B}" destId="{178D54E3-5C7B-40D6-8540-C3AEF647B0E4}" srcOrd="0" destOrd="0" presId="urn:microsoft.com/office/officeart/2005/8/layout/vList2"/>
    <dgm:cxn modelId="{EE4A7BC4-AE33-4FBF-AE2A-D4846DB95633}" srcId="{42C08983-B816-4833-9A37-58AFE90356F7}" destId="{F39CD199-5F9E-404B-AE95-4756CE7FC540}" srcOrd="0" destOrd="0" parTransId="{F0D6E996-E170-448C-8B3F-BAD1891C795D}" sibTransId="{2E0C7C58-426B-4924-8477-14CA646B52DA}"/>
    <dgm:cxn modelId="{0575FDDD-3CB4-4D77-B6CB-5A18D31BAFD8}" type="presOf" srcId="{CBCDC40A-65D2-4D09-8776-8347FA01F427}" destId="{85917FD2-1483-40DC-BB7A-314BEEDDBCF2}" srcOrd="0" destOrd="0" presId="urn:microsoft.com/office/officeart/2005/8/layout/vList2"/>
    <dgm:cxn modelId="{EF03AAE7-92D5-4DC3-9923-6AFE36D6F44A}" srcId="{62C02333-0F9F-4BC6-8C05-3BAC63A5718B}" destId="{D7C90AEA-DB86-4386-9980-E145BA428DDC}" srcOrd="0" destOrd="0" parTransId="{E099901B-C5F5-4EDE-BC1F-72EDF75B5B0B}" sibTransId="{E1F1317F-D4DB-40C7-BA17-244BCC5E187E}"/>
    <dgm:cxn modelId="{3D86D5EE-F4BE-4FE4-8FBF-08B9F36A7AD3}" srcId="{62C02333-0F9F-4BC6-8C05-3BAC63A5718B}" destId="{42C08983-B816-4833-9A37-58AFE90356F7}" srcOrd="1" destOrd="0" parTransId="{E21A2884-3584-4AD7-972C-A3CFC8D69032}" sibTransId="{8E8201D5-6639-4418-A477-155EFFB22A12}"/>
    <dgm:cxn modelId="{A191CED7-00CD-4567-92ED-168D3379A183}" type="presParOf" srcId="{178D54E3-5C7B-40D6-8540-C3AEF647B0E4}" destId="{B809D5A8-036A-4E87-BC68-B8794EC94AA3}" srcOrd="0" destOrd="0" presId="urn:microsoft.com/office/officeart/2005/8/layout/vList2"/>
    <dgm:cxn modelId="{0272DDB7-EB42-4E81-9902-92E269CFB0D1}" type="presParOf" srcId="{178D54E3-5C7B-40D6-8540-C3AEF647B0E4}" destId="{85917FD2-1483-40DC-BB7A-314BEEDDBCF2}" srcOrd="1" destOrd="0" presId="urn:microsoft.com/office/officeart/2005/8/layout/vList2"/>
    <dgm:cxn modelId="{DF4E9475-00F0-4003-8206-62C2E89F1372}" type="presParOf" srcId="{178D54E3-5C7B-40D6-8540-C3AEF647B0E4}" destId="{B20DDAB6-309E-4627-A666-2F10C2D1F975}" srcOrd="2" destOrd="0" presId="urn:microsoft.com/office/officeart/2005/8/layout/vList2"/>
    <dgm:cxn modelId="{75AB5A05-7007-4AF0-9318-F18E7DA88771}" type="presParOf" srcId="{178D54E3-5C7B-40D6-8540-C3AEF647B0E4}" destId="{2CFEDC3D-19D8-4696-8506-6A6C01FB7A4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CD672-2C26-4403-A85D-03F6BE6CDB57}">
      <dsp:nvSpPr>
        <dsp:cNvPr id="0" name=""/>
        <dsp:cNvSpPr/>
      </dsp:nvSpPr>
      <dsp:spPr>
        <a:xfrm>
          <a:off x="2821803" y="0"/>
          <a:ext cx="4277275" cy="4264248"/>
        </a:xfrm>
        <a:prstGeom prst="rightArrow">
          <a:avLst>
            <a:gd name="adj1" fmla="val 75000"/>
            <a:gd name="adj2" fmla="val 50000"/>
          </a:avLst>
        </a:prstGeom>
        <a:solidFill>
          <a:schemeClr val="tx2">
            <a:lumMod val="40000"/>
            <a:lumOff val="60000"/>
            <a:alpha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bg1"/>
              </a:solidFill>
            </a:rPr>
            <a:t>Introduction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b="1" kern="1200" dirty="0">
            <a:solidFill>
              <a:schemeClr val="bg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bg1"/>
              </a:solidFill>
            </a:rPr>
            <a:t>Norms for critical analysis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b="1" kern="1200" dirty="0">
            <a:solidFill>
              <a:schemeClr val="bg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bg1"/>
              </a:solidFill>
            </a:rPr>
            <a:t>The source of information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b="1" kern="1200" dirty="0">
            <a:solidFill>
              <a:schemeClr val="bg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bg1"/>
              </a:solidFill>
            </a:rPr>
            <a:t>Information itself</a:t>
          </a:r>
        </a:p>
      </dsp:txBody>
      <dsp:txXfrm>
        <a:off x="2821803" y="533031"/>
        <a:ext cx="2678182" cy="3198186"/>
      </dsp:txXfrm>
    </dsp:sp>
    <dsp:sp modelId="{91C21177-5C5C-406D-90B7-02931D85EE2F}">
      <dsp:nvSpPr>
        <dsp:cNvPr id="0" name=""/>
        <dsp:cNvSpPr/>
      </dsp:nvSpPr>
      <dsp:spPr>
        <a:xfrm>
          <a:off x="0" y="0"/>
          <a:ext cx="2851516" cy="4264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Chapter 1: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Evaluating information critically</a:t>
          </a:r>
          <a:endParaRPr lang="en-US" sz="3600" b="1" kern="1200" dirty="0"/>
        </a:p>
      </dsp:txBody>
      <dsp:txXfrm>
        <a:off x="139200" y="139200"/>
        <a:ext cx="2573116" cy="3985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09D5A8-036A-4E87-BC68-B8794EC94AA3}">
      <dsp:nvSpPr>
        <dsp:cNvPr id="0" name=""/>
        <dsp:cNvSpPr/>
      </dsp:nvSpPr>
      <dsp:spPr>
        <a:xfrm>
          <a:off x="0" y="0"/>
          <a:ext cx="6984776" cy="67275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MOTIVES</a:t>
          </a:r>
        </a:p>
      </dsp:txBody>
      <dsp:txXfrm>
        <a:off x="32841" y="32841"/>
        <a:ext cx="6919094" cy="607068"/>
      </dsp:txXfrm>
    </dsp:sp>
    <dsp:sp modelId="{85917FD2-1483-40DC-BB7A-314BEEDDBCF2}">
      <dsp:nvSpPr>
        <dsp:cNvPr id="0" name=""/>
        <dsp:cNvSpPr/>
      </dsp:nvSpPr>
      <dsp:spPr>
        <a:xfrm>
          <a:off x="0" y="728974"/>
          <a:ext cx="6984776" cy="1071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7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Web sites are built for specific purposes – each has its own agenda. Material prepared &amp; selected to achieve those goals &amp; not to provide objective point of view. Approach web sites expecting a bias, &amp; evaluate info with caution.</a:t>
          </a:r>
        </a:p>
      </dsp:txBody>
      <dsp:txXfrm>
        <a:off x="0" y="728974"/>
        <a:ext cx="6984776" cy="1071225"/>
      </dsp:txXfrm>
    </dsp:sp>
    <dsp:sp modelId="{B20DDAB6-309E-4627-A666-2F10C2D1F975}">
      <dsp:nvSpPr>
        <dsp:cNvPr id="0" name=""/>
        <dsp:cNvSpPr/>
      </dsp:nvSpPr>
      <dsp:spPr>
        <a:xfrm>
          <a:off x="0" y="1766231"/>
          <a:ext cx="6984776" cy="67275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306246"/>
                <a:satOff val="-4392"/>
                <a:lumOff val="25615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306246"/>
                <a:satOff val="-4392"/>
                <a:lumOff val="25615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306246"/>
                <a:satOff val="-4392"/>
                <a:lumOff val="256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ACCURACY</a:t>
          </a:r>
        </a:p>
      </dsp:txBody>
      <dsp:txXfrm>
        <a:off x="32841" y="1799072"/>
        <a:ext cx="6919094" cy="607068"/>
      </dsp:txXfrm>
    </dsp:sp>
    <dsp:sp modelId="{2CFEDC3D-19D8-4696-8506-6A6C01FB7A4B}">
      <dsp:nvSpPr>
        <dsp:cNvPr id="0" name=""/>
        <dsp:cNvSpPr/>
      </dsp:nvSpPr>
      <dsp:spPr>
        <a:xfrm>
          <a:off x="0" y="2472950"/>
          <a:ext cx="6984776" cy="1071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7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When getting info from the Internet, you need to know both that it’s really coming from the source with which it’s identified &amp; that it’s being accurately reported. Anyone can easily send fraudulent messages - &amp; someone else can pick them up as accurate data.</a:t>
          </a:r>
        </a:p>
      </dsp:txBody>
      <dsp:txXfrm>
        <a:off x="0" y="2472950"/>
        <a:ext cx="6984776" cy="10712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03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04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3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95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41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77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468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72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308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875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345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59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946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239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305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690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609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413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047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4360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679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76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01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231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3785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0936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50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162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3313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7036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8164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6867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1783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606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7527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9243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1723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2057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3202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9076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6817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09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7703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343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152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688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5140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7358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5059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1549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0493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3409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2676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10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1190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0266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7360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0750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5833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121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8180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508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82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106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26992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5591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8722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49238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60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6594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14732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426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54273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3548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6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30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76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5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67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40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93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9EE36-FB44-4236-A0D1-FA4A2F67A6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47060-CF82-431C-8D75-D90EF3521C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7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2132856"/>
            <a:ext cx="7772400" cy="1470025"/>
          </a:xfr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Critical Thinking Skills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PART 1 – Evaluating information critically </a:t>
            </a:r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/>
              <a:t>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4437112"/>
            <a:ext cx="7488832" cy="1728192"/>
          </a:xfr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endParaRPr lang="en-US" sz="20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Sourced from: </a:t>
            </a:r>
          </a:p>
          <a:p>
            <a:pPr algn="l"/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</a:rPr>
              <a:t>Lumsden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. D, 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</a:rPr>
              <a:t>Lumsden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. G &amp; 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</a:rPr>
              <a:t>Wiethoff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. C. 2010. </a:t>
            </a:r>
            <a:r>
              <a:rPr lang="en-US" sz="2000" i="1" u="sng" dirty="0">
                <a:solidFill>
                  <a:schemeClr val="bg1">
                    <a:lumMod val="50000"/>
                  </a:schemeClr>
                </a:solidFill>
              </a:rPr>
              <a:t>Communicating in groups  and teams: Sharing Leadership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, Part III: Sharing leadership through task processes: Logical and Critical Thinking, 5</a:t>
            </a:r>
            <a:r>
              <a:rPr lang="en-US" sz="2000" i="1" baseline="30000" dirty="0">
                <a:solidFill>
                  <a:schemeClr val="bg1">
                    <a:lumMod val="50000"/>
                  </a:schemeClr>
                </a:solidFill>
              </a:rPr>
              <a:t>th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 ed. 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</a:rPr>
              <a:t>Cengage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 Learning.</a:t>
            </a:r>
          </a:p>
          <a:p>
            <a:r>
              <a:rPr lang="en-US" sz="2000" b="1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16669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>
            <a:noAutofit/>
          </a:bodyPr>
          <a:lstStyle/>
          <a:p>
            <a:r>
              <a:rPr lang="en-US" sz="3600" b="1" dirty="0"/>
              <a:t>Critical thinking:</a:t>
            </a:r>
            <a:br>
              <a:rPr lang="en-US" sz="3600" b="1" dirty="0"/>
            </a:br>
            <a:r>
              <a:rPr lang="en-US" sz="3200" b="1" dirty="0"/>
              <a:t>Learner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8" y="1340768"/>
            <a:ext cx="5256584" cy="5328592"/>
          </a:xfrm>
          <a:ln w="38100">
            <a:solidFill>
              <a:schemeClr val="accent5">
                <a:lumMod val="75000"/>
              </a:schemeClr>
            </a:solidFill>
          </a:ln>
        </p:spPr>
        <p:txBody>
          <a:bodyPr>
            <a:normAutofit fontScale="92500"/>
          </a:bodyPr>
          <a:lstStyle/>
          <a:p>
            <a:r>
              <a:rPr lang="en-US" sz="2800" dirty="0"/>
              <a:t>Ability to set norms for critical analysis.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Analyze data to determine what makes it trustworthy and usable or unacceptable &amp; not useful.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Find the strong points &amp; the weak points of ideas and reasoning.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Avoid illogical pitfalls &amp; fallacies in thinking.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3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8686800" cy="5649491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331640" y="1196752"/>
          <a:ext cx="7128792" cy="4264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37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09" y="0"/>
            <a:ext cx="8229600" cy="1052736"/>
          </a:xfrm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Introduction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12519D2-4330-4EE1-9AF0-A3CEBF8A1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2312666"/>
              </p:ext>
            </p:extLst>
          </p:nvPr>
        </p:nvGraphicFramePr>
        <p:xfrm>
          <a:off x="457200" y="1340768"/>
          <a:ext cx="8229600" cy="511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27941345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684113478"/>
                    </a:ext>
                  </a:extLst>
                </a:gridCol>
              </a:tblGrid>
              <a:tr h="511256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Brainpower is essential for success.</a:t>
                      </a:r>
                    </a:p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When we collect data for research, we must remember that all information is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equal.</a:t>
                      </a:r>
                    </a:p>
                    <a:p>
                      <a:pPr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Your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analysis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can separate the garbage from the gold.</a:t>
                      </a:r>
                    </a:p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Analysis = using your brainpower to think </a:t>
                      </a:r>
                      <a:r>
                        <a:rPr lang="en-US" sz="2000" b="0" u="sng" dirty="0">
                          <a:solidFill>
                            <a:schemeClr val="tx1"/>
                          </a:solidFill>
                        </a:rPr>
                        <a:t>logically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about information &amp; any conclusions you draw from it.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3497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98A5F14-CBB3-4439-B6AC-FB5A7784E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6156175" y="1340768"/>
            <a:ext cx="2536325" cy="22322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61BD41-3564-44C3-B455-638990A67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975" y="4293096"/>
            <a:ext cx="26479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2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  <a:solidFill>
            <a:schemeClr val="bg1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Evaluating information critically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5626968" cy="5616624"/>
          </a:xfr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2400"/>
              <a:t>No matter how bright/analytical you are, </a:t>
            </a:r>
            <a:r>
              <a:rPr lang="en-US" sz="2400" b="1" i="1">
                <a:solidFill>
                  <a:srgbClr val="FF0000"/>
                </a:solidFill>
              </a:rPr>
              <a:t>good analysis </a:t>
            </a:r>
            <a:r>
              <a:rPr lang="en-US" sz="2400">
                <a:solidFill>
                  <a:schemeClr val="tx1"/>
                </a:solidFill>
              </a:rPr>
              <a:t>requires</a:t>
            </a:r>
            <a:r>
              <a:rPr lang="en-US" sz="2400" i="1">
                <a:solidFill>
                  <a:srgbClr val="FF0000"/>
                </a:solidFill>
              </a:rPr>
              <a:t> </a:t>
            </a:r>
            <a:r>
              <a:rPr lang="en-US" sz="2400" b="1" i="1">
                <a:solidFill>
                  <a:srgbClr val="FF0000"/>
                </a:solidFill>
              </a:rPr>
              <a:t>good information</a:t>
            </a:r>
            <a:r>
              <a:rPr lang="en-US" sz="2400"/>
              <a:t>.</a:t>
            </a:r>
          </a:p>
          <a:p>
            <a:pPr>
              <a:buNone/>
            </a:pPr>
            <a:endParaRPr lang="en-US" sz="2400"/>
          </a:p>
          <a:p>
            <a:r>
              <a:rPr lang="en-US" sz="2400"/>
              <a:t>Incomplete/false/wrong data </a:t>
            </a:r>
            <a:r>
              <a:rPr lang="en-US" sz="2400" b="1"/>
              <a:t>=</a:t>
            </a:r>
            <a:r>
              <a:rPr lang="en-US" sz="2400"/>
              <a:t> incomplete/false/wrong conclusions.</a:t>
            </a:r>
          </a:p>
          <a:p>
            <a:pPr>
              <a:buNone/>
            </a:pPr>
            <a:endParaRPr lang="en-US" sz="2400"/>
          </a:p>
          <a:p>
            <a:r>
              <a:rPr lang="en-US" sz="2400" b="1"/>
              <a:t>Evaluating</a:t>
            </a:r>
            <a:r>
              <a:rPr lang="en-US" sz="2400"/>
              <a:t> information is therefore crucial.</a:t>
            </a:r>
          </a:p>
          <a:p>
            <a:pPr>
              <a:buNone/>
            </a:pPr>
            <a:endParaRPr lang="en-US" sz="2400"/>
          </a:p>
          <a:p>
            <a:r>
              <a:rPr lang="en-US" sz="2400"/>
              <a:t>Curiosity, open-mindedness &amp; conscientiousness are some of the personality traits that correlate with the desire </a:t>
            </a:r>
            <a:r>
              <a:rPr lang="en-US" sz="2400" b="1"/>
              <a:t>to </a:t>
            </a:r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Bradley Hand ITC" pitchFamily="66" charset="0"/>
              </a:rPr>
              <a:t>think critically</a:t>
            </a:r>
            <a:r>
              <a:rPr lang="en-US" sz="2400" b="1">
                <a:latin typeface="Bradley Hand ITC" pitchFamily="66" charset="0"/>
              </a:rPr>
              <a:t>.</a:t>
            </a:r>
          </a:p>
          <a:p>
            <a:pPr>
              <a:buNone/>
            </a:pPr>
            <a:endParaRPr lang="en-US" sz="2400" b="1">
              <a:latin typeface="Bradley Hand ITC" pitchFamily="66" charset="0"/>
            </a:endParaRPr>
          </a:p>
          <a:p>
            <a:r>
              <a:rPr lang="en-US" sz="2400">
                <a:latin typeface="+mj-lt"/>
              </a:rPr>
              <a:t>If teams discourage members from questioning &amp; disagreeing, members are not likely to engage their critical thinking skills.</a:t>
            </a:r>
          </a:p>
          <a:p>
            <a:endParaRPr lang="en-US" sz="2800" b="1">
              <a:latin typeface="Bradley Hand ITC" pitchFamily="66" charset="0"/>
            </a:endParaRPr>
          </a:p>
          <a:p>
            <a:endParaRPr lang="en-US" sz="2800" b="1">
              <a:latin typeface="Bradley Hand ITC" pitchFamily="66" charset="0"/>
            </a:endParaRPr>
          </a:p>
          <a:p>
            <a:endParaRPr lang="en-US" sz="2800" b="1" dirty="0">
              <a:latin typeface="Bradley Hand ITC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62E45-D028-45FA-AAFE-C5DE65E13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061155"/>
            <a:ext cx="2362200" cy="1944216"/>
          </a:xfrm>
          <a:prstGeom prst="rect">
            <a:avLst/>
          </a:prstGeom>
        </p:spPr>
      </p:pic>
      <p:pic>
        <p:nvPicPr>
          <p:cNvPr id="1028" name="Picture 4" descr="Bring Intellectual Curiosity to Your Writing - Find your writing nerd">
            <a:extLst>
              <a:ext uri="{FF2B5EF4-FFF2-40B4-BE49-F238E27FC236}">
                <a16:creationId xmlns:a16="http://schemas.microsoft.com/office/drawing/2014/main" id="{AE57A2DE-9C75-4B90-BB54-66FF4CAEC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861048"/>
            <a:ext cx="237938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69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Criteria for analysis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132B80F-C199-44EB-8EEF-D0E29588D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501513"/>
              </p:ext>
            </p:extLst>
          </p:nvPr>
        </p:nvGraphicFramePr>
        <p:xfrm>
          <a:off x="457200" y="1600200"/>
          <a:ext cx="8229600" cy="4781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9923635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88628517"/>
                    </a:ext>
                  </a:extLst>
                </a:gridCol>
              </a:tblGrid>
              <a:tr h="478112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You can’t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analyse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data critically without some </a:t>
                      </a:r>
                      <a:r>
                        <a:rPr lang="en-US" sz="2000" b="0" u="sng" dirty="0">
                          <a:solidFill>
                            <a:schemeClr val="tx1"/>
                          </a:solidFill>
                        </a:rPr>
                        <a:t>standard of measurement.  </a:t>
                      </a:r>
                    </a:p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000" b="0" u="sng" dirty="0">
                          <a:solidFill>
                            <a:schemeClr val="tx1"/>
                          </a:solidFill>
                        </a:rPr>
                        <a:t>Consider criteria in 2 areas:</a:t>
                      </a:r>
                    </a:p>
                    <a:p>
                      <a:pPr marL="0" indent="0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	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The information’s source 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The information itself.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507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EF1C9B5-0E54-44C9-9C6D-88E3DE2CB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515595"/>
            <a:ext cx="3392259" cy="1831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0E72C7-BE1A-4876-947D-C76443A59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05" y="4565741"/>
            <a:ext cx="3168352" cy="178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75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  <a:solidFill>
            <a:schemeClr val="bg1"/>
          </a:solidFill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The information’s source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8E475B-8552-43AB-A42D-D6DBD0AEF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223363"/>
              </p:ext>
            </p:extLst>
          </p:nvPr>
        </p:nvGraphicFramePr>
        <p:xfrm>
          <a:off x="457200" y="1600200"/>
          <a:ext cx="8229600" cy="492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67503969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484820686"/>
                    </a:ext>
                  </a:extLst>
                </a:gridCol>
              </a:tblGrid>
              <a:tr h="492514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Suppose Lee brings in a tape &amp; a summary of her interview with an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expert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– to decide whether the source is good, you evaluate the expert.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Now suppose Thandi brings in statistics from an article written by a freelance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reporter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based on an interview with an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expert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and published in a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magazine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– you now have </a:t>
                      </a:r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3 sources to consider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 the expert, </a:t>
                      </a:r>
                    </a:p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 the writer &amp; </a:t>
                      </a:r>
                    </a:p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 the magazine. 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Fortunately, many of the </a:t>
                      </a:r>
                      <a:r>
                        <a:rPr lang="en-US" sz="2000" b="0" u="sng" dirty="0">
                          <a:solidFill>
                            <a:schemeClr val="tx1"/>
                          </a:solidFill>
                        </a:rPr>
                        <a:t>same criteria apply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to each of these sources, but you cannot overlook 1 source as you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analyse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another.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1930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70BAA2E-1F66-42DE-A48D-3D1DB95F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4149080"/>
            <a:ext cx="2791966" cy="222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1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The information’s source:</a:t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>3 broad categories of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1600200"/>
            <a:ext cx="6120680" cy="4781128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external </a:t>
            </a:r>
            <a:r>
              <a:rPr lang="en-US" sz="2800" b="1" dirty="0"/>
              <a:t>credibility</a:t>
            </a:r>
            <a:r>
              <a:rPr lang="en-US" sz="2800" dirty="0"/>
              <a:t> of the source’s </a:t>
            </a:r>
            <a:r>
              <a:rPr lang="en-US" sz="2800" b="1" dirty="0"/>
              <a:t>expertise.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</a:t>
            </a:r>
            <a:r>
              <a:rPr lang="en-US" sz="2800" b="1" dirty="0"/>
              <a:t>habits of communication </a:t>
            </a:r>
            <a:r>
              <a:rPr lang="en-US" sz="2800" dirty="0"/>
              <a:t>the source exhibits.</a:t>
            </a:r>
          </a:p>
          <a:p>
            <a:pPr>
              <a:buNone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</a:t>
            </a:r>
            <a:r>
              <a:rPr lang="en-US" sz="2800" b="1" dirty="0"/>
              <a:t>ethical inferences </a:t>
            </a:r>
            <a:r>
              <a:rPr lang="en-US" sz="2800" dirty="0"/>
              <a:t>you can make from the content of the source’s messages.</a:t>
            </a:r>
          </a:p>
        </p:txBody>
      </p:sp>
    </p:spTree>
    <p:extLst>
      <p:ext uri="{BB962C8B-B14F-4D97-AF65-F5344CB8AC3E}">
        <p14:creationId xmlns:p14="http://schemas.microsoft.com/office/powerpoint/2010/main" val="80484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3 broad categories examined: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0E4282-1275-47CA-8D62-8D1E3AE79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332185"/>
              </p:ext>
            </p:extLst>
          </p:nvPr>
        </p:nvGraphicFramePr>
        <p:xfrm>
          <a:off x="179512" y="1500808"/>
          <a:ext cx="8579296" cy="5357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9648">
                  <a:extLst>
                    <a:ext uri="{9D8B030D-6E8A-4147-A177-3AD203B41FA5}">
                      <a16:colId xmlns:a16="http://schemas.microsoft.com/office/drawing/2014/main" val="598980872"/>
                    </a:ext>
                  </a:extLst>
                </a:gridCol>
                <a:gridCol w="4289648">
                  <a:extLst>
                    <a:ext uri="{9D8B030D-6E8A-4147-A177-3AD203B41FA5}">
                      <a16:colId xmlns:a16="http://schemas.microsoft.com/office/drawing/2014/main" val="757473398"/>
                    </a:ext>
                  </a:extLst>
                </a:gridCol>
              </a:tblGrid>
              <a:tr h="5357192">
                <a:tc>
                  <a:txBody>
                    <a:bodyPr/>
                    <a:lstStyle/>
                    <a:p>
                      <a:pPr marL="514350" indent="-514350">
                        <a:buAutoNum type="arabicPeriod"/>
                      </a:pPr>
                      <a:r>
                        <a:rPr lang="en-US" sz="2800" b="1" dirty="0"/>
                        <a:t>Expertise</a:t>
                      </a:r>
                      <a:r>
                        <a:rPr lang="en-US" sz="2800" dirty="0"/>
                        <a:t> – </a:t>
                      </a:r>
                    </a:p>
                    <a:p>
                      <a:pPr marL="514350" indent="-514350">
                        <a:buNone/>
                      </a:pPr>
                      <a:r>
                        <a:rPr lang="en-US" dirty="0"/>
                        <a:t>	</a:t>
                      </a:r>
                      <a:r>
                        <a:rPr lang="en-US" sz="2000" dirty="0"/>
                        <a:t>If the credibility of you source relies, in part, on his/her expertise, examine the source’s observable expertise &amp; ask:</a:t>
                      </a:r>
                    </a:p>
                    <a:p>
                      <a:pPr marL="514350" indent="-514350">
                        <a:buNone/>
                      </a:pPr>
                      <a:endParaRPr lang="en-US" dirty="0"/>
                    </a:p>
                    <a:p>
                      <a:pPr marL="514350" indent="-51435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14350" indent="-51435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Qualifications</a:t>
                      </a:r>
                      <a:r>
                        <a:rPr lang="en-US" sz="2000" dirty="0"/>
                        <a:t>: </a:t>
                      </a:r>
                    </a:p>
                    <a:p>
                      <a:pPr marL="514350" indent="-514350">
                        <a:buNone/>
                      </a:pPr>
                      <a:r>
                        <a:rPr lang="en-US" sz="2000" dirty="0"/>
                        <a:t>         Are the person’s academic degrees/training/experience sufficient? </a:t>
                      </a:r>
                      <a:r>
                        <a:rPr lang="en-US" sz="2000" dirty="0" err="1"/>
                        <a:t>I.e</a:t>
                      </a:r>
                      <a:r>
                        <a:rPr lang="en-US" sz="2000" dirty="0"/>
                        <a:t> is the  person really an expert on the issue?</a:t>
                      </a:r>
                    </a:p>
                    <a:p>
                      <a:pPr marL="514350" indent="-514350"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514350" indent="-51435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Reputation</a:t>
                      </a:r>
                      <a:r>
                        <a:rPr lang="en-US" sz="2000" dirty="0"/>
                        <a:t>: </a:t>
                      </a:r>
                    </a:p>
                    <a:p>
                      <a:pPr marL="514350" indent="-514350">
                        <a:buNone/>
                      </a:pPr>
                      <a:r>
                        <a:rPr lang="en-US" sz="2000" dirty="0"/>
                        <a:t>          Is the person acknowledged &amp; respected by other experts in the field? Do other experts refer to or quote this person as a source?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127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A66C833-30FF-4806-B708-19E605497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60" y="5377012"/>
            <a:ext cx="2376264" cy="1276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7649EC-51D0-484C-A49D-07C5A9EA8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5377012"/>
            <a:ext cx="23146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7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3 broad categories examined: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dirty="0"/>
              <a:t>	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E46AB6C-5E8E-4BCA-8BE5-6D865BB4E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046808"/>
              </p:ext>
            </p:extLst>
          </p:nvPr>
        </p:nvGraphicFramePr>
        <p:xfrm>
          <a:off x="457200" y="1600199"/>
          <a:ext cx="8229600" cy="45259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47250289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68566126"/>
                    </a:ext>
                  </a:extLst>
                </a:gridCol>
              </a:tblGrid>
              <a:tr h="4525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r>
                        <a:rPr lang="en-US" sz="2800" dirty="0"/>
                        <a:t>. </a:t>
                      </a:r>
                      <a:r>
                        <a:rPr lang="en-US" sz="2400" b="1" dirty="0"/>
                        <a:t>Habits of communication </a:t>
                      </a:r>
                      <a:r>
                        <a:rPr lang="en-US" sz="2400" dirty="0"/>
                        <a:t>–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the source passes the previous tests, you then examine other aspects of communication to  assess the source’s credibility.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Karl Wallace </a:t>
                      </a:r>
                      <a:r>
                        <a:rPr lang="en-US" dirty="0"/>
                        <a:t>(1955) provides the following 4 criteria for examining a communicator’s ethics: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2400" dirty="0"/>
                        <a:t>Habit of search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sz="24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400" dirty="0"/>
                        <a:t>Habit of justice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sz="24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400" dirty="0"/>
                        <a:t>Habit of preferring public to private motivations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sz="24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GB" sz="2400" dirty="0"/>
                        <a:t>Habit of respect for dissident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93374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AFB131F-5BB3-4E35-BFEC-062EBFD9E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614310"/>
            <a:ext cx="3312368" cy="141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1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Karl Wallace criteria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1294852-25A2-4249-93F5-6D3BA232DD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475267"/>
              </p:ext>
            </p:extLst>
          </p:nvPr>
        </p:nvGraphicFramePr>
        <p:xfrm>
          <a:off x="457200" y="1600200"/>
          <a:ext cx="8229600" cy="4983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5392847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26285193"/>
                    </a:ext>
                  </a:extLst>
                </a:gridCol>
              </a:tblGrid>
              <a:tr h="498316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82565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B243FB8-46D4-46AF-99DB-279490BE3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55"/>
              </p:ext>
            </p:extLst>
          </p:nvPr>
        </p:nvGraphicFramePr>
        <p:xfrm>
          <a:off x="457200" y="1455601"/>
          <a:ext cx="8075240" cy="52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7620">
                  <a:extLst>
                    <a:ext uri="{9D8B030D-6E8A-4147-A177-3AD203B41FA5}">
                      <a16:colId xmlns:a16="http://schemas.microsoft.com/office/drawing/2014/main" val="1702456488"/>
                    </a:ext>
                  </a:extLst>
                </a:gridCol>
                <a:gridCol w="4037620">
                  <a:extLst>
                    <a:ext uri="{9D8B030D-6E8A-4147-A177-3AD203B41FA5}">
                      <a16:colId xmlns:a16="http://schemas.microsoft.com/office/drawing/2014/main" val="165021399"/>
                    </a:ext>
                  </a:extLst>
                </a:gridCol>
              </a:tblGrid>
              <a:tr h="527236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Habit of search: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solidFill>
                            <a:sysClr val="windowText" lastClr="000000"/>
                          </a:solidFill>
                        </a:rPr>
                        <a:t>The knowledgeable, thorough presentation of sound information. </a:t>
                      </a:r>
                    </a:p>
                    <a:p>
                      <a:pPr>
                        <a:buNone/>
                      </a:pPr>
                      <a:endParaRPr lang="en-US" sz="18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Does your source document information?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Prove any assertions?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Are the source’s data complete?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</a:rPr>
                        <a:t>Is the source’s habit of search ethically acceptable (e.g. not abusing the environment or animal or human subjects)?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. Habit of justice: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Fairness in presenting information so that an audience can assess it equitably. </a:t>
                      </a:r>
                    </a:p>
                    <a:p>
                      <a:pPr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Is the source known to be trustworthy &amp; honest?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Is the source normally clear &amp; direct in dealing with issues &amp; people, or does the source have a history of manipulation &amp; strategy in such dealings?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14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47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35" y="260648"/>
            <a:ext cx="8229600" cy="1143000"/>
          </a:xfrm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Karl Wallace criteria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1E381A-F29E-4E62-AD4B-1D3D0F4C4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356143"/>
              </p:ext>
            </p:extLst>
          </p:nvPr>
        </p:nvGraphicFramePr>
        <p:xfrm>
          <a:off x="457200" y="1600200"/>
          <a:ext cx="8229600" cy="485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68005364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425987311"/>
                    </a:ext>
                  </a:extLst>
                </a:gridCol>
              </a:tblGrid>
              <a:tr h="485313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3742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7E82CB5-6470-44DE-9A83-5EA8DAFAD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903323"/>
              </p:ext>
            </p:extLst>
          </p:nvPr>
        </p:nvGraphicFramePr>
        <p:xfrm>
          <a:off x="469282" y="1600200"/>
          <a:ext cx="8205436" cy="5017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718">
                  <a:extLst>
                    <a:ext uri="{9D8B030D-6E8A-4147-A177-3AD203B41FA5}">
                      <a16:colId xmlns:a16="http://schemas.microsoft.com/office/drawing/2014/main" val="479447655"/>
                    </a:ext>
                  </a:extLst>
                </a:gridCol>
                <a:gridCol w="4102718">
                  <a:extLst>
                    <a:ext uri="{9D8B030D-6E8A-4147-A177-3AD203B41FA5}">
                      <a16:colId xmlns:a16="http://schemas.microsoft.com/office/drawing/2014/main" val="1807251690"/>
                    </a:ext>
                  </a:extLst>
                </a:gridCol>
              </a:tblGrid>
              <a:tr h="501785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3. Habit of preferring public to private motivations: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Openly letting people know about the source’s own sources, plans and expectations. </a:t>
                      </a:r>
                    </a:p>
                    <a:p>
                      <a:pPr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Are the source’s previous actions consistent and reliable? Do contradictions in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behaviour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or quality put this source in doubt?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4. Habit of respect for dissident: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	</a:t>
                      </a:r>
                    </a:p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The ability to remain objective and to encourage dialogue about opposing arguments &amp; positions. </a:t>
                      </a:r>
                    </a:p>
                    <a:p>
                      <a:pPr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Does the source have a history of bias toward a political, social, or philosophical position, or does the source typically present &amp; listen to more than 1 side of an issue?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984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022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>
                <a:solidFill>
                  <a:schemeClr val="tx1"/>
                </a:solidFill>
              </a:rPr>
              <a:t>3. Ethical inferences</a:t>
            </a:r>
            <a:br>
              <a:rPr lang="en-US" b="1" dirty="0"/>
            </a:br>
            <a:endParaRPr lang="en-US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C4A2D11-51B2-48EA-A2F5-279E37067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705792"/>
              </p:ext>
            </p:extLst>
          </p:nvPr>
        </p:nvGraphicFramePr>
        <p:xfrm>
          <a:off x="457200" y="1340768"/>
          <a:ext cx="8229600" cy="5328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8776">
                  <a:extLst>
                    <a:ext uri="{9D8B030D-6E8A-4147-A177-3AD203B41FA5}">
                      <a16:colId xmlns:a16="http://schemas.microsoft.com/office/drawing/2014/main" val="1981319460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3680212676"/>
                    </a:ext>
                  </a:extLst>
                </a:gridCol>
              </a:tblGrid>
              <a:tr h="5328592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Messina (2007) suggests additional guidelines to use when evaluating persuasive messages.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000" b="1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= respect for the audience: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Is the information presented in such a way that the audience can make a voluntary, informed &amp; rational judgment about it?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Or is the source using “bullying” tactics that try to force agreement?</a:t>
                      </a:r>
                    </a:p>
                    <a:p>
                      <a:pPr lvl="1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lvl="1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en-US" sz="2000" b="1" baseline="30000" dirty="0">
                          <a:solidFill>
                            <a:schemeClr val="tx1"/>
                          </a:solidFill>
                        </a:rPr>
                        <a:t>2nd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= does the source show respect for the material?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Is the message presented in a way that both respects the audience’s current views &amp; adequately provides new information?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585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42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Ethical inferences cont…</a:t>
            </a:r>
            <a:r>
              <a:rPr lang="en-US" b="1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1720" y="1628800"/>
            <a:ext cx="4258816" cy="5069160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sz="2400" dirty="0"/>
              <a:t>These criteria – the external credibility of a source’s expertise, habits of communication, &amp; inferences about respect for the audience &amp; the material – can help you decide how much to </a:t>
            </a:r>
            <a:r>
              <a:rPr lang="en-US" sz="2400" u="sng" dirty="0"/>
              <a:t>trust the information’s source.</a:t>
            </a:r>
          </a:p>
        </p:txBody>
      </p:sp>
    </p:spTree>
    <p:extLst>
      <p:ext uri="{BB962C8B-B14F-4D97-AF65-F5344CB8AC3E}">
        <p14:creationId xmlns:p14="http://schemas.microsoft.com/office/powerpoint/2010/main" val="173292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The information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3970784" cy="4569371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When you start to accumulate information, you make an interesting discovery –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 Conclusions from data may be possibly true, or probably true, but are hardly ever </a:t>
            </a:r>
            <a:r>
              <a:rPr lang="en-US" sz="2400" b="1" i="1" dirty="0"/>
              <a:t>absolutely</a:t>
            </a:r>
            <a:r>
              <a:rPr lang="en-US" sz="2400" dirty="0"/>
              <a:t> true.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We must know how </a:t>
            </a:r>
            <a:r>
              <a:rPr lang="en-US" sz="2400" b="1" u="sng" dirty="0"/>
              <a:t>probable</a:t>
            </a:r>
            <a:r>
              <a:rPr lang="en-US" sz="2400" dirty="0"/>
              <a:t> something is. </a:t>
            </a:r>
          </a:p>
        </p:txBody>
      </p:sp>
    </p:spTree>
    <p:extLst>
      <p:ext uri="{BB962C8B-B14F-4D97-AF65-F5344CB8AC3E}">
        <p14:creationId xmlns:p14="http://schemas.microsoft.com/office/powerpoint/2010/main" val="476987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457200" y="228918"/>
            <a:ext cx="8229600" cy="823817"/>
          </a:xfrm>
        </p:spPr>
        <p:txBody>
          <a:bodyPr>
            <a:normAutofit/>
          </a:bodyPr>
          <a:lstStyle/>
          <a:p>
            <a:r>
              <a:rPr lang="en-US" sz="2800" dirty="0"/>
              <a:t>So how do you assess probability?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775682FC-525E-4681-A06E-6469A7C682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035138"/>
              </p:ext>
            </p:extLst>
          </p:nvPr>
        </p:nvGraphicFramePr>
        <p:xfrm>
          <a:off x="457200" y="1274202"/>
          <a:ext cx="8229600" cy="53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60542926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44696006"/>
                    </a:ext>
                  </a:extLst>
                </a:gridCol>
              </a:tblGrid>
              <a:tr h="5354880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Weighing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various pieces of evidence that seem to support or refute an idea.</a:t>
                      </a:r>
                    </a:p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 you go through the information you’ve collected, the team becomes judge &amp; jury = you assess each piece of information in terms of its quality, &amp; then weigh any contradictory pieces against each other.</a:t>
                      </a:r>
                    </a:p>
                    <a:p>
                      <a:pPr>
                        <a:buNone/>
                      </a:pP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Ask yourself: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Which evidence pertains most directly to the issue or question at hand?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Which conclusion has the most evidence on its side?</a:t>
                      </a:r>
                    </a:p>
                    <a:p>
                      <a:pPr lvl="1"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>
                        <a:buNone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best conclusion = the 1 that is 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most probably true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is the 1</a:t>
                      </a:r>
                    </a:p>
                    <a:p>
                      <a:pPr lvl="1">
                        <a:buNone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supported by the </a:t>
                      </a:r>
                      <a:r>
                        <a:rPr lang="en-US" sz="20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preponderance of quality evidence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>
                        <a:buNone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There’s more credible data backing that conclusion than backing </a:t>
                      </a:r>
                      <a:r>
                        <a:rPr lang="en-US" sz="2000" b="0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other</a:t>
                      </a:r>
                    </a:p>
                    <a:p>
                      <a:pPr lvl="1">
                        <a:buNone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conclusions.</a:t>
                      </a: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05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946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Questions to ask when analyzing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information in general: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Horizontal Scroll 3"/>
          <p:cNvSpPr/>
          <p:nvPr/>
        </p:nvSpPr>
        <p:spPr>
          <a:xfrm>
            <a:off x="971600" y="1412776"/>
            <a:ext cx="7344816" cy="1080120"/>
          </a:xfrm>
          <a:prstGeom prst="horizontalScroll">
            <a:avLst>
              <a:gd name="adj" fmla="val 4532"/>
            </a:avLst>
          </a:prstGeom>
          <a:ln/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8064A2">
                    <a:lumMod val="75000"/>
                  </a:srgbClr>
                </a:solidFill>
              </a:rPr>
              <a:t>For e.g. you have been asked to improve the quality of student life</a:t>
            </a:r>
          </a:p>
          <a:p>
            <a:r>
              <a:rPr lang="en-US" b="1" dirty="0">
                <a:solidFill>
                  <a:srgbClr val="8064A2">
                    <a:lumMod val="75000"/>
                  </a:srgbClr>
                </a:solidFill>
              </a:rPr>
              <a:t> &amp; has obtained results of a survey taken at another university (UCT) </a:t>
            </a:r>
          </a:p>
          <a:p>
            <a:r>
              <a:rPr lang="en-US" b="1" dirty="0">
                <a:solidFill>
                  <a:srgbClr val="8064A2">
                    <a:lumMod val="75000"/>
                  </a:srgbClr>
                </a:solidFill>
              </a:rPr>
              <a:t>3 years ago: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6D25E3E-344F-477A-ABEB-10BD3C00E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69391"/>
              </p:ext>
            </p:extLst>
          </p:nvPr>
        </p:nvGraphicFramePr>
        <p:xfrm>
          <a:off x="457200" y="2490037"/>
          <a:ext cx="8229600" cy="363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28758418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940008597"/>
                    </a:ext>
                  </a:extLst>
                </a:gridCol>
              </a:tblGrid>
              <a:tr h="3636125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b="1" u="sng" dirty="0">
                          <a:solidFill>
                            <a:schemeClr val="accent2"/>
                          </a:solidFill>
                        </a:rPr>
                        <a:t>Is the information valid?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Does it actually measure what it intends to measure?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Does it apply to the issues &amp; questions relevant to the students at your university?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Would students today be very different from those surveyed 3 years ago?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2. </a:t>
                      </a:r>
                      <a:r>
                        <a:rPr lang="en-US" b="1" u="sng" dirty="0">
                          <a:solidFill>
                            <a:schemeClr val="accent2"/>
                          </a:solidFill>
                        </a:rPr>
                        <a:t>Is the data reliable?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 what extent is the data consistent?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E.g. on this survey, if the question, “Are you comfortable at UCT?” gets a strong “YES”, but the question, “Do you feel at home at UCT?” gets a strong “NO”, then the reliability may be questionable.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53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22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Questions to ask when analyzing 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information in general: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A80676F-B6AA-4118-B43B-49B685D85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277622"/>
              </p:ext>
            </p:extLst>
          </p:nvPr>
        </p:nvGraphicFramePr>
        <p:xfrm>
          <a:off x="323528" y="1600200"/>
          <a:ext cx="8568952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476">
                  <a:extLst>
                    <a:ext uri="{9D8B030D-6E8A-4147-A177-3AD203B41FA5}">
                      <a16:colId xmlns:a16="http://schemas.microsoft.com/office/drawing/2014/main" val="879786169"/>
                    </a:ext>
                  </a:extLst>
                </a:gridCol>
                <a:gridCol w="4284476">
                  <a:extLst>
                    <a:ext uri="{9D8B030D-6E8A-4147-A177-3AD203B41FA5}">
                      <a16:colId xmlns:a16="http://schemas.microsoft.com/office/drawing/2014/main" val="3458758887"/>
                    </a:ext>
                  </a:extLst>
                </a:gridCol>
              </a:tblGrid>
              <a:tr h="4525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3. </a:t>
                      </a:r>
                      <a:r>
                        <a:rPr lang="en-US" b="1" u="sng" dirty="0">
                          <a:solidFill>
                            <a:schemeClr val="accent2"/>
                          </a:solidFill>
                        </a:rPr>
                        <a:t>Is the information truthful &amp; objective?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Does the report present more than 1 side of the issues?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Was the data gathered objectively?</a:t>
                      </a:r>
                    </a:p>
                    <a:p>
                      <a:pPr lvl="1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If the survey uses biased questions such as “Should UCT reduce its excessive fees for activities?”, it </a:t>
                      </a:r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lacks objectivity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4. </a:t>
                      </a:r>
                      <a:r>
                        <a:rPr lang="en-US" b="1" u="sng" dirty="0">
                          <a:solidFill>
                            <a:schemeClr val="accent2"/>
                          </a:solidFill>
                        </a:rPr>
                        <a:t>Is the information sufficient?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How much information is enough depends on the questions involved &amp; what you need to know about them.</a:t>
                      </a:r>
                    </a:p>
                    <a:p>
                      <a:pPr lvl="1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lvl="1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 Are the questions inclusive?</a:t>
                      </a:r>
                    </a:p>
                    <a:p>
                      <a:pPr lvl="1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lvl="1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 Do they focus on facts, values, or policies?</a:t>
                      </a:r>
                    </a:p>
                    <a:p>
                      <a:pPr lvl="1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lvl="1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 What more might you need to know?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060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805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Internet information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607E786-AD98-4D9B-A06E-92DD83DD3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191952"/>
              </p:ext>
            </p:extLst>
          </p:nvPr>
        </p:nvGraphicFramePr>
        <p:xfrm>
          <a:off x="467419" y="1542698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90197212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825974633"/>
                    </a:ext>
                  </a:extLst>
                </a:gridCol>
              </a:tblGrid>
              <a:tr h="485313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Web sites are often cited as source of information.</a:t>
                      </a:r>
                    </a:p>
                    <a:p>
                      <a:pPr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BUT a website is just a site (virtual location)  not a source.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Saying that info comes from a specific site is like reporting which library a book comes from!</a:t>
                      </a:r>
                    </a:p>
                    <a:p>
                      <a:pPr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You need to know who wrote or who prepared the material you found at that location, &amp; you need to apply the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criteria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for analyzing the credibility of </a:t>
                      </a:r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the source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&amp; the </a:t>
                      </a:r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quality of the information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developed in the previous sections.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793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771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Internet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355160" cy="4525963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Internet information raises these additional concerns:</a:t>
            </a:r>
          </a:p>
          <a:p>
            <a:pPr>
              <a:buNone/>
            </a:pPr>
            <a:endParaRPr lang="en-US" sz="28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32605927"/>
              </p:ext>
            </p:extLst>
          </p:nvPr>
        </p:nvGraphicFramePr>
        <p:xfrm>
          <a:off x="611560" y="2132856"/>
          <a:ext cx="6984776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36531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1581</Words>
  <Application>Microsoft Office PowerPoint</Application>
  <PresentationFormat>On-screen Show (4:3)</PresentationFormat>
  <Paragraphs>192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Bradley Hand ITC</vt:lpstr>
      <vt:lpstr>Calibri</vt:lpstr>
      <vt:lpstr>Wingdings</vt:lpstr>
      <vt:lpstr>1_Office Theme</vt:lpstr>
      <vt:lpstr>Office Theme</vt:lpstr>
      <vt:lpstr>2_Office Theme</vt:lpstr>
      <vt:lpstr>4_Office Theme</vt:lpstr>
      <vt:lpstr>5_Office Theme</vt:lpstr>
      <vt:lpstr>6_Office Theme</vt:lpstr>
      <vt:lpstr>7_Office Theme</vt:lpstr>
      <vt:lpstr>  Critical Thinking Skills  PART 1 – Evaluating information critically    </vt:lpstr>
      <vt:lpstr>Critical thinking: Learner outcomes</vt:lpstr>
      <vt:lpstr>.</vt:lpstr>
      <vt:lpstr>Introduction</vt:lpstr>
      <vt:lpstr>Evaluating information critically</vt:lpstr>
      <vt:lpstr>Criteria for analysis</vt:lpstr>
      <vt:lpstr>The information’s source</vt:lpstr>
      <vt:lpstr>The information’s source: 3 broad categories of criteria</vt:lpstr>
      <vt:lpstr>3 broad categories examined:</vt:lpstr>
      <vt:lpstr>3 broad categories examined:</vt:lpstr>
      <vt:lpstr>Karl Wallace criteria</vt:lpstr>
      <vt:lpstr>Karl Wallace criteria</vt:lpstr>
      <vt:lpstr> 3. Ethical inferences </vt:lpstr>
      <vt:lpstr>Ethical inferences cont… </vt:lpstr>
      <vt:lpstr>The information itself</vt:lpstr>
      <vt:lpstr>So how do you assess probability?</vt:lpstr>
      <vt:lpstr>Questions to ask when analyzing  information in general:</vt:lpstr>
      <vt:lpstr>Questions to ask when analyzing  information in general:</vt:lpstr>
      <vt:lpstr>Internet information</vt:lpstr>
      <vt:lpstr>Internet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thinking skills</dc:title>
  <dc:creator>Admin</dc:creator>
  <cp:lastModifiedBy>Nicole Wessels</cp:lastModifiedBy>
  <cp:revision>6</cp:revision>
  <dcterms:created xsi:type="dcterms:W3CDTF">2016-03-08T09:39:30Z</dcterms:created>
  <dcterms:modified xsi:type="dcterms:W3CDTF">2021-04-23T09:52:38Z</dcterms:modified>
</cp:coreProperties>
</file>