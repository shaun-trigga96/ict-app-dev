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8" r:id="rId9"/>
    <p:sldId id="262" r:id="rId10"/>
    <p:sldId id="264" r:id="rId11"/>
    <p:sldId id="265" r:id="rId12"/>
    <p:sldId id="267" r:id="rId13"/>
    <p:sldId id="266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7B4EF-CB7C-425C-9FE5-070BC62A5830}" v="138" dt="2021-05-14T09:27:48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Wessels" userId="e771acc8-ecbb-4505-a306-f38d70d34d18" providerId="ADAL" clId="{08D7B4EF-CB7C-425C-9FE5-070BC62A5830}"/>
    <pc:docChg chg="undo custSel delSld modSld">
      <pc:chgData name="Nicole Wessels" userId="e771acc8-ecbb-4505-a306-f38d70d34d18" providerId="ADAL" clId="{08D7B4EF-CB7C-425C-9FE5-070BC62A5830}" dt="2021-05-14T09:30:08.904" v="1005" actId="2696"/>
      <pc:docMkLst>
        <pc:docMk/>
      </pc:docMkLst>
      <pc:sldChg chg="addSp delSp modSp mod setBg addAnim delAnim setClrOvrMap delDesignElem">
        <pc:chgData name="Nicole Wessels" userId="e771acc8-ecbb-4505-a306-f38d70d34d18" providerId="ADAL" clId="{08D7B4EF-CB7C-425C-9FE5-070BC62A5830}" dt="2021-05-14T08:28:01.932" v="212" actId="14100"/>
        <pc:sldMkLst>
          <pc:docMk/>
          <pc:sldMk cId="879097510" sldId="256"/>
        </pc:sldMkLst>
        <pc:spChg chg="mod">
          <ac:chgData name="Nicole Wessels" userId="e771acc8-ecbb-4505-a306-f38d70d34d18" providerId="ADAL" clId="{08D7B4EF-CB7C-425C-9FE5-070BC62A5830}" dt="2021-05-14T08:28:01.932" v="212" actId="14100"/>
          <ac:spMkLst>
            <pc:docMk/>
            <pc:sldMk cId="879097510" sldId="256"/>
            <ac:spMk id="2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8:24:44.904" v="176" actId="26606"/>
          <ac:spMkLst>
            <pc:docMk/>
            <pc:sldMk cId="879097510" sldId="256"/>
            <ac:spMk id="6" creationId="{16C5FA50-8D52-4617-AF91-5C7B1C8352F1}"/>
          </ac:spMkLst>
        </pc:spChg>
        <pc:spChg chg="add del">
          <ac:chgData name="Nicole Wessels" userId="e771acc8-ecbb-4505-a306-f38d70d34d18" providerId="ADAL" clId="{08D7B4EF-CB7C-425C-9FE5-070BC62A5830}" dt="2021-05-14T08:24:44.904" v="176" actId="26606"/>
          <ac:spMkLst>
            <pc:docMk/>
            <pc:sldMk cId="879097510" sldId="256"/>
            <ac:spMk id="7" creationId="{E223798C-12AD-4B0C-A50C-D676347D67CF}"/>
          </ac:spMkLst>
        </pc:spChg>
        <pc:spChg chg="add del">
          <ac:chgData name="Nicole Wessels" userId="e771acc8-ecbb-4505-a306-f38d70d34d18" providerId="ADAL" clId="{08D7B4EF-CB7C-425C-9FE5-070BC62A5830}" dt="2021-05-14T08:24:32.005" v="164"/>
          <ac:spMkLst>
            <pc:docMk/>
            <pc:sldMk cId="879097510" sldId="256"/>
            <ac:spMk id="9" creationId="{BA0231D3-CC2F-409A-B036-FB2246FC7FA1}"/>
          </ac:spMkLst>
        </pc:spChg>
        <pc:spChg chg="add del">
          <ac:chgData name="Nicole Wessels" userId="e771acc8-ecbb-4505-a306-f38d70d34d18" providerId="ADAL" clId="{08D7B4EF-CB7C-425C-9FE5-070BC62A5830}" dt="2021-05-14T08:27:15.185" v="198" actId="26606"/>
          <ac:spMkLst>
            <pc:docMk/>
            <pc:sldMk cId="879097510" sldId="256"/>
            <ac:spMk id="10" creationId="{25E62178-5DE6-44C8-AE62-8B9F37AC0167}"/>
          </ac:spMkLst>
        </pc:spChg>
        <pc:spChg chg="add del">
          <ac:chgData name="Nicole Wessels" userId="e771acc8-ecbb-4505-a306-f38d70d34d18" providerId="ADAL" clId="{08D7B4EF-CB7C-425C-9FE5-070BC62A5830}" dt="2021-05-14T08:24:32.005" v="164"/>
          <ac:spMkLst>
            <pc:docMk/>
            <pc:sldMk cId="879097510" sldId="256"/>
            <ac:spMk id="13" creationId="{B2B25AC6-3D3C-49A0-A553-59EEF68B892B}"/>
          </ac:spMkLst>
        </pc:spChg>
        <pc:spChg chg="add del">
          <ac:chgData name="Nicole Wessels" userId="e771acc8-ecbb-4505-a306-f38d70d34d18" providerId="ADAL" clId="{08D7B4EF-CB7C-425C-9FE5-070BC62A5830}" dt="2021-05-14T08:24:32.005" v="164"/>
          <ac:spMkLst>
            <pc:docMk/>
            <pc:sldMk cId="879097510" sldId="256"/>
            <ac:spMk id="15" creationId="{D6104D2A-F099-4832-8DA3-B58F775023AC}"/>
          </ac:spMkLst>
        </pc:spChg>
        <pc:spChg chg="add del">
          <ac:chgData name="Nicole Wessels" userId="e771acc8-ecbb-4505-a306-f38d70d34d18" providerId="ADAL" clId="{08D7B4EF-CB7C-425C-9FE5-070BC62A5830}" dt="2021-05-14T08:24:32.005" v="164"/>
          <ac:spMkLst>
            <pc:docMk/>
            <pc:sldMk cId="879097510" sldId="256"/>
            <ac:spMk id="17" creationId="{12D811BC-E69A-41B2-93E5-2F7219C76C11}"/>
          </ac:spMkLst>
        </pc:spChg>
        <pc:spChg chg="add del">
          <ac:chgData name="Nicole Wessels" userId="e771acc8-ecbb-4505-a306-f38d70d34d18" providerId="ADAL" clId="{08D7B4EF-CB7C-425C-9FE5-070BC62A5830}" dt="2021-05-14T08:24:32.005" v="164"/>
          <ac:spMkLst>
            <pc:docMk/>
            <pc:sldMk cId="879097510" sldId="256"/>
            <ac:spMk id="21" creationId="{55D1FBB0-B8BB-4A78-9540-167908817CED}"/>
          </ac:spMkLst>
        </pc:spChg>
        <pc:spChg chg="add del">
          <ac:chgData name="Nicole Wessels" userId="e771acc8-ecbb-4505-a306-f38d70d34d18" providerId="ADAL" clId="{08D7B4EF-CB7C-425C-9FE5-070BC62A5830}" dt="2021-05-14T08:25:05.941" v="179" actId="26606"/>
          <ac:spMkLst>
            <pc:docMk/>
            <pc:sldMk cId="879097510" sldId="256"/>
            <ac:spMk id="28" creationId="{8537B233-9CDD-4A90-AABB-A8963DEE4FBC}"/>
          </ac:spMkLst>
        </pc:spChg>
        <pc:spChg chg="add del">
          <ac:chgData name="Nicole Wessels" userId="e771acc8-ecbb-4505-a306-f38d70d34d18" providerId="ADAL" clId="{08D7B4EF-CB7C-425C-9FE5-070BC62A5830}" dt="2021-05-14T08:25:10.950" v="181" actId="26606"/>
          <ac:spMkLst>
            <pc:docMk/>
            <pc:sldMk cId="879097510" sldId="256"/>
            <ac:spMk id="32" creationId="{3C1473DD-4042-44F9-A962-71F52BAE3232}"/>
          </ac:spMkLst>
        </pc:spChg>
        <pc:spChg chg="add del">
          <ac:chgData name="Nicole Wessels" userId="e771acc8-ecbb-4505-a306-f38d70d34d18" providerId="ADAL" clId="{08D7B4EF-CB7C-425C-9FE5-070BC62A5830}" dt="2021-05-14T08:25:10.950" v="181" actId="26606"/>
          <ac:spMkLst>
            <pc:docMk/>
            <pc:sldMk cId="879097510" sldId="256"/>
            <ac:spMk id="33" creationId="{489B7BFD-8F45-4093-AD9C-91B15B0503D9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38" creationId="{0390AF2C-728C-4687-B7A2-3F9C788EC361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0" creationId="{D1C510C0-DED1-4708-AA14-355E5AFF1262}"/>
          </ac:spMkLst>
        </pc:spChg>
        <pc:spChg chg="add del">
          <ac:chgData name="Nicole Wessels" userId="e771acc8-ecbb-4505-a306-f38d70d34d18" providerId="ADAL" clId="{08D7B4EF-CB7C-425C-9FE5-070BC62A5830}" dt="2021-05-14T08:25:10.950" v="181" actId="26606"/>
          <ac:spMkLst>
            <pc:docMk/>
            <pc:sldMk cId="879097510" sldId="256"/>
            <ac:spMk id="41" creationId="{7FC918AD-C067-46DF-8F98-83352CB94660}"/>
          </ac:spMkLst>
        </pc:spChg>
        <pc:spChg chg="add del">
          <ac:chgData name="Nicole Wessels" userId="e771acc8-ecbb-4505-a306-f38d70d34d18" providerId="ADAL" clId="{08D7B4EF-CB7C-425C-9FE5-070BC62A5830}" dt="2021-05-14T08:26:52.605" v="191" actId="26606"/>
          <ac:spMkLst>
            <pc:docMk/>
            <pc:sldMk cId="879097510" sldId="256"/>
            <ac:spMk id="43" creationId="{4FB204DF-284E-45F6-A017-79A4DF57BCCB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4" creationId="{A232F408-BBCD-48EE-ABF6-95201EF72338}"/>
          </ac:spMkLst>
        </pc:spChg>
        <pc:spChg chg="add del">
          <ac:chgData name="Nicole Wessels" userId="e771acc8-ecbb-4505-a306-f38d70d34d18" providerId="ADAL" clId="{08D7B4EF-CB7C-425C-9FE5-070BC62A5830}" dt="2021-05-14T08:26:52.605" v="191" actId="26606"/>
          <ac:spMkLst>
            <pc:docMk/>
            <pc:sldMk cId="879097510" sldId="256"/>
            <ac:spMk id="45" creationId="{EB8560A9-B281-46EB-A304-1E4A5A00D6A9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6" creationId="{302D5D2F-11CF-47F1-B542-8ED3199DC02C}"/>
          </ac:spMkLst>
        </pc:spChg>
        <pc:spChg chg="add del">
          <ac:chgData name="Nicole Wessels" userId="e771acc8-ecbb-4505-a306-f38d70d34d18" providerId="ADAL" clId="{08D7B4EF-CB7C-425C-9FE5-070BC62A5830}" dt="2021-05-14T08:26:52.605" v="191" actId="26606"/>
          <ac:spMkLst>
            <pc:docMk/>
            <pc:sldMk cId="879097510" sldId="256"/>
            <ac:spMk id="47" creationId="{4D1A5E71-B6B6-486A-8CDC-C7ABD9B903F6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8" creationId="{79109165-7872-4D8A-A545-F48B3AF1D09E}"/>
          </ac:spMkLst>
        </pc:spChg>
        <pc:spChg chg="add del">
          <ac:chgData name="Nicole Wessels" userId="e771acc8-ecbb-4505-a306-f38d70d34d18" providerId="ADAL" clId="{08D7B4EF-CB7C-425C-9FE5-070BC62A5830}" dt="2021-05-14T08:26:52.605" v="191" actId="26606"/>
          <ac:spMkLst>
            <pc:docMk/>
            <pc:sldMk cId="879097510" sldId="256"/>
            <ac:spMk id="49" creationId="{667882DD-56E8-460E-99D5-86E71982D5AB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50" creationId="{5438E66D-E34C-48D4-9F9D-021EBD568934}"/>
          </ac:spMkLst>
        </pc:spChg>
        <pc:spChg chg="add del">
          <ac:chgData name="Nicole Wessels" userId="e771acc8-ecbb-4505-a306-f38d70d34d18" providerId="ADAL" clId="{08D7B4EF-CB7C-425C-9FE5-070BC62A5830}" dt="2021-05-14T08:27:15.177" v="197" actId="26606"/>
          <ac:spMkLst>
            <pc:docMk/>
            <pc:sldMk cId="879097510" sldId="256"/>
            <ac:spMk id="55" creationId="{D245B05D-DA60-40E2-8A0A-B078C91D7037}"/>
          </ac:spMkLst>
        </pc:spChg>
        <pc:spChg chg="add del">
          <ac:chgData name="Nicole Wessels" userId="e771acc8-ecbb-4505-a306-f38d70d34d18" providerId="ADAL" clId="{08D7B4EF-CB7C-425C-9FE5-070BC62A5830}" dt="2021-05-14T08:27:15.177" v="197" actId="26606"/>
          <ac:spMkLst>
            <pc:docMk/>
            <pc:sldMk cId="879097510" sldId="256"/>
            <ac:spMk id="57" creationId="{401FD61C-FC3A-43C0-9641-28B0C1A54201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59" creationId="{FEFCF180-A212-449F-8D07-5EC94B281A2E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61" creationId="{1400E1BC-11DC-49A0-856F-992F20EB435B}"/>
          </ac:spMkLst>
        </pc:spChg>
        <pc:spChg chg="add del">
          <ac:chgData name="Nicole Wessels" userId="e771acc8-ecbb-4505-a306-f38d70d34d18" providerId="ADAL" clId="{08D7B4EF-CB7C-425C-9FE5-070BC62A5830}" dt="2021-05-14T08:25:12.995" v="183" actId="26606"/>
          <ac:spMkLst>
            <pc:docMk/>
            <pc:sldMk cId="879097510" sldId="256"/>
            <ac:spMk id="384" creationId="{5F216371-EF7B-431F-9D59-55FC3179409A}"/>
          </ac:spMkLst>
        </pc:spChg>
        <pc:spChg chg="add del">
          <ac:chgData name="Nicole Wessels" userId="e771acc8-ecbb-4505-a306-f38d70d34d18" providerId="ADAL" clId="{08D7B4EF-CB7C-425C-9FE5-070BC62A5830}" dt="2021-05-14T08:26:43.929" v="185" actId="26606"/>
          <ac:spMkLst>
            <pc:docMk/>
            <pc:sldMk cId="879097510" sldId="256"/>
            <ac:spMk id="390" creationId="{489B7BFD-8F45-4093-AD9C-91B15B0503D9}"/>
          </ac:spMkLst>
        </pc:spChg>
        <pc:spChg chg="add del">
          <ac:chgData name="Nicole Wessels" userId="e771acc8-ecbb-4505-a306-f38d70d34d18" providerId="ADAL" clId="{08D7B4EF-CB7C-425C-9FE5-070BC62A5830}" dt="2021-05-14T08:26:43.929" v="185" actId="26606"/>
          <ac:spMkLst>
            <pc:docMk/>
            <pc:sldMk cId="879097510" sldId="256"/>
            <ac:spMk id="391" creationId="{7FC918AD-C067-46DF-8F98-83352CB94660}"/>
          </ac:spMkLst>
        </pc:spChg>
        <pc:spChg chg="add del">
          <ac:chgData name="Nicole Wessels" userId="e771acc8-ecbb-4505-a306-f38d70d34d18" providerId="ADAL" clId="{08D7B4EF-CB7C-425C-9FE5-070BC62A5830}" dt="2021-05-14T08:26:43.929" v="185" actId="26606"/>
          <ac:spMkLst>
            <pc:docMk/>
            <pc:sldMk cId="879097510" sldId="256"/>
            <ac:spMk id="392" creationId="{3C1473DD-4042-44F9-A962-71F52BAE3232}"/>
          </ac:spMkLst>
        </pc:spChg>
        <pc:spChg chg="add del">
          <ac:chgData name="Nicole Wessels" userId="e771acc8-ecbb-4505-a306-f38d70d34d18" providerId="ADAL" clId="{08D7B4EF-CB7C-425C-9FE5-070BC62A5830}" dt="2021-05-14T08:26:48.949" v="187" actId="26606"/>
          <ac:spMkLst>
            <pc:docMk/>
            <pc:sldMk cId="879097510" sldId="256"/>
            <ac:spMk id="398" creationId="{25E62178-5DE6-44C8-AE62-8B9F37AC0167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04" creationId="{3A397E3E-B90C-4D82-BAAA-36F7AC6A4565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05" creationId="{A19B25F6-D845-46F3-BA69-3D48CEF7EFE5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06" creationId="{5FAC0226-4651-4BF7-AA72-6DB611F80F94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07" creationId="{B8CCAA36-1E98-45B0-AAF9-D8807BA8EF22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08" creationId="{783F456C-8972-439A-90A4-D7C52FA3A032}"/>
          </ac:spMkLst>
        </pc:spChg>
        <pc:spChg chg="add del">
          <ac:chgData name="Nicole Wessels" userId="e771acc8-ecbb-4505-a306-f38d70d34d18" providerId="ADAL" clId="{08D7B4EF-CB7C-425C-9FE5-070BC62A5830}" dt="2021-05-14T08:26:50.838" v="189" actId="26606"/>
          <ac:spMkLst>
            <pc:docMk/>
            <pc:sldMk cId="879097510" sldId="256"/>
            <ac:spMk id="409" creationId="{558C4F41-C97D-4755-8F7C-8C0A8E182FCF}"/>
          </ac:spMkLst>
        </pc:spChg>
        <pc:spChg chg="add del">
          <ac:chgData name="Nicole Wessels" userId="e771acc8-ecbb-4505-a306-f38d70d34d18" providerId="ADAL" clId="{08D7B4EF-CB7C-425C-9FE5-070BC62A5830}" dt="2021-05-14T08:26:52.605" v="191" actId="26606"/>
          <ac:spMkLst>
            <pc:docMk/>
            <pc:sldMk cId="879097510" sldId="256"/>
            <ac:spMk id="411" creationId="{8B646C36-EEEC-4D52-8E8E-206F4CD8A3DA}"/>
          </ac:spMkLst>
        </pc:spChg>
        <pc:spChg chg="add del">
          <ac:chgData name="Nicole Wessels" userId="e771acc8-ecbb-4505-a306-f38d70d34d18" providerId="ADAL" clId="{08D7B4EF-CB7C-425C-9FE5-070BC62A5830}" dt="2021-05-14T08:26:52.605" v="191" actId="26606"/>
          <ac:spMkLst>
            <pc:docMk/>
            <pc:sldMk cId="879097510" sldId="256"/>
            <ac:spMk id="414" creationId="{8258443E-B333-44F4-8D49-1EAB1C1A4613}"/>
          </ac:spMkLst>
        </pc:spChg>
        <pc:spChg chg="add del">
          <ac:chgData name="Nicole Wessels" userId="e771acc8-ecbb-4505-a306-f38d70d34d18" providerId="ADAL" clId="{08D7B4EF-CB7C-425C-9FE5-070BC62A5830}" dt="2021-05-14T08:26:59.238" v="193" actId="26606"/>
          <ac:spMkLst>
            <pc:docMk/>
            <pc:sldMk cId="879097510" sldId="256"/>
            <ac:spMk id="419" creationId="{489B7BFD-8F45-4093-AD9C-91B15B0503D9}"/>
          </ac:spMkLst>
        </pc:spChg>
        <pc:spChg chg="add del">
          <ac:chgData name="Nicole Wessels" userId="e771acc8-ecbb-4505-a306-f38d70d34d18" providerId="ADAL" clId="{08D7B4EF-CB7C-425C-9FE5-070BC62A5830}" dt="2021-05-14T08:26:59.238" v="193" actId="26606"/>
          <ac:spMkLst>
            <pc:docMk/>
            <pc:sldMk cId="879097510" sldId="256"/>
            <ac:spMk id="420" creationId="{7FC918AD-C067-46DF-8F98-83352CB94660}"/>
          </ac:spMkLst>
        </pc:spChg>
        <pc:spChg chg="add del">
          <ac:chgData name="Nicole Wessels" userId="e771acc8-ecbb-4505-a306-f38d70d34d18" providerId="ADAL" clId="{08D7B4EF-CB7C-425C-9FE5-070BC62A5830}" dt="2021-05-14T08:26:59.238" v="193" actId="26606"/>
          <ac:spMkLst>
            <pc:docMk/>
            <pc:sldMk cId="879097510" sldId="256"/>
            <ac:spMk id="421" creationId="{3C1473DD-4042-44F9-A962-71F52BAE3232}"/>
          </ac:spMkLst>
        </pc:spChg>
        <pc:spChg chg="add del">
          <ac:chgData name="Nicole Wessels" userId="e771acc8-ecbb-4505-a306-f38d70d34d18" providerId="ADAL" clId="{08D7B4EF-CB7C-425C-9FE5-070BC62A5830}" dt="2021-05-14T08:27:13.158" v="195" actId="26606"/>
          <ac:spMkLst>
            <pc:docMk/>
            <pc:sldMk cId="879097510" sldId="256"/>
            <ac:spMk id="441" creationId="{5F216371-EF7B-431F-9D59-55FC3179409A}"/>
          </ac:spMkLst>
        </pc:spChg>
        <pc:spChg chg="add del">
          <ac:chgData name="Nicole Wessels" userId="e771acc8-ecbb-4505-a306-f38d70d34d18" providerId="ADAL" clId="{08D7B4EF-CB7C-425C-9FE5-070BC62A5830}" dt="2021-05-14T08:27:15.177" v="197" actId="26606"/>
          <ac:spMkLst>
            <pc:docMk/>
            <pc:sldMk cId="879097510" sldId="256"/>
            <ac:spMk id="448" creationId="{489B7BFD-8F45-4093-AD9C-91B15B0503D9}"/>
          </ac:spMkLst>
        </pc:spChg>
        <pc:spChg chg="add del">
          <ac:chgData name="Nicole Wessels" userId="e771acc8-ecbb-4505-a306-f38d70d34d18" providerId="ADAL" clId="{08D7B4EF-CB7C-425C-9FE5-070BC62A5830}" dt="2021-05-14T08:27:15.177" v="197" actId="26606"/>
          <ac:spMkLst>
            <pc:docMk/>
            <pc:sldMk cId="879097510" sldId="256"/>
            <ac:spMk id="449" creationId="{BDEB5F14-5014-49D1-B590-9E2B7721C079}"/>
          </ac:spMkLst>
        </pc:spChg>
        <pc:spChg chg="add del">
          <ac:chgData name="Nicole Wessels" userId="e771acc8-ecbb-4505-a306-f38d70d34d18" providerId="ADAL" clId="{08D7B4EF-CB7C-425C-9FE5-070BC62A5830}" dt="2021-05-14T08:27:15.177" v="197" actId="26606"/>
          <ac:spMkLst>
            <pc:docMk/>
            <pc:sldMk cId="879097510" sldId="256"/>
            <ac:spMk id="450" creationId="{3D2B953D-3D65-4BA7-80E6-139390790639}"/>
          </ac:spMkLst>
        </pc:spChg>
        <pc:spChg chg="add del">
          <ac:chgData name="Nicole Wessels" userId="e771acc8-ecbb-4505-a306-f38d70d34d18" providerId="ADAL" clId="{08D7B4EF-CB7C-425C-9FE5-070BC62A5830}" dt="2021-05-14T08:27:15.177" v="197" actId="26606"/>
          <ac:spMkLst>
            <pc:docMk/>
            <pc:sldMk cId="879097510" sldId="256"/>
            <ac:spMk id="451" creationId="{4CA0A0B8-0ABD-4C1D-8BDE-4D94C94FDA4E}"/>
          </ac:spMkLst>
        </pc:spChg>
        <pc:spChg chg="add del">
          <ac:chgData name="Nicole Wessels" userId="e771acc8-ecbb-4505-a306-f38d70d34d18" providerId="ADAL" clId="{08D7B4EF-CB7C-425C-9FE5-070BC62A5830}" dt="2021-05-14T08:27:15.177" v="197" actId="26606"/>
          <ac:spMkLst>
            <pc:docMk/>
            <pc:sldMk cId="879097510" sldId="256"/>
            <ac:spMk id="452" creationId="{FF2923AC-40BC-4610-B6BD-AECABAF6DF68}"/>
          </ac:spMkLst>
        </pc:spChg>
        <pc:spChg chg="add del">
          <ac:chgData name="Nicole Wessels" userId="e771acc8-ecbb-4505-a306-f38d70d34d18" providerId="ADAL" clId="{08D7B4EF-CB7C-425C-9FE5-070BC62A5830}" dt="2021-05-14T08:27:15.177" v="197" actId="26606"/>
          <ac:spMkLst>
            <pc:docMk/>
            <pc:sldMk cId="879097510" sldId="256"/>
            <ac:spMk id="455" creationId="{F47059C0-3CD3-44C5-9FBC-C5CEA6D94E73}"/>
          </ac:spMkLst>
        </pc:spChg>
        <pc:spChg chg="add">
          <ac:chgData name="Nicole Wessels" userId="e771acc8-ecbb-4505-a306-f38d70d34d18" providerId="ADAL" clId="{08D7B4EF-CB7C-425C-9FE5-070BC62A5830}" dt="2021-05-14T08:27:15.185" v="198" actId="26606"/>
          <ac:spMkLst>
            <pc:docMk/>
            <pc:sldMk cId="879097510" sldId="256"/>
            <ac:spMk id="464" creationId="{8537B233-9CDD-4A90-AABB-A8963DEE4FBC}"/>
          </ac:spMkLst>
        </pc:spChg>
        <pc:grpChg chg="add del">
          <ac:chgData name="Nicole Wessels" userId="e771acc8-ecbb-4505-a306-f38d70d34d18" providerId="ADAL" clId="{08D7B4EF-CB7C-425C-9FE5-070BC62A5830}" dt="2021-05-14T08:27:15.185" v="198" actId="26606"/>
          <ac:grpSpMkLst>
            <pc:docMk/>
            <pc:sldMk cId="879097510" sldId="256"/>
            <ac:grpSpMk id="18" creationId="{C29863D6-0FE2-4F80-9C72-1419BDEB4EDA}"/>
          </ac:grpSpMkLst>
        </pc:grpChg>
        <pc:grpChg chg="add del">
          <ac:chgData name="Nicole Wessels" userId="e771acc8-ecbb-4505-a306-f38d70d34d18" providerId="ADAL" clId="{08D7B4EF-CB7C-425C-9FE5-070BC62A5830}" dt="2021-05-14T08:25:10.950" v="181" actId="26606"/>
          <ac:grpSpMkLst>
            <pc:docMk/>
            <pc:sldMk cId="879097510" sldId="256"/>
            <ac:grpSpMk id="34" creationId="{EC86BE98-673F-469D-B15E-8B6305CE3A58}"/>
          </ac:grpSpMkLst>
        </pc:grpChg>
        <pc:grpChg chg="add del">
          <ac:chgData name="Nicole Wessels" userId="e771acc8-ecbb-4505-a306-f38d70d34d18" providerId="ADAL" clId="{08D7B4EF-CB7C-425C-9FE5-070BC62A5830}" dt="2021-05-14T08:26:52.605" v="191" actId="26606"/>
          <ac:grpSpMkLst>
            <pc:docMk/>
            <pc:sldMk cId="879097510" sldId="256"/>
            <ac:grpSpMk id="36" creationId="{FB9739EB-7F66-433D-841F-AB3CD18700B7}"/>
          </ac:grpSpMkLst>
        </pc:grpChg>
        <pc:grpChg chg="add del">
          <ac:chgData name="Nicole Wessels" userId="e771acc8-ecbb-4505-a306-f38d70d34d18" providerId="ADAL" clId="{08D7B4EF-CB7C-425C-9FE5-070BC62A5830}" dt="2021-05-14T08:25:10.950" v="181" actId="26606"/>
          <ac:grpSpMkLst>
            <pc:docMk/>
            <pc:sldMk cId="879097510" sldId="256"/>
            <ac:grpSpMk id="42" creationId="{F70AAE9F-D40D-4A06-A542-AB26D8AB98F2}"/>
          </ac:grpSpMkLst>
        </pc:grpChg>
        <pc:grpChg chg="add del">
          <ac:chgData name="Nicole Wessels" userId="e771acc8-ecbb-4505-a306-f38d70d34d18" providerId="ADAL" clId="{08D7B4EF-CB7C-425C-9FE5-070BC62A5830}" dt="2021-05-14T08:26:50.838" v="189" actId="26606"/>
          <ac:grpSpMkLst>
            <pc:docMk/>
            <pc:sldMk cId="879097510" sldId="256"/>
            <ac:grpSpMk id="52" creationId="{1BC9510C-172B-4086-A60F-7AF0FBF22216}"/>
          </ac:grpSpMkLst>
        </pc:grpChg>
        <pc:grpChg chg="add del">
          <ac:chgData name="Nicole Wessels" userId="e771acc8-ecbb-4505-a306-f38d70d34d18" providerId="ADAL" clId="{08D7B4EF-CB7C-425C-9FE5-070BC62A5830}" dt="2021-05-14T08:25:12.995" v="183" actId="26606"/>
          <ac:grpSpMkLst>
            <pc:docMk/>
            <pc:sldMk cId="879097510" sldId="256"/>
            <ac:grpSpMk id="385" creationId="{9BFFD157-D6B7-49C8-8010-8A653B16F60E}"/>
          </ac:grpSpMkLst>
        </pc:grpChg>
        <pc:grpChg chg="add del">
          <ac:chgData name="Nicole Wessels" userId="e771acc8-ecbb-4505-a306-f38d70d34d18" providerId="ADAL" clId="{08D7B4EF-CB7C-425C-9FE5-070BC62A5830}" dt="2021-05-14T08:26:43.929" v="185" actId="26606"/>
          <ac:grpSpMkLst>
            <pc:docMk/>
            <pc:sldMk cId="879097510" sldId="256"/>
            <ac:grpSpMk id="393" creationId="{EC86BE98-673F-469D-B15E-8B6305CE3A58}"/>
          </ac:grpSpMkLst>
        </pc:grpChg>
        <pc:grpChg chg="add del">
          <ac:chgData name="Nicole Wessels" userId="e771acc8-ecbb-4505-a306-f38d70d34d18" providerId="ADAL" clId="{08D7B4EF-CB7C-425C-9FE5-070BC62A5830}" dt="2021-05-14T08:26:43.929" v="185" actId="26606"/>
          <ac:grpSpMkLst>
            <pc:docMk/>
            <pc:sldMk cId="879097510" sldId="256"/>
            <ac:grpSpMk id="396" creationId="{F70AAE9F-D40D-4A06-A542-AB26D8AB98F2}"/>
          </ac:grpSpMkLst>
        </pc:grpChg>
        <pc:grpChg chg="add del">
          <ac:chgData name="Nicole Wessels" userId="e771acc8-ecbb-4505-a306-f38d70d34d18" providerId="ADAL" clId="{08D7B4EF-CB7C-425C-9FE5-070BC62A5830}" dt="2021-05-14T08:26:48.949" v="187" actId="26606"/>
          <ac:grpSpMkLst>
            <pc:docMk/>
            <pc:sldMk cId="879097510" sldId="256"/>
            <ac:grpSpMk id="399" creationId="{C29863D6-0FE2-4F80-9C72-1419BDEB4EDA}"/>
          </ac:grpSpMkLst>
        </pc:grpChg>
        <pc:grpChg chg="add del">
          <ac:chgData name="Nicole Wessels" userId="e771acc8-ecbb-4505-a306-f38d70d34d18" providerId="ADAL" clId="{08D7B4EF-CB7C-425C-9FE5-070BC62A5830}" dt="2021-05-14T08:26:52.605" v="191" actId="26606"/>
          <ac:grpSpMkLst>
            <pc:docMk/>
            <pc:sldMk cId="879097510" sldId="256"/>
            <ac:grpSpMk id="412" creationId="{B2EBBF56-923D-48A7-9F8F-86E33CFA3EF9}"/>
          </ac:grpSpMkLst>
        </pc:grpChg>
        <pc:grpChg chg="add del">
          <ac:chgData name="Nicole Wessels" userId="e771acc8-ecbb-4505-a306-f38d70d34d18" providerId="ADAL" clId="{08D7B4EF-CB7C-425C-9FE5-070BC62A5830}" dt="2021-05-14T08:26:59.238" v="193" actId="26606"/>
          <ac:grpSpMkLst>
            <pc:docMk/>
            <pc:sldMk cId="879097510" sldId="256"/>
            <ac:grpSpMk id="422" creationId="{EC86BE98-673F-469D-B15E-8B6305CE3A58}"/>
          </ac:grpSpMkLst>
        </pc:grpChg>
        <pc:grpChg chg="add del">
          <ac:chgData name="Nicole Wessels" userId="e771acc8-ecbb-4505-a306-f38d70d34d18" providerId="ADAL" clId="{08D7B4EF-CB7C-425C-9FE5-070BC62A5830}" dt="2021-05-14T08:26:59.238" v="193" actId="26606"/>
          <ac:grpSpMkLst>
            <pc:docMk/>
            <pc:sldMk cId="879097510" sldId="256"/>
            <ac:grpSpMk id="428" creationId="{F70AAE9F-D40D-4A06-A542-AB26D8AB98F2}"/>
          </ac:grpSpMkLst>
        </pc:grpChg>
        <pc:grpChg chg="add del">
          <ac:chgData name="Nicole Wessels" userId="e771acc8-ecbb-4505-a306-f38d70d34d18" providerId="ADAL" clId="{08D7B4EF-CB7C-425C-9FE5-070BC62A5830}" dt="2021-05-14T08:27:13.158" v="195" actId="26606"/>
          <ac:grpSpMkLst>
            <pc:docMk/>
            <pc:sldMk cId="879097510" sldId="256"/>
            <ac:grpSpMk id="442" creationId="{9BFFD157-D6B7-49C8-8010-8A653B16F60E}"/>
          </ac:grpSpMkLst>
        </pc:grpChg>
        <pc:grpChg chg="add del">
          <ac:chgData name="Nicole Wessels" userId="e771acc8-ecbb-4505-a306-f38d70d34d18" providerId="ADAL" clId="{08D7B4EF-CB7C-425C-9FE5-070BC62A5830}" dt="2021-05-14T08:27:15.177" v="197" actId="26606"/>
          <ac:grpSpMkLst>
            <pc:docMk/>
            <pc:sldMk cId="879097510" sldId="256"/>
            <ac:grpSpMk id="453" creationId="{18A188E6-9899-40AA-9648-7B9BEAF52634}"/>
          </ac:grpSpMkLst>
        </pc:grpChg>
        <pc:grpChg chg="add del">
          <ac:chgData name="Nicole Wessels" userId="e771acc8-ecbb-4505-a306-f38d70d34d18" providerId="ADAL" clId="{08D7B4EF-CB7C-425C-9FE5-070BC62A5830}" dt="2021-05-14T08:27:15.177" v="197" actId="26606"/>
          <ac:grpSpMkLst>
            <pc:docMk/>
            <pc:sldMk cId="879097510" sldId="256"/>
            <ac:grpSpMk id="456" creationId="{78A6A50F-EF16-474F-9BD1-2D663EBEA2FF}"/>
          </ac:grpSpMkLst>
        </pc:grpChg>
        <pc:grpChg chg="add del">
          <ac:chgData name="Nicole Wessels" userId="e771acc8-ecbb-4505-a306-f38d70d34d18" providerId="ADAL" clId="{08D7B4EF-CB7C-425C-9FE5-070BC62A5830}" dt="2021-05-14T08:27:15.177" v="197" actId="26606"/>
          <ac:grpSpMkLst>
            <pc:docMk/>
            <pc:sldMk cId="879097510" sldId="256"/>
            <ac:grpSpMk id="459" creationId="{4717BE92-F93B-41D0-A644-64F6E524C7D1}"/>
          </ac:grpSpMkLst>
        </pc:grpChg>
        <pc:picChg chg="mod">
          <ac:chgData name="Nicole Wessels" userId="e771acc8-ecbb-4505-a306-f38d70d34d18" providerId="ADAL" clId="{08D7B4EF-CB7C-425C-9FE5-070BC62A5830}" dt="2021-05-14T08:27:15.185" v="198" actId="26606"/>
          <ac:picMkLst>
            <pc:docMk/>
            <pc:sldMk cId="879097510" sldId="256"/>
            <ac:picMk id="4" creationId="{00000000-0000-0000-0000-000000000000}"/>
          </ac:picMkLst>
        </pc:picChg>
        <pc:picChg chg="add del">
          <ac:chgData name="Nicole Wessels" userId="e771acc8-ecbb-4505-a306-f38d70d34d18" providerId="ADAL" clId="{08D7B4EF-CB7C-425C-9FE5-070BC62A5830}" dt="2021-05-14T08:24:32.005" v="164"/>
          <ac:picMkLst>
            <pc:docMk/>
            <pc:sldMk cId="879097510" sldId="256"/>
            <ac:picMk id="11" creationId="{DA06624E-E443-4592-9AED-7CE218BD249E}"/>
          </ac:picMkLst>
        </pc:picChg>
        <pc:cxnChg chg="add del">
          <ac:chgData name="Nicole Wessels" userId="e771acc8-ecbb-4505-a306-f38d70d34d18" providerId="ADAL" clId="{08D7B4EF-CB7C-425C-9FE5-070BC62A5830}" dt="2021-05-14T08:24:32.005" v="164"/>
          <ac:cxnSpMkLst>
            <pc:docMk/>
            <pc:sldMk cId="879097510" sldId="256"/>
            <ac:cxnSpMk id="19" creationId="{54B60D76-4B4C-459C-A0A8-89D092FD2190}"/>
          </ac:cxnSpMkLst>
        </pc:cxnChg>
        <pc:cxnChg chg="add del">
          <ac:chgData name="Nicole Wessels" userId="e771acc8-ecbb-4505-a306-f38d70d34d18" providerId="ADAL" clId="{08D7B4EF-CB7C-425C-9FE5-070BC62A5830}" dt="2021-05-14T08:25:05.941" v="179" actId="26606"/>
          <ac:cxnSpMkLst>
            <pc:docMk/>
            <pc:sldMk cId="879097510" sldId="256"/>
            <ac:cxnSpMk id="30" creationId="{040575EE-C594-4566-BC00-663004E52AB5}"/>
          </ac:cxnSpMkLst>
        </pc:cxnChg>
        <pc:cxnChg chg="add">
          <ac:chgData name="Nicole Wessels" userId="e771acc8-ecbb-4505-a306-f38d70d34d18" providerId="ADAL" clId="{08D7B4EF-CB7C-425C-9FE5-070BC62A5830}" dt="2021-05-14T08:27:15.185" v="198" actId="26606"/>
          <ac:cxnSpMkLst>
            <pc:docMk/>
            <pc:sldMk cId="879097510" sldId="256"/>
            <ac:cxnSpMk id="465" creationId="{040575EE-C594-4566-BC00-663004E52AB5}"/>
          </ac:cxnSpMkLst>
        </pc:cxnChg>
      </pc:sldChg>
      <pc:sldChg chg="addSp delSp modSp mod setBg">
        <pc:chgData name="Nicole Wessels" userId="e771acc8-ecbb-4505-a306-f38d70d34d18" providerId="ADAL" clId="{08D7B4EF-CB7C-425C-9FE5-070BC62A5830}" dt="2021-05-14T08:33:07.285" v="273" actId="14100"/>
        <pc:sldMkLst>
          <pc:docMk/>
          <pc:sldMk cId="613183255" sldId="257"/>
        </pc:sldMkLst>
        <pc:spChg chg="mod">
          <ac:chgData name="Nicole Wessels" userId="e771acc8-ecbb-4505-a306-f38d70d34d18" providerId="ADAL" clId="{08D7B4EF-CB7C-425C-9FE5-070BC62A5830}" dt="2021-05-14T08:28:53.489" v="222" actId="14100"/>
          <ac:spMkLst>
            <pc:docMk/>
            <pc:sldMk cId="613183255" sldId="257"/>
            <ac:spMk id="2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8:28:27.994" v="216" actId="26606"/>
          <ac:spMkLst>
            <pc:docMk/>
            <pc:sldMk cId="613183255" sldId="257"/>
            <ac:spMk id="8" creationId="{E223798C-12AD-4B0C-A50C-D676347D67CF}"/>
          </ac:spMkLst>
        </pc:spChg>
        <pc:spChg chg="add del">
          <ac:chgData name="Nicole Wessels" userId="e771acc8-ecbb-4505-a306-f38d70d34d18" providerId="ADAL" clId="{08D7B4EF-CB7C-425C-9FE5-070BC62A5830}" dt="2021-05-14T08:23:47.189" v="160" actId="26606"/>
          <ac:spMkLst>
            <pc:docMk/>
            <pc:sldMk cId="613183255" sldId="257"/>
            <ac:spMk id="10" creationId="{C2B3F74A-698E-45B1-95C5-0C99F9B560D5}"/>
          </ac:spMkLst>
        </pc:spChg>
        <pc:spChg chg="add del">
          <ac:chgData name="Nicole Wessels" userId="e771acc8-ecbb-4505-a306-f38d70d34d18" providerId="ADAL" clId="{08D7B4EF-CB7C-425C-9FE5-070BC62A5830}" dt="2021-05-14T08:28:27.994" v="216" actId="26606"/>
          <ac:spMkLst>
            <pc:docMk/>
            <pc:sldMk cId="613183255" sldId="257"/>
            <ac:spMk id="11" creationId="{16C5FA50-8D52-4617-AF91-5C7B1C8352F1}"/>
          </ac:spMkLst>
        </pc:spChg>
        <pc:spChg chg="add del">
          <ac:chgData name="Nicole Wessels" userId="e771acc8-ecbb-4505-a306-f38d70d34d18" providerId="ADAL" clId="{08D7B4EF-CB7C-425C-9FE5-070BC62A5830}" dt="2021-05-14T08:23:47.189" v="160" actId="26606"/>
          <ac:spMkLst>
            <pc:docMk/>
            <pc:sldMk cId="613183255" sldId="257"/>
            <ac:spMk id="13" creationId="{5450FF14-6377-4F15-A50C-6E804489FF95}"/>
          </ac:spMkLst>
        </pc:spChg>
        <pc:spChg chg="add del">
          <ac:chgData name="Nicole Wessels" userId="e771acc8-ecbb-4505-a306-f38d70d34d18" providerId="ADAL" clId="{08D7B4EF-CB7C-425C-9FE5-070BC62A5830}" dt="2021-05-14T08:28:41.007" v="219" actId="26606"/>
          <ac:spMkLst>
            <pc:docMk/>
            <pc:sldMk cId="613183255" sldId="257"/>
            <ac:spMk id="14" creationId="{4038CB10-1F5C-4D54-9DF7-12586DE5B007}"/>
          </ac:spMkLst>
        </pc:spChg>
        <pc:spChg chg="add del">
          <ac:chgData name="Nicole Wessels" userId="e771acc8-ecbb-4505-a306-f38d70d34d18" providerId="ADAL" clId="{08D7B4EF-CB7C-425C-9FE5-070BC62A5830}" dt="2021-05-14T08:23:47.189" v="160" actId="26606"/>
          <ac:spMkLst>
            <pc:docMk/>
            <pc:sldMk cId="613183255" sldId="257"/>
            <ac:spMk id="15" creationId="{3A3A5C02-9E21-4315-9391-21C9E66CB33A}"/>
          </ac:spMkLst>
        </pc:spChg>
        <pc:spChg chg="add del">
          <ac:chgData name="Nicole Wessels" userId="e771acc8-ecbb-4505-a306-f38d70d34d18" providerId="ADAL" clId="{08D7B4EF-CB7C-425C-9FE5-070BC62A5830}" dt="2021-05-14T08:28:41.007" v="219" actId="26606"/>
          <ac:spMkLst>
            <pc:docMk/>
            <pc:sldMk cId="613183255" sldId="257"/>
            <ac:spMk id="16" creationId="{73ED6512-6858-4552-B699-9A97FE9A4EA2}"/>
          </ac:spMkLst>
        </pc:spChg>
        <pc:spChg chg="add del">
          <ac:chgData name="Nicole Wessels" userId="e771acc8-ecbb-4505-a306-f38d70d34d18" providerId="ADAL" clId="{08D7B4EF-CB7C-425C-9FE5-070BC62A5830}" dt="2021-05-14T08:28:41.007" v="219" actId="26606"/>
          <ac:spMkLst>
            <pc:docMk/>
            <pc:sldMk cId="613183255" sldId="257"/>
            <ac:spMk id="18" creationId="{6D5FC389-5A63-4583-99E5-B8038B4202CC}"/>
          </ac:spMkLst>
        </pc:spChg>
        <pc:spChg chg="add">
          <ac:chgData name="Nicole Wessels" userId="e771acc8-ecbb-4505-a306-f38d70d34d18" providerId="ADAL" clId="{08D7B4EF-CB7C-425C-9FE5-070BC62A5830}" dt="2021-05-14T08:28:41.010" v="220" actId="26606"/>
          <ac:spMkLst>
            <pc:docMk/>
            <pc:sldMk cId="613183255" sldId="257"/>
            <ac:spMk id="20" creationId="{16C5FA50-8D52-4617-AF91-5C7B1C8352F1}"/>
          </ac:spMkLst>
        </pc:spChg>
        <pc:spChg chg="add">
          <ac:chgData name="Nicole Wessels" userId="e771acc8-ecbb-4505-a306-f38d70d34d18" providerId="ADAL" clId="{08D7B4EF-CB7C-425C-9FE5-070BC62A5830}" dt="2021-05-14T08:28:41.010" v="220" actId="26606"/>
          <ac:spMkLst>
            <pc:docMk/>
            <pc:sldMk cId="613183255" sldId="257"/>
            <ac:spMk id="21" creationId="{E223798C-12AD-4B0C-A50C-D676347D67CF}"/>
          </ac:spMkLst>
        </pc:spChg>
        <pc:picChg chg="add del">
          <ac:chgData name="Nicole Wessels" userId="e771acc8-ecbb-4505-a306-f38d70d34d18" providerId="ADAL" clId="{08D7B4EF-CB7C-425C-9FE5-070BC62A5830}" dt="2021-05-14T08:28:41.007" v="219" actId="26606"/>
          <ac:picMkLst>
            <pc:docMk/>
            <pc:sldMk cId="613183255" sldId="257"/>
            <ac:picMk id="6" creationId="{00000000-0000-0000-0000-000000000000}"/>
          </ac:picMkLst>
        </pc:picChg>
        <pc:picChg chg="add del">
          <ac:chgData name="Nicole Wessels" userId="e771acc8-ecbb-4505-a306-f38d70d34d18" providerId="ADAL" clId="{08D7B4EF-CB7C-425C-9FE5-070BC62A5830}" dt="2021-05-14T08:23:47.189" v="160" actId="26606"/>
          <ac:picMkLst>
            <pc:docMk/>
            <pc:sldMk cId="613183255" sldId="257"/>
            <ac:picMk id="6" creationId="{00000000-0000-0000-0000-000000000000}"/>
          </ac:picMkLst>
        </pc:picChg>
        <pc:picChg chg="add del mod replId">
          <ac:chgData name="Nicole Wessels" userId="e771acc8-ecbb-4505-a306-f38d70d34d18" providerId="ADAL" clId="{08D7B4EF-CB7C-425C-9FE5-070BC62A5830}" dt="2021-05-14T08:33:07.285" v="273" actId="14100"/>
          <ac:picMkLst>
            <pc:docMk/>
            <pc:sldMk cId="613183255" sldId="257"/>
            <ac:picMk id="6" creationId="{00000000-0000-0000-0000-000000000000}"/>
          </ac:picMkLst>
        </pc:picChg>
        <pc:picChg chg="add del mod">
          <ac:chgData name="Nicole Wessels" userId="e771acc8-ecbb-4505-a306-f38d70d34d18" providerId="ADAL" clId="{08D7B4EF-CB7C-425C-9FE5-070BC62A5830}" dt="2021-05-14T08:33:06.173" v="272"/>
          <ac:picMkLst>
            <pc:docMk/>
            <pc:sldMk cId="613183255" sldId="257"/>
            <ac:picMk id="1026" creationId="{8696DBFF-5CA8-4614-B2D2-663D0D82F1EA}"/>
          </ac:picMkLst>
        </pc:picChg>
        <pc:cxnChg chg="add del">
          <ac:chgData name="Nicole Wessels" userId="e771acc8-ecbb-4505-a306-f38d70d34d18" providerId="ADAL" clId="{08D7B4EF-CB7C-425C-9FE5-070BC62A5830}" dt="2021-05-14T08:23:47.189" v="160" actId="26606"/>
          <ac:cxnSpMkLst>
            <pc:docMk/>
            <pc:sldMk cId="613183255" sldId="257"/>
            <ac:cxnSpMk id="17" creationId="{4F67D375-84C5-4EFB-AF77-DE352BC52C3B}"/>
          </ac:cxnSpMkLst>
        </pc:cxnChg>
      </pc:sldChg>
      <pc:sldChg chg="addSp delSp modSp mod setBg setClrOvrMap">
        <pc:chgData name="Nicole Wessels" userId="e771acc8-ecbb-4505-a306-f38d70d34d18" providerId="ADAL" clId="{08D7B4EF-CB7C-425C-9FE5-070BC62A5830}" dt="2021-05-14T08:34:01.128" v="282" actId="255"/>
        <pc:sldMkLst>
          <pc:docMk/>
          <pc:sldMk cId="2797333748" sldId="258"/>
        </pc:sldMkLst>
        <pc:spChg chg="mod">
          <ac:chgData name="Nicole Wessels" userId="e771acc8-ecbb-4505-a306-f38d70d34d18" providerId="ADAL" clId="{08D7B4EF-CB7C-425C-9FE5-070BC62A5830}" dt="2021-05-14T08:33:47.753" v="280" actId="14100"/>
          <ac:spMkLst>
            <pc:docMk/>
            <pc:sldMk cId="2797333748" sldId="258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34:01.128" v="282" actId="255"/>
          <ac:spMkLst>
            <pc:docMk/>
            <pc:sldMk cId="2797333748" sldId="258"/>
            <ac:spMk id="3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8:33:37.611" v="279" actId="26606"/>
          <ac:spMkLst>
            <pc:docMk/>
            <pc:sldMk cId="2797333748" sldId="258"/>
            <ac:spMk id="10" creationId="{CEB41C5C-0F34-4DDA-9D7C-5E717F35F60C}"/>
          </ac:spMkLst>
        </pc:spChg>
        <pc:spChg chg="add del">
          <ac:chgData name="Nicole Wessels" userId="e771acc8-ecbb-4505-a306-f38d70d34d18" providerId="ADAL" clId="{08D7B4EF-CB7C-425C-9FE5-070BC62A5830}" dt="2021-05-14T08:33:37.603" v="278" actId="26606"/>
          <ac:spMkLst>
            <pc:docMk/>
            <pc:sldMk cId="2797333748" sldId="258"/>
            <ac:spMk id="71" creationId="{C62225A2-D3F0-45D1-9C47-B10375316553}"/>
          </ac:spMkLst>
        </pc:spChg>
        <pc:spChg chg="add del">
          <ac:chgData name="Nicole Wessels" userId="e771acc8-ecbb-4505-a306-f38d70d34d18" providerId="ADAL" clId="{08D7B4EF-CB7C-425C-9FE5-070BC62A5830}" dt="2021-05-14T08:33:37.603" v="278" actId="26606"/>
          <ac:spMkLst>
            <pc:docMk/>
            <pc:sldMk cId="2797333748" sldId="258"/>
            <ac:spMk id="73" creationId="{1B9FBFA8-6AF4-4091-9C8B-DEC6D89338F0}"/>
          </ac:spMkLst>
        </pc:spChg>
        <pc:spChg chg="add">
          <ac:chgData name="Nicole Wessels" userId="e771acc8-ecbb-4505-a306-f38d70d34d18" providerId="ADAL" clId="{08D7B4EF-CB7C-425C-9FE5-070BC62A5830}" dt="2021-05-14T08:33:37.611" v="279" actId="26606"/>
          <ac:spMkLst>
            <pc:docMk/>
            <pc:sldMk cId="2797333748" sldId="258"/>
            <ac:spMk id="2052" creationId="{DC14B3F1-8CC5-4623-94B0-4445E3775D41}"/>
          </ac:spMkLst>
        </pc:spChg>
        <pc:picChg chg="mod ord">
          <ac:chgData name="Nicole Wessels" userId="e771acc8-ecbb-4505-a306-f38d70d34d18" providerId="ADAL" clId="{08D7B4EF-CB7C-425C-9FE5-070BC62A5830}" dt="2021-05-14T08:33:37.611" v="279" actId="26606"/>
          <ac:picMkLst>
            <pc:docMk/>
            <pc:sldMk cId="2797333748" sldId="258"/>
            <ac:picMk id="5" creationId="{00000000-0000-0000-0000-000000000000}"/>
          </ac:picMkLst>
        </pc:picChg>
        <pc:picChg chg="add mod">
          <ac:chgData name="Nicole Wessels" userId="e771acc8-ecbb-4505-a306-f38d70d34d18" providerId="ADAL" clId="{08D7B4EF-CB7C-425C-9FE5-070BC62A5830}" dt="2021-05-14T08:33:37.611" v="279" actId="26606"/>
          <ac:picMkLst>
            <pc:docMk/>
            <pc:sldMk cId="2797333748" sldId="258"/>
            <ac:picMk id="2050" creationId="{4679F771-F13E-4C94-AE9B-CB3388ADF2F6}"/>
          </ac:picMkLst>
        </pc:picChg>
        <pc:cxnChg chg="add del">
          <ac:chgData name="Nicole Wessels" userId="e771acc8-ecbb-4505-a306-f38d70d34d18" providerId="ADAL" clId="{08D7B4EF-CB7C-425C-9FE5-070BC62A5830}" dt="2021-05-14T08:33:37.611" v="279" actId="26606"/>
          <ac:cxnSpMkLst>
            <pc:docMk/>
            <pc:sldMk cId="2797333748" sldId="258"/>
            <ac:cxnSpMk id="12" creationId="{57E1E5E6-F385-4E9C-B201-BA5BDE5CAD52}"/>
          </ac:cxnSpMkLst>
        </pc:cxnChg>
        <pc:cxnChg chg="add">
          <ac:chgData name="Nicole Wessels" userId="e771acc8-ecbb-4505-a306-f38d70d34d18" providerId="ADAL" clId="{08D7B4EF-CB7C-425C-9FE5-070BC62A5830}" dt="2021-05-14T08:33:37.611" v="279" actId="26606"/>
          <ac:cxnSpMkLst>
            <pc:docMk/>
            <pc:sldMk cId="2797333748" sldId="258"/>
            <ac:cxnSpMk id="2053" creationId="{B8EC0F70-6AFD-45BE-8F70-52888FC304F7}"/>
          </ac:cxnSpMkLst>
        </pc:cxnChg>
      </pc:sldChg>
      <pc:sldChg chg="modSp">
        <pc:chgData name="Nicole Wessels" userId="e771acc8-ecbb-4505-a306-f38d70d34d18" providerId="ADAL" clId="{08D7B4EF-CB7C-425C-9FE5-070BC62A5830}" dt="2021-05-14T08:24:32.005" v="164"/>
        <pc:sldMkLst>
          <pc:docMk/>
          <pc:sldMk cId="347635844" sldId="259"/>
        </pc:sldMkLst>
        <pc:spChg chg="mod">
          <ac:chgData name="Nicole Wessels" userId="e771acc8-ecbb-4505-a306-f38d70d34d18" providerId="ADAL" clId="{08D7B4EF-CB7C-425C-9FE5-070BC62A5830}" dt="2021-05-14T08:24:32.005" v="164"/>
          <ac:spMkLst>
            <pc:docMk/>
            <pc:sldMk cId="347635844" sldId="259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24:32.005" v="164"/>
          <ac:spMkLst>
            <pc:docMk/>
            <pc:sldMk cId="347635844" sldId="259"/>
            <ac:spMk id="3" creationId="{00000000-0000-0000-0000-000000000000}"/>
          </ac:spMkLst>
        </pc:spChg>
        <pc:picChg chg="mod">
          <ac:chgData name="Nicole Wessels" userId="e771acc8-ecbb-4505-a306-f38d70d34d18" providerId="ADAL" clId="{08D7B4EF-CB7C-425C-9FE5-070BC62A5830}" dt="2021-05-14T08:24:32.005" v="164"/>
          <ac:picMkLst>
            <pc:docMk/>
            <pc:sldMk cId="347635844" sldId="259"/>
            <ac:picMk id="5" creationId="{00000000-0000-0000-0000-000000000000}"/>
          </ac:picMkLst>
        </pc:picChg>
      </pc:sldChg>
      <pc:sldChg chg="addSp modSp mod setBg setClrOvrMap">
        <pc:chgData name="Nicole Wessels" userId="e771acc8-ecbb-4505-a306-f38d70d34d18" providerId="ADAL" clId="{08D7B4EF-CB7C-425C-9FE5-070BC62A5830}" dt="2021-05-14T08:35:42.295" v="307" actId="255"/>
        <pc:sldMkLst>
          <pc:docMk/>
          <pc:sldMk cId="1528066222" sldId="260"/>
        </pc:sldMkLst>
        <pc:spChg chg="mod">
          <ac:chgData name="Nicole Wessels" userId="e771acc8-ecbb-4505-a306-f38d70d34d18" providerId="ADAL" clId="{08D7B4EF-CB7C-425C-9FE5-070BC62A5830}" dt="2021-05-14T08:35:22.513" v="305" actId="26606"/>
          <ac:spMkLst>
            <pc:docMk/>
            <pc:sldMk cId="1528066222" sldId="260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35:42.295" v="307" actId="255"/>
          <ac:spMkLst>
            <pc:docMk/>
            <pc:sldMk cId="1528066222" sldId="260"/>
            <ac:spMk id="3" creationId="{00000000-0000-0000-0000-000000000000}"/>
          </ac:spMkLst>
        </pc:spChg>
        <pc:spChg chg="add">
          <ac:chgData name="Nicole Wessels" userId="e771acc8-ecbb-4505-a306-f38d70d34d18" providerId="ADAL" clId="{08D7B4EF-CB7C-425C-9FE5-070BC62A5830}" dt="2021-05-14T08:35:22.513" v="305" actId="26606"/>
          <ac:spMkLst>
            <pc:docMk/>
            <pc:sldMk cId="1528066222" sldId="260"/>
            <ac:spMk id="10" creationId="{9AA72BD9-2C5A-4EDC-931F-5AA08EACA0F3}"/>
          </ac:spMkLst>
        </pc:spChg>
        <pc:spChg chg="add">
          <ac:chgData name="Nicole Wessels" userId="e771acc8-ecbb-4505-a306-f38d70d34d18" providerId="ADAL" clId="{08D7B4EF-CB7C-425C-9FE5-070BC62A5830}" dt="2021-05-14T08:35:22.513" v="305" actId="26606"/>
          <ac:spMkLst>
            <pc:docMk/>
            <pc:sldMk cId="1528066222" sldId="260"/>
            <ac:spMk id="12" creationId="{DD3981AC-7B61-4947-BCF3-F7AA7FA385B9}"/>
          </ac:spMkLst>
        </pc:spChg>
        <pc:spChg chg="add">
          <ac:chgData name="Nicole Wessels" userId="e771acc8-ecbb-4505-a306-f38d70d34d18" providerId="ADAL" clId="{08D7B4EF-CB7C-425C-9FE5-070BC62A5830}" dt="2021-05-14T08:35:22.513" v="305" actId="26606"/>
          <ac:spMkLst>
            <pc:docMk/>
            <pc:sldMk cId="1528066222" sldId="260"/>
            <ac:spMk id="14" creationId="{55D4142C-5077-457F-A6AD-3FECFDB39685}"/>
          </ac:spMkLst>
        </pc:spChg>
        <pc:spChg chg="add">
          <ac:chgData name="Nicole Wessels" userId="e771acc8-ecbb-4505-a306-f38d70d34d18" providerId="ADAL" clId="{08D7B4EF-CB7C-425C-9FE5-070BC62A5830}" dt="2021-05-14T08:35:22.513" v="305" actId="26606"/>
          <ac:spMkLst>
            <pc:docMk/>
            <pc:sldMk cId="1528066222" sldId="260"/>
            <ac:spMk id="16" creationId="{7A5F0580-5EE9-419F-96EE-B6529EF6E7D0}"/>
          </ac:spMkLst>
        </pc:spChg>
        <pc:picChg chg="mod ord">
          <ac:chgData name="Nicole Wessels" userId="e771acc8-ecbb-4505-a306-f38d70d34d18" providerId="ADAL" clId="{08D7B4EF-CB7C-425C-9FE5-070BC62A5830}" dt="2021-05-14T08:35:22.513" v="305" actId="26606"/>
          <ac:picMkLst>
            <pc:docMk/>
            <pc:sldMk cId="1528066222" sldId="260"/>
            <ac:picMk id="5" creationId="{00000000-0000-0000-0000-000000000000}"/>
          </ac:picMkLst>
        </pc:picChg>
      </pc:sldChg>
      <pc:sldChg chg="addSp modSp mod setBg setClrOvrMap">
        <pc:chgData name="Nicole Wessels" userId="e771acc8-ecbb-4505-a306-f38d70d34d18" providerId="ADAL" clId="{08D7B4EF-CB7C-425C-9FE5-070BC62A5830}" dt="2021-05-14T08:36:21.709" v="309" actId="14100"/>
        <pc:sldMkLst>
          <pc:docMk/>
          <pc:sldMk cId="372499652" sldId="261"/>
        </pc:sldMkLst>
        <pc:spChg chg="mod">
          <ac:chgData name="Nicole Wessels" userId="e771acc8-ecbb-4505-a306-f38d70d34d18" providerId="ADAL" clId="{08D7B4EF-CB7C-425C-9FE5-070BC62A5830}" dt="2021-05-14T08:36:14.006" v="308" actId="26606"/>
          <ac:spMkLst>
            <pc:docMk/>
            <pc:sldMk cId="372499652" sldId="261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36:14.006" v="308" actId="26606"/>
          <ac:spMkLst>
            <pc:docMk/>
            <pc:sldMk cId="372499652" sldId="261"/>
            <ac:spMk id="3" creationId="{00000000-0000-0000-0000-000000000000}"/>
          </ac:spMkLst>
        </pc:spChg>
        <pc:spChg chg="add">
          <ac:chgData name="Nicole Wessels" userId="e771acc8-ecbb-4505-a306-f38d70d34d18" providerId="ADAL" clId="{08D7B4EF-CB7C-425C-9FE5-070BC62A5830}" dt="2021-05-14T08:36:14.006" v="308" actId="26606"/>
          <ac:spMkLst>
            <pc:docMk/>
            <pc:sldMk cId="372499652" sldId="261"/>
            <ac:spMk id="10" creationId="{9AA72BD9-2C5A-4EDC-931F-5AA08EACA0F3}"/>
          </ac:spMkLst>
        </pc:spChg>
        <pc:spChg chg="add">
          <ac:chgData name="Nicole Wessels" userId="e771acc8-ecbb-4505-a306-f38d70d34d18" providerId="ADAL" clId="{08D7B4EF-CB7C-425C-9FE5-070BC62A5830}" dt="2021-05-14T08:36:14.006" v="308" actId="26606"/>
          <ac:spMkLst>
            <pc:docMk/>
            <pc:sldMk cId="372499652" sldId="261"/>
            <ac:spMk id="12" creationId="{DD3981AC-7B61-4947-BCF3-F7AA7FA385B9}"/>
          </ac:spMkLst>
        </pc:spChg>
        <pc:spChg chg="add">
          <ac:chgData name="Nicole Wessels" userId="e771acc8-ecbb-4505-a306-f38d70d34d18" providerId="ADAL" clId="{08D7B4EF-CB7C-425C-9FE5-070BC62A5830}" dt="2021-05-14T08:36:14.006" v="308" actId="26606"/>
          <ac:spMkLst>
            <pc:docMk/>
            <pc:sldMk cId="372499652" sldId="261"/>
            <ac:spMk id="14" creationId="{55D4142C-5077-457F-A6AD-3FECFDB39685}"/>
          </ac:spMkLst>
        </pc:spChg>
        <pc:spChg chg="add">
          <ac:chgData name="Nicole Wessels" userId="e771acc8-ecbb-4505-a306-f38d70d34d18" providerId="ADAL" clId="{08D7B4EF-CB7C-425C-9FE5-070BC62A5830}" dt="2021-05-14T08:36:14.006" v="308" actId="26606"/>
          <ac:spMkLst>
            <pc:docMk/>
            <pc:sldMk cId="372499652" sldId="261"/>
            <ac:spMk id="16" creationId="{7A5F0580-5EE9-419F-96EE-B6529EF6E7D0}"/>
          </ac:spMkLst>
        </pc:spChg>
        <pc:picChg chg="mod ord">
          <ac:chgData name="Nicole Wessels" userId="e771acc8-ecbb-4505-a306-f38d70d34d18" providerId="ADAL" clId="{08D7B4EF-CB7C-425C-9FE5-070BC62A5830}" dt="2021-05-14T08:36:21.709" v="309" actId="14100"/>
          <ac:picMkLst>
            <pc:docMk/>
            <pc:sldMk cId="372499652" sldId="261"/>
            <ac:picMk id="5" creationId="{00000000-0000-0000-0000-000000000000}"/>
          </ac:picMkLst>
        </pc:picChg>
      </pc:sldChg>
      <pc:sldChg chg="addSp modSp mod setBg setClrOvrMap">
        <pc:chgData name="Nicole Wessels" userId="e771acc8-ecbb-4505-a306-f38d70d34d18" providerId="ADAL" clId="{08D7B4EF-CB7C-425C-9FE5-070BC62A5830}" dt="2021-05-14T08:38:17.515" v="327" actId="27636"/>
        <pc:sldMkLst>
          <pc:docMk/>
          <pc:sldMk cId="2533540814" sldId="262"/>
        </pc:sldMkLst>
        <pc:spChg chg="mod">
          <ac:chgData name="Nicole Wessels" userId="e771acc8-ecbb-4505-a306-f38d70d34d18" providerId="ADAL" clId="{08D7B4EF-CB7C-425C-9FE5-070BC62A5830}" dt="2021-05-14T08:37:31.549" v="317" actId="26606"/>
          <ac:spMkLst>
            <pc:docMk/>
            <pc:sldMk cId="2533540814" sldId="262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38:17.515" v="327" actId="27636"/>
          <ac:spMkLst>
            <pc:docMk/>
            <pc:sldMk cId="2533540814" sldId="262"/>
            <ac:spMk id="3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38:17.499" v="326" actId="27636"/>
          <ac:spMkLst>
            <pc:docMk/>
            <pc:sldMk cId="2533540814" sldId="262"/>
            <ac:spMk id="4" creationId="{00000000-0000-0000-0000-000000000000}"/>
          </ac:spMkLst>
        </pc:spChg>
        <pc:spChg chg="add">
          <ac:chgData name="Nicole Wessels" userId="e771acc8-ecbb-4505-a306-f38d70d34d18" providerId="ADAL" clId="{08D7B4EF-CB7C-425C-9FE5-070BC62A5830}" dt="2021-05-14T08:37:31.549" v="317" actId="26606"/>
          <ac:spMkLst>
            <pc:docMk/>
            <pc:sldMk cId="2533540814" sldId="262"/>
            <ac:spMk id="9" creationId="{1E214AA7-F028-4A0D-8698-61AEC754D1BC}"/>
          </ac:spMkLst>
        </pc:spChg>
        <pc:cxnChg chg="add">
          <ac:chgData name="Nicole Wessels" userId="e771acc8-ecbb-4505-a306-f38d70d34d18" providerId="ADAL" clId="{08D7B4EF-CB7C-425C-9FE5-070BC62A5830}" dt="2021-05-14T08:37:31.549" v="317" actId="26606"/>
          <ac:cxnSpMkLst>
            <pc:docMk/>
            <pc:sldMk cId="2533540814" sldId="262"/>
            <ac:cxnSpMk id="11" creationId="{D6206FDC-2777-4D7F-AF9C-73413DA664C9}"/>
          </ac:cxnSpMkLst>
        </pc:cxnChg>
      </pc:sldChg>
      <pc:sldChg chg="addSp delSp modSp mod setBg setClrOvrMap">
        <pc:chgData name="Nicole Wessels" userId="e771acc8-ecbb-4505-a306-f38d70d34d18" providerId="ADAL" clId="{08D7B4EF-CB7C-425C-9FE5-070BC62A5830}" dt="2021-05-14T08:35:06.590" v="304" actId="14100"/>
        <pc:sldMkLst>
          <pc:docMk/>
          <pc:sldMk cId="3740889064" sldId="263"/>
        </pc:sldMkLst>
        <pc:spChg chg="mod">
          <ac:chgData name="Nicole Wessels" userId="e771acc8-ecbb-4505-a306-f38d70d34d18" providerId="ADAL" clId="{08D7B4EF-CB7C-425C-9FE5-070BC62A5830}" dt="2021-05-14T08:35:03.205" v="301" actId="14100"/>
          <ac:spMkLst>
            <pc:docMk/>
            <pc:sldMk cId="3740889064" sldId="263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35:06.590" v="304" actId="14100"/>
          <ac:spMkLst>
            <pc:docMk/>
            <pc:sldMk cId="3740889064" sldId="263"/>
            <ac:spMk id="3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8:34:50.996" v="297" actId="26606"/>
          <ac:spMkLst>
            <pc:docMk/>
            <pc:sldMk cId="3740889064" sldId="263"/>
            <ac:spMk id="10" creationId="{5E8D2E83-FB3A-40E7-A9E5-7AB389D612B4}"/>
          </ac:spMkLst>
        </pc:spChg>
        <pc:spChg chg="add">
          <ac:chgData name="Nicole Wessels" userId="e771acc8-ecbb-4505-a306-f38d70d34d18" providerId="ADAL" clId="{08D7B4EF-CB7C-425C-9FE5-070BC62A5830}" dt="2021-05-14T08:34:51.003" v="298" actId="26606"/>
          <ac:spMkLst>
            <pc:docMk/>
            <pc:sldMk cId="3740889064" sldId="263"/>
            <ac:spMk id="13" creationId="{B0792D4F-247E-46FE-85FC-881DEFA41D94}"/>
          </ac:spMkLst>
        </pc:spChg>
        <pc:picChg chg="mod ord">
          <ac:chgData name="Nicole Wessels" userId="e771acc8-ecbb-4505-a306-f38d70d34d18" providerId="ADAL" clId="{08D7B4EF-CB7C-425C-9FE5-070BC62A5830}" dt="2021-05-14T08:34:51.003" v="298" actId="26606"/>
          <ac:picMkLst>
            <pc:docMk/>
            <pc:sldMk cId="3740889064" sldId="263"/>
            <ac:picMk id="5" creationId="{00000000-0000-0000-0000-000000000000}"/>
          </ac:picMkLst>
        </pc:picChg>
        <pc:cxnChg chg="add">
          <ac:chgData name="Nicole Wessels" userId="e771acc8-ecbb-4505-a306-f38d70d34d18" providerId="ADAL" clId="{08D7B4EF-CB7C-425C-9FE5-070BC62A5830}" dt="2021-05-14T08:34:51.003" v="298" actId="26606"/>
          <ac:cxnSpMkLst>
            <pc:docMk/>
            <pc:sldMk cId="3740889064" sldId="263"/>
            <ac:cxnSpMk id="12" creationId="{749A7284-D010-4ACB-A08A-FC3C3689B5EB}"/>
          </ac:cxnSpMkLst>
        </pc:cxnChg>
      </pc:sldChg>
      <pc:sldChg chg="addSp delSp modSp mod setBg setClrOvrMap">
        <pc:chgData name="Nicole Wessels" userId="e771acc8-ecbb-4505-a306-f38d70d34d18" providerId="ADAL" clId="{08D7B4EF-CB7C-425C-9FE5-070BC62A5830}" dt="2021-05-14T08:56:01.270" v="641" actId="20577"/>
        <pc:sldMkLst>
          <pc:docMk/>
          <pc:sldMk cId="12382073" sldId="264"/>
        </pc:sldMkLst>
        <pc:spChg chg="mod">
          <ac:chgData name="Nicole Wessels" userId="e771acc8-ecbb-4505-a306-f38d70d34d18" providerId="ADAL" clId="{08D7B4EF-CB7C-425C-9FE5-070BC62A5830}" dt="2021-05-14T08:52:56.076" v="525" actId="26606"/>
          <ac:spMkLst>
            <pc:docMk/>
            <pc:sldMk cId="12382073" sldId="264"/>
            <ac:spMk id="2" creationId="{00000000-0000-0000-0000-000000000000}"/>
          </ac:spMkLst>
        </pc:spChg>
        <pc:spChg chg="add del mod ord">
          <ac:chgData name="Nicole Wessels" userId="e771acc8-ecbb-4505-a306-f38d70d34d18" providerId="ADAL" clId="{08D7B4EF-CB7C-425C-9FE5-070BC62A5830}" dt="2021-05-14T08:56:01.270" v="641" actId="20577"/>
          <ac:spMkLst>
            <pc:docMk/>
            <pc:sldMk cId="12382073" sldId="264"/>
            <ac:spMk id="3" creationId="{00000000-0000-0000-0000-000000000000}"/>
          </ac:spMkLst>
        </pc:spChg>
        <pc:spChg chg="add del mod">
          <ac:chgData name="Nicole Wessels" userId="e771acc8-ecbb-4505-a306-f38d70d34d18" providerId="ADAL" clId="{08D7B4EF-CB7C-425C-9FE5-070BC62A5830}" dt="2021-05-14T08:39:41.023" v="344"/>
          <ac:spMkLst>
            <pc:docMk/>
            <pc:sldMk cId="12382073" sldId="264"/>
            <ac:spMk id="5" creationId="{2D0439C8-EC1F-4321-BB68-CEC4E25E5878}"/>
          </ac:spMkLst>
        </pc:spChg>
        <pc:spChg chg="add del mod">
          <ac:chgData name="Nicole Wessels" userId="e771acc8-ecbb-4505-a306-f38d70d34d18" providerId="ADAL" clId="{08D7B4EF-CB7C-425C-9FE5-070BC62A5830}" dt="2021-05-14T08:55:11.412" v="623" actId="478"/>
          <ac:spMkLst>
            <pc:docMk/>
            <pc:sldMk cId="12382073" sldId="264"/>
            <ac:spMk id="8" creationId="{BB03217E-C126-4616-AEA2-326393BA6B17}"/>
          </ac:spMkLst>
        </pc:spChg>
        <pc:spChg chg="add del">
          <ac:chgData name="Nicole Wessels" userId="e771acc8-ecbb-4505-a306-f38d70d34d18" providerId="ADAL" clId="{08D7B4EF-CB7C-425C-9FE5-070BC62A5830}" dt="2021-05-14T08:52:44.410" v="522" actId="26606"/>
          <ac:spMkLst>
            <pc:docMk/>
            <pc:sldMk cId="12382073" sldId="264"/>
            <ac:spMk id="77" creationId="{EBB6D9F6-3E47-45AD-8461-718A3C87E3E8}"/>
          </ac:spMkLst>
        </pc:spChg>
        <pc:spChg chg="add del">
          <ac:chgData name="Nicole Wessels" userId="e771acc8-ecbb-4505-a306-f38d70d34d18" providerId="ADAL" clId="{08D7B4EF-CB7C-425C-9FE5-070BC62A5830}" dt="2021-05-14T08:52:44.410" v="522" actId="26606"/>
          <ac:spMkLst>
            <pc:docMk/>
            <pc:sldMk cId="12382073" sldId="264"/>
            <ac:spMk id="79" creationId="{A3B16A00-A549-4B07-B8C2-4B3A966D9E26}"/>
          </ac:spMkLst>
        </pc:spChg>
        <pc:spChg chg="add del">
          <ac:chgData name="Nicole Wessels" userId="e771acc8-ecbb-4505-a306-f38d70d34d18" providerId="ADAL" clId="{08D7B4EF-CB7C-425C-9FE5-070BC62A5830}" dt="2021-05-14T08:52:44.410" v="522" actId="26606"/>
          <ac:spMkLst>
            <pc:docMk/>
            <pc:sldMk cId="12382073" sldId="264"/>
            <ac:spMk id="81" creationId="{33B86BAE-87B4-4192-ABB2-627FFC965AC7}"/>
          </ac:spMkLst>
        </pc:spChg>
        <pc:spChg chg="add del">
          <ac:chgData name="Nicole Wessels" userId="e771acc8-ecbb-4505-a306-f38d70d34d18" providerId="ADAL" clId="{08D7B4EF-CB7C-425C-9FE5-070BC62A5830}" dt="2021-05-14T08:52:44.410" v="522" actId="26606"/>
          <ac:spMkLst>
            <pc:docMk/>
            <pc:sldMk cId="12382073" sldId="264"/>
            <ac:spMk id="83" creationId="{22BB4F03-4463-45CC-89A7-8E03412EDDBF}"/>
          </ac:spMkLst>
        </pc:spChg>
        <pc:spChg chg="add del">
          <ac:chgData name="Nicole Wessels" userId="e771acc8-ecbb-4505-a306-f38d70d34d18" providerId="ADAL" clId="{08D7B4EF-CB7C-425C-9FE5-070BC62A5830}" dt="2021-05-14T08:52:44.410" v="522" actId="26606"/>
          <ac:spMkLst>
            <pc:docMk/>
            <pc:sldMk cId="12382073" sldId="264"/>
            <ac:spMk id="85" creationId="{80E1AEAE-1F52-4C29-925C-27738417E9F5}"/>
          </ac:spMkLst>
        </pc:spChg>
        <pc:spChg chg="add del">
          <ac:chgData name="Nicole Wessels" userId="e771acc8-ecbb-4505-a306-f38d70d34d18" providerId="ADAL" clId="{08D7B4EF-CB7C-425C-9FE5-070BC62A5830}" dt="2021-05-14T08:52:56.074" v="524" actId="26606"/>
          <ac:spMkLst>
            <pc:docMk/>
            <pc:sldMk cId="12382073" sldId="264"/>
            <ac:spMk id="3082" creationId="{0ED52484-C939-4951-85D6-79046BBC644D}"/>
          </ac:spMkLst>
        </pc:spChg>
        <pc:spChg chg="add del">
          <ac:chgData name="Nicole Wessels" userId="e771acc8-ecbb-4505-a306-f38d70d34d18" providerId="ADAL" clId="{08D7B4EF-CB7C-425C-9FE5-070BC62A5830}" dt="2021-05-14T08:52:56.074" v="524" actId="26606"/>
          <ac:spMkLst>
            <pc:docMk/>
            <pc:sldMk cId="12382073" sldId="264"/>
            <ac:spMk id="3083" creationId="{123AC743-1CAC-4594-8F81-8E5C1E45BA7B}"/>
          </ac:spMkLst>
        </pc:spChg>
        <pc:spChg chg="add del">
          <ac:chgData name="Nicole Wessels" userId="e771acc8-ecbb-4505-a306-f38d70d34d18" providerId="ADAL" clId="{08D7B4EF-CB7C-425C-9FE5-070BC62A5830}" dt="2021-05-14T08:52:56.074" v="524" actId="26606"/>
          <ac:spMkLst>
            <pc:docMk/>
            <pc:sldMk cId="12382073" sldId="264"/>
            <ac:spMk id="3084" creationId="{3DF8EA8C-4EAB-49EE-BBAB-78BE910D2232}"/>
          </ac:spMkLst>
        </pc:spChg>
        <pc:spChg chg="add del">
          <ac:chgData name="Nicole Wessels" userId="e771acc8-ecbb-4505-a306-f38d70d34d18" providerId="ADAL" clId="{08D7B4EF-CB7C-425C-9FE5-070BC62A5830}" dt="2021-05-14T08:52:56.074" v="524" actId="26606"/>
          <ac:spMkLst>
            <pc:docMk/>
            <pc:sldMk cId="12382073" sldId="264"/>
            <ac:spMk id="3085" creationId="{9973AF05-1CBD-4B57-BB0F-EAEF9F8FB679}"/>
          </ac:spMkLst>
        </pc:spChg>
        <pc:spChg chg="add">
          <ac:chgData name="Nicole Wessels" userId="e771acc8-ecbb-4505-a306-f38d70d34d18" providerId="ADAL" clId="{08D7B4EF-CB7C-425C-9FE5-070BC62A5830}" dt="2021-05-14T08:52:56.076" v="525" actId="26606"/>
          <ac:spMkLst>
            <pc:docMk/>
            <pc:sldMk cId="12382073" sldId="264"/>
            <ac:spMk id="3087" creationId="{EBB6D9F6-3E47-45AD-8461-718A3C87E3E8}"/>
          </ac:spMkLst>
        </pc:spChg>
        <pc:spChg chg="add">
          <ac:chgData name="Nicole Wessels" userId="e771acc8-ecbb-4505-a306-f38d70d34d18" providerId="ADAL" clId="{08D7B4EF-CB7C-425C-9FE5-070BC62A5830}" dt="2021-05-14T08:52:56.076" v="525" actId="26606"/>
          <ac:spMkLst>
            <pc:docMk/>
            <pc:sldMk cId="12382073" sldId="264"/>
            <ac:spMk id="3088" creationId="{A3B16A00-A549-4B07-B8C2-4B3A966D9E26}"/>
          </ac:spMkLst>
        </pc:spChg>
        <pc:spChg chg="add">
          <ac:chgData name="Nicole Wessels" userId="e771acc8-ecbb-4505-a306-f38d70d34d18" providerId="ADAL" clId="{08D7B4EF-CB7C-425C-9FE5-070BC62A5830}" dt="2021-05-14T08:52:56.076" v="525" actId="26606"/>
          <ac:spMkLst>
            <pc:docMk/>
            <pc:sldMk cId="12382073" sldId="264"/>
            <ac:spMk id="3089" creationId="{33B86BAE-87B4-4192-ABB2-627FFC965AC7}"/>
          </ac:spMkLst>
        </pc:spChg>
        <pc:spChg chg="add">
          <ac:chgData name="Nicole Wessels" userId="e771acc8-ecbb-4505-a306-f38d70d34d18" providerId="ADAL" clId="{08D7B4EF-CB7C-425C-9FE5-070BC62A5830}" dt="2021-05-14T08:52:56.076" v="525" actId="26606"/>
          <ac:spMkLst>
            <pc:docMk/>
            <pc:sldMk cId="12382073" sldId="264"/>
            <ac:spMk id="3090" creationId="{22BB4F03-4463-45CC-89A7-8E03412EDDBF}"/>
          </ac:spMkLst>
        </pc:spChg>
        <pc:spChg chg="add">
          <ac:chgData name="Nicole Wessels" userId="e771acc8-ecbb-4505-a306-f38d70d34d18" providerId="ADAL" clId="{08D7B4EF-CB7C-425C-9FE5-070BC62A5830}" dt="2021-05-14T08:52:56.076" v="525" actId="26606"/>
          <ac:spMkLst>
            <pc:docMk/>
            <pc:sldMk cId="12382073" sldId="264"/>
            <ac:spMk id="3091" creationId="{80E1AEAE-1F52-4C29-925C-27738417E9F5}"/>
          </ac:spMkLst>
        </pc:spChg>
        <pc:picChg chg="del">
          <ac:chgData name="Nicole Wessels" userId="e771acc8-ecbb-4505-a306-f38d70d34d18" providerId="ADAL" clId="{08D7B4EF-CB7C-425C-9FE5-070BC62A5830}" dt="2021-05-14T08:38:53.929" v="341" actId="478"/>
          <ac:picMkLst>
            <pc:docMk/>
            <pc:sldMk cId="12382073" sldId="264"/>
            <ac:picMk id="7" creationId="{00000000-0000-0000-0000-000000000000}"/>
          </ac:picMkLst>
        </pc:picChg>
        <pc:picChg chg="add mod ord">
          <ac:chgData name="Nicole Wessels" userId="e771acc8-ecbb-4505-a306-f38d70d34d18" providerId="ADAL" clId="{08D7B4EF-CB7C-425C-9FE5-070BC62A5830}" dt="2021-05-14T08:52:56.076" v="525" actId="26606"/>
          <ac:picMkLst>
            <pc:docMk/>
            <pc:sldMk cId="12382073" sldId="264"/>
            <ac:picMk id="3074" creationId="{6D937E5D-D07E-436D-9C03-9DFAEC5420F4}"/>
          </ac:picMkLst>
        </pc:picChg>
        <pc:picChg chg="add mod ord">
          <ac:chgData name="Nicole Wessels" userId="e771acc8-ecbb-4505-a306-f38d70d34d18" providerId="ADAL" clId="{08D7B4EF-CB7C-425C-9FE5-070BC62A5830}" dt="2021-05-14T08:52:56.076" v="525" actId="26606"/>
          <ac:picMkLst>
            <pc:docMk/>
            <pc:sldMk cId="12382073" sldId="264"/>
            <ac:picMk id="3076" creationId="{50EBABEE-C99E-43B5-9640-338FAB132F93}"/>
          </ac:picMkLst>
        </pc:picChg>
        <pc:picChg chg="add mod">
          <ac:chgData name="Nicole Wessels" userId="e771acc8-ecbb-4505-a306-f38d70d34d18" providerId="ADAL" clId="{08D7B4EF-CB7C-425C-9FE5-070BC62A5830}" dt="2021-05-14T08:52:56.076" v="525" actId="26606"/>
          <ac:picMkLst>
            <pc:docMk/>
            <pc:sldMk cId="12382073" sldId="264"/>
            <ac:picMk id="3078" creationId="{9C4DA162-0498-4A6A-9495-A8A96CDA8BE8}"/>
          </ac:picMkLst>
        </pc:picChg>
        <pc:picChg chg="add mod ord">
          <ac:chgData name="Nicole Wessels" userId="e771acc8-ecbb-4505-a306-f38d70d34d18" providerId="ADAL" clId="{08D7B4EF-CB7C-425C-9FE5-070BC62A5830}" dt="2021-05-14T08:52:56.076" v="525" actId="26606"/>
          <ac:picMkLst>
            <pc:docMk/>
            <pc:sldMk cId="12382073" sldId="264"/>
            <ac:picMk id="3080" creationId="{FD5CB31C-F5D3-4ACD-B099-07BF1903B19E}"/>
          </ac:picMkLst>
        </pc:picChg>
      </pc:sldChg>
      <pc:sldChg chg="addSp delSp modSp mod setBg setClrOvrMap">
        <pc:chgData name="Nicole Wessels" userId="e771acc8-ecbb-4505-a306-f38d70d34d18" providerId="ADAL" clId="{08D7B4EF-CB7C-425C-9FE5-070BC62A5830}" dt="2021-05-14T09:00:00.247" v="690" actId="113"/>
        <pc:sldMkLst>
          <pc:docMk/>
          <pc:sldMk cId="851259098" sldId="265"/>
        </pc:sldMkLst>
        <pc:spChg chg="mod">
          <ac:chgData name="Nicole Wessels" userId="e771acc8-ecbb-4505-a306-f38d70d34d18" providerId="ADAL" clId="{08D7B4EF-CB7C-425C-9FE5-070BC62A5830}" dt="2021-05-14T09:00:00.247" v="690" actId="113"/>
          <ac:spMkLst>
            <pc:docMk/>
            <pc:sldMk cId="851259098" sldId="265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57:01.676" v="651" actId="255"/>
          <ac:spMkLst>
            <pc:docMk/>
            <pc:sldMk cId="851259098" sldId="265"/>
            <ac:spMk id="3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8:56:20.358" v="644" actId="26606"/>
          <ac:spMkLst>
            <pc:docMk/>
            <pc:sldMk cId="851259098" sldId="265"/>
            <ac:spMk id="10" creationId="{5E8D2E83-FB3A-40E7-A9E5-7AB389D612B4}"/>
          </ac:spMkLst>
        </pc:spChg>
        <pc:spChg chg="add del">
          <ac:chgData name="Nicole Wessels" userId="e771acc8-ecbb-4505-a306-f38d70d34d18" providerId="ADAL" clId="{08D7B4EF-CB7C-425C-9FE5-070BC62A5830}" dt="2021-05-14T08:56:25.739" v="646" actId="26606"/>
          <ac:spMkLst>
            <pc:docMk/>
            <pc:sldMk cId="851259098" sldId="265"/>
            <ac:spMk id="13" creationId="{B0792D4F-247E-46FE-85FC-881DEFA41D94}"/>
          </ac:spMkLst>
        </pc:spChg>
        <pc:spChg chg="add">
          <ac:chgData name="Nicole Wessels" userId="e771acc8-ecbb-4505-a306-f38d70d34d18" providerId="ADAL" clId="{08D7B4EF-CB7C-425C-9FE5-070BC62A5830}" dt="2021-05-14T08:56:25.751" v="647" actId="26606"/>
          <ac:spMkLst>
            <pc:docMk/>
            <pc:sldMk cId="851259098" sldId="265"/>
            <ac:spMk id="15" creationId="{3CD9DF72-87A3-404E-A828-84CBF11A8303}"/>
          </ac:spMkLst>
        </pc:spChg>
        <pc:picChg chg="mod ord">
          <ac:chgData name="Nicole Wessels" userId="e771acc8-ecbb-4505-a306-f38d70d34d18" providerId="ADAL" clId="{08D7B4EF-CB7C-425C-9FE5-070BC62A5830}" dt="2021-05-14T08:56:25.751" v="647" actId="26606"/>
          <ac:picMkLst>
            <pc:docMk/>
            <pc:sldMk cId="851259098" sldId="265"/>
            <ac:picMk id="5" creationId="{00000000-0000-0000-0000-000000000000}"/>
          </ac:picMkLst>
        </pc:picChg>
        <pc:cxnChg chg="add del">
          <ac:chgData name="Nicole Wessels" userId="e771acc8-ecbb-4505-a306-f38d70d34d18" providerId="ADAL" clId="{08D7B4EF-CB7C-425C-9FE5-070BC62A5830}" dt="2021-05-14T08:56:25.739" v="646" actId="26606"/>
          <ac:cxnSpMkLst>
            <pc:docMk/>
            <pc:sldMk cId="851259098" sldId="265"/>
            <ac:cxnSpMk id="12" creationId="{749A7284-D010-4ACB-A08A-FC3C3689B5EB}"/>
          </ac:cxnSpMkLst>
        </pc:cxnChg>
        <pc:cxnChg chg="add">
          <ac:chgData name="Nicole Wessels" userId="e771acc8-ecbb-4505-a306-f38d70d34d18" providerId="ADAL" clId="{08D7B4EF-CB7C-425C-9FE5-070BC62A5830}" dt="2021-05-14T08:56:25.751" v="647" actId="26606"/>
          <ac:cxnSpMkLst>
            <pc:docMk/>
            <pc:sldMk cId="851259098" sldId="265"/>
            <ac:cxnSpMk id="16" creationId="{20E3A342-4D61-4E3F-AF90-1AB42AEB96CC}"/>
          </ac:cxnSpMkLst>
        </pc:cxnChg>
      </pc:sldChg>
      <pc:sldChg chg="addSp modSp mod setBg setClrOvrMap">
        <pc:chgData name="Nicole Wessels" userId="e771acc8-ecbb-4505-a306-f38d70d34d18" providerId="ADAL" clId="{08D7B4EF-CB7C-425C-9FE5-070BC62A5830}" dt="2021-05-14T09:00:46.620" v="711" actId="1076"/>
        <pc:sldMkLst>
          <pc:docMk/>
          <pc:sldMk cId="3254141638" sldId="266"/>
        </pc:sldMkLst>
        <pc:spChg chg="mod">
          <ac:chgData name="Nicole Wessels" userId="e771acc8-ecbb-4505-a306-f38d70d34d18" providerId="ADAL" clId="{08D7B4EF-CB7C-425C-9FE5-070BC62A5830}" dt="2021-05-14T09:00:10.021" v="691" actId="26606"/>
          <ac:spMkLst>
            <pc:docMk/>
            <pc:sldMk cId="3254141638" sldId="266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9:00:46.620" v="711" actId="1076"/>
          <ac:spMkLst>
            <pc:docMk/>
            <pc:sldMk cId="3254141638" sldId="266"/>
            <ac:spMk id="3" creationId="{00000000-0000-0000-0000-000000000000}"/>
          </ac:spMkLst>
        </pc:spChg>
        <pc:spChg chg="add">
          <ac:chgData name="Nicole Wessels" userId="e771acc8-ecbb-4505-a306-f38d70d34d18" providerId="ADAL" clId="{08D7B4EF-CB7C-425C-9FE5-070BC62A5830}" dt="2021-05-14T09:00:10.021" v="691" actId="26606"/>
          <ac:spMkLst>
            <pc:docMk/>
            <pc:sldMk cId="3254141638" sldId="266"/>
            <ac:spMk id="8" creationId="{AD72D4D1-076F-49D3-9889-EFC4F6D7CA66}"/>
          </ac:spMkLst>
        </pc:spChg>
        <pc:cxnChg chg="add">
          <ac:chgData name="Nicole Wessels" userId="e771acc8-ecbb-4505-a306-f38d70d34d18" providerId="ADAL" clId="{08D7B4EF-CB7C-425C-9FE5-070BC62A5830}" dt="2021-05-14T09:00:10.021" v="691" actId="26606"/>
          <ac:cxnSpMkLst>
            <pc:docMk/>
            <pc:sldMk cId="3254141638" sldId="266"/>
            <ac:cxnSpMk id="10" creationId="{2D72A2C9-F3CA-4216-8BAD-FA4C970C3C4E}"/>
          </ac:cxnSpMkLst>
        </pc:cxnChg>
      </pc:sldChg>
      <pc:sldChg chg="addSp delSp modSp mod setBg setClrOvrMap">
        <pc:chgData name="Nicole Wessels" userId="e771acc8-ecbb-4505-a306-f38d70d34d18" providerId="ADAL" clId="{08D7B4EF-CB7C-425C-9FE5-070BC62A5830}" dt="2021-05-14T08:59:44.100" v="688" actId="255"/>
        <pc:sldMkLst>
          <pc:docMk/>
          <pc:sldMk cId="1855792270" sldId="267"/>
        </pc:sldMkLst>
        <pc:spChg chg="mod">
          <ac:chgData name="Nicole Wessels" userId="e771acc8-ecbb-4505-a306-f38d70d34d18" providerId="ADAL" clId="{08D7B4EF-CB7C-425C-9FE5-070BC62A5830}" dt="2021-05-14T08:59:44.100" v="688" actId="255"/>
          <ac:spMkLst>
            <pc:docMk/>
            <pc:sldMk cId="1855792270" sldId="267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59:29.190" v="684" actId="27636"/>
          <ac:spMkLst>
            <pc:docMk/>
            <pc:sldMk cId="1855792270" sldId="267"/>
            <ac:spMk id="3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8:58:55.014" v="676" actId="26606"/>
          <ac:spMkLst>
            <pc:docMk/>
            <pc:sldMk cId="1855792270" sldId="267"/>
            <ac:spMk id="10" creationId="{9AA72BD9-2C5A-4EDC-931F-5AA08EACA0F3}"/>
          </ac:spMkLst>
        </pc:spChg>
        <pc:spChg chg="add del">
          <ac:chgData name="Nicole Wessels" userId="e771acc8-ecbb-4505-a306-f38d70d34d18" providerId="ADAL" clId="{08D7B4EF-CB7C-425C-9FE5-070BC62A5830}" dt="2021-05-14T08:58:55.014" v="676" actId="26606"/>
          <ac:spMkLst>
            <pc:docMk/>
            <pc:sldMk cId="1855792270" sldId="267"/>
            <ac:spMk id="12" creationId="{DD3981AC-7B61-4947-BCF3-F7AA7FA385B9}"/>
          </ac:spMkLst>
        </pc:spChg>
        <pc:spChg chg="add del">
          <ac:chgData name="Nicole Wessels" userId="e771acc8-ecbb-4505-a306-f38d70d34d18" providerId="ADAL" clId="{08D7B4EF-CB7C-425C-9FE5-070BC62A5830}" dt="2021-05-14T08:58:55.014" v="676" actId="26606"/>
          <ac:spMkLst>
            <pc:docMk/>
            <pc:sldMk cId="1855792270" sldId="267"/>
            <ac:spMk id="14" creationId="{55D4142C-5077-457F-A6AD-3FECFDB39685}"/>
          </ac:spMkLst>
        </pc:spChg>
        <pc:spChg chg="add del">
          <ac:chgData name="Nicole Wessels" userId="e771acc8-ecbb-4505-a306-f38d70d34d18" providerId="ADAL" clId="{08D7B4EF-CB7C-425C-9FE5-070BC62A5830}" dt="2021-05-14T08:58:55.014" v="676" actId="26606"/>
          <ac:spMkLst>
            <pc:docMk/>
            <pc:sldMk cId="1855792270" sldId="267"/>
            <ac:spMk id="16" creationId="{7A5F0580-5EE9-419F-96EE-B6529EF6E7D0}"/>
          </ac:spMkLst>
        </pc:spChg>
        <pc:spChg chg="add">
          <ac:chgData name="Nicole Wessels" userId="e771acc8-ecbb-4505-a306-f38d70d34d18" providerId="ADAL" clId="{08D7B4EF-CB7C-425C-9FE5-070BC62A5830}" dt="2021-05-14T08:58:55.014" v="676" actId="26606"/>
          <ac:spMkLst>
            <pc:docMk/>
            <pc:sldMk cId="1855792270" sldId="267"/>
            <ac:spMk id="21" creationId="{9AA72BD9-2C5A-4EDC-931F-5AA08EACA0F3}"/>
          </ac:spMkLst>
        </pc:spChg>
        <pc:spChg chg="add">
          <ac:chgData name="Nicole Wessels" userId="e771acc8-ecbb-4505-a306-f38d70d34d18" providerId="ADAL" clId="{08D7B4EF-CB7C-425C-9FE5-070BC62A5830}" dt="2021-05-14T08:58:55.014" v="676" actId="26606"/>
          <ac:spMkLst>
            <pc:docMk/>
            <pc:sldMk cId="1855792270" sldId="267"/>
            <ac:spMk id="23" creationId="{DD3981AC-7B61-4947-BCF3-F7AA7FA385B9}"/>
          </ac:spMkLst>
        </pc:spChg>
        <pc:spChg chg="add">
          <ac:chgData name="Nicole Wessels" userId="e771acc8-ecbb-4505-a306-f38d70d34d18" providerId="ADAL" clId="{08D7B4EF-CB7C-425C-9FE5-070BC62A5830}" dt="2021-05-14T08:58:55.014" v="676" actId="26606"/>
          <ac:spMkLst>
            <pc:docMk/>
            <pc:sldMk cId="1855792270" sldId="267"/>
            <ac:spMk id="25" creationId="{55D4142C-5077-457F-A6AD-3FECFDB39685}"/>
          </ac:spMkLst>
        </pc:spChg>
        <pc:spChg chg="add">
          <ac:chgData name="Nicole Wessels" userId="e771acc8-ecbb-4505-a306-f38d70d34d18" providerId="ADAL" clId="{08D7B4EF-CB7C-425C-9FE5-070BC62A5830}" dt="2021-05-14T08:58:55.014" v="676" actId="26606"/>
          <ac:spMkLst>
            <pc:docMk/>
            <pc:sldMk cId="1855792270" sldId="267"/>
            <ac:spMk id="27" creationId="{7A5F0580-5EE9-419F-96EE-B6529EF6E7D0}"/>
          </ac:spMkLst>
        </pc:spChg>
        <pc:picChg chg="mod ord">
          <ac:chgData name="Nicole Wessels" userId="e771acc8-ecbb-4505-a306-f38d70d34d18" providerId="ADAL" clId="{08D7B4EF-CB7C-425C-9FE5-070BC62A5830}" dt="2021-05-14T08:59:35.056" v="686" actId="14100"/>
          <ac:picMkLst>
            <pc:docMk/>
            <pc:sldMk cId="1855792270" sldId="267"/>
            <ac:picMk id="5" creationId="{00000000-0000-0000-0000-000000000000}"/>
          </ac:picMkLst>
        </pc:picChg>
      </pc:sldChg>
      <pc:sldChg chg="addSp modSp mod setBg setClrOvrMap">
        <pc:chgData name="Nicole Wessels" userId="e771acc8-ecbb-4505-a306-f38d70d34d18" providerId="ADAL" clId="{08D7B4EF-CB7C-425C-9FE5-070BC62A5830}" dt="2021-05-14T08:36:58.321" v="310" actId="26606"/>
        <pc:sldMkLst>
          <pc:docMk/>
          <pc:sldMk cId="3028998884" sldId="268"/>
        </pc:sldMkLst>
        <pc:spChg chg="mod">
          <ac:chgData name="Nicole Wessels" userId="e771acc8-ecbb-4505-a306-f38d70d34d18" providerId="ADAL" clId="{08D7B4EF-CB7C-425C-9FE5-070BC62A5830}" dt="2021-05-14T08:36:58.321" v="310" actId="26606"/>
          <ac:spMkLst>
            <pc:docMk/>
            <pc:sldMk cId="3028998884" sldId="268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8:36:58.321" v="310" actId="26606"/>
          <ac:spMkLst>
            <pc:docMk/>
            <pc:sldMk cId="3028998884" sldId="268"/>
            <ac:spMk id="6" creationId="{00000000-0000-0000-0000-000000000000}"/>
          </ac:spMkLst>
        </pc:spChg>
        <pc:spChg chg="add">
          <ac:chgData name="Nicole Wessels" userId="e771acc8-ecbb-4505-a306-f38d70d34d18" providerId="ADAL" clId="{08D7B4EF-CB7C-425C-9FE5-070BC62A5830}" dt="2021-05-14T08:36:58.321" v="310" actId="26606"/>
          <ac:spMkLst>
            <pc:docMk/>
            <pc:sldMk cId="3028998884" sldId="268"/>
            <ac:spMk id="12" creationId="{9B76D444-2756-434F-AE61-96D69830C13E}"/>
          </ac:spMkLst>
        </pc:spChg>
        <pc:picChg chg="mod">
          <ac:chgData name="Nicole Wessels" userId="e771acc8-ecbb-4505-a306-f38d70d34d18" providerId="ADAL" clId="{08D7B4EF-CB7C-425C-9FE5-070BC62A5830}" dt="2021-05-14T08:36:58.321" v="310" actId="26606"/>
          <ac:picMkLst>
            <pc:docMk/>
            <pc:sldMk cId="3028998884" sldId="268"/>
            <ac:picMk id="7" creationId="{00000000-0000-0000-0000-000000000000}"/>
          </ac:picMkLst>
        </pc:picChg>
        <pc:cxnChg chg="add">
          <ac:chgData name="Nicole Wessels" userId="e771acc8-ecbb-4505-a306-f38d70d34d18" providerId="ADAL" clId="{08D7B4EF-CB7C-425C-9FE5-070BC62A5830}" dt="2021-05-14T08:36:58.321" v="310" actId="26606"/>
          <ac:cxnSpMkLst>
            <pc:docMk/>
            <pc:sldMk cId="3028998884" sldId="268"/>
            <ac:cxnSpMk id="14" creationId="{CF8F36E2-BBE5-43FE-822F-AD8CAE08C071}"/>
          </ac:cxnSpMkLst>
        </pc:cxnChg>
      </pc:sldChg>
      <pc:sldChg chg="addSp delSp modSp mod setBg setClrOvrMap">
        <pc:chgData name="Nicole Wessels" userId="e771acc8-ecbb-4505-a306-f38d70d34d18" providerId="ADAL" clId="{08D7B4EF-CB7C-425C-9FE5-070BC62A5830}" dt="2021-05-14T09:05:55.222" v="746" actId="26606"/>
        <pc:sldMkLst>
          <pc:docMk/>
          <pc:sldMk cId="2813157680" sldId="269"/>
        </pc:sldMkLst>
        <pc:spChg chg="mod">
          <ac:chgData name="Nicole Wessels" userId="e771acc8-ecbb-4505-a306-f38d70d34d18" providerId="ADAL" clId="{08D7B4EF-CB7C-425C-9FE5-070BC62A5830}" dt="2021-05-14T09:05:55.222" v="746" actId="26606"/>
          <ac:spMkLst>
            <pc:docMk/>
            <pc:sldMk cId="2813157680" sldId="269"/>
            <ac:spMk id="2" creationId="{00000000-0000-0000-0000-000000000000}"/>
          </ac:spMkLst>
        </pc:spChg>
        <pc:spChg chg="add del mod ord">
          <ac:chgData name="Nicole Wessels" userId="e771acc8-ecbb-4505-a306-f38d70d34d18" providerId="ADAL" clId="{08D7B4EF-CB7C-425C-9FE5-070BC62A5830}" dt="2021-05-14T09:05:31.283" v="742" actId="26606"/>
          <ac:spMkLst>
            <pc:docMk/>
            <pc:sldMk cId="2813157680" sldId="269"/>
            <ac:spMk id="3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9:04:33.937" v="734" actId="26606"/>
          <ac:spMkLst>
            <pc:docMk/>
            <pc:sldMk cId="2813157680" sldId="269"/>
            <ac:spMk id="10" creationId="{CEB41C5C-0F34-4DDA-9D7C-5E717F35F60C}"/>
          </ac:spMkLst>
        </pc:spChg>
        <pc:spChg chg="add del">
          <ac:chgData name="Nicole Wessels" userId="e771acc8-ecbb-4505-a306-f38d70d34d18" providerId="ADAL" clId="{08D7B4EF-CB7C-425C-9FE5-070BC62A5830}" dt="2021-05-14T09:04:33.933" v="733" actId="26606"/>
          <ac:spMkLst>
            <pc:docMk/>
            <pc:sldMk cId="2813157680" sldId="269"/>
            <ac:spMk id="17" creationId="{9B76D444-2756-434F-AE61-96D69830C13E}"/>
          </ac:spMkLst>
        </pc:spChg>
        <pc:spChg chg="add del">
          <ac:chgData name="Nicole Wessels" userId="e771acc8-ecbb-4505-a306-f38d70d34d18" providerId="ADAL" clId="{08D7B4EF-CB7C-425C-9FE5-070BC62A5830}" dt="2021-05-14T09:04:57.447" v="736" actId="26606"/>
          <ac:spMkLst>
            <pc:docMk/>
            <pc:sldMk cId="2813157680" sldId="269"/>
            <ac:spMk id="21" creationId="{CEB41C5C-0F34-4DDA-9D7C-5E717F35F60C}"/>
          </ac:spMkLst>
        </pc:spChg>
        <pc:spChg chg="add del">
          <ac:chgData name="Nicole Wessels" userId="e771acc8-ecbb-4505-a306-f38d70d34d18" providerId="ADAL" clId="{08D7B4EF-CB7C-425C-9FE5-070BC62A5830}" dt="2021-05-14T09:05:31.283" v="742" actId="26606"/>
          <ac:spMkLst>
            <pc:docMk/>
            <pc:sldMk cId="2813157680" sldId="269"/>
            <ac:spMk id="27" creationId="{B0792D4F-247E-46FE-85FC-881DEFA41D94}"/>
          </ac:spMkLst>
        </pc:spChg>
        <pc:spChg chg="add del">
          <ac:chgData name="Nicole Wessels" userId="e771acc8-ecbb-4505-a306-f38d70d34d18" providerId="ADAL" clId="{08D7B4EF-CB7C-425C-9FE5-070BC62A5830}" dt="2021-05-14T09:05:47.023" v="744" actId="26606"/>
          <ac:spMkLst>
            <pc:docMk/>
            <pc:sldMk cId="2813157680" sldId="269"/>
            <ac:spMk id="34" creationId="{9B76D444-2756-434F-AE61-96D69830C13E}"/>
          </ac:spMkLst>
        </pc:spChg>
        <pc:spChg chg="add mod ord">
          <ac:chgData name="Nicole Wessels" userId="e771acc8-ecbb-4505-a306-f38d70d34d18" providerId="ADAL" clId="{08D7B4EF-CB7C-425C-9FE5-070BC62A5830}" dt="2021-05-14T09:05:55.222" v="746" actId="26606"/>
          <ac:spMkLst>
            <pc:docMk/>
            <pc:sldMk cId="2813157680" sldId="269"/>
            <ac:spMk id="35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9:05:55.222" v="746" actId="26606"/>
          <ac:spMkLst>
            <pc:docMk/>
            <pc:sldMk cId="2813157680" sldId="269"/>
            <ac:spMk id="41" creationId="{FF9B822F-893E-44C8-963C-64F50ACECBB2}"/>
          </ac:spMkLst>
        </pc:spChg>
        <pc:spChg chg="add del">
          <ac:chgData name="Nicole Wessels" userId="e771acc8-ecbb-4505-a306-f38d70d34d18" providerId="ADAL" clId="{08D7B4EF-CB7C-425C-9FE5-070BC62A5830}" dt="2021-05-14T09:05:55.222" v="746" actId="26606"/>
          <ac:spMkLst>
            <pc:docMk/>
            <pc:sldMk cId="2813157680" sldId="269"/>
            <ac:spMk id="43" creationId="{EBF87945-A001-489F-9D9B-7D9435F0B9CA}"/>
          </ac:spMkLst>
        </pc:spChg>
        <pc:spChg chg="add">
          <ac:chgData name="Nicole Wessels" userId="e771acc8-ecbb-4505-a306-f38d70d34d18" providerId="ADAL" clId="{08D7B4EF-CB7C-425C-9FE5-070BC62A5830}" dt="2021-05-14T09:05:55.222" v="746" actId="26606"/>
          <ac:spMkLst>
            <pc:docMk/>
            <pc:sldMk cId="2813157680" sldId="269"/>
            <ac:spMk id="48" creationId="{CEB41C5C-0F34-4DDA-9D7C-5E717F35F60C}"/>
          </ac:spMkLst>
        </pc:spChg>
        <pc:graphicFrameChg chg="add del">
          <ac:chgData name="Nicole Wessels" userId="e771acc8-ecbb-4505-a306-f38d70d34d18" providerId="ADAL" clId="{08D7B4EF-CB7C-425C-9FE5-070BC62A5830}" dt="2021-05-14T09:05:24.403" v="739" actId="26606"/>
          <ac:graphicFrameMkLst>
            <pc:docMk/>
            <pc:sldMk cId="2813157680" sldId="269"/>
            <ac:graphicFrameMk id="31" creationId="{B0895D4E-7E5C-4386-A766-D9F5C33CCFBF}"/>
          </ac:graphicFrameMkLst>
        </pc:graphicFrameChg>
        <pc:graphicFrameChg chg="add del">
          <ac:chgData name="Nicole Wessels" userId="e771acc8-ecbb-4505-a306-f38d70d34d18" providerId="ADAL" clId="{08D7B4EF-CB7C-425C-9FE5-070BC62A5830}" dt="2021-05-14T09:05:31.282" v="741" actId="26606"/>
          <ac:graphicFrameMkLst>
            <pc:docMk/>
            <pc:sldMk cId="2813157680" sldId="269"/>
            <ac:graphicFrameMk id="33" creationId="{508D09C9-4F3E-422C-9282-1A803AE30A5B}"/>
          </ac:graphicFrameMkLst>
        </pc:graphicFrameChg>
        <pc:picChg chg="mod ord">
          <ac:chgData name="Nicole Wessels" userId="e771acc8-ecbb-4505-a306-f38d70d34d18" providerId="ADAL" clId="{08D7B4EF-CB7C-425C-9FE5-070BC62A5830}" dt="2021-05-14T09:05:55.222" v="746" actId="26606"/>
          <ac:picMkLst>
            <pc:docMk/>
            <pc:sldMk cId="2813157680" sldId="269"/>
            <ac:picMk id="5" creationId="{00000000-0000-0000-0000-000000000000}"/>
          </ac:picMkLst>
        </pc:picChg>
        <pc:cxnChg chg="add del">
          <ac:chgData name="Nicole Wessels" userId="e771acc8-ecbb-4505-a306-f38d70d34d18" providerId="ADAL" clId="{08D7B4EF-CB7C-425C-9FE5-070BC62A5830}" dt="2021-05-14T09:04:33.937" v="734" actId="26606"/>
          <ac:cxnSpMkLst>
            <pc:docMk/>
            <pc:sldMk cId="2813157680" sldId="269"/>
            <ac:cxnSpMk id="12" creationId="{57E1E5E6-F385-4E9C-B201-BA5BDE5CAD52}"/>
          </ac:cxnSpMkLst>
        </pc:cxnChg>
        <pc:cxnChg chg="add del">
          <ac:chgData name="Nicole Wessels" userId="e771acc8-ecbb-4505-a306-f38d70d34d18" providerId="ADAL" clId="{08D7B4EF-CB7C-425C-9FE5-070BC62A5830}" dt="2021-05-14T09:04:33.933" v="733" actId="26606"/>
          <ac:cxnSpMkLst>
            <pc:docMk/>
            <pc:sldMk cId="2813157680" sldId="269"/>
            <ac:cxnSpMk id="19" creationId="{CF8F36E2-BBE5-43FE-822F-AD8CAE08C071}"/>
          </ac:cxnSpMkLst>
        </pc:cxnChg>
        <pc:cxnChg chg="add del">
          <ac:chgData name="Nicole Wessels" userId="e771acc8-ecbb-4505-a306-f38d70d34d18" providerId="ADAL" clId="{08D7B4EF-CB7C-425C-9FE5-070BC62A5830}" dt="2021-05-14T09:04:57.447" v="736" actId="26606"/>
          <ac:cxnSpMkLst>
            <pc:docMk/>
            <pc:sldMk cId="2813157680" sldId="269"/>
            <ac:cxnSpMk id="22" creationId="{57E1E5E6-F385-4E9C-B201-BA5BDE5CAD52}"/>
          </ac:cxnSpMkLst>
        </pc:cxnChg>
        <pc:cxnChg chg="add del">
          <ac:chgData name="Nicole Wessels" userId="e771acc8-ecbb-4505-a306-f38d70d34d18" providerId="ADAL" clId="{08D7B4EF-CB7C-425C-9FE5-070BC62A5830}" dt="2021-05-14T09:05:31.283" v="742" actId="26606"/>
          <ac:cxnSpMkLst>
            <pc:docMk/>
            <pc:sldMk cId="2813157680" sldId="269"/>
            <ac:cxnSpMk id="29" creationId="{CE272F12-AF86-441A-BC1B-C014BBBF85B5}"/>
          </ac:cxnSpMkLst>
        </pc:cxnChg>
        <pc:cxnChg chg="add del">
          <ac:chgData name="Nicole Wessels" userId="e771acc8-ecbb-4505-a306-f38d70d34d18" providerId="ADAL" clId="{08D7B4EF-CB7C-425C-9FE5-070BC62A5830}" dt="2021-05-14T09:05:47.023" v="744" actId="26606"/>
          <ac:cxnSpMkLst>
            <pc:docMk/>
            <pc:sldMk cId="2813157680" sldId="269"/>
            <ac:cxnSpMk id="36" creationId="{CF8F36E2-BBE5-43FE-822F-AD8CAE08C071}"/>
          </ac:cxnSpMkLst>
        </pc:cxnChg>
        <pc:cxnChg chg="add">
          <ac:chgData name="Nicole Wessels" userId="e771acc8-ecbb-4505-a306-f38d70d34d18" providerId="ADAL" clId="{08D7B4EF-CB7C-425C-9FE5-070BC62A5830}" dt="2021-05-14T09:05:55.222" v="746" actId="26606"/>
          <ac:cxnSpMkLst>
            <pc:docMk/>
            <pc:sldMk cId="2813157680" sldId="269"/>
            <ac:cxnSpMk id="50" creationId="{57E1E5E6-F385-4E9C-B201-BA5BDE5CAD52}"/>
          </ac:cxnSpMkLst>
        </pc:cxnChg>
      </pc:sldChg>
      <pc:sldChg chg="addSp delSp modSp mod setBg setClrOvrMap">
        <pc:chgData name="Nicole Wessels" userId="e771acc8-ecbb-4505-a306-f38d70d34d18" providerId="ADAL" clId="{08D7B4EF-CB7C-425C-9FE5-070BC62A5830}" dt="2021-05-14T09:04:27.168" v="731" actId="26606"/>
        <pc:sldMkLst>
          <pc:docMk/>
          <pc:sldMk cId="614474366" sldId="270"/>
        </pc:sldMkLst>
        <pc:spChg chg="mod">
          <ac:chgData name="Nicole Wessels" userId="e771acc8-ecbb-4505-a306-f38d70d34d18" providerId="ADAL" clId="{08D7B4EF-CB7C-425C-9FE5-070BC62A5830}" dt="2021-05-14T09:04:27.162" v="730" actId="26606"/>
          <ac:spMkLst>
            <pc:docMk/>
            <pc:sldMk cId="614474366" sldId="270"/>
            <ac:spMk id="5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9:04:27.168" v="731" actId="26606"/>
          <ac:spMkLst>
            <pc:docMk/>
            <pc:sldMk cId="614474366" sldId="270"/>
            <ac:spMk id="12" creationId="{8537B233-9CDD-4A90-AABB-A8963DEE4FBC}"/>
          </ac:spMkLst>
        </pc:spChg>
        <pc:spChg chg="add del">
          <ac:chgData name="Nicole Wessels" userId="e771acc8-ecbb-4505-a306-f38d70d34d18" providerId="ADAL" clId="{08D7B4EF-CB7C-425C-9FE5-070BC62A5830}" dt="2021-05-14T09:04:27.162" v="730" actId="26606"/>
          <ac:spMkLst>
            <pc:docMk/>
            <pc:sldMk cId="614474366" sldId="270"/>
            <ac:spMk id="19" creationId="{AB45A142-4255-493C-8284-5D566C121B10}"/>
          </ac:spMkLst>
        </pc:spChg>
        <pc:spChg chg="add">
          <ac:chgData name="Nicole Wessels" userId="e771acc8-ecbb-4505-a306-f38d70d34d18" providerId="ADAL" clId="{08D7B4EF-CB7C-425C-9FE5-070BC62A5830}" dt="2021-05-14T09:04:27.168" v="731" actId="26606"/>
          <ac:spMkLst>
            <pc:docMk/>
            <pc:sldMk cId="614474366" sldId="270"/>
            <ac:spMk id="23" creationId="{8537B233-9CDD-4A90-AABB-A8963DEE4FBC}"/>
          </ac:spMkLst>
        </pc:spChg>
        <pc:picChg chg="mod">
          <ac:chgData name="Nicole Wessels" userId="e771acc8-ecbb-4505-a306-f38d70d34d18" providerId="ADAL" clId="{08D7B4EF-CB7C-425C-9FE5-070BC62A5830}" dt="2021-05-14T09:04:27.168" v="731" actId="26606"/>
          <ac:picMkLst>
            <pc:docMk/>
            <pc:sldMk cId="614474366" sldId="270"/>
            <ac:picMk id="7" creationId="{00000000-0000-0000-0000-000000000000}"/>
          </ac:picMkLst>
        </pc:picChg>
        <pc:cxnChg chg="add del">
          <ac:chgData name="Nicole Wessels" userId="e771acc8-ecbb-4505-a306-f38d70d34d18" providerId="ADAL" clId="{08D7B4EF-CB7C-425C-9FE5-070BC62A5830}" dt="2021-05-14T09:04:27.168" v="731" actId="26606"/>
          <ac:cxnSpMkLst>
            <pc:docMk/>
            <pc:sldMk cId="614474366" sldId="270"/>
            <ac:cxnSpMk id="14" creationId="{040575EE-C594-4566-BC00-663004E52AB5}"/>
          </ac:cxnSpMkLst>
        </pc:cxnChg>
        <pc:cxnChg chg="add del">
          <ac:chgData name="Nicole Wessels" userId="e771acc8-ecbb-4505-a306-f38d70d34d18" providerId="ADAL" clId="{08D7B4EF-CB7C-425C-9FE5-070BC62A5830}" dt="2021-05-14T09:04:27.162" v="730" actId="26606"/>
          <ac:cxnSpMkLst>
            <pc:docMk/>
            <pc:sldMk cId="614474366" sldId="270"/>
            <ac:cxnSpMk id="21" creationId="{38FB9660-F42F-4313-BBC4-47C007FE484C}"/>
          </ac:cxnSpMkLst>
        </pc:cxnChg>
        <pc:cxnChg chg="add">
          <ac:chgData name="Nicole Wessels" userId="e771acc8-ecbb-4505-a306-f38d70d34d18" providerId="ADAL" clId="{08D7B4EF-CB7C-425C-9FE5-070BC62A5830}" dt="2021-05-14T09:04:27.168" v="731" actId="26606"/>
          <ac:cxnSpMkLst>
            <pc:docMk/>
            <pc:sldMk cId="614474366" sldId="270"/>
            <ac:cxnSpMk id="24" creationId="{040575EE-C594-4566-BC00-663004E52AB5}"/>
          </ac:cxnSpMkLst>
        </pc:cxnChg>
      </pc:sldChg>
      <pc:sldChg chg="addSp modSp mod setBg setClrOvrMap">
        <pc:chgData name="Nicole Wessels" userId="e771acc8-ecbb-4505-a306-f38d70d34d18" providerId="ADAL" clId="{08D7B4EF-CB7C-425C-9FE5-070BC62A5830}" dt="2021-05-14T09:06:17.404" v="747" actId="26606"/>
        <pc:sldMkLst>
          <pc:docMk/>
          <pc:sldMk cId="2717860798" sldId="271"/>
        </pc:sldMkLst>
        <pc:spChg chg="mod">
          <ac:chgData name="Nicole Wessels" userId="e771acc8-ecbb-4505-a306-f38d70d34d18" providerId="ADAL" clId="{08D7B4EF-CB7C-425C-9FE5-070BC62A5830}" dt="2021-05-14T09:06:17.404" v="747" actId="26606"/>
          <ac:spMkLst>
            <pc:docMk/>
            <pc:sldMk cId="2717860798" sldId="271"/>
            <ac:spMk id="2" creationId="{00000000-0000-0000-0000-000000000000}"/>
          </ac:spMkLst>
        </pc:spChg>
        <pc:spChg chg="add">
          <ac:chgData name="Nicole Wessels" userId="e771acc8-ecbb-4505-a306-f38d70d34d18" providerId="ADAL" clId="{08D7B4EF-CB7C-425C-9FE5-070BC62A5830}" dt="2021-05-14T09:06:17.404" v="747" actId="26606"/>
          <ac:spMkLst>
            <pc:docMk/>
            <pc:sldMk cId="2717860798" sldId="271"/>
            <ac:spMk id="9" creationId="{8537B233-9CDD-4A90-AABB-A8963DEE4FBC}"/>
          </ac:spMkLst>
        </pc:spChg>
        <pc:picChg chg="mod">
          <ac:chgData name="Nicole Wessels" userId="e771acc8-ecbb-4505-a306-f38d70d34d18" providerId="ADAL" clId="{08D7B4EF-CB7C-425C-9FE5-070BC62A5830}" dt="2021-05-14T09:06:17.404" v="747" actId="26606"/>
          <ac:picMkLst>
            <pc:docMk/>
            <pc:sldMk cId="2717860798" sldId="271"/>
            <ac:picMk id="4" creationId="{00000000-0000-0000-0000-000000000000}"/>
          </ac:picMkLst>
        </pc:picChg>
        <pc:cxnChg chg="add">
          <ac:chgData name="Nicole Wessels" userId="e771acc8-ecbb-4505-a306-f38d70d34d18" providerId="ADAL" clId="{08D7B4EF-CB7C-425C-9FE5-070BC62A5830}" dt="2021-05-14T09:06:17.404" v="747" actId="26606"/>
          <ac:cxnSpMkLst>
            <pc:docMk/>
            <pc:sldMk cId="2717860798" sldId="271"/>
            <ac:cxnSpMk id="11" creationId="{040575EE-C594-4566-BC00-663004E52AB5}"/>
          </ac:cxnSpMkLst>
        </pc:cxnChg>
      </pc:sldChg>
      <pc:sldChg chg="addSp delSp modSp mod setBg setClrOvrMap">
        <pc:chgData name="Nicole Wessels" userId="e771acc8-ecbb-4505-a306-f38d70d34d18" providerId="ADAL" clId="{08D7B4EF-CB7C-425C-9FE5-070BC62A5830}" dt="2021-05-14T09:17:04.316" v="856" actId="14100"/>
        <pc:sldMkLst>
          <pc:docMk/>
          <pc:sldMk cId="1797215681" sldId="272"/>
        </pc:sldMkLst>
        <pc:spChg chg="mod">
          <ac:chgData name="Nicole Wessels" userId="e771acc8-ecbb-4505-a306-f38d70d34d18" providerId="ADAL" clId="{08D7B4EF-CB7C-425C-9FE5-070BC62A5830}" dt="2021-05-14T09:08:29.878" v="774" actId="20577"/>
          <ac:spMkLst>
            <pc:docMk/>
            <pc:sldMk cId="1797215681" sldId="272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9:17:04.316" v="856" actId="14100"/>
          <ac:spMkLst>
            <pc:docMk/>
            <pc:sldMk cId="1797215681" sldId="272"/>
            <ac:spMk id="3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9:07:49.922" v="762" actId="26606"/>
          <ac:spMkLst>
            <pc:docMk/>
            <pc:sldMk cId="1797215681" sldId="272"/>
            <ac:spMk id="13" creationId="{3CD9DF72-87A3-404E-A828-84CBF11A8303}"/>
          </ac:spMkLst>
        </pc:spChg>
        <pc:spChg chg="add del">
          <ac:chgData name="Nicole Wessels" userId="e771acc8-ecbb-4505-a306-f38d70d34d18" providerId="ADAL" clId="{08D7B4EF-CB7C-425C-9FE5-070BC62A5830}" dt="2021-05-14T09:07:58.022" v="764" actId="26606"/>
          <ac:spMkLst>
            <pc:docMk/>
            <pc:sldMk cId="1797215681" sldId="272"/>
            <ac:spMk id="17" creationId="{6EBF06A5-4173-45DE-87B1-0791E098A374}"/>
          </ac:spMkLst>
        </pc:spChg>
        <pc:spChg chg="add del">
          <ac:chgData name="Nicole Wessels" userId="e771acc8-ecbb-4505-a306-f38d70d34d18" providerId="ADAL" clId="{08D7B4EF-CB7C-425C-9FE5-070BC62A5830}" dt="2021-05-14T09:07:58.022" v="764" actId="26606"/>
          <ac:spMkLst>
            <pc:docMk/>
            <pc:sldMk cId="1797215681" sldId="272"/>
            <ac:spMk id="18" creationId="{206E9F47-DC46-4A02-B5DB-26B56C39C979}"/>
          </ac:spMkLst>
        </pc:spChg>
        <pc:spChg chg="add del">
          <ac:chgData name="Nicole Wessels" userId="e771acc8-ecbb-4505-a306-f38d70d34d18" providerId="ADAL" clId="{08D7B4EF-CB7C-425C-9FE5-070BC62A5830}" dt="2021-05-14T09:08:05.453" v="766" actId="26606"/>
          <ac:spMkLst>
            <pc:docMk/>
            <pc:sldMk cId="1797215681" sldId="272"/>
            <ac:spMk id="20" creationId="{EE1FC7B4-E4A7-4452-B413-1A623E3A7230}"/>
          </ac:spMkLst>
        </pc:spChg>
        <pc:spChg chg="add del">
          <ac:chgData name="Nicole Wessels" userId="e771acc8-ecbb-4505-a306-f38d70d34d18" providerId="ADAL" clId="{08D7B4EF-CB7C-425C-9FE5-070BC62A5830}" dt="2021-05-14T09:08:05.453" v="766" actId="26606"/>
          <ac:spMkLst>
            <pc:docMk/>
            <pc:sldMk cId="1797215681" sldId="272"/>
            <ac:spMk id="21" creationId="{E0709AF0-24F0-4486-B189-BE6386BDB198}"/>
          </ac:spMkLst>
        </pc:spChg>
        <pc:spChg chg="add del">
          <ac:chgData name="Nicole Wessels" userId="e771acc8-ecbb-4505-a306-f38d70d34d18" providerId="ADAL" clId="{08D7B4EF-CB7C-425C-9FE5-070BC62A5830}" dt="2021-05-14T09:08:05.453" v="766" actId="26606"/>
          <ac:spMkLst>
            <pc:docMk/>
            <pc:sldMk cId="1797215681" sldId="272"/>
            <ac:spMk id="22" creationId="{FBE3B62F-5853-4A3C-B050-6186351A7176}"/>
          </ac:spMkLst>
        </pc:spChg>
        <pc:spChg chg="add del">
          <ac:chgData name="Nicole Wessels" userId="e771acc8-ecbb-4505-a306-f38d70d34d18" providerId="ADAL" clId="{08D7B4EF-CB7C-425C-9FE5-070BC62A5830}" dt="2021-05-14T09:08:08.550" v="768" actId="26606"/>
          <ac:spMkLst>
            <pc:docMk/>
            <pc:sldMk cId="1797215681" sldId="272"/>
            <ac:spMk id="24" creationId="{CEB41C5C-0F34-4DDA-9D7C-5E717F35F60C}"/>
          </ac:spMkLst>
        </pc:spChg>
        <pc:spChg chg="add">
          <ac:chgData name="Nicole Wessels" userId="e771acc8-ecbb-4505-a306-f38d70d34d18" providerId="ADAL" clId="{08D7B4EF-CB7C-425C-9FE5-070BC62A5830}" dt="2021-05-14T09:08:08.551" v="769" actId="26606"/>
          <ac:spMkLst>
            <pc:docMk/>
            <pc:sldMk cId="1797215681" sldId="272"/>
            <ac:spMk id="27" creationId="{6EBF06A5-4173-45DE-87B1-0791E098A374}"/>
          </ac:spMkLst>
        </pc:spChg>
        <pc:spChg chg="add">
          <ac:chgData name="Nicole Wessels" userId="e771acc8-ecbb-4505-a306-f38d70d34d18" providerId="ADAL" clId="{08D7B4EF-CB7C-425C-9FE5-070BC62A5830}" dt="2021-05-14T09:08:08.551" v="769" actId="26606"/>
          <ac:spMkLst>
            <pc:docMk/>
            <pc:sldMk cId="1797215681" sldId="272"/>
            <ac:spMk id="28" creationId="{206E9F47-DC46-4A02-B5DB-26B56C39C979}"/>
          </ac:spMkLst>
        </pc:spChg>
        <pc:picChg chg="mod ord">
          <ac:chgData name="Nicole Wessels" userId="e771acc8-ecbb-4505-a306-f38d70d34d18" providerId="ADAL" clId="{08D7B4EF-CB7C-425C-9FE5-070BC62A5830}" dt="2021-05-14T09:08:08.551" v="769" actId="26606"/>
          <ac:picMkLst>
            <pc:docMk/>
            <pc:sldMk cId="1797215681" sldId="272"/>
            <ac:picMk id="8" creationId="{00000000-0000-0000-0000-000000000000}"/>
          </ac:picMkLst>
        </pc:picChg>
        <pc:cxnChg chg="add del">
          <ac:chgData name="Nicole Wessels" userId="e771acc8-ecbb-4505-a306-f38d70d34d18" providerId="ADAL" clId="{08D7B4EF-CB7C-425C-9FE5-070BC62A5830}" dt="2021-05-14T09:07:49.922" v="762" actId="26606"/>
          <ac:cxnSpMkLst>
            <pc:docMk/>
            <pc:sldMk cId="1797215681" sldId="272"/>
            <ac:cxnSpMk id="15" creationId="{20E3A342-4D61-4E3F-AF90-1AB42AEB96CC}"/>
          </ac:cxnSpMkLst>
        </pc:cxnChg>
        <pc:cxnChg chg="add del">
          <ac:chgData name="Nicole Wessels" userId="e771acc8-ecbb-4505-a306-f38d70d34d18" providerId="ADAL" clId="{08D7B4EF-CB7C-425C-9FE5-070BC62A5830}" dt="2021-05-14T09:08:08.550" v="768" actId="26606"/>
          <ac:cxnSpMkLst>
            <pc:docMk/>
            <pc:sldMk cId="1797215681" sldId="272"/>
            <ac:cxnSpMk id="25" creationId="{57E1E5E6-F385-4E9C-B201-BA5BDE5CAD52}"/>
          </ac:cxnSpMkLst>
        </pc:cxnChg>
      </pc:sldChg>
      <pc:sldChg chg="addSp delSp modSp mod setBg setClrOvrMap">
        <pc:chgData name="Nicole Wessels" userId="e771acc8-ecbb-4505-a306-f38d70d34d18" providerId="ADAL" clId="{08D7B4EF-CB7C-425C-9FE5-070BC62A5830}" dt="2021-05-14T09:18:19.029" v="877" actId="207"/>
        <pc:sldMkLst>
          <pc:docMk/>
          <pc:sldMk cId="3595130687" sldId="273"/>
        </pc:sldMkLst>
        <pc:spChg chg="mod">
          <ac:chgData name="Nicole Wessels" userId="e771acc8-ecbb-4505-a306-f38d70d34d18" providerId="ADAL" clId="{08D7B4EF-CB7C-425C-9FE5-070BC62A5830}" dt="2021-05-14T09:18:19.029" v="877" actId="207"/>
          <ac:spMkLst>
            <pc:docMk/>
            <pc:sldMk cId="3595130687" sldId="273"/>
            <ac:spMk id="5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9:18:12.998" v="876" actId="14100"/>
          <ac:spMkLst>
            <pc:docMk/>
            <pc:sldMk cId="3595130687" sldId="273"/>
            <ac:spMk id="6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9:12:12.817" v="805" actId="26606"/>
          <ac:spMkLst>
            <pc:docMk/>
            <pc:sldMk cId="3595130687" sldId="273"/>
            <ac:spMk id="73" creationId="{98BA90CC-0056-473E-80AE-8CB0EE6ACCBB}"/>
          </ac:spMkLst>
        </pc:spChg>
        <pc:spChg chg="add del">
          <ac:chgData name="Nicole Wessels" userId="e771acc8-ecbb-4505-a306-f38d70d34d18" providerId="ADAL" clId="{08D7B4EF-CB7C-425C-9FE5-070BC62A5830}" dt="2021-05-14T09:12:12.817" v="805" actId="26606"/>
          <ac:spMkLst>
            <pc:docMk/>
            <pc:sldMk cId="3595130687" sldId="273"/>
            <ac:spMk id="75" creationId="{2396E232-7219-4009-893A-28527CADCE64}"/>
          </ac:spMkLst>
        </pc:spChg>
        <pc:spChg chg="add del">
          <ac:chgData name="Nicole Wessels" userId="e771acc8-ecbb-4505-a306-f38d70d34d18" providerId="ADAL" clId="{08D7B4EF-CB7C-425C-9FE5-070BC62A5830}" dt="2021-05-14T09:12:12.808" v="804" actId="26606"/>
          <ac:spMkLst>
            <pc:docMk/>
            <pc:sldMk cId="3595130687" sldId="273"/>
            <ac:spMk id="76" creationId="{C99A8FB7-A79B-4BC9-9D56-B79587F6AA3E}"/>
          </ac:spMkLst>
        </pc:spChg>
        <pc:spChg chg="add del">
          <ac:chgData name="Nicole Wessels" userId="e771acc8-ecbb-4505-a306-f38d70d34d18" providerId="ADAL" clId="{08D7B4EF-CB7C-425C-9FE5-070BC62A5830}" dt="2021-05-14T09:12:12.808" v="804" actId="26606"/>
          <ac:spMkLst>
            <pc:docMk/>
            <pc:sldMk cId="3595130687" sldId="273"/>
            <ac:spMk id="77" creationId="{B23893E2-3349-46D7-A7AA-B9E447957FB1}"/>
          </ac:spMkLst>
        </pc:spChg>
        <pc:spChg chg="add del">
          <ac:chgData name="Nicole Wessels" userId="e771acc8-ecbb-4505-a306-f38d70d34d18" providerId="ADAL" clId="{08D7B4EF-CB7C-425C-9FE5-070BC62A5830}" dt="2021-05-14T09:12:12.808" v="804" actId="26606"/>
          <ac:spMkLst>
            <pc:docMk/>
            <pc:sldMk cId="3595130687" sldId="273"/>
            <ac:spMk id="79" creationId="{2B7592FE-10D1-4664-B623-353F47C8DF7F}"/>
          </ac:spMkLst>
        </pc:spChg>
        <pc:spChg chg="add">
          <ac:chgData name="Nicole Wessels" userId="e771acc8-ecbb-4505-a306-f38d70d34d18" providerId="ADAL" clId="{08D7B4EF-CB7C-425C-9FE5-070BC62A5830}" dt="2021-05-14T09:12:12.817" v="805" actId="26606"/>
          <ac:spMkLst>
            <pc:docMk/>
            <pc:sldMk cId="3595130687" sldId="273"/>
            <ac:spMk id="4102" creationId="{7521DD34-C6F2-4402-9A01-962807DB6569}"/>
          </ac:spMkLst>
        </pc:spChg>
        <pc:picChg chg="add mod">
          <ac:chgData name="Nicole Wessels" userId="e771acc8-ecbb-4505-a306-f38d70d34d18" providerId="ADAL" clId="{08D7B4EF-CB7C-425C-9FE5-070BC62A5830}" dt="2021-05-14T09:17:17.545" v="859" actId="1076"/>
          <ac:picMkLst>
            <pc:docMk/>
            <pc:sldMk cId="3595130687" sldId="273"/>
            <ac:picMk id="2" creationId="{E62634DC-4ED2-4E71-9803-496978B17AD7}"/>
          </ac:picMkLst>
        </pc:picChg>
        <pc:picChg chg="add del mod ord">
          <ac:chgData name="Nicole Wessels" userId="e771acc8-ecbb-4505-a306-f38d70d34d18" providerId="ADAL" clId="{08D7B4EF-CB7C-425C-9FE5-070BC62A5830}" dt="2021-05-14T09:15:57.567" v="827" actId="478"/>
          <ac:picMkLst>
            <pc:docMk/>
            <pc:sldMk cId="3595130687" sldId="273"/>
            <ac:picMk id="4" creationId="{EBB0CCAA-0102-4B38-8785-66B79123ADEC}"/>
          </ac:picMkLst>
        </pc:picChg>
        <pc:picChg chg="add del mod ord">
          <ac:chgData name="Nicole Wessels" userId="e771acc8-ecbb-4505-a306-f38d70d34d18" providerId="ADAL" clId="{08D7B4EF-CB7C-425C-9FE5-070BC62A5830}" dt="2021-05-14T09:13:17.005" v="820" actId="478"/>
          <ac:picMkLst>
            <pc:docMk/>
            <pc:sldMk cId="3595130687" sldId="273"/>
            <ac:picMk id="4098" creationId="{870A0C52-4C2F-4E82-9B19-1C91E5E19281}"/>
          </ac:picMkLst>
        </pc:picChg>
        <pc:picChg chg="add mod ord">
          <ac:chgData name="Nicole Wessels" userId="e771acc8-ecbb-4505-a306-f38d70d34d18" providerId="ADAL" clId="{08D7B4EF-CB7C-425C-9FE5-070BC62A5830}" dt="2021-05-14T09:17:19.476" v="860" actId="1076"/>
          <ac:picMkLst>
            <pc:docMk/>
            <pc:sldMk cId="3595130687" sldId="273"/>
            <ac:picMk id="4100" creationId="{D8F674EE-BF64-4FEB-956E-6CEEDE07EF11}"/>
          </ac:picMkLst>
        </pc:picChg>
        <pc:picChg chg="add mod">
          <ac:chgData name="Nicole Wessels" userId="e771acc8-ecbb-4505-a306-f38d70d34d18" providerId="ADAL" clId="{08D7B4EF-CB7C-425C-9FE5-070BC62A5830}" dt="2021-05-14T09:17:14.736" v="858" actId="1076"/>
          <ac:picMkLst>
            <pc:docMk/>
            <pc:sldMk cId="3595130687" sldId="273"/>
            <ac:picMk id="4104" creationId="{4273D512-BA33-4DE3-BE30-B27D32A40B05}"/>
          </ac:picMkLst>
        </pc:picChg>
      </pc:sldChg>
      <pc:sldChg chg="addSp delSp modSp del mod">
        <pc:chgData name="Nicole Wessels" userId="e771acc8-ecbb-4505-a306-f38d70d34d18" providerId="ADAL" clId="{08D7B4EF-CB7C-425C-9FE5-070BC62A5830}" dt="2021-05-14T09:18:32.525" v="878" actId="2696"/>
        <pc:sldMkLst>
          <pc:docMk/>
          <pc:sldMk cId="3173378083" sldId="274"/>
        </pc:sldMkLst>
        <pc:spChg chg="mod">
          <ac:chgData name="Nicole Wessels" userId="e771acc8-ecbb-4505-a306-f38d70d34d18" providerId="ADAL" clId="{08D7B4EF-CB7C-425C-9FE5-070BC62A5830}" dt="2021-05-14T08:18:56.700" v="135" actId="20577"/>
          <ac:spMkLst>
            <pc:docMk/>
            <pc:sldMk cId="3173378083" sldId="274"/>
            <ac:spMk id="2" creationId="{00000000-0000-0000-0000-000000000000}"/>
          </ac:spMkLst>
        </pc:spChg>
        <pc:spChg chg="add mod">
          <ac:chgData name="Nicole Wessels" userId="e771acc8-ecbb-4505-a306-f38d70d34d18" providerId="ADAL" clId="{08D7B4EF-CB7C-425C-9FE5-070BC62A5830}" dt="2021-05-14T09:08:49.056" v="775" actId="21"/>
          <ac:spMkLst>
            <pc:docMk/>
            <pc:sldMk cId="3173378083" sldId="274"/>
            <ac:spMk id="5" creationId="{EB7C210A-914B-4FFB-99EF-0E741020F3DC}"/>
          </ac:spMkLst>
        </pc:spChg>
        <pc:picChg chg="del">
          <ac:chgData name="Nicole Wessels" userId="e771acc8-ecbb-4505-a306-f38d70d34d18" providerId="ADAL" clId="{08D7B4EF-CB7C-425C-9FE5-070BC62A5830}" dt="2021-05-14T09:08:49.056" v="775" actId="21"/>
          <ac:picMkLst>
            <pc:docMk/>
            <pc:sldMk cId="3173378083" sldId="274"/>
            <ac:picMk id="4" creationId="{00000000-0000-0000-0000-000000000000}"/>
          </ac:picMkLst>
        </pc:picChg>
      </pc:sldChg>
      <pc:sldChg chg="addSp delSp modSp mod setBg setClrOvrMap">
        <pc:chgData name="Nicole Wessels" userId="e771acc8-ecbb-4505-a306-f38d70d34d18" providerId="ADAL" clId="{08D7B4EF-CB7C-425C-9FE5-070BC62A5830}" dt="2021-05-14T09:23:09.350" v="947" actId="27636"/>
        <pc:sldMkLst>
          <pc:docMk/>
          <pc:sldMk cId="253922960" sldId="275"/>
        </pc:sldMkLst>
        <pc:spChg chg="mod">
          <ac:chgData name="Nicole Wessels" userId="e771acc8-ecbb-4505-a306-f38d70d34d18" providerId="ADAL" clId="{08D7B4EF-CB7C-425C-9FE5-070BC62A5830}" dt="2021-05-14T09:22:49.545" v="939" actId="14100"/>
          <ac:spMkLst>
            <pc:docMk/>
            <pc:sldMk cId="253922960" sldId="275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9:23:09.350" v="947" actId="27636"/>
          <ac:spMkLst>
            <pc:docMk/>
            <pc:sldMk cId="253922960" sldId="275"/>
            <ac:spMk id="3" creationId="{00000000-0000-0000-0000-000000000000}"/>
          </ac:spMkLst>
        </pc:spChg>
        <pc:spChg chg="add del">
          <ac:chgData name="Nicole Wessels" userId="e771acc8-ecbb-4505-a306-f38d70d34d18" providerId="ADAL" clId="{08D7B4EF-CB7C-425C-9FE5-070BC62A5830}" dt="2021-05-14T09:22:29.173" v="937" actId="26606"/>
          <ac:spMkLst>
            <pc:docMk/>
            <pc:sldMk cId="253922960" sldId="275"/>
            <ac:spMk id="10" creationId="{B0792D4F-247E-46FE-85FC-881DEFA41D94}"/>
          </ac:spMkLst>
        </pc:spChg>
        <pc:spChg chg="add del">
          <ac:chgData name="Nicole Wessels" userId="e771acc8-ecbb-4505-a306-f38d70d34d18" providerId="ADAL" clId="{08D7B4EF-CB7C-425C-9FE5-070BC62A5830}" dt="2021-05-14T09:22:29.167" v="936" actId="26606"/>
          <ac:spMkLst>
            <pc:docMk/>
            <pc:sldMk cId="253922960" sldId="275"/>
            <ac:spMk id="73" creationId="{7521DD34-C6F2-4402-9A01-962807DB6569}"/>
          </ac:spMkLst>
        </pc:spChg>
        <pc:spChg chg="add">
          <ac:chgData name="Nicole Wessels" userId="e771acc8-ecbb-4505-a306-f38d70d34d18" providerId="ADAL" clId="{08D7B4EF-CB7C-425C-9FE5-070BC62A5830}" dt="2021-05-14T09:22:29.173" v="937" actId="26606"/>
          <ac:spMkLst>
            <pc:docMk/>
            <pc:sldMk cId="253922960" sldId="275"/>
            <ac:spMk id="75" creationId="{90795B4D-5022-4A7F-A01D-8D880B7CDBE6}"/>
          </ac:spMkLst>
        </pc:spChg>
        <pc:spChg chg="add">
          <ac:chgData name="Nicole Wessels" userId="e771acc8-ecbb-4505-a306-f38d70d34d18" providerId="ADAL" clId="{08D7B4EF-CB7C-425C-9FE5-070BC62A5830}" dt="2021-05-14T09:22:29.173" v="937" actId="26606"/>
          <ac:spMkLst>
            <pc:docMk/>
            <pc:sldMk cId="253922960" sldId="275"/>
            <ac:spMk id="77" creationId="{AFD19018-DE7C-4796-ADF2-AD2EB0FC0D9C}"/>
          </ac:spMkLst>
        </pc:spChg>
        <pc:spChg chg="add">
          <ac:chgData name="Nicole Wessels" userId="e771acc8-ecbb-4505-a306-f38d70d34d18" providerId="ADAL" clId="{08D7B4EF-CB7C-425C-9FE5-070BC62A5830}" dt="2021-05-14T09:22:29.173" v="937" actId="26606"/>
          <ac:spMkLst>
            <pc:docMk/>
            <pc:sldMk cId="253922960" sldId="275"/>
            <ac:spMk id="79" creationId="{B1A0A2C2-4F85-44AF-8708-8DCA4B550CB8}"/>
          </ac:spMkLst>
        </pc:spChg>
        <pc:spChg chg="add">
          <ac:chgData name="Nicole Wessels" userId="e771acc8-ecbb-4505-a306-f38d70d34d18" providerId="ADAL" clId="{08D7B4EF-CB7C-425C-9FE5-070BC62A5830}" dt="2021-05-14T09:22:29.173" v="937" actId="26606"/>
          <ac:spMkLst>
            <pc:docMk/>
            <pc:sldMk cId="253922960" sldId="275"/>
            <ac:spMk id="5126" creationId="{003713C1-2FB2-413B-BF91-3AE41726FB7A}"/>
          </ac:spMkLst>
        </pc:spChg>
        <pc:picChg chg="mod ord">
          <ac:chgData name="Nicole Wessels" userId="e771acc8-ecbb-4505-a306-f38d70d34d18" providerId="ADAL" clId="{08D7B4EF-CB7C-425C-9FE5-070BC62A5830}" dt="2021-05-14T09:22:29.173" v="937" actId="26606"/>
          <ac:picMkLst>
            <pc:docMk/>
            <pc:sldMk cId="253922960" sldId="275"/>
            <ac:picMk id="5" creationId="{00000000-0000-0000-0000-000000000000}"/>
          </ac:picMkLst>
        </pc:picChg>
        <pc:picChg chg="add mod">
          <ac:chgData name="Nicole Wessels" userId="e771acc8-ecbb-4505-a306-f38d70d34d18" providerId="ADAL" clId="{08D7B4EF-CB7C-425C-9FE5-070BC62A5830}" dt="2021-05-14T09:22:29.173" v="937" actId="26606"/>
          <ac:picMkLst>
            <pc:docMk/>
            <pc:sldMk cId="253922960" sldId="275"/>
            <ac:picMk id="5122" creationId="{A8FE6FF9-58E0-4425-9091-3B1F7C00BECF}"/>
          </ac:picMkLst>
        </pc:picChg>
        <pc:picChg chg="add mod">
          <ac:chgData name="Nicole Wessels" userId="e771acc8-ecbb-4505-a306-f38d70d34d18" providerId="ADAL" clId="{08D7B4EF-CB7C-425C-9FE5-070BC62A5830}" dt="2021-05-14T09:22:29.173" v="937" actId="26606"/>
          <ac:picMkLst>
            <pc:docMk/>
            <pc:sldMk cId="253922960" sldId="275"/>
            <ac:picMk id="5124" creationId="{A5A59A10-8B07-482E-9762-93489349428F}"/>
          </ac:picMkLst>
        </pc:picChg>
        <pc:cxnChg chg="add del">
          <ac:chgData name="Nicole Wessels" userId="e771acc8-ecbb-4505-a306-f38d70d34d18" providerId="ADAL" clId="{08D7B4EF-CB7C-425C-9FE5-070BC62A5830}" dt="2021-05-14T09:22:29.173" v="937" actId="26606"/>
          <ac:cxnSpMkLst>
            <pc:docMk/>
            <pc:sldMk cId="253922960" sldId="275"/>
            <ac:cxnSpMk id="12" creationId="{749A7284-D010-4ACB-A08A-FC3C3689B5EB}"/>
          </ac:cxnSpMkLst>
        </pc:cxnChg>
      </pc:sldChg>
      <pc:sldChg chg="addSp delSp modSp mod setBg setClrOvrMap">
        <pc:chgData name="Nicole Wessels" userId="e771acc8-ecbb-4505-a306-f38d70d34d18" providerId="ADAL" clId="{08D7B4EF-CB7C-425C-9FE5-070BC62A5830}" dt="2021-05-14T09:28:50.687" v="996" actId="14100"/>
        <pc:sldMkLst>
          <pc:docMk/>
          <pc:sldMk cId="3953011270" sldId="276"/>
        </pc:sldMkLst>
        <pc:spChg chg="mod">
          <ac:chgData name="Nicole Wessels" userId="e771acc8-ecbb-4505-a306-f38d70d34d18" providerId="ADAL" clId="{08D7B4EF-CB7C-425C-9FE5-070BC62A5830}" dt="2021-05-14T09:28:45.447" v="994" actId="14100"/>
          <ac:spMkLst>
            <pc:docMk/>
            <pc:sldMk cId="3953011270" sldId="276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9:28:50.687" v="996" actId="14100"/>
          <ac:spMkLst>
            <pc:docMk/>
            <pc:sldMk cId="3953011270" sldId="276"/>
            <ac:spMk id="3" creationId="{00000000-0000-0000-0000-000000000000}"/>
          </ac:spMkLst>
        </pc:spChg>
        <pc:spChg chg="add del mod">
          <ac:chgData name="Nicole Wessels" userId="e771acc8-ecbb-4505-a306-f38d70d34d18" providerId="ADAL" clId="{08D7B4EF-CB7C-425C-9FE5-070BC62A5830}" dt="2021-05-14T09:27:24.154" v="982" actId="21"/>
          <ac:spMkLst>
            <pc:docMk/>
            <pc:sldMk cId="3953011270" sldId="276"/>
            <ac:spMk id="4" creationId="{FF8F5A5E-1161-422C-8CC3-72B07887377F}"/>
          </ac:spMkLst>
        </pc:spChg>
        <pc:spChg chg="add del mod">
          <ac:chgData name="Nicole Wessels" userId="e771acc8-ecbb-4505-a306-f38d70d34d18" providerId="ADAL" clId="{08D7B4EF-CB7C-425C-9FE5-070BC62A5830}" dt="2021-05-14T09:27:32.146" v="984" actId="21"/>
          <ac:spMkLst>
            <pc:docMk/>
            <pc:sldMk cId="3953011270" sldId="276"/>
            <ac:spMk id="5" creationId="{242E5C10-2252-4B6E-9B30-83CECD64A156}"/>
          </ac:spMkLst>
        </pc:spChg>
        <pc:spChg chg="add del">
          <ac:chgData name="Nicole Wessels" userId="e771acc8-ecbb-4505-a306-f38d70d34d18" providerId="ADAL" clId="{08D7B4EF-CB7C-425C-9FE5-070BC62A5830}" dt="2021-05-14T09:28:02.673" v="990" actId="26606"/>
          <ac:spMkLst>
            <pc:docMk/>
            <pc:sldMk cId="3953011270" sldId="276"/>
            <ac:spMk id="71" creationId="{B0792D4F-247E-46FE-85FC-881DEFA41D94}"/>
          </ac:spMkLst>
        </pc:spChg>
        <pc:spChg chg="add">
          <ac:chgData name="Nicole Wessels" userId="e771acc8-ecbb-4505-a306-f38d70d34d18" providerId="ADAL" clId="{08D7B4EF-CB7C-425C-9FE5-070BC62A5830}" dt="2021-05-14T09:28:02.673" v="990" actId="26606"/>
          <ac:spMkLst>
            <pc:docMk/>
            <pc:sldMk cId="3953011270" sldId="276"/>
            <ac:spMk id="201" creationId="{C99A8FB7-A79B-4BC9-9D56-B79587F6AA3E}"/>
          </ac:spMkLst>
        </pc:spChg>
        <pc:spChg chg="add">
          <ac:chgData name="Nicole Wessels" userId="e771acc8-ecbb-4505-a306-f38d70d34d18" providerId="ADAL" clId="{08D7B4EF-CB7C-425C-9FE5-070BC62A5830}" dt="2021-05-14T09:28:02.673" v="990" actId="26606"/>
          <ac:spMkLst>
            <pc:docMk/>
            <pc:sldMk cId="3953011270" sldId="276"/>
            <ac:spMk id="203" creationId="{B23893E2-3349-46D7-A7AA-B9E447957FB1}"/>
          </ac:spMkLst>
        </pc:spChg>
        <pc:spChg chg="add">
          <ac:chgData name="Nicole Wessels" userId="e771acc8-ecbb-4505-a306-f38d70d34d18" providerId="ADAL" clId="{08D7B4EF-CB7C-425C-9FE5-070BC62A5830}" dt="2021-05-14T09:28:02.673" v="990" actId="26606"/>
          <ac:spMkLst>
            <pc:docMk/>
            <pc:sldMk cId="3953011270" sldId="276"/>
            <ac:spMk id="205" creationId="{2B7592FE-10D1-4664-B623-353F47C8DF7F}"/>
          </ac:spMkLst>
        </pc:spChg>
        <pc:picChg chg="add del mod">
          <ac:chgData name="Nicole Wessels" userId="e771acc8-ecbb-4505-a306-f38d70d34d18" providerId="ADAL" clId="{08D7B4EF-CB7C-425C-9FE5-070BC62A5830}" dt="2021-05-14T09:28:02.673" v="990" actId="26606"/>
          <ac:picMkLst>
            <pc:docMk/>
            <pc:sldMk cId="3953011270" sldId="276"/>
            <ac:picMk id="1026" creationId="{00000000-0000-0000-0000-000000000000}"/>
          </ac:picMkLst>
        </pc:picChg>
        <pc:picChg chg="add mod">
          <ac:chgData name="Nicole Wessels" userId="e771acc8-ecbb-4505-a306-f38d70d34d18" providerId="ADAL" clId="{08D7B4EF-CB7C-425C-9FE5-070BC62A5830}" dt="2021-05-14T09:28:02.673" v="990" actId="26606"/>
          <ac:picMkLst>
            <pc:docMk/>
            <pc:sldMk cId="3953011270" sldId="276"/>
            <ac:picMk id="6146" creationId="{D391F4AB-8BBB-44A0-A737-D6D85AD6B8EC}"/>
          </ac:picMkLst>
        </pc:picChg>
        <pc:picChg chg="add mod ord">
          <ac:chgData name="Nicole Wessels" userId="e771acc8-ecbb-4505-a306-f38d70d34d18" providerId="ADAL" clId="{08D7B4EF-CB7C-425C-9FE5-070BC62A5830}" dt="2021-05-14T09:28:02.673" v="990" actId="26606"/>
          <ac:picMkLst>
            <pc:docMk/>
            <pc:sldMk cId="3953011270" sldId="276"/>
            <ac:picMk id="6148" creationId="{2D0D30DE-685F-4445-8948-CFBEA1CD15CE}"/>
          </ac:picMkLst>
        </pc:picChg>
        <pc:cxnChg chg="add del">
          <ac:chgData name="Nicole Wessels" userId="e771acc8-ecbb-4505-a306-f38d70d34d18" providerId="ADAL" clId="{08D7B4EF-CB7C-425C-9FE5-070BC62A5830}" dt="2021-05-14T09:28:02.673" v="990" actId="26606"/>
          <ac:cxnSpMkLst>
            <pc:docMk/>
            <pc:sldMk cId="3953011270" sldId="276"/>
            <ac:cxnSpMk id="73" creationId="{749A7284-D010-4ACB-A08A-FC3C3689B5EB}"/>
          </ac:cxnSpMkLst>
        </pc:cxnChg>
      </pc:sldChg>
      <pc:sldChg chg="addSp modSp mod setBg setClrOvrMap">
        <pc:chgData name="Nicole Wessels" userId="e771acc8-ecbb-4505-a306-f38d70d34d18" providerId="ADAL" clId="{08D7B4EF-CB7C-425C-9FE5-070BC62A5830}" dt="2021-05-14T09:29:57.819" v="1004" actId="20577"/>
        <pc:sldMkLst>
          <pc:docMk/>
          <pc:sldMk cId="3725378039" sldId="277"/>
        </pc:sldMkLst>
        <pc:spChg chg="mod">
          <ac:chgData name="Nicole Wessels" userId="e771acc8-ecbb-4505-a306-f38d70d34d18" providerId="ADAL" clId="{08D7B4EF-CB7C-425C-9FE5-070BC62A5830}" dt="2021-05-14T09:29:11.576" v="998" actId="113"/>
          <ac:spMkLst>
            <pc:docMk/>
            <pc:sldMk cId="3725378039" sldId="277"/>
            <ac:spMk id="2" creationId="{00000000-0000-0000-0000-000000000000}"/>
          </ac:spMkLst>
        </pc:spChg>
        <pc:spChg chg="mod">
          <ac:chgData name="Nicole Wessels" userId="e771acc8-ecbb-4505-a306-f38d70d34d18" providerId="ADAL" clId="{08D7B4EF-CB7C-425C-9FE5-070BC62A5830}" dt="2021-05-14T09:29:57.819" v="1004" actId="20577"/>
          <ac:spMkLst>
            <pc:docMk/>
            <pc:sldMk cId="3725378039" sldId="277"/>
            <ac:spMk id="3" creationId="{00000000-0000-0000-0000-000000000000}"/>
          </ac:spMkLst>
        </pc:spChg>
        <pc:spChg chg="add">
          <ac:chgData name="Nicole Wessels" userId="e771acc8-ecbb-4505-a306-f38d70d34d18" providerId="ADAL" clId="{08D7B4EF-CB7C-425C-9FE5-070BC62A5830}" dt="2021-05-14T09:29:06.170" v="997" actId="26606"/>
          <ac:spMkLst>
            <pc:docMk/>
            <pc:sldMk cId="3725378039" sldId="277"/>
            <ac:spMk id="10" creationId="{CF62D2A7-8207-488C-9F46-316BA81A16C8}"/>
          </ac:spMkLst>
        </pc:spChg>
        <pc:picChg chg="mod">
          <ac:chgData name="Nicole Wessels" userId="e771acc8-ecbb-4505-a306-f38d70d34d18" providerId="ADAL" clId="{08D7B4EF-CB7C-425C-9FE5-070BC62A5830}" dt="2021-05-14T09:29:06.170" v="997" actId="26606"/>
          <ac:picMkLst>
            <pc:docMk/>
            <pc:sldMk cId="3725378039" sldId="277"/>
            <ac:picMk id="5" creationId="{00000000-0000-0000-0000-000000000000}"/>
          </ac:picMkLst>
        </pc:picChg>
      </pc:sldChg>
      <pc:sldChg chg="modSp del">
        <pc:chgData name="Nicole Wessels" userId="e771acc8-ecbb-4505-a306-f38d70d34d18" providerId="ADAL" clId="{08D7B4EF-CB7C-425C-9FE5-070BC62A5830}" dt="2021-05-14T09:30:08.904" v="1005" actId="2696"/>
        <pc:sldMkLst>
          <pc:docMk/>
          <pc:sldMk cId="981838031" sldId="278"/>
        </pc:sldMkLst>
        <pc:spChg chg="mod">
          <ac:chgData name="Nicole Wessels" userId="e771acc8-ecbb-4505-a306-f38d70d34d18" providerId="ADAL" clId="{08D7B4EF-CB7C-425C-9FE5-070BC62A5830}" dt="2021-05-14T08:24:32.005" v="164"/>
          <ac:spMkLst>
            <pc:docMk/>
            <pc:sldMk cId="981838031" sldId="27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F22C-0842-4653-836F-A58C668E3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89E7B-0422-4BB4-83C6-4425A2F33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15F3E-085B-4C09-B20A-2943E8C0F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E5412-82D1-4461-BEEC-1925DE339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7D20B-70A9-44F0-B8F9-90073125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00100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8BAB2-E573-45F2-ABFD-AAE82912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60F9A-478D-4921-A616-276091953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C3CC6-7405-400A-8AD5-4DF9D5DA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F8E90-D405-4C13-A81C-F3CC968E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68CF9-68BA-4C23-97DB-8F557D3B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875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5A1E-0539-435F-AF27-878D1F84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7964D-8CDD-4864-A9EA-7DC3F290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E92A5-F685-4618-92B5-45A1E89D0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B26D7-17AF-41EF-974C-C9DBD32B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AE961-F20C-4B6D-A19C-412AC382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7629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005F6-6744-412E-A974-F8A110E7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00EBC-68CE-432D-818B-80BE88A13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5A9A6-166B-4179-92AC-136CBFFE1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F54C8-85AB-4EFF-B99D-4AF16260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0AABD-4CB1-489C-862C-B1861C7E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C7773-79CA-4684-8409-2678F2EA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987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8539-9D1A-488D-815C-81125443F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3382D-1B20-4B68-8730-B55EBFC60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8CBEC-EEFE-49C9-9256-7196A3BD6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7EF34-4C55-481C-8DE6-E0385FB17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27AC5-D3D5-4A3D-8CA5-C3F05177E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F3781-9A73-4540-A906-38A16F3C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A47E1-A2EA-4428-9F7B-7AD36C97A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595EB-2E3D-4112-AF2B-9C563557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284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3305-4127-4A36-A04C-4E28409F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0C14F-71EE-4FC4-82F6-33D4E008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D5273-B929-41E3-BC6E-6FA5EC63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C5BC-6AF7-4126-B749-3D1937B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21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3B78B-C18F-4197-A9B3-89EF8801D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0CF8C-B8FF-4DBD-9275-0E7B5D35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89BB7-9AAA-45A5-896E-E2224AB5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5701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477D-F95C-417C-98E3-3B1013E9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06B34-9ED1-402F-AE99-CF7C4105C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70634-5866-4193-B339-FCC65DC84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1B573-6889-49DB-A9DA-D053AA6E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06DC3-986D-4F29-BFDA-EE505541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09DAE-3E8E-45E6-BDD4-C795B2D4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044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57445-E7D2-421C-A937-91F66F1BB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4B5A55-1E7C-4BE2-9D48-C16CBEBBB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978FE-388C-4A87-BC78-B0FFF63D7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8A0B0-1DD9-4095-8E2B-2B7DC618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E7411-50C1-4DE8-826E-32E1FA477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CB686-59A4-49D6-AB61-0A24730C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536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EAB5-3E04-4899-B9EB-C212B82A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2C366-E03E-4487-95BA-AB4E7AB85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32214-4F69-4866-BDB5-408A967F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346B-5937-46A8-995B-06BAFC96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7FE69-493F-4B98-98F6-24283664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384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6E5751-DBF4-4A99-BEF8-F5F3ACF0E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59F0D-8726-4405-8FCC-CA790AC0F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80838-7145-4ECB-A945-601038C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2EB9C-4B29-45D0-8D24-845FC62B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50F50-1A0E-45B8-A314-E1C34915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843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D4E88C-5482-40C4-861F-F21B467F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F1C90-6013-4A96-B65C-4CCC5EE77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F2422-8BAF-42C5-93FA-E1DEE6716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522F9-C5B3-4B56-9200-F6349FC4C830}" type="datetimeFigureOut">
              <a:rPr lang="en-ZA" smtClean="0"/>
              <a:t>2021/05/14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7106A-E020-4E5B-A928-D8F19FEB6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FC648-B5A8-4E90-8635-F14092BD6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47067-534C-4539-AB98-34AAFE35EA0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429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vb.or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4" name="Rectangle 27">
            <a:extLst>
              <a:ext uri="{FF2B5EF4-FFF2-40B4-BE49-F238E27FC236}">
                <a16:creationId xmlns:a16="http://schemas.microsoft.com/office/drawing/2014/main" id="{8537B233-9CDD-4A90-AABB-A8963DEE4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0138" y="1314055"/>
            <a:ext cx="3322317" cy="4283230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ZA" sz="40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40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40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40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40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40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40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4000" dirty="0">
                <a:latin typeface="Abadi" panose="020B0604020104020204" pitchFamily="34" charset="0"/>
                <a:cs typeface="Calibri" panose="020F0502020204030204" pitchFamily="34" charset="0"/>
              </a:rPr>
            </a:br>
            <a:r>
              <a:rPr lang="en-ZA" sz="4000" dirty="0">
                <a:latin typeface="Abadi" panose="020B0604020104020204" pitchFamily="34" charset="0"/>
                <a:cs typeface="Calibri" panose="020F0502020204030204" pitchFamily="34" charset="0"/>
              </a:rPr>
              <a:t>Part 1 - Introduction to Media </a:t>
            </a:r>
            <a:br>
              <a:rPr lang="en-ZA" sz="18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18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18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1800" dirty="0">
                <a:latin typeface="Abadi" panose="020B0604020104020204" pitchFamily="34" charset="0"/>
                <a:cs typeface="Calibri" panose="020F0502020204030204" pitchFamily="34" charset="0"/>
              </a:rPr>
            </a:br>
            <a:br>
              <a:rPr lang="en-ZA" sz="1800" dirty="0"/>
            </a:br>
            <a:r>
              <a:rPr lang="en-ZA" sz="1800" i="1" dirty="0"/>
              <a:t>Source: Communication Fundamentals: Custom Edition 2014. </a:t>
            </a:r>
            <a:r>
              <a:rPr lang="en-ZA" sz="1800" i="1" dirty="0" err="1"/>
              <a:t>Verderber</a:t>
            </a:r>
            <a:r>
              <a:rPr lang="en-ZA" sz="1800" i="1" dirty="0"/>
              <a:t>, R., </a:t>
            </a:r>
            <a:r>
              <a:rPr lang="en-ZA" sz="1800" i="1" dirty="0" err="1"/>
              <a:t>Verdeber</a:t>
            </a:r>
            <a:r>
              <a:rPr lang="en-ZA" sz="1800" i="1" dirty="0"/>
              <a:t>, K., </a:t>
            </a:r>
            <a:r>
              <a:rPr lang="en-ZA" sz="1800" i="1" dirty="0" err="1"/>
              <a:t>Archee</a:t>
            </a:r>
            <a:r>
              <a:rPr lang="en-ZA" sz="1800" i="1" dirty="0"/>
              <a:t>, R, et al, Cengage Learning, UK.</a:t>
            </a:r>
            <a:br>
              <a:rPr lang="en-ZA" sz="1800" dirty="0"/>
            </a:br>
            <a:endParaRPr lang="en-ZA" sz="1800" dirty="0"/>
          </a:p>
        </p:txBody>
      </p:sp>
      <p:cxnSp>
        <p:nvCxnSpPr>
          <p:cNvPr id="465" name="Straight Connector 29">
            <a:extLst>
              <a:ext uri="{FF2B5EF4-FFF2-40B4-BE49-F238E27FC236}">
                <a16:creationId xmlns:a16="http://schemas.microsoft.com/office/drawing/2014/main" id="{040575EE-C594-4566-BC00-663004E52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63566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678" y="1287385"/>
            <a:ext cx="6436548" cy="428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097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0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5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3495" y="618681"/>
            <a:ext cx="2841329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Types of media: </a:t>
            </a:r>
            <a:br>
              <a:rPr lang="en-US" sz="3600" b="1" dirty="0">
                <a:solidFill>
                  <a:srgbClr val="FFFFFF"/>
                </a:solidFill>
              </a:rPr>
            </a:br>
            <a:br>
              <a:rPr lang="en-US" sz="3600" b="1" dirty="0">
                <a:solidFill>
                  <a:srgbClr val="FFFFFF"/>
                </a:solidFill>
              </a:rPr>
            </a:br>
            <a:r>
              <a:rPr lang="en-US" sz="3600" b="1" dirty="0">
                <a:solidFill>
                  <a:srgbClr val="FFFFFF"/>
                </a:solidFill>
              </a:rPr>
              <a:t>Mass Media vs Social Media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1" r="9162"/>
          <a:stretch/>
        </p:blipFill>
        <p:spPr>
          <a:xfrm>
            <a:off x="976251" y="1024834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13183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70">
            <a:extLst>
              <a:ext uri="{FF2B5EF4-FFF2-40B4-BE49-F238E27FC236}">
                <a16:creationId xmlns:a16="http://schemas.microsoft.com/office/drawing/2014/main" id="{DC14B3F1-8CC5-4623-94B0-4445E3775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65124"/>
            <a:ext cx="4929556" cy="14065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Mass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248" y="2057400"/>
            <a:ext cx="4929556" cy="41056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The media is a vehicle for a message.</a:t>
            </a:r>
          </a:p>
          <a:p>
            <a:endParaRPr lang="en-US" sz="2000" dirty="0"/>
          </a:p>
          <a:p>
            <a:r>
              <a:rPr lang="en-US" sz="2000" dirty="0"/>
              <a:t>Mass media are the channels of delivering </a:t>
            </a:r>
            <a:r>
              <a:rPr lang="en-US" sz="2000" u="sng" dirty="0"/>
              <a:t>one-to-many</a:t>
            </a:r>
            <a:r>
              <a:rPr lang="en-US" sz="2000" dirty="0"/>
              <a:t> communication.</a:t>
            </a:r>
          </a:p>
          <a:p>
            <a:endParaRPr lang="en-US" sz="2000" dirty="0"/>
          </a:p>
          <a:p>
            <a:r>
              <a:rPr lang="en-US" sz="2000" dirty="0"/>
              <a:t>It is the means of transmitting messages to </a:t>
            </a:r>
            <a:r>
              <a:rPr lang="en-US" sz="2000" u="sng" dirty="0"/>
              <a:t>large audiences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The channels used to deliver these messages could be mechanical or electronic.</a:t>
            </a:r>
          </a:p>
          <a:p>
            <a:pPr marL="0"/>
            <a:endParaRPr lang="en-US" sz="1900" dirty="0"/>
          </a:p>
        </p:txBody>
      </p:sp>
      <p:cxnSp>
        <p:nvCxnSpPr>
          <p:cNvPr id="2053" name="Straight Connector 72">
            <a:extLst>
              <a:ext uri="{FF2B5EF4-FFF2-40B4-BE49-F238E27FC236}">
                <a16:creationId xmlns:a16="http://schemas.microsoft.com/office/drawing/2014/main" id="{B8EC0F70-6AFD-45BE-8F70-52888FC30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19763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he media in South Africa | Brand South Africa">
            <a:extLst>
              <a:ext uri="{FF2B5EF4-FFF2-40B4-BE49-F238E27FC236}">
                <a16:creationId xmlns:a16="http://schemas.microsoft.com/office/drawing/2014/main" id="{4679F771-F13E-4C94-AE9B-CB3388ADF2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9" r="3" b="9892"/>
          <a:stretch/>
        </p:blipFill>
        <p:spPr bwMode="auto">
          <a:xfrm>
            <a:off x="6818278" y="343454"/>
            <a:ext cx="4853685" cy="29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/>
          <p:cNvPicPr>
            <a:picLocks noGrp="1"/>
          </p:cNvPicPr>
          <p:nvPr>
            <p:ph sz="half" idx="2"/>
          </p:nvPr>
        </p:nvPicPr>
        <p:blipFill rotWithShape="1">
          <a:blip r:embed="rId3"/>
          <a:srcRect r="22321" b="2"/>
          <a:stretch/>
        </p:blipFill>
        <p:spPr bwMode="auto">
          <a:xfrm>
            <a:off x="6818278" y="3597883"/>
            <a:ext cx="4853685" cy="2936699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97333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Mass Media 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Mass media broadcast messages to a large group of people who generally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are not in direct contact with the source of the messages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Mass media include television, newspapers, magazines, radios, books, and so forth.</a:t>
            </a: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101056"/>
            <a:ext cx="3810000" cy="3800475"/>
          </a:xfrm>
        </p:spPr>
      </p:pic>
    </p:spTree>
    <p:extLst>
      <p:ext uri="{BB962C8B-B14F-4D97-AF65-F5344CB8AC3E}">
        <p14:creationId xmlns:p14="http://schemas.microsoft.com/office/powerpoint/2010/main" val="34763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B0792D4F-247E-46FE-85FC-881DEFA41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66700"/>
            <a:ext cx="4892040" cy="14954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Examples of Mass Media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6882" y="2231135"/>
            <a:ext cx="4986559" cy="34171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SERIES</a:t>
            </a:r>
          </a:p>
          <a:p>
            <a:r>
              <a:rPr lang="en-US" sz="2000" dirty="0"/>
              <a:t>MOVIES</a:t>
            </a:r>
          </a:p>
          <a:p>
            <a:r>
              <a:rPr lang="en-US" sz="2000" dirty="0"/>
              <a:t>ADVERTISEMENTS</a:t>
            </a:r>
          </a:p>
          <a:p>
            <a:r>
              <a:rPr lang="en-US" sz="2000" dirty="0"/>
              <a:t>NEWSPAPERS </a:t>
            </a:r>
          </a:p>
          <a:p>
            <a:r>
              <a:rPr lang="en-US" sz="2000" dirty="0"/>
              <a:t>WEB NEWS SOURCES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EACH OF THESE MEDIA REACH A MASS AUDIENCE.</a:t>
            </a:r>
          </a:p>
          <a:p>
            <a:pPr marL="0"/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9A7284-D010-4ACB-A08A-FC3C3689B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8597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272" y="1567846"/>
            <a:ext cx="5025525" cy="373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89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8" t="4869" r="25836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b="1"/>
              <a:t>Popular American series that reached millions of viewers:</a:t>
            </a:r>
            <a:endParaRPr lang="en-US" sz="2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In America:</a:t>
            </a:r>
          </a:p>
          <a:p>
            <a:r>
              <a:rPr lang="en-US" sz="2000" dirty="0"/>
              <a:t>Game of Thrones - 19.3 million</a:t>
            </a:r>
          </a:p>
          <a:p>
            <a:r>
              <a:rPr lang="en-US" sz="2000" dirty="0"/>
              <a:t>Friends - 52.5 million</a:t>
            </a:r>
          </a:p>
          <a:p>
            <a:r>
              <a:rPr lang="en-US" sz="2000" dirty="0"/>
              <a:t>The Walking Dead - 4 million</a:t>
            </a:r>
          </a:p>
          <a:p>
            <a:r>
              <a:rPr lang="en-US" sz="2000" dirty="0"/>
              <a:t>West World -1.57 million </a:t>
            </a:r>
          </a:p>
          <a:p>
            <a:r>
              <a:rPr lang="en-US" sz="2000" dirty="0"/>
              <a:t>Insecure – 1.1 million </a:t>
            </a:r>
          </a:p>
        </p:txBody>
      </p:sp>
    </p:spTree>
    <p:extLst>
      <p:ext uri="{BB962C8B-B14F-4D97-AF65-F5344CB8AC3E}">
        <p14:creationId xmlns:p14="http://schemas.microsoft.com/office/powerpoint/2010/main" val="1528066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9" r="-1" b="33159"/>
          <a:stretch/>
        </p:blipFill>
        <p:spPr>
          <a:xfrm>
            <a:off x="3522468" y="10"/>
            <a:ext cx="8669532" cy="68214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/>
              <a:t>Popular Series in South Africa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/>
              <a:t>Queen Sono</a:t>
            </a:r>
          </a:p>
          <a:p>
            <a:r>
              <a:rPr lang="en-US" sz="1700" b="1"/>
              <a:t>Blood and Water </a:t>
            </a:r>
          </a:p>
          <a:p>
            <a:r>
              <a:rPr lang="en-US" sz="1700" b="1"/>
              <a:t>Uzalo</a:t>
            </a:r>
          </a:p>
          <a:p>
            <a:r>
              <a:rPr lang="en-US" sz="1700" b="1"/>
              <a:t>Isidingo</a:t>
            </a:r>
          </a:p>
          <a:p>
            <a:r>
              <a:rPr lang="en-US" sz="1700" b="1"/>
              <a:t>The Queen</a:t>
            </a:r>
          </a:p>
          <a:p>
            <a:r>
              <a:rPr lang="en-US" sz="1700" b="1"/>
              <a:t>Muvhango</a:t>
            </a:r>
          </a:p>
          <a:p>
            <a:r>
              <a:rPr lang="en-US" sz="1700" b="1"/>
              <a:t>7de Laan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72499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6D444-2756-434F-AE61-96D69830C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932961"/>
            <a:ext cx="4887685" cy="1777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Netflix and Trend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841248" y="2894530"/>
            <a:ext cx="4887685" cy="32095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Series can now be streamed through streaming services like Netflix and Showmax.</a:t>
            </a:r>
          </a:p>
          <a:p>
            <a:pPr marL="0"/>
            <a:endParaRPr lang="en-US" sz="2000"/>
          </a:p>
          <a:p>
            <a:r>
              <a:rPr lang="en-US" sz="2000"/>
              <a:t>Popularity of series depends on what is trending on these platforms.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8F36E2-BBE5-43FE-822F-AD8CAE08C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8597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0" r="18194" b="1"/>
          <a:stretch/>
        </p:blipFill>
        <p:spPr>
          <a:xfrm>
            <a:off x="6749145" y="573678"/>
            <a:ext cx="5103206" cy="571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98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>
            <a:normAutofit/>
          </a:bodyPr>
          <a:lstStyle/>
          <a:p>
            <a:pPr algn="ctr"/>
            <a:r>
              <a:rPr lang="en-ZA" sz="3600" b="1" dirty="0">
                <a:solidFill>
                  <a:srgbClr val="3F3F3F"/>
                </a:solidFill>
              </a:rPr>
              <a:t>Best South African Movies of all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915" y="2888250"/>
            <a:ext cx="4297351" cy="2959777"/>
          </a:xfrm>
        </p:spPr>
        <p:txBody>
          <a:bodyPr anchor="t">
            <a:normAutofit fontScale="92500"/>
          </a:bodyPr>
          <a:lstStyle/>
          <a:p>
            <a:r>
              <a:rPr lang="en-ZA" sz="2000" dirty="0"/>
              <a:t>South African movies usually depict the times in which they are produced.</a:t>
            </a:r>
          </a:p>
          <a:p>
            <a:endParaRPr lang="en-ZA" sz="2000" dirty="0"/>
          </a:p>
          <a:p>
            <a:r>
              <a:rPr lang="en-ZA" sz="2000" dirty="0"/>
              <a:t>Most post-apartheid movies are about nation building and interracial relationships.</a:t>
            </a:r>
          </a:p>
          <a:p>
            <a:endParaRPr lang="en-ZA" sz="2000" dirty="0"/>
          </a:p>
          <a:p>
            <a:r>
              <a:rPr lang="en-ZA" sz="2000" dirty="0"/>
              <a:t>Others, like Tsotsi, depict the harsh reality of South Africa.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7731" y="2888250"/>
            <a:ext cx="4292594" cy="2959778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en-ZA" sz="2000" b="1" dirty="0"/>
              <a:t>Examples: </a:t>
            </a:r>
          </a:p>
          <a:p>
            <a:pPr marL="0" indent="0">
              <a:buNone/>
            </a:pPr>
            <a:r>
              <a:rPr lang="en-ZA" sz="2000" b="1" dirty="0"/>
              <a:t>Tsotsi 2005</a:t>
            </a:r>
          </a:p>
          <a:p>
            <a:pPr marL="0" indent="0">
              <a:buNone/>
            </a:pPr>
            <a:r>
              <a:rPr lang="en-ZA" sz="2000" b="1" dirty="0"/>
              <a:t>District 9- 2009</a:t>
            </a:r>
          </a:p>
          <a:p>
            <a:pPr marL="0" indent="0">
              <a:buNone/>
            </a:pPr>
            <a:r>
              <a:rPr lang="en-ZA" sz="2000" b="1" dirty="0"/>
              <a:t>Invictus - 2009</a:t>
            </a:r>
          </a:p>
          <a:p>
            <a:pPr marL="0" indent="0">
              <a:buNone/>
            </a:pPr>
            <a:r>
              <a:rPr lang="en-ZA" sz="2000" b="1" dirty="0" err="1"/>
              <a:t>Sarafina</a:t>
            </a:r>
            <a:r>
              <a:rPr lang="en-ZA" sz="2000" b="1" dirty="0"/>
              <a:t> - 1992</a:t>
            </a:r>
            <a:endParaRPr lang="en-ZA" sz="2000" dirty="0"/>
          </a:p>
          <a:p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533540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723578"/>
            <a:ext cx="3387106" cy="16455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/>
              <a:t>Advertisements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827" y="2219325"/>
            <a:ext cx="4083621" cy="38869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Coco-Cola  - Enjoy the feeling!	</a:t>
            </a:r>
          </a:p>
          <a:p>
            <a:pPr marL="0" indent="0">
              <a:buNone/>
            </a:pPr>
            <a:r>
              <a:rPr lang="en-US" sz="2000" dirty="0"/>
              <a:t>         	        - Open a Coke, open 	  	           happiness.</a:t>
            </a:r>
          </a:p>
          <a:p>
            <a:pPr marL="0"/>
            <a:endParaRPr lang="en-US" sz="2000" dirty="0"/>
          </a:p>
          <a:p>
            <a:r>
              <a:rPr lang="en-US" sz="2000" dirty="0"/>
              <a:t>Sta Soft – Soft as a mother’s love.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McDonald’s  -I’m </a:t>
            </a:r>
            <a:r>
              <a:rPr lang="en-US" sz="2000" dirty="0" err="1"/>
              <a:t>lovin</a:t>
            </a:r>
            <a:r>
              <a:rPr lang="en-US" sz="2000" dirty="0"/>
              <a:t>’ it!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087" name="Rectangle 76">
            <a:extLst>
              <a:ext uri="{FF2B5EF4-FFF2-40B4-BE49-F238E27FC236}">
                <a16:creationId xmlns:a16="http://schemas.microsoft.com/office/drawing/2014/main" id="{EBB6D9F6-3E47-45AD-8461-718A3C87E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8409" y="0"/>
            <a:ext cx="7653591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8" name="Rectangle 78">
            <a:extLst>
              <a:ext uri="{FF2B5EF4-FFF2-40B4-BE49-F238E27FC236}">
                <a16:creationId xmlns:a16="http://schemas.microsoft.com/office/drawing/2014/main" id="{A3B16A00-A549-4B07-B8C2-4B3A966D9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0141" y="321732"/>
            <a:ext cx="4111054" cy="3674848"/>
          </a:xfrm>
          <a:prstGeom prst="rect">
            <a:avLst/>
          </a:prstGeom>
          <a:solidFill>
            <a:srgbClr val="FFFFFF"/>
          </a:solidFill>
          <a:ln w="158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80" name="Picture 8" descr="Coca-Cola: Current Marketing Communications Strategy - Global Marketing  Professor">
            <a:extLst>
              <a:ext uri="{FF2B5EF4-FFF2-40B4-BE49-F238E27FC236}">
                <a16:creationId xmlns:a16="http://schemas.microsoft.com/office/drawing/2014/main" id="{FD5CB31C-F5D3-4ACD-B099-07BF1903B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9463" y="1279602"/>
            <a:ext cx="3775899" cy="175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9" name="Rectangle 80">
            <a:extLst>
              <a:ext uri="{FF2B5EF4-FFF2-40B4-BE49-F238E27FC236}">
                <a16:creationId xmlns:a16="http://schemas.microsoft.com/office/drawing/2014/main" id="{33B86BAE-87B4-4192-ABB2-627FFC965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8156" y="321732"/>
            <a:ext cx="2766017" cy="3026832"/>
          </a:xfrm>
          <a:prstGeom prst="rect">
            <a:avLst/>
          </a:prstGeom>
          <a:solidFill>
            <a:srgbClr val="FFFFFF"/>
          </a:solidFill>
          <a:ln w="158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Facebook">
            <a:extLst>
              <a:ext uri="{FF2B5EF4-FFF2-40B4-BE49-F238E27FC236}">
                <a16:creationId xmlns:a16="http://schemas.microsoft.com/office/drawing/2014/main" id="{50EBABEE-C99E-43B5-9640-338FAB132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79639" y="613781"/>
            <a:ext cx="2438503" cy="243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0" name="Rectangle 82">
            <a:extLst>
              <a:ext uri="{FF2B5EF4-FFF2-40B4-BE49-F238E27FC236}">
                <a16:creationId xmlns:a16="http://schemas.microsoft.com/office/drawing/2014/main" id="{22BB4F03-4463-45CC-89A7-8E03412ED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0141" y="4155753"/>
            <a:ext cx="4111054" cy="2380509"/>
          </a:xfrm>
          <a:prstGeom prst="rect">
            <a:avLst/>
          </a:prstGeom>
          <a:solidFill>
            <a:srgbClr val="FFFFFF"/>
          </a:solidFill>
          <a:ln w="158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McD's Opens Doors: Pusha T Wrote the &quot;I'm Lovin It&quot; Jingle for McDonalds">
            <a:extLst>
              <a:ext uri="{FF2B5EF4-FFF2-40B4-BE49-F238E27FC236}">
                <a16:creationId xmlns:a16="http://schemas.microsoft.com/office/drawing/2014/main" id="{6D937E5D-D07E-436D-9C03-9DFAEC5420F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9463" y="4595909"/>
            <a:ext cx="3775899" cy="151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1" name="Rectangle 84">
            <a:extLst>
              <a:ext uri="{FF2B5EF4-FFF2-40B4-BE49-F238E27FC236}">
                <a16:creationId xmlns:a16="http://schemas.microsoft.com/office/drawing/2014/main" id="{80E1AEAE-1F52-4C29-925C-27738417E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8156" y="3509431"/>
            <a:ext cx="2766017" cy="3026832"/>
          </a:xfrm>
          <a:prstGeom prst="rect">
            <a:avLst/>
          </a:prstGeom>
          <a:solidFill>
            <a:srgbClr val="FFFFFF"/>
          </a:solidFill>
          <a:ln w="158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8" name="Picture 6" descr="COCA-COLA ANNOUNCES “ONE BRAND” GLOBAL MARKETING APPROACH - SA CREATIVES">
            <a:extLst>
              <a:ext uri="{FF2B5EF4-FFF2-40B4-BE49-F238E27FC236}">
                <a16:creationId xmlns:a16="http://schemas.microsoft.com/office/drawing/2014/main" id="{9C4DA162-0498-4A6A-9495-A8A96CDA8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79639" y="4190251"/>
            <a:ext cx="2438503" cy="167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2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448" y="1419226"/>
            <a:ext cx="4204137" cy="1177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Newspapers</a:t>
            </a:r>
          </a:p>
        </p:txBody>
      </p:sp>
      <p:cxnSp>
        <p:nvCxnSpPr>
          <p:cNvPr id="16" name="Straight Connector 11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5516" y="2486025"/>
            <a:ext cx="4593021" cy="35513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/>
              <a:t>The Guardian </a:t>
            </a:r>
          </a:p>
          <a:p>
            <a:r>
              <a:rPr lang="en-US" sz="2000" b="1" dirty="0"/>
              <a:t>The Times</a:t>
            </a:r>
          </a:p>
          <a:p>
            <a:r>
              <a:rPr lang="en-US" sz="2000" b="1" dirty="0"/>
              <a:t>Cape Times</a:t>
            </a:r>
          </a:p>
          <a:p>
            <a:r>
              <a:rPr lang="en-US" sz="2000" b="1" dirty="0" err="1"/>
              <a:t>Beeld</a:t>
            </a:r>
            <a:endParaRPr lang="en-US" sz="2000" b="1" dirty="0"/>
          </a:p>
          <a:p>
            <a:r>
              <a:rPr lang="en-US" sz="2000" b="1" dirty="0"/>
              <a:t>Sunday Times</a:t>
            </a:r>
          </a:p>
          <a:p>
            <a:r>
              <a:rPr lang="en-US" sz="2000" b="1" dirty="0"/>
              <a:t>City Press</a:t>
            </a:r>
          </a:p>
          <a:p>
            <a:r>
              <a:rPr lang="en-US" sz="2000" b="1" dirty="0"/>
              <a:t>The Citizen </a:t>
            </a:r>
          </a:p>
          <a:p>
            <a:r>
              <a:rPr lang="en-US" sz="2000" b="1" dirty="0" err="1"/>
              <a:t>I'solezwe</a:t>
            </a:r>
            <a:r>
              <a:rPr lang="en-US" sz="2000" b="1" dirty="0"/>
              <a:t> </a:t>
            </a:r>
            <a:r>
              <a:rPr lang="en-US" sz="2000" b="1" dirty="0" err="1"/>
              <a:t>lesiXhosa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1259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23289"/>
          <a:stretch/>
        </p:blipFill>
        <p:spPr>
          <a:xfrm>
            <a:off x="3990974" y="10"/>
            <a:ext cx="8201025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4" y="771525"/>
            <a:ext cx="3438144" cy="11151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/>
              <a:t>Social Media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093" y="2718054"/>
            <a:ext cx="3696081" cy="37970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/>
              <a:t>Social media are means of connecting and interacting actively.</a:t>
            </a:r>
          </a:p>
          <a:p>
            <a:endParaRPr lang="en-US" sz="2000" dirty="0"/>
          </a:p>
          <a:p>
            <a:r>
              <a:rPr lang="en-US" sz="2000" dirty="0"/>
              <a:t>It is a technology produced social space (Nunes, 2006).</a:t>
            </a:r>
          </a:p>
          <a:p>
            <a:endParaRPr lang="en-US" sz="2000" dirty="0"/>
          </a:p>
          <a:p>
            <a:r>
              <a:rPr lang="en-US" sz="2000" dirty="0"/>
              <a:t>Combine the intimacy of the telephone with the reach of broadcast media and you have social media, the collection of tools used to </a:t>
            </a:r>
            <a:r>
              <a:rPr lang="en-US" sz="2000" b="1" dirty="0"/>
              <a:t>connect people </a:t>
            </a:r>
            <a:r>
              <a:rPr lang="en-US" sz="2000" dirty="0"/>
              <a:t>to one another (Fine, 2006).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55792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D72D4D1-076F-49D3-9889-EFC4F6D7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ZA" dirty="0"/>
              <a:t>Social Media- more definitions</a:t>
            </a:r>
            <a:endParaRPr lang="en-Z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1872" y="1354402"/>
            <a:ext cx="6377769" cy="4930246"/>
          </a:xfrm>
        </p:spPr>
        <p:txBody>
          <a:bodyPr anchor="ctr">
            <a:normAutofit/>
          </a:bodyPr>
          <a:lstStyle/>
          <a:p>
            <a:r>
              <a:rPr lang="en-US" sz="1900" dirty="0"/>
              <a:t>They are online technologies and practices that people use to share opinions, insights, experiences, and perspectives with each other.	 </a:t>
            </a:r>
          </a:p>
          <a:p>
            <a:pPr marL="0" indent="0">
              <a:buNone/>
            </a:pPr>
            <a:r>
              <a:rPr lang="en-US" sz="1900" dirty="0"/>
              <a:t>					- </a:t>
            </a:r>
            <a:r>
              <a:rPr lang="en-US" sz="1900" dirty="0">
                <a:hlinkClick r:id="rId2"/>
              </a:rPr>
              <a:t>www.tvb.org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“Social media are works of user-created video, audio, text or multimedia that are published and shared in a social environment, such as a blog, wiki or video hosting site.” 					- </a:t>
            </a:r>
            <a:r>
              <a:rPr lang="en-US" sz="1900" dirty="0" err="1"/>
              <a:t>Capilanou</a:t>
            </a:r>
            <a:r>
              <a:rPr lang="en-US" sz="1900" dirty="0"/>
              <a:t> University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dirty="0"/>
              <a:t>An umbrella term that defines the various activities that integrate technology, social interaction, and the construction of words and pictures.” </a:t>
            </a:r>
          </a:p>
          <a:p>
            <a:pPr marL="0" indent="0">
              <a:buNone/>
            </a:pPr>
            <a:r>
              <a:rPr lang="en-US" sz="1900" dirty="0"/>
              <a:t>					-Anvil media</a:t>
            </a:r>
            <a:endParaRPr lang="en-ZA" sz="1900" dirty="0"/>
          </a:p>
        </p:txBody>
      </p:sp>
    </p:spTree>
    <p:extLst>
      <p:ext uri="{BB962C8B-B14F-4D97-AF65-F5344CB8AC3E}">
        <p14:creationId xmlns:p14="http://schemas.microsoft.com/office/powerpoint/2010/main" val="3254141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384" y="303591"/>
            <a:ext cx="5735590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40263"/>
            <a:ext cx="5239512" cy="1344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history of social media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7E1E5E6-F385-4E9C-B201-BA5BDE5CA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7023" y="2050687"/>
            <a:ext cx="4562441" cy="0"/>
          </a:xfrm>
          <a:prstGeom prst="line">
            <a:avLst/>
          </a:prstGeom>
          <a:ln w="2222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/>
          <p:cNvSpPr>
            <a:spLocks noGrp="1"/>
          </p:cNvSpPr>
          <p:nvPr>
            <p:ph sz="half" idx="1"/>
          </p:nvPr>
        </p:nvSpPr>
        <p:spPr>
          <a:xfrm>
            <a:off x="593610" y="2121763"/>
            <a:ext cx="5235490" cy="37730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b="1" dirty="0">
                <a:solidFill>
                  <a:schemeClr val="bg1"/>
                </a:solidFill>
              </a:rPr>
              <a:t>Six Degrees 	1997-2001</a:t>
            </a:r>
          </a:p>
          <a:p>
            <a:r>
              <a:rPr lang="en-US" sz="1700" b="1" dirty="0">
                <a:solidFill>
                  <a:schemeClr val="bg1"/>
                </a:solidFill>
              </a:rPr>
              <a:t>Friendster 	2002 -2015</a:t>
            </a:r>
          </a:p>
          <a:p>
            <a:r>
              <a:rPr lang="en-US" sz="1700" b="1" dirty="0">
                <a:solidFill>
                  <a:schemeClr val="bg1"/>
                </a:solidFill>
              </a:rPr>
              <a:t>LinkedIn 	2002</a:t>
            </a:r>
          </a:p>
          <a:p>
            <a:r>
              <a:rPr lang="en-US" sz="1700" b="1" dirty="0">
                <a:solidFill>
                  <a:schemeClr val="bg1"/>
                </a:solidFill>
              </a:rPr>
              <a:t>My Space 	2003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b="1" dirty="0">
                <a:solidFill>
                  <a:schemeClr val="bg1"/>
                </a:solidFill>
              </a:rPr>
              <a:t>Facebook 	2004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b="1" dirty="0">
                <a:solidFill>
                  <a:schemeClr val="bg1"/>
                </a:solidFill>
              </a:rPr>
              <a:t>YouTube 	2005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b="1" dirty="0">
                <a:solidFill>
                  <a:schemeClr val="bg1"/>
                </a:solidFill>
              </a:rPr>
              <a:t>Twitter 	2006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b="1" dirty="0">
                <a:solidFill>
                  <a:schemeClr val="bg1"/>
                </a:solidFill>
              </a:rPr>
              <a:t>WhatsApp 	2009</a:t>
            </a:r>
          </a:p>
          <a:p>
            <a:r>
              <a:rPr lang="en-US" sz="1700" b="1" dirty="0">
                <a:solidFill>
                  <a:schemeClr val="bg1"/>
                </a:solidFill>
              </a:rPr>
              <a:t>Instagram 	2010</a:t>
            </a:r>
          </a:p>
          <a:p>
            <a:r>
              <a:rPr lang="en-US" sz="1700" b="1" dirty="0">
                <a:solidFill>
                  <a:schemeClr val="bg1"/>
                </a:solidFill>
              </a:rPr>
              <a:t>Tik Tok 		2016</a:t>
            </a:r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9" r="1738" b="1"/>
          <a:stretch/>
        </p:blipFill>
        <p:spPr>
          <a:xfrm>
            <a:off x="6580632" y="1846780"/>
            <a:ext cx="5126736" cy="300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57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8">
            <a:extLst>
              <a:ext uri="{FF2B5EF4-FFF2-40B4-BE49-F238E27FC236}">
                <a16:creationId xmlns:a16="http://schemas.microsoft.com/office/drawing/2014/main" id="{8537B233-9CDD-4A90-AABB-A8963DEE4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41248" y="818457"/>
            <a:ext cx="3322317" cy="29758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Social media user stats per month: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4" name="Straight Connector 20">
            <a:extLst>
              <a:ext uri="{FF2B5EF4-FFF2-40B4-BE49-F238E27FC236}">
                <a16:creationId xmlns:a16="http://schemas.microsoft.com/office/drawing/2014/main" id="{040575EE-C594-4566-BC00-663004E52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63566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 rotWithShape="1">
          <a:blip r:embed="rId2"/>
          <a:stretch/>
        </p:blipFill>
        <p:spPr bwMode="auto">
          <a:xfrm>
            <a:off x="5344678" y="1916411"/>
            <a:ext cx="6436548" cy="302517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14474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37B233-9CDD-4A90-AABB-A8963DEE4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818457"/>
            <a:ext cx="3322317" cy="29758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Difference between mass media and social media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0575EE-C594-4566-BC00-663004E52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63566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678" y="1220148"/>
            <a:ext cx="6436548" cy="441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60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2">
            <a:extLst>
              <a:ext uri="{FF2B5EF4-FFF2-40B4-BE49-F238E27FC236}">
                <a16:creationId xmlns:a16="http://schemas.microsoft.com/office/drawing/2014/main" id="{6EBF06A5-4173-45DE-87B1-0791E098A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95" b="2"/>
          <a:stretch/>
        </p:blipFill>
        <p:spPr>
          <a:xfrm>
            <a:off x="5511589" y="523804"/>
            <a:ext cx="6680411" cy="5696039"/>
          </a:xfrm>
          <a:custGeom>
            <a:avLst/>
            <a:gdLst/>
            <a:ahLst/>
            <a:cxnLst/>
            <a:rect l="l" t="t" r="r" b="b"/>
            <a:pathLst>
              <a:path w="6680411" h="5696039">
                <a:moveTo>
                  <a:pt x="3592766" y="0"/>
                </a:moveTo>
                <a:lnTo>
                  <a:pt x="4718262" y="0"/>
                </a:lnTo>
                <a:lnTo>
                  <a:pt x="4718262" y="2"/>
                </a:lnTo>
                <a:lnTo>
                  <a:pt x="6680411" y="2"/>
                </a:lnTo>
                <a:lnTo>
                  <a:pt x="6680411" y="5696022"/>
                </a:lnTo>
                <a:lnTo>
                  <a:pt x="3888773" y="5696022"/>
                </a:lnTo>
                <a:lnTo>
                  <a:pt x="3888773" y="5696039"/>
                </a:lnTo>
                <a:lnTo>
                  <a:pt x="0" y="5696039"/>
                </a:lnTo>
                <a:lnTo>
                  <a:pt x="2763278" y="19"/>
                </a:lnTo>
                <a:lnTo>
                  <a:pt x="3447183" y="19"/>
                </a:lnTo>
                <a:lnTo>
                  <a:pt x="3447183" y="2"/>
                </a:lnTo>
                <a:lnTo>
                  <a:pt x="3592765" y="2"/>
                </a:lnTo>
                <a:close/>
              </a:path>
            </a:pathLst>
          </a:custGeom>
        </p:spPr>
      </p:pic>
      <p:sp>
        <p:nvSpPr>
          <p:cNvPr id="28" name="Freeform: Shape 14">
            <a:extLst>
              <a:ext uri="{FF2B5EF4-FFF2-40B4-BE49-F238E27FC236}">
                <a16:creationId xmlns:a16="http://schemas.microsoft.com/office/drawing/2014/main" id="{206E9F47-DC46-4A02-B5DB-26B56C39C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23805"/>
            <a:ext cx="7800441" cy="5696020"/>
          </a:xfrm>
          <a:custGeom>
            <a:avLst/>
            <a:gdLst>
              <a:gd name="connsiteX0" fmla="*/ 0 w 7800441"/>
              <a:gd name="connsiteY0" fmla="*/ 0 h 5696020"/>
              <a:gd name="connsiteX1" fmla="*/ 7800441 w 7800441"/>
              <a:gd name="connsiteY1" fmla="*/ 0 h 5696020"/>
              <a:gd name="connsiteX2" fmla="*/ 5037161 w 7800441"/>
              <a:gd name="connsiteY2" fmla="*/ 5696020 h 5696020"/>
              <a:gd name="connsiteX3" fmla="*/ 0 w 7800441"/>
              <a:gd name="connsiteY3" fmla="*/ 5696020 h 569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0441" h="5696020">
                <a:moveTo>
                  <a:pt x="0" y="0"/>
                </a:moveTo>
                <a:lnTo>
                  <a:pt x="7800441" y="0"/>
                </a:lnTo>
                <a:lnTo>
                  <a:pt x="5037161" y="5696020"/>
                </a:lnTo>
                <a:lnTo>
                  <a:pt x="0" y="569602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7" y="914400"/>
            <a:ext cx="5111877" cy="10953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dirty="0">
                <a:solidFill>
                  <a:srgbClr val="FF0000"/>
                </a:solidFill>
              </a:rPr>
              <a:t>Three key implications of digitalization: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248" y="2609849"/>
            <a:ext cx="4378452" cy="32670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1. 	Ease of manipulation 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2. 	Convergence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3. 	Nearly instant speed </a:t>
            </a:r>
          </a:p>
          <a:p>
            <a:pPr lvl="1"/>
            <a:endParaRPr lang="en-US" sz="2000" b="1" dirty="0">
              <a:solidFill>
                <a:srgbClr val="FFFFFF"/>
              </a:solidFill>
            </a:endParaRPr>
          </a:p>
          <a:p>
            <a:endParaRPr lang="en-US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215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2" name="Rectangle 75">
            <a:extLst>
              <a:ext uri="{FF2B5EF4-FFF2-40B4-BE49-F238E27FC236}">
                <a16:creationId xmlns:a16="http://schemas.microsoft.com/office/drawing/2014/main" id="{7521DD34-C6F2-4402-9A01-962807DB6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9760" y="238125"/>
            <a:ext cx="5154508" cy="1266825"/>
          </a:xfrm>
        </p:spPr>
        <p:txBody>
          <a:bodyPr>
            <a:normAutofit/>
          </a:bodyPr>
          <a:lstStyle/>
          <a:p>
            <a:r>
              <a:rPr lang="en-ZA" sz="4000" b="1" dirty="0">
                <a:solidFill>
                  <a:srgbClr val="FF0000"/>
                </a:solidFill>
              </a:rPr>
              <a:t>1. Ease of manipulation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19760" y="1790700"/>
            <a:ext cx="5542915" cy="4552950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Manipulation is not new; it was possible with analogue film and video and film photography. </a:t>
            </a:r>
          </a:p>
          <a:p>
            <a:endParaRPr lang="en-US" sz="1800" dirty="0"/>
          </a:p>
          <a:p>
            <a:r>
              <a:rPr lang="en-US" sz="1800" dirty="0"/>
              <a:t>For instance, a photo could be retouched and video could be edited. However, manipulating analogue media took a </a:t>
            </a:r>
            <a:r>
              <a:rPr lang="en-US" sz="1800" u="sng" dirty="0"/>
              <a:t>high level of skill </a:t>
            </a:r>
            <a:r>
              <a:rPr lang="en-US" sz="1800" dirty="0"/>
              <a:t>that few people had. </a:t>
            </a:r>
          </a:p>
          <a:p>
            <a:endParaRPr lang="en-US" sz="1800" dirty="0"/>
          </a:p>
          <a:p>
            <a:r>
              <a:rPr lang="en-US" sz="1800" dirty="0"/>
              <a:t>In contrast, most people who have grown up using digital media know how to manipulate them—for instance, using Photoshop’s clone stamping or using Snap Chat filters that allow a person to alter a photo. </a:t>
            </a:r>
          </a:p>
          <a:p>
            <a:endParaRPr lang="en-US" sz="1800" dirty="0"/>
          </a:p>
          <a:p>
            <a:r>
              <a:rPr lang="en-US" sz="1800" dirty="0"/>
              <a:t>The line that </a:t>
            </a:r>
            <a:r>
              <a:rPr lang="en-US" sz="1800" u="sng" dirty="0"/>
              <a:t>divided production and consumption </a:t>
            </a:r>
            <a:r>
              <a:rPr lang="en-US" sz="1800" dirty="0"/>
              <a:t>of media in the analogue era is blurred, if not erased in the digital era.</a:t>
            </a:r>
          </a:p>
        </p:txBody>
      </p:sp>
      <p:pic>
        <p:nvPicPr>
          <p:cNvPr id="4100" name="Picture 4" descr="Analog and Digital Video Format Conversion - Reflex Technologies">
            <a:extLst>
              <a:ext uri="{FF2B5EF4-FFF2-40B4-BE49-F238E27FC236}">
                <a16:creationId xmlns:a16="http://schemas.microsoft.com/office/drawing/2014/main" id="{D8F674EE-BF64-4FEB-956E-6CEEDE07EF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57"/>
          <a:stretch/>
        </p:blipFill>
        <p:spPr bwMode="auto">
          <a:xfrm>
            <a:off x="9546513" y="764373"/>
            <a:ext cx="2645487" cy="304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 descr="Analogue Film Photo Camera With Three Filmstrips Near Stock Photo, Picture  And Royalty Free Image. Image 47677576.">
            <a:extLst>
              <a:ext uri="{FF2B5EF4-FFF2-40B4-BE49-F238E27FC236}">
                <a16:creationId xmlns:a16="http://schemas.microsoft.com/office/drawing/2014/main" id="{E62634DC-4ED2-4E71-9803-496978B17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864" y="764373"/>
            <a:ext cx="2830647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ow to Use Instagram Face Filters - YouTube">
            <a:extLst>
              <a:ext uri="{FF2B5EF4-FFF2-40B4-BE49-F238E27FC236}">
                <a16:creationId xmlns:a16="http://schemas.microsoft.com/office/drawing/2014/main" id="{4273D512-BA33-4DE3-BE30-B27D32A40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864" y="3552824"/>
            <a:ext cx="5476136" cy="279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130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3579"/>
            <a:ext cx="4595071" cy="13626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2. Convergence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53087"/>
            <a:ext cx="4595071" cy="4527612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1800" dirty="0"/>
              <a:t>Digital media also cultivate </a:t>
            </a:r>
            <a:r>
              <a:rPr lang="en-US" sz="1800" b="1" dirty="0"/>
              <a:t>convergence</a:t>
            </a:r>
            <a:r>
              <a:rPr lang="en-US" sz="1800" dirty="0"/>
              <a:t>. Just a few years ago, it was very difficult and expensive to have a Voice-Over Internet phone call. </a:t>
            </a:r>
          </a:p>
          <a:p>
            <a:endParaRPr lang="en-US" sz="1800" dirty="0"/>
          </a:p>
          <a:p>
            <a:r>
              <a:rPr lang="en-US" sz="1800" dirty="0"/>
              <a:t>Today, people across the world routinely have Voice-Over Internet phone conversations with family members. </a:t>
            </a:r>
          </a:p>
          <a:p>
            <a:endParaRPr lang="en-US" sz="1800" dirty="0"/>
          </a:p>
          <a:p>
            <a:r>
              <a:rPr lang="en-US" sz="1800" dirty="0"/>
              <a:t>This is possible because the technology for transmitting sound and the technology for transmitting visual images are </a:t>
            </a:r>
            <a:r>
              <a:rPr lang="en-US" sz="1800" u="sng" dirty="0"/>
              <a:t>both digital</a:t>
            </a:r>
            <a:r>
              <a:rPr lang="en-US" sz="1800" dirty="0"/>
              <a:t> and, thus, they can be managed on a single network.</a:t>
            </a:r>
          </a:p>
          <a:p>
            <a:endParaRPr lang="en-US" sz="1800" dirty="0"/>
          </a:p>
          <a:p>
            <a:r>
              <a:rPr lang="en-US" sz="1800" dirty="0"/>
              <a:t>Various social media platforms such as WhatsApp and Facebook allow video calling.</a:t>
            </a:r>
          </a:p>
          <a:p>
            <a:endParaRPr lang="en-US" sz="1400" dirty="0"/>
          </a:p>
        </p:txBody>
      </p:sp>
      <p:sp>
        <p:nvSpPr>
          <p:cNvPr id="5126" name="Rectangle 72">
            <a:extLst>
              <a:ext uri="{FF2B5EF4-FFF2-40B4-BE49-F238E27FC236}">
                <a16:creationId xmlns:a16="http://schemas.microsoft.com/office/drawing/2014/main" id="{003713C1-2FB2-413B-BF91-3AE41726F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0991" y="3474720"/>
            <a:ext cx="6100914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0795B4D-5022-4A7F-A01D-8D880B7CD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9584" y="0"/>
            <a:ext cx="6192415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FD19018-DE7C-4796-ADF2-AD2EB0FC0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3002281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 descr="What Equipment Is Needed To Make VoIP Successful - Wheelhouse St. Louis">
            <a:extLst>
              <a:ext uri="{FF2B5EF4-FFF2-40B4-BE49-F238E27FC236}">
                <a16:creationId xmlns:a16="http://schemas.microsoft.com/office/drawing/2014/main" id="{A8FE6FF9-58E0-4425-9091-3B1F7C00B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0908" y="697663"/>
            <a:ext cx="2364317" cy="198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B1A0A2C2-4F85-44AF-8708-8DCA4B550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9624" y="0"/>
            <a:ext cx="3002281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775" y="902550"/>
            <a:ext cx="2364317" cy="1578181"/>
          </a:xfrm>
          <a:prstGeom prst="rect">
            <a:avLst/>
          </a:prstGeom>
        </p:spPr>
      </p:pic>
      <p:pic>
        <p:nvPicPr>
          <p:cNvPr id="5124" name="Picture 4" descr="400M people use Facebook Messenger audio and video calling each month |  TechCrunch">
            <a:extLst>
              <a:ext uri="{FF2B5EF4-FFF2-40B4-BE49-F238E27FC236}">
                <a16:creationId xmlns:a16="http://schemas.microsoft.com/office/drawing/2014/main" id="{A5A59A10-8B07-482E-9762-934893494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86814" y="3796452"/>
            <a:ext cx="4914372" cy="255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2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098" y="804335"/>
            <a:ext cx="5712824" cy="150385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3. Nearly instant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5543" y="2308194"/>
            <a:ext cx="4558309" cy="41813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/>
              <a:t>The third feature of digital media is nearly instant speed. </a:t>
            </a:r>
          </a:p>
          <a:p>
            <a:endParaRPr lang="en-US" sz="1700" dirty="0"/>
          </a:p>
          <a:p>
            <a:r>
              <a:rPr lang="en-US" sz="1700" dirty="0"/>
              <a:t>The speed of information dissemination </a:t>
            </a:r>
            <a:r>
              <a:rPr lang="en-US" sz="1700" u="sng" dirty="0"/>
              <a:t>jeopardizes accuracy</a:t>
            </a:r>
            <a:r>
              <a:rPr lang="en-US" sz="1700" dirty="0"/>
              <a:t>. </a:t>
            </a:r>
          </a:p>
          <a:p>
            <a:endParaRPr lang="en-US" sz="1700" dirty="0"/>
          </a:p>
          <a:p>
            <a:r>
              <a:rPr lang="en-US" sz="1700" dirty="0"/>
              <a:t>“In a world of instant access where everyone can be published or viewed, the time pressure and the volume increase make careful vetting that much harder” (Digital media scholar, Rayford Steele, 2009).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C99A8FB7-A79B-4BC9-9D56-B79587F6A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04761" y="2650637"/>
            <a:ext cx="3118104" cy="311810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Freeform: Shape 202">
            <a:extLst>
              <a:ext uri="{FF2B5EF4-FFF2-40B4-BE49-F238E27FC236}">
                <a16:creationId xmlns:a16="http://schemas.microsoft.com/office/drawing/2014/main" id="{B23893E2-3349-46D7-A7AA-B9E447957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96859" y="0"/>
            <a:ext cx="4198060" cy="3650200"/>
          </a:xfrm>
          <a:custGeom>
            <a:avLst/>
            <a:gdLst>
              <a:gd name="connsiteX0" fmla="*/ 262846 w 4198060"/>
              <a:gd name="connsiteY0" fmla="*/ 0 h 3650200"/>
              <a:gd name="connsiteX1" fmla="*/ 4198060 w 4198060"/>
              <a:gd name="connsiteY1" fmla="*/ 0 h 3650200"/>
              <a:gd name="connsiteX2" fmla="*/ 4198060 w 4198060"/>
              <a:gd name="connsiteY2" fmla="*/ 3021648 h 3650200"/>
              <a:gd name="connsiteX3" fmla="*/ 4142653 w 4198060"/>
              <a:gd name="connsiteY3" fmla="*/ 3072005 h 3650200"/>
              <a:gd name="connsiteX4" fmla="*/ 2532040 w 4198060"/>
              <a:gd name="connsiteY4" fmla="*/ 3650200 h 3650200"/>
              <a:gd name="connsiteX5" fmla="*/ 0 w 4198060"/>
              <a:gd name="connsiteY5" fmla="*/ 1118160 h 3650200"/>
              <a:gd name="connsiteX6" fmla="*/ 198981 w 4198060"/>
              <a:gd name="connsiteY6" fmla="*/ 132576 h 365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8060" h="3650200">
                <a:moveTo>
                  <a:pt x="262846" y="0"/>
                </a:moveTo>
                <a:lnTo>
                  <a:pt x="4198060" y="0"/>
                </a:lnTo>
                <a:lnTo>
                  <a:pt x="4198060" y="3021648"/>
                </a:lnTo>
                <a:lnTo>
                  <a:pt x="4142653" y="3072005"/>
                </a:lnTo>
                <a:cubicBezTo>
                  <a:pt x="3704967" y="3433216"/>
                  <a:pt x="3143843" y="3650200"/>
                  <a:pt x="2532040" y="3650200"/>
                </a:cubicBezTo>
                <a:cubicBezTo>
                  <a:pt x="1133633" y="3650200"/>
                  <a:pt x="0" y="2516567"/>
                  <a:pt x="0" y="1118160"/>
                </a:cubicBezTo>
                <a:cubicBezTo>
                  <a:pt x="0" y="768558"/>
                  <a:pt x="70852" y="435505"/>
                  <a:pt x="198981" y="132576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48" name="Picture 4" descr="Fake News&quot; Web Sites May Not Have a Major Effect on Elections - Scientific  American">
            <a:extLst>
              <a:ext uri="{FF2B5EF4-FFF2-40B4-BE49-F238E27FC236}">
                <a16:creationId xmlns:a16="http://schemas.microsoft.com/office/drawing/2014/main" id="{2D0D30DE-685F-4445-8948-CFBEA1CD15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r="14492"/>
          <a:stretch/>
        </p:blipFill>
        <p:spPr bwMode="auto">
          <a:xfrm>
            <a:off x="5969353" y="2815228"/>
            <a:ext cx="2788920" cy="2788920"/>
          </a:xfrm>
          <a:custGeom>
            <a:avLst/>
            <a:gdLst/>
            <a:ahLst/>
            <a:cxnLst/>
            <a:rect l="l" t="t" r="r" b="b"/>
            <a:pathLst>
              <a:path w="2880360" h="2880360">
                <a:moveTo>
                  <a:pt x="1440180" y="0"/>
                </a:moveTo>
                <a:cubicBezTo>
                  <a:pt x="2235569" y="0"/>
                  <a:pt x="2880360" y="644791"/>
                  <a:pt x="2880360" y="1440180"/>
                </a:cubicBezTo>
                <a:cubicBezTo>
                  <a:pt x="2880360" y="2235569"/>
                  <a:pt x="2235569" y="2880360"/>
                  <a:pt x="1440180" y="2880360"/>
                </a:cubicBezTo>
                <a:cubicBezTo>
                  <a:pt x="644791" y="2880360"/>
                  <a:pt x="0" y="2235569"/>
                  <a:pt x="0" y="1440180"/>
                </a:cubicBezTo>
                <a:cubicBezTo>
                  <a:pt x="0" y="644791"/>
                  <a:pt x="644791" y="0"/>
                  <a:pt x="144018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witter test urges you to revise replies with 'harmful' language ...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0" r="11652" b="1"/>
          <a:stretch/>
        </p:blipFill>
        <p:spPr bwMode="auto">
          <a:xfrm>
            <a:off x="8160603" y="2"/>
            <a:ext cx="4034316" cy="3486455"/>
          </a:xfrm>
          <a:custGeom>
            <a:avLst/>
            <a:gdLst/>
            <a:ahLst/>
            <a:cxnLst/>
            <a:rect l="l" t="t" r="r" b="b"/>
            <a:pathLst>
              <a:path w="4034316" h="3486455">
                <a:moveTo>
                  <a:pt x="280681" y="0"/>
                </a:moveTo>
                <a:lnTo>
                  <a:pt x="4034316" y="0"/>
                </a:lnTo>
                <a:lnTo>
                  <a:pt x="4034316" y="2800630"/>
                </a:lnTo>
                <a:lnTo>
                  <a:pt x="3874752" y="2945652"/>
                </a:lnTo>
                <a:cubicBezTo>
                  <a:pt x="3465371" y="3283503"/>
                  <a:pt x="2940535" y="3486455"/>
                  <a:pt x="2368296" y="3486455"/>
                </a:cubicBezTo>
                <a:cubicBezTo>
                  <a:pt x="1060322" y="3486455"/>
                  <a:pt x="0" y="2426133"/>
                  <a:pt x="0" y="1118159"/>
                </a:cubicBezTo>
                <a:cubicBezTo>
                  <a:pt x="0" y="791166"/>
                  <a:pt x="66270" y="479650"/>
                  <a:pt x="186113" y="19631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2B7592FE-10D1-4664-B623-353F47C8D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8132" y="4032250"/>
            <a:ext cx="3303868" cy="2825750"/>
          </a:xfrm>
          <a:custGeom>
            <a:avLst/>
            <a:gdLst>
              <a:gd name="connsiteX0" fmla="*/ 1888600 w 3303868"/>
              <a:gd name="connsiteY0" fmla="*/ 0 h 2825750"/>
              <a:gd name="connsiteX1" fmla="*/ 3224042 w 3303868"/>
              <a:gd name="connsiteY1" fmla="*/ 553158 h 2825750"/>
              <a:gd name="connsiteX2" fmla="*/ 3303868 w 3303868"/>
              <a:gd name="connsiteY2" fmla="*/ 640989 h 2825750"/>
              <a:gd name="connsiteX3" fmla="*/ 3303868 w 3303868"/>
              <a:gd name="connsiteY3" fmla="*/ 2825750 h 2825750"/>
              <a:gd name="connsiteX4" fmla="*/ 250380 w 3303868"/>
              <a:gd name="connsiteY4" fmla="*/ 2825750 h 2825750"/>
              <a:gd name="connsiteX5" fmla="*/ 227944 w 3303868"/>
              <a:gd name="connsiteY5" fmla="*/ 2788819 h 2825750"/>
              <a:gd name="connsiteX6" fmla="*/ 0 w 3303868"/>
              <a:gd name="connsiteY6" fmla="*/ 1888600 h 2825750"/>
              <a:gd name="connsiteX7" fmla="*/ 1888600 w 3303868"/>
              <a:gd name="connsiteY7" fmla="*/ 0 h 282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03868" h="2825750">
                <a:moveTo>
                  <a:pt x="1888600" y="0"/>
                </a:moveTo>
                <a:cubicBezTo>
                  <a:pt x="2410123" y="0"/>
                  <a:pt x="2882273" y="211389"/>
                  <a:pt x="3224042" y="553158"/>
                </a:cubicBezTo>
                <a:lnTo>
                  <a:pt x="3303868" y="640989"/>
                </a:lnTo>
                <a:lnTo>
                  <a:pt x="3303868" y="2825750"/>
                </a:lnTo>
                <a:lnTo>
                  <a:pt x="250380" y="2825750"/>
                </a:lnTo>
                <a:lnTo>
                  <a:pt x="227944" y="2788819"/>
                </a:lnTo>
                <a:cubicBezTo>
                  <a:pt x="82574" y="2521217"/>
                  <a:pt x="0" y="2214552"/>
                  <a:pt x="0" y="1888600"/>
                </a:cubicBezTo>
                <a:cubicBezTo>
                  <a:pt x="0" y="845555"/>
                  <a:pt x="845555" y="0"/>
                  <a:pt x="18886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46" name="Picture 2" descr="The difference between digitisation and digitalisation">
            <a:extLst>
              <a:ext uri="{FF2B5EF4-FFF2-40B4-BE49-F238E27FC236}">
                <a16:creationId xmlns:a16="http://schemas.microsoft.com/office/drawing/2014/main" id="{D391F4AB-8BBB-44A0-A737-D6D85AD6B8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1" r="14240" b="3"/>
          <a:stretch/>
        </p:blipFill>
        <p:spPr bwMode="auto">
          <a:xfrm>
            <a:off x="9053088" y="4197217"/>
            <a:ext cx="3138912" cy="2660795"/>
          </a:xfrm>
          <a:custGeom>
            <a:avLst/>
            <a:gdLst/>
            <a:ahLst/>
            <a:cxnLst/>
            <a:rect l="l" t="t" r="r" b="b"/>
            <a:pathLst>
              <a:path w="3138912" h="2660795">
                <a:moveTo>
                  <a:pt x="1723644" y="0"/>
                </a:moveTo>
                <a:cubicBezTo>
                  <a:pt x="2259111" y="0"/>
                  <a:pt x="2737550" y="244172"/>
                  <a:pt x="3053691" y="627247"/>
                </a:cubicBezTo>
                <a:lnTo>
                  <a:pt x="3138912" y="741211"/>
                </a:lnTo>
                <a:lnTo>
                  <a:pt x="3138912" y="2660795"/>
                </a:lnTo>
                <a:lnTo>
                  <a:pt x="278239" y="2660795"/>
                </a:lnTo>
                <a:lnTo>
                  <a:pt x="208035" y="2545235"/>
                </a:lnTo>
                <a:cubicBezTo>
                  <a:pt x="75362" y="2301006"/>
                  <a:pt x="0" y="2021126"/>
                  <a:pt x="0" y="1723644"/>
                </a:cubicBezTo>
                <a:cubicBezTo>
                  <a:pt x="0" y="771702"/>
                  <a:pt x="771702" y="0"/>
                  <a:pt x="172364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11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803325"/>
            <a:ext cx="531453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In-between media?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279018"/>
            <a:ext cx="5314543" cy="42360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But the lines between social and mass media are not really clear cut. </a:t>
            </a:r>
          </a:p>
          <a:p>
            <a:endParaRPr lang="en-US" sz="1800" dirty="0"/>
          </a:p>
          <a:p>
            <a:r>
              <a:rPr lang="en-US" sz="1800" dirty="0"/>
              <a:t>For instance, if you send a video to a friend who then posts it on YouTube, have you engaged in personal communication or mass communication or both? </a:t>
            </a:r>
          </a:p>
          <a:p>
            <a:endParaRPr lang="en-US" sz="1800" dirty="0"/>
          </a:p>
          <a:p>
            <a:r>
              <a:rPr lang="en-US" sz="1800" dirty="0"/>
              <a:t>Stanley Baran and Dennis Davis (2003) believe it is more appropriate to think of media as a </a:t>
            </a:r>
            <a:r>
              <a:rPr lang="en-US" sz="1800" b="1" u="sng" dirty="0"/>
              <a:t>continuum</a:t>
            </a:r>
            <a:r>
              <a:rPr lang="en-US" sz="1800" dirty="0"/>
              <a:t> that ranges from clearly interpersonal, or social, to clearly mass, with a lot of </a:t>
            </a:r>
            <a:r>
              <a:rPr lang="en-US" sz="1800" u="sng" dirty="0"/>
              <a:t>in-between</a:t>
            </a:r>
            <a:r>
              <a:rPr lang="en-US" sz="1800" dirty="0"/>
              <a:t> media between those two extreme ends.</a:t>
            </a:r>
            <a:endParaRPr lang="en-US" sz="15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6" b="-2"/>
          <a:stretch/>
        </p:blipFill>
        <p:spPr>
          <a:xfrm>
            <a:off x="6750141" y="-2"/>
            <a:ext cx="5441859" cy="5654940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25378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</TotalTime>
  <Words>974</Words>
  <Application>Microsoft Office PowerPoint</Application>
  <PresentationFormat>Widescreen</PresentationFormat>
  <Paragraphs>129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Abadi</vt:lpstr>
      <vt:lpstr>Arial</vt:lpstr>
      <vt:lpstr>Calibri</vt:lpstr>
      <vt:lpstr>Calibri Light</vt:lpstr>
      <vt:lpstr>Tw Cen MT</vt:lpstr>
      <vt:lpstr>Wingdings</vt:lpstr>
      <vt:lpstr>Office Theme</vt:lpstr>
      <vt:lpstr>        Part 1 - Introduction to Media      Source: Communication Fundamentals: Custom Edition 2014. Verderber, R., Verdeber, K., Archee, R, et al, Cengage Learning, UK. </vt:lpstr>
      <vt:lpstr>Types of media:   Mass Media vs Social Media</vt:lpstr>
      <vt:lpstr>Mass Media</vt:lpstr>
      <vt:lpstr>Mass Media continued…</vt:lpstr>
      <vt:lpstr>Examples of Mass Media products</vt:lpstr>
      <vt:lpstr>Popular American series that reached millions of viewers:</vt:lpstr>
      <vt:lpstr>Popular Series in South Africa</vt:lpstr>
      <vt:lpstr>Netflix and Trend </vt:lpstr>
      <vt:lpstr>Best South African Movies of all time</vt:lpstr>
      <vt:lpstr>Advertisements</vt:lpstr>
      <vt:lpstr>Newspapers</vt:lpstr>
      <vt:lpstr>Social Media </vt:lpstr>
      <vt:lpstr>Social Media- more definitions</vt:lpstr>
      <vt:lpstr>The history of social media</vt:lpstr>
      <vt:lpstr>Social media user stats per month:</vt:lpstr>
      <vt:lpstr>Difference between mass media and social media</vt:lpstr>
      <vt:lpstr>Three key implications of digitalization:</vt:lpstr>
      <vt:lpstr>1. Ease of manipulation</vt:lpstr>
      <vt:lpstr>2. Convergence </vt:lpstr>
      <vt:lpstr>3. Nearly instant speed</vt:lpstr>
      <vt:lpstr>In-between media?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Linda Mkaza</dc:creator>
  <cp:lastModifiedBy>Nicole Wessels</cp:lastModifiedBy>
  <cp:revision>28</cp:revision>
  <dcterms:created xsi:type="dcterms:W3CDTF">2020-06-07T17:04:14Z</dcterms:created>
  <dcterms:modified xsi:type="dcterms:W3CDTF">2021-05-14T09:30:11Z</dcterms:modified>
</cp:coreProperties>
</file>