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59" r:id="rId9"/>
    <p:sldId id="264" r:id="rId10"/>
    <p:sldId id="265" r:id="rId11"/>
    <p:sldId id="266" r:id="rId12"/>
    <p:sldId id="267" r:id="rId13"/>
    <p:sldId id="268" r:id="rId14"/>
    <p:sldId id="269" r:id="rId15"/>
    <p:sldId id="271" r:id="rId16"/>
    <p:sldId id="270" r:id="rId17"/>
    <p:sldId id="272" r:id="rId18"/>
    <p:sldId id="273" r:id="rId19"/>
    <p:sldId id="274"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CD6BD6-6E71-4DE3-9084-1F5CA2D1DD09}" v="365" dt="2021-05-07T09:45:12.6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e Wessels" userId="e771acc8-ecbb-4505-a306-f38d70d34d18" providerId="ADAL" clId="{79CD6BD6-6E71-4DE3-9084-1F5CA2D1DD09}"/>
    <pc:docChg chg="undo custSel addSld delSld modSld">
      <pc:chgData name="Nicole Wessels" userId="e771acc8-ecbb-4505-a306-f38d70d34d18" providerId="ADAL" clId="{79CD6BD6-6E71-4DE3-9084-1F5CA2D1DD09}" dt="2021-05-07T09:47:18.933" v="594" actId="255"/>
      <pc:docMkLst>
        <pc:docMk/>
      </pc:docMkLst>
      <pc:sldChg chg="modSp mod">
        <pc:chgData name="Nicole Wessels" userId="e771acc8-ecbb-4505-a306-f38d70d34d18" providerId="ADAL" clId="{79CD6BD6-6E71-4DE3-9084-1F5CA2D1DD09}" dt="2021-05-07T08:13:22.790" v="138" actId="14100"/>
        <pc:sldMkLst>
          <pc:docMk/>
          <pc:sldMk cId="4198785090" sldId="256"/>
        </pc:sldMkLst>
        <pc:picChg chg="mod">
          <ac:chgData name="Nicole Wessels" userId="e771acc8-ecbb-4505-a306-f38d70d34d18" providerId="ADAL" clId="{79CD6BD6-6E71-4DE3-9084-1F5CA2D1DD09}" dt="2021-05-07T08:13:22.790" v="138" actId="14100"/>
          <ac:picMkLst>
            <pc:docMk/>
            <pc:sldMk cId="4198785090" sldId="256"/>
            <ac:picMk id="5" creationId="{00000000-0000-0000-0000-000000000000}"/>
          </ac:picMkLst>
        </pc:picChg>
      </pc:sldChg>
      <pc:sldChg chg="addSp modSp mod setBg">
        <pc:chgData name="Nicole Wessels" userId="e771acc8-ecbb-4505-a306-f38d70d34d18" providerId="ADAL" clId="{79CD6BD6-6E71-4DE3-9084-1F5CA2D1DD09}" dt="2021-05-07T08:13:50.258" v="140" actId="20577"/>
        <pc:sldMkLst>
          <pc:docMk/>
          <pc:sldMk cId="1577625918" sldId="257"/>
        </pc:sldMkLst>
        <pc:spChg chg="mod">
          <ac:chgData name="Nicole Wessels" userId="e771acc8-ecbb-4505-a306-f38d70d34d18" providerId="ADAL" clId="{79CD6BD6-6E71-4DE3-9084-1F5CA2D1DD09}" dt="2021-05-07T07:42:42.420" v="3" actId="14100"/>
          <ac:spMkLst>
            <pc:docMk/>
            <pc:sldMk cId="1577625918" sldId="257"/>
            <ac:spMk id="2" creationId="{00000000-0000-0000-0000-000000000000}"/>
          </ac:spMkLst>
        </pc:spChg>
        <pc:spChg chg="mod ord">
          <ac:chgData name="Nicole Wessels" userId="e771acc8-ecbb-4505-a306-f38d70d34d18" providerId="ADAL" clId="{79CD6BD6-6E71-4DE3-9084-1F5CA2D1DD09}" dt="2021-05-07T08:13:50.258" v="140" actId="20577"/>
          <ac:spMkLst>
            <pc:docMk/>
            <pc:sldMk cId="1577625918" sldId="257"/>
            <ac:spMk id="3" creationId="{00000000-0000-0000-0000-000000000000}"/>
          </ac:spMkLst>
        </pc:spChg>
        <pc:spChg chg="add">
          <ac:chgData name="Nicole Wessels" userId="e771acc8-ecbb-4505-a306-f38d70d34d18" providerId="ADAL" clId="{79CD6BD6-6E71-4DE3-9084-1F5CA2D1DD09}" dt="2021-05-07T07:42:30.597" v="2" actId="26606"/>
          <ac:spMkLst>
            <pc:docMk/>
            <pc:sldMk cId="1577625918" sldId="257"/>
            <ac:spMk id="71" creationId="{4038CB10-1F5C-4D54-9DF7-12586DE5B007}"/>
          </ac:spMkLst>
        </pc:spChg>
        <pc:spChg chg="add">
          <ac:chgData name="Nicole Wessels" userId="e771acc8-ecbb-4505-a306-f38d70d34d18" providerId="ADAL" clId="{79CD6BD6-6E71-4DE3-9084-1F5CA2D1DD09}" dt="2021-05-07T07:42:30.597" v="2" actId="26606"/>
          <ac:spMkLst>
            <pc:docMk/>
            <pc:sldMk cId="1577625918" sldId="257"/>
            <ac:spMk id="73" creationId="{73ED6512-6858-4552-B699-9A97FE9A4EA2}"/>
          </ac:spMkLst>
        </pc:spChg>
        <pc:picChg chg="add mod">
          <ac:chgData name="Nicole Wessels" userId="e771acc8-ecbb-4505-a306-f38d70d34d18" providerId="ADAL" clId="{79CD6BD6-6E71-4DE3-9084-1F5CA2D1DD09}" dt="2021-05-07T07:44:35.377" v="36" actId="14100"/>
          <ac:picMkLst>
            <pc:docMk/>
            <pc:sldMk cId="1577625918" sldId="257"/>
            <ac:picMk id="1026" creationId="{21B25672-AA5D-4637-9343-A3DD79346263}"/>
          </ac:picMkLst>
        </pc:picChg>
      </pc:sldChg>
      <pc:sldChg chg="addSp delSp modSp mod setBg">
        <pc:chgData name="Nicole Wessels" userId="e771acc8-ecbb-4505-a306-f38d70d34d18" providerId="ADAL" clId="{79CD6BD6-6E71-4DE3-9084-1F5CA2D1DD09}" dt="2021-05-07T07:47:20.913" v="63" actId="20577"/>
        <pc:sldMkLst>
          <pc:docMk/>
          <pc:sldMk cId="2220037332" sldId="258"/>
        </pc:sldMkLst>
        <pc:spChg chg="mod">
          <ac:chgData name="Nicole Wessels" userId="e771acc8-ecbb-4505-a306-f38d70d34d18" providerId="ADAL" clId="{79CD6BD6-6E71-4DE3-9084-1F5CA2D1DD09}" dt="2021-05-07T07:45:58.983" v="46" actId="26606"/>
          <ac:spMkLst>
            <pc:docMk/>
            <pc:sldMk cId="2220037332" sldId="258"/>
            <ac:spMk id="2" creationId="{00000000-0000-0000-0000-000000000000}"/>
          </ac:spMkLst>
        </pc:spChg>
        <pc:spChg chg="mod ord">
          <ac:chgData name="Nicole Wessels" userId="e771acc8-ecbb-4505-a306-f38d70d34d18" providerId="ADAL" clId="{79CD6BD6-6E71-4DE3-9084-1F5CA2D1DD09}" dt="2021-05-07T07:47:20.913" v="63" actId="20577"/>
          <ac:spMkLst>
            <pc:docMk/>
            <pc:sldMk cId="2220037332" sldId="258"/>
            <ac:spMk id="3" creationId="{00000000-0000-0000-0000-000000000000}"/>
          </ac:spMkLst>
        </pc:spChg>
        <pc:spChg chg="add del">
          <ac:chgData name="Nicole Wessels" userId="e771acc8-ecbb-4505-a306-f38d70d34d18" providerId="ADAL" clId="{79CD6BD6-6E71-4DE3-9084-1F5CA2D1DD09}" dt="2021-05-07T07:45:27.546" v="38" actId="26606"/>
          <ac:spMkLst>
            <pc:docMk/>
            <pc:sldMk cId="2220037332" sldId="258"/>
            <ac:spMk id="9" creationId="{B775CD93-9DF2-48CB-9F57-1BCA9A46C7FA}"/>
          </ac:spMkLst>
        </pc:spChg>
        <pc:spChg chg="add del">
          <ac:chgData name="Nicole Wessels" userId="e771acc8-ecbb-4505-a306-f38d70d34d18" providerId="ADAL" clId="{79CD6BD6-6E71-4DE3-9084-1F5CA2D1DD09}" dt="2021-05-07T07:45:27.546" v="38" actId="26606"/>
          <ac:spMkLst>
            <pc:docMk/>
            <pc:sldMk cId="2220037332" sldId="258"/>
            <ac:spMk id="11" creationId="{6166C6D1-23AC-49C4-BA07-238E4E9F8CEB}"/>
          </ac:spMkLst>
        </pc:spChg>
        <pc:spChg chg="add del">
          <ac:chgData name="Nicole Wessels" userId="e771acc8-ecbb-4505-a306-f38d70d34d18" providerId="ADAL" clId="{79CD6BD6-6E71-4DE3-9084-1F5CA2D1DD09}" dt="2021-05-07T07:45:27.546" v="38" actId="26606"/>
          <ac:spMkLst>
            <pc:docMk/>
            <pc:sldMk cId="2220037332" sldId="258"/>
            <ac:spMk id="13" creationId="{E186B68C-84BC-4A6E-99D1-EE87483C1349}"/>
          </ac:spMkLst>
        </pc:spChg>
        <pc:spChg chg="add del">
          <ac:chgData name="Nicole Wessels" userId="e771acc8-ecbb-4505-a306-f38d70d34d18" providerId="ADAL" clId="{79CD6BD6-6E71-4DE3-9084-1F5CA2D1DD09}" dt="2021-05-07T07:45:27.546" v="38" actId="26606"/>
          <ac:spMkLst>
            <pc:docMk/>
            <pc:sldMk cId="2220037332" sldId="258"/>
            <ac:spMk id="15" creationId="{1C091803-41C2-48E0-9228-5148460C7479}"/>
          </ac:spMkLst>
        </pc:spChg>
        <pc:spChg chg="add del">
          <ac:chgData name="Nicole Wessels" userId="e771acc8-ecbb-4505-a306-f38d70d34d18" providerId="ADAL" clId="{79CD6BD6-6E71-4DE3-9084-1F5CA2D1DD09}" dt="2021-05-07T07:45:58.983" v="46" actId="26606"/>
          <ac:spMkLst>
            <pc:docMk/>
            <pc:sldMk cId="2220037332" sldId="258"/>
            <ac:spMk id="17" creationId="{4038CB10-1F5C-4D54-9DF7-12586DE5B007}"/>
          </ac:spMkLst>
        </pc:spChg>
        <pc:spChg chg="add del">
          <ac:chgData name="Nicole Wessels" userId="e771acc8-ecbb-4505-a306-f38d70d34d18" providerId="ADAL" clId="{79CD6BD6-6E71-4DE3-9084-1F5CA2D1DD09}" dt="2021-05-07T07:45:58.983" v="46" actId="26606"/>
          <ac:spMkLst>
            <pc:docMk/>
            <pc:sldMk cId="2220037332" sldId="258"/>
            <ac:spMk id="18" creationId="{73ED6512-6858-4552-B699-9A97FE9A4EA2}"/>
          </ac:spMkLst>
        </pc:spChg>
        <pc:spChg chg="add">
          <ac:chgData name="Nicole Wessels" userId="e771acc8-ecbb-4505-a306-f38d70d34d18" providerId="ADAL" clId="{79CD6BD6-6E71-4DE3-9084-1F5CA2D1DD09}" dt="2021-05-07T07:45:58.983" v="46" actId="26606"/>
          <ac:spMkLst>
            <pc:docMk/>
            <pc:sldMk cId="2220037332" sldId="258"/>
            <ac:spMk id="23" creationId="{233F6408-E1FB-40EE-933F-488D38CCC73F}"/>
          </ac:spMkLst>
        </pc:spChg>
        <pc:spChg chg="add">
          <ac:chgData name="Nicole Wessels" userId="e771acc8-ecbb-4505-a306-f38d70d34d18" providerId="ADAL" clId="{79CD6BD6-6E71-4DE3-9084-1F5CA2D1DD09}" dt="2021-05-07T07:45:58.983" v="46" actId="26606"/>
          <ac:spMkLst>
            <pc:docMk/>
            <pc:sldMk cId="2220037332" sldId="258"/>
            <ac:spMk id="25" creationId="{F055C0C5-567C-4C02-83F3-B427BC740697}"/>
          </ac:spMkLst>
        </pc:spChg>
        <pc:spChg chg="add">
          <ac:chgData name="Nicole Wessels" userId="e771acc8-ecbb-4505-a306-f38d70d34d18" providerId="ADAL" clId="{79CD6BD6-6E71-4DE3-9084-1F5CA2D1DD09}" dt="2021-05-07T07:45:58.983" v="46" actId="26606"/>
          <ac:spMkLst>
            <pc:docMk/>
            <pc:sldMk cId="2220037332" sldId="258"/>
            <ac:spMk id="27" creationId="{E48B6BD6-5DED-4B86-A4B3-D35037F68FC4}"/>
          </ac:spMkLst>
        </pc:spChg>
        <pc:picChg chg="mod ord">
          <ac:chgData name="Nicole Wessels" userId="e771acc8-ecbb-4505-a306-f38d70d34d18" providerId="ADAL" clId="{79CD6BD6-6E71-4DE3-9084-1F5CA2D1DD09}" dt="2021-05-07T07:45:58.983" v="46" actId="26606"/>
          <ac:picMkLst>
            <pc:docMk/>
            <pc:sldMk cId="2220037332" sldId="258"/>
            <ac:picMk id="4" creationId="{00000000-0000-0000-0000-000000000000}"/>
          </ac:picMkLst>
        </pc:picChg>
      </pc:sldChg>
      <pc:sldChg chg="modSp">
        <pc:chgData name="Nicole Wessels" userId="e771acc8-ecbb-4505-a306-f38d70d34d18" providerId="ADAL" clId="{79CD6BD6-6E71-4DE3-9084-1F5CA2D1DD09}" dt="2021-05-07T09:21:20.652" v="295" actId="113"/>
        <pc:sldMkLst>
          <pc:docMk/>
          <pc:sldMk cId="1499501036" sldId="259"/>
        </pc:sldMkLst>
        <pc:graphicFrameChg chg="mod">
          <ac:chgData name="Nicole Wessels" userId="e771acc8-ecbb-4505-a306-f38d70d34d18" providerId="ADAL" clId="{79CD6BD6-6E71-4DE3-9084-1F5CA2D1DD09}" dt="2021-05-07T09:21:20.652" v="295" actId="113"/>
          <ac:graphicFrameMkLst>
            <pc:docMk/>
            <pc:sldMk cId="1499501036" sldId="259"/>
            <ac:graphicFrameMk id="4" creationId="{00000000-0000-0000-0000-000000000000}"/>
          </ac:graphicFrameMkLst>
        </pc:graphicFrameChg>
      </pc:sldChg>
      <pc:sldChg chg="modSp">
        <pc:chgData name="Nicole Wessels" userId="e771acc8-ecbb-4505-a306-f38d70d34d18" providerId="ADAL" clId="{79CD6BD6-6E71-4DE3-9084-1F5CA2D1DD09}" dt="2021-05-07T09:21:44.149" v="317" actId="115"/>
        <pc:sldMkLst>
          <pc:docMk/>
          <pc:sldMk cId="3362332343" sldId="260"/>
        </pc:sldMkLst>
        <pc:graphicFrameChg chg="mod">
          <ac:chgData name="Nicole Wessels" userId="e771acc8-ecbb-4505-a306-f38d70d34d18" providerId="ADAL" clId="{79CD6BD6-6E71-4DE3-9084-1F5CA2D1DD09}" dt="2021-05-07T09:21:44.149" v="317" actId="115"/>
          <ac:graphicFrameMkLst>
            <pc:docMk/>
            <pc:sldMk cId="3362332343" sldId="260"/>
            <ac:graphicFrameMk id="5" creationId="{00000000-0000-0000-0000-000000000000}"/>
          </ac:graphicFrameMkLst>
        </pc:graphicFrameChg>
      </pc:sldChg>
      <pc:sldChg chg="addSp modSp">
        <pc:chgData name="Nicole Wessels" userId="e771acc8-ecbb-4505-a306-f38d70d34d18" providerId="ADAL" clId="{79CD6BD6-6E71-4DE3-9084-1F5CA2D1DD09}" dt="2021-05-07T09:30:11.002" v="412" actId="14100"/>
        <pc:sldMkLst>
          <pc:docMk/>
          <pc:sldMk cId="3264867196" sldId="262"/>
        </pc:sldMkLst>
        <pc:graphicFrameChg chg="mod">
          <ac:chgData name="Nicole Wessels" userId="e771acc8-ecbb-4505-a306-f38d70d34d18" providerId="ADAL" clId="{79CD6BD6-6E71-4DE3-9084-1F5CA2D1DD09}" dt="2021-05-07T09:29:33.734" v="403"/>
          <ac:graphicFrameMkLst>
            <pc:docMk/>
            <pc:sldMk cId="3264867196" sldId="262"/>
            <ac:graphicFrameMk id="4" creationId="{00000000-0000-0000-0000-000000000000}"/>
          </ac:graphicFrameMkLst>
        </pc:graphicFrameChg>
        <pc:picChg chg="add mod">
          <ac:chgData name="Nicole Wessels" userId="e771acc8-ecbb-4505-a306-f38d70d34d18" providerId="ADAL" clId="{79CD6BD6-6E71-4DE3-9084-1F5CA2D1DD09}" dt="2021-05-07T09:30:11.002" v="412" actId="14100"/>
          <ac:picMkLst>
            <pc:docMk/>
            <pc:sldMk cId="3264867196" sldId="262"/>
            <ac:picMk id="1026" creationId="{7DFB2C01-470D-44D8-A473-E6A0696E616F}"/>
          </ac:picMkLst>
        </pc:picChg>
      </pc:sldChg>
      <pc:sldChg chg="addSp delSp modSp mod">
        <pc:chgData name="Nicole Wessels" userId="e771acc8-ecbb-4505-a306-f38d70d34d18" providerId="ADAL" clId="{79CD6BD6-6E71-4DE3-9084-1F5CA2D1DD09}" dt="2021-05-07T07:55:17.740" v="96" actId="14100"/>
        <pc:sldMkLst>
          <pc:docMk/>
          <pc:sldMk cId="2570915939" sldId="263"/>
        </pc:sldMkLst>
        <pc:spChg chg="add del mod">
          <ac:chgData name="Nicole Wessels" userId="e771acc8-ecbb-4505-a306-f38d70d34d18" providerId="ADAL" clId="{79CD6BD6-6E71-4DE3-9084-1F5CA2D1DD09}" dt="2021-05-07T07:55:05.218" v="92"/>
          <ac:spMkLst>
            <pc:docMk/>
            <pc:sldMk cId="2570915939" sldId="263"/>
            <ac:spMk id="5" creationId="{C05AFE2A-AB07-40E1-85FB-912B995B28A8}"/>
          </ac:spMkLst>
        </pc:spChg>
        <pc:picChg chg="del mod">
          <ac:chgData name="Nicole Wessels" userId="e771acc8-ecbb-4505-a306-f38d70d34d18" providerId="ADAL" clId="{79CD6BD6-6E71-4DE3-9084-1F5CA2D1DD09}" dt="2021-05-07T07:54:44.281" v="90" actId="478"/>
          <ac:picMkLst>
            <pc:docMk/>
            <pc:sldMk cId="2570915939" sldId="263"/>
            <ac:picMk id="4" creationId="{00000000-0000-0000-0000-000000000000}"/>
          </ac:picMkLst>
        </pc:picChg>
        <pc:picChg chg="add del mod">
          <ac:chgData name="Nicole Wessels" userId="e771acc8-ecbb-4505-a306-f38d70d34d18" providerId="ADAL" clId="{79CD6BD6-6E71-4DE3-9084-1F5CA2D1DD09}" dt="2021-05-07T07:55:00.355" v="91" actId="478"/>
          <ac:picMkLst>
            <pc:docMk/>
            <pc:sldMk cId="2570915939" sldId="263"/>
            <ac:picMk id="2050" creationId="{9272B390-CFBE-439F-897C-6B99A5B511CA}"/>
          </ac:picMkLst>
        </pc:picChg>
        <pc:picChg chg="add mod">
          <ac:chgData name="Nicole Wessels" userId="e771acc8-ecbb-4505-a306-f38d70d34d18" providerId="ADAL" clId="{79CD6BD6-6E71-4DE3-9084-1F5CA2D1DD09}" dt="2021-05-07T07:55:17.740" v="96" actId="14100"/>
          <ac:picMkLst>
            <pc:docMk/>
            <pc:sldMk cId="2570915939" sldId="263"/>
            <ac:picMk id="2052" creationId="{9644FCC8-9E37-4638-8BB0-5ED49AD6815E}"/>
          </ac:picMkLst>
        </pc:picChg>
      </pc:sldChg>
      <pc:sldChg chg="modSp">
        <pc:chgData name="Nicole Wessels" userId="e771acc8-ecbb-4505-a306-f38d70d34d18" providerId="ADAL" clId="{79CD6BD6-6E71-4DE3-9084-1F5CA2D1DD09}" dt="2021-05-07T09:30:45.305" v="422" actId="20577"/>
        <pc:sldMkLst>
          <pc:docMk/>
          <pc:sldMk cId="2730598687" sldId="265"/>
        </pc:sldMkLst>
        <pc:graphicFrameChg chg="mod">
          <ac:chgData name="Nicole Wessels" userId="e771acc8-ecbb-4505-a306-f38d70d34d18" providerId="ADAL" clId="{79CD6BD6-6E71-4DE3-9084-1F5CA2D1DD09}" dt="2021-05-07T09:30:45.305" v="422" actId="20577"/>
          <ac:graphicFrameMkLst>
            <pc:docMk/>
            <pc:sldMk cId="2730598687" sldId="265"/>
            <ac:graphicFrameMk id="4" creationId="{00000000-0000-0000-0000-000000000000}"/>
          </ac:graphicFrameMkLst>
        </pc:graphicFrameChg>
      </pc:sldChg>
      <pc:sldChg chg="modSp mod">
        <pc:chgData name="Nicole Wessels" userId="e771acc8-ecbb-4505-a306-f38d70d34d18" providerId="ADAL" clId="{79CD6BD6-6E71-4DE3-9084-1F5CA2D1DD09}" dt="2021-05-07T09:22:27.510" v="343" actId="115"/>
        <pc:sldMkLst>
          <pc:docMk/>
          <pc:sldMk cId="2669734167" sldId="267"/>
        </pc:sldMkLst>
        <pc:graphicFrameChg chg="mod">
          <ac:chgData name="Nicole Wessels" userId="e771acc8-ecbb-4505-a306-f38d70d34d18" providerId="ADAL" clId="{79CD6BD6-6E71-4DE3-9084-1F5CA2D1DD09}" dt="2021-05-07T09:22:27.510" v="343" actId="115"/>
          <ac:graphicFrameMkLst>
            <pc:docMk/>
            <pc:sldMk cId="2669734167" sldId="267"/>
            <ac:graphicFrameMk id="4" creationId="{00000000-0000-0000-0000-000000000000}"/>
          </ac:graphicFrameMkLst>
        </pc:graphicFrameChg>
        <pc:picChg chg="mod">
          <ac:chgData name="Nicole Wessels" userId="e771acc8-ecbb-4505-a306-f38d70d34d18" providerId="ADAL" clId="{79CD6BD6-6E71-4DE3-9084-1F5CA2D1DD09}" dt="2021-05-07T08:00:05.290" v="121" actId="1076"/>
          <ac:picMkLst>
            <pc:docMk/>
            <pc:sldMk cId="2669734167" sldId="267"/>
            <ac:picMk id="3" creationId="{00000000-0000-0000-0000-000000000000}"/>
          </ac:picMkLst>
        </pc:picChg>
      </pc:sldChg>
      <pc:sldChg chg="modSp">
        <pc:chgData name="Nicole Wessels" userId="e771acc8-ecbb-4505-a306-f38d70d34d18" providerId="ADAL" clId="{79CD6BD6-6E71-4DE3-9084-1F5CA2D1DD09}" dt="2021-05-07T09:22:42.165" v="357" actId="115"/>
        <pc:sldMkLst>
          <pc:docMk/>
          <pc:sldMk cId="510378499" sldId="269"/>
        </pc:sldMkLst>
        <pc:graphicFrameChg chg="mod">
          <ac:chgData name="Nicole Wessels" userId="e771acc8-ecbb-4505-a306-f38d70d34d18" providerId="ADAL" clId="{79CD6BD6-6E71-4DE3-9084-1F5CA2D1DD09}" dt="2021-05-07T09:22:42.165" v="357" actId="115"/>
          <ac:graphicFrameMkLst>
            <pc:docMk/>
            <pc:sldMk cId="510378499" sldId="269"/>
            <ac:graphicFrameMk id="4" creationId="{00000000-0000-0000-0000-000000000000}"/>
          </ac:graphicFrameMkLst>
        </pc:graphicFrameChg>
      </pc:sldChg>
      <pc:sldChg chg="modSp mod">
        <pc:chgData name="Nicole Wessels" userId="e771acc8-ecbb-4505-a306-f38d70d34d18" providerId="ADAL" clId="{79CD6BD6-6E71-4DE3-9084-1F5CA2D1DD09}" dt="2021-05-07T09:32:10.234" v="425" actId="115"/>
        <pc:sldMkLst>
          <pc:docMk/>
          <pc:sldMk cId="1899113248" sldId="270"/>
        </pc:sldMkLst>
        <pc:graphicFrameChg chg="mod">
          <ac:chgData name="Nicole Wessels" userId="e771acc8-ecbb-4505-a306-f38d70d34d18" providerId="ADAL" clId="{79CD6BD6-6E71-4DE3-9084-1F5CA2D1DD09}" dt="2021-05-07T09:32:10.234" v="425" actId="115"/>
          <ac:graphicFrameMkLst>
            <pc:docMk/>
            <pc:sldMk cId="1899113248" sldId="270"/>
            <ac:graphicFrameMk id="4" creationId="{00000000-0000-0000-0000-000000000000}"/>
          </ac:graphicFrameMkLst>
        </pc:graphicFrameChg>
        <pc:picChg chg="mod">
          <ac:chgData name="Nicole Wessels" userId="e771acc8-ecbb-4505-a306-f38d70d34d18" providerId="ADAL" clId="{79CD6BD6-6E71-4DE3-9084-1F5CA2D1DD09}" dt="2021-05-07T09:31:00.095" v="423" actId="14100"/>
          <ac:picMkLst>
            <pc:docMk/>
            <pc:sldMk cId="1899113248" sldId="270"/>
            <ac:picMk id="3" creationId="{00000000-0000-0000-0000-000000000000}"/>
          </ac:picMkLst>
        </pc:picChg>
      </pc:sldChg>
      <pc:sldChg chg="modSp mod">
        <pc:chgData name="Nicole Wessels" userId="e771acc8-ecbb-4505-a306-f38d70d34d18" providerId="ADAL" clId="{79CD6BD6-6E71-4DE3-9084-1F5CA2D1DD09}" dt="2021-05-07T08:04:27.136" v="136" actId="14100"/>
        <pc:sldMkLst>
          <pc:docMk/>
          <pc:sldMk cId="2446590358" sldId="272"/>
        </pc:sldMkLst>
        <pc:picChg chg="mod">
          <ac:chgData name="Nicole Wessels" userId="e771acc8-ecbb-4505-a306-f38d70d34d18" providerId="ADAL" clId="{79CD6BD6-6E71-4DE3-9084-1F5CA2D1DD09}" dt="2021-05-07T08:04:27.136" v="136" actId="14100"/>
          <ac:picMkLst>
            <pc:docMk/>
            <pc:sldMk cId="2446590358" sldId="272"/>
            <ac:picMk id="4" creationId="{00000000-0000-0000-0000-000000000000}"/>
          </ac:picMkLst>
        </pc:picChg>
      </pc:sldChg>
      <pc:sldChg chg="modSp">
        <pc:chgData name="Nicole Wessels" userId="e771acc8-ecbb-4505-a306-f38d70d34d18" providerId="ADAL" clId="{79CD6BD6-6E71-4DE3-9084-1F5CA2D1DD09}" dt="2021-05-07T09:23:13.017" v="384" actId="115"/>
        <pc:sldMkLst>
          <pc:docMk/>
          <pc:sldMk cId="4214349740" sldId="273"/>
        </pc:sldMkLst>
        <pc:graphicFrameChg chg="mod">
          <ac:chgData name="Nicole Wessels" userId="e771acc8-ecbb-4505-a306-f38d70d34d18" providerId="ADAL" clId="{79CD6BD6-6E71-4DE3-9084-1F5CA2D1DD09}" dt="2021-05-07T09:23:13.017" v="384" actId="115"/>
          <ac:graphicFrameMkLst>
            <pc:docMk/>
            <pc:sldMk cId="4214349740" sldId="273"/>
            <ac:graphicFrameMk id="4" creationId="{00000000-0000-0000-0000-000000000000}"/>
          </ac:graphicFrameMkLst>
        </pc:graphicFrameChg>
      </pc:sldChg>
      <pc:sldChg chg="modSp del mod">
        <pc:chgData name="Nicole Wessels" userId="e771acc8-ecbb-4505-a306-f38d70d34d18" providerId="ADAL" clId="{79CD6BD6-6E71-4DE3-9084-1F5CA2D1DD09}" dt="2021-05-07T09:39:38.238" v="493" actId="2696"/>
        <pc:sldMkLst>
          <pc:docMk/>
          <pc:sldMk cId="2881064584" sldId="275"/>
        </pc:sldMkLst>
        <pc:spChg chg="mod">
          <ac:chgData name="Nicole Wessels" userId="e771acc8-ecbb-4505-a306-f38d70d34d18" providerId="ADAL" clId="{79CD6BD6-6E71-4DE3-9084-1F5CA2D1DD09}" dt="2021-05-07T09:32:36.229" v="427" actId="21"/>
          <ac:spMkLst>
            <pc:docMk/>
            <pc:sldMk cId="2881064584" sldId="275"/>
            <ac:spMk id="2" creationId="{00000000-0000-0000-0000-000000000000}"/>
          </ac:spMkLst>
        </pc:spChg>
        <pc:spChg chg="mod">
          <ac:chgData name="Nicole Wessels" userId="e771acc8-ecbb-4505-a306-f38d70d34d18" providerId="ADAL" clId="{79CD6BD6-6E71-4DE3-9084-1F5CA2D1DD09}" dt="2021-05-07T09:36:06.346" v="460" actId="21"/>
          <ac:spMkLst>
            <pc:docMk/>
            <pc:sldMk cId="2881064584" sldId="275"/>
            <ac:spMk id="3" creationId="{00000000-0000-0000-0000-000000000000}"/>
          </ac:spMkLst>
        </pc:spChg>
      </pc:sldChg>
      <pc:sldChg chg="modSp del mod">
        <pc:chgData name="Nicole Wessels" userId="e771acc8-ecbb-4505-a306-f38d70d34d18" providerId="ADAL" clId="{79CD6BD6-6E71-4DE3-9084-1F5CA2D1DD09}" dt="2021-05-07T09:43:31.651" v="556" actId="2696"/>
        <pc:sldMkLst>
          <pc:docMk/>
          <pc:sldMk cId="473895279" sldId="276"/>
        </pc:sldMkLst>
        <pc:spChg chg="mod">
          <ac:chgData name="Nicole Wessels" userId="e771acc8-ecbb-4505-a306-f38d70d34d18" providerId="ADAL" clId="{79CD6BD6-6E71-4DE3-9084-1F5CA2D1DD09}" dt="2021-05-07T09:42:52.801" v="550" actId="21"/>
          <ac:spMkLst>
            <pc:docMk/>
            <pc:sldMk cId="473895279" sldId="276"/>
            <ac:spMk id="3" creationId="{00000000-0000-0000-0000-000000000000}"/>
          </ac:spMkLst>
        </pc:spChg>
      </pc:sldChg>
      <pc:sldChg chg="addSp delSp modSp new mod">
        <pc:chgData name="Nicole Wessels" userId="e771acc8-ecbb-4505-a306-f38d70d34d18" providerId="ADAL" clId="{79CD6BD6-6E71-4DE3-9084-1F5CA2D1DD09}" dt="2021-05-07T09:47:18.933" v="594" actId="255"/>
        <pc:sldMkLst>
          <pc:docMk/>
          <pc:sldMk cId="4063659911" sldId="277"/>
        </pc:sldMkLst>
        <pc:spChg chg="mod">
          <ac:chgData name="Nicole Wessels" userId="e771acc8-ecbb-4505-a306-f38d70d34d18" providerId="ADAL" clId="{79CD6BD6-6E71-4DE3-9084-1F5CA2D1DD09}" dt="2021-05-07T09:47:18.933" v="594" actId="255"/>
          <ac:spMkLst>
            <pc:docMk/>
            <pc:sldMk cId="4063659911" sldId="277"/>
            <ac:spMk id="2" creationId="{56E23269-EEAD-4256-B8FD-C5A25BDDACFB}"/>
          </ac:spMkLst>
        </pc:spChg>
        <pc:spChg chg="del mod">
          <ac:chgData name="Nicole Wessels" userId="e771acc8-ecbb-4505-a306-f38d70d34d18" providerId="ADAL" clId="{79CD6BD6-6E71-4DE3-9084-1F5CA2D1DD09}" dt="2021-05-07T09:33:53.223" v="440" actId="3680"/>
          <ac:spMkLst>
            <pc:docMk/>
            <pc:sldMk cId="4063659911" sldId="277"/>
            <ac:spMk id="3" creationId="{63661CE5-A4F7-4DD3-B6B5-6187065A00F2}"/>
          </ac:spMkLst>
        </pc:spChg>
        <pc:spChg chg="add del mod">
          <ac:chgData name="Nicole Wessels" userId="e771acc8-ecbb-4505-a306-f38d70d34d18" providerId="ADAL" clId="{79CD6BD6-6E71-4DE3-9084-1F5CA2D1DD09}" dt="2021-05-07T09:39:28.610" v="492" actId="3680"/>
          <ac:spMkLst>
            <pc:docMk/>
            <pc:sldMk cId="4063659911" sldId="277"/>
            <ac:spMk id="4" creationId="{4FFC93C4-4168-46C6-8BA6-F3F14F04AF4A}"/>
          </ac:spMkLst>
        </pc:spChg>
        <pc:graphicFrameChg chg="add mod ord modGraphic">
          <ac:chgData name="Nicole Wessels" userId="e771acc8-ecbb-4505-a306-f38d70d34d18" providerId="ADAL" clId="{79CD6BD6-6E71-4DE3-9084-1F5CA2D1DD09}" dt="2021-05-07T09:47:01.680" v="592" actId="14734"/>
          <ac:graphicFrameMkLst>
            <pc:docMk/>
            <pc:sldMk cId="4063659911" sldId="277"/>
            <ac:graphicFrameMk id="5" creationId="{552BED2F-E0E8-4C67-9F19-F10E50149018}"/>
          </ac:graphicFrameMkLst>
        </pc:graphicFrameChg>
        <pc:graphicFrameChg chg="add del mod ord modGraphic">
          <ac:chgData name="Nicole Wessels" userId="e771acc8-ecbb-4505-a306-f38d70d34d18" providerId="ADAL" clId="{79CD6BD6-6E71-4DE3-9084-1F5CA2D1DD09}" dt="2021-05-07T09:39:20.882" v="491" actId="3680"/>
          <ac:graphicFrameMkLst>
            <pc:docMk/>
            <pc:sldMk cId="4063659911" sldId="277"/>
            <ac:graphicFrameMk id="6" creationId="{5F2F90C4-98DB-4325-983B-2B344E2936B2}"/>
          </ac:graphicFrameMkLst>
        </pc:graphicFrameChg>
        <pc:graphicFrameChg chg="add mod ord modGraphic">
          <ac:chgData name="Nicole Wessels" userId="e771acc8-ecbb-4505-a306-f38d70d34d18" providerId="ADAL" clId="{79CD6BD6-6E71-4DE3-9084-1F5CA2D1DD09}" dt="2021-05-07T09:47:04.296" v="593" actId="14734"/>
          <ac:graphicFrameMkLst>
            <pc:docMk/>
            <pc:sldMk cId="4063659911" sldId="277"/>
            <ac:graphicFrameMk id="7" creationId="{960DEA77-3140-434C-BAEF-C298F775054D}"/>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329C2F-BDE3-4A02-9A90-7EEA2E0EB479}"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ZA"/>
        </a:p>
      </dgm:t>
    </dgm:pt>
    <dgm:pt modelId="{1B0FF0BD-DF14-413B-85E8-AADBC89DC29B}" type="pres">
      <dgm:prSet presAssocID="{99329C2F-BDE3-4A02-9A90-7EEA2E0EB479}" presName="diagram" presStyleCnt="0">
        <dgm:presLayoutVars>
          <dgm:dir/>
          <dgm:resizeHandles val="exact"/>
        </dgm:presLayoutVars>
      </dgm:prSet>
      <dgm:spPr/>
    </dgm:pt>
  </dgm:ptLst>
  <dgm:cxnLst>
    <dgm:cxn modelId="{3C1FD5E7-B5FB-4502-BA04-6C3657244DF0}" type="presOf" srcId="{99329C2F-BDE3-4A02-9A90-7EEA2E0EB479}" destId="{1B0FF0BD-DF14-413B-85E8-AADBC89DC29B}"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4AF1DC-9C10-4DFB-87C0-6D2C925A5C94}" type="doc">
      <dgm:prSet loTypeId="urn:microsoft.com/office/officeart/2005/8/layout/hList1" loCatId="list" qsTypeId="urn:microsoft.com/office/officeart/2005/8/quickstyle/simple5" qsCatId="simple" csTypeId="urn:microsoft.com/office/officeart/2005/8/colors/colorful5" csCatId="colorful" phldr="1"/>
      <dgm:spPr/>
      <dgm:t>
        <a:bodyPr/>
        <a:lstStyle/>
        <a:p>
          <a:endParaRPr lang="en-ZA"/>
        </a:p>
      </dgm:t>
    </dgm:pt>
    <dgm:pt modelId="{85B48448-F244-48FC-A364-93865BCC046B}">
      <dgm:prSet phldrT="[Text]"/>
      <dgm:spPr/>
      <dgm:t>
        <a:bodyPr/>
        <a:lstStyle/>
        <a:p>
          <a:r>
            <a:rPr lang="en-ZA" b="1" dirty="0"/>
            <a:t>Definition</a:t>
          </a:r>
        </a:p>
      </dgm:t>
    </dgm:pt>
    <dgm:pt modelId="{10D1C1EB-8A88-4B05-B331-DC8CC00E5646}" type="parTrans" cxnId="{9F9F9ADB-F3F7-41EB-B601-A06C920A9679}">
      <dgm:prSet/>
      <dgm:spPr/>
      <dgm:t>
        <a:bodyPr/>
        <a:lstStyle/>
        <a:p>
          <a:endParaRPr lang="en-ZA"/>
        </a:p>
      </dgm:t>
    </dgm:pt>
    <dgm:pt modelId="{02B129D6-3262-48B7-AAC6-0CD2BF0F15FD}" type="sibTrans" cxnId="{9F9F9ADB-F3F7-41EB-B601-A06C920A9679}">
      <dgm:prSet/>
      <dgm:spPr/>
      <dgm:t>
        <a:bodyPr/>
        <a:lstStyle/>
        <a:p>
          <a:endParaRPr lang="en-ZA"/>
        </a:p>
      </dgm:t>
    </dgm:pt>
    <dgm:pt modelId="{0697081A-1693-4906-8ABE-7A29D21B8888}">
      <dgm:prSet phldrT="[Text]"/>
      <dgm:spPr/>
      <dgm:t>
        <a:bodyPr/>
        <a:lstStyle/>
        <a:p>
          <a:r>
            <a:rPr lang="en-ZA" dirty="0"/>
            <a:t>Hasty generalisations are reasoned from </a:t>
          </a:r>
          <a:r>
            <a:rPr lang="en-ZA" b="1" dirty="0"/>
            <a:t>too few examples</a:t>
          </a:r>
          <a:r>
            <a:rPr lang="en-ZA" dirty="0"/>
            <a:t> or instances,  to broad conclusions. </a:t>
          </a:r>
        </a:p>
      </dgm:t>
    </dgm:pt>
    <dgm:pt modelId="{19458FB0-4769-400B-803D-1E84DF0AEFD0}" type="parTrans" cxnId="{E77711A6-1459-471E-A252-624E3082D9D0}">
      <dgm:prSet/>
      <dgm:spPr/>
      <dgm:t>
        <a:bodyPr/>
        <a:lstStyle/>
        <a:p>
          <a:endParaRPr lang="en-ZA"/>
        </a:p>
      </dgm:t>
    </dgm:pt>
    <dgm:pt modelId="{F352C1E0-2468-453D-B3EB-4EADD3870BFD}" type="sibTrans" cxnId="{E77711A6-1459-471E-A252-624E3082D9D0}">
      <dgm:prSet/>
      <dgm:spPr/>
      <dgm:t>
        <a:bodyPr/>
        <a:lstStyle/>
        <a:p>
          <a:endParaRPr lang="en-ZA"/>
        </a:p>
      </dgm:t>
    </dgm:pt>
    <dgm:pt modelId="{382A7A73-0EFE-4969-8C55-A4F205647157}">
      <dgm:prSet phldrT="[Text]"/>
      <dgm:spPr/>
      <dgm:t>
        <a:bodyPr/>
        <a:lstStyle/>
        <a:p>
          <a:r>
            <a:rPr lang="en-ZA" b="1"/>
            <a:t>Tips</a:t>
          </a:r>
          <a:endParaRPr lang="en-ZA" b="1" dirty="0"/>
        </a:p>
      </dgm:t>
    </dgm:pt>
    <dgm:pt modelId="{298E9E76-3F09-4DDD-94B8-FB2E919213BE}" type="parTrans" cxnId="{86153DFE-C314-4DE7-880E-2E280ECE6B2E}">
      <dgm:prSet/>
      <dgm:spPr/>
      <dgm:t>
        <a:bodyPr/>
        <a:lstStyle/>
        <a:p>
          <a:endParaRPr lang="en-ZA"/>
        </a:p>
      </dgm:t>
    </dgm:pt>
    <dgm:pt modelId="{09E6C15D-2597-4A4A-B13A-ECD061A99E39}" type="sibTrans" cxnId="{86153DFE-C314-4DE7-880E-2E280ECE6B2E}">
      <dgm:prSet/>
      <dgm:spPr/>
      <dgm:t>
        <a:bodyPr/>
        <a:lstStyle/>
        <a:p>
          <a:endParaRPr lang="en-ZA"/>
        </a:p>
      </dgm:t>
    </dgm:pt>
    <dgm:pt modelId="{131CC716-BE3A-44C6-85DA-CB397EBCCF2A}">
      <dgm:prSet phldrT="[Text]"/>
      <dgm:spPr/>
      <dgm:t>
        <a:bodyPr/>
        <a:lstStyle/>
        <a:p>
          <a:r>
            <a:rPr lang="en-ZA" dirty="0"/>
            <a:t>Careful examination can avoid many “-isms” – racism/sexism/classism etcetera.</a:t>
          </a:r>
        </a:p>
      </dgm:t>
    </dgm:pt>
    <dgm:pt modelId="{B2E46A3E-6848-4873-A94E-37FC345A1367}" type="parTrans" cxnId="{75407B1E-2DF0-49D9-83FA-6639B4DEB5F3}">
      <dgm:prSet/>
      <dgm:spPr/>
      <dgm:t>
        <a:bodyPr/>
        <a:lstStyle/>
        <a:p>
          <a:endParaRPr lang="en-ZA"/>
        </a:p>
      </dgm:t>
    </dgm:pt>
    <dgm:pt modelId="{B5AE11F1-499D-4679-B8E2-B10EE7C41411}" type="sibTrans" cxnId="{75407B1E-2DF0-49D9-83FA-6639B4DEB5F3}">
      <dgm:prSet/>
      <dgm:spPr/>
      <dgm:t>
        <a:bodyPr/>
        <a:lstStyle/>
        <a:p>
          <a:endParaRPr lang="en-ZA"/>
        </a:p>
      </dgm:t>
    </dgm:pt>
    <dgm:pt modelId="{282ABA16-665D-41ED-BF1F-F15BA7505611}">
      <dgm:prSet/>
      <dgm:spPr/>
      <dgm:t>
        <a:bodyPr/>
        <a:lstStyle/>
        <a:p>
          <a:endParaRPr lang="en-ZA" dirty="0"/>
        </a:p>
      </dgm:t>
    </dgm:pt>
    <dgm:pt modelId="{5CCA21DC-72FA-4B6E-AC09-3E7CFCDAAD47}" type="parTrans" cxnId="{02254B12-2B64-4B4D-A420-D00D5FB99BE5}">
      <dgm:prSet/>
      <dgm:spPr/>
      <dgm:t>
        <a:bodyPr/>
        <a:lstStyle/>
        <a:p>
          <a:endParaRPr lang="en-ZA"/>
        </a:p>
      </dgm:t>
    </dgm:pt>
    <dgm:pt modelId="{37C9EB1C-0905-4B8D-83DB-5B4EDA2ABDF2}" type="sibTrans" cxnId="{02254B12-2B64-4B4D-A420-D00D5FB99BE5}">
      <dgm:prSet/>
      <dgm:spPr/>
      <dgm:t>
        <a:bodyPr/>
        <a:lstStyle/>
        <a:p>
          <a:endParaRPr lang="en-ZA"/>
        </a:p>
      </dgm:t>
    </dgm:pt>
    <dgm:pt modelId="{82BA2C30-70BB-4D8A-94C7-5A20A15AEB80}">
      <dgm:prSet/>
      <dgm:spPr/>
      <dgm:t>
        <a:bodyPr/>
        <a:lstStyle/>
        <a:p>
          <a:r>
            <a:rPr lang="en-ZA" dirty="0"/>
            <a:t>Overgeneralisation from slim data often sweeps people/events from related categories under one blanket.</a:t>
          </a:r>
        </a:p>
      </dgm:t>
    </dgm:pt>
    <dgm:pt modelId="{63D2C7F0-C48B-4233-A5E4-A2C8D9B492EB}" type="parTrans" cxnId="{E959A042-6F59-466C-B38D-00184C7FA260}">
      <dgm:prSet/>
      <dgm:spPr/>
      <dgm:t>
        <a:bodyPr/>
        <a:lstStyle/>
        <a:p>
          <a:endParaRPr lang="en-ZA"/>
        </a:p>
      </dgm:t>
    </dgm:pt>
    <dgm:pt modelId="{975E37A6-6376-45E4-86BE-8D1DD35B7AE5}" type="sibTrans" cxnId="{E959A042-6F59-466C-B38D-00184C7FA260}">
      <dgm:prSet/>
      <dgm:spPr/>
      <dgm:t>
        <a:bodyPr/>
        <a:lstStyle/>
        <a:p>
          <a:endParaRPr lang="en-ZA"/>
        </a:p>
      </dgm:t>
    </dgm:pt>
    <dgm:pt modelId="{9DACF420-566C-4DB4-8374-2C38124E65B6}">
      <dgm:prSet/>
      <dgm:spPr/>
      <dgm:t>
        <a:bodyPr/>
        <a:lstStyle/>
        <a:p>
          <a:endParaRPr lang="en-ZA" dirty="0"/>
        </a:p>
      </dgm:t>
    </dgm:pt>
    <dgm:pt modelId="{C4AF0C2B-E9BA-4E64-9E24-651EFEF81154}" type="parTrans" cxnId="{5848A292-C47A-4DF0-89E6-FF7D02E63FF7}">
      <dgm:prSet/>
      <dgm:spPr/>
      <dgm:t>
        <a:bodyPr/>
        <a:lstStyle/>
        <a:p>
          <a:endParaRPr lang="en-ZA"/>
        </a:p>
      </dgm:t>
    </dgm:pt>
    <dgm:pt modelId="{96A18DD4-99C1-4B9B-A359-0CE80C39FC0D}" type="sibTrans" cxnId="{5848A292-C47A-4DF0-89E6-FF7D02E63FF7}">
      <dgm:prSet/>
      <dgm:spPr/>
      <dgm:t>
        <a:bodyPr/>
        <a:lstStyle/>
        <a:p>
          <a:endParaRPr lang="en-ZA"/>
        </a:p>
      </dgm:t>
    </dgm:pt>
    <dgm:pt modelId="{711DB1A3-0D23-4B24-A17D-B1BD268D642B}">
      <dgm:prSet/>
      <dgm:spPr/>
      <dgm:t>
        <a:bodyPr/>
        <a:lstStyle/>
        <a:p>
          <a:r>
            <a:rPr lang="en-ZA" dirty="0"/>
            <a:t>Watch out for words like, </a:t>
          </a:r>
          <a:r>
            <a:rPr lang="en-ZA" i="1" dirty="0"/>
            <a:t>always</a:t>
          </a:r>
          <a:r>
            <a:rPr lang="en-ZA" dirty="0"/>
            <a:t> and </a:t>
          </a:r>
          <a:r>
            <a:rPr lang="en-ZA" i="1" dirty="0"/>
            <a:t>never</a:t>
          </a:r>
          <a:r>
            <a:rPr lang="en-ZA" dirty="0"/>
            <a:t>.</a:t>
          </a:r>
        </a:p>
      </dgm:t>
    </dgm:pt>
    <dgm:pt modelId="{F6E8679B-E8A4-495E-A358-2FFCFBCD2CE1}" type="parTrans" cxnId="{FD62C5B3-EFE1-4709-B6D1-58D25F4A2FD2}">
      <dgm:prSet/>
      <dgm:spPr/>
      <dgm:t>
        <a:bodyPr/>
        <a:lstStyle/>
        <a:p>
          <a:endParaRPr lang="en-ZA"/>
        </a:p>
      </dgm:t>
    </dgm:pt>
    <dgm:pt modelId="{823F2886-2BF8-405C-BE40-E660F2A4AFC0}" type="sibTrans" cxnId="{FD62C5B3-EFE1-4709-B6D1-58D25F4A2FD2}">
      <dgm:prSet/>
      <dgm:spPr/>
      <dgm:t>
        <a:bodyPr/>
        <a:lstStyle/>
        <a:p>
          <a:endParaRPr lang="en-ZA"/>
        </a:p>
      </dgm:t>
    </dgm:pt>
    <dgm:pt modelId="{39C7EA8E-F9A7-4F3A-BFAF-F19111D017E5}">
      <dgm:prSet/>
      <dgm:spPr/>
      <dgm:t>
        <a:bodyPr/>
        <a:lstStyle/>
        <a:p>
          <a:endParaRPr lang="en-ZA" dirty="0"/>
        </a:p>
      </dgm:t>
    </dgm:pt>
    <dgm:pt modelId="{491D5940-0842-44F9-8D6D-7C59A3DA0110}" type="parTrans" cxnId="{C25CE447-6722-4697-BCBA-FF3F5410ECE1}">
      <dgm:prSet/>
      <dgm:spPr/>
      <dgm:t>
        <a:bodyPr/>
        <a:lstStyle/>
        <a:p>
          <a:endParaRPr lang="en-ZA"/>
        </a:p>
      </dgm:t>
    </dgm:pt>
    <dgm:pt modelId="{965C2F69-D605-464C-B21F-8EF1AC79FD57}" type="sibTrans" cxnId="{C25CE447-6722-4697-BCBA-FF3F5410ECE1}">
      <dgm:prSet/>
      <dgm:spPr/>
      <dgm:t>
        <a:bodyPr/>
        <a:lstStyle/>
        <a:p>
          <a:endParaRPr lang="en-ZA"/>
        </a:p>
      </dgm:t>
    </dgm:pt>
    <dgm:pt modelId="{403742FA-84A4-4AF5-8FF7-8C3953407C00}">
      <dgm:prSet/>
      <dgm:spPr/>
      <dgm:t>
        <a:bodyPr/>
        <a:lstStyle/>
        <a:p>
          <a:r>
            <a:rPr lang="en-ZA" dirty="0"/>
            <a:t>Look for exceptions to generalisations, &amp; </a:t>
          </a:r>
          <a:r>
            <a:rPr lang="en-ZA" b="1" dirty="0"/>
            <a:t>qualify</a:t>
          </a:r>
          <a:r>
            <a:rPr lang="en-ZA" dirty="0"/>
            <a:t> claims with probably, possibly, or perhaps.</a:t>
          </a:r>
        </a:p>
      </dgm:t>
    </dgm:pt>
    <dgm:pt modelId="{42515FE4-3DCF-494E-9A37-A8006AB5262C}" type="parTrans" cxnId="{580A62E4-60F4-41AF-8307-53CBAE5FD9A9}">
      <dgm:prSet/>
      <dgm:spPr/>
      <dgm:t>
        <a:bodyPr/>
        <a:lstStyle/>
        <a:p>
          <a:endParaRPr lang="en-ZA"/>
        </a:p>
      </dgm:t>
    </dgm:pt>
    <dgm:pt modelId="{D93BCC1B-13F9-4965-8B43-31FC6EEE399F}" type="sibTrans" cxnId="{580A62E4-60F4-41AF-8307-53CBAE5FD9A9}">
      <dgm:prSet/>
      <dgm:spPr/>
      <dgm:t>
        <a:bodyPr/>
        <a:lstStyle/>
        <a:p>
          <a:endParaRPr lang="en-ZA"/>
        </a:p>
      </dgm:t>
    </dgm:pt>
    <dgm:pt modelId="{52AB3A7F-A782-4404-BA12-69E36B565867}">
      <dgm:prSet/>
      <dgm:spPr/>
      <dgm:t>
        <a:bodyPr/>
        <a:lstStyle/>
        <a:p>
          <a:r>
            <a:rPr lang="en-ZA" b="1" i="0" u="sng" dirty="0"/>
            <a:t>Example</a:t>
          </a:r>
          <a:r>
            <a:rPr lang="en-ZA" b="1" i="0" u="none" dirty="0"/>
            <a:t>: </a:t>
          </a:r>
          <a:r>
            <a:rPr lang="en-ZA" i="1" dirty="0"/>
            <a:t>“You people are all alike”, </a:t>
          </a:r>
          <a:r>
            <a:rPr lang="en-ZA" dirty="0"/>
            <a:t>represents this fallacy.</a:t>
          </a:r>
        </a:p>
      </dgm:t>
    </dgm:pt>
    <dgm:pt modelId="{BDCE766F-DCBF-4B2A-A390-626C52C531C3}" type="parTrans" cxnId="{1D0E4383-F5B2-48AE-BA9A-68956B7E7C84}">
      <dgm:prSet/>
      <dgm:spPr/>
      <dgm:t>
        <a:bodyPr/>
        <a:lstStyle/>
        <a:p>
          <a:endParaRPr lang="en-ZA"/>
        </a:p>
      </dgm:t>
    </dgm:pt>
    <dgm:pt modelId="{7B9892A5-EBD7-4040-98C2-94E32A98E27F}" type="sibTrans" cxnId="{1D0E4383-F5B2-48AE-BA9A-68956B7E7C84}">
      <dgm:prSet/>
      <dgm:spPr/>
      <dgm:t>
        <a:bodyPr/>
        <a:lstStyle/>
        <a:p>
          <a:endParaRPr lang="en-ZA"/>
        </a:p>
      </dgm:t>
    </dgm:pt>
    <dgm:pt modelId="{C2014E97-DBD1-4264-8864-1D048B5A1592}">
      <dgm:prSet/>
      <dgm:spPr/>
      <dgm:t>
        <a:bodyPr/>
        <a:lstStyle/>
        <a:p>
          <a:endParaRPr lang="en-ZA" dirty="0"/>
        </a:p>
      </dgm:t>
    </dgm:pt>
    <dgm:pt modelId="{AF4F7F12-6B1B-469C-8D93-F61865CD61BE}" type="parTrans" cxnId="{A5E372B0-900A-44B4-A7D1-55CD6220AFF0}">
      <dgm:prSet/>
      <dgm:spPr/>
      <dgm:t>
        <a:bodyPr/>
        <a:lstStyle/>
        <a:p>
          <a:endParaRPr lang="en-ZA"/>
        </a:p>
      </dgm:t>
    </dgm:pt>
    <dgm:pt modelId="{5778AC25-2442-46E6-BB40-F5FE8132F8EB}" type="sibTrans" cxnId="{A5E372B0-900A-44B4-A7D1-55CD6220AFF0}">
      <dgm:prSet/>
      <dgm:spPr/>
      <dgm:t>
        <a:bodyPr/>
        <a:lstStyle/>
        <a:p>
          <a:endParaRPr lang="en-ZA"/>
        </a:p>
      </dgm:t>
    </dgm:pt>
    <dgm:pt modelId="{D61DFF01-DD8D-468A-B2D2-01B41F420E19}" type="pres">
      <dgm:prSet presAssocID="{5E4AF1DC-9C10-4DFB-87C0-6D2C925A5C94}" presName="Name0" presStyleCnt="0">
        <dgm:presLayoutVars>
          <dgm:dir/>
          <dgm:animLvl val="lvl"/>
          <dgm:resizeHandles val="exact"/>
        </dgm:presLayoutVars>
      </dgm:prSet>
      <dgm:spPr/>
    </dgm:pt>
    <dgm:pt modelId="{D8724E1C-7596-4432-A694-5A4E998544CD}" type="pres">
      <dgm:prSet presAssocID="{85B48448-F244-48FC-A364-93865BCC046B}" presName="composite" presStyleCnt="0"/>
      <dgm:spPr/>
    </dgm:pt>
    <dgm:pt modelId="{F0198EAE-A9FB-46C3-9070-2B57A50BF2B5}" type="pres">
      <dgm:prSet presAssocID="{85B48448-F244-48FC-A364-93865BCC046B}" presName="parTx" presStyleLbl="alignNode1" presStyleIdx="0" presStyleCnt="2">
        <dgm:presLayoutVars>
          <dgm:chMax val="0"/>
          <dgm:chPref val="0"/>
          <dgm:bulletEnabled val="1"/>
        </dgm:presLayoutVars>
      </dgm:prSet>
      <dgm:spPr/>
    </dgm:pt>
    <dgm:pt modelId="{F74CCC98-91AD-4037-BFFD-1166E1545179}" type="pres">
      <dgm:prSet presAssocID="{85B48448-F244-48FC-A364-93865BCC046B}" presName="desTx" presStyleLbl="alignAccFollowNode1" presStyleIdx="0" presStyleCnt="2">
        <dgm:presLayoutVars>
          <dgm:bulletEnabled val="1"/>
        </dgm:presLayoutVars>
      </dgm:prSet>
      <dgm:spPr/>
    </dgm:pt>
    <dgm:pt modelId="{D751508E-E9D8-40CF-A16E-F1574D6961CF}" type="pres">
      <dgm:prSet presAssocID="{02B129D6-3262-48B7-AAC6-0CD2BF0F15FD}" presName="space" presStyleCnt="0"/>
      <dgm:spPr/>
    </dgm:pt>
    <dgm:pt modelId="{F0973602-A77A-435C-919D-07F26EBABB47}" type="pres">
      <dgm:prSet presAssocID="{382A7A73-0EFE-4969-8C55-A4F205647157}" presName="composite" presStyleCnt="0"/>
      <dgm:spPr/>
    </dgm:pt>
    <dgm:pt modelId="{5A5933DC-4322-49C9-8787-18E5ECA9A779}" type="pres">
      <dgm:prSet presAssocID="{382A7A73-0EFE-4969-8C55-A4F205647157}" presName="parTx" presStyleLbl="alignNode1" presStyleIdx="1" presStyleCnt="2">
        <dgm:presLayoutVars>
          <dgm:chMax val="0"/>
          <dgm:chPref val="0"/>
          <dgm:bulletEnabled val="1"/>
        </dgm:presLayoutVars>
      </dgm:prSet>
      <dgm:spPr/>
    </dgm:pt>
    <dgm:pt modelId="{B3453B5F-34E9-48C6-B689-F16F1D2CE83C}" type="pres">
      <dgm:prSet presAssocID="{382A7A73-0EFE-4969-8C55-A4F205647157}" presName="desTx" presStyleLbl="alignAccFollowNode1" presStyleIdx="1" presStyleCnt="2">
        <dgm:presLayoutVars>
          <dgm:bulletEnabled val="1"/>
        </dgm:presLayoutVars>
      </dgm:prSet>
      <dgm:spPr/>
    </dgm:pt>
  </dgm:ptLst>
  <dgm:cxnLst>
    <dgm:cxn modelId="{C2892906-D903-483B-A81D-54FC590E9BC0}" type="presOf" srcId="{5E4AF1DC-9C10-4DFB-87C0-6D2C925A5C94}" destId="{D61DFF01-DD8D-468A-B2D2-01B41F420E19}" srcOrd="0" destOrd="0" presId="urn:microsoft.com/office/officeart/2005/8/layout/hList1"/>
    <dgm:cxn modelId="{02254B12-2B64-4B4D-A420-D00D5FB99BE5}" srcId="{85B48448-F244-48FC-A364-93865BCC046B}" destId="{282ABA16-665D-41ED-BF1F-F15BA7505611}" srcOrd="1" destOrd="0" parTransId="{5CCA21DC-72FA-4B6E-AC09-3E7CFCDAAD47}" sibTransId="{37C9EB1C-0905-4B8D-83DB-5B4EDA2ABDF2}"/>
    <dgm:cxn modelId="{75407B1E-2DF0-49D9-83FA-6639B4DEB5F3}" srcId="{382A7A73-0EFE-4969-8C55-A4F205647157}" destId="{131CC716-BE3A-44C6-85DA-CB397EBCCF2A}" srcOrd="0" destOrd="0" parTransId="{B2E46A3E-6848-4873-A94E-37FC345A1367}" sibTransId="{B5AE11F1-499D-4679-B8E2-B10EE7C41411}"/>
    <dgm:cxn modelId="{C2712A34-556A-4E83-850B-9F387785D527}" type="presOf" srcId="{39C7EA8E-F9A7-4F3A-BFAF-F19111D017E5}" destId="{B3453B5F-34E9-48C6-B689-F16F1D2CE83C}" srcOrd="0" destOrd="3" presId="urn:microsoft.com/office/officeart/2005/8/layout/hList1"/>
    <dgm:cxn modelId="{84746234-85C9-4BE5-8F51-1F80E6F9E95C}" type="presOf" srcId="{C2014E97-DBD1-4264-8864-1D048B5A1592}" destId="{F74CCC98-91AD-4037-BFFD-1166E1545179}" srcOrd="0" destOrd="3" presId="urn:microsoft.com/office/officeart/2005/8/layout/hList1"/>
    <dgm:cxn modelId="{E959A042-6F59-466C-B38D-00184C7FA260}" srcId="{85B48448-F244-48FC-A364-93865BCC046B}" destId="{82BA2C30-70BB-4D8A-94C7-5A20A15AEB80}" srcOrd="2" destOrd="0" parTransId="{63D2C7F0-C48B-4233-A5E4-A2C8D9B492EB}" sibTransId="{975E37A6-6376-45E4-86BE-8D1DD35B7AE5}"/>
    <dgm:cxn modelId="{5A176145-B8E7-4760-B763-75DEB2EBE5EC}" type="presOf" srcId="{0697081A-1693-4906-8ABE-7A29D21B8888}" destId="{F74CCC98-91AD-4037-BFFD-1166E1545179}" srcOrd="0" destOrd="0" presId="urn:microsoft.com/office/officeart/2005/8/layout/hList1"/>
    <dgm:cxn modelId="{C25CE447-6722-4697-BCBA-FF3F5410ECE1}" srcId="{382A7A73-0EFE-4969-8C55-A4F205647157}" destId="{39C7EA8E-F9A7-4F3A-BFAF-F19111D017E5}" srcOrd="3" destOrd="0" parTransId="{491D5940-0842-44F9-8D6D-7C59A3DA0110}" sibTransId="{965C2F69-D605-464C-B21F-8EF1AC79FD57}"/>
    <dgm:cxn modelId="{0F5CCD78-C8F3-4651-ACAE-55C446198168}" type="presOf" srcId="{9DACF420-566C-4DB4-8374-2C38124E65B6}" destId="{B3453B5F-34E9-48C6-B689-F16F1D2CE83C}" srcOrd="0" destOrd="1" presId="urn:microsoft.com/office/officeart/2005/8/layout/hList1"/>
    <dgm:cxn modelId="{1D0E4383-F5B2-48AE-BA9A-68956B7E7C84}" srcId="{85B48448-F244-48FC-A364-93865BCC046B}" destId="{52AB3A7F-A782-4404-BA12-69E36B565867}" srcOrd="4" destOrd="0" parTransId="{BDCE766F-DCBF-4B2A-A390-626C52C531C3}" sibTransId="{7B9892A5-EBD7-4040-98C2-94E32A98E27F}"/>
    <dgm:cxn modelId="{5848A292-C47A-4DF0-89E6-FF7D02E63FF7}" srcId="{382A7A73-0EFE-4969-8C55-A4F205647157}" destId="{9DACF420-566C-4DB4-8374-2C38124E65B6}" srcOrd="1" destOrd="0" parTransId="{C4AF0C2B-E9BA-4E64-9E24-651EFEF81154}" sibTransId="{96A18DD4-99C1-4B9B-A359-0CE80C39FC0D}"/>
    <dgm:cxn modelId="{01EBC894-80A7-4500-AA63-53CAB266549D}" type="presOf" srcId="{282ABA16-665D-41ED-BF1F-F15BA7505611}" destId="{F74CCC98-91AD-4037-BFFD-1166E1545179}" srcOrd="0" destOrd="1" presId="urn:microsoft.com/office/officeart/2005/8/layout/hList1"/>
    <dgm:cxn modelId="{E77711A6-1459-471E-A252-624E3082D9D0}" srcId="{85B48448-F244-48FC-A364-93865BCC046B}" destId="{0697081A-1693-4906-8ABE-7A29D21B8888}" srcOrd="0" destOrd="0" parTransId="{19458FB0-4769-400B-803D-1E84DF0AEFD0}" sibTransId="{F352C1E0-2468-453D-B3EB-4EADD3870BFD}"/>
    <dgm:cxn modelId="{4E3E6FAD-7A5C-444D-A605-8684F928205F}" type="presOf" srcId="{82BA2C30-70BB-4D8A-94C7-5A20A15AEB80}" destId="{F74CCC98-91AD-4037-BFFD-1166E1545179}" srcOrd="0" destOrd="2" presId="urn:microsoft.com/office/officeart/2005/8/layout/hList1"/>
    <dgm:cxn modelId="{A5E372B0-900A-44B4-A7D1-55CD6220AFF0}" srcId="{85B48448-F244-48FC-A364-93865BCC046B}" destId="{C2014E97-DBD1-4264-8864-1D048B5A1592}" srcOrd="3" destOrd="0" parTransId="{AF4F7F12-6B1B-469C-8D93-F61865CD61BE}" sibTransId="{5778AC25-2442-46E6-BB40-F5FE8132F8EB}"/>
    <dgm:cxn modelId="{FD62C5B3-EFE1-4709-B6D1-58D25F4A2FD2}" srcId="{382A7A73-0EFE-4969-8C55-A4F205647157}" destId="{711DB1A3-0D23-4B24-A17D-B1BD268D642B}" srcOrd="2" destOrd="0" parTransId="{F6E8679B-E8A4-495E-A358-2FFCFBCD2CE1}" sibTransId="{823F2886-2BF8-405C-BE40-E660F2A4AFC0}"/>
    <dgm:cxn modelId="{4010E6B4-BCB1-4D7B-8EC3-99444D6432A8}" type="presOf" srcId="{711DB1A3-0D23-4B24-A17D-B1BD268D642B}" destId="{B3453B5F-34E9-48C6-B689-F16F1D2CE83C}" srcOrd="0" destOrd="2" presId="urn:microsoft.com/office/officeart/2005/8/layout/hList1"/>
    <dgm:cxn modelId="{91A686BA-BCC3-4E92-924F-CD5225829FC9}" type="presOf" srcId="{52AB3A7F-A782-4404-BA12-69E36B565867}" destId="{F74CCC98-91AD-4037-BFFD-1166E1545179}" srcOrd="0" destOrd="4" presId="urn:microsoft.com/office/officeart/2005/8/layout/hList1"/>
    <dgm:cxn modelId="{8643ECD4-E421-49A0-A31E-1CB1AF34C709}" type="presOf" srcId="{403742FA-84A4-4AF5-8FF7-8C3953407C00}" destId="{B3453B5F-34E9-48C6-B689-F16F1D2CE83C}" srcOrd="0" destOrd="4" presId="urn:microsoft.com/office/officeart/2005/8/layout/hList1"/>
    <dgm:cxn modelId="{9F9F9ADB-F3F7-41EB-B601-A06C920A9679}" srcId="{5E4AF1DC-9C10-4DFB-87C0-6D2C925A5C94}" destId="{85B48448-F244-48FC-A364-93865BCC046B}" srcOrd="0" destOrd="0" parTransId="{10D1C1EB-8A88-4B05-B331-DC8CC00E5646}" sibTransId="{02B129D6-3262-48B7-AAC6-0CD2BF0F15FD}"/>
    <dgm:cxn modelId="{580A62E4-60F4-41AF-8307-53CBAE5FD9A9}" srcId="{382A7A73-0EFE-4969-8C55-A4F205647157}" destId="{403742FA-84A4-4AF5-8FF7-8C3953407C00}" srcOrd="4" destOrd="0" parTransId="{42515FE4-3DCF-494E-9A37-A8006AB5262C}" sibTransId="{D93BCC1B-13F9-4965-8B43-31FC6EEE399F}"/>
    <dgm:cxn modelId="{1A5BBDEE-2AEF-493A-9F61-5282F5027680}" type="presOf" srcId="{131CC716-BE3A-44C6-85DA-CB397EBCCF2A}" destId="{B3453B5F-34E9-48C6-B689-F16F1D2CE83C}" srcOrd="0" destOrd="0" presId="urn:microsoft.com/office/officeart/2005/8/layout/hList1"/>
    <dgm:cxn modelId="{55D619EF-6F2F-4128-A182-E710337E28D1}" type="presOf" srcId="{382A7A73-0EFE-4969-8C55-A4F205647157}" destId="{5A5933DC-4322-49C9-8787-18E5ECA9A779}" srcOrd="0" destOrd="0" presId="urn:microsoft.com/office/officeart/2005/8/layout/hList1"/>
    <dgm:cxn modelId="{26B8B0F4-7D39-4B23-AF6A-A3DA61D16687}" type="presOf" srcId="{85B48448-F244-48FC-A364-93865BCC046B}" destId="{F0198EAE-A9FB-46C3-9070-2B57A50BF2B5}" srcOrd="0" destOrd="0" presId="urn:microsoft.com/office/officeart/2005/8/layout/hList1"/>
    <dgm:cxn modelId="{86153DFE-C314-4DE7-880E-2E280ECE6B2E}" srcId="{5E4AF1DC-9C10-4DFB-87C0-6D2C925A5C94}" destId="{382A7A73-0EFE-4969-8C55-A4F205647157}" srcOrd="1" destOrd="0" parTransId="{298E9E76-3F09-4DDD-94B8-FB2E919213BE}" sibTransId="{09E6C15D-2597-4A4A-B13A-ECD061A99E39}"/>
    <dgm:cxn modelId="{BA175A81-79CA-4FFA-9680-C8269E56FF11}" type="presParOf" srcId="{D61DFF01-DD8D-468A-B2D2-01B41F420E19}" destId="{D8724E1C-7596-4432-A694-5A4E998544CD}" srcOrd="0" destOrd="0" presId="urn:microsoft.com/office/officeart/2005/8/layout/hList1"/>
    <dgm:cxn modelId="{E1908523-8690-4459-9913-823C6BA8606A}" type="presParOf" srcId="{D8724E1C-7596-4432-A694-5A4E998544CD}" destId="{F0198EAE-A9FB-46C3-9070-2B57A50BF2B5}" srcOrd="0" destOrd="0" presId="urn:microsoft.com/office/officeart/2005/8/layout/hList1"/>
    <dgm:cxn modelId="{C54058B5-E68A-4216-B9E6-048801B53D97}" type="presParOf" srcId="{D8724E1C-7596-4432-A694-5A4E998544CD}" destId="{F74CCC98-91AD-4037-BFFD-1166E1545179}" srcOrd="1" destOrd="0" presId="urn:microsoft.com/office/officeart/2005/8/layout/hList1"/>
    <dgm:cxn modelId="{79B30409-73EE-48AA-8872-128B943512E8}" type="presParOf" srcId="{D61DFF01-DD8D-468A-B2D2-01B41F420E19}" destId="{D751508E-E9D8-40CF-A16E-F1574D6961CF}" srcOrd="1" destOrd="0" presId="urn:microsoft.com/office/officeart/2005/8/layout/hList1"/>
    <dgm:cxn modelId="{878B9BE5-022C-48D1-BFE0-A74BE108B4E6}" type="presParOf" srcId="{D61DFF01-DD8D-468A-B2D2-01B41F420E19}" destId="{F0973602-A77A-435C-919D-07F26EBABB47}" srcOrd="2" destOrd="0" presId="urn:microsoft.com/office/officeart/2005/8/layout/hList1"/>
    <dgm:cxn modelId="{F25C8460-29D7-4755-B93B-B86116EC2671}" type="presParOf" srcId="{F0973602-A77A-435C-919D-07F26EBABB47}" destId="{5A5933DC-4322-49C9-8787-18E5ECA9A779}" srcOrd="0" destOrd="0" presId="urn:microsoft.com/office/officeart/2005/8/layout/hList1"/>
    <dgm:cxn modelId="{B7D60F05-7B4F-4B28-BDBB-DBF7343F820C}" type="presParOf" srcId="{F0973602-A77A-435C-919D-07F26EBABB47}" destId="{B3453B5F-34E9-48C6-B689-F16F1D2CE83C}"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38EDE16-1B8A-49EF-B21C-D75FBCEFF796}" type="doc">
      <dgm:prSet loTypeId="urn:microsoft.com/office/officeart/2005/8/layout/hList1" loCatId="list" qsTypeId="urn:microsoft.com/office/officeart/2005/8/quickstyle/simple4" qsCatId="simple" csTypeId="urn:microsoft.com/office/officeart/2005/8/colors/colorful5" csCatId="colorful" phldr="1"/>
      <dgm:spPr/>
      <dgm:t>
        <a:bodyPr/>
        <a:lstStyle/>
        <a:p>
          <a:endParaRPr lang="en-ZA"/>
        </a:p>
      </dgm:t>
    </dgm:pt>
    <dgm:pt modelId="{32A035EE-684D-4B15-A2A0-07932F3E691E}">
      <dgm:prSet phldrT="[Text]" custT="1"/>
      <dgm:spPr/>
      <dgm:t>
        <a:bodyPr/>
        <a:lstStyle/>
        <a:p>
          <a:r>
            <a:rPr lang="en-ZA" sz="2400" b="1" dirty="0"/>
            <a:t>Definition</a:t>
          </a:r>
        </a:p>
      </dgm:t>
    </dgm:pt>
    <dgm:pt modelId="{07746BBE-90AB-4A65-9F5E-6C6EFACE94E9}" type="parTrans" cxnId="{542FA0EB-9E27-47C9-B20C-B71841AF0DC3}">
      <dgm:prSet/>
      <dgm:spPr/>
      <dgm:t>
        <a:bodyPr/>
        <a:lstStyle/>
        <a:p>
          <a:endParaRPr lang="en-ZA"/>
        </a:p>
      </dgm:t>
    </dgm:pt>
    <dgm:pt modelId="{E1801D98-E335-4413-ABC6-D509FA09FD23}" type="sibTrans" cxnId="{542FA0EB-9E27-47C9-B20C-B71841AF0DC3}">
      <dgm:prSet/>
      <dgm:spPr/>
      <dgm:t>
        <a:bodyPr/>
        <a:lstStyle/>
        <a:p>
          <a:endParaRPr lang="en-ZA"/>
        </a:p>
      </dgm:t>
    </dgm:pt>
    <dgm:pt modelId="{DCE0B2BB-A5D3-439A-A35C-3689C7E23386}">
      <dgm:prSet phldrT="[Text]"/>
      <dgm:spPr/>
      <dgm:t>
        <a:bodyPr/>
        <a:lstStyle/>
        <a:p>
          <a:r>
            <a:rPr lang="en-ZA" dirty="0"/>
            <a:t>Comparisons of 1 thing to another because of similarities, when, in fact, they also have significant differences. </a:t>
          </a:r>
        </a:p>
      </dgm:t>
    </dgm:pt>
    <dgm:pt modelId="{02ECB336-0C6B-4758-8AC8-002ECEAA58A9}" type="parTrans" cxnId="{08EF69DB-93C9-4EC2-8B74-076608E753AC}">
      <dgm:prSet/>
      <dgm:spPr/>
      <dgm:t>
        <a:bodyPr/>
        <a:lstStyle/>
        <a:p>
          <a:endParaRPr lang="en-ZA"/>
        </a:p>
      </dgm:t>
    </dgm:pt>
    <dgm:pt modelId="{D0592DC3-3676-4F33-9A31-74DDFD42C5D7}" type="sibTrans" cxnId="{08EF69DB-93C9-4EC2-8B74-076608E753AC}">
      <dgm:prSet/>
      <dgm:spPr/>
      <dgm:t>
        <a:bodyPr/>
        <a:lstStyle/>
        <a:p>
          <a:endParaRPr lang="en-ZA"/>
        </a:p>
      </dgm:t>
    </dgm:pt>
    <dgm:pt modelId="{514DC01C-6A49-45B2-822B-CB59F8BF721F}">
      <dgm:prSet phldrT="[Text]" custT="1"/>
      <dgm:spPr/>
      <dgm:t>
        <a:bodyPr/>
        <a:lstStyle/>
        <a:p>
          <a:r>
            <a:rPr lang="en-ZA" sz="2400" b="1" dirty="0"/>
            <a:t>Tips</a:t>
          </a:r>
        </a:p>
      </dgm:t>
    </dgm:pt>
    <dgm:pt modelId="{4603E29D-ABB7-49D4-B4FE-B46F274B3537}" type="parTrans" cxnId="{C8354937-A177-4DB6-980A-1190D6CB2962}">
      <dgm:prSet/>
      <dgm:spPr/>
      <dgm:t>
        <a:bodyPr/>
        <a:lstStyle/>
        <a:p>
          <a:endParaRPr lang="en-ZA"/>
        </a:p>
      </dgm:t>
    </dgm:pt>
    <dgm:pt modelId="{1621ED61-E991-43FB-91AB-D34CD01907AE}" type="sibTrans" cxnId="{C8354937-A177-4DB6-980A-1190D6CB2962}">
      <dgm:prSet/>
      <dgm:spPr/>
      <dgm:t>
        <a:bodyPr/>
        <a:lstStyle/>
        <a:p>
          <a:endParaRPr lang="en-ZA"/>
        </a:p>
      </dgm:t>
    </dgm:pt>
    <dgm:pt modelId="{9522E12C-E5EB-48BB-AC08-1CF4B405DA24}">
      <dgm:prSet phldrT="[Text]"/>
      <dgm:spPr/>
      <dgm:t>
        <a:bodyPr/>
        <a:lstStyle/>
        <a:p>
          <a:r>
            <a:rPr lang="en-ZA" dirty="0"/>
            <a:t>Identify differences.</a:t>
          </a:r>
        </a:p>
      </dgm:t>
    </dgm:pt>
    <dgm:pt modelId="{7213748E-ED68-42B8-B247-5C792EE3815A}" type="parTrans" cxnId="{28DE7424-F584-43DD-B392-496318765413}">
      <dgm:prSet/>
      <dgm:spPr/>
      <dgm:t>
        <a:bodyPr/>
        <a:lstStyle/>
        <a:p>
          <a:endParaRPr lang="en-ZA"/>
        </a:p>
      </dgm:t>
    </dgm:pt>
    <dgm:pt modelId="{A4D00841-F78F-47E0-8462-D28E775F4DE0}" type="sibTrans" cxnId="{28DE7424-F584-43DD-B392-496318765413}">
      <dgm:prSet/>
      <dgm:spPr/>
      <dgm:t>
        <a:bodyPr/>
        <a:lstStyle/>
        <a:p>
          <a:endParaRPr lang="en-ZA"/>
        </a:p>
      </dgm:t>
    </dgm:pt>
    <dgm:pt modelId="{509528B5-7302-4EFD-842D-E6F96BB801D6}">
      <dgm:prSet phldrT="[Text]"/>
      <dgm:spPr/>
      <dgm:t>
        <a:bodyPr/>
        <a:lstStyle/>
        <a:p>
          <a:r>
            <a:rPr lang="en-ZA" dirty="0"/>
            <a:t>If the 2 things don’t compare on all significant issues, </a:t>
          </a:r>
          <a:r>
            <a:rPr lang="en-ZA" b="1" dirty="0"/>
            <a:t>reject</a:t>
          </a:r>
          <a:r>
            <a:rPr lang="en-ZA" dirty="0"/>
            <a:t> the analogy.</a:t>
          </a:r>
        </a:p>
      </dgm:t>
    </dgm:pt>
    <dgm:pt modelId="{9B5CFABB-E889-4568-8402-CAC43649DF56}" type="parTrans" cxnId="{98B90234-BD0C-4340-B36E-7401CE734606}">
      <dgm:prSet/>
      <dgm:spPr/>
      <dgm:t>
        <a:bodyPr/>
        <a:lstStyle/>
        <a:p>
          <a:endParaRPr lang="en-ZA"/>
        </a:p>
      </dgm:t>
    </dgm:pt>
    <dgm:pt modelId="{A65209A5-A36E-423C-84D8-EB87EF56FE20}" type="sibTrans" cxnId="{98B90234-BD0C-4340-B36E-7401CE734606}">
      <dgm:prSet/>
      <dgm:spPr/>
      <dgm:t>
        <a:bodyPr/>
        <a:lstStyle/>
        <a:p>
          <a:endParaRPr lang="en-ZA"/>
        </a:p>
      </dgm:t>
    </dgm:pt>
    <dgm:pt modelId="{9098A0C6-6E2A-43C8-B902-C999312C19B1}">
      <dgm:prSet phldrT="[Text]"/>
      <dgm:spPr/>
      <dgm:t>
        <a:bodyPr/>
        <a:lstStyle/>
        <a:p>
          <a:endParaRPr lang="en-ZA" dirty="0"/>
        </a:p>
      </dgm:t>
    </dgm:pt>
    <dgm:pt modelId="{71C66CF9-C790-4961-9AFB-187EBF74E488}" type="parTrans" cxnId="{BDBDE67F-2C6B-4081-9761-79B3D56FA452}">
      <dgm:prSet/>
      <dgm:spPr/>
      <dgm:t>
        <a:bodyPr/>
        <a:lstStyle/>
        <a:p>
          <a:endParaRPr lang="en-ZA"/>
        </a:p>
      </dgm:t>
    </dgm:pt>
    <dgm:pt modelId="{399055C6-DCB4-486D-A05E-27695F06B577}" type="sibTrans" cxnId="{BDBDE67F-2C6B-4081-9761-79B3D56FA452}">
      <dgm:prSet/>
      <dgm:spPr/>
      <dgm:t>
        <a:bodyPr/>
        <a:lstStyle/>
        <a:p>
          <a:endParaRPr lang="en-ZA"/>
        </a:p>
      </dgm:t>
    </dgm:pt>
    <dgm:pt modelId="{258595D0-1FBD-4849-8B7F-CB2A5B4E65E6}">
      <dgm:prSet phldrT="[Text]"/>
      <dgm:spPr/>
      <dgm:t>
        <a:bodyPr/>
        <a:lstStyle/>
        <a:p>
          <a:r>
            <a:rPr lang="en-ZA" dirty="0"/>
            <a:t>They aren’t really alike in the </a:t>
          </a:r>
          <a:r>
            <a:rPr lang="en-ZA" b="1" dirty="0"/>
            <a:t>relevant</a:t>
          </a:r>
          <a:r>
            <a:rPr lang="en-ZA" dirty="0"/>
            <a:t> aspects. It is a comparison between two things that are </a:t>
          </a:r>
          <a:r>
            <a:rPr lang="en-ZA" b="1" dirty="0"/>
            <a:t>different</a:t>
          </a:r>
          <a:r>
            <a:rPr lang="en-ZA" dirty="0"/>
            <a:t> in some </a:t>
          </a:r>
          <a:r>
            <a:rPr lang="en-ZA" b="1" dirty="0"/>
            <a:t>essential way</a:t>
          </a:r>
          <a:r>
            <a:rPr lang="en-ZA" dirty="0"/>
            <a:t>.</a:t>
          </a:r>
        </a:p>
      </dgm:t>
    </dgm:pt>
    <dgm:pt modelId="{1BBE2681-E3A2-444F-820D-C22BB6FEC999}" type="parTrans" cxnId="{C16B2FF6-331C-42A9-9035-C6A7B57ABB53}">
      <dgm:prSet/>
      <dgm:spPr/>
      <dgm:t>
        <a:bodyPr/>
        <a:lstStyle/>
        <a:p>
          <a:endParaRPr lang="en-ZA"/>
        </a:p>
      </dgm:t>
    </dgm:pt>
    <dgm:pt modelId="{92DD17F0-E175-40BC-99E2-04E86032D8F3}" type="sibTrans" cxnId="{C16B2FF6-331C-42A9-9035-C6A7B57ABB53}">
      <dgm:prSet/>
      <dgm:spPr/>
      <dgm:t>
        <a:bodyPr/>
        <a:lstStyle/>
        <a:p>
          <a:endParaRPr lang="en-ZA"/>
        </a:p>
      </dgm:t>
    </dgm:pt>
    <dgm:pt modelId="{12E217DC-C2B1-4FF6-8D00-53C0CFD8C722}">
      <dgm:prSet phldrT="[Text]"/>
      <dgm:spPr/>
      <dgm:t>
        <a:bodyPr/>
        <a:lstStyle/>
        <a:p>
          <a:r>
            <a:rPr lang="en-ZA" b="1" u="sng" dirty="0"/>
            <a:t>Example</a:t>
          </a:r>
          <a:r>
            <a:rPr lang="en-ZA" dirty="0"/>
            <a:t>: </a:t>
          </a:r>
          <a:r>
            <a:rPr lang="en-ZA" i="1" dirty="0"/>
            <a:t>The battle against obesity is a war against children. Don’t fight your children, love them!</a:t>
          </a:r>
        </a:p>
      </dgm:t>
    </dgm:pt>
    <dgm:pt modelId="{06C4BACC-0DC3-4510-A13D-DD61AA3BF05D}" type="parTrans" cxnId="{638C0B97-3581-4826-A22C-28F50AE0163F}">
      <dgm:prSet/>
      <dgm:spPr/>
      <dgm:t>
        <a:bodyPr/>
        <a:lstStyle/>
        <a:p>
          <a:endParaRPr lang="en-ZA"/>
        </a:p>
      </dgm:t>
    </dgm:pt>
    <dgm:pt modelId="{2F975F19-8F1D-401E-85B9-557853C97512}" type="sibTrans" cxnId="{638C0B97-3581-4826-A22C-28F50AE0163F}">
      <dgm:prSet/>
      <dgm:spPr/>
      <dgm:t>
        <a:bodyPr/>
        <a:lstStyle/>
        <a:p>
          <a:endParaRPr lang="en-ZA"/>
        </a:p>
      </dgm:t>
    </dgm:pt>
    <dgm:pt modelId="{30F81730-A2B5-4BFD-AEF3-BD5D5B74E06C}">
      <dgm:prSet phldrT="[Text]"/>
      <dgm:spPr/>
      <dgm:t>
        <a:bodyPr/>
        <a:lstStyle/>
        <a:p>
          <a:endParaRPr lang="en-ZA" dirty="0"/>
        </a:p>
      </dgm:t>
    </dgm:pt>
    <dgm:pt modelId="{C7CE04F9-D314-4806-9D3C-2F47B4DA8C78}" type="parTrans" cxnId="{11ED5A33-1714-4A09-81E1-15D8626281E3}">
      <dgm:prSet/>
      <dgm:spPr/>
      <dgm:t>
        <a:bodyPr/>
        <a:lstStyle/>
        <a:p>
          <a:endParaRPr lang="en-ZA"/>
        </a:p>
      </dgm:t>
    </dgm:pt>
    <dgm:pt modelId="{4B54CCF4-64E0-429E-846A-F7AB93D82629}" type="sibTrans" cxnId="{11ED5A33-1714-4A09-81E1-15D8626281E3}">
      <dgm:prSet/>
      <dgm:spPr/>
      <dgm:t>
        <a:bodyPr/>
        <a:lstStyle/>
        <a:p>
          <a:endParaRPr lang="en-ZA"/>
        </a:p>
      </dgm:t>
    </dgm:pt>
    <dgm:pt modelId="{EB4498BB-F4F3-4FC5-A418-1BB2355EAFDD}">
      <dgm:prSet phldrT="[Text]"/>
      <dgm:spPr/>
      <dgm:t>
        <a:bodyPr/>
        <a:lstStyle/>
        <a:p>
          <a:endParaRPr lang="en-ZA" dirty="0"/>
        </a:p>
      </dgm:t>
    </dgm:pt>
    <dgm:pt modelId="{BE8FFBD5-A37D-46FA-A585-08C1FE6F653D}" type="parTrans" cxnId="{99622ED6-18C4-4D37-BD98-8B54C344D563}">
      <dgm:prSet/>
      <dgm:spPr/>
      <dgm:t>
        <a:bodyPr/>
        <a:lstStyle/>
        <a:p>
          <a:endParaRPr lang="en-GB"/>
        </a:p>
      </dgm:t>
    </dgm:pt>
    <dgm:pt modelId="{4E50AD25-E0DA-4F75-AEF0-3D9EF7714B1E}" type="sibTrans" cxnId="{99622ED6-18C4-4D37-BD98-8B54C344D563}">
      <dgm:prSet/>
      <dgm:spPr/>
      <dgm:t>
        <a:bodyPr/>
        <a:lstStyle/>
        <a:p>
          <a:endParaRPr lang="en-GB"/>
        </a:p>
      </dgm:t>
    </dgm:pt>
    <dgm:pt modelId="{64DE54E9-5D57-48FD-AA5A-20EA34E38733}" type="pres">
      <dgm:prSet presAssocID="{A38EDE16-1B8A-49EF-B21C-D75FBCEFF796}" presName="Name0" presStyleCnt="0">
        <dgm:presLayoutVars>
          <dgm:dir/>
          <dgm:animLvl val="lvl"/>
          <dgm:resizeHandles val="exact"/>
        </dgm:presLayoutVars>
      </dgm:prSet>
      <dgm:spPr/>
    </dgm:pt>
    <dgm:pt modelId="{94BE0D02-38F7-4E3B-BAF0-A5AA509393F1}" type="pres">
      <dgm:prSet presAssocID="{32A035EE-684D-4B15-A2A0-07932F3E691E}" presName="composite" presStyleCnt="0"/>
      <dgm:spPr/>
    </dgm:pt>
    <dgm:pt modelId="{D979144A-5077-428E-88DF-7345E2F6BE3B}" type="pres">
      <dgm:prSet presAssocID="{32A035EE-684D-4B15-A2A0-07932F3E691E}" presName="parTx" presStyleLbl="alignNode1" presStyleIdx="0" presStyleCnt="2">
        <dgm:presLayoutVars>
          <dgm:chMax val="0"/>
          <dgm:chPref val="0"/>
          <dgm:bulletEnabled val="1"/>
        </dgm:presLayoutVars>
      </dgm:prSet>
      <dgm:spPr/>
    </dgm:pt>
    <dgm:pt modelId="{72903486-C977-4821-ADFF-AD48A722C5DE}" type="pres">
      <dgm:prSet presAssocID="{32A035EE-684D-4B15-A2A0-07932F3E691E}" presName="desTx" presStyleLbl="alignAccFollowNode1" presStyleIdx="0" presStyleCnt="2">
        <dgm:presLayoutVars>
          <dgm:bulletEnabled val="1"/>
        </dgm:presLayoutVars>
      </dgm:prSet>
      <dgm:spPr/>
    </dgm:pt>
    <dgm:pt modelId="{0DFE06CB-FD1B-4862-B5B4-142B681EE415}" type="pres">
      <dgm:prSet presAssocID="{E1801D98-E335-4413-ABC6-D509FA09FD23}" presName="space" presStyleCnt="0"/>
      <dgm:spPr/>
    </dgm:pt>
    <dgm:pt modelId="{477A1A45-9828-408B-A64C-D8CA1DF5B2AE}" type="pres">
      <dgm:prSet presAssocID="{514DC01C-6A49-45B2-822B-CB59F8BF721F}" presName="composite" presStyleCnt="0"/>
      <dgm:spPr/>
    </dgm:pt>
    <dgm:pt modelId="{163E43A9-C0F2-4F1E-85D6-78D848E1F92A}" type="pres">
      <dgm:prSet presAssocID="{514DC01C-6A49-45B2-822B-CB59F8BF721F}" presName="parTx" presStyleLbl="alignNode1" presStyleIdx="1" presStyleCnt="2">
        <dgm:presLayoutVars>
          <dgm:chMax val="0"/>
          <dgm:chPref val="0"/>
          <dgm:bulletEnabled val="1"/>
        </dgm:presLayoutVars>
      </dgm:prSet>
      <dgm:spPr/>
    </dgm:pt>
    <dgm:pt modelId="{01460C1D-0EED-4CDA-8D40-6477686EECDD}" type="pres">
      <dgm:prSet presAssocID="{514DC01C-6A49-45B2-822B-CB59F8BF721F}" presName="desTx" presStyleLbl="alignAccFollowNode1" presStyleIdx="1" presStyleCnt="2">
        <dgm:presLayoutVars>
          <dgm:bulletEnabled val="1"/>
        </dgm:presLayoutVars>
      </dgm:prSet>
      <dgm:spPr/>
    </dgm:pt>
  </dgm:ptLst>
  <dgm:cxnLst>
    <dgm:cxn modelId="{47E5200D-0D42-43B4-AC93-FD3C9DDFABF5}" type="presOf" srcId="{509528B5-7302-4EFD-842D-E6F96BB801D6}" destId="{01460C1D-0EED-4CDA-8D40-6477686EECDD}" srcOrd="0" destOrd="2" presId="urn:microsoft.com/office/officeart/2005/8/layout/hList1"/>
    <dgm:cxn modelId="{57A1D70D-5D59-4F3C-A127-5846E1F50D00}" type="presOf" srcId="{514DC01C-6A49-45B2-822B-CB59F8BF721F}" destId="{163E43A9-C0F2-4F1E-85D6-78D848E1F92A}" srcOrd="0" destOrd="0" presId="urn:microsoft.com/office/officeart/2005/8/layout/hList1"/>
    <dgm:cxn modelId="{96762316-C232-4F65-8065-1167A07752D5}" type="presOf" srcId="{258595D0-1FBD-4849-8B7F-CB2A5B4E65E6}" destId="{72903486-C977-4821-ADFF-AD48A722C5DE}" srcOrd="0" destOrd="2" presId="urn:microsoft.com/office/officeart/2005/8/layout/hList1"/>
    <dgm:cxn modelId="{28DE7424-F584-43DD-B392-496318765413}" srcId="{514DC01C-6A49-45B2-822B-CB59F8BF721F}" destId="{9522E12C-E5EB-48BB-AC08-1CF4B405DA24}" srcOrd="0" destOrd="0" parTransId="{7213748E-ED68-42B8-B247-5C792EE3815A}" sibTransId="{A4D00841-F78F-47E0-8462-D28E775F4DE0}"/>
    <dgm:cxn modelId="{C038372E-5F45-4DB8-BA45-F17DA2AD9D50}" type="presOf" srcId="{DCE0B2BB-A5D3-439A-A35C-3689C7E23386}" destId="{72903486-C977-4821-ADFF-AD48A722C5DE}" srcOrd="0" destOrd="0" presId="urn:microsoft.com/office/officeart/2005/8/layout/hList1"/>
    <dgm:cxn modelId="{11ED5A33-1714-4A09-81E1-15D8626281E3}" srcId="{32A035EE-684D-4B15-A2A0-07932F3E691E}" destId="{30F81730-A2B5-4BFD-AEF3-BD5D5B74E06C}" srcOrd="3" destOrd="0" parTransId="{C7CE04F9-D314-4806-9D3C-2F47B4DA8C78}" sibTransId="{4B54CCF4-64E0-429E-846A-F7AB93D82629}"/>
    <dgm:cxn modelId="{98B90234-BD0C-4340-B36E-7401CE734606}" srcId="{514DC01C-6A49-45B2-822B-CB59F8BF721F}" destId="{509528B5-7302-4EFD-842D-E6F96BB801D6}" srcOrd="2" destOrd="0" parTransId="{9B5CFABB-E889-4568-8402-CAC43649DF56}" sibTransId="{A65209A5-A36E-423C-84D8-EB87EF56FE20}"/>
    <dgm:cxn modelId="{9E51C635-AC87-4567-B844-6649570FAE0C}" type="presOf" srcId="{9522E12C-E5EB-48BB-AC08-1CF4B405DA24}" destId="{01460C1D-0EED-4CDA-8D40-6477686EECDD}" srcOrd="0" destOrd="0" presId="urn:microsoft.com/office/officeart/2005/8/layout/hList1"/>
    <dgm:cxn modelId="{C8354937-A177-4DB6-980A-1190D6CB2962}" srcId="{A38EDE16-1B8A-49EF-B21C-D75FBCEFF796}" destId="{514DC01C-6A49-45B2-822B-CB59F8BF721F}" srcOrd="1" destOrd="0" parTransId="{4603E29D-ABB7-49D4-B4FE-B46F274B3537}" sibTransId="{1621ED61-E991-43FB-91AB-D34CD01907AE}"/>
    <dgm:cxn modelId="{DFD7F266-A74A-4AD4-A9A8-0792A8424566}" type="presOf" srcId="{EB4498BB-F4F3-4FC5-A418-1BB2355EAFDD}" destId="{72903486-C977-4821-ADFF-AD48A722C5DE}" srcOrd="0" destOrd="1" presId="urn:microsoft.com/office/officeart/2005/8/layout/hList1"/>
    <dgm:cxn modelId="{6DFBB649-E77F-43E7-88A0-7A7F0E8E9130}" type="presOf" srcId="{32A035EE-684D-4B15-A2A0-07932F3E691E}" destId="{D979144A-5077-428E-88DF-7345E2F6BE3B}" srcOrd="0" destOrd="0" presId="urn:microsoft.com/office/officeart/2005/8/layout/hList1"/>
    <dgm:cxn modelId="{F1FEA575-9007-422B-8E0B-67F7F4AEA4A6}" type="presOf" srcId="{A38EDE16-1B8A-49EF-B21C-D75FBCEFF796}" destId="{64DE54E9-5D57-48FD-AA5A-20EA34E38733}" srcOrd="0" destOrd="0" presId="urn:microsoft.com/office/officeart/2005/8/layout/hList1"/>
    <dgm:cxn modelId="{643B5377-9841-40D4-9C19-2A509B716F69}" type="presOf" srcId="{9098A0C6-6E2A-43C8-B902-C999312C19B1}" destId="{01460C1D-0EED-4CDA-8D40-6477686EECDD}" srcOrd="0" destOrd="1" presId="urn:microsoft.com/office/officeart/2005/8/layout/hList1"/>
    <dgm:cxn modelId="{BDBDE67F-2C6B-4081-9761-79B3D56FA452}" srcId="{514DC01C-6A49-45B2-822B-CB59F8BF721F}" destId="{9098A0C6-6E2A-43C8-B902-C999312C19B1}" srcOrd="1" destOrd="0" parTransId="{71C66CF9-C790-4961-9AFB-187EBF74E488}" sibTransId="{399055C6-DCB4-486D-A05E-27695F06B577}"/>
    <dgm:cxn modelId="{638C0B97-3581-4826-A22C-28F50AE0163F}" srcId="{32A035EE-684D-4B15-A2A0-07932F3E691E}" destId="{12E217DC-C2B1-4FF6-8D00-53C0CFD8C722}" srcOrd="4" destOrd="0" parTransId="{06C4BACC-0DC3-4510-A13D-DD61AA3BF05D}" sibTransId="{2F975F19-8F1D-401E-85B9-557853C97512}"/>
    <dgm:cxn modelId="{1B8BE3A3-4A3C-4951-9779-7D65417BBAA7}" type="presOf" srcId="{30F81730-A2B5-4BFD-AEF3-BD5D5B74E06C}" destId="{72903486-C977-4821-ADFF-AD48A722C5DE}" srcOrd="0" destOrd="3" presId="urn:microsoft.com/office/officeart/2005/8/layout/hList1"/>
    <dgm:cxn modelId="{99622ED6-18C4-4D37-BD98-8B54C344D563}" srcId="{32A035EE-684D-4B15-A2A0-07932F3E691E}" destId="{EB4498BB-F4F3-4FC5-A418-1BB2355EAFDD}" srcOrd="1" destOrd="0" parTransId="{BE8FFBD5-A37D-46FA-A585-08C1FE6F653D}" sibTransId="{4E50AD25-E0DA-4F75-AEF0-3D9EF7714B1E}"/>
    <dgm:cxn modelId="{08EF69DB-93C9-4EC2-8B74-076608E753AC}" srcId="{32A035EE-684D-4B15-A2A0-07932F3E691E}" destId="{DCE0B2BB-A5D3-439A-A35C-3689C7E23386}" srcOrd="0" destOrd="0" parTransId="{02ECB336-0C6B-4758-8AC8-002ECEAA58A9}" sibTransId="{D0592DC3-3676-4F33-9A31-74DDFD42C5D7}"/>
    <dgm:cxn modelId="{542FA0EB-9E27-47C9-B20C-B71841AF0DC3}" srcId="{A38EDE16-1B8A-49EF-B21C-D75FBCEFF796}" destId="{32A035EE-684D-4B15-A2A0-07932F3E691E}" srcOrd="0" destOrd="0" parTransId="{07746BBE-90AB-4A65-9F5E-6C6EFACE94E9}" sibTransId="{E1801D98-E335-4413-ABC6-D509FA09FD23}"/>
    <dgm:cxn modelId="{C16B2FF6-331C-42A9-9035-C6A7B57ABB53}" srcId="{32A035EE-684D-4B15-A2A0-07932F3E691E}" destId="{258595D0-1FBD-4849-8B7F-CB2A5B4E65E6}" srcOrd="2" destOrd="0" parTransId="{1BBE2681-E3A2-444F-820D-C22BB6FEC999}" sibTransId="{92DD17F0-E175-40BC-99E2-04E86032D8F3}"/>
    <dgm:cxn modelId="{2EE24EFD-40B0-4C42-845E-778F4EC7C8D0}" type="presOf" srcId="{12E217DC-C2B1-4FF6-8D00-53C0CFD8C722}" destId="{72903486-C977-4821-ADFF-AD48A722C5DE}" srcOrd="0" destOrd="4" presId="urn:microsoft.com/office/officeart/2005/8/layout/hList1"/>
    <dgm:cxn modelId="{CA98540B-71A0-41F2-AA92-177FA7AD4CF2}" type="presParOf" srcId="{64DE54E9-5D57-48FD-AA5A-20EA34E38733}" destId="{94BE0D02-38F7-4E3B-BAF0-A5AA509393F1}" srcOrd="0" destOrd="0" presId="urn:microsoft.com/office/officeart/2005/8/layout/hList1"/>
    <dgm:cxn modelId="{8791778A-7CEA-4C94-85B3-2D1AA57A1AA4}" type="presParOf" srcId="{94BE0D02-38F7-4E3B-BAF0-A5AA509393F1}" destId="{D979144A-5077-428E-88DF-7345E2F6BE3B}" srcOrd="0" destOrd="0" presId="urn:microsoft.com/office/officeart/2005/8/layout/hList1"/>
    <dgm:cxn modelId="{82F869F7-CB0C-4983-BCE3-A032504C1BC8}" type="presParOf" srcId="{94BE0D02-38F7-4E3B-BAF0-A5AA509393F1}" destId="{72903486-C977-4821-ADFF-AD48A722C5DE}" srcOrd="1" destOrd="0" presId="urn:microsoft.com/office/officeart/2005/8/layout/hList1"/>
    <dgm:cxn modelId="{B43404DC-339E-47AE-A10A-7C74828F53F8}" type="presParOf" srcId="{64DE54E9-5D57-48FD-AA5A-20EA34E38733}" destId="{0DFE06CB-FD1B-4862-B5B4-142B681EE415}" srcOrd="1" destOrd="0" presId="urn:microsoft.com/office/officeart/2005/8/layout/hList1"/>
    <dgm:cxn modelId="{298F2186-B0D1-41F4-B1D9-4496AD15B1AA}" type="presParOf" srcId="{64DE54E9-5D57-48FD-AA5A-20EA34E38733}" destId="{477A1A45-9828-408B-A64C-D8CA1DF5B2AE}" srcOrd="2" destOrd="0" presId="urn:microsoft.com/office/officeart/2005/8/layout/hList1"/>
    <dgm:cxn modelId="{BF7EC8A2-B61C-4824-AD1C-5915F867D5D3}" type="presParOf" srcId="{477A1A45-9828-408B-A64C-D8CA1DF5B2AE}" destId="{163E43A9-C0F2-4F1E-85D6-78D848E1F92A}" srcOrd="0" destOrd="0" presId="urn:microsoft.com/office/officeart/2005/8/layout/hList1"/>
    <dgm:cxn modelId="{75B0CE26-B64E-4ECD-8AF3-38FA96F6C800}" type="presParOf" srcId="{477A1A45-9828-408B-A64C-D8CA1DF5B2AE}" destId="{01460C1D-0EED-4CDA-8D40-6477686EECD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C608B7-0D1D-4540-AC52-D23A23068F17}" type="doc">
      <dgm:prSet loTypeId="urn:microsoft.com/office/officeart/2005/8/layout/hList1" loCatId="list" qsTypeId="urn:microsoft.com/office/officeart/2005/8/quickstyle/simple5" qsCatId="simple" csTypeId="urn:microsoft.com/office/officeart/2005/8/colors/colorful5" csCatId="colorful" phldr="1"/>
      <dgm:spPr/>
      <dgm:t>
        <a:bodyPr/>
        <a:lstStyle/>
        <a:p>
          <a:endParaRPr lang="en-ZA"/>
        </a:p>
      </dgm:t>
    </dgm:pt>
    <dgm:pt modelId="{16559FED-98C7-4D5E-9661-17CCCC2AC77C}">
      <dgm:prSet phldrT="[Text]" custT="1"/>
      <dgm:spPr/>
      <dgm:t>
        <a:bodyPr/>
        <a:lstStyle/>
        <a:p>
          <a:r>
            <a:rPr lang="en-ZA" sz="2800" b="1" dirty="0"/>
            <a:t>Definition</a:t>
          </a:r>
        </a:p>
      </dgm:t>
    </dgm:pt>
    <dgm:pt modelId="{D3BA9664-51B8-47E3-BF5B-FA2305DED541}" type="parTrans" cxnId="{AC55E3EB-17A2-4DA3-88CD-177BDEF00F45}">
      <dgm:prSet/>
      <dgm:spPr/>
      <dgm:t>
        <a:bodyPr/>
        <a:lstStyle/>
        <a:p>
          <a:endParaRPr lang="en-ZA"/>
        </a:p>
      </dgm:t>
    </dgm:pt>
    <dgm:pt modelId="{C0467B4E-A802-4D9D-8E4E-68E5209A23A2}" type="sibTrans" cxnId="{AC55E3EB-17A2-4DA3-88CD-177BDEF00F45}">
      <dgm:prSet/>
      <dgm:spPr/>
      <dgm:t>
        <a:bodyPr/>
        <a:lstStyle/>
        <a:p>
          <a:endParaRPr lang="en-ZA"/>
        </a:p>
      </dgm:t>
    </dgm:pt>
    <dgm:pt modelId="{8DC82402-812C-47F4-8231-BA4950388520}">
      <dgm:prSet phldrT="[Text]" custT="1"/>
      <dgm:spPr/>
      <dgm:t>
        <a:bodyPr/>
        <a:lstStyle/>
        <a:p>
          <a:r>
            <a:rPr lang="en-ZA" sz="2400" b="1" dirty="0"/>
            <a:t>Tip</a:t>
          </a:r>
        </a:p>
      </dgm:t>
    </dgm:pt>
    <dgm:pt modelId="{B9752293-2E90-48EC-BEE8-490A1B6BD6FE}" type="parTrans" cxnId="{4CAF24E1-76FF-49BF-9741-BC90D774481A}">
      <dgm:prSet/>
      <dgm:spPr/>
      <dgm:t>
        <a:bodyPr/>
        <a:lstStyle/>
        <a:p>
          <a:endParaRPr lang="en-ZA"/>
        </a:p>
      </dgm:t>
    </dgm:pt>
    <dgm:pt modelId="{3E1B7569-D2A7-428D-A782-8E7FA6D2010B}" type="sibTrans" cxnId="{4CAF24E1-76FF-49BF-9741-BC90D774481A}">
      <dgm:prSet/>
      <dgm:spPr/>
      <dgm:t>
        <a:bodyPr/>
        <a:lstStyle/>
        <a:p>
          <a:endParaRPr lang="en-ZA"/>
        </a:p>
      </dgm:t>
    </dgm:pt>
    <dgm:pt modelId="{E96CE9CB-9A02-4BD8-B868-04A621DD7BB9}">
      <dgm:prSet phldrT="[Text]"/>
      <dgm:spPr/>
      <dgm:t>
        <a:bodyPr/>
        <a:lstStyle/>
        <a:p>
          <a:r>
            <a:rPr lang="en-ZA" dirty="0"/>
            <a:t>Anytime you hear a dichotomous statement, examine the alternatives to see what might lie </a:t>
          </a:r>
          <a:r>
            <a:rPr lang="en-ZA" b="1" dirty="0"/>
            <a:t>between</a:t>
          </a:r>
          <a:r>
            <a:rPr lang="en-ZA" dirty="0"/>
            <a:t> the extremes.</a:t>
          </a:r>
        </a:p>
      </dgm:t>
    </dgm:pt>
    <dgm:pt modelId="{8D275DB9-9E6D-44D8-BBE4-8F0A4F7B592A}" type="parTrans" cxnId="{906090D4-7E9F-4186-95C9-EF4B141C10B7}">
      <dgm:prSet/>
      <dgm:spPr/>
      <dgm:t>
        <a:bodyPr/>
        <a:lstStyle/>
        <a:p>
          <a:endParaRPr lang="en-ZA"/>
        </a:p>
      </dgm:t>
    </dgm:pt>
    <dgm:pt modelId="{2196BC70-FF79-411E-B080-4C28BD7215F7}" type="sibTrans" cxnId="{906090D4-7E9F-4186-95C9-EF4B141C10B7}">
      <dgm:prSet/>
      <dgm:spPr/>
      <dgm:t>
        <a:bodyPr/>
        <a:lstStyle/>
        <a:p>
          <a:endParaRPr lang="en-ZA"/>
        </a:p>
      </dgm:t>
    </dgm:pt>
    <dgm:pt modelId="{04E77715-268D-4B51-93AD-DE34A8E0385D}">
      <dgm:prSet/>
      <dgm:spPr/>
      <dgm:t>
        <a:bodyPr/>
        <a:lstStyle/>
        <a:p>
          <a:r>
            <a:rPr lang="en-ZA" dirty="0"/>
            <a:t>Artificial divisions of an issue into an </a:t>
          </a:r>
          <a:r>
            <a:rPr lang="en-ZA" b="1" dirty="0"/>
            <a:t>either/or</a:t>
          </a:r>
          <a:r>
            <a:rPr lang="en-ZA" dirty="0"/>
            <a:t> choice when both choices may be true or other alternatives may exist.</a:t>
          </a:r>
        </a:p>
      </dgm:t>
    </dgm:pt>
    <dgm:pt modelId="{A4417223-C3E6-4F70-B5B9-CBF94860F14B}" type="parTrans" cxnId="{BD12D23E-0A66-402E-A243-F4559F67CE18}">
      <dgm:prSet/>
      <dgm:spPr/>
      <dgm:t>
        <a:bodyPr/>
        <a:lstStyle/>
        <a:p>
          <a:endParaRPr lang="en-ZA"/>
        </a:p>
      </dgm:t>
    </dgm:pt>
    <dgm:pt modelId="{7643A986-72EF-4EEB-80E6-2E9EC714C47C}" type="sibTrans" cxnId="{BD12D23E-0A66-402E-A243-F4559F67CE18}">
      <dgm:prSet/>
      <dgm:spPr/>
      <dgm:t>
        <a:bodyPr/>
        <a:lstStyle/>
        <a:p>
          <a:endParaRPr lang="en-ZA"/>
        </a:p>
      </dgm:t>
    </dgm:pt>
    <dgm:pt modelId="{BBAB9F9D-2761-4478-ACEE-368093710D09}">
      <dgm:prSet/>
      <dgm:spPr/>
      <dgm:t>
        <a:bodyPr/>
        <a:lstStyle/>
        <a:p>
          <a:r>
            <a:rPr lang="en-ZA" dirty="0"/>
            <a:t>The arguer sets up the situation so it looks like there are </a:t>
          </a:r>
          <a:r>
            <a:rPr lang="en-ZA" b="1" dirty="0"/>
            <a:t>only</a:t>
          </a:r>
          <a:r>
            <a:rPr lang="en-ZA" dirty="0"/>
            <a:t> 2 choices. The arguer then </a:t>
          </a:r>
          <a:r>
            <a:rPr lang="en-ZA" b="1" dirty="0"/>
            <a:t>eliminates</a:t>
          </a:r>
          <a:r>
            <a:rPr lang="en-ZA" dirty="0"/>
            <a:t> 1 of the choices (the less desirable) so it seems we are only left with </a:t>
          </a:r>
          <a:r>
            <a:rPr lang="en-ZA" b="1" dirty="0"/>
            <a:t>1 option </a:t>
          </a:r>
          <a:r>
            <a:rPr lang="en-ZA" dirty="0"/>
            <a:t>– the one he/she wants us to pick in the 1</a:t>
          </a:r>
          <a:r>
            <a:rPr lang="en-ZA" baseline="30000" dirty="0"/>
            <a:t>st</a:t>
          </a:r>
          <a:r>
            <a:rPr lang="en-ZA" dirty="0"/>
            <a:t> place.</a:t>
          </a:r>
        </a:p>
      </dgm:t>
    </dgm:pt>
    <dgm:pt modelId="{D11C0CD4-C1D3-482C-BD14-CA3A62FE9035}" type="parTrans" cxnId="{CA382869-4EE6-4CB0-AD15-03950292EB22}">
      <dgm:prSet/>
      <dgm:spPr/>
      <dgm:t>
        <a:bodyPr/>
        <a:lstStyle/>
        <a:p>
          <a:endParaRPr lang="en-ZA"/>
        </a:p>
      </dgm:t>
    </dgm:pt>
    <dgm:pt modelId="{3BC194BA-102F-41F7-B8D0-B02F5D062178}" type="sibTrans" cxnId="{CA382869-4EE6-4CB0-AD15-03950292EB22}">
      <dgm:prSet/>
      <dgm:spPr/>
      <dgm:t>
        <a:bodyPr/>
        <a:lstStyle/>
        <a:p>
          <a:endParaRPr lang="en-ZA"/>
        </a:p>
      </dgm:t>
    </dgm:pt>
    <dgm:pt modelId="{031A0E88-35D2-40FF-A77F-8A486B361D5D}">
      <dgm:prSet/>
      <dgm:spPr/>
      <dgm:t>
        <a:bodyPr/>
        <a:lstStyle/>
        <a:p>
          <a:endParaRPr lang="en-ZA" dirty="0"/>
        </a:p>
      </dgm:t>
    </dgm:pt>
    <dgm:pt modelId="{5C0243CC-915A-4651-993D-46428B943C21}" type="parTrans" cxnId="{96250112-BD0F-4E72-A4DF-147A05A8AAF4}">
      <dgm:prSet/>
      <dgm:spPr/>
      <dgm:t>
        <a:bodyPr/>
        <a:lstStyle/>
        <a:p>
          <a:endParaRPr lang="en-ZA"/>
        </a:p>
      </dgm:t>
    </dgm:pt>
    <dgm:pt modelId="{15B82554-EAF2-4FCC-8D80-19C50B00A5BD}" type="sibTrans" cxnId="{96250112-BD0F-4E72-A4DF-147A05A8AAF4}">
      <dgm:prSet/>
      <dgm:spPr/>
      <dgm:t>
        <a:bodyPr/>
        <a:lstStyle/>
        <a:p>
          <a:endParaRPr lang="en-ZA"/>
        </a:p>
      </dgm:t>
    </dgm:pt>
    <dgm:pt modelId="{48A9FDF2-C85E-4C26-9EEC-C8837FADC925}">
      <dgm:prSet/>
      <dgm:spPr/>
      <dgm:t>
        <a:bodyPr/>
        <a:lstStyle/>
        <a:p>
          <a:endParaRPr lang="en-ZA" dirty="0"/>
        </a:p>
      </dgm:t>
    </dgm:pt>
    <dgm:pt modelId="{885091A9-2619-492A-90C2-4687D0F1FEF6}" type="parTrans" cxnId="{1D40F73F-C253-4A86-9ABB-1C8A2DFACF86}">
      <dgm:prSet/>
      <dgm:spPr/>
      <dgm:t>
        <a:bodyPr/>
        <a:lstStyle/>
        <a:p>
          <a:endParaRPr lang="en-ZA"/>
        </a:p>
      </dgm:t>
    </dgm:pt>
    <dgm:pt modelId="{D1E89E8C-115C-4978-96FC-ADD683AF6FB4}" type="sibTrans" cxnId="{1D40F73F-C253-4A86-9ABB-1C8A2DFACF86}">
      <dgm:prSet/>
      <dgm:spPr/>
      <dgm:t>
        <a:bodyPr/>
        <a:lstStyle/>
        <a:p>
          <a:endParaRPr lang="en-ZA"/>
        </a:p>
      </dgm:t>
    </dgm:pt>
    <dgm:pt modelId="{2C6A09DC-BDA5-4639-9D7D-4BBFF57635DC}">
      <dgm:prSet/>
      <dgm:spPr/>
      <dgm:t>
        <a:bodyPr/>
        <a:lstStyle/>
        <a:p>
          <a:r>
            <a:rPr lang="en-ZA" dirty="0"/>
            <a:t>The false dilemma fallacy occurs when a limited number of outcomes, choices or views are presented as the only options, when in fact, more options exist.</a:t>
          </a:r>
        </a:p>
      </dgm:t>
    </dgm:pt>
    <dgm:pt modelId="{E78FBC38-06DC-42B8-85D4-F671CF151005}" type="parTrans" cxnId="{1F35A246-8563-41D7-B5A8-ABE59F30F082}">
      <dgm:prSet/>
      <dgm:spPr/>
      <dgm:t>
        <a:bodyPr/>
        <a:lstStyle/>
        <a:p>
          <a:endParaRPr lang="en-ZA"/>
        </a:p>
      </dgm:t>
    </dgm:pt>
    <dgm:pt modelId="{6D8DDA00-5998-4B21-AD3B-27E7C75B9DC1}" type="sibTrans" cxnId="{1F35A246-8563-41D7-B5A8-ABE59F30F082}">
      <dgm:prSet/>
      <dgm:spPr/>
      <dgm:t>
        <a:bodyPr/>
        <a:lstStyle/>
        <a:p>
          <a:endParaRPr lang="en-ZA"/>
        </a:p>
      </dgm:t>
    </dgm:pt>
    <dgm:pt modelId="{D182E370-A716-4EA9-A104-69B648F049B2}">
      <dgm:prSet phldrT="[Text]"/>
      <dgm:spPr/>
      <dgm:t>
        <a:bodyPr/>
        <a:lstStyle/>
        <a:p>
          <a:endParaRPr lang="en-ZA" dirty="0"/>
        </a:p>
      </dgm:t>
    </dgm:pt>
    <dgm:pt modelId="{96150A33-A125-4C76-9D0E-1521217D6B2B}" type="parTrans" cxnId="{6B1BE700-2632-4169-B73A-8A32AA79CAD1}">
      <dgm:prSet/>
      <dgm:spPr/>
      <dgm:t>
        <a:bodyPr/>
        <a:lstStyle/>
        <a:p>
          <a:endParaRPr lang="en-ZA"/>
        </a:p>
      </dgm:t>
    </dgm:pt>
    <dgm:pt modelId="{4C6578BC-7090-47AF-926E-015EC0F167AC}" type="sibTrans" cxnId="{6B1BE700-2632-4169-B73A-8A32AA79CAD1}">
      <dgm:prSet/>
      <dgm:spPr/>
      <dgm:t>
        <a:bodyPr/>
        <a:lstStyle/>
        <a:p>
          <a:endParaRPr lang="en-ZA"/>
        </a:p>
      </dgm:t>
    </dgm:pt>
    <dgm:pt modelId="{D63EDF3C-DE3E-4661-9622-27BB21490BB9}">
      <dgm:prSet phldrT="[Text]"/>
      <dgm:spPr/>
      <dgm:t>
        <a:bodyPr/>
        <a:lstStyle/>
        <a:p>
          <a:endParaRPr lang="en-ZA" dirty="0"/>
        </a:p>
      </dgm:t>
    </dgm:pt>
    <dgm:pt modelId="{65AE3747-0CB8-4FC5-8D72-DA54F32F95ED}" type="parTrans" cxnId="{F5E4B790-3AEB-4C6D-A672-EFD1A2DB2121}">
      <dgm:prSet/>
      <dgm:spPr/>
      <dgm:t>
        <a:bodyPr/>
        <a:lstStyle/>
        <a:p>
          <a:endParaRPr lang="en-ZA"/>
        </a:p>
      </dgm:t>
    </dgm:pt>
    <dgm:pt modelId="{6444B26F-E038-4657-AFE3-C9D036D16052}" type="sibTrans" cxnId="{F5E4B790-3AEB-4C6D-A672-EFD1A2DB2121}">
      <dgm:prSet/>
      <dgm:spPr/>
      <dgm:t>
        <a:bodyPr/>
        <a:lstStyle/>
        <a:p>
          <a:endParaRPr lang="en-ZA"/>
        </a:p>
      </dgm:t>
    </dgm:pt>
    <dgm:pt modelId="{44D0CB0A-5268-4C49-B096-A050FD3D84CD}">
      <dgm:prSet/>
      <dgm:spPr/>
      <dgm:t>
        <a:bodyPr/>
        <a:lstStyle/>
        <a:p>
          <a:r>
            <a:rPr lang="en-ZA" b="1" i="0" u="sng" dirty="0"/>
            <a:t>Example</a:t>
          </a:r>
          <a:r>
            <a:rPr lang="en-ZA" dirty="0"/>
            <a:t>: </a:t>
          </a:r>
          <a:r>
            <a:rPr lang="en-ZA" i="1" dirty="0"/>
            <a:t>The</a:t>
          </a:r>
          <a:r>
            <a:rPr lang="en-ZA" dirty="0"/>
            <a:t> </a:t>
          </a:r>
          <a:r>
            <a:rPr lang="en-ZA" i="1" dirty="0"/>
            <a:t>E-learning centre has a whole in the roof. Either we tear the building down or risk students’ safety.</a:t>
          </a:r>
        </a:p>
      </dgm:t>
    </dgm:pt>
    <dgm:pt modelId="{D96DC264-AD95-43DE-B267-DD3DEE446291}" type="parTrans" cxnId="{25D1C416-6B10-4A44-9F3B-DCD28B05AC2C}">
      <dgm:prSet/>
      <dgm:spPr/>
      <dgm:t>
        <a:bodyPr/>
        <a:lstStyle/>
        <a:p>
          <a:endParaRPr lang="en-ZA"/>
        </a:p>
      </dgm:t>
    </dgm:pt>
    <dgm:pt modelId="{56FAABB9-DACF-47CD-9595-8AB94604AD06}" type="sibTrans" cxnId="{25D1C416-6B10-4A44-9F3B-DCD28B05AC2C}">
      <dgm:prSet/>
      <dgm:spPr/>
      <dgm:t>
        <a:bodyPr/>
        <a:lstStyle/>
        <a:p>
          <a:endParaRPr lang="en-ZA"/>
        </a:p>
      </dgm:t>
    </dgm:pt>
    <dgm:pt modelId="{5DB4910C-8004-44AC-A06F-20994E611AE6}">
      <dgm:prSet/>
      <dgm:spPr/>
      <dgm:t>
        <a:bodyPr/>
        <a:lstStyle/>
        <a:p>
          <a:endParaRPr lang="en-ZA" dirty="0"/>
        </a:p>
      </dgm:t>
    </dgm:pt>
    <dgm:pt modelId="{2803A3E9-A81F-4747-9363-559BACE05B64}" type="parTrans" cxnId="{6ADE9742-3691-4BD3-B78A-C01E4F06951A}">
      <dgm:prSet/>
      <dgm:spPr/>
      <dgm:t>
        <a:bodyPr/>
        <a:lstStyle/>
        <a:p>
          <a:endParaRPr lang="en-ZA"/>
        </a:p>
      </dgm:t>
    </dgm:pt>
    <dgm:pt modelId="{0D918F91-7D13-4480-9F5E-98B114B4072F}" type="sibTrans" cxnId="{6ADE9742-3691-4BD3-B78A-C01E4F06951A}">
      <dgm:prSet/>
      <dgm:spPr/>
      <dgm:t>
        <a:bodyPr/>
        <a:lstStyle/>
        <a:p>
          <a:endParaRPr lang="en-ZA"/>
        </a:p>
      </dgm:t>
    </dgm:pt>
    <dgm:pt modelId="{CF760520-65C3-4444-BE60-13275830B967}">
      <dgm:prSet phldrT="[Text]"/>
      <dgm:spPr/>
      <dgm:t>
        <a:bodyPr/>
        <a:lstStyle/>
        <a:p>
          <a:endParaRPr lang="en-ZA" dirty="0"/>
        </a:p>
      </dgm:t>
    </dgm:pt>
    <dgm:pt modelId="{CB7D1705-F0F2-4B0C-8420-48F7DCF53701}" type="parTrans" cxnId="{DF584F67-E389-4712-A58D-15B42C60A062}">
      <dgm:prSet/>
      <dgm:spPr/>
      <dgm:t>
        <a:bodyPr/>
        <a:lstStyle/>
        <a:p>
          <a:endParaRPr lang="en-ZA"/>
        </a:p>
      </dgm:t>
    </dgm:pt>
    <dgm:pt modelId="{423489D4-7A05-43B5-AFC7-870FD45240CE}" type="sibTrans" cxnId="{DF584F67-E389-4712-A58D-15B42C60A062}">
      <dgm:prSet/>
      <dgm:spPr/>
      <dgm:t>
        <a:bodyPr/>
        <a:lstStyle/>
        <a:p>
          <a:endParaRPr lang="en-ZA"/>
        </a:p>
      </dgm:t>
    </dgm:pt>
    <dgm:pt modelId="{5D9C3417-177C-42F2-AFFF-6291F947448E}">
      <dgm:prSet phldrT="[Text]"/>
      <dgm:spPr/>
      <dgm:t>
        <a:bodyPr/>
        <a:lstStyle/>
        <a:p>
          <a:endParaRPr lang="en-ZA" dirty="0"/>
        </a:p>
      </dgm:t>
    </dgm:pt>
    <dgm:pt modelId="{FA8D9525-AC1A-48D7-8559-C00169987D59}" type="parTrans" cxnId="{ADE3A66D-A781-4E0B-8103-D1D3024FD6A4}">
      <dgm:prSet/>
      <dgm:spPr/>
      <dgm:t>
        <a:bodyPr/>
        <a:lstStyle/>
        <a:p>
          <a:endParaRPr lang="en-ZA"/>
        </a:p>
      </dgm:t>
    </dgm:pt>
    <dgm:pt modelId="{41D4B7A6-0CA5-46B9-9D5E-65E072139143}" type="sibTrans" cxnId="{ADE3A66D-A781-4E0B-8103-D1D3024FD6A4}">
      <dgm:prSet/>
      <dgm:spPr/>
      <dgm:t>
        <a:bodyPr/>
        <a:lstStyle/>
        <a:p>
          <a:endParaRPr lang="en-ZA"/>
        </a:p>
      </dgm:t>
    </dgm:pt>
    <dgm:pt modelId="{90FE4471-94AA-48FB-BABA-89BCA685AD30}">
      <dgm:prSet/>
      <dgm:spPr/>
      <dgm:t>
        <a:bodyPr/>
        <a:lstStyle/>
        <a:p>
          <a:endParaRPr lang="en-ZA" dirty="0"/>
        </a:p>
      </dgm:t>
    </dgm:pt>
    <dgm:pt modelId="{B88EEDB4-0C2F-4329-B961-078E123C9809}" type="parTrans" cxnId="{F9051706-5D1A-4C2C-AF38-86F2F9A3440C}">
      <dgm:prSet/>
      <dgm:spPr/>
      <dgm:t>
        <a:bodyPr/>
        <a:lstStyle/>
        <a:p>
          <a:endParaRPr lang="en-ZA"/>
        </a:p>
      </dgm:t>
    </dgm:pt>
    <dgm:pt modelId="{D24239B1-069E-43A1-8C22-262306216F30}" type="sibTrans" cxnId="{F9051706-5D1A-4C2C-AF38-86F2F9A3440C}">
      <dgm:prSet/>
      <dgm:spPr/>
      <dgm:t>
        <a:bodyPr/>
        <a:lstStyle/>
        <a:p>
          <a:endParaRPr lang="en-ZA"/>
        </a:p>
      </dgm:t>
    </dgm:pt>
    <dgm:pt modelId="{67A8D90A-DF24-43CD-9BCD-A01048F13541}" type="pres">
      <dgm:prSet presAssocID="{E6C608B7-0D1D-4540-AC52-D23A23068F17}" presName="Name0" presStyleCnt="0">
        <dgm:presLayoutVars>
          <dgm:dir/>
          <dgm:animLvl val="lvl"/>
          <dgm:resizeHandles val="exact"/>
        </dgm:presLayoutVars>
      </dgm:prSet>
      <dgm:spPr/>
    </dgm:pt>
    <dgm:pt modelId="{4A20EF05-E5F0-4F6D-932C-56C0EA02585D}" type="pres">
      <dgm:prSet presAssocID="{16559FED-98C7-4D5E-9661-17CCCC2AC77C}" presName="composite" presStyleCnt="0"/>
      <dgm:spPr/>
    </dgm:pt>
    <dgm:pt modelId="{472CA963-99D8-4B01-BABB-FC7A3C894354}" type="pres">
      <dgm:prSet presAssocID="{16559FED-98C7-4D5E-9661-17CCCC2AC77C}" presName="parTx" presStyleLbl="alignNode1" presStyleIdx="0" presStyleCnt="2">
        <dgm:presLayoutVars>
          <dgm:chMax val="0"/>
          <dgm:chPref val="0"/>
          <dgm:bulletEnabled val="1"/>
        </dgm:presLayoutVars>
      </dgm:prSet>
      <dgm:spPr/>
    </dgm:pt>
    <dgm:pt modelId="{7588B819-C989-48A6-8ED8-8F8C1E3CD48F}" type="pres">
      <dgm:prSet presAssocID="{16559FED-98C7-4D5E-9661-17CCCC2AC77C}" presName="desTx" presStyleLbl="alignAccFollowNode1" presStyleIdx="0" presStyleCnt="2">
        <dgm:presLayoutVars>
          <dgm:bulletEnabled val="1"/>
        </dgm:presLayoutVars>
      </dgm:prSet>
      <dgm:spPr/>
    </dgm:pt>
    <dgm:pt modelId="{04369EF1-CEA6-4C71-8947-D3036ECBC8E0}" type="pres">
      <dgm:prSet presAssocID="{C0467B4E-A802-4D9D-8E4E-68E5209A23A2}" presName="space" presStyleCnt="0"/>
      <dgm:spPr/>
    </dgm:pt>
    <dgm:pt modelId="{855C2B36-35C1-4795-BAEB-3393C25D6D0F}" type="pres">
      <dgm:prSet presAssocID="{8DC82402-812C-47F4-8231-BA4950388520}" presName="composite" presStyleCnt="0"/>
      <dgm:spPr/>
    </dgm:pt>
    <dgm:pt modelId="{0996BF94-83F8-42ED-BD3D-EEF2A9A85856}" type="pres">
      <dgm:prSet presAssocID="{8DC82402-812C-47F4-8231-BA4950388520}" presName="parTx" presStyleLbl="alignNode1" presStyleIdx="1" presStyleCnt="2">
        <dgm:presLayoutVars>
          <dgm:chMax val="0"/>
          <dgm:chPref val="0"/>
          <dgm:bulletEnabled val="1"/>
        </dgm:presLayoutVars>
      </dgm:prSet>
      <dgm:spPr/>
    </dgm:pt>
    <dgm:pt modelId="{6D90ED1E-2133-40B0-BB55-4E740B2D84AF}" type="pres">
      <dgm:prSet presAssocID="{8DC82402-812C-47F4-8231-BA4950388520}" presName="desTx" presStyleLbl="alignAccFollowNode1" presStyleIdx="1" presStyleCnt="2">
        <dgm:presLayoutVars>
          <dgm:bulletEnabled val="1"/>
        </dgm:presLayoutVars>
      </dgm:prSet>
      <dgm:spPr/>
    </dgm:pt>
  </dgm:ptLst>
  <dgm:cxnLst>
    <dgm:cxn modelId="{03D92200-4DCF-4D52-9ECC-A37193920A62}" type="presOf" srcId="{5D9C3417-177C-42F2-AFFF-6291F947448E}" destId="{6D90ED1E-2133-40B0-BB55-4E740B2D84AF}" srcOrd="0" destOrd="1" presId="urn:microsoft.com/office/officeart/2005/8/layout/hList1"/>
    <dgm:cxn modelId="{6B1BE700-2632-4169-B73A-8A32AA79CAD1}" srcId="{8DC82402-812C-47F4-8231-BA4950388520}" destId="{D182E370-A716-4EA9-A104-69B648F049B2}" srcOrd="6" destOrd="0" parTransId="{96150A33-A125-4C76-9D0E-1521217D6B2B}" sibTransId="{4C6578BC-7090-47AF-926E-015EC0F167AC}"/>
    <dgm:cxn modelId="{F9051706-5D1A-4C2C-AF38-86F2F9A3440C}" srcId="{16559FED-98C7-4D5E-9661-17CCCC2AC77C}" destId="{90FE4471-94AA-48FB-BABA-89BCA685AD30}" srcOrd="3" destOrd="0" parTransId="{B88EEDB4-0C2F-4329-B961-078E123C9809}" sibTransId="{D24239B1-069E-43A1-8C22-262306216F30}"/>
    <dgm:cxn modelId="{96250112-BD0F-4E72-A4DF-147A05A8AAF4}" srcId="{16559FED-98C7-4D5E-9661-17CCCC2AC77C}" destId="{031A0E88-35D2-40FF-A77F-8A486B361D5D}" srcOrd="5" destOrd="0" parTransId="{5C0243CC-915A-4651-993D-46428B943C21}" sibTransId="{15B82554-EAF2-4FCC-8D80-19C50B00A5BD}"/>
    <dgm:cxn modelId="{25D1C416-6B10-4A44-9F3B-DCD28B05AC2C}" srcId="{8DC82402-812C-47F4-8231-BA4950388520}" destId="{44D0CB0A-5268-4C49-B096-A050FD3D84CD}" srcOrd="3" destOrd="0" parTransId="{D96DC264-AD95-43DE-B267-DD3DEE446291}" sibTransId="{56FAABB9-DACF-47CD-9595-8AB94604AD06}"/>
    <dgm:cxn modelId="{5ABAE11A-7C1E-461F-B71F-128A3D75A05A}" type="presOf" srcId="{44D0CB0A-5268-4C49-B096-A050FD3D84CD}" destId="{6D90ED1E-2133-40B0-BB55-4E740B2D84AF}" srcOrd="0" destOrd="3" presId="urn:microsoft.com/office/officeart/2005/8/layout/hList1"/>
    <dgm:cxn modelId="{1D2D1626-F095-4424-91C8-4703BB53894F}" type="presOf" srcId="{D182E370-A716-4EA9-A104-69B648F049B2}" destId="{6D90ED1E-2133-40B0-BB55-4E740B2D84AF}" srcOrd="0" destOrd="6" presId="urn:microsoft.com/office/officeart/2005/8/layout/hList1"/>
    <dgm:cxn modelId="{BD12D23E-0A66-402E-A243-F4559F67CE18}" srcId="{16559FED-98C7-4D5E-9661-17CCCC2AC77C}" destId="{04E77715-268D-4B51-93AD-DE34A8E0385D}" srcOrd="0" destOrd="0" parTransId="{A4417223-C3E6-4F70-B5B9-CBF94860F14B}" sibTransId="{7643A986-72EF-4EEB-80E6-2E9EC714C47C}"/>
    <dgm:cxn modelId="{E0A0483F-0F5C-4D78-BB09-15909588F264}" type="presOf" srcId="{8DC82402-812C-47F4-8231-BA4950388520}" destId="{0996BF94-83F8-42ED-BD3D-EEF2A9A85856}" srcOrd="0" destOrd="0" presId="urn:microsoft.com/office/officeart/2005/8/layout/hList1"/>
    <dgm:cxn modelId="{1D40F73F-C253-4A86-9ABB-1C8A2DFACF86}" srcId="{16559FED-98C7-4D5E-9661-17CCCC2AC77C}" destId="{48A9FDF2-C85E-4C26-9EEC-C8837FADC925}" srcOrd="1" destOrd="0" parTransId="{885091A9-2619-492A-90C2-4687D0F1FEF6}" sibTransId="{D1E89E8C-115C-4978-96FC-ADD683AF6FB4}"/>
    <dgm:cxn modelId="{6ADE9742-3691-4BD3-B78A-C01E4F06951A}" srcId="{8DC82402-812C-47F4-8231-BA4950388520}" destId="{5DB4910C-8004-44AC-A06F-20994E611AE6}" srcOrd="4" destOrd="0" parTransId="{2803A3E9-A81F-4747-9363-559BACE05B64}" sibTransId="{0D918F91-7D13-4480-9F5E-98B114B4072F}"/>
    <dgm:cxn modelId="{1F35A246-8563-41D7-B5A8-ABE59F30F082}" srcId="{16559FED-98C7-4D5E-9661-17CCCC2AC77C}" destId="{2C6A09DC-BDA5-4639-9D7D-4BBFF57635DC}" srcOrd="4" destOrd="0" parTransId="{E78FBC38-06DC-42B8-85D4-F671CF151005}" sibTransId="{6D8DDA00-5998-4B21-AD3B-27E7C75B9DC1}"/>
    <dgm:cxn modelId="{3D63D766-EB40-4390-BBBF-D222E9C5D9D0}" type="presOf" srcId="{E6C608B7-0D1D-4540-AC52-D23A23068F17}" destId="{67A8D90A-DF24-43CD-9BCD-A01048F13541}" srcOrd="0" destOrd="0" presId="urn:microsoft.com/office/officeart/2005/8/layout/hList1"/>
    <dgm:cxn modelId="{DF584F67-E389-4712-A58D-15B42C60A062}" srcId="{8DC82402-812C-47F4-8231-BA4950388520}" destId="{CF760520-65C3-4444-BE60-13275830B967}" srcOrd="2" destOrd="0" parTransId="{CB7D1705-F0F2-4B0C-8420-48F7DCF53701}" sibTransId="{423489D4-7A05-43B5-AFC7-870FD45240CE}"/>
    <dgm:cxn modelId="{2B222869-A3AC-4114-A971-8CAACEBA5AC9}" type="presOf" srcId="{D63EDF3C-DE3E-4661-9622-27BB21490BB9}" destId="{6D90ED1E-2133-40B0-BB55-4E740B2D84AF}" srcOrd="0" destOrd="5" presId="urn:microsoft.com/office/officeart/2005/8/layout/hList1"/>
    <dgm:cxn modelId="{CA382869-4EE6-4CB0-AD15-03950292EB22}" srcId="{16559FED-98C7-4D5E-9661-17CCCC2AC77C}" destId="{BBAB9F9D-2761-4478-ACEE-368093710D09}" srcOrd="2" destOrd="0" parTransId="{D11C0CD4-C1D3-482C-BD14-CA3A62FE9035}" sibTransId="{3BC194BA-102F-41F7-B8D0-B02F5D062178}"/>
    <dgm:cxn modelId="{ADE3A66D-A781-4E0B-8103-D1D3024FD6A4}" srcId="{8DC82402-812C-47F4-8231-BA4950388520}" destId="{5D9C3417-177C-42F2-AFFF-6291F947448E}" srcOrd="1" destOrd="0" parTransId="{FA8D9525-AC1A-48D7-8559-C00169987D59}" sibTransId="{41D4B7A6-0CA5-46B9-9D5E-65E072139143}"/>
    <dgm:cxn modelId="{452BB458-7FBE-44FA-A050-F8A9AF0D8360}" type="presOf" srcId="{2C6A09DC-BDA5-4639-9D7D-4BBFF57635DC}" destId="{7588B819-C989-48A6-8ED8-8F8C1E3CD48F}" srcOrd="0" destOrd="4" presId="urn:microsoft.com/office/officeart/2005/8/layout/hList1"/>
    <dgm:cxn modelId="{233C2C8D-B558-46F2-8098-1D6DADF326E4}" type="presOf" srcId="{04E77715-268D-4B51-93AD-DE34A8E0385D}" destId="{7588B819-C989-48A6-8ED8-8F8C1E3CD48F}" srcOrd="0" destOrd="0" presId="urn:microsoft.com/office/officeart/2005/8/layout/hList1"/>
    <dgm:cxn modelId="{E897CA8F-2C2E-41C9-B464-D464CA9A9FDF}" type="presOf" srcId="{5DB4910C-8004-44AC-A06F-20994E611AE6}" destId="{6D90ED1E-2133-40B0-BB55-4E740B2D84AF}" srcOrd="0" destOrd="4" presId="urn:microsoft.com/office/officeart/2005/8/layout/hList1"/>
    <dgm:cxn modelId="{F5E4B790-3AEB-4C6D-A672-EFD1A2DB2121}" srcId="{8DC82402-812C-47F4-8231-BA4950388520}" destId="{D63EDF3C-DE3E-4661-9622-27BB21490BB9}" srcOrd="5" destOrd="0" parTransId="{65AE3747-0CB8-4FC5-8D72-DA54F32F95ED}" sibTransId="{6444B26F-E038-4657-AFE3-C9D036D16052}"/>
    <dgm:cxn modelId="{A069009E-C878-48BF-96E8-3ADD41955D4D}" type="presOf" srcId="{48A9FDF2-C85E-4C26-9EEC-C8837FADC925}" destId="{7588B819-C989-48A6-8ED8-8F8C1E3CD48F}" srcOrd="0" destOrd="1" presId="urn:microsoft.com/office/officeart/2005/8/layout/hList1"/>
    <dgm:cxn modelId="{0A6068B1-889E-4518-BB22-B05BB06E2BD5}" type="presOf" srcId="{BBAB9F9D-2761-4478-ACEE-368093710D09}" destId="{7588B819-C989-48A6-8ED8-8F8C1E3CD48F}" srcOrd="0" destOrd="2" presId="urn:microsoft.com/office/officeart/2005/8/layout/hList1"/>
    <dgm:cxn modelId="{FF8304B5-F245-451C-BC5F-0051DDC52EEC}" type="presOf" srcId="{CF760520-65C3-4444-BE60-13275830B967}" destId="{6D90ED1E-2133-40B0-BB55-4E740B2D84AF}" srcOrd="0" destOrd="2" presId="urn:microsoft.com/office/officeart/2005/8/layout/hList1"/>
    <dgm:cxn modelId="{844BF4C9-D120-4A7B-B166-2DC05EC13D38}" type="presOf" srcId="{16559FED-98C7-4D5E-9661-17CCCC2AC77C}" destId="{472CA963-99D8-4B01-BABB-FC7A3C894354}" srcOrd="0" destOrd="0" presId="urn:microsoft.com/office/officeart/2005/8/layout/hList1"/>
    <dgm:cxn modelId="{C077F3CD-F354-459C-B447-6C63A1DE112B}" type="presOf" srcId="{90FE4471-94AA-48FB-BABA-89BCA685AD30}" destId="{7588B819-C989-48A6-8ED8-8F8C1E3CD48F}" srcOrd="0" destOrd="3" presId="urn:microsoft.com/office/officeart/2005/8/layout/hList1"/>
    <dgm:cxn modelId="{906090D4-7E9F-4186-95C9-EF4B141C10B7}" srcId="{8DC82402-812C-47F4-8231-BA4950388520}" destId="{E96CE9CB-9A02-4BD8-B868-04A621DD7BB9}" srcOrd="0" destOrd="0" parTransId="{8D275DB9-9E6D-44D8-BBE4-8F0A4F7B592A}" sibTransId="{2196BC70-FF79-411E-B080-4C28BD7215F7}"/>
    <dgm:cxn modelId="{4CAF24E1-76FF-49BF-9741-BC90D774481A}" srcId="{E6C608B7-0D1D-4540-AC52-D23A23068F17}" destId="{8DC82402-812C-47F4-8231-BA4950388520}" srcOrd="1" destOrd="0" parTransId="{B9752293-2E90-48EC-BEE8-490A1B6BD6FE}" sibTransId="{3E1B7569-D2A7-428D-A782-8E7FA6D2010B}"/>
    <dgm:cxn modelId="{9966A5EB-F01C-46DF-B76F-CB69CD83181B}" type="presOf" srcId="{031A0E88-35D2-40FF-A77F-8A486B361D5D}" destId="{7588B819-C989-48A6-8ED8-8F8C1E3CD48F}" srcOrd="0" destOrd="5" presId="urn:microsoft.com/office/officeart/2005/8/layout/hList1"/>
    <dgm:cxn modelId="{AC55E3EB-17A2-4DA3-88CD-177BDEF00F45}" srcId="{E6C608B7-0D1D-4540-AC52-D23A23068F17}" destId="{16559FED-98C7-4D5E-9661-17CCCC2AC77C}" srcOrd="0" destOrd="0" parTransId="{D3BA9664-51B8-47E3-BF5B-FA2305DED541}" sibTransId="{C0467B4E-A802-4D9D-8E4E-68E5209A23A2}"/>
    <dgm:cxn modelId="{B01042F8-D925-4E62-B335-7984369D0A21}" type="presOf" srcId="{E96CE9CB-9A02-4BD8-B868-04A621DD7BB9}" destId="{6D90ED1E-2133-40B0-BB55-4E740B2D84AF}" srcOrd="0" destOrd="0" presId="urn:microsoft.com/office/officeart/2005/8/layout/hList1"/>
    <dgm:cxn modelId="{E4D54530-FC35-4A8F-95ED-039F86904ECC}" type="presParOf" srcId="{67A8D90A-DF24-43CD-9BCD-A01048F13541}" destId="{4A20EF05-E5F0-4F6D-932C-56C0EA02585D}" srcOrd="0" destOrd="0" presId="urn:microsoft.com/office/officeart/2005/8/layout/hList1"/>
    <dgm:cxn modelId="{D1EC29CF-C69F-4717-BA5E-6AF37D03683F}" type="presParOf" srcId="{4A20EF05-E5F0-4F6D-932C-56C0EA02585D}" destId="{472CA963-99D8-4B01-BABB-FC7A3C894354}" srcOrd="0" destOrd="0" presId="urn:microsoft.com/office/officeart/2005/8/layout/hList1"/>
    <dgm:cxn modelId="{ADD14AB4-728A-4EDA-B20A-39B5450C4371}" type="presParOf" srcId="{4A20EF05-E5F0-4F6D-932C-56C0EA02585D}" destId="{7588B819-C989-48A6-8ED8-8F8C1E3CD48F}" srcOrd="1" destOrd="0" presId="urn:microsoft.com/office/officeart/2005/8/layout/hList1"/>
    <dgm:cxn modelId="{6F29871C-E9BE-49A0-8A06-4E68977E61F6}" type="presParOf" srcId="{67A8D90A-DF24-43CD-9BCD-A01048F13541}" destId="{04369EF1-CEA6-4C71-8947-D3036ECBC8E0}" srcOrd="1" destOrd="0" presId="urn:microsoft.com/office/officeart/2005/8/layout/hList1"/>
    <dgm:cxn modelId="{9B82E91B-E56D-4C39-98FC-F63C7085F48F}" type="presParOf" srcId="{67A8D90A-DF24-43CD-9BCD-A01048F13541}" destId="{855C2B36-35C1-4795-BAEB-3393C25D6D0F}" srcOrd="2" destOrd="0" presId="urn:microsoft.com/office/officeart/2005/8/layout/hList1"/>
    <dgm:cxn modelId="{A6499059-923C-439A-8D94-203E1433D447}" type="presParOf" srcId="{855C2B36-35C1-4795-BAEB-3393C25D6D0F}" destId="{0996BF94-83F8-42ED-BD3D-EEF2A9A85856}" srcOrd="0" destOrd="0" presId="urn:microsoft.com/office/officeart/2005/8/layout/hList1"/>
    <dgm:cxn modelId="{799ABE1D-7061-4191-B7A1-A003DBDF2A83}" type="presParOf" srcId="{855C2B36-35C1-4795-BAEB-3393C25D6D0F}" destId="{6D90ED1E-2133-40B0-BB55-4E740B2D84A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C375CDE-9C53-496C-9543-70C1F9EF09D8}" type="doc">
      <dgm:prSet loTypeId="urn:microsoft.com/office/officeart/2005/8/layout/hList1" loCatId="list" qsTypeId="urn:microsoft.com/office/officeart/2005/8/quickstyle/simple5" qsCatId="simple" csTypeId="urn:microsoft.com/office/officeart/2005/8/colors/colorful5" csCatId="colorful" phldr="1"/>
      <dgm:spPr/>
      <dgm:t>
        <a:bodyPr/>
        <a:lstStyle/>
        <a:p>
          <a:endParaRPr lang="en-ZA"/>
        </a:p>
      </dgm:t>
    </dgm:pt>
    <dgm:pt modelId="{FD1964A9-3DD4-4D14-BF86-98DC7D846256}">
      <dgm:prSet phldrT="[Text]"/>
      <dgm:spPr/>
      <dgm:t>
        <a:bodyPr/>
        <a:lstStyle/>
        <a:p>
          <a:r>
            <a:rPr lang="en-ZA" b="1" dirty="0"/>
            <a:t>Definition</a:t>
          </a:r>
        </a:p>
      </dgm:t>
    </dgm:pt>
    <dgm:pt modelId="{A3F6258A-DD26-41D6-93FD-840BCAA0018A}" type="parTrans" cxnId="{3872384A-515C-4010-B3FA-622EEC39BCC3}">
      <dgm:prSet/>
      <dgm:spPr/>
      <dgm:t>
        <a:bodyPr/>
        <a:lstStyle/>
        <a:p>
          <a:endParaRPr lang="en-ZA"/>
        </a:p>
      </dgm:t>
    </dgm:pt>
    <dgm:pt modelId="{5A6B4C65-CC78-4499-B2AA-60A498222EE7}" type="sibTrans" cxnId="{3872384A-515C-4010-B3FA-622EEC39BCC3}">
      <dgm:prSet/>
      <dgm:spPr/>
      <dgm:t>
        <a:bodyPr/>
        <a:lstStyle/>
        <a:p>
          <a:endParaRPr lang="en-ZA"/>
        </a:p>
      </dgm:t>
    </dgm:pt>
    <dgm:pt modelId="{218947C3-6726-4FAB-8E4C-974E09BF25C5}">
      <dgm:prSet phldrT="[Text]"/>
      <dgm:spPr/>
      <dgm:t>
        <a:bodyPr/>
        <a:lstStyle/>
        <a:p>
          <a:r>
            <a:rPr lang="en-ZA" dirty="0"/>
            <a:t>Giving special consideration to one entity over others because of bias, prejudice, or other preferential factors.</a:t>
          </a:r>
        </a:p>
      </dgm:t>
    </dgm:pt>
    <dgm:pt modelId="{DE2C2CC7-ADEC-4931-9957-BDC6362F14F4}" type="parTrans" cxnId="{7D2310D7-D41E-406E-AE7F-AFB86F09DC87}">
      <dgm:prSet/>
      <dgm:spPr/>
      <dgm:t>
        <a:bodyPr/>
        <a:lstStyle/>
        <a:p>
          <a:endParaRPr lang="en-ZA"/>
        </a:p>
      </dgm:t>
    </dgm:pt>
    <dgm:pt modelId="{40A1125B-B087-4E5F-B8BC-C3594D9F9C44}" type="sibTrans" cxnId="{7D2310D7-D41E-406E-AE7F-AFB86F09DC87}">
      <dgm:prSet/>
      <dgm:spPr/>
      <dgm:t>
        <a:bodyPr/>
        <a:lstStyle/>
        <a:p>
          <a:endParaRPr lang="en-ZA"/>
        </a:p>
      </dgm:t>
    </dgm:pt>
    <dgm:pt modelId="{42A1BA22-DEAA-4BAE-9253-2163FF1D180C}">
      <dgm:prSet phldrT="[Text]"/>
      <dgm:spPr/>
      <dgm:t>
        <a:bodyPr/>
        <a:lstStyle/>
        <a:p>
          <a:r>
            <a:rPr lang="en-ZA" b="1"/>
            <a:t>Tips</a:t>
          </a:r>
          <a:endParaRPr lang="en-ZA" b="1" dirty="0"/>
        </a:p>
      </dgm:t>
    </dgm:pt>
    <dgm:pt modelId="{0C4D8094-CF72-46F3-9CAC-E2EE83C06CAD}" type="parTrans" cxnId="{1FD8933A-CDA6-46F4-9EE1-E86FD748AC8C}">
      <dgm:prSet/>
      <dgm:spPr/>
      <dgm:t>
        <a:bodyPr/>
        <a:lstStyle/>
        <a:p>
          <a:endParaRPr lang="en-ZA"/>
        </a:p>
      </dgm:t>
    </dgm:pt>
    <dgm:pt modelId="{B20087E7-8942-4A00-B340-D6DED84B1530}" type="sibTrans" cxnId="{1FD8933A-CDA6-46F4-9EE1-E86FD748AC8C}">
      <dgm:prSet/>
      <dgm:spPr/>
      <dgm:t>
        <a:bodyPr/>
        <a:lstStyle/>
        <a:p>
          <a:endParaRPr lang="en-ZA"/>
        </a:p>
      </dgm:t>
    </dgm:pt>
    <dgm:pt modelId="{16F0AF12-210C-4CFB-B1C8-689648050C99}">
      <dgm:prSet phldrT="[Text]"/>
      <dgm:spPr/>
      <dgm:t>
        <a:bodyPr/>
        <a:lstStyle/>
        <a:p>
          <a:r>
            <a:rPr lang="en-ZA" dirty="0"/>
            <a:t>Not all situations are the same -  you need to weigh suggestions  for preferential treatment against established criteria and precedents.</a:t>
          </a:r>
        </a:p>
      </dgm:t>
    </dgm:pt>
    <dgm:pt modelId="{28A4938A-4F2A-47F6-B9FC-311BB435925B}" type="parTrans" cxnId="{7304F37E-EC5C-4A41-97B4-3286F68496BF}">
      <dgm:prSet/>
      <dgm:spPr/>
      <dgm:t>
        <a:bodyPr/>
        <a:lstStyle/>
        <a:p>
          <a:endParaRPr lang="en-ZA"/>
        </a:p>
      </dgm:t>
    </dgm:pt>
    <dgm:pt modelId="{5E6739EC-D1BA-4D9A-B23A-96E534C6C535}" type="sibTrans" cxnId="{7304F37E-EC5C-4A41-97B4-3286F68496BF}">
      <dgm:prSet/>
      <dgm:spPr/>
      <dgm:t>
        <a:bodyPr/>
        <a:lstStyle/>
        <a:p>
          <a:endParaRPr lang="en-ZA"/>
        </a:p>
      </dgm:t>
    </dgm:pt>
    <dgm:pt modelId="{0E875EFC-4E35-4F57-9516-10E3A106CA3F}">
      <dgm:prSet phldrT="[Text]"/>
      <dgm:spPr/>
      <dgm:t>
        <a:bodyPr/>
        <a:lstStyle/>
        <a:p>
          <a:r>
            <a:rPr lang="en-ZA" dirty="0"/>
            <a:t>It seeks to apply a </a:t>
          </a:r>
          <a:r>
            <a:rPr lang="en-ZA" b="1" dirty="0"/>
            <a:t>different standard </a:t>
          </a:r>
          <a:r>
            <a:rPr lang="en-ZA" dirty="0"/>
            <a:t>to similar situations. It involves the use of double standards.</a:t>
          </a:r>
        </a:p>
      </dgm:t>
    </dgm:pt>
    <dgm:pt modelId="{C1660991-0E51-4350-8A60-AC8C18EC4560}" type="parTrans" cxnId="{E998E4E6-43F3-4C4F-975A-2007A0904CA4}">
      <dgm:prSet/>
      <dgm:spPr/>
      <dgm:t>
        <a:bodyPr/>
        <a:lstStyle/>
        <a:p>
          <a:endParaRPr lang="en-ZA"/>
        </a:p>
      </dgm:t>
    </dgm:pt>
    <dgm:pt modelId="{EAE56BB9-5524-423E-813E-081511352136}" type="sibTrans" cxnId="{E998E4E6-43F3-4C4F-975A-2007A0904CA4}">
      <dgm:prSet/>
      <dgm:spPr/>
      <dgm:t>
        <a:bodyPr/>
        <a:lstStyle/>
        <a:p>
          <a:endParaRPr lang="en-ZA"/>
        </a:p>
      </dgm:t>
    </dgm:pt>
    <dgm:pt modelId="{3136923B-217E-42CE-A15F-82E1AB777DBF}">
      <dgm:prSet phldrT="[Text]"/>
      <dgm:spPr/>
      <dgm:t>
        <a:bodyPr/>
        <a:lstStyle/>
        <a:p>
          <a:r>
            <a:rPr lang="en-ZA" dirty="0"/>
            <a:t>Related fallacies include appeals  to pity or to ignorance as special reasons for treating one situation differently from another. </a:t>
          </a:r>
        </a:p>
      </dgm:t>
    </dgm:pt>
    <dgm:pt modelId="{51D40F13-1A2A-4A99-87DA-1D209703A2BB}" type="parTrans" cxnId="{8FFFB6A0-E078-420B-BF73-BB6E8AF4453F}">
      <dgm:prSet/>
      <dgm:spPr/>
      <dgm:t>
        <a:bodyPr/>
        <a:lstStyle/>
        <a:p>
          <a:endParaRPr lang="en-ZA"/>
        </a:p>
      </dgm:t>
    </dgm:pt>
    <dgm:pt modelId="{E5CBF091-1972-4F31-858F-FFF5F859D588}" type="sibTrans" cxnId="{8FFFB6A0-E078-420B-BF73-BB6E8AF4453F}">
      <dgm:prSet/>
      <dgm:spPr/>
      <dgm:t>
        <a:bodyPr/>
        <a:lstStyle/>
        <a:p>
          <a:endParaRPr lang="en-ZA"/>
        </a:p>
      </dgm:t>
    </dgm:pt>
    <dgm:pt modelId="{C9A4BBD1-D9A0-496B-A526-974EDA3E0DA3}">
      <dgm:prSet phldrT="[Text]"/>
      <dgm:spPr/>
      <dgm:t>
        <a:bodyPr/>
        <a:lstStyle/>
        <a:p>
          <a:endParaRPr lang="en-ZA" dirty="0"/>
        </a:p>
      </dgm:t>
    </dgm:pt>
    <dgm:pt modelId="{6E6DAADD-3B33-4559-BD91-A6A4E2AB49E1}" type="parTrans" cxnId="{E5C3DE6E-207E-40A0-8396-528B32CBD6F1}">
      <dgm:prSet/>
      <dgm:spPr/>
      <dgm:t>
        <a:bodyPr/>
        <a:lstStyle/>
        <a:p>
          <a:endParaRPr lang="en-ZA"/>
        </a:p>
      </dgm:t>
    </dgm:pt>
    <dgm:pt modelId="{58809F3F-D2C1-41A3-B7D1-585EDB224A7A}" type="sibTrans" cxnId="{E5C3DE6E-207E-40A0-8396-528B32CBD6F1}">
      <dgm:prSet/>
      <dgm:spPr/>
      <dgm:t>
        <a:bodyPr/>
        <a:lstStyle/>
        <a:p>
          <a:endParaRPr lang="en-ZA"/>
        </a:p>
      </dgm:t>
    </dgm:pt>
    <dgm:pt modelId="{EBB62E91-CF63-4975-BC6B-2F9FE161200C}">
      <dgm:prSet phldrT="[Text]"/>
      <dgm:spPr/>
      <dgm:t>
        <a:bodyPr/>
        <a:lstStyle/>
        <a:p>
          <a:endParaRPr lang="en-ZA" dirty="0"/>
        </a:p>
      </dgm:t>
    </dgm:pt>
    <dgm:pt modelId="{B032CB2A-09AB-4AFD-A4DC-F6D5F3381A99}" type="parTrans" cxnId="{132BFDF3-60B0-44B4-A853-E80D86B65417}">
      <dgm:prSet/>
      <dgm:spPr/>
      <dgm:t>
        <a:bodyPr/>
        <a:lstStyle/>
        <a:p>
          <a:endParaRPr lang="en-ZA"/>
        </a:p>
      </dgm:t>
    </dgm:pt>
    <dgm:pt modelId="{42B2AEA3-E04A-4E91-8207-CDA6B30C32DB}" type="sibTrans" cxnId="{132BFDF3-60B0-44B4-A853-E80D86B65417}">
      <dgm:prSet/>
      <dgm:spPr/>
      <dgm:t>
        <a:bodyPr/>
        <a:lstStyle/>
        <a:p>
          <a:endParaRPr lang="en-ZA"/>
        </a:p>
      </dgm:t>
    </dgm:pt>
    <dgm:pt modelId="{39B637DC-F1D7-4A57-A603-CE0EB472805A}">
      <dgm:prSet phldrT="[Text]"/>
      <dgm:spPr/>
      <dgm:t>
        <a:bodyPr/>
        <a:lstStyle/>
        <a:p>
          <a:r>
            <a:rPr lang="en-ZA" dirty="0"/>
            <a:t>Also base your decisions on the merits of the case and on your ethical evaluation.</a:t>
          </a:r>
        </a:p>
      </dgm:t>
    </dgm:pt>
    <dgm:pt modelId="{B1B6DC73-3C70-4D74-909D-31321AAAF92A}" type="parTrans" cxnId="{A4D1EFF9-E8A5-400C-BE60-DF9B701D215C}">
      <dgm:prSet/>
      <dgm:spPr/>
      <dgm:t>
        <a:bodyPr/>
        <a:lstStyle/>
        <a:p>
          <a:endParaRPr lang="en-ZA"/>
        </a:p>
      </dgm:t>
    </dgm:pt>
    <dgm:pt modelId="{14DA2817-0E5E-4AEC-984D-181D1F77E4CC}" type="sibTrans" cxnId="{A4D1EFF9-E8A5-400C-BE60-DF9B701D215C}">
      <dgm:prSet/>
      <dgm:spPr/>
      <dgm:t>
        <a:bodyPr/>
        <a:lstStyle/>
        <a:p>
          <a:endParaRPr lang="en-ZA"/>
        </a:p>
      </dgm:t>
    </dgm:pt>
    <dgm:pt modelId="{9DD7E8D2-248D-4F8B-9E0B-3A58827171A3}">
      <dgm:prSet phldrT="[Text]"/>
      <dgm:spPr/>
      <dgm:t>
        <a:bodyPr/>
        <a:lstStyle/>
        <a:p>
          <a:endParaRPr lang="en-ZA" dirty="0"/>
        </a:p>
      </dgm:t>
    </dgm:pt>
    <dgm:pt modelId="{FD616A9C-E35B-458D-BED3-4205869282DE}" type="parTrans" cxnId="{7C765A42-86CD-4E5C-B986-81413B78A44A}">
      <dgm:prSet/>
      <dgm:spPr/>
      <dgm:t>
        <a:bodyPr/>
        <a:lstStyle/>
        <a:p>
          <a:endParaRPr lang="en-ZA"/>
        </a:p>
      </dgm:t>
    </dgm:pt>
    <dgm:pt modelId="{6BD29CF0-C718-4EDA-8B01-83320503A661}" type="sibTrans" cxnId="{7C765A42-86CD-4E5C-B986-81413B78A44A}">
      <dgm:prSet/>
      <dgm:spPr/>
      <dgm:t>
        <a:bodyPr/>
        <a:lstStyle/>
        <a:p>
          <a:endParaRPr lang="en-ZA"/>
        </a:p>
      </dgm:t>
    </dgm:pt>
    <dgm:pt modelId="{C8B783D5-24B6-4C94-9B48-485FF50293FF}">
      <dgm:prSet phldrT="[Text]"/>
      <dgm:spPr/>
      <dgm:t>
        <a:bodyPr/>
        <a:lstStyle/>
        <a:p>
          <a:r>
            <a:rPr lang="en-ZA" b="1" u="sng" dirty="0"/>
            <a:t>Example</a:t>
          </a:r>
          <a:r>
            <a:rPr lang="en-ZA" dirty="0"/>
            <a:t> - Context: Cape Town’s drought and hosepipe ban. </a:t>
          </a:r>
          <a:r>
            <a:rPr lang="en-ZA" i="1" dirty="0"/>
            <a:t>“I know there is a drought and we need to save water, but I am putting my prize flowers in a competition next week, and I need to give them water”.</a:t>
          </a:r>
        </a:p>
      </dgm:t>
    </dgm:pt>
    <dgm:pt modelId="{6206337F-BDC7-43EB-94B6-BB8014E69D54}" type="parTrans" cxnId="{56C6AD6C-DA41-42CC-83C5-E8FB3EC8C21E}">
      <dgm:prSet/>
      <dgm:spPr/>
      <dgm:t>
        <a:bodyPr/>
        <a:lstStyle/>
        <a:p>
          <a:endParaRPr lang="en-ZA"/>
        </a:p>
      </dgm:t>
    </dgm:pt>
    <dgm:pt modelId="{8809DF03-5F69-48D2-A816-117AEAA46289}" type="sibTrans" cxnId="{56C6AD6C-DA41-42CC-83C5-E8FB3EC8C21E}">
      <dgm:prSet/>
      <dgm:spPr/>
      <dgm:t>
        <a:bodyPr/>
        <a:lstStyle/>
        <a:p>
          <a:endParaRPr lang="en-ZA"/>
        </a:p>
      </dgm:t>
    </dgm:pt>
    <dgm:pt modelId="{EC347EFC-E26D-45F9-AB22-D507C845D18C}">
      <dgm:prSet phldrT="[Text]"/>
      <dgm:spPr/>
      <dgm:t>
        <a:bodyPr/>
        <a:lstStyle/>
        <a:p>
          <a:endParaRPr lang="en-ZA" dirty="0"/>
        </a:p>
      </dgm:t>
    </dgm:pt>
    <dgm:pt modelId="{73C60371-24E6-44AA-8528-A2D7786131EB}" type="parTrans" cxnId="{78B333A3-5BF2-4E22-879A-ADF689AA3DCF}">
      <dgm:prSet/>
      <dgm:spPr/>
      <dgm:t>
        <a:bodyPr/>
        <a:lstStyle/>
        <a:p>
          <a:endParaRPr lang="en-ZA"/>
        </a:p>
      </dgm:t>
    </dgm:pt>
    <dgm:pt modelId="{3A3289C5-0E5A-4CA9-8378-82B3DE98C456}" type="sibTrans" cxnId="{78B333A3-5BF2-4E22-879A-ADF689AA3DCF}">
      <dgm:prSet/>
      <dgm:spPr/>
      <dgm:t>
        <a:bodyPr/>
        <a:lstStyle/>
        <a:p>
          <a:endParaRPr lang="en-ZA"/>
        </a:p>
      </dgm:t>
    </dgm:pt>
    <dgm:pt modelId="{46D958BA-EA0C-472E-9464-A272C4F9F0BF}">
      <dgm:prSet phldrT="[Text]"/>
      <dgm:spPr/>
      <dgm:t>
        <a:bodyPr/>
        <a:lstStyle/>
        <a:p>
          <a:endParaRPr lang="en-ZA" dirty="0"/>
        </a:p>
      </dgm:t>
    </dgm:pt>
    <dgm:pt modelId="{FCCE8FC5-B277-4185-B51C-34D5D7664B8A}" type="parTrans" cxnId="{0EA0C41B-3A9D-43A1-96B7-950F6A71DD9D}">
      <dgm:prSet/>
      <dgm:spPr/>
      <dgm:t>
        <a:bodyPr/>
        <a:lstStyle/>
        <a:p>
          <a:endParaRPr lang="en-ZA"/>
        </a:p>
      </dgm:t>
    </dgm:pt>
    <dgm:pt modelId="{DD4F98DE-FA4C-4B25-9547-CF163B63078E}" type="sibTrans" cxnId="{0EA0C41B-3A9D-43A1-96B7-950F6A71DD9D}">
      <dgm:prSet/>
      <dgm:spPr/>
      <dgm:t>
        <a:bodyPr/>
        <a:lstStyle/>
        <a:p>
          <a:endParaRPr lang="en-ZA"/>
        </a:p>
      </dgm:t>
    </dgm:pt>
    <dgm:pt modelId="{9553524F-FCE6-4747-80CC-25C2C54072CD}">
      <dgm:prSet phldrT="[Text]"/>
      <dgm:spPr/>
      <dgm:t>
        <a:bodyPr/>
        <a:lstStyle/>
        <a:p>
          <a:r>
            <a:rPr lang="en-ZA" b="1" u="sng" dirty="0"/>
            <a:t>Example</a:t>
          </a:r>
          <a:r>
            <a:rPr lang="en-ZA" dirty="0"/>
            <a:t>: “Sure, breaking the rules should be punished, but she is my daughter. I know she didn’t mean to do it”.</a:t>
          </a:r>
        </a:p>
      </dgm:t>
    </dgm:pt>
    <dgm:pt modelId="{434EEC9D-2DF6-4601-B60D-A82023A597A9}" type="parTrans" cxnId="{CD0547D7-0B84-45FD-956B-916B503F983C}">
      <dgm:prSet/>
      <dgm:spPr/>
    </dgm:pt>
    <dgm:pt modelId="{86A13810-731D-4345-9A55-488E3648B5BD}" type="sibTrans" cxnId="{CD0547D7-0B84-45FD-956B-916B503F983C}">
      <dgm:prSet/>
      <dgm:spPr/>
    </dgm:pt>
    <dgm:pt modelId="{74627C3F-B1EE-4A0D-87AD-1F58D40D2969}">
      <dgm:prSet phldrT="[Text]"/>
      <dgm:spPr/>
      <dgm:t>
        <a:bodyPr/>
        <a:lstStyle/>
        <a:p>
          <a:endParaRPr lang="en-ZA" dirty="0"/>
        </a:p>
      </dgm:t>
    </dgm:pt>
    <dgm:pt modelId="{BFE1F04C-0D89-4C3B-B125-4797E7303823}" type="parTrans" cxnId="{29FC98BA-E5D8-4F26-A781-F5468A200956}">
      <dgm:prSet/>
      <dgm:spPr/>
    </dgm:pt>
    <dgm:pt modelId="{5170EA3D-38DA-4A54-9591-E3306DE972C9}" type="sibTrans" cxnId="{29FC98BA-E5D8-4F26-A781-F5468A200956}">
      <dgm:prSet/>
      <dgm:spPr/>
    </dgm:pt>
    <dgm:pt modelId="{8DB3A862-13BC-4928-9FF4-C15BA5148E04}" type="pres">
      <dgm:prSet presAssocID="{9C375CDE-9C53-496C-9543-70C1F9EF09D8}" presName="Name0" presStyleCnt="0">
        <dgm:presLayoutVars>
          <dgm:dir/>
          <dgm:animLvl val="lvl"/>
          <dgm:resizeHandles val="exact"/>
        </dgm:presLayoutVars>
      </dgm:prSet>
      <dgm:spPr/>
    </dgm:pt>
    <dgm:pt modelId="{4530C60C-34C1-4C78-BAB4-0034B2AF1970}" type="pres">
      <dgm:prSet presAssocID="{FD1964A9-3DD4-4D14-BF86-98DC7D846256}" presName="composite" presStyleCnt="0"/>
      <dgm:spPr/>
    </dgm:pt>
    <dgm:pt modelId="{B61BC888-C8CC-45A7-9D0E-AC0A601D5C1A}" type="pres">
      <dgm:prSet presAssocID="{FD1964A9-3DD4-4D14-BF86-98DC7D846256}" presName="parTx" presStyleLbl="alignNode1" presStyleIdx="0" presStyleCnt="2">
        <dgm:presLayoutVars>
          <dgm:chMax val="0"/>
          <dgm:chPref val="0"/>
          <dgm:bulletEnabled val="1"/>
        </dgm:presLayoutVars>
      </dgm:prSet>
      <dgm:spPr/>
    </dgm:pt>
    <dgm:pt modelId="{29322315-1F30-4764-AF1D-713C823AE386}" type="pres">
      <dgm:prSet presAssocID="{FD1964A9-3DD4-4D14-BF86-98DC7D846256}" presName="desTx" presStyleLbl="alignAccFollowNode1" presStyleIdx="0" presStyleCnt="2">
        <dgm:presLayoutVars>
          <dgm:bulletEnabled val="1"/>
        </dgm:presLayoutVars>
      </dgm:prSet>
      <dgm:spPr/>
    </dgm:pt>
    <dgm:pt modelId="{46BD6D0C-9B74-4AE5-83DF-6550C4A71E79}" type="pres">
      <dgm:prSet presAssocID="{5A6B4C65-CC78-4499-B2AA-60A498222EE7}" presName="space" presStyleCnt="0"/>
      <dgm:spPr/>
    </dgm:pt>
    <dgm:pt modelId="{417944D3-DB03-4D90-968B-D3A85C2B0266}" type="pres">
      <dgm:prSet presAssocID="{42A1BA22-DEAA-4BAE-9253-2163FF1D180C}" presName="composite" presStyleCnt="0"/>
      <dgm:spPr/>
    </dgm:pt>
    <dgm:pt modelId="{76D5D9B9-BBD2-4F29-A321-415578549EF7}" type="pres">
      <dgm:prSet presAssocID="{42A1BA22-DEAA-4BAE-9253-2163FF1D180C}" presName="parTx" presStyleLbl="alignNode1" presStyleIdx="1" presStyleCnt="2">
        <dgm:presLayoutVars>
          <dgm:chMax val="0"/>
          <dgm:chPref val="0"/>
          <dgm:bulletEnabled val="1"/>
        </dgm:presLayoutVars>
      </dgm:prSet>
      <dgm:spPr/>
    </dgm:pt>
    <dgm:pt modelId="{20AD9077-44F9-45B0-B6F3-1098D63361CE}" type="pres">
      <dgm:prSet presAssocID="{42A1BA22-DEAA-4BAE-9253-2163FF1D180C}" presName="desTx" presStyleLbl="alignAccFollowNode1" presStyleIdx="1" presStyleCnt="2">
        <dgm:presLayoutVars>
          <dgm:bulletEnabled val="1"/>
        </dgm:presLayoutVars>
      </dgm:prSet>
      <dgm:spPr/>
    </dgm:pt>
  </dgm:ptLst>
  <dgm:cxnLst>
    <dgm:cxn modelId="{50457309-B8C5-44C0-ADE7-E05ACE229A43}" type="presOf" srcId="{218947C3-6726-4FAB-8E4C-974E09BF25C5}" destId="{29322315-1F30-4764-AF1D-713C823AE386}" srcOrd="0" destOrd="0" presId="urn:microsoft.com/office/officeart/2005/8/layout/hList1"/>
    <dgm:cxn modelId="{43059E1A-D1DF-4939-BAE1-C8634A89392F}" type="presOf" srcId="{C9A4BBD1-D9A0-496B-A526-974EDA3E0DA3}" destId="{29322315-1F30-4764-AF1D-713C823AE386}" srcOrd="0" destOrd="1" presId="urn:microsoft.com/office/officeart/2005/8/layout/hList1"/>
    <dgm:cxn modelId="{0EA0C41B-3A9D-43A1-96B7-950F6A71DD9D}" srcId="{FD1964A9-3DD4-4D14-BF86-98DC7D846256}" destId="{46D958BA-EA0C-472E-9464-A272C4F9F0BF}" srcOrd="3" destOrd="0" parTransId="{FCCE8FC5-B277-4185-B51C-34D5D7664B8A}" sibTransId="{DD4F98DE-FA4C-4B25-9547-CF163B63078E}"/>
    <dgm:cxn modelId="{A8B88324-1756-4E8D-8F48-508FB91D6906}" type="presOf" srcId="{74627C3F-B1EE-4A0D-87AD-1F58D40D2969}" destId="{29322315-1F30-4764-AF1D-713C823AE386}" srcOrd="0" destOrd="5" presId="urn:microsoft.com/office/officeart/2005/8/layout/hList1"/>
    <dgm:cxn modelId="{E842D527-B652-4A30-958A-0CCBC36199F5}" type="presOf" srcId="{46D958BA-EA0C-472E-9464-A272C4F9F0BF}" destId="{29322315-1F30-4764-AF1D-713C823AE386}" srcOrd="0" destOrd="3" presId="urn:microsoft.com/office/officeart/2005/8/layout/hList1"/>
    <dgm:cxn modelId="{1FD8933A-CDA6-46F4-9EE1-E86FD748AC8C}" srcId="{9C375CDE-9C53-496C-9543-70C1F9EF09D8}" destId="{42A1BA22-DEAA-4BAE-9253-2163FF1D180C}" srcOrd="1" destOrd="0" parTransId="{0C4D8094-CF72-46F3-9CAC-E2EE83C06CAD}" sibTransId="{B20087E7-8942-4A00-B340-D6DED84B1530}"/>
    <dgm:cxn modelId="{A4B0F23E-6AE1-4CCF-8F76-A8E2C15FCC19}" type="presOf" srcId="{C8B783D5-24B6-4C94-9B48-485FF50293FF}" destId="{20AD9077-44F9-45B0-B6F3-1098D63361CE}" srcOrd="0" destOrd="4" presId="urn:microsoft.com/office/officeart/2005/8/layout/hList1"/>
    <dgm:cxn modelId="{E20F1D5D-BC83-49C2-8C5E-4636A3BC89EB}" type="presOf" srcId="{FD1964A9-3DD4-4D14-BF86-98DC7D846256}" destId="{B61BC888-C8CC-45A7-9D0E-AC0A601D5C1A}" srcOrd="0" destOrd="0" presId="urn:microsoft.com/office/officeart/2005/8/layout/hList1"/>
    <dgm:cxn modelId="{5FCD0D61-096A-4B58-8AED-5962348CB261}" type="presOf" srcId="{42A1BA22-DEAA-4BAE-9253-2163FF1D180C}" destId="{76D5D9B9-BBD2-4F29-A321-415578549EF7}" srcOrd="0" destOrd="0" presId="urn:microsoft.com/office/officeart/2005/8/layout/hList1"/>
    <dgm:cxn modelId="{7C765A42-86CD-4E5C-B986-81413B78A44A}" srcId="{42A1BA22-DEAA-4BAE-9253-2163FF1D180C}" destId="{9DD7E8D2-248D-4F8B-9E0B-3A58827171A3}" srcOrd="1" destOrd="0" parTransId="{FD616A9C-E35B-458D-BED3-4205869282DE}" sibTransId="{6BD29CF0-C718-4EDA-8B01-83320503A661}"/>
    <dgm:cxn modelId="{3872384A-515C-4010-B3FA-622EEC39BCC3}" srcId="{9C375CDE-9C53-496C-9543-70C1F9EF09D8}" destId="{FD1964A9-3DD4-4D14-BF86-98DC7D846256}" srcOrd="0" destOrd="0" parTransId="{A3F6258A-DD26-41D6-93FD-840BCAA0018A}" sibTransId="{5A6B4C65-CC78-4499-B2AA-60A498222EE7}"/>
    <dgm:cxn modelId="{2B808C4A-DE3D-4AFD-8AA2-196DD89C2716}" type="presOf" srcId="{3136923B-217E-42CE-A15F-82E1AB777DBF}" destId="{29322315-1F30-4764-AF1D-713C823AE386}" srcOrd="0" destOrd="4" presId="urn:microsoft.com/office/officeart/2005/8/layout/hList1"/>
    <dgm:cxn modelId="{67DF786B-01CA-4E74-8C49-D3DD6BD67409}" type="presOf" srcId="{9DD7E8D2-248D-4F8B-9E0B-3A58827171A3}" destId="{20AD9077-44F9-45B0-B6F3-1098D63361CE}" srcOrd="0" destOrd="1" presId="urn:microsoft.com/office/officeart/2005/8/layout/hList1"/>
    <dgm:cxn modelId="{56C6AD6C-DA41-42CC-83C5-E8FB3EC8C21E}" srcId="{42A1BA22-DEAA-4BAE-9253-2163FF1D180C}" destId="{C8B783D5-24B6-4C94-9B48-485FF50293FF}" srcOrd="4" destOrd="0" parTransId="{6206337F-BDC7-43EB-94B6-BB8014E69D54}" sibTransId="{8809DF03-5F69-48D2-A816-117AEAA46289}"/>
    <dgm:cxn modelId="{E5C3DE6E-207E-40A0-8396-528B32CBD6F1}" srcId="{FD1964A9-3DD4-4D14-BF86-98DC7D846256}" destId="{C9A4BBD1-D9A0-496B-A526-974EDA3E0DA3}" srcOrd="1" destOrd="0" parTransId="{6E6DAADD-3B33-4559-BD91-A6A4E2AB49E1}" sibTransId="{58809F3F-D2C1-41A3-B7D1-585EDB224A7A}"/>
    <dgm:cxn modelId="{C3DEA255-7C6F-445A-8272-AA016BE978CF}" type="presOf" srcId="{39B637DC-F1D7-4A57-A603-CE0EB472805A}" destId="{20AD9077-44F9-45B0-B6F3-1098D63361CE}" srcOrd="0" destOrd="2" presId="urn:microsoft.com/office/officeart/2005/8/layout/hList1"/>
    <dgm:cxn modelId="{7304F37E-EC5C-4A41-97B4-3286F68496BF}" srcId="{42A1BA22-DEAA-4BAE-9253-2163FF1D180C}" destId="{16F0AF12-210C-4CFB-B1C8-689648050C99}" srcOrd="0" destOrd="0" parTransId="{28A4938A-4F2A-47F6-B9FC-311BB435925B}" sibTransId="{5E6739EC-D1BA-4D9A-B23A-96E534C6C535}"/>
    <dgm:cxn modelId="{D3C15982-BBAF-44A4-AE08-5D7C95A34703}" type="presOf" srcId="{EC347EFC-E26D-45F9-AB22-D507C845D18C}" destId="{20AD9077-44F9-45B0-B6F3-1098D63361CE}" srcOrd="0" destOrd="3" presId="urn:microsoft.com/office/officeart/2005/8/layout/hList1"/>
    <dgm:cxn modelId="{1ECBF086-C354-4554-9927-C9D1F3E7381C}" type="presOf" srcId="{0E875EFC-4E35-4F57-9516-10E3A106CA3F}" destId="{29322315-1F30-4764-AF1D-713C823AE386}" srcOrd="0" destOrd="2" presId="urn:microsoft.com/office/officeart/2005/8/layout/hList1"/>
    <dgm:cxn modelId="{673B0B9A-92D6-48AF-B6B4-B9703F733352}" type="presOf" srcId="{9C375CDE-9C53-496C-9543-70C1F9EF09D8}" destId="{8DB3A862-13BC-4928-9FF4-C15BA5148E04}" srcOrd="0" destOrd="0" presId="urn:microsoft.com/office/officeart/2005/8/layout/hList1"/>
    <dgm:cxn modelId="{8FFFB6A0-E078-420B-BF73-BB6E8AF4453F}" srcId="{FD1964A9-3DD4-4D14-BF86-98DC7D846256}" destId="{3136923B-217E-42CE-A15F-82E1AB777DBF}" srcOrd="4" destOrd="0" parTransId="{51D40F13-1A2A-4A99-87DA-1D209703A2BB}" sibTransId="{E5CBF091-1972-4F31-858F-FFF5F859D588}"/>
    <dgm:cxn modelId="{78B333A3-5BF2-4E22-879A-ADF689AA3DCF}" srcId="{42A1BA22-DEAA-4BAE-9253-2163FF1D180C}" destId="{EC347EFC-E26D-45F9-AB22-D507C845D18C}" srcOrd="3" destOrd="0" parTransId="{73C60371-24E6-44AA-8528-A2D7786131EB}" sibTransId="{3A3289C5-0E5A-4CA9-8378-82B3DE98C456}"/>
    <dgm:cxn modelId="{29FC98BA-E5D8-4F26-A781-F5468A200956}" srcId="{FD1964A9-3DD4-4D14-BF86-98DC7D846256}" destId="{74627C3F-B1EE-4A0D-87AD-1F58D40D2969}" srcOrd="5" destOrd="0" parTransId="{BFE1F04C-0D89-4C3B-B125-4797E7303823}" sibTransId="{5170EA3D-38DA-4A54-9591-E3306DE972C9}"/>
    <dgm:cxn modelId="{74993DC4-CB3A-4109-B7AD-F0543024DA7B}" type="presOf" srcId="{EBB62E91-CF63-4975-BC6B-2F9FE161200C}" destId="{20AD9077-44F9-45B0-B6F3-1098D63361CE}" srcOrd="0" destOrd="5" presId="urn:microsoft.com/office/officeart/2005/8/layout/hList1"/>
    <dgm:cxn modelId="{7D2310D7-D41E-406E-AE7F-AFB86F09DC87}" srcId="{FD1964A9-3DD4-4D14-BF86-98DC7D846256}" destId="{218947C3-6726-4FAB-8E4C-974E09BF25C5}" srcOrd="0" destOrd="0" parTransId="{DE2C2CC7-ADEC-4931-9957-BDC6362F14F4}" sibTransId="{40A1125B-B087-4E5F-B8BC-C3594D9F9C44}"/>
    <dgm:cxn modelId="{CD0547D7-0B84-45FD-956B-916B503F983C}" srcId="{FD1964A9-3DD4-4D14-BF86-98DC7D846256}" destId="{9553524F-FCE6-4747-80CC-25C2C54072CD}" srcOrd="6" destOrd="0" parTransId="{434EEC9D-2DF6-4601-B60D-A82023A597A9}" sibTransId="{86A13810-731D-4345-9A55-488E3648B5BD}"/>
    <dgm:cxn modelId="{E998E4E6-43F3-4C4F-975A-2007A0904CA4}" srcId="{FD1964A9-3DD4-4D14-BF86-98DC7D846256}" destId="{0E875EFC-4E35-4F57-9516-10E3A106CA3F}" srcOrd="2" destOrd="0" parTransId="{C1660991-0E51-4350-8A60-AC8C18EC4560}" sibTransId="{EAE56BB9-5524-423E-813E-081511352136}"/>
    <dgm:cxn modelId="{132BFDF3-60B0-44B4-A853-E80D86B65417}" srcId="{42A1BA22-DEAA-4BAE-9253-2163FF1D180C}" destId="{EBB62E91-CF63-4975-BC6B-2F9FE161200C}" srcOrd="5" destOrd="0" parTransId="{B032CB2A-09AB-4AFD-A4DC-F6D5F3381A99}" sibTransId="{42B2AEA3-E04A-4E91-8207-CDA6B30C32DB}"/>
    <dgm:cxn modelId="{479A6AF9-415D-4D20-B5A4-7AC0F27CDA55}" type="presOf" srcId="{16F0AF12-210C-4CFB-B1C8-689648050C99}" destId="{20AD9077-44F9-45B0-B6F3-1098D63361CE}" srcOrd="0" destOrd="0" presId="urn:microsoft.com/office/officeart/2005/8/layout/hList1"/>
    <dgm:cxn modelId="{A4D1EFF9-E8A5-400C-BE60-DF9B701D215C}" srcId="{42A1BA22-DEAA-4BAE-9253-2163FF1D180C}" destId="{39B637DC-F1D7-4A57-A603-CE0EB472805A}" srcOrd="2" destOrd="0" parTransId="{B1B6DC73-3C70-4D74-909D-31321AAAF92A}" sibTransId="{14DA2817-0E5E-4AEC-984D-181D1F77E4CC}"/>
    <dgm:cxn modelId="{88587AFD-765B-4658-A46E-C9727A2AB392}" type="presOf" srcId="{9553524F-FCE6-4747-80CC-25C2C54072CD}" destId="{29322315-1F30-4764-AF1D-713C823AE386}" srcOrd="0" destOrd="6" presId="urn:microsoft.com/office/officeart/2005/8/layout/hList1"/>
    <dgm:cxn modelId="{B679EB65-DD7C-495C-BA30-E4E99A2498C6}" type="presParOf" srcId="{8DB3A862-13BC-4928-9FF4-C15BA5148E04}" destId="{4530C60C-34C1-4C78-BAB4-0034B2AF1970}" srcOrd="0" destOrd="0" presId="urn:microsoft.com/office/officeart/2005/8/layout/hList1"/>
    <dgm:cxn modelId="{B14DACC6-06E1-471A-B2F7-10D298E7ACDA}" type="presParOf" srcId="{4530C60C-34C1-4C78-BAB4-0034B2AF1970}" destId="{B61BC888-C8CC-45A7-9D0E-AC0A601D5C1A}" srcOrd="0" destOrd="0" presId="urn:microsoft.com/office/officeart/2005/8/layout/hList1"/>
    <dgm:cxn modelId="{B8DB791D-4E85-4AD2-86A6-115B14BA9BD6}" type="presParOf" srcId="{4530C60C-34C1-4C78-BAB4-0034B2AF1970}" destId="{29322315-1F30-4764-AF1D-713C823AE386}" srcOrd="1" destOrd="0" presId="urn:microsoft.com/office/officeart/2005/8/layout/hList1"/>
    <dgm:cxn modelId="{014DD1B0-AB69-4BFD-AB64-C52FFBB5AC5A}" type="presParOf" srcId="{8DB3A862-13BC-4928-9FF4-C15BA5148E04}" destId="{46BD6D0C-9B74-4AE5-83DF-6550C4A71E79}" srcOrd="1" destOrd="0" presId="urn:microsoft.com/office/officeart/2005/8/layout/hList1"/>
    <dgm:cxn modelId="{BD425A2D-E6EA-41FE-801C-79D184EE7CAA}" type="presParOf" srcId="{8DB3A862-13BC-4928-9FF4-C15BA5148E04}" destId="{417944D3-DB03-4D90-968B-D3A85C2B0266}" srcOrd="2" destOrd="0" presId="urn:microsoft.com/office/officeart/2005/8/layout/hList1"/>
    <dgm:cxn modelId="{DFF4B7DE-86D6-46E7-AB42-9E5E7CA8F003}" type="presParOf" srcId="{417944D3-DB03-4D90-968B-D3A85C2B0266}" destId="{76D5D9B9-BBD2-4F29-A321-415578549EF7}" srcOrd="0" destOrd="0" presId="urn:microsoft.com/office/officeart/2005/8/layout/hList1"/>
    <dgm:cxn modelId="{B0BDC6A6-3A9C-4990-BBDC-C72F584927A2}" type="presParOf" srcId="{417944D3-DB03-4D90-968B-D3A85C2B0266}" destId="{20AD9077-44F9-45B0-B6F3-1098D63361CE}"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BB7E9C7-3B56-4506-8252-C62C573E5E7E}" type="doc">
      <dgm:prSet loTypeId="urn:microsoft.com/office/officeart/2005/8/layout/hList1" loCatId="list" qsTypeId="urn:microsoft.com/office/officeart/2005/8/quickstyle/simple5" qsCatId="simple" csTypeId="urn:microsoft.com/office/officeart/2005/8/colors/colorful5" csCatId="colorful" phldr="1"/>
      <dgm:spPr/>
      <dgm:t>
        <a:bodyPr/>
        <a:lstStyle/>
        <a:p>
          <a:endParaRPr lang="en-ZA"/>
        </a:p>
      </dgm:t>
    </dgm:pt>
    <dgm:pt modelId="{199902B3-6D9E-43A9-A7A2-7C24B4097DCB}">
      <dgm:prSet phldrT="[Text]"/>
      <dgm:spPr/>
      <dgm:t>
        <a:bodyPr/>
        <a:lstStyle/>
        <a:p>
          <a:r>
            <a:rPr lang="en-ZA" b="1" dirty="0"/>
            <a:t>Definition</a:t>
          </a:r>
        </a:p>
      </dgm:t>
    </dgm:pt>
    <dgm:pt modelId="{DC0F554E-34C6-4372-A8A4-F6E1C8E7E686}" type="parTrans" cxnId="{DDC9CA7C-C6CB-4A6B-B2DB-A66AF652D148}">
      <dgm:prSet/>
      <dgm:spPr/>
      <dgm:t>
        <a:bodyPr/>
        <a:lstStyle/>
        <a:p>
          <a:endParaRPr lang="en-ZA"/>
        </a:p>
      </dgm:t>
    </dgm:pt>
    <dgm:pt modelId="{810648ED-DA28-45DC-AC12-51756FBC5FA5}" type="sibTrans" cxnId="{DDC9CA7C-C6CB-4A6B-B2DB-A66AF652D148}">
      <dgm:prSet/>
      <dgm:spPr/>
      <dgm:t>
        <a:bodyPr/>
        <a:lstStyle/>
        <a:p>
          <a:endParaRPr lang="en-ZA"/>
        </a:p>
      </dgm:t>
    </dgm:pt>
    <dgm:pt modelId="{4DE60752-1F5C-4D05-907B-8F9663F80C74}">
      <dgm:prSet phldrT="[Text]"/>
      <dgm:spPr/>
      <dgm:t>
        <a:bodyPr/>
        <a:lstStyle/>
        <a:p>
          <a:r>
            <a:rPr lang="en-ZA" dirty="0"/>
            <a:t>Fallacies that </a:t>
          </a:r>
          <a:r>
            <a:rPr lang="en-ZA" b="1" dirty="0"/>
            <a:t>divert</a:t>
          </a:r>
          <a:r>
            <a:rPr lang="en-ZA" dirty="0"/>
            <a:t> attention from the real issue by presenting </a:t>
          </a:r>
          <a:r>
            <a:rPr lang="en-ZA" b="1" dirty="0"/>
            <a:t>irrelevant</a:t>
          </a:r>
          <a:r>
            <a:rPr lang="en-ZA" dirty="0"/>
            <a:t> arguments.</a:t>
          </a:r>
        </a:p>
      </dgm:t>
    </dgm:pt>
    <dgm:pt modelId="{053D1DEA-C2A7-41E6-A25B-B6884F9715BB}" type="parTrans" cxnId="{618B2F13-955F-4503-901A-772B60CEA43A}">
      <dgm:prSet/>
      <dgm:spPr/>
      <dgm:t>
        <a:bodyPr/>
        <a:lstStyle/>
        <a:p>
          <a:endParaRPr lang="en-ZA"/>
        </a:p>
      </dgm:t>
    </dgm:pt>
    <dgm:pt modelId="{977E659E-D787-49E4-899A-6F5DADBFFB5B}" type="sibTrans" cxnId="{618B2F13-955F-4503-901A-772B60CEA43A}">
      <dgm:prSet/>
      <dgm:spPr/>
      <dgm:t>
        <a:bodyPr/>
        <a:lstStyle/>
        <a:p>
          <a:endParaRPr lang="en-ZA"/>
        </a:p>
      </dgm:t>
    </dgm:pt>
    <dgm:pt modelId="{086B0E76-8C9A-40CE-9707-1208228CBFAA}">
      <dgm:prSet phldrT="[Text]"/>
      <dgm:spPr/>
      <dgm:t>
        <a:bodyPr/>
        <a:lstStyle/>
        <a:p>
          <a:r>
            <a:rPr lang="en-ZA" b="1"/>
            <a:t>Tips</a:t>
          </a:r>
          <a:endParaRPr lang="en-ZA" b="1" dirty="0"/>
        </a:p>
      </dgm:t>
    </dgm:pt>
    <dgm:pt modelId="{70E69C20-5DAE-4B60-8DFE-4E57E3032185}" type="parTrans" cxnId="{D2A6E553-5341-4F3C-98EA-349EFF0D107D}">
      <dgm:prSet/>
      <dgm:spPr/>
      <dgm:t>
        <a:bodyPr/>
        <a:lstStyle/>
        <a:p>
          <a:endParaRPr lang="en-ZA"/>
        </a:p>
      </dgm:t>
    </dgm:pt>
    <dgm:pt modelId="{DCED2FA6-4132-4D7F-9CD8-A2F6F1F70088}" type="sibTrans" cxnId="{D2A6E553-5341-4F3C-98EA-349EFF0D107D}">
      <dgm:prSet/>
      <dgm:spPr/>
      <dgm:t>
        <a:bodyPr/>
        <a:lstStyle/>
        <a:p>
          <a:endParaRPr lang="en-ZA"/>
        </a:p>
      </dgm:t>
    </dgm:pt>
    <dgm:pt modelId="{6652276D-EF70-4D10-9C13-46A1BB0754E0}">
      <dgm:prSet phldrT="[Text]"/>
      <dgm:spPr/>
      <dgm:t>
        <a:bodyPr/>
        <a:lstStyle/>
        <a:p>
          <a:r>
            <a:rPr lang="en-ZA" dirty="0"/>
            <a:t>One way to examine this fallacy  is to diagram the argument as </a:t>
          </a:r>
          <a:r>
            <a:rPr lang="en-ZA" dirty="0" err="1"/>
            <a:t>Toulmin</a:t>
          </a:r>
          <a:r>
            <a:rPr lang="en-ZA" dirty="0"/>
            <a:t> suggests. </a:t>
          </a:r>
        </a:p>
      </dgm:t>
    </dgm:pt>
    <dgm:pt modelId="{2A9ABDB4-9B15-455F-8D0A-640077082DCA}" type="parTrans" cxnId="{DE889718-0538-44E6-8C13-2645F2DA8110}">
      <dgm:prSet/>
      <dgm:spPr/>
      <dgm:t>
        <a:bodyPr/>
        <a:lstStyle/>
        <a:p>
          <a:endParaRPr lang="en-ZA"/>
        </a:p>
      </dgm:t>
    </dgm:pt>
    <dgm:pt modelId="{A39DF586-46B9-4CA9-BD20-CAA62B91291E}" type="sibTrans" cxnId="{DE889718-0538-44E6-8C13-2645F2DA8110}">
      <dgm:prSet/>
      <dgm:spPr/>
      <dgm:t>
        <a:bodyPr/>
        <a:lstStyle/>
        <a:p>
          <a:endParaRPr lang="en-ZA"/>
        </a:p>
      </dgm:t>
    </dgm:pt>
    <dgm:pt modelId="{3881D223-682D-4C02-A3CE-3B9136A21041}">
      <dgm:prSet phldrT="[Text]"/>
      <dgm:spPr/>
      <dgm:t>
        <a:bodyPr/>
        <a:lstStyle/>
        <a:p>
          <a:r>
            <a:rPr lang="en-ZA" dirty="0"/>
            <a:t>The </a:t>
          </a:r>
          <a:r>
            <a:rPr lang="en-ZA" u="sng" dirty="0"/>
            <a:t>lack of relationship </a:t>
          </a:r>
          <a:r>
            <a:rPr lang="en-ZA" dirty="0"/>
            <a:t>between the data, claim &amp; warrant reveals a red herring.</a:t>
          </a:r>
        </a:p>
      </dgm:t>
    </dgm:pt>
    <dgm:pt modelId="{7C78E7D8-18A8-405E-9070-76C132292672}" type="parTrans" cxnId="{74FC5E89-CCE6-4D3B-B441-C27FB6A424B2}">
      <dgm:prSet/>
      <dgm:spPr/>
      <dgm:t>
        <a:bodyPr/>
        <a:lstStyle/>
        <a:p>
          <a:endParaRPr lang="en-ZA"/>
        </a:p>
      </dgm:t>
    </dgm:pt>
    <dgm:pt modelId="{BFA4E550-69EA-4FD7-9D46-9D2CA55E3EF5}" type="sibTrans" cxnId="{74FC5E89-CCE6-4D3B-B441-C27FB6A424B2}">
      <dgm:prSet/>
      <dgm:spPr/>
      <dgm:t>
        <a:bodyPr/>
        <a:lstStyle/>
        <a:p>
          <a:endParaRPr lang="en-ZA"/>
        </a:p>
      </dgm:t>
    </dgm:pt>
    <dgm:pt modelId="{5BD82D6F-5D97-4B8A-8E70-8641F40A0565}">
      <dgm:prSet phldrT="[Text]"/>
      <dgm:spPr/>
      <dgm:t>
        <a:bodyPr/>
        <a:lstStyle/>
        <a:p>
          <a:r>
            <a:rPr lang="en-ZA" dirty="0"/>
            <a:t>Often the arguer never returns to the original issue.</a:t>
          </a:r>
        </a:p>
      </dgm:t>
    </dgm:pt>
    <dgm:pt modelId="{4C724850-0DE0-4B5B-ACFD-E00910AED957}" type="parTrans" cxnId="{7B5A0402-951D-40BA-9A8C-B863332BCDAD}">
      <dgm:prSet/>
      <dgm:spPr/>
      <dgm:t>
        <a:bodyPr/>
        <a:lstStyle/>
        <a:p>
          <a:endParaRPr lang="en-ZA"/>
        </a:p>
      </dgm:t>
    </dgm:pt>
    <dgm:pt modelId="{9350867F-45CB-49CC-9658-CC0A546264FC}" type="sibTrans" cxnId="{7B5A0402-951D-40BA-9A8C-B863332BCDAD}">
      <dgm:prSet/>
      <dgm:spPr/>
      <dgm:t>
        <a:bodyPr/>
        <a:lstStyle/>
        <a:p>
          <a:endParaRPr lang="en-ZA"/>
        </a:p>
      </dgm:t>
    </dgm:pt>
    <dgm:pt modelId="{668D4609-12D5-4761-8569-97116CF67141}">
      <dgm:prSet phldrT="[Text]"/>
      <dgm:spPr/>
      <dgm:t>
        <a:bodyPr/>
        <a:lstStyle/>
        <a:p>
          <a:r>
            <a:rPr lang="en-ZA" b="1" i="0" u="sng" dirty="0"/>
            <a:t>Example</a:t>
          </a:r>
          <a:r>
            <a:rPr lang="en-ZA" i="0" dirty="0"/>
            <a:t>: </a:t>
          </a:r>
          <a:r>
            <a:rPr lang="en-ZA" i="1" dirty="0"/>
            <a:t>I know I bumped your car, but it wouldn’t have happened if you hadn’t made me so angry when you forgot to buy my birthday present.</a:t>
          </a:r>
        </a:p>
      </dgm:t>
    </dgm:pt>
    <dgm:pt modelId="{8378711B-26D4-47A0-8168-D00E358674E0}" type="parTrans" cxnId="{B57AF270-79A1-43C3-8F0B-D29015DEBC94}">
      <dgm:prSet/>
      <dgm:spPr/>
      <dgm:t>
        <a:bodyPr/>
        <a:lstStyle/>
        <a:p>
          <a:endParaRPr lang="en-ZA"/>
        </a:p>
      </dgm:t>
    </dgm:pt>
    <dgm:pt modelId="{E4553132-0353-408A-BED5-7C753562C8AC}" type="sibTrans" cxnId="{B57AF270-79A1-43C3-8F0B-D29015DEBC94}">
      <dgm:prSet/>
      <dgm:spPr/>
      <dgm:t>
        <a:bodyPr/>
        <a:lstStyle/>
        <a:p>
          <a:endParaRPr lang="en-ZA"/>
        </a:p>
      </dgm:t>
    </dgm:pt>
    <dgm:pt modelId="{D1A85AAE-3D1E-4208-A97B-9E4EFE74CD14}">
      <dgm:prSet phldrT="[Text]"/>
      <dgm:spPr/>
      <dgm:t>
        <a:bodyPr/>
        <a:lstStyle/>
        <a:p>
          <a:endParaRPr lang="en-ZA" dirty="0"/>
        </a:p>
      </dgm:t>
    </dgm:pt>
    <dgm:pt modelId="{0E1582E2-890F-467C-A78D-D3C088D73CF3}" type="parTrans" cxnId="{9FFF3A96-60BF-418A-BA3B-D12CA98FDCDF}">
      <dgm:prSet/>
      <dgm:spPr/>
      <dgm:t>
        <a:bodyPr/>
        <a:lstStyle/>
        <a:p>
          <a:endParaRPr lang="en-ZA"/>
        </a:p>
      </dgm:t>
    </dgm:pt>
    <dgm:pt modelId="{80981983-A31E-4562-A039-6BA42CB404EA}" type="sibTrans" cxnId="{9FFF3A96-60BF-418A-BA3B-D12CA98FDCDF}">
      <dgm:prSet/>
      <dgm:spPr/>
      <dgm:t>
        <a:bodyPr/>
        <a:lstStyle/>
        <a:p>
          <a:endParaRPr lang="en-ZA"/>
        </a:p>
      </dgm:t>
    </dgm:pt>
    <dgm:pt modelId="{8BB8EF3A-178C-4F0C-8A4E-37A9E5A2BE69}">
      <dgm:prSet phldrT="[Text]"/>
      <dgm:spPr/>
      <dgm:t>
        <a:bodyPr/>
        <a:lstStyle/>
        <a:p>
          <a:endParaRPr lang="en-ZA" dirty="0"/>
        </a:p>
      </dgm:t>
    </dgm:pt>
    <dgm:pt modelId="{3E584290-B190-4FC1-970A-DE1CA47576B8}" type="parTrans" cxnId="{7A5E6189-A45C-4271-8C53-69BD16156334}">
      <dgm:prSet/>
      <dgm:spPr/>
      <dgm:t>
        <a:bodyPr/>
        <a:lstStyle/>
        <a:p>
          <a:endParaRPr lang="en-ZA"/>
        </a:p>
      </dgm:t>
    </dgm:pt>
    <dgm:pt modelId="{D03B4928-941C-40FF-9E39-0553FA5937DB}" type="sibTrans" cxnId="{7A5E6189-A45C-4271-8C53-69BD16156334}">
      <dgm:prSet/>
      <dgm:spPr/>
      <dgm:t>
        <a:bodyPr/>
        <a:lstStyle/>
        <a:p>
          <a:endParaRPr lang="en-ZA"/>
        </a:p>
      </dgm:t>
    </dgm:pt>
    <dgm:pt modelId="{FD93C646-0310-4275-B709-67C759F3771C}">
      <dgm:prSet phldrT="[Text]"/>
      <dgm:spPr/>
      <dgm:t>
        <a:bodyPr/>
        <a:lstStyle/>
        <a:p>
          <a:endParaRPr lang="en-ZA" dirty="0"/>
        </a:p>
      </dgm:t>
    </dgm:pt>
    <dgm:pt modelId="{1D42C979-522D-4DC1-A132-2257F22AE67E}" type="parTrans" cxnId="{7E2538AF-2E53-4EEE-AD69-1AD991B48196}">
      <dgm:prSet/>
      <dgm:spPr/>
      <dgm:t>
        <a:bodyPr/>
        <a:lstStyle/>
        <a:p>
          <a:endParaRPr lang="en-ZA"/>
        </a:p>
      </dgm:t>
    </dgm:pt>
    <dgm:pt modelId="{19961ECB-ECBF-473B-B6E0-B60A4E8843E6}" type="sibTrans" cxnId="{7E2538AF-2E53-4EEE-AD69-1AD991B48196}">
      <dgm:prSet/>
      <dgm:spPr/>
      <dgm:t>
        <a:bodyPr/>
        <a:lstStyle/>
        <a:p>
          <a:endParaRPr lang="en-ZA"/>
        </a:p>
      </dgm:t>
    </dgm:pt>
    <dgm:pt modelId="{82327A58-A8E5-4F5F-B112-7C1A6DEE5C37}" type="pres">
      <dgm:prSet presAssocID="{0BB7E9C7-3B56-4506-8252-C62C573E5E7E}" presName="Name0" presStyleCnt="0">
        <dgm:presLayoutVars>
          <dgm:dir/>
          <dgm:animLvl val="lvl"/>
          <dgm:resizeHandles val="exact"/>
        </dgm:presLayoutVars>
      </dgm:prSet>
      <dgm:spPr/>
    </dgm:pt>
    <dgm:pt modelId="{0FD1E47D-2702-4C90-8492-C7BC5E93D0AC}" type="pres">
      <dgm:prSet presAssocID="{199902B3-6D9E-43A9-A7A2-7C24B4097DCB}" presName="composite" presStyleCnt="0"/>
      <dgm:spPr/>
    </dgm:pt>
    <dgm:pt modelId="{8ADB412B-A980-485C-9715-58E03FBF73C1}" type="pres">
      <dgm:prSet presAssocID="{199902B3-6D9E-43A9-A7A2-7C24B4097DCB}" presName="parTx" presStyleLbl="alignNode1" presStyleIdx="0" presStyleCnt="2">
        <dgm:presLayoutVars>
          <dgm:chMax val="0"/>
          <dgm:chPref val="0"/>
          <dgm:bulletEnabled val="1"/>
        </dgm:presLayoutVars>
      </dgm:prSet>
      <dgm:spPr/>
    </dgm:pt>
    <dgm:pt modelId="{4C7D2D16-2FC9-4A9B-8B6C-D9F79330202B}" type="pres">
      <dgm:prSet presAssocID="{199902B3-6D9E-43A9-A7A2-7C24B4097DCB}" presName="desTx" presStyleLbl="alignAccFollowNode1" presStyleIdx="0" presStyleCnt="2" custLinFactNeighborX="-3477" custLinFactNeighborY="-1994">
        <dgm:presLayoutVars>
          <dgm:bulletEnabled val="1"/>
        </dgm:presLayoutVars>
      </dgm:prSet>
      <dgm:spPr/>
    </dgm:pt>
    <dgm:pt modelId="{0552D5F1-93E9-476E-9CCE-21711B855427}" type="pres">
      <dgm:prSet presAssocID="{810648ED-DA28-45DC-AC12-51756FBC5FA5}" presName="space" presStyleCnt="0"/>
      <dgm:spPr/>
    </dgm:pt>
    <dgm:pt modelId="{42C432EA-0F99-4B33-88B7-4AE7F9862DE6}" type="pres">
      <dgm:prSet presAssocID="{086B0E76-8C9A-40CE-9707-1208228CBFAA}" presName="composite" presStyleCnt="0"/>
      <dgm:spPr/>
    </dgm:pt>
    <dgm:pt modelId="{A66EC7DE-97D1-4D1C-9E7D-921B30E60E51}" type="pres">
      <dgm:prSet presAssocID="{086B0E76-8C9A-40CE-9707-1208228CBFAA}" presName="parTx" presStyleLbl="alignNode1" presStyleIdx="1" presStyleCnt="2">
        <dgm:presLayoutVars>
          <dgm:chMax val="0"/>
          <dgm:chPref val="0"/>
          <dgm:bulletEnabled val="1"/>
        </dgm:presLayoutVars>
      </dgm:prSet>
      <dgm:spPr/>
    </dgm:pt>
    <dgm:pt modelId="{A20C1652-0411-4B74-AA81-5A3E28AA81A1}" type="pres">
      <dgm:prSet presAssocID="{086B0E76-8C9A-40CE-9707-1208228CBFAA}" presName="desTx" presStyleLbl="alignAccFollowNode1" presStyleIdx="1" presStyleCnt="2">
        <dgm:presLayoutVars>
          <dgm:bulletEnabled val="1"/>
        </dgm:presLayoutVars>
      </dgm:prSet>
      <dgm:spPr/>
    </dgm:pt>
  </dgm:ptLst>
  <dgm:cxnLst>
    <dgm:cxn modelId="{7B5A0402-951D-40BA-9A8C-B863332BCDAD}" srcId="{199902B3-6D9E-43A9-A7A2-7C24B4097DCB}" destId="{5BD82D6F-5D97-4B8A-8E70-8641F40A0565}" srcOrd="2" destOrd="0" parTransId="{4C724850-0DE0-4B5B-ACFD-E00910AED957}" sibTransId="{9350867F-45CB-49CC-9658-CC0A546264FC}"/>
    <dgm:cxn modelId="{3041670B-AA82-4062-A7D6-2C13C24D574F}" type="presOf" srcId="{FD93C646-0310-4275-B709-67C759F3771C}" destId="{4C7D2D16-2FC9-4A9B-8B6C-D9F79330202B}" srcOrd="0" destOrd="1" presId="urn:microsoft.com/office/officeart/2005/8/layout/hList1"/>
    <dgm:cxn modelId="{618B2F13-955F-4503-901A-772B60CEA43A}" srcId="{199902B3-6D9E-43A9-A7A2-7C24B4097DCB}" destId="{4DE60752-1F5C-4D05-907B-8F9663F80C74}" srcOrd="0" destOrd="0" parTransId="{053D1DEA-C2A7-41E6-A25B-B6884F9715BB}" sibTransId="{977E659E-D787-49E4-899A-6F5DADBFFB5B}"/>
    <dgm:cxn modelId="{C8BC3E16-A998-44FF-B35E-4B7BC69E5705}" type="presOf" srcId="{4DE60752-1F5C-4D05-907B-8F9663F80C74}" destId="{4C7D2D16-2FC9-4A9B-8B6C-D9F79330202B}" srcOrd="0" destOrd="0" presId="urn:microsoft.com/office/officeart/2005/8/layout/hList1"/>
    <dgm:cxn modelId="{DE889718-0538-44E6-8C13-2645F2DA8110}" srcId="{086B0E76-8C9A-40CE-9707-1208228CBFAA}" destId="{6652276D-EF70-4D10-9C13-46A1BB0754E0}" srcOrd="0" destOrd="0" parTransId="{2A9ABDB4-9B15-455F-8D0A-640077082DCA}" sibTransId="{A39DF586-46B9-4CA9-BD20-CAA62B91291E}"/>
    <dgm:cxn modelId="{6A5F6337-E2CA-43EC-8AC2-FAD56EE252BD}" type="presOf" srcId="{3881D223-682D-4C02-A3CE-3B9136A21041}" destId="{A20C1652-0411-4B74-AA81-5A3E28AA81A1}" srcOrd="0" destOrd="2" presId="urn:microsoft.com/office/officeart/2005/8/layout/hList1"/>
    <dgm:cxn modelId="{B57AF270-79A1-43C3-8F0B-D29015DEBC94}" srcId="{199902B3-6D9E-43A9-A7A2-7C24B4097DCB}" destId="{668D4609-12D5-4761-8569-97116CF67141}" srcOrd="4" destOrd="0" parTransId="{8378711B-26D4-47A0-8168-D00E358674E0}" sibTransId="{E4553132-0353-408A-BED5-7C753562C8AC}"/>
    <dgm:cxn modelId="{D2A6E553-5341-4F3C-98EA-349EFF0D107D}" srcId="{0BB7E9C7-3B56-4506-8252-C62C573E5E7E}" destId="{086B0E76-8C9A-40CE-9707-1208228CBFAA}" srcOrd="1" destOrd="0" parTransId="{70E69C20-5DAE-4B60-8DFE-4E57E3032185}" sibTransId="{DCED2FA6-4132-4D7F-9CD8-A2F6F1F70088}"/>
    <dgm:cxn modelId="{16D32077-B78B-4E34-B583-1B83E6B47DCE}" type="presOf" srcId="{0BB7E9C7-3B56-4506-8252-C62C573E5E7E}" destId="{82327A58-A8E5-4F5F-B112-7C1A6DEE5C37}" srcOrd="0" destOrd="0" presId="urn:microsoft.com/office/officeart/2005/8/layout/hList1"/>
    <dgm:cxn modelId="{FE624358-1AC7-4149-9227-C79168C67D49}" type="presOf" srcId="{199902B3-6D9E-43A9-A7A2-7C24B4097DCB}" destId="{8ADB412B-A980-485C-9715-58E03FBF73C1}" srcOrd="0" destOrd="0" presId="urn:microsoft.com/office/officeart/2005/8/layout/hList1"/>
    <dgm:cxn modelId="{DDC9CA7C-C6CB-4A6B-B2DB-A66AF652D148}" srcId="{0BB7E9C7-3B56-4506-8252-C62C573E5E7E}" destId="{199902B3-6D9E-43A9-A7A2-7C24B4097DCB}" srcOrd="0" destOrd="0" parTransId="{DC0F554E-34C6-4372-A8A4-F6E1C8E7E686}" sibTransId="{810648ED-DA28-45DC-AC12-51756FBC5FA5}"/>
    <dgm:cxn modelId="{8CAF8884-C551-4743-AB72-ECE5DE4C05F4}" type="presOf" srcId="{D1A85AAE-3D1E-4208-A97B-9E4EFE74CD14}" destId="{4C7D2D16-2FC9-4A9B-8B6C-D9F79330202B}" srcOrd="0" destOrd="3" presId="urn:microsoft.com/office/officeart/2005/8/layout/hList1"/>
    <dgm:cxn modelId="{74FC5E89-CCE6-4D3B-B441-C27FB6A424B2}" srcId="{086B0E76-8C9A-40CE-9707-1208228CBFAA}" destId="{3881D223-682D-4C02-A3CE-3B9136A21041}" srcOrd="2" destOrd="0" parTransId="{7C78E7D8-18A8-405E-9070-76C132292672}" sibTransId="{BFA4E550-69EA-4FD7-9D46-9D2CA55E3EF5}"/>
    <dgm:cxn modelId="{7A5E6189-A45C-4271-8C53-69BD16156334}" srcId="{086B0E76-8C9A-40CE-9707-1208228CBFAA}" destId="{8BB8EF3A-178C-4F0C-8A4E-37A9E5A2BE69}" srcOrd="1" destOrd="0" parTransId="{3E584290-B190-4FC1-970A-DE1CA47576B8}" sibTransId="{D03B4928-941C-40FF-9E39-0553FA5937DB}"/>
    <dgm:cxn modelId="{D3C87295-06DE-4A03-8605-A591C81AFFF3}" type="presOf" srcId="{086B0E76-8C9A-40CE-9707-1208228CBFAA}" destId="{A66EC7DE-97D1-4D1C-9E7D-921B30E60E51}" srcOrd="0" destOrd="0" presId="urn:microsoft.com/office/officeart/2005/8/layout/hList1"/>
    <dgm:cxn modelId="{9FFF3A96-60BF-418A-BA3B-D12CA98FDCDF}" srcId="{199902B3-6D9E-43A9-A7A2-7C24B4097DCB}" destId="{D1A85AAE-3D1E-4208-A97B-9E4EFE74CD14}" srcOrd="3" destOrd="0" parTransId="{0E1582E2-890F-467C-A78D-D3C088D73CF3}" sibTransId="{80981983-A31E-4562-A039-6BA42CB404EA}"/>
    <dgm:cxn modelId="{7E2538AF-2E53-4EEE-AD69-1AD991B48196}" srcId="{199902B3-6D9E-43A9-A7A2-7C24B4097DCB}" destId="{FD93C646-0310-4275-B709-67C759F3771C}" srcOrd="1" destOrd="0" parTransId="{1D42C979-522D-4DC1-A132-2257F22AE67E}" sibTransId="{19961ECB-ECBF-473B-B6E0-B60A4E8843E6}"/>
    <dgm:cxn modelId="{1427B6C1-69D1-44C0-9D08-5C65BC7C6C58}" type="presOf" srcId="{5BD82D6F-5D97-4B8A-8E70-8641F40A0565}" destId="{4C7D2D16-2FC9-4A9B-8B6C-D9F79330202B}" srcOrd="0" destOrd="2" presId="urn:microsoft.com/office/officeart/2005/8/layout/hList1"/>
    <dgm:cxn modelId="{7710B1C4-C1E2-4AB7-8FC1-236DE06B5CEC}" type="presOf" srcId="{6652276D-EF70-4D10-9C13-46A1BB0754E0}" destId="{A20C1652-0411-4B74-AA81-5A3E28AA81A1}" srcOrd="0" destOrd="0" presId="urn:microsoft.com/office/officeart/2005/8/layout/hList1"/>
    <dgm:cxn modelId="{AD4082CC-C757-4A30-AC97-83DBA3292D4D}" type="presOf" srcId="{8BB8EF3A-178C-4F0C-8A4E-37A9E5A2BE69}" destId="{A20C1652-0411-4B74-AA81-5A3E28AA81A1}" srcOrd="0" destOrd="1" presId="urn:microsoft.com/office/officeart/2005/8/layout/hList1"/>
    <dgm:cxn modelId="{45C2D6DC-3C12-4CAB-ADC6-3A19FA059426}" type="presOf" srcId="{668D4609-12D5-4761-8569-97116CF67141}" destId="{4C7D2D16-2FC9-4A9B-8B6C-D9F79330202B}" srcOrd="0" destOrd="4" presId="urn:microsoft.com/office/officeart/2005/8/layout/hList1"/>
    <dgm:cxn modelId="{5E93B999-7353-4AEA-86AE-6F0639ADF5D6}" type="presParOf" srcId="{82327A58-A8E5-4F5F-B112-7C1A6DEE5C37}" destId="{0FD1E47D-2702-4C90-8492-C7BC5E93D0AC}" srcOrd="0" destOrd="0" presId="urn:microsoft.com/office/officeart/2005/8/layout/hList1"/>
    <dgm:cxn modelId="{F4CCAE56-AE6E-4481-82A8-5AD52114681E}" type="presParOf" srcId="{0FD1E47D-2702-4C90-8492-C7BC5E93D0AC}" destId="{8ADB412B-A980-485C-9715-58E03FBF73C1}" srcOrd="0" destOrd="0" presId="urn:microsoft.com/office/officeart/2005/8/layout/hList1"/>
    <dgm:cxn modelId="{589F40F0-5761-418C-868B-A7FFC38B768D}" type="presParOf" srcId="{0FD1E47D-2702-4C90-8492-C7BC5E93D0AC}" destId="{4C7D2D16-2FC9-4A9B-8B6C-D9F79330202B}" srcOrd="1" destOrd="0" presId="urn:microsoft.com/office/officeart/2005/8/layout/hList1"/>
    <dgm:cxn modelId="{ED93418F-05B3-45D7-83BB-F6A4CBD023AA}" type="presParOf" srcId="{82327A58-A8E5-4F5F-B112-7C1A6DEE5C37}" destId="{0552D5F1-93E9-476E-9CCE-21711B855427}" srcOrd="1" destOrd="0" presId="urn:microsoft.com/office/officeart/2005/8/layout/hList1"/>
    <dgm:cxn modelId="{CF897B60-E4CA-47D8-B65D-26765B9BAA16}" type="presParOf" srcId="{82327A58-A8E5-4F5F-B112-7C1A6DEE5C37}" destId="{42C432EA-0F99-4B33-88B7-4AE7F9862DE6}" srcOrd="2" destOrd="0" presId="urn:microsoft.com/office/officeart/2005/8/layout/hList1"/>
    <dgm:cxn modelId="{5F6420DE-7CE9-4F60-A550-6F49AE314C58}" type="presParOf" srcId="{42C432EA-0F99-4B33-88B7-4AE7F9862DE6}" destId="{A66EC7DE-97D1-4D1C-9E7D-921B30E60E51}" srcOrd="0" destOrd="0" presId="urn:microsoft.com/office/officeart/2005/8/layout/hList1"/>
    <dgm:cxn modelId="{1F84D0BC-82FB-4D26-B8E6-3891B8B24B2E}" type="presParOf" srcId="{42C432EA-0F99-4B33-88B7-4AE7F9862DE6}" destId="{A20C1652-0411-4B74-AA81-5A3E28AA81A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A2A38FB-C185-4615-83F5-4424D5D3C18B}" type="doc">
      <dgm:prSet loTypeId="urn:microsoft.com/office/officeart/2005/8/layout/hList1" loCatId="list" qsTypeId="urn:microsoft.com/office/officeart/2005/8/quickstyle/simple1" qsCatId="simple" csTypeId="urn:microsoft.com/office/officeart/2005/8/colors/colorful5" csCatId="colorful" phldr="1"/>
      <dgm:spPr/>
      <dgm:t>
        <a:bodyPr/>
        <a:lstStyle/>
        <a:p>
          <a:endParaRPr lang="en-ZA"/>
        </a:p>
      </dgm:t>
    </dgm:pt>
    <dgm:pt modelId="{97EE1C0D-5C5C-44E8-BCD7-610207AE282B}">
      <dgm:prSet phldrT="[Text]"/>
      <dgm:spPr/>
      <dgm:t>
        <a:bodyPr/>
        <a:lstStyle/>
        <a:p>
          <a:r>
            <a:rPr lang="en-ZA" b="1" dirty="0"/>
            <a:t>Definition</a:t>
          </a:r>
        </a:p>
      </dgm:t>
    </dgm:pt>
    <dgm:pt modelId="{F27E6B93-6BA8-4968-B5BE-00F7F2801903}" type="parTrans" cxnId="{CF467A4E-1627-4D18-B365-AD4ED6CD3D26}">
      <dgm:prSet/>
      <dgm:spPr/>
      <dgm:t>
        <a:bodyPr/>
        <a:lstStyle/>
        <a:p>
          <a:endParaRPr lang="en-ZA"/>
        </a:p>
      </dgm:t>
    </dgm:pt>
    <dgm:pt modelId="{AF3D0798-D6F5-4CF7-84A4-ADE63784D12E}" type="sibTrans" cxnId="{CF467A4E-1627-4D18-B365-AD4ED6CD3D26}">
      <dgm:prSet/>
      <dgm:spPr/>
      <dgm:t>
        <a:bodyPr/>
        <a:lstStyle/>
        <a:p>
          <a:endParaRPr lang="en-ZA"/>
        </a:p>
      </dgm:t>
    </dgm:pt>
    <dgm:pt modelId="{9BC10109-54B2-4F1B-908D-7970C78ED0E2}">
      <dgm:prSet phldrT="[Text]"/>
      <dgm:spPr/>
      <dgm:t>
        <a:bodyPr/>
        <a:lstStyle/>
        <a:p>
          <a:r>
            <a:rPr lang="en-ZA" b="1"/>
            <a:t>Tips</a:t>
          </a:r>
          <a:endParaRPr lang="en-ZA" b="1" dirty="0"/>
        </a:p>
      </dgm:t>
    </dgm:pt>
    <dgm:pt modelId="{A5D471E8-F576-4BB0-BC10-B4C31FAFE3F7}" type="parTrans" cxnId="{9EFA6792-D9F8-41BB-9BEA-A62952CF9E4F}">
      <dgm:prSet/>
      <dgm:spPr/>
      <dgm:t>
        <a:bodyPr/>
        <a:lstStyle/>
        <a:p>
          <a:endParaRPr lang="en-ZA"/>
        </a:p>
      </dgm:t>
    </dgm:pt>
    <dgm:pt modelId="{CF994B4D-901C-45B0-B7BE-F6A4C39E3D4B}" type="sibTrans" cxnId="{9EFA6792-D9F8-41BB-9BEA-A62952CF9E4F}">
      <dgm:prSet/>
      <dgm:spPr/>
      <dgm:t>
        <a:bodyPr/>
        <a:lstStyle/>
        <a:p>
          <a:endParaRPr lang="en-ZA"/>
        </a:p>
      </dgm:t>
    </dgm:pt>
    <dgm:pt modelId="{B9692E25-FE5C-4CDF-A535-72842E95A88F}">
      <dgm:prSet phldrT="[Text]"/>
      <dgm:spPr/>
      <dgm:t>
        <a:bodyPr/>
        <a:lstStyle/>
        <a:p>
          <a:r>
            <a:rPr lang="en-ZA" dirty="0"/>
            <a:t>Using </a:t>
          </a:r>
          <a:r>
            <a:rPr lang="en-ZA" dirty="0" err="1"/>
            <a:t>Toulmin’s</a:t>
          </a:r>
          <a:r>
            <a:rPr lang="en-ZA" dirty="0"/>
            <a:t> diagram is a big help here.</a:t>
          </a:r>
        </a:p>
      </dgm:t>
    </dgm:pt>
    <dgm:pt modelId="{9F55EA16-23E0-4C4D-AB04-D891F44B3D94}" type="parTrans" cxnId="{B8F351F9-6003-4A56-AA79-35BCB037A830}">
      <dgm:prSet/>
      <dgm:spPr/>
      <dgm:t>
        <a:bodyPr/>
        <a:lstStyle/>
        <a:p>
          <a:endParaRPr lang="en-ZA"/>
        </a:p>
      </dgm:t>
    </dgm:pt>
    <dgm:pt modelId="{858101EE-8B45-4C9B-A31F-2CE98B1190CE}" type="sibTrans" cxnId="{B8F351F9-6003-4A56-AA79-35BCB037A830}">
      <dgm:prSet/>
      <dgm:spPr/>
      <dgm:t>
        <a:bodyPr/>
        <a:lstStyle/>
        <a:p>
          <a:endParaRPr lang="en-ZA"/>
        </a:p>
      </dgm:t>
    </dgm:pt>
    <dgm:pt modelId="{BA578EA2-9229-4C93-ABB9-E7C25959AD8B}">
      <dgm:prSet phldrT="[Text]"/>
      <dgm:spPr/>
      <dgm:t>
        <a:bodyPr/>
        <a:lstStyle/>
        <a:p>
          <a:r>
            <a:rPr lang="en-ZA" dirty="0"/>
            <a:t>If you see that the </a:t>
          </a:r>
          <a:r>
            <a:rPr lang="en-ZA" u="sng" dirty="0"/>
            <a:t>claim and the data</a:t>
          </a:r>
          <a:r>
            <a:rPr lang="en-ZA" dirty="0"/>
            <a:t>, or that the </a:t>
          </a:r>
          <a:r>
            <a:rPr lang="en-ZA" u="sng" dirty="0"/>
            <a:t>data and the warrant</a:t>
          </a:r>
          <a:r>
            <a:rPr lang="en-ZA" dirty="0"/>
            <a:t> are the </a:t>
          </a:r>
          <a:r>
            <a:rPr lang="en-ZA" b="1" dirty="0"/>
            <a:t>same</a:t>
          </a:r>
          <a:r>
            <a:rPr lang="en-ZA" dirty="0"/>
            <a:t>, you know you have circumlocution.</a:t>
          </a:r>
        </a:p>
      </dgm:t>
    </dgm:pt>
    <dgm:pt modelId="{C561E3D2-75FB-486F-9E2D-33DF08E235FE}" type="parTrans" cxnId="{F1D72576-1F00-4393-95F5-5319FF2F623A}">
      <dgm:prSet/>
      <dgm:spPr/>
      <dgm:t>
        <a:bodyPr/>
        <a:lstStyle/>
        <a:p>
          <a:endParaRPr lang="en-ZA"/>
        </a:p>
      </dgm:t>
    </dgm:pt>
    <dgm:pt modelId="{63C31D97-05F9-4A38-8A24-FA6C67C2943D}" type="sibTrans" cxnId="{F1D72576-1F00-4393-95F5-5319FF2F623A}">
      <dgm:prSet/>
      <dgm:spPr/>
      <dgm:t>
        <a:bodyPr/>
        <a:lstStyle/>
        <a:p>
          <a:endParaRPr lang="en-ZA"/>
        </a:p>
      </dgm:t>
    </dgm:pt>
    <dgm:pt modelId="{360C7D47-93F8-4F0B-990A-412371948F14}">
      <dgm:prSet phldrT="[Text]"/>
      <dgm:spPr/>
      <dgm:t>
        <a:bodyPr/>
        <a:lstStyle/>
        <a:p>
          <a:endParaRPr lang="en-ZA" dirty="0"/>
        </a:p>
      </dgm:t>
    </dgm:pt>
    <dgm:pt modelId="{86DA64D4-E8D3-4BFE-AD47-F5E17E9DED13}" type="sibTrans" cxnId="{DF3A2EEC-BBE6-47C2-B45F-3B3DA25CDDF1}">
      <dgm:prSet/>
      <dgm:spPr/>
      <dgm:t>
        <a:bodyPr/>
        <a:lstStyle/>
        <a:p>
          <a:endParaRPr lang="en-ZA"/>
        </a:p>
      </dgm:t>
    </dgm:pt>
    <dgm:pt modelId="{B5978ACB-6F76-4054-A29E-A7250A41C231}" type="parTrans" cxnId="{DF3A2EEC-BBE6-47C2-B45F-3B3DA25CDDF1}">
      <dgm:prSet/>
      <dgm:spPr/>
      <dgm:t>
        <a:bodyPr/>
        <a:lstStyle/>
        <a:p>
          <a:endParaRPr lang="en-ZA"/>
        </a:p>
      </dgm:t>
    </dgm:pt>
    <dgm:pt modelId="{D6FAB40B-C1CA-4B69-A5A8-29CE04A3F277}">
      <dgm:prSet phldrT="[Text]"/>
      <dgm:spPr/>
      <dgm:t>
        <a:bodyPr/>
        <a:lstStyle/>
        <a:p>
          <a:r>
            <a:rPr lang="en-ZA" dirty="0"/>
            <a:t>Reasoning that actually goes in a circle.</a:t>
          </a:r>
        </a:p>
      </dgm:t>
    </dgm:pt>
    <dgm:pt modelId="{6ADEDF9D-D203-41A4-9A00-61C866BEC617}" type="sibTrans" cxnId="{770E0F39-ED67-4A5C-9E34-DF816CF30489}">
      <dgm:prSet/>
      <dgm:spPr/>
      <dgm:t>
        <a:bodyPr/>
        <a:lstStyle/>
        <a:p>
          <a:endParaRPr lang="en-ZA"/>
        </a:p>
      </dgm:t>
    </dgm:pt>
    <dgm:pt modelId="{65846811-07DC-45C1-9BEE-6E879BFEA84F}" type="parTrans" cxnId="{770E0F39-ED67-4A5C-9E34-DF816CF30489}">
      <dgm:prSet/>
      <dgm:spPr/>
      <dgm:t>
        <a:bodyPr/>
        <a:lstStyle/>
        <a:p>
          <a:endParaRPr lang="en-ZA"/>
        </a:p>
      </dgm:t>
    </dgm:pt>
    <dgm:pt modelId="{E22DC50C-618D-4130-B7F2-E127C2294039}">
      <dgm:prSet phldrT="[Text]"/>
      <dgm:spPr/>
      <dgm:t>
        <a:bodyPr/>
        <a:lstStyle/>
        <a:p>
          <a:endParaRPr lang="en-ZA" dirty="0"/>
        </a:p>
      </dgm:t>
    </dgm:pt>
    <dgm:pt modelId="{AB8FA443-902B-4F57-BA0D-95D7F809B2CF}" type="parTrans" cxnId="{F04E7058-409F-4C1C-8512-E094FE402128}">
      <dgm:prSet/>
      <dgm:spPr/>
      <dgm:t>
        <a:bodyPr/>
        <a:lstStyle/>
        <a:p>
          <a:endParaRPr lang="en-ZA"/>
        </a:p>
      </dgm:t>
    </dgm:pt>
    <dgm:pt modelId="{7892AE96-5FFC-460D-A12C-EFC0B859DF89}" type="sibTrans" cxnId="{F04E7058-409F-4C1C-8512-E094FE402128}">
      <dgm:prSet/>
      <dgm:spPr/>
      <dgm:t>
        <a:bodyPr/>
        <a:lstStyle/>
        <a:p>
          <a:endParaRPr lang="en-ZA"/>
        </a:p>
      </dgm:t>
    </dgm:pt>
    <dgm:pt modelId="{9C3A4756-B0D1-49DA-895C-DDD0DC25ACDA}">
      <dgm:prSet phldrT="[Text]"/>
      <dgm:spPr/>
      <dgm:t>
        <a:bodyPr/>
        <a:lstStyle/>
        <a:p>
          <a:r>
            <a:rPr lang="en-ZA" b="1" i="0" u="sng" dirty="0"/>
            <a:t>Example</a:t>
          </a:r>
          <a:r>
            <a:rPr lang="en-ZA" i="0" dirty="0"/>
            <a:t>: </a:t>
          </a:r>
          <a:r>
            <a:rPr lang="en-US" b="0" i="1" dirty="0"/>
            <a:t>I believe that Frosted Flakes is the tastiest cereal because it says so on the Frosted Flakes packaging.</a:t>
          </a:r>
          <a:endParaRPr lang="en-ZA" dirty="0"/>
        </a:p>
      </dgm:t>
    </dgm:pt>
    <dgm:pt modelId="{591E5B91-911F-4061-B93B-5799501FFAF1}" type="parTrans" cxnId="{2140AB3F-7B34-4D76-9F0D-9F8B096FFC36}">
      <dgm:prSet/>
      <dgm:spPr/>
      <dgm:t>
        <a:bodyPr/>
        <a:lstStyle/>
        <a:p>
          <a:endParaRPr lang="en-ZA"/>
        </a:p>
      </dgm:t>
    </dgm:pt>
    <dgm:pt modelId="{2570B487-D61F-4A84-8CD6-29B36AE6CA85}" type="sibTrans" cxnId="{2140AB3F-7B34-4D76-9F0D-9F8B096FFC36}">
      <dgm:prSet/>
      <dgm:spPr/>
      <dgm:t>
        <a:bodyPr/>
        <a:lstStyle/>
        <a:p>
          <a:endParaRPr lang="en-ZA"/>
        </a:p>
      </dgm:t>
    </dgm:pt>
    <dgm:pt modelId="{04CB43C5-A6F6-4DC0-AE01-43ABB303B593}">
      <dgm:prSet phldrT="[Text]"/>
      <dgm:spPr/>
      <dgm:t>
        <a:bodyPr/>
        <a:lstStyle/>
        <a:p>
          <a:endParaRPr lang="en-ZA" dirty="0"/>
        </a:p>
      </dgm:t>
    </dgm:pt>
    <dgm:pt modelId="{E2FCC245-F121-4547-B458-9600A382D1FE}" type="parTrans" cxnId="{07766F5B-417E-4A15-A4F1-821A2448E71F}">
      <dgm:prSet/>
      <dgm:spPr/>
      <dgm:t>
        <a:bodyPr/>
        <a:lstStyle/>
        <a:p>
          <a:endParaRPr lang="en-ZA"/>
        </a:p>
      </dgm:t>
    </dgm:pt>
    <dgm:pt modelId="{A60DB93C-B1BD-48A5-A596-418977BA5C62}" type="sibTrans" cxnId="{07766F5B-417E-4A15-A4F1-821A2448E71F}">
      <dgm:prSet/>
      <dgm:spPr/>
      <dgm:t>
        <a:bodyPr/>
        <a:lstStyle/>
        <a:p>
          <a:endParaRPr lang="en-ZA"/>
        </a:p>
      </dgm:t>
    </dgm:pt>
    <dgm:pt modelId="{0AD080B5-436C-4930-8CB7-55875E9A3A17}">
      <dgm:prSet phldrT="[Text]"/>
      <dgm:spPr/>
      <dgm:t>
        <a:bodyPr/>
        <a:lstStyle/>
        <a:p>
          <a:endParaRPr lang="en-ZA" dirty="0"/>
        </a:p>
      </dgm:t>
    </dgm:pt>
    <dgm:pt modelId="{1F91C23B-E81E-42B6-A49A-CC5026910441}" type="parTrans" cxnId="{A1FEDC33-E3FD-4687-BD4D-7CF6B26DB574}">
      <dgm:prSet/>
      <dgm:spPr/>
      <dgm:t>
        <a:bodyPr/>
        <a:lstStyle/>
        <a:p>
          <a:endParaRPr lang="en-ZA"/>
        </a:p>
      </dgm:t>
    </dgm:pt>
    <dgm:pt modelId="{19B36D26-FD49-4C5B-A13D-CB63C4905F5A}" type="sibTrans" cxnId="{A1FEDC33-E3FD-4687-BD4D-7CF6B26DB574}">
      <dgm:prSet/>
      <dgm:spPr/>
      <dgm:t>
        <a:bodyPr/>
        <a:lstStyle/>
        <a:p>
          <a:endParaRPr lang="en-ZA"/>
        </a:p>
      </dgm:t>
    </dgm:pt>
    <dgm:pt modelId="{F19F8428-AAD5-4F89-92EC-B9FD4D7AE576}">
      <dgm:prSet phldrT="[Text]"/>
      <dgm:spPr/>
      <dgm:t>
        <a:bodyPr/>
        <a:lstStyle/>
        <a:p>
          <a:endParaRPr lang="en-ZA" dirty="0"/>
        </a:p>
      </dgm:t>
    </dgm:pt>
    <dgm:pt modelId="{AAC618AA-CAA0-470E-B01E-4B7D0937025C}" type="parTrans" cxnId="{A18A2E43-38B1-4E52-81AA-2429F1BD7C62}">
      <dgm:prSet/>
      <dgm:spPr/>
      <dgm:t>
        <a:bodyPr/>
        <a:lstStyle/>
        <a:p>
          <a:endParaRPr lang="en-ZA"/>
        </a:p>
      </dgm:t>
    </dgm:pt>
    <dgm:pt modelId="{FDD9A345-87B0-410F-9F3F-09BC97713B6D}" type="sibTrans" cxnId="{A18A2E43-38B1-4E52-81AA-2429F1BD7C62}">
      <dgm:prSet/>
      <dgm:spPr/>
      <dgm:t>
        <a:bodyPr/>
        <a:lstStyle/>
        <a:p>
          <a:endParaRPr lang="en-ZA"/>
        </a:p>
      </dgm:t>
    </dgm:pt>
    <dgm:pt modelId="{04AF1E9F-6811-4752-9650-504DB9A884D4}">
      <dgm:prSet phldrT="[Text]"/>
      <dgm:spPr/>
      <dgm:t>
        <a:bodyPr/>
        <a:lstStyle/>
        <a:p>
          <a:endParaRPr lang="en-ZA" dirty="0"/>
        </a:p>
      </dgm:t>
    </dgm:pt>
    <dgm:pt modelId="{4A56A8B9-8259-425B-86FF-BC2F231B2F3B}" type="parTrans" cxnId="{A69CD265-9B3C-4A55-976C-D721200AA4C2}">
      <dgm:prSet/>
      <dgm:spPr/>
      <dgm:t>
        <a:bodyPr/>
        <a:lstStyle/>
        <a:p>
          <a:endParaRPr lang="en-ZA"/>
        </a:p>
      </dgm:t>
    </dgm:pt>
    <dgm:pt modelId="{011A23C0-883E-435A-BD2E-356ADB9D6728}" type="sibTrans" cxnId="{A69CD265-9B3C-4A55-976C-D721200AA4C2}">
      <dgm:prSet/>
      <dgm:spPr/>
      <dgm:t>
        <a:bodyPr/>
        <a:lstStyle/>
        <a:p>
          <a:endParaRPr lang="en-ZA"/>
        </a:p>
      </dgm:t>
    </dgm:pt>
    <dgm:pt modelId="{BACA7578-A3C6-435F-9CDC-A59A160ECCE3}">
      <dgm:prSet phldrT="[Text]"/>
      <dgm:spPr/>
      <dgm:t>
        <a:bodyPr/>
        <a:lstStyle/>
        <a:p>
          <a:endParaRPr lang="en-ZA" dirty="0"/>
        </a:p>
      </dgm:t>
    </dgm:pt>
    <dgm:pt modelId="{AE6956B2-9983-4849-B3B5-03CA263884C8}" type="parTrans" cxnId="{6AAF8427-5135-4AD9-99C4-A4B7FCC18FD5}">
      <dgm:prSet/>
      <dgm:spPr/>
      <dgm:t>
        <a:bodyPr/>
        <a:lstStyle/>
        <a:p>
          <a:endParaRPr lang="en-ZA"/>
        </a:p>
      </dgm:t>
    </dgm:pt>
    <dgm:pt modelId="{7ABA0B91-9761-4564-A40A-50EADCCB9EFF}" type="sibTrans" cxnId="{6AAF8427-5135-4AD9-99C4-A4B7FCC18FD5}">
      <dgm:prSet/>
      <dgm:spPr/>
      <dgm:t>
        <a:bodyPr/>
        <a:lstStyle/>
        <a:p>
          <a:endParaRPr lang="en-ZA"/>
        </a:p>
      </dgm:t>
    </dgm:pt>
    <dgm:pt modelId="{59180F8C-B56F-42D4-808A-150F8E0BBBEB}">
      <dgm:prSet phldrT="[Text]"/>
      <dgm:spPr/>
      <dgm:t>
        <a:bodyPr/>
        <a:lstStyle/>
        <a:p>
          <a:endParaRPr lang="en-ZA" dirty="0"/>
        </a:p>
      </dgm:t>
    </dgm:pt>
    <dgm:pt modelId="{F12BBB94-69E0-4C59-8E04-456B351CE390}" type="parTrans" cxnId="{190596CF-EE3F-4947-B949-39AD8A545F26}">
      <dgm:prSet/>
      <dgm:spPr/>
      <dgm:t>
        <a:bodyPr/>
        <a:lstStyle/>
        <a:p>
          <a:endParaRPr lang="en-ZA"/>
        </a:p>
      </dgm:t>
    </dgm:pt>
    <dgm:pt modelId="{F5E24FE8-CFD3-4E50-A900-058B4EFC2C03}" type="sibTrans" cxnId="{190596CF-EE3F-4947-B949-39AD8A545F26}">
      <dgm:prSet/>
      <dgm:spPr/>
      <dgm:t>
        <a:bodyPr/>
        <a:lstStyle/>
        <a:p>
          <a:endParaRPr lang="en-ZA"/>
        </a:p>
      </dgm:t>
    </dgm:pt>
    <dgm:pt modelId="{B48C2B1D-1438-459E-B719-986FD45BD4DA}" type="pres">
      <dgm:prSet presAssocID="{CA2A38FB-C185-4615-83F5-4424D5D3C18B}" presName="Name0" presStyleCnt="0">
        <dgm:presLayoutVars>
          <dgm:dir/>
          <dgm:animLvl val="lvl"/>
          <dgm:resizeHandles val="exact"/>
        </dgm:presLayoutVars>
      </dgm:prSet>
      <dgm:spPr/>
    </dgm:pt>
    <dgm:pt modelId="{652A6B65-3A96-4573-A981-AB0E7EE0FF0E}" type="pres">
      <dgm:prSet presAssocID="{97EE1C0D-5C5C-44E8-BCD7-610207AE282B}" presName="composite" presStyleCnt="0"/>
      <dgm:spPr/>
    </dgm:pt>
    <dgm:pt modelId="{CE1A7A5D-1F8F-44B5-871C-471997CFE045}" type="pres">
      <dgm:prSet presAssocID="{97EE1C0D-5C5C-44E8-BCD7-610207AE282B}" presName="parTx" presStyleLbl="alignNode1" presStyleIdx="0" presStyleCnt="2">
        <dgm:presLayoutVars>
          <dgm:chMax val="0"/>
          <dgm:chPref val="0"/>
          <dgm:bulletEnabled val="1"/>
        </dgm:presLayoutVars>
      </dgm:prSet>
      <dgm:spPr/>
    </dgm:pt>
    <dgm:pt modelId="{879E2DE8-9EC9-4ABC-B915-B97FABA1205B}" type="pres">
      <dgm:prSet presAssocID="{97EE1C0D-5C5C-44E8-BCD7-610207AE282B}" presName="desTx" presStyleLbl="alignAccFollowNode1" presStyleIdx="0" presStyleCnt="2" custLinFactNeighborX="-1605" custLinFactNeighborY="3420">
        <dgm:presLayoutVars>
          <dgm:bulletEnabled val="1"/>
        </dgm:presLayoutVars>
      </dgm:prSet>
      <dgm:spPr/>
    </dgm:pt>
    <dgm:pt modelId="{B2FF8EE8-1BFB-479E-AB95-A7A6E7906527}" type="pres">
      <dgm:prSet presAssocID="{AF3D0798-D6F5-4CF7-84A4-ADE63784D12E}" presName="space" presStyleCnt="0"/>
      <dgm:spPr/>
    </dgm:pt>
    <dgm:pt modelId="{0694A3E1-0948-45F3-9996-7E06AF2F6E65}" type="pres">
      <dgm:prSet presAssocID="{9BC10109-54B2-4F1B-908D-7970C78ED0E2}" presName="composite" presStyleCnt="0"/>
      <dgm:spPr/>
    </dgm:pt>
    <dgm:pt modelId="{A5EE8BA7-F4FC-4935-9E14-D8434FF1A37C}" type="pres">
      <dgm:prSet presAssocID="{9BC10109-54B2-4F1B-908D-7970C78ED0E2}" presName="parTx" presStyleLbl="alignNode1" presStyleIdx="1" presStyleCnt="2">
        <dgm:presLayoutVars>
          <dgm:chMax val="0"/>
          <dgm:chPref val="0"/>
          <dgm:bulletEnabled val="1"/>
        </dgm:presLayoutVars>
      </dgm:prSet>
      <dgm:spPr/>
    </dgm:pt>
    <dgm:pt modelId="{E9F1C63A-9838-4992-B386-4403E556A682}" type="pres">
      <dgm:prSet presAssocID="{9BC10109-54B2-4F1B-908D-7970C78ED0E2}" presName="desTx" presStyleLbl="alignAccFollowNode1" presStyleIdx="1" presStyleCnt="2" custLinFactNeighborX="1">
        <dgm:presLayoutVars>
          <dgm:bulletEnabled val="1"/>
        </dgm:presLayoutVars>
      </dgm:prSet>
      <dgm:spPr/>
    </dgm:pt>
  </dgm:ptLst>
  <dgm:cxnLst>
    <dgm:cxn modelId="{9475EC18-EEA1-4FDD-B525-DBC3CEBC6DEF}" type="presOf" srcId="{BACA7578-A3C6-435F-9CDC-A59A160ECCE3}" destId="{879E2DE8-9EC9-4ABC-B915-B97FABA1205B}" srcOrd="0" destOrd="3" presId="urn:microsoft.com/office/officeart/2005/8/layout/hList1"/>
    <dgm:cxn modelId="{6AAF8427-5135-4AD9-99C4-A4B7FCC18FD5}" srcId="{97EE1C0D-5C5C-44E8-BCD7-610207AE282B}" destId="{BACA7578-A3C6-435F-9CDC-A59A160ECCE3}" srcOrd="3" destOrd="0" parTransId="{AE6956B2-9983-4849-B3B5-03CA263884C8}" sibTransId="{7ABA0B91-9761-4564-A40A-50EADCCB9EFF}"/>
    <dgm:cxn modelId="{A1FEDC33-E3FD-4687-BD4D-7CF6B26DB574}" srcId="{97EE1C0D-5C5C-44E8-BCD7-610207AE282B}" destId="{0AD080B5-436C-4930-8CB7-55875E9A3A17}" srcOrd="2" destOrd="0" parTransId="{1F91C23B-E81E-42B6-A49A-CC5026910441}" sibTransId="{19B36D26-FD49-4C5B-A13D-CB63C4905F5A}"/>
    <dgm:cxn modelId="{770E0F39-ED67-4A5C-9E34-DF816CF30489}" srcId="{97EE1C0D-5C5C-44E8-BCD7-610207AE282B}" destId="{D6FAB40B-C1CA-4B69-A5A8-29CE04A3F277}" srcOrd="0" destOrd="0" parTransId="{65846811-07DC-45C1-9BEE-6E879BFEA84F}" sibTransId="{6ADEDF9D-D203-41A4-9A00-61C866BEC617}"/>
    <dgm:cxn modelId="{8B1AA03D-0308-44F0-9EB9-6521CE13194B}" type="presOf" srcId="{360C7D47-93F8-4F0B-990A-412371948F14}" destId="{879E2DE8-9EC9-4ABC-B915-B97FABA1205B}" srcOrd="0" destOrd="8" presId="urn:microsoft.com/office/officeart/2005/8/layout/hList1"/>
    <dgm:cxn modelId="{2140AB3F-7B34-4D76-9F0D-9F8B096FFC36}" srcId="{97EE1C0D-5C5C-44E8-BCD7-610207AE282B}" destId="{9C3A4756-B0D1-49DA-895C-DDD0DC25ACDA}" srcOrd="7" destOrd="0" parTransId="{591E5B91-911F-4061-B93B-5799501FFAF1}" sibTransId="{2570B487-D61F-4A84-8CD6-29B36AE6CA85}"/>
    <dgm:cxn modelId="{9B9ECE3F-2F75-43CE-AC5F-1F385FD317BC}" type="presOf" srcId="{04AF1E9F-6811-4752-9650-504DB9A884D4}" destId="{879E2DE8-9EC9-4ABC-B915-B97FABA1205B}" srcOrd="0" destOrd="5" presId="urn:microsoft.com/office/officeart/2005/8/layout/hList1"/>
    <dgm:cxn modelId="{07766F5B-417E-4A15-A4F1-821A2448E71F}" srcId="{97EE1C0D-5C5C-44E8-BCD7-610207AE282B}" destId="{04CB43C5-A6F6-4DC0-AE01-43ABB303B593}" srcOrd="1" destOrd="0" parTransId="{E2FCC245-F121-4547-B458-9600A382D1FE}" sibTransId="{A60DB93C-B1BD-48A5-A596-418977BA5C62}"/>
    <dgm:cxn modelId="{3F878A62-A0B7-4A0F-AEC2-E5A8586A9133}" type="presOf" srcId="{B9692E25-FE5C-4CDF-A535-72842E95A88F}" destId="{E9F1C63A-9838-4992-B386-4403E556A682}" srcOrd="0" destOrd="0" presId="urn:microsoft.com/office/officeart/2005/8/layout/hList1"/>
    <dgm:cxn modelId="{A18A2E43-38B1-4E52-81AA-2429F1BD7C62}" srcId="{97EE1C0D-5C5C-44E8-BCD7-610207AE282B}" destId="{F19F8428-AAD5-4F89-92EC-B9FD4D7AE576}" srcOrd="4" destOrd="0" parTransId="{AAC618AA-CAA0-470E-B01E-4B7D0937025C}" sibTransId="{FDD9A345-87B0-410F-9F3F-09BC97713B6D}"/>
    <dgm:cxn modelId="{A69CD265-9B3C-4A55-976C-D721200AA4C2}" srcId="{97EE1C0D-5C5C-44E8-BCD7-610207AE282B}" destId="{04AF1E9F-6811-4752-9650-504DB9A884D4}" srcOrd="5" destOrd="0" parTransId="{4A56A8B9-8259-425B-86FF-BC2F231B2F3B}" sibTransId="{011A23C0-883E-435A-BD2E-356ADB9D6728}"/>
    <dgm:cxn modelId="{CF467A4E-1627-4D18-B365-AD4ED6CD3D26}" srcId="{CA2A38FB-C185-4615-83F5-4424D5D3C18B}" destId="{97EE1C0D-5C5C-44E8-BCD7-610207AE282B}" srcOrd="0" destOrd="0" parTransId="{F27E6B93-6BA8-4968-B5BE-00F7F2801903}" sibTransId="{AF3D0798-D6F5-4CF7-84A4-ADE63784D12E}"/>
    <dgm:cxn modelId="{F1D72576-1F00-4393-95F5-5319FF2F623A}" srcId="{9BC10109-54B2-4F1B-908D-7970C78ED0E2}" destId="{BA578EA2-9229-4C93-ABB9-E7C25959AD8B}" srcOrd="2" destOrd="0" parTransId="{C561E3D2-75FB-486F-9E2D-33DF08E235FE}" sibTransId="{63C31D97-05F9-4A38-8A24-FA6C67C2943D}"/>
    <dgm:cxn modelId="{88502E78-DC31-49D9-B396-700D9F38E240}" type="presOf" srcId="{9C3A4756-B0D1-49DA-895C-DDD0DC25ACDA}" destId="{879E2DE8-9EC9-4ABC-B915-B97FABA1205B}" srcOrd="0" destOrd="7" presId="urn:microsoft.com/office/officeart/2005/8/layout/hList1"/>
    <dgm:cxn modelId="{F04E7058-409F-4C1C-8512-E094FE402128}" srcId="{9BC10109-54B2-4F1B-908D-7970C78ED0E2}" destId="{E22DC50C-618D-4130-B7F2-E127C2294039}" srcOrd="1" destOrd="0" parTransId="{AB8FA443-902B-4F57-BA0D-95D7F809B2CF}" sibTransId="{7892AE96-5FFC-460D-A12C-EFC0B859DF89}"/>
    <dgm:cxn modelId="{70015F79-250F-4A44-AAD1-78011AB60EBE}" type="presOf" srcId="{0AD080B5-436C-4930-8CB7-55875E9A3A17}" destId="{879E2DE8-9EC9-4ABC-B915-B97FABA1205B}" srcOrd="0" destOrd="2" presId="urn:microsoft.com/office/officeart/2005/8/layout/hList1"/>
    <dgm:cxn modelId="{CB0DF47C-C3FF-4128-91EF-8AF8C0EB38F4}" type="presOf" srcId="{BA578EA2-9229-4C93-ABB9-E7C25959AD8B}" destId="{E9F1C63A-9838-4992-B386-4403E556A682}" srcOrd="0" destOrd="2" presId="urn:microsoft.com/office/officeart/2005/8/layout/hList1"/>
    <dgm:cxn modelId="{810C4D7E-653B-4ADD-B683-C36C2F51DF73}" type="presOf" srcId="{F19F8428-AAD5-4F89-92EC-B9FD4D7AE576}" destId="{879E2DE8-9EC9-4ABC-B915-B97FABA1205B}" srcOrd="0" destOrd="4" presId="urn:microsoft.com/office/officeart/2005/8/layout/hList1"/>
    <dgm:cxn modelId="{9EFA6792-D9F8-41BB-9BEA-A62952CF9E4F}" srcId="{CA2A38FB-C185-4615-83F5-4424D5D3C18B}" destId="{9BC10109-54B2-4F1B-908D-7970C78ED0E2}" srcOrd="1" destOrd="0" parTransId="{A5D471E8-F576-4BB0-BC10-B4C31FAFE3F7}" sibTransId="{CF994B4D-901C-45B0-B7BE-F6A4C39E3D4B}"/>
    <dgm:cxn modelId="{BEFAB3A8-6C4A-4B9E-AFF7-5EE8885C9A1F}" type="presOf" srcId="{CA2A38FB-C185-4615-83F5-4424D5D3C18B}" destId="{B48C2B1D-1438-459E-B719-986FD45BD4DA}" srcOrd="0" destOrd="0" presId="urn:microsoft.com/office/officeart/2005/8/layout/hList1"/>
    <dgm:cxn modelId="{83FD0EB6-54F1-4A2F-B31C-3F3EB9341D71}" type="presOf" srcId="{9BC10109-54B2-4F1B-908D-7970C78ED0E2}" destId="{A5EE8BA7-F4FC-4935-9E14-D8434FF1A37C}" srcOrd="0" destOrd="0" presId="urn:microsoft.com/office/officeart/2005/8/layout/hList1"/>
    <dgm:cxn modelId="{F35EB8CD-9E21-4E5E-A849-4FE912AEE419}" type="presOf" srcId="{E22DC50C-618D-4130-B7F2-E127C2294039}" destId="{E9F1C63A-9838-4992-B386-4403E556A682}" srcOrd="0" destOrd="1" presId="urn:microsoft.com/office/officeart/2005/8/layout/hList1"/>
    <dgm:cxn modelId="{190596CF-EE3F-4947-B949-39AD8A545F26}" srcId="{97EE1C0D-5C5C-44E8-BCD7-610207AE282B}" destId="{59180F8C-B56F-42D4-808A-150F8E0BBBEB}" srcOrd="6" destOrd="0" parTransId="{F12BBB94-69E0-4C59-8E04-456B351CE390}" sibTransId="{F5E24FE8-CFD3-4E50-A900-058B4EFC2C03}"/>
    <dgm:cxn modelId="{AE20B3E5-B423-4419-85EC-2EFB9987548E}" type="presOf" srcId="{D6FAB40B-C1CA-4B69-A5A8-29CE04A3F277}" destId="{879E2DE8-9EC9-4ABC-B915-B97FABA1205B}" srcOrd="0" destOrd="0" presId="urn:microsoft.com/office/officeart/2005/8/layout/hList1"/>
    <dgm:cxn modelId="{8B6EACE7-6090-4B05-B38B-7E2313420E1E}" type="presOf" srcId="{97EE1C0D-5C5C-44E8-BCD7-610207AE282B}" destId="{CE1A7A5D-1F8F-44B5-871C-471997CFE045}" srcOrd="0" destOrd="0" presId="urn:microsoft.com/office/officeart/2005/8/layout/hList1"/>
    <dgm:cxn modelId="{DF3A2EEC-BBE6-47C2-B45F-3B3DA25CDDF1}" srcId="{97EE1C0D-5C5C-44E8-BCD7-610207AE282B}" destId="{360C7D47-93F8-4F0B-990A-412371948F14}" srcOrd="8" destOrd="0" parTransId="{B5978ACB-6F76-4054-A29E-A7250A41C231}" sibTransId="{86DA64D4-E8D3-4BFE-AD47-F5E17E9DED13}"/>
    <dgm:cxn modelId="{0D873CF5-659B-414E-A6A2-F9D17F628BDE}" type="presOf" srcId="{59180F8C-B56F-42D4-808A-150F8E0BBBEB}" destId="{879E2DE8-9EC9-4ABC-B915-B97FABA1205B}" srcOrd="0" destOrd="6" presId="urn:microsoft.com/office/officeart/2005/8/layout/hList1"/>
    <dgm:cxn modelId="{B8F351F9-6003-4A56-AA79-35BCB037A830}" srcId="{9BC10109-54B2-4F1B-908D-7970C78ED0E2}" destId="{B9692E25-FE5C-4CDF-A535-72842E95A88F}" srcOrd="0" destOrd="0" parTransId="{9F55EA16-23E0-4C4D-AB04-D891F44B3D94}" sibTransId="{858101EE-8B45-4C9B-A31F-2CE98B1190CE}"/>
    <dgm:cxn modelId="{542946FF-0DB3-41A7-9986-C5318D652D62}" type="presOf" srcId="{04CB43C5-A6F6-4DC0-AE01-43ABB303B593}" destId="{879E2DE8-9EC9-4ABC-B915-B97FABA1205B}" srcOrd="0" destOrd="1" presId="urn:microsoft.com/office/officeart/2005/8/layout/hList1"/>
    <dgm:cxn modelId="{C81B2391-DD68-4D81-AF26-63B196BC9AB5}" type="presParOf" srcId="{B48C2B1D-1438-459E-B719-986FD45BD4DA}" destId="{652A6B65-3A96-4573-A981-AB0E7EE0FF0E}" srcOrd="0" destOrd="0" presId="urn:microsoft.com/office/officeart/2005/8/layout/hList1"/>
    <dgm:cxn modelId="{87F8CA3B-463D-49B8-955A-650C131FEAF3}" type="presParOf" srcId="{652A6B65-3A96-4573-A981-AB0E7EE0FF0E}" destId="{CE1A7A5D-1F8F-44B5-871C-471997CFE045}" srcOrd="0" destOrd="0" presId="urn:microsoft.com/office/officeart/2005/8/layout/hList1"/>
    <dgm:cxn modelId="{8C2306C0-FA1F-4547-868F-4381069F213F}" type="presParOf" srcId="{652A6B65-3A96-4573-A981-AB0E7EE0FF0E}" destId="{879E2DE8-9EC9-4ABC-B915-B97FABA1205B}" srcOrd="1" destOrd="0" presId="urn:microsoft.com/office/officeart/2005/8/layout/hList1"/>
    <dgm:cxn modelId="{3FFB8985-6E89-4FBA-B253-063075CD3032}" type="presParOf" srcId="{B48C2B1D-1438-459E-B719-986FD45BD4DA}" destId="{B2FF8EE8-1BFB-479E-AB95-A7A6E7906527}" srcOrd="1" destOrd="0" presId="urn:microsoft.com/office/officeart/2005/8/layout/hList1"/>
    <dgm:cxn modelId="{6DCB04C9-0B52-4BCD-BAD0-2F9F4F049999}" type="presParOf" srcId="{B48C2B1D-1438-459E-B719-986FD45BD4DA}" destId="{0694A3E1-0948-45F3-9996-7E06AF2F6E65}" srcOrd="2" destOrd="0" presId="urn:microsoft.com/office/officeart/2005/8/layout/hList1"/>
    <dgm:cxn modelId="{C55F6487-1291-40CC-AED0-086A926E3770}" type="presParOf" srcId="{0694A3E1-0948-45F3-9996-7E06AF2F6E65}" destId="{A5EE8BA7-F4FC-4935-9E14-D8434FF1A37C}" srcOrd="0" destOrd="0" presId="urn:microsoft.com/office/officeart/2005/8/layout/hList1"/>
    <dgm:cxn modelId="{80179660-7FEC-4484-9668-859464D83361}" type="presParOf" srcId="{0694A3E1-0948-45F3-9996-7E06AF2F6E65}" destId="{E9F1C63A-9838-4992-B386-4403E556A68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E046FEB-6E81-4687-82B0-27F67B31B96D}" type="doc">
      <dgm:prSet loTypeId="urn:microsoft.com/office/officeart/2005/8/layout/cycle1" loCatId="cycle" qsTypeId="urn:microsoft.com/office/officeart/2005/8/quickstyle/simple1" qsCatId="simple" csTypeId="urn:microsoft.com/office/officeart/2005/8/colors/colorful5" csCatId="colorful" phldr="1"/>
      <dgm:spPr/>
      <dgm:t>
        <a:bodyPr/>
        <a:lstStyle/>
        <a:p>
          <a:endParaRPr lang="en-ZA"/>
        </a:p>
      </dgm:t>
    </dgm:pt>
    <dgm:pt modelId="{A7EF7D48-B06F-417A-9FD6-C3241E8624B9}">
      <dgm:prSet phldrT="[Text]"/>
      <dgm:spPr/>
      <dgm:t>
        <a:bodyPr/>
        <a:lstStyle/>
        <a:p>
          <a:r>
            <a:rPr lang="en-ZA" dirty="0">
              <a:solidFill>
                <a:schemeClr val="accent1">
                  <a:lumMod val="40000"/>
                  <a:lumOff val="60000"/>
                </a:schemeClr>
              </a:solidFill>
            </a:rPr>
            <a:t>.</a:t>
          </a:r>
        </a:p>
      </dgm:t>
    </dgm:pt>
    <dgm:pt modelId="{12A0DAE1-9C93-428E-A7D4-0CAD179A6761}" type="parTrans" cxnId="{3DBE3B37-6C3A-425D-A47B-C32B3E02F206}">
      <dgm:prSet/>
      <dgm:spPr/>
      <dgm:t>
        <a:bodyPr/>
        <a:lstStyle/>
        <a:p>
          <a:endParaRPr lang="en-ZA"/>
        </a:p>
      </dgm:t>
    </dgm:pt>
    <dgm:pt modelId="{AC2E9594-181F-41F6-911E-8ED51CA346E2}" type="sibTrans" cxnId="{3DBE3B37-6C3A-425D-A47B-C32B3E02F206}">
      <dgm:prSet/>
      <dgm:spPr/>
      <dgm:t>
        <a:bodyPr/>
        <a:lstStyle/>
        <a:p>
          <a:endParaRPr lang="en-ZA"/>
        </a:p>
      </dgm:t>
    </dgm:pt>
    <dgm:pt modelId="{CDBD39E3-AD9A-4053-A711-FEDD2D0FD2E9}">
      <dgm:prSet phldrT="[Text]"/>
      <dgm:spPr/>
      <dgm:t>
        <a:bodyPr/>
        <a:lstStyle/>
        <a:p>
          <a:r>
            <a:rPr lang="en-ZA" dirty="0">
              <a:solidFill>
                <a:schemeClr val="accent1">
                  <a:lumMod val="40000"/>
                  <a:lumOff val="60000"/>
                </a:schemeClr>
              </a:solidFill>
            </a:rPr>
            <a:t>.</a:t>
          </a:r>
        </a:p>
      </dgm:t>
    </dgm:pt>
    <dgm:pt modelId="{82050D7F-609E-4130-A171-5208BDF60951}" type="parTrans" cxnId="{8570340F-A868-4918-BCB6-2E584ADFB685}">
      <dgm:prSet/>
      <dgm:spPr/>
      <dgm:t>
        <a:bodyPr/>
        <a:lstStyle/>
        <a:p>
          <a:endParaRPr lang="en-ZA"/>
        </a:p>
      </dgm:t>
    </dgm:pt>
    <dgm:pt modelId="{5596A16A-E989-4BA3-8678-8C3593202EEF}" type="sibTrans" cxnId="{8570340F-A868-4918-BCB6-2E584ADFB685}">
      <dgm:prSet/>
      <dgm:spPr/>
      <dgm:t>
        <a:bodyPr/>
        <a:lstStyle/>
        <a:p>
          <a:endParaRPr lang="en-ZA"/>
        </a:p>
      </dgm:t>
    </dgm:pt>
    <dgm:pt modelId="{61619E7B-2ED5-4F32-9803-77E2006AC4D3}">
      <dgm:prSet phldrT="[Text]"/>
      <dgm:spPr/>
      <dgm:t>
        <a:bodyPr/>
        <a:lstStyle/>
        <a:p>
          <a:r>
            <a:rPr lang="en-ZA" dirty="0">
              <a:solidFill>
                <a:schemeClr val="accent1">
                  <a:lumMod val="40000"/>
                  <a:lumOff val="60000"/>
                </a:schemeClr>
              </a:solidFill>
            </a:rPr>
            <a:t>.</a:t>
          </a:r>
        </a:p>
      </dgm:t>
    </dgm:pt>
    <dgm:pt modelId="{B3C7D580-BC67-45A0-82BF-EC1357E17171}" type="parTrans" cxnId="{91A87189-355D-41AF-8806-E4FD7A5737D1}">
      <dgm:prSet/>
      <dgm:spPr/>
      <dgm:t>
        <a:bodyPr/>
        <a:lstStyle/>
        <a:p>
          <a:endParaRPr lang="en-ZA"/>
        </a:p>
      </dgm:t>
    </dgm:pt>
    <dgm:pt modelId="{F99AE21B-1F59-41B3-BE0B-73DE74CB8179}" type="sibTrans" cxnId="{91A87189-355D-41AF-8806-E4FD7A5737D1}">
      <dgm:prSet/>
      <dgm:spPr/>
      <dgm:t>
        <a:bodyPr/>
        <a:lstStyle/>
        <a:p>
          <a:endParaRPr lang="en-ZA"/>
        </a:p>
      </dgm:t>
    </dgm:pt>
    <dgm:pt modelId="{1F7352FE-99D8-4366-A249-430C6E206F37}">
      <dgm:prSet phldrT="[Text]"/>
      <dgm:spPr/>
      <dgm:t>
        <a:bodyPr/>
        <a:lstStyle/>
        <a:p>
          <a:r>
            <a:rPr lang="en-ZA" dirty="0">
              <a:solidFill>
                <a:schemeClr val="accent1">
                  <a:lumMod val="40000"/>
                  <a:lumOff val="60000"/>
                </a:schemeClr>
              </a:solidFill>
            </a:rPr>
            <a:t>.</a:t>
          </a:r>
        </a:p>
      </dgm:t>
    </dgm:pt>
    <dgm:pt modelId="{4A914C8A-17BF-43E7-9538-1F8D851C9F0D}" type="parTrans" cxnId="{B57FD7C6-24B2-4A3F-B32C-82B5DA25DA1B}">
      <dgm:prSet/>
      <dgm:spPr/>
      <dgm:t>
        <a:bodyPr/>
        <a:lstStyle/>
        <a:p>
          <a:endParaRPr lang="en-ZA"/>
        </a:p>
      </dgm:t>
    </dgm:pt>
    <dgm:pt modelId="{E1456051-7AA9-4A9E-8BA8-10503BDA6CEE}" type="sibTrans" cxnId="{B57FD7C6-24B2-4A3F-B32C-82B5DA25DA1B}">
      <dgm:prSet/>
      <dgm:spPr/>
      <dgm:t>
        <a:bodyPr/>
        <a:lstStyle/>
        <a:p>
          <a:endParaRPr lang="en-ZA"/>
        </a:p>
      </dgm:t>
    </dgm:pt>
    <dgm:pt modelId="{A5B3E393-3EDC-43B2-BA83-734DD900901B}">
      <dgm:prSet phldrT="[Text]"/>
      <dgm:spPr/>
      <dgm:t>
        <a:bodyPr/>
        <a:lstStyle/>
        <a:p>
          <a:r>
            <a:rPr lang="en-ZA" dirty="0">
              <a:solidFill>
                <a:schemeClr val="accent1">
                  <a:lumMod val="40000"/>
                  <a:lumOff val="60000"/>
                </a:schemeClr>
              </a:solidFill>
            </a:rPr>
            <a:t>.</a:t>
          </a:r>
        </a:p>
      </dgm:t>
    </dgm:pt>
    <dgm:pt modelId="{D7B9E159-13B9-465B-9691-1674AB93B3D8}" type="parTrans" cxnId="{1D7AB9C7-4217-43BD-B923-3AD3BCAA831B}">
      <dgm:prSet/>
      <dgm:spPr/>
      <dgm:t>
        <a:bodyPr/>
        <a:lstStyle/>
        <a:p>
          <a:endParaRPr lang="en-ZA"/>
        </a:p>
      </dgm:t>
    </dgm:pt>
    <dgm:pt modelId="{F59DC538-F9D0-420E-B093-423A110ACF75}" type="sibTrans" cxnId="{1D7AB9C7-4217-43BD-B923-3AD3BCAA831B}">
      <dgm:prSet/>
      <dgm:spPr/>
      <dgm:t>
        <a:bodyPr/>
        <a:lstStyle/>
        <a:p>
          <a:endParaRPr lang="en-ZA"/>
        </a:p>
      </dgm:t>
    </dgm:pt>
    <dgm:pt modelId="{1AA9674B-5A2A-4EA5-93D7-D23439D95C46}" type="pres">
      <dgm:prSet presAssocID="{BE046FEB-6E81-4687-82B0-27F67B31B96D}" presName="cycle" presStyleCnt="0">
        <dgm:presLayoutVars>
          <dgm:dir/>
          <dgm:resizeHandles val="exact"/>
        </dgm:presLayoutVars>
      </dgm:prSet>
      <dgm:spPr/>
    </dgm:pt>
    <dgm:pt modelId="{5D4AB375-C504-47D3-BC4B-F15DE8438552}" type="pres">
      <dgm:prSet presAssocID="{A7EF7D48-B06F-417A-9FD6-C3241E8624B9}" presName="dummy" presStyleCnt="0"/>
      <dgm:spPr/>
    </dgm:pt>
    <dgm:pt modelId="{AB5C79FD-B4F3-49A0-8B84-2C08E033C63E}" type="pres">
      <dgm:prSet presAssocID="{A7EF7D48-B06F-417A-9FD6-C3241E8624B9}" presName="node" presStyleLbl="revTx" presStyleIdx="0" presStyleCnt="5">
        <dgm:presLayoutVars>
          <dgm:bulletEnabled val="1"/>
        </dgm:presLayoutVars>
      </dgm:prSet>
      <dgm:spPr/>
    </dgm:pt>
    <dgm:pt modelId="{91FFA4D8-964E-4D25-818B-BEF24BB6C254}" type="pres">
      <dgm:prSet presAssocID="{AC2E9594-181F-41F6-911E-8ED51CA346E2}" presName="sibTrans" presStyleLbl="node1" presStyleIdx="0" presStyleCnt="5"/>
      <dgm:spPr/>
    </dgm:pt>
    <dgm:pt modelId="{748D7F86-0936-49B7-9A9A-52ED72842620}" type="pres">
      <dgm:prSet presAssocID="{CDBD39E3-AD9A-4053-A711-FEDD2D0FD2E9}" presName="dummy" presStyleCnt="0"/>
      <dgm:spPr/>
    </dgm:pt>
    <dgm:pt modelId="{0091F36A-0737-4596-A43B-3D8C3ECDEBA5}" type="pres">
      <dgm:prSet presAssocID="{CDBD39E3-AD9A-4053-A711-FEDD2D0FD2E9}" presName="node" presStyleLbl="revTx" presStyleIdx="1" presStyleCnt="5">
        <dgm:presLayoutVars>
          <dgm:bulletEnabled val="1"/>
        </dgm:presLayoutVars>
      </dgm:prSet>
      <dgm:spPr/>
    </dgm:pt>
    <dgm:pt modelId="{334E9649-A5A5-4092-AEC3-48393528F5D4}" type="pres">
      <dgm:prSet presAssocID="{5596A16A-E989-4BA3-8678-8C3593202EEF}" presName="sibTrans" presStyleLbl="node1" presStyleIdx="1" presStyleCnt="5"/>
      <dgm:spPr/>
    </dgm:pt>
    <dgm:pt modelId="{E7D017BA-D3D5-4912-A4D2-B54D1DAEB4C3}" type="pres">
      <dgm:prSet presAssocID="{61619E7B-2ED5-4F32-9803-77E2006AC4D3}" presName="dummy" presStyleCnt="0"/>
      <dgm:spPr/>
    </dgm:pt>
    <dgm:pt modelId="{29BCFFE7-43AE-4AB7-9727-FF71970136AE}" type="pres">
      <dgm:prSet presAssocID="{61619E7B-2ED5-4F32-9803-77E2006AC4D3}" presName="node" presStyleLbl="revTx" presStyleIdx="2" presStyleCnt="5">
        <dgm:presLayoutVars>
          <dgm:bulletEnabled val="1"/>
        </dgm:presLayoutVars>
      </dgm:prSet>
      <dgm:spPr/>
    </dgm:pt>
    <dgm:pt modelId="{63448755-DECE-4E0E-B014-1008D90B78BE}" type="pres">
      <dgm:prSet presAssocID="{F99AE21B-1F59-41B3-BE0B-73DE74CB8179}" presName="sibTrans" presStyleLbl="node1" presStyleIdx="2" presStyleCnt="5"/>
      <dgm:spPr/>
    </dgm:pt>
    <dgm:pt modelId="{07B50367-FACA-41D4-B7C5-663DBFF2BBC1}" type="pres">
      <dgm:prSet presAssocID="{1F7352FE-99D8-4366-A249-430C6E206F37}" presName="dummy" presStyleCnt="0"/>
      <dgm:spPr/>
    </dgm:pt>
    <dgm:pt modelId="{9D11A472-09FD-4DC5-8335-46DBE74AF7B7}" type="pres">
      <dgm:prSet presAssocID="{1F7352FE-99D8-4366-A249-430C6E206F37}" presName="node" presStyleLbl="revTx" presStyleIdx="3" presStyleCnt="5">
        <dgm:presLayoutVars>
          <dgm:bulletEnabled val="1"/>
        </dgm:presLayoutVars>
      </dgm:prSet>
      <dgm:spPr/>
    </dgm:pt>
    <dgm:pt modelId="{CF2BC943-582D-4F12-AFF5-F5F290DFA1B2}" type="pres">
      <dgm:prSet presAssocID="{E1456051-7AA9-4A9E-8BA8-10503BDA6CEE}" presName="sibTrans" presStyleLbl="node1" presStyleIdx="3" presStyleCnt="5"/>
      <dgm:spPr/>
    </dgm:pt>
    <dgm:pt modelId="{74558C16-EA80-4966-B5FD-C651ACDF40FB}" type="pres">
      <dgm:prSet presAssocID="{A5B3E393-3EDC-43B2-BA83-734DD900901B}" presName="dummy" presStyleCnt="0"/>
      <dgm:spPr/>
    </dgm:pt>
    <dgm:pt modelId="{D438DBAE-612E-4295-8E63-7E6B10853412}" type="pres">
      <dgm:prSet presAssocID="{A5B3E393-3EDC-43B2-BA83-734DD900901B}" presName="node" presStyleLbl="revTx" presStyleIdx="4" presStyleCnt="5">
        <dgm:presLayoutVars>
          <dgm:bulletEnabled val="1"/>
        </dgm:presLayoutVars>
      </dgm:prSet>
      <dgm:spPr/>
    </dgm:pt>
    <dgm:pt modelId="{0F3DCC66-FC13-4175-8914-800E81E05EE5}" type="pres">
      <dgm:prSet presAssocID="{F59DC538-F9D0-420E-B093-423A110ACF75}" presName="sibTrans" presStyleLbl="node1" presStyleIdx="4" presStyleCnt="5"/>
      <dgm:spPr/>
    </dgm:pt>
  </dgm:ptLst>
  <dgm:cxnLst>
    <dgm:cxn modelId="{14BF0802-CA43-434B-99E3-9CABE2403868}" type="presOf" srcId="{F59DC538-F9D0-420E-B093-423A110ACF75}" destId="{0F3DCC66-FC13-4175-8914-800E81E05EE5}" srcOrd="0" destOrd="0" presId="urn:microsoft.com/office/officeart/2005/8/layout/cycle1"/>
    <dgm:cxn modelId="{D8EC6707-6BDB-4C65-846C-A78E076052CB}" type="presOf" srcId="{A7EF7D48-B06F-417A-9FD6-C3241E8624B9}" destId="{AB5C79FD-B4F3-49A0-8B84-2C08E033C63E}" srcOrd="0" destOrd="0" presId="urn:microsoft.com/office/officeart/2005/8/layout/cycle1"/>
    <dgm:cxn modelId="{8570340F-A868-4918-BCB6-2E584ADFB685}" srcId="{BE046FEB-6E81-4687-82B0-27F67B31B96D}" destId="{CDBD39E3-AD9A-4053-A711-FEDD2D0FD2E9}" srcOrd="1" destOrd="0" parTransId="{82050D7F-609E-4130-A171-5208BDF60951}" sibTransId="{5596A16A-E989-4BA3-8678-8C3593202EEF}"/>
    <dgm:cxn modelId="{06BC731E-700B-4EAD-AB18-67CA3EFF80EB}" type="presOf" srcId="{1F7352FE-99D8-4366-A249-430C6E206F37}" destId="{9D11A472-09FD-4DC5-8335-46DBE74AF7B7}" srcOrd="0" destOrd="0" presId="urn:microsoft.com/office/officeart/2005/8/layout/cycle1"/>
    <dgm:cxn modelId="{3DBE3B37-6C3A-425D-A47B-C32B3E02F206}" srcId="{BE046FEB-6E81-4687-82B0-27F67B31B96D}" destId="{A7EF7D48-B06F-417A-9FD6-C3241E8624B9}" srcOrd="0" destOrd="0" parTransId="{12A0DAE1-9C93-428E-A7D4-0CAD179A6761}" sibTransId="{AC2E9594-181F-41F6-911E-8ED51CA346E2}"/>
    <dgm:cxn modelId="{4ACCA761-F973-47A5-9E34-42B54080DC13}" type="presOf" srcId="{61619E7B-2ED5-4F32-9803-77E2006AC4D3}" destId="{29BCFFE7-43AE-4AB7-9727-FF71970136AE}" srcOrd="0" destOrd="0" presId="urn:microsoft.com/office/officeart/2005/8/layout/cycle1"/>
    <dgm:cxn modelId="{03FAA444-916A-48D3-ADF6-91A66F6BBEA5}" type="presOf" srcId="{BE046FEB-6E81-4687-82B0-27F67B31B96D}" destId="{1AA9674B-5A2A-4EA5-93D7-D23439D95C46}" srcOrd="0" destOrd="0" presId="urn:microsoft.com/office/officeart/2005/8/layout/cycle1"/>
    <dgm:cxn modelId="{DCA78469-37E5-475D-97A9-94156535672A}" type="presOf" srcId="{A5B3E393-3EDC-43B2-BA83-734DD900901B}" destId="{D438DBAE-612E-4295-8E63-7E6B10853412}" srcOrd="0" destOrd="0" presId="urn:microsoft.com/office/officeart/2005/8/layout/cycle1"/>
    <dgm:cxn modelId="{B9488B79-9D89-4E4B-AC75-777C96256946}" type="presOf" srcId="{5596A16A-E989-4BA3-8678-8C3593202EEF}" destId="{334E9649-A5A5-4092-AEC3-48393528F5D4}" srcOrd="0" destOrd="0" presId="urn:microsoft.com/office/officeart/2005/8/layout/cycle1"/>
    <dgm:cxn modelId="{91A87189-355D-41AF-8806-E4FD7A5737D1}" srcId="{BE046FEB-6E81-4687-82B0-27F67B31B96D}" destId="{61619E7B-2ED5-4F32-9803-77E2006AC4D3}" srcOrd="2" destOrd="0" parTransId="{B3C7D580-BC67-45A0-82BF-EC1357E17171}" sibTransId="{F99AE21B-1F59-41B3-BE0B-73DE74CB8179}"/>
    <dgm:cxn modelId="{65A8608B-6E22-4F5C-B6CD-E7C0DF5C7A69}" type="presOf" srcId="{E1456051-7AA9-4A9E-8BA8-10503BDA6CEE}" destId="{CF2BC943-582D-4F12-AFF5-F5F290DFA1B2}" srcOrd="0" destOrd="0" presId="urn:microsoft.com/office/officeart/2005/8/layout/cycle1"/>
    <dgm:cxn modelId="{10AC8096-EFAE-4886-BF91-77FBA69DA5B8}" type="presOf" srcId="{AC2E9594-181F-41F6-911E-8ED51CA346E2}" destId="{91FFA4D8-964E-4D25-818B-BEF24BB6C254}" srcOrd="0" destOrd="0" presId="urn:microsoft.com/office/officeart/2005/8/layout/cycle1"/>
    <dgm:cxn modelId="{9744CD98-EB21-4F93-93BF-359FEB64168A}" type="presOf" srcId="{F99AE21B-1F59-41B3-BE0B-73DE74CB8179}" destId="{63448755-DECE-4E0E-B014-1008D90B78BE}" srcOrd="0" destOrd="0" presId="urn:microsoft.com/office/officeart/2005/8/layout/cycle1"/>
    <dgm:cxn modelId="{B57FD7C6-24B2-4A3F-B32C-82B5DA25DA1B}" srcId="{BE046FEB-6E81-4687-82B0-27F67B31B96D}" destId="{1F7352FE-99D8-4366-A249-430C6E206F37}" srcOrd="3" destOrd="0" parTransId="{4A914C8A-17BF-43E7-9538-1F8D851C9F0D}" sibTransId="{E1456051-7AA9-4A9E-8BA8-10503BDA6CEE}"/>
    <dgm:cxn modelId="{1D7AB9C7-4217-43BD-B923-3AD3BCAA831B}" srcId="{BE046FEB-6E81-4687-82B0-27F67B31B96D}" destId="{A5B3E393-3EDC-43B2-BA83-734DD900901B}" srcOrd="4" destOrd="0" parTransId="{D7B9E159-13B9-465B-9691-1674AB93B3D8}" sibTransId="{F59DC538-F9D0-420E-B093-423A110ACF75}"/>
    <dgm:cxn modelId="{9F7CEDF2-24CB-42FF-A857-90AFC68B9590}" type="presOf" srcId="{CDBD39E3-AD9A-4053-A711-FEDD2D0FD2E9}" destId="{0091F36A-0737-4596-A43B-3D8C3ECDEBA5}" srcOrd="0" destOrd="0" presId="urn:microsoft.com/office/officeart/2005/8/layout/cycle1"/>
    <dgm:cxn modelId="{0D0DD248-2155-4B82-A644-52952571FC4E}" type="presParOf" srcId="{1AA9674B-5A2A-4EA5-93D7-D23439D95C46}" destId="{5D4AB375-C504-47D3-BC4B-F15DE8438552}" srcOrd="0" destOrd="0" presId="urn:microsoft.com/office/officeart/2005/8/layout/cycle1"/>
    <dgm:cxn modelId="{5E1E9783-02F3-4F93-9481-7953ED4BB862}" type="presParOf" srcId="{1AA9674B-5A2A-4EA5-93D7-D23439D95C46}" destId="{AB5C79FD-B4F3-49A0-8B84-2C08E033C63E}" srcOrd="1" destOrd="0" presId="urn:microsoft.com/office/officeart/2005/8/layout/cycle1"/>
    <dgm:cxn modelId="{8B2E7F95-085D-48AF-A7F7-9420CDB9D219}" type="presParOf" srcId="{1AA9674B-5A2A-4EA5-93D7-D23439D95C46}" destId="{91FFA4D8-964E-4D25-818B-BEF24BB6C254}" srcOrd="2" destOrd="0" presId="urn:microsoft.com/office/officeart/2005/8/layout/cycle1"/>
    <dgm:cxn modelId="{D55963C3-B79C-441E-9AED-B44A876E939C}" type="presParOf" srcId="{1AA9674B-5A2A-4EA5-93D7-D23439D95C46}" destId="{748D7F86-0936-49B7-9A9A-52ED72842620}" srcOrd="3" destOrd="0" presId="urn:microsoft.com/office/officeart/2005/8/layout/cycle1"/>
    <dgm:cxn modelId="{D724C931-499A-4C45-A6C0-123C2E6E8A3B}" type="presParOf" srcId="{1AA9674B-5A2A-4EA5-93D7-D23439D95C46}" destId="{0091F36A-0737-4596-A43B-3D8C3ECDEBA5}" srcOrd="4" destOrd="0" presId="urn:microsoft.com/office/officeart/2005/8/layout/cycle1"/>
    <dgm:cxn modelId="{AD3D703B-CABD-4973-AAED-F738A2CECC61}" type="presParOf" srcId="{1AA9674B-5A2A-4EA5-93D7-D23439D95C46}" destId="{334E9649-A5A5-4092-AEC3-48393528F5D4}" srcOrd="5" destOrd="0" presId="urn:microsoft.com/office/officeart/2005/8/layout/cycle1"/>
    <dgm:cxn modelId="{9AEEBB0F-2380-4FED-ADF8-A2573E210D20}" type="presParOf" srcId="{1AA9674B-5A2A-4EA5-93D7-D23439D95C46}" destId="{E7D017BA-D3D5-4912-A4D2-B54D1DAEB4C3}" srcOrd="6" destOrd="0" presId="urn:microsoft.com/office/officeart/2005/8/layout/cycle1"/>
    <dgm:cxn modelId="{4E33F5C9-1152-4C9B-A169-F1A68CCABA32}" type="presParOf" srcId="{1AA9674B-5A2A-4EA5-93D7-D23439D95C46}" destId="{29BCFFE7-43AE-4AB7-9727-FF71970136AE}" srcOrd="7" destOrd="0" presId="urn:microsoft.com/office/officeart/2005/8/layout/cycle1"/>
    <dgm:cxn modelId="{3AD00C57-CBDB-4209-B7A1-202833BFB6F2}" type="presParOf" srcId="{1AA9674B-5A2A-4EA5-93D7-D23439D95C46}" destId="{63448755-DECE-4E0E-B014-1008D90B78BE}" srcOrd="8" destOrd="0" presId="urn:microsoft.com/office/officeart/2005/8/layout/cycle1"/>
    <dgm:cxn modelId="{57061391-81BC-4FA4-945E-BEA439E06CF8}" type="presParOf" srcId="{1AA9674B-5A2A-4EA5-93D7-D23439D95C46}" destId="{07B50367-FACA-41D4-B7C5-663DBFF2BBC1}" srcOrd="9" destOrd="0" presId="urn:microsoft.com/office/officeart/2005/8/layout/cycle1"/>
    <dgm:cxn modelId="{A4574423-790B-4DEF-8B31-C4634D368FAC}" type="presParOf" srcId="{1AA9674B-5A2A-4EA5-93D7-D23439D95C46}" destId="{9D11A472-09FD-4DC5-8335-46DBE74AF7B7}" srcOrd="10" destOrd="0" presId="urn:microsoft.com/office/officeart/2005/8/layout/cycle1"/>
    <dgm:cxn modelId="{69443CB0-14EE-4CC6-9EB2-0162DD469B2D}" type="presParOf" srcId="{1AA9674B-5A2A-4EA5-93D7-D23439D95C46}" destId="{CF2BC943-582D-4F12-AFF5-F5F290DFA1B2}" srcOrd="11" destOrd="0" presId="urn:microsoft.com/office/officeart/2005/8/layout/cycle1"/>
    <dgm:cxn modelId="{7673856A-453C-4071-92D6-DF9090485DEF}" type="presParOf" srcId="{1AA9674B-5A2A-4EA5-93D7-D23439D95C46}" destId="{74558C16-EA80-4966-B5FD-C651ACDF40FB}" srcOrd="12" destOrd="0" presId="urn:microsoft.com/office/officeart/2005/8/layout/cycle1"/>
    <dgm:cxn modelId="{B840B350-9872-45D9-85AC-D694BCFC4327}" type="presParOf" srcId="{1AA9674B-5A2A-4EA5-93D7-D23439D95C46}" destId="{D438DBAE-612E-4295-8E63-7E6B10853412}" srcOrd="13" destOrd="0" presId="urn:microsoft.com/office/officeart/2005/8/layout/cycle1"/>
    <dgm:cxn modelId="{0ADAB559-6C0B-4736-A0BC-A037203CE7F0}" type="presParOf" srcId="{1AA9674B-5A2A-4EA5-93D7-D23439D95C46}" destId="{0F3DCC66-FC13-4175-8914-800E81E05EE5}" srcOrd="14" destOrd="0" presId="urn:microsoft.com/office/officeart/2005/8/layout/cycle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CE09A0D-CAEB-4397-AF64-0F1031BED461}" type="doc">
      <dgm:prSet loTypeId="urn:microsoft.com/office/officeart/2005/8/layout/hList1" loCatId="list" qsTypeId="urn:microsoft.com/office/officeart/2005/8/quickstyle/simple1" qsCatId="simple" csTypeId="urn:microsoft.com/office/officeart/2005/8/colors/colorful5" csCatId="colorful" phldr="1"/>
      <dgm:spPr/>
      <dgm:t>
        <a:bodyPr/>
        <a:lstStyle/>
        <a:p>
          <a:endParaRPr lang="en-ZA"/>
        </a:p>
      </dgm:t>
    </dgm:pt>
    <dgm:pt modelId="{03F8032A-2EB7-4AD4-A0B8-674C97E9E391}">
      <dgm:prSet phldrT="[Text]"/>
      <dgm:spPr/>
      <dgm:t>
        <a:bodyPr/>
        <a:lstStyle/>
        <a:p>
          <a:r>
            <a:rPr lang="en-ZA" b="1" dirty="0"/>
            <a:t>Definition</a:t>
          </a:r>
        </a:p>
      </dgm:t>
    </dgm:pt>
    <dgm:pt modelId="{466FED7C-CB73-4AE1-88B7-392C62D675A2}" type="parTrans" cxnId="{F6192AAE-8980-49D4-9973-23FFD9E9ACB9}">
      <dgm:prSet/>
      <dgm:spPr/>
      <dgm:t>
        <a:bodyPr/>
        <a:lstStyle/>
        <a:p>
          <a:endParaRPr lang="en-ZA"/>
        </a:p>
      </dgm:t>
    </dgm:pt>
    <dgm:pt modelId="{B2969447-E0AF-49C9-8AED-878C6E7F60BA}" type="sibTrans" cxnId="{F6192AAE-8980-49D4-9973-23FFD9E9ACB9}">
      <dgm:prSet/>
      <dgm:spPr/>
      <dgm:t>
        <a:bodyPr/>
        <a:lstStyle/>
        <a:p>
          <a:endParaRPr lang="en-ZA"/>
        </a:p>
      </dgm:t>
    </dgm:pt>
    <dgm:pt modelId="{EF156FCB-40D7-4120-B305-9B3F443EE9B4}">
      <dgm:prSet phldrT="[Text]"/>
      <dgm:spPr/>
      <dgm:t>
        <a:bodyPr/>
        <a:lstStyle/>
        <a:p>
          <a:r>
            <a:rPr lang="en-US" b="1" dirty="0"/>
            <a:t>You misrepresented someone's argument to make it </a:t>
          </a:r>
          <a:r>
            <a:rPr lang="en-US" b="1" u="sng" dirty="0"/>
            <a:t>easier to attack</a:t>
          </a:r>
          <a:r>
            <a:rPr lang="en-US" b="1" dirty="0"/>
            <a:t>.</a:t>
          </a:r>
          <a:endParaRPr lang="en-ZA" dirty="0"/>
        </a:p>
      </dgm:t>
    </dgm:pt>
    <dgm:pt modelId="{D15B4F50-07E5-4C77-AF37-1B9CAA4B9088}" type="parTrans" cxnId="{E3ECB705-0225-41AD-932C-62CA13F1954E}">
      <dgm:prSet/>
      <dgm:spPr/>
      <dgm:t>
        <a:bodyPr/>
        <a:lstStyle/>
        <a:p>
          <a:endParaRPr lang="en-ZA"/>
        </a:p>
      </dgm:t>
    </dgm:pt>
    <dgm:pt modelId="{F3BF763D-0666-49B2-B48C-C0176D543AF1}" type="sibTrans" cxnId="{E3ECB705-0225-41AD-932C-62CA13F1954E}">
      <dgm:prSet/>
      <dgm:spPr/>
      <dgm:t>
        <a:bodyPr/>
        <a:lstStyle/>
        <a:p>
          <a:endParaRPr lang="en-ZA"/>
        </a:p>
      </dgm:t>
    </dgm:pt>
    <dgm:pt modelId="{DBF4E067-FF58-4F34-A6FA-69D93EEEA8CD}">
      <dgm:prSet phldrT="[Text]"/>
      <dgm:spPr/>
      <dgm:t>
        <a:bodyPr/>
        <a:lstStyle/>
        <a:p>
          <a:r>
            <a:rPr lang="en-ZA" b="1" dirty="0"/>
            <a:t>Tips</a:t>
          </a:r>
        </a:p>
      </dgm:t>
    </dgm:pt>
    <dgm:pt modelId="{B76E3552-DB9C-4394-AADA-CE945EF52F06}" type="parTrans" cxnId="{EB1691C3-4A67-47FE-A28D-7E0319B2C492}">
      <dgm:prSet/>
      <dgm:spPr/>
      <dgm:t>
        <a:bodyPr/>
        <a:lstStyle/>
        <a:p>
          <a:endParaRPr lang="en-ZA"/>
        </a:p>
      </dgm:t>
    </dgm:pt>
    <dgm:pt modelId="{B9D3A062-4E14-44D9-9478-15E3B4AA9183}" type="sibTrans" cxnId="{EB1691C3-4A67-47FE-A28D-7E0319B2C492}">
      <dgm:prSet/>
      <dgm:spPr/>
      <dgm:t>
        <a:bodyPr/>
        <a:lstStyle/>
        <a:p>
          <a:endParaRPr lang="en-ZA"/>
        </a:p>
      </dgm:t>
    </dgm:pt>
    <dgm:pt modelId="{A9C4F6DA-B7DA-4E0A-9E00-71D7618AC7B7}">
      <dgm:prSet/>
      <dgm:spPr/>
      <dgm:t>
        <a:bodyPr/>
        <a:lstStyle/>
        <a:p>
          <a:r>
            <a:rPr lang="en-US" b="0" i="0" dirty="0"/>
            <a:t>By exaggerating, misrepresenting, or just completely fabricating someone's argument, it's much easier to present your own position as being reasonable, but this kind of dishonesty serves to undermine honest, rational debate.</a:t>
          </a:r>
        </a:p>
      </dgm:t>
    </dgm:pt>
    <dgm:pt modelId="{C103D8DF-090C-4181-9FDF-DFA4BC25E86D}" type="parTrans" cxnId="{B8F978DD-9B08-4204-BE41-F2D9E8FD0148}">
      <dgm:prSet/>
      <dgm:spPr/>
      <dgm:t>
        <a:bodyPr/>
        <a:lstStyle/>
        <a:p>
          <a:endParaRPr lang="en-ZA"/>
        </a:p>
      </dgm:t>
    </dgm:pt>
    <dgm:pt modelId="{EA28FEF4-CDC6-44A5-8FDC-1C68C5CF34CA}" type="sibTrans" cxnId="{B8F978DD-9B08-4204-BE41-F2D9E8FD0148}">
      <dgm:prSet/>
      <dgm:spPr/>
      <dgm:t>
        <a:bodyPr/>
        <a:lstStyle/>
        <a:p>
          <a:endParaRPr lang="en-ZA"/>
        </a:p>
      </dgm:t>
    </dgm:pt>
    <dgm:pt modelId="{1A8C5297-A0D3-4A24-B54A-4C28F964F87D}">
      <dgm:prSet/>
      <dgm:spPr/>
      <dgm:t>
        <a:bodyPr/>
        <a:lstStyle/>
        <a:p>
          <a:r>
            <a:rPr lang="en-US" b="1" i="0" u="sng" dirty="0"/>
            <a:t>Example</a:t>
          </a:r>
          <a:r>
            <a:rPr lang="en-US" b="0" i="0" dirty="0"/>
            <a:t>: </a:t>
          </a:r>
          <a:r>
            <a:rPr lang="en-US" b="0" i="1" dirty="0"/>
            <a:t>After Will said that we should put more money into health and education, Warren responded by saying that he was surprised that Will hates our country so much that he wants to leave it defenseless by cutting military spending.</a:t>
          </a:r>
          <a:endParaRPr lang="en-US" i="1" dirty="0"/>
        </a:p>
      </dgm:t>
    </dgm:pt>
    <dgm:pt modelId="{9B27DBAE-4788-4F31-ACE5-D159375A38AC}" type="parTrans" cxnId="{D567D9AD-B935-4DDD-933A-42C552736762}">
      <dgm:prSet/>
      <dgm:spPr/>
      <dgm:t>
        <a:bodyPr/>
        <a:lstStyle/>
        <a:p>
          <a:endParaRPr lang="en-ZA"/>
        </a:p>
      </dgm:t>
    </dgm:pt>
    <dgm:pt modelId="{466FFCBF-482F-4B38-874F-ECBB75AA4A11}" type="sibTrans" cxnId="{D567D9AD-B935-4DDD-933A-42C552736762}">
      <dgm:prSet/>
      <dgm:spPr/>
      <dgm:t>
        <a:bodyPr/>
        <a:lstStyle/>
        <a:p>
          <a:endParaRPr lang="en-ZA"/>
        </a:p>
      </dgm:t>
    </dgm:pt>
    <dgm:pt modelId="{664F14BD-1A07-4B44-A26C-B3376FFAA840}">
      <dgm:prSet phldrT="[Text]"/>
      <dgm:spPr/>
      <dgm:t>
        <a:bodyPr/>
        <a:lstStyle/>
        <a:p>
          <a:r>
            <a:rPr lang="en-US" dirty="0"/>
            <a:t>While there are extreme examples, it’s important to be careful not to fall into this kind of fallacy </a:t>
          </a:r>
          <a:r>
            <a:rPr lang="en-US" u="sng" dirty="0"/>
            <a:t>on a smaller scale </a:t>
          </a:r>
          <a:r>
            <a:rPr lang="en-US" dirty="0"/>
            <a:t>because it’s quite easy to do. Think about times you may have even accidentally misrepresented the other side in an argument. We have to be careful to avoid even the accidental straw man fallacy!</a:t>
          </a:r>
          <a:endParaRPr lang="en-ZA" dirty="0"/>
        </a:p>
      </dgm:t>
    </dgm:pt>
    <dgm:pt modelId="{7236E20B-16E8-4642-9F89-4942B3E0CE58}" type="parTrans" cxnId="{3BE4A799-8EF2-434F-8D29-A0933BABEAA5}">
      <dgm:prSet/>
      <dgm:spPr/>
      <dgm:t>
        <a:bodyPr/>
        <a:lstStyle/>
        <a:p>
          <a:endParaRPr lang="en-ZA"/>
        </a:p>
      </dgm:t>
    </dgm:pt>
    <dgm:pt modelId="{92C22077-C328-4FBF-B2F0-0E92F10F13F4}" type="sibTrans" cxnId="{3BE4A799-8EF2-434F-8D29-A0933BABEAA5}">
      <dgm:prSet/>
      <dgm:spPr/>
      <dgm:t>
        <a:bodyPr/>
        <a:lstStyle/>
        <a:p>
          <a:endParaRPr lang="en-ZA"/>
        </a:p>
      </dgm:t>
    </dgm:pt>
    <dgm:pt modelId="{6B9BB61A-CF8A-452C-A7C8-21535E9CBF00}">
      <dgm:prSet phldrT="[Text]"/>
      <dgm:spPr/>
      <dgm:t>
        <a:bodyPr/>
        <a:lstStyle/>
        <a:p>
          <a:r>
            <a:rPr lang="en-US" dirty="0"/>
            <a:t>A straw man fallacy occurs when someone takes another person’s argument or point, </a:t>
          </a:r>
          <a:r>
            <a:rPr lang="en-US" u="sng" dirty="0"/>
            <a:t>distorts it or exaggerates it </a:t>
          </a:r>
          <a:r>
            <a:rPr lang="en-US" dirty="0"/>
            <a:t>in some kind of extreme way, and then attacks the extreme distortion, as if that is really the claim the first person is making.</a:t>
          </a:r>
          <a:endParaRPr lang="en-ZA" dirty="0"/>
        </a:p>
      </dgm:t>
    </dgm:pt>
    <dgm:pt modelId="{CE6E5A8D-AD86-420E-A6E8-6290AF84F445}" type="parTrans" cxnId="{F06967B9-F0EA-4848-A96E-4EF0CD52565E}">
      <dgm:prSet/>
      <dgm:spPr/>
      <dgm:t>
        <a:bodyPr/>
        <a:lstStyle/>
        <a:p>
          <a:endParaRPr lang="en-ZA"/>
        </a:p>
      </dgm:t>
    </dgm:pt>
    <dgm:pt modelId="{59C0BD19-569B-4BFA-90EB-06496EF4C700}" type="sibTrans" cxnId="{F06967B9-F0EA-4848-A96E-4EF0CD52565E}">
      <dgm:prSet/>
      <dgm:spPr/>
      <dgm:t>
        <a:bodyPr/>
        <a:lstStyle/>
        <a:p>
          <a:endParaRPr lang="en-ZA"/>
        </a:p>
      </dgm:t>
    </dgm:pt>
    <dgm:pt modelId="{3B0B416A-701C-428A-B265-F07EFC1BF954}">
      <dgm:prSet phldrT="[Text]"/>
      <dgm:spPr/>
      <dgm:t>
        <a:bodyPr/>
        <a:lstStyle/>
        <a:p>
          <a:r>
            <a:rPr lang="en-US" dirty="0"/>
            <a:t>One who engages in this fallacy is said to be "attacking a straw man".</a:t>
          </a:r>
          <a:endParaRPr lang="en-ZA" dirty="0"/>
        </a:p>
      </dgm:t>
    </dgm:pt>
    <dgm:pt modelId="{E1FD98AF-CA77-450D-9D9F-788DB65DB3CC}" type="parTrans" cxnId="{8A2B9E9D-58BC-4DE3-B74F-A74EF00B6CE9}">
      <dgm:prSet/>
      <dgm:spPr/>
      <dgm:t>
        <a:bodyPr/>
        <a:lstStyle/>
        <a:p>
          <a:endParaRPr lang="en-ZA"/>
        </a:p>
      </dgm:t>
    </dgm:pt>
    <dgm:pt modelId="{D6971B83-658D-44F7-A555-AC50D89363A9}" type="sibTrans" cxnId="{8A2B9E9D-58BC-4DE3-B74F-A74EF00B6CE9}">
      <dgm:prSet/>
      <dgm:spPr/>
      <dgm:t>
        <a:bodyPr/>
        <a:lstStyle/>
        <a:p>
          <a:endParaRPr lang="en-ZA"/>
        </a:p>
      </dgm:t>
    </dgm:pt>
    <dgm:pt modelId="{E643C02C-5911-4005-918B-A8363F1E2A1C}">
      <dgm:prSet phldrT="[Text]"/>
      <dgm:spPr/>
      <dgm:t>
        <a:bodyPr/>
        <a:lstStyle/>
        <a:p>
          <a:endParaRPr lang="en-ZA" dirty="0"/>
        </a:p>
      </dgm:t>
    </dgm:pt>
    <dgm:pt modelId="{CD345FA2-EE65-406E-A1BA-295A216B4536}" type="parTrans" cxnId="{12AA3712-2BEF-4CC8-9CE3-C908434747F1}">
      <dgm:prSet/>
      <dgm:spPr/>
      <dgm:t>
        <a:bodyPr/>
        <a:lstStyle/>
        <a:p>
          <a:endParaRPr lang="en-ZA"/>
        </a:p>
      </dgm:t>
    </dgm:pt>
    <dgm:pt modelId="{1891FBA0-74EB-4147-95BC-7CD29B590E3E}" type="sibTrans" cxnId="{12AA3712-2BEF-4CC8-9CE3-C908434747F1}">
      <dgm:prSet/>
      <dgm:spPr/>
      <dgm:t>
        <a:bodyPr/>
        <a:lstStyle/>
        <a:p>
          <a:endParaRPr lang="en-ZA"/>
        </a:p>
      </dgm:t>
    </dgm:pt>
    <dgm:pt modelId="{D821CD0A-978A-4241-8D34-191D4D0C8952}" type="pres">
      <dgm:prSet presAssocID="{1CE09A0D-CAEB-4397-AF64-0F1031BED461}" presName="Name0" presStyleCnt="0">
        <dgm:presLayoutVars>
          <dgm:dir/>
          <dgm:animLvl val="lvl"/>
          <dgm:resizeHandles val="exact"/>
        </dgm:presLayoutVars>
      </dgm:prSet>
      <dgm:spPr/>
    </dgm:pt>
    <dgm:pt modelId="{B2CD8D4C-C3FB-46F7-A05A-4760F6A13EB5}" type="pres">
      <dgm:prSet presAssocID="{03F8032A-2EB7-4AD4-A0B8-674C97E9E391}" presName="composite" presStyleCnt="0"/>
      <dgm:spPr/>
    </dgm:pt>
    <dgm:pt modelId="{9E193AF0-95C6-4032-B6D5-4FD9071925C9}" type="pres">
      <dgm:prSet presAssocID="{03F8032A-2EB7-4AD4-A0B8-674C97E9E391}" presName="parTx" presStyleLbl="alignNode1" presStyleIdx="0" presStyleCnt="2">
        <dgm:presLayoutVars>
          <dgm:chMax val="0"/>
          <dgm:chPref val="0"/>
          <dgm:bulletEnabled val="1"/>
        </dgm:presLayoutVars>
      </dgm:prSet>
      <dgm:spPr/>
    </dgm:pt>
    <dgm:pt modelId="{E6E1DD96-6A75-4ECC-8BE1-C72344BCC6D4}" type="pres">
      <dgm:prSet presAssocID="{03F8032A-2EB7-4AD4-A0B8-674C97E9E391}" presName="desTx" presStyleLbl="alignAccFollowNode1" presStyleIdx="0" presStyleCnt="2">
        <dgm:presLayoutVars>
          <dgm:bulletEnabled val="1"/>
        </dgm:presLayoutVars>
      </dgm:prSet>
      <dgm:spPr/>
    </dgm:pt>
    <dgm:pt modelId="{3B5D7021-EF88-42F5-B031-302D4534A655}" type="pres">
      <dgm:prSet presAssocID="{B2969447-E0AF-49C9-8AED-878C6E7F60BA}" presName="space" presStyleCnt="0"/>
      <dgm:spPr/>
    </dgm:pt>
    <dgm:pt modelId="{113A413F-C5F5-462F-8B28-5AF017CE9CED}" type="pres">
      <dgm:prSet presAssocID="{DBF4E067-FF58-4F34-A6FA-69D93EEEA8CD}" presName="composite" presStyleCnt="0"/>
      <dgm:spPr/>
    </dgm:pt>
    <dgm:pt modelId="{D5FCAD5D-2273-483F-8320-2ED195ADF02A}" type="pres">
      <dgm:prSet presAssocID="{DBF4E067-FF58-4F34-A6FA-69D93EEEA8CD}" presName="parTx" presStyleLbl="alignNode1" presStyleIdx="1" presStyleCnt="2">
        <dgm:presLayoutVars>
          <dgm:chMax val="0"/>
          <dgm:chPref val="0"/>
          <dgm:bulletEnabled val="1"/>
        </dgm:presLayoutVars>
      </dgm:prSet>
      <dgm:spPr/>
    </dgm:pt>
    <dgm:pt modelId="{D75553F4-B492-4CE2-B8A6-1797FA03AF01}" type="pres">
      <dgm:prSet presAssocID="{DBF4E067-FF58-4F34-A6FA-69D93EEEA8CD}" presName="desTx" presStyleLbl="alignAccFollowNode1" presStyleIdx="1" presStyleCnt="2" custLinFactNeighborX="1" custLinFactNeighborY="-177">
        <dgm:presLayoutVars>
          <dgm:bulletEnabled val="1"/>
        </dgm:presLayoutVars>
      </dgm:prSet>
      <dgm:spPr/>
    </dgm:pt>
  </dgm:ptLst>
  <dgm:cxnLst>
    <dgm:cxn modelId="{E3ECB705-0225-41AD-932C-62CA13F1954E}" srcId="{03F8032A-2EB7-4AD4-A0B8-674C97E9E391}" destId="{EF156FCB-40D7-4120-B305-9B3F443EE9B4}" srcOrd="2" destOrd="0" parTransId="{D15B4F50-07E5-4C77-AF37-1B9CAA4B9088}" sibTransId="{F3BF763D-0666-49B2-B48C-C0176D543AF1}"/>
    <dgm:cxn modelId="{8A394D07-C0F4-4F4F-BE78-9FA9CCB5505D}" type="presOf" srcId="{03F8032A-2EB7-4AD4-A0B8-674C97E9E391}" destId="{9E193AF0-95C6-4032-B6D5-4FD9071925C9}" srcOrd="0" destOrd="0" presId="urn:microsoft.com/office/officeart/2005/8/layout/hList1"/>
    <dgm:cxn modelId="{12AA3712-2BEF-4CC8-9CE3-C908434747F1}" srcId="{DBF4E067-FF58-4F34-A6FA-69D93EEEA8CD}" destId="{E643C02C-5911-4005-918B-A8363F1E2A1C}" srcOrd="1" destOrd="0" parTransId="{CD345FA2-EE65-406E-A1BA-295A216B4536}" sibTransId="{1891FBA0-74EB-4147-95BC-7CD29B590E3E}"/>
    <dgm:cxn modelId="{484D1D1F-BD3F-4E57-84EA-5C19C4CB8C2D}" type="presOf" srcId="{EF156FCB-40D7-4120-B305-9B3F443EE9B4}" destId="{E6E1DD96-6A75-4ECC-8BE1-C72344BCC6D4}" srcOrd="0" destOrd="2" presId="urn:microsoft.com/office/officeart/2005/8/layout/hList1"/>
    <dgm:cxn modelId="{CD547D31-472B-433A-8684-C3981FE91D0C}" type="presOf" srcId="{A9C4F6DA-B7DA-4E0A-9E00-71D7618AC7B7}" destId="{E6E1DD96-6A75-4ECC-8BE1-C72344BCC6D4}" srcOrd="0" destOrd="3" presId="urn:microsoft.com/office/officeart/2005/8/layout/hList1"/>
    <dgm:cxn modelId="{5010F55B-81DC-4FDB-A010-984C6BB238F8}" type="presOf" srcId="{3B0B416A-701C-428A-B265-F07EFC1BF954}" destId="{E6E1DD96-6A75-4ECC-8BE1-C72344BCC6D4}" srcOrd="0" destOrd="1" presId="urn:microsoft.com/office/officeart/2005/8/layout/hList1"/>
    <dgm:cxn modelId="{ACBC3C6E-15EF-41D4-A4D6-FFBF7C7F98B3}" type="presOf" srcId="{E643C02C-5911-4005-918B-A8363F1E2A1C}" destId="{D75553F4-B492-4CE2-B8A6-1797FA03AF01}" srcOrd="0" destOrd="1" presId="urn:microsoft.com/office/officeart/2005/8/layout/hList1"/>
    <dgm:cxn modelId="{C8FA5B75-5769-4D2D-98C9-454A66F45E16}" type="presOf" srcId="{664F14BD-1A07-4B44-A26C-B3376FFAA840}" destId="{D75553F4-B492-4CE2-B8A6-1797FA03AF01}" srcOrd="0" destOrd="0" presId="urn:microsoft.com/office/officeart/2005/8/layout/hList1"/>
    <dgm:cxn modelId="{AB48E283-36D4-48E1-8E38-9DCCA5C69DC1}" type="presOf" srcId="{6B9BB61A-CF8A-452C-A7C8-21535E9CBF00}" destId="{E6E1DD96-6A75-4ECC-8BE1-C72344BCC6D4}" srcOrd="0" destOrd="0" presId="urn:microsoft.com/office/officeart/2005/8/layout/hList1"/>
    <dgm:cxn modelId="{5E443B85-B010-417F-BC70-51F03FE581ED}" type="presOf" srcId="{DBF4E067-FF58-4F34-A6FA-69D93EEEA8CD}" destId="{D5FCAD5D-2273-483F-8320-2ED195ADF02A}" srcOrd="0" destOrd="0" presId="urn:microsoft.com/office/officeart/2005/8/layout/hList1"/>
    <dgm:cxn modelId="{3BE4A799-8EF2-434F-8D29-A0933BABEAA5}" srcId="{DBF4E067-FF58-4F34-A6FA-69D93EEEA8CD}" destId="{664F14BD-1A07-4B44-A26C-B3376FFAA840}" srcOrd="0" destOrd="0" parTransId="{7236E20B-16E8-4642-9F89-4942B3E0CE58}" sibTransId="{92C22077-C328-4FBF-B2F0-0E92F10F13F4}"/>
    <dgm:cxn modelId="{8A2B9E9D-58BC-4DE3-B74F-A74EF00B6CE9}" srcId="{03F8032A-2EB7-4AD4-A0B8-674C97E9E391}" destId="{3B0B416A-701C-428A-B265-F07EFC1BF954}" srcOrd="1" destOrd="0" parTransId="{E1FD98AF-CA77-450D-9D9F-788DB65DB3CC}" sibTransId="{D6971B83-658D-44F7-A555-AC50D89363A9}"/>
    <dgm:cxn modelId="{D567D9AD-B935-4DDD-933A-42C552736762}" srcId="{DBF4E067-FF58-4F34-A6FA-69D93EEEA8CD}" destId="{1A8C5297-A0D3-4A24-B54A-4C28F964F87D}" srcOrd="2" destOrd="0" parTransId="{9B27DBAE-4788-4F31-ACE5-D159375A38AC}" sibTransId="{466FFCBF-482F-4B38-874F-ECBB75AA4A11}"/>
    <dgm:cxn modelId="{F6192AAE-8980-49D4-9973-23FFD9E9ACB9}" srcId="{1CE09A0D-CAEB-4397-AF64-0F1031BED461}" destId="{03F8032A-2EB7-4AD4-A0B8-674C97E9E391}" srcOrd="0" destOrd="0" parTransId="{466FED7C-CB73-4AE1-88B7-392C62D675A2}" sibTransId="{B2969447-E0AF-49C9-8AED-878C6E7F60BA}"/>
    <dgm:cxn modelId="{621336B3-4F2A-4AA1-B5E5-ABA75BB6D74D}" type="presOf" srcId="{1A8C5297-A0D3-4A24-B54A-4C28F964F87D}" destId="{D75553F4-B492-4CE2-B8A6-1797FA03AF01}" srcOrd="0" destOrd="2" presId="urn:microsoft.com/office/officeart/2005/8/layout/hList1"/>
    <dgm:cxn modelId="{F06967B9-F0EA-4848-A96E-4EF0CD52565E}" srcId="{03F8032A-2EB7-4AD4-A0B8-674C97E9E391}" destId="{6B9BB61A-CF8A-452C-A7C8-21535E9CBF00}" srcOrd="0" destOrd="0" parTransId="{CE6E5A8D-AD86-420E-A6E8-6290AF84F445}" sibTransId="{59C0BD19-569B-4BFA-90EB-06496EF4C700}"/>
    <dgm:cxn modelId="{EB1691C3-4A67-47FE-A28D-7E0319B2C492}" srcId="{1CE09A0D-CAEB-4397-AF64-0F1031BED461}" destId="{DBF4E067-FF58-4F34-A6FA-69D93EEEA8CD}" srcOrd="1" destOrd="0" parTransId="{B76E3552-DB9C-4394-AADA-CE945EF52F06}" sibTransId="{B9D3A062-4E14-44D9-9478-15E3B4AA9183}"/>
    <dgm:cxn modelId="{72A14AD7-D2AA-4DDA-97A4-02A3F9D461A8}" type="presOf" srcId="{1CE09A0D-CAEB-4397-AF64-0F1031BED461}" destId="{D821CD0A-978A-4241-8D34-191D4D0C8952}" srcOrd="0" destOrd="0" presId="urn:microsoft.com/office/officeart/2005/8/layout/hList1"/>
    <dgm:cxn modelId="{B8F978DD-9B08-4204-BE41-F2D9E8FD0148}" srcId="{03F8032A-2EB7-4AD4-A0B8-674C97E9E391}" destId="{A9C4F6DA-B7DA-4E0A-9E00-71D7618AC7B7}" srcOrd="3" destOrd="0" parTransId="{C103D8DF-090C-4181-9FDF-DFA4BC25E86D}" sibTransId="{EA28FEF4-CDC6-44A5-8FDC-1C68C5CF34CA}"/>
    <dgm:cxn modelId="{2A2C0510-BDE3-4CDC-82B8-99F49D07FDE5}" type="presParOf" srcId="{D821CD0A-978A-4241-8D34-191D4D0C8952}" destId="{B2CD8D4C-C3FB-46F7-A05A-4760F6A13EB5}" srcOrd="0" destOrd="0" presId="urn:microsoft.com/office/officeart/2005/8/layout/hList1"/>
    <dgm:cxn modelId="{03C0F7B1-2F7F-4073-986D-DB74D3024F3B}" type="presParOf" srcId="{B2CD8D4C-C3FB-46F7-A05A-4760F6A13EB5}" destId="{9E193AF0-95C6-4032-B6D5-4FD9071925C9}" srcOrd="0" destOrd="0" presId="urn:microsoft.com/office/officeart/2005/8/layout/hList1"/>
    <dgm:cxn modelId="{DFC1F19D-0FB1-46C2-8210-0D8676B7BA4C}" type="presParOf" srcId="{B2CD8D4C-C3FB-46F7-A05A-4760F6A13EB5}" destId="{E6E1DD96-6A75-4ECC-8BE1-C72344BCC6D4}" srcOrd="1" destOrd="0" presId="urn:microsoft.com/office/officeart/2005/8/layout/hList1"/>
    <dgm:cxn modelId="{0C928A99-E858-430C-A325-3E0A6669311A}" type="presParOf" srcId="{D821CD0A-978A-4241-8D34-191D4D0C8952}" destId="{3B5D7021-EF88-42F5-B031-302D4534A655}" srcOrd="1" destOrd="0" presId="urn:microsoft.com/office/officeart/2005/8/layout/hList1"/>
    <dgm:cxn modelId="{A83FA299-FCEF-4CB6-87B0-6777F623FAD6}" type="presParOf" srcId="{D821CD0A-978A-4241-8D34-191D4D0C8952}" destId="{113A413F-C5F5-462F-8B28-5AF017CE9CED}" srcOrd="2" destOrd="0" presId="urn:microsoft.com/office/officeart/2005/8/layout/hList1"/>
    <dgm:cxn modelId="{6AA22F4D-A707-45C6-B7EE-CD0C334B7D1E}" type="presParOf" srcId="{113A413F-C5F5-462F-8B28-5AF017CE9CED}" destId="{D5FCAD5D-2273-483F-8320-2ED195ADF02A}" srcOrd="0" destOrd="0" presId="urn:microsoft.com/office/officeart/2005/8/layout/hList1"/>
    <dgm:cxn modelId="{9B2794D8-0C6A-4B64-B168-F1817C3E31DE}" type="presParOf" srcId="{113A413F-C5F5-462F-8B28-5AF017CE9CED}" destId="{D75553F4-B492-4CE2-B8A6-1797FA03AF0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AE0D56D-9825-41FE-B65A-4734EC848117}" type="doc">
      <dgm:prSet loTypeId="urn:microsoft.com/office/officeart/2005/8/layout/hList1" loCatId="list" qsTypeId="urn:microsoft.com/office/officeart/2005/8/quickstyle/simple1" qsCatId="simple" csTypeId="urn:microsoft.com/office/officeart/2005/8/colors/colorful5" csCatId="colorful" phldr="1"/>
      <dgm:spPr/>
      <dgm:t>
        <a:bodyPr/>
        <a:lstStyle/>
        <a:p>
          <a:endParaRPr lang="en-ZA"/>
        </a:p>
      </dgm:t>
    </dgm:pt>
    <dgm:pt modelId="{7D9DCFA1-5733-409E-B66C-F2F78FA458D1}">
      <dgm:prSet phldrT="[Text]"/>
      <dgm:spPr/>
      <dgm:t>
        <a:bodyPr/>
        <a:lstStyle/>
        <a:p>
          <a:r>
            <a:rPr lang="en-ZA" b="1" dirty="0"/>
            <a:t>Definition</a:t>
          </a:r>
        </a:p>
      </dgm:t>
    </dgm:pt>
    <dgm:pt modelId="{2DF655A4-E07C-491A-AEB2-9B3F3F9DB35F}" type="parTrans" cxnId="{FE33C961-38FC-4358-AA0A-CF99ED9F53EC}">
      <dgm:prSet/>
      <dgm:spPr/>
      <dgm:t>
        <a:bodyPr/>
        <a:lstStyle/>
        <a:p>
          <a:endParaRPr lang="en-ZA"/>
        </a:p>
      </dgm:t>
    </dgm:pt>
    <dgm:pt modelId="{75DB191C-1D44-431E-8808-8667390A7303}" type="sibTrans" cxnId="{FE33C961-38FC-4358-AA0A-CF99ED9F53EC}">
      <dgm:prSet/>
      <dgm:spPr/>
      <dgm:t>
        <a:bodyPr/>
        <a:lstStyle/>
        <a:p>
          <a:endParaRPr lang="en-ZA"/>
        </a:p>
      </dgm:t>
    </dgm:pt>
    <dgm:pt modelId="{F671650D-E8F3-424E-82B0-64095458DFFA}">
      <dgm:prSet phldrT="[Text]"/>
      <dgm:spPr/>
      <dgm:t>
        <a:bodyPr/>
        <a:lstStyle/>
        <a:p>
          <a:r>
            <a:rPr lang="en-ZA"/>
            <a:t>Or personal attack – avoids an issue by attacking the individual or the information source.</a:t>
          </a:r>
          <a:endParaRPr lang="en-ZA" dirty="0"/>
        </a:p>
      </dgm:t>
    </dgm:pt>
    <dgm:pt modelId="{E8360546-4CF4-414A-A041-B89565A97B38}" type="parTrans" cxnId="{55B6510F-2571-49DF-A624-54D05DE7B9CA}">
      <dgm:prSet/>
      <dgm:spPr/>
      <dgm:t>
        <a:bodyPr/>
        <a:lstStyle/>
        <a:p>
          <a:endParaRPr lang="en-ZA"/>
        </a:p>
      </dgm:t>
    </dgm:pt>
    <dgm:pt modelId="{41B32085-F5A2-42AB-AE2C-FDA8303CF50B}" type="sibTrans" cxnId="{55B6510F-2571-49DF-A624-54D05DE7B9CA}">
      <dgm:prSet/>
      <dgm:spPr/>
      <dgm:t>
        <a:bodyPr/>
        <a:lstStyle/>
        <a:p>
          <a:endParaRPr lang="en-ZA"/>
        </a:p>
      </dgm:t>
    </dgm:pt>
    <dgm:pt modelId="{3A4FBD7B-86B6-40FF-86B6-F3DBD0347CE8}">
      <dgm:prSet phldrT="[Text]"/>
      <dgm:spPr/>
      <dgm:t>
        <a:bodyPr/>
        <a:lstStyle/>
        <a:p>
          <a:r>
            <a:rPr lang="en-ZA" b="1" dirty="0"/>
            <a:t>Tips</a:t>
          </a:r>
        </a:p>
      </dgm:t>
    </dgm:pt>
    <dgm:pt modelId="{4B6DE0B6-0D51-410A-9354-B19370276C17}" type="parTrans" cxnId="{C7A51818-1419-4836-952B-F7676AB0D482}">
      <dgm:prSet/>
      <dgm:spPr/>
      <dgm:t>
        <a:bodyPr/>
        <a:lstStyle/>
        <a:p>
          <a:endParaRPr lang="en-ZA"/>
        </a:p>
      </dgm:t>
    </dgm:pt>
    <dgm:pt modelId="{85AA0CBF-871E-4D4F-B016-D917EC78F5E6}" type="sibTrans" cxnId="{C7A51818-1419-4836-952B-F7676AB0D482}">
      <dgm:prSet/>
      <dgm:spPr/>
      <dgm:t>
        <a:bodyPr/>
        <a:lstStyle/>
        <a:p>
          <a:endParaRPr lang="en-ZA"/>
        </a:p>
      </dgm:t>
    </dgm:pt>
    <dgm:pt modelId="{51F72E22-C26B-424A-8353-CE618ED39628}">
      <dgm:prSet phldrT="[Text]"/>
      <dgm:spPr/>
      <dgm:t>
        <a:bodyPr/>
        <a:lstStyle/>
        <a:p>
          <a:r>
            <a:rPr lang="en-ZA" dirty="0"/>
            <a:t>Try to focus on the issue, and disregard statements about individuals – unless those statements relate directly to the information’s </a:t>
          </a:r>
          <a:r>
            <a:rPr lang="en-ZA" u="sng" dirty="0"/>
            <a:t>credibility</a:t>
          </a:r>
          <a:r>
            <a:rPr lang="en-ZA" dirty="0"/>
            <a:t> and to the issue at hand. </a:t>
          </a:r>
        </a:p>
      </dgm:t>
    </dgm:pt>
    <dgm:pt modelId="{F6428DC2-D625-45E4-99A3-AD14EF759F9B}" type="parTrans" cxnId="{DFA8A865-EEB6-47A0-A0B9-6DF2D0BE24DB}">
      <dgm:prSet/>
      <dgm:spPr/>
      <dgm:t>
        <a:bodyPr/>
        <a:lstStyle/>
        <a:p>
          <a:endParaRPr lang="en-ZA"/>
        </a:p>
      </dgm:t>
    </dgm:pt>
    <dgm:pt modelId="{EC406CF7-F39F-47AF-B730-587E77F6BBCD}" type="sibTrans" cxnId="{DFA8A865-EEB6-47A0-A0B9-6DF2D0BE24DB}">
      <dgm:prSet/>
      <dgm:spPr/>
      <dgm:t>
        <a:bodyPr/>
        <a:lstStyle/>
        <a:p>
          <a:endParaRPr lang="en-ZA"/>
        </a:p>
      </dgm:t>
    </dgm:pt>
    <dgm:pt modelId="{37E265AB-5107-4000-9E41-DAE71778CB27}">
      <dgm:prSet phldrT="[Text]"/>
      <dgm:spPr/>
      <dgm:t>
        <a:bodyPr/>
        <a:lstStyle/>
        <a:p>
          <a:r>
            <a:rPr lang="en-ZA" b="1" u="sng" dirty="0"/>
            <a:t>Example</a:t>
          </a:r>
          <a:r>
            <a:rPr lang="en-ZA" dirty="0"/>
            <a:t>: </a:t>
          </a:r>
          <a:r>
            <a:rPr lang="en-ZA" i="1" dirty="0"/>
            <a:t>That messy, unattractive slob couldn’t teach us anything we do not already know.    </a:t>
          </a:r>
        </a:p>
      </dgm:t>
    </dgm:pt>
    <dgm:pt modelId="{B9E8417D-935A-482B-879F-0113E463F54C}" type="parTrans" cxnId="{415D75A4-BEA5-4C41-B19B-83C2B3475959}">
      <dgm:prSet/>
      <dgm:spPr/>
      <dgm:t>
        <a:bodyPr/>
        <a:lstStyle/>
        <a:p>
          <a:endParaRPr lang="en-ZA"/>
        </a:p>
      </dgm:t>
    </dgm:pt>
    <dgm:pt modelId="{A2311668-974E-4CC9-9004-FCB4B488F1F7}" type="sibTrans" cxnId="{415D75A4-BEA5-4C41-B19B-83C2B3475959}">
      <dgm:prSet/>
      <dgm:spPr/>
      <dgm:t>
        <a:bodyPr/>
        <a:lstStyle/>
        <a:p>
          <a:endParaRPr lang="en-ZA"/>
        </a:p>
      </dgm:t>
    </dgm:pt>
    <dgm:pt modelId="{81F35D8B-4491-4E5C-B44B-2A49818FEA6A}">
      <dgm:prSet phldrT="[Text]"/>
      <dgm:spPr/>
      <dgm:t>
        <a:bodyPr/>
        <a:lstStyle/>
        <a:p>
          <a:endParaRPr lang="en-ZA" dirty="0"/>
        </a:p>
      </dgm:t>
    </dgm:pt>
    <dgm:pt modelId="{B0BC78A1-C751-427A-A636-7DF3E43F262E}" type="parTrans" cxnId="{B41BA574-6EEA-4F57-907B-911F87BA6CD9}">
      <dgm:prSet/>
      <dgm:spPr/>
      <dgm:t>
        <a:bodyPr/>
        <a:lstStyle/>
        <a:p>
          <a:endParaRPr lang="en-ZA"/>
        </a:p>
      </dgm:t>
    </dgm:pt>
    <dgm:pt modelId="{6C605174-9DB3-4498-A811-B647DD8B8A1C}" type="sibTrans" cxnId="{B41BA574-6EEA-4F57-907B-911F87BA6CD9}">
      <dgm:prSet/>
      <dgm:spPr/>
      <dgm:t>
        <a:bodyPr/>
        <a:lstStyle/>
        <a:p>
          <a:endParaRPr lang="en-ZA"/>
        </a:p>
      </dgm:t>
    </dgm:pt>
    <dgm:pt modelId="{07577915-4B6F-4E87-9B75-EDD0F9E8EEFF}" type="pres">
      <dgm:prSet presAssocID="{7AE0D56D-9825-41FE-B65A-4734EC848117}" presName="Name0" presStyleCnt="0">
        <dgm:presLayoutVars>
          <dgm:dir/>
          <dgm:animLvl val="lvl"/>
          <dgm:resizeHandles val="exact"/>
        </dgm:presLayoutVars>
      </dgm:prSet>
      <dgm:spPr/>
    </dgm:pt>
    <dgm:pt modelId="{881B77C0-3497-46CD-BA6B-C0E7FF8C5951}" type="pres">
      <dgm:prSet presAssocID="{7D9DCFA1-5733-409E-B66C-F2F78FA458D1}" presName="composite" presStyleCnt="0"/>
      <dgm:spPr/>
    </dgm:pt>
    <dgm:pt modelId="{27EC3191-84CB-402D-B4A7-F5353BD9AF17}" type="pres">
      <dgm:prSet presAssocID="{7D9DCFA1-5733-409E-B66C-F2F78FA458D1}" presName="parTx" presStyleLbl="alignNode1" presStyleIdx="0" presStyleCnt="2">
        <dgm:presLayoutVars>
          <dgm:chMax val="0"/>
          <dgm:chPref val="0"/>
          <dgm:bulletEnabled val="1"/>
        </dgm:presLayoutVars>
      </dgm:prSet>
      <dgm:spPr/>
    </dgm:pt>
    <dgm:pt modelId="{C676D6A0-AEB3-4F6B-B044-51BA9090C243}" type="pres">
      <dgm:prSet presAssocID="{7D9DCFA1-5733-409E-B66C-F2F78FA458D1}" presName="desTx" presStyleLbl="alignAccFollowNode1" presStyleIdx="0" presStyleCnt="2">
        <dgm:presLayoutVars>
          <dgm:bulletEnabled val="1"/>
        </dgm:presLayoutVars>
      </dgm:prSet>
      <dgm:spPr/>
    </dgm:pt>
    <dgm:pt modelId="{9A1AAE27-6B6D-43E0-9409-54BF4173CB37}" type="pres">
      <dgm:prSet presAssocID="{75DB191C-1D44-431E-8808-8667390A7303}" presName="space" presStyleCnt="0"/>
      <dgm:spPr/>
    </dgm:pt>
    <dgm:pt modelId="{5B0EE993-954E-40EE-A885-7972ACD4B16F}" type="pres">
      <dgm:prSet presAssocID="{3A4FBD7B-86B6-40FF-86B6-F3DBD0347CE8}" presName="composite" presStyleCnt="0"/>
      <dgm:spPr/>
    </dgm:pt>
    <dgm:pt modelId="{D77B792F-B750-4EFA-8A94-07CA8C9AAB13}" type="pres">
      <dgm:prSet presAssocID="{3A4FBD7B-86B6-40FF-86B6-F3DBD0347CE8}" presName="parTx" presStyleLbl="alignNode1" presStyleIdx="1" presStyleCnt="2">
        <dgm:presLayoutVars>
          <dgm:chMax val="0"/>
          <dgm:chPref val="0"/>
          <dgm:bulletEnabled val="1"/>
        </dgm:presLayoutVars>
      </dgm:prSet>
      <dgm:spPr/>
    </dgm:pt>
    <dgm:pt modelId="{898726DA-275C-4E1D-A187-0B90ED6AB202}" type="pres">
      <dgm:prSet presAssocID="{3A4FBD7B-86B6-40FF-86B6-F3DBD0347CE8}" presName="desTx" presStyleLbl="alignAccFollowNode1" presStyleIdx="1" presStyleCnt="2">
        <dgm:presLayoutVars>
          <dgm:bulletEnabled val="1"/>
        </dgm:presLayoutVars>
      </dgm:prSet>
      <dgm:spPr/>
    </dgm:pt>
  </dgm:ptLst>
  <dgm:cxnLst>
    <dgm:cxn modelId="{55B6510F-2571-49DF-A624-54D05DE7B9CA}" srcId="{7D9DCFA1-5733-409E-B66C-F2F78FA458D1}" destId="{F671650D-E8F3-424E-82B0-64095458DFFA}" srcOrd="0" destOrd="0" parTransId="{E8360546-4CF4-414A-A041-B89565A97B38}" sibTransId="{41B32085-F5A2-42AB-AE2C-FDA8303CF50B}"/>
    <dgm:cxn modelId="{C7A51818-1419-4836-952B-F7676AB0D482}" srcId="{7AE0D56D-9825-41FE-B65A-4734EC848117}" destId="{3A4FBD7B-86B6-40FF-86B6-F3DBD0347CE8}" srcOrd="1" destOrd="0" parTransId="{4B6DE0B6-0D51-410A-9354-B19370276C17}" sibTransId="{85AA0CBF-871E-4D4F-B016-D917EC78F5E6}"/>
    <dgm:cxn modelId="{1C265231-149E-40C4-9A8A-EB36B2414A88}" type="presOf" srcId="{3A4FBD7B-86B6-40FF-86B6-F3DBD0347CE8}" destId="{D77B792F-B750-4EFA-8A94-07CA8C9AAB13}" srcOrd="0" destOrd="0" presId="urn:microsoft.com/office/officeart/2005/8/layout/hList1"/>
    <dgm:cxn modelId="{FE33C961-38FC-4358-AA0A-CF99ED9F53EC}" srcId="{7AE0D56D-9825-41FE-B65A-4734EC848117}" destId="{7D9DCFA1-5733-409E-B66C-F2F78FA458D1}" srcOrd="0" destOrd="0" parTransId="{2DF655A4-E07C-491A-AEB2-9B3F3F9DB35F}" sibTransId="{75DB191C-1D44-431E-8808-8667390A7303}"/>
    <dgm:cxn modelId="{DFA8A865-EEB6-47A0-A0B9-6DF2D0BE24DB}" srcId="{3A4FBD7B-86B6-40FF-86B6-F3DBD0347CE8}" destId="{51F72E22-C26B-424A-8353-CE618ED39628}" srcOrd="0" destOrd="0" parTransId="{F6428DC2-D625-45E4-99A3-AD14EF759F9B}" sibTransId="{EC406CF7-F39F-47AF-B730-587E77F6BBCD}"/>
    <dgm:cxn modelId="{03E6564F-4E65-4915-985C-0D6EB29A74C5}" type="presOf" srcId="{7AE0D56D-9825-41FE-B65A-4734EC848117}" destId="{07577915-4B6F-4E87-9B75-EDD0F9E8EEFF}" srcOrd="0" destOrd="0" presId="urn:microsoft.com/office/officeart/2005/8/layout/hList1"/>
    <dgm:cxn modelId="{B41BA574-6EEA-4F57-907B-911F87BA6CD9}" srcId="{7D9DCFA1-5733-409E-B66C-F2F78FA458D1}" destId="{81F35D8B-4491-4E5C-B44B-2A49818FEA6A}" srcOrd="1" destOrd="0" parTransId="{B0BC78A1-C751-427A-A636-7DF3E43F262E}" sibTransId="{6C605174-9DB3-4498-A811-B647DD8B8A1C}"/>
    <dgm:cxn modelId="{415D75A4-BEA5-4C41-B19B-83C2B3475959}" srcId="{7D9DCFA1-5733-409E-B66C-F2F78FA458D1}" destId="{37E265AB-5107-4000-9E41-DAE71778CB27}" srcOrd="2" destOrd="0" parTransId="{B9E8417D-935A-482B-879F-0113E463F54C}" sibTransId="{A2311668-974E-4CC9-9004-FCB4B488F1F7}"/>
    <dgm:cxn modelId="{503825A9-38BB-4387-BDC7-9BBCDD1022D3}" type="presOf" srcId="{F671650D-E8F3-424E-82B0-64095458DFFA}" destId="{C676D6A0-AEB3-4F6B-B044-51BA9090C243}" srcOrd="0" destOrd="0" presId="urn:microsoft.com/office/officeart/2005/8/layout/hList1"/>
    <dgm:cxn modelId="{619D00B4-9CD8-4CC4-8EAA-A42CA43FA16F}" type="presOf" srcId="{7D9DCFA1-5733-409E-B66C-F2F78FA458D1}" destId="{27EC3191-84CB-402D-B4A7-F5353BD9AF17}" srcOrd="0" destOrd="0" presId="urn:microsoft.com/office/officeart/2005/8/layout/hList1"/>
    <dgm:cxn modelId="{3C8A61CB-A763-4B57-B7FF-65FED4B427C5}" type="presOf" srcId="{81F35D8B-4491-4E5C-B44B-2A49818FEA6A}" destId="{C676D6A0-AEB3-4F6B-B044-51BA9090C243}" srcOrd="0" destOrd="1" presId="urn:microsoft.com/office/officeart/2005/8/layout/hList1"/>
    <dgm:cxn modelId="{B0D19FE0-144A-4346-AAF3-50AA09485BFF}" type="presOf" srcId="{37E265AB-5107-4000-9E41-DAE71778CB27}" destId="{C676D6A0-AEB3-4F6B-B044-51BA9090C243}" srcOrd="0" destOrd="2" presId="urn:microsoft.com/office/officeart/2005/8/layout/hList1"/>
    <dgm:cxn modelId="{6CDF73EB-CF20-45C0-882C-8060146F1F4D}" type="presOf" srcId="{51F72E22-C26B-424A-8353-CE618ED39628}" destId="{898726DA-275C-4E1D-A187-0B90ED6AB202}" srcOrd="0" destOrd="0" presId="urn:microsoft.com/office/officeart/2005/8/layout/hList1"/>
    <dgm:cxn modelId="{D22F188E-00EE-41BA-AFCB-98819D799593}" type="presParOf" srcId="{07577915-4B6F-4E87-9B75-EDD0F9E8EEFF}" destId="{881B77C0-3497-46CD-BA6B-C0E7FF8C5951}" srcOrd="0" destOrd="0" presId="urn:microsoft.com/office/officeart/2005/8/layout/hList1"/>
    <dgm:cxn modelId="{8D008D62-5C53-4279-8356-C0C57662179D}" type="presParOf" srcId="{881B77C0-3497-46CD-BA6B-C0E7FF8C5951}" destId="{27EC3191-84CB-402D-B4A7-F5353BD9AF17}" srcOrd="0" destOrd="0" presId="urn:microsoft.com/office/officeart/2005/8/layout/hList1"/>
    <dgm:cxn modelId="{AF57467A-0C0A-45FD-BD1E-C0DFA2C5353D}" type="presParOf" srcId="{881B77C0-3497-46CD-BA6B-C0E7FF8C5951}" destId="{C676D6A0-AEB3-4F6B-B044-51BA9090C243}" srcOrd="1" destOrd="0" presId="urn:microsoft.com/office/officeart/2005/8/layout/hList1"/>
    <dgm:cxn modelId="{BE159C02-AFF3-4C3C-BEB3-0A201CAFA6CE}" type="presParOf" srcId="{07577915-4B6F-4E87-9B75-EDD0F9E8EEFF}" destId="{9A1AAE27-6B6D-43E0-9409-54BF4173CB37}" srcOrd="1" destOrd="0" presId="urn:microsoft.com/office/officeart/2005/8/layout/hList1"/>
    <dgm:cxn modelId="{50640F87-16CA-4549-B79E-BED14F605515}" type="presParOf" srcId="{07577915-4B6F-4E87-9B75-EDD0F9E8EEFF}" destId="{5B0EE993-954E-40EE-A885-7972ACD4B16F}" srcOrd="2" destOrd="0" presId="urn:microsoft.com/office/officeart/2005/8/layout/hList1"/>
    <dgm:cxn modelId="{6CE65BC5-2094-4AB2-8D6B-BEAE8FD25481}" type="presParOf" srcId="{5B0EE993-954E-40EE-A885-7972ACD4B16F}" destId="{D77B792F-B750-4EFA-8A94-07CA8C9AAB13}" srcOrd="0" destOrd="0" presId="urn:microsoft.com/office/officeart/2005/8/layout/hList1"/>
    <dgm:cxn modelId="{33027DC0-0426-4C60-8044-E6BA2487613C}" type="presParOf" srcId="{5B0EE993-954E-40EE-A885-7972ACD4B16F}" destId="{898726DA-275C-4E1D-A187-0B90ED6AB20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198EAE-A9FB-46C3-9070-2B57A50BF2B5}">
      <dsp:nvSpPr>
        <dsp:cNvPr id="0" name=""/>
        <dsp:cNvSpPr/>
      </dsp:nvSpPr>
      <dsp:spPr>
        <a:xfrm>
          <a:off x="49" y="43670"/>
          <a:ext cx="4744649" cy="720000"/>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ZA" sz="2500" b="1" kern="1200" dirty="0"/>
            <a:t>Definition</a:t>
          </a:r>
        </a:p>
      </dsp:txBody>
      <dsp:txXfrm>
        <a:off x="49" y="43670"/>
        <a:ext cx="4744649" cy="720000"/>
      </dsp:txXfrm>
    </dsp:sp>
    <dsp:sp modelId="{F74CCC98-91AD-4037-BFFD-1166E1545179}">
      <dsp:nvSpPr>
        <dsp:cNvPr id="0" name=""/>
        <dsp:cNvSpPr/>
      </dsp:nvSpPr>
      <dsp:spPr>
        <a:xfrm>
          <a:off x="49" y="763670"/>
          <a:ext cx="4744649" cy="480375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ZA" sz="2500" kern="1200" dirty="0"/>
            <a:t>Hasty generalisations are reasoned from </a:t>
          </a:r>
          <a:r>
            <a:rPr lang="en-ZA" sz="2500" b="1" kern="1200" dirty="0"/>
            <a:t>too few examples</a:t>
          </a:r>
          <a:r>
            <a:rPr lang="en-ZA" sz="2500" kern="1200" dirty="0"/>
            <a:t> or instances,  to broad conclusions. </a:t>
          </a:r>
        </a:p>
        <a:p>
          <a:pPr marL="228600" lvl="1" indent="-228600" algn="l" defTabSz="1111250">
            <a:lnSpc>
              <a:spcPct val="90000"/>
            </a:lnSpc>
            <a:spcBef>
              <a:spcPct val="0"/>
            </a:spcBef>
            <a:spcAft>
              <a:spcPct val="15000"/>
            </a:spcAft>
            <a:buChar char="•"/>
          </a:pPr>
          <a:endParaRPr lang="en-ZA" sz="2500" kern="1200" dirty="0"/>
        </a:p>
        <a:p>
          <a:pPr marL="228600" lvl="1" indent="-228600" algn="l" defTabSz="1111250">
            <a:lnSpc>
              <a:spcPct val="90000"/>
            </a:lnSpc>
            <a:spcBef>
              <a:spcPct val="0"/>
            </a:spcBef>
            <a:spcAft>
              <a:spcPct val="15000"/>
            </a:spcAft>
            <a:buChar char="•"/>
          </a:pPr>
          <a:r>
            <a:rPr lang="en-ZA" sz="2500" kern="1200" dirty="0"/>
            <a:t>Overgeneralisation from slim data often sweeps people/events from related categories under one blanket.</a:t>
          </a:r>
        </a:p>
        <a:p>
          <a:pPr marL="228600" lvl="1" indent="-228600" algn="l" defTabSz="1111250">
            <a:lnSpc>
              <a:spcPct val="90000"/>
            </a:lnSpc>
            <a:spcBef>
              <a:spcPct val="0"/>
            </a:spcBef>
            <a:spcAft>
              <a:spcPct val="15000"/>
            </a:spcAft>
            <a:buChar char="•"/>
          </a:pPr>
          <a:endParaRPr lang="en-ZA" sz="2500" kern="1200" dirty="0"/>
        </a:p>
        <a:p>
          <a:pPr marL="228600" lvl="1" indent="-228600" algn="l" defTabSz="1111250">
            <a:lnSpc>
              <a:spcPct val="90000"/>
            </a:lnSpc>
            <a:spcBef>
              <a:spcPct val="0"/>
            </a:spcBef>
            <a:spcAft>
              <a:spcPct val="15000"/>
            </a:spcAft>
            <a:buChar char="•"/>
          </a:pPr>
          <a:r>
            <a:rPr lang="en-ZA" sz="2500" b="1" i="0" u="sng" kern="1200" dirty="0"/>
            <a:t>Example</a:t>
          </a:r>
          <a:r>
            <a:rPr lang="en-ZA" sz="2500" b="1" i="0" u="none" kern="1200" dirty="0"/>
            <a:t>: </a:t>
          </a:r>
          <a:r>
            <a:rPr lang="en-ZA" sz="2500" i="1" kern="1200" dirty="0"/>
            <a:t>“You people are all alike”, </a:t>
          </a:r>
          <a:r>
            <a:rPr lang="en-ZA" sz="2500" kern="1200" dirty="0"/>
            <a:t>represents this fallacy.</a:t>
          </a:r>
        </a:p>
      </dsp:txBody>
      <dsp:txXfrm>
        <a:off x="49" y="763670"/>
        <a:ext cx="4744649" cy="4803750"/>
      </dsp:txXfrm>
    </dsp:sp>
    <dsp:sp modelId="{5A5933DC-4322-49C9-8787-18E5ECA9A779}">
      <dsp:nvSpPr>
        <dsp:cNvPr id="0" name=""/>
        <dsp:cNvSpPr/>
      </dsp:nvSpPr>
      <dsp:spPr>
        <a:xfrm>
          <a:off x="5408950" y="43670"/>
          <a:ext cx="4744649" cy="720000"/>
        </a:xfrm>
        <a:prstGeom prst="rect">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w="6350" cap="flat" cmpd="sng" algn="ctr">
          <a:solidFill>
            <a:schemeClr val="accent5">
              <a:hueOff val="-7353344"/>
              <a:satOff val="-10228"/>
              <a:lumOff val="-392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ZA" sz="2500" b="1" kern="1200"/>
            <a:t>Tips</a:t>
          </a:r>
          <a:endParaRPr lang="en-ZA" sz="2500" b="1" kern="1200" dirty="0"/>
        </a:p>
      </dsp:txBody>
      <dsp:txXfrm>
        <a:off x="5408950" y="43670"/>
        <a:ext cx="4744649" cy="720000"/>
      </dsp:txXfrm>
    </dsp:sp>
    <dsp:sp modelId="{B3453B5F-34E9-48C6-B689-F16F1D2CE83C}">
      <dsp:nvSpPr>
        <dsp:cNvPr id="0" name=""/>
        <dsp:cNvSpPr/>
      </dsp:nvSpPr>
      <dsp:spPr>
        <a:xfrm>
          <a:off x="5408950" y="763670"/>
          <a:ext cx="4744649" cy="4803750"/>
        </a:xfrm>
        <a:prstGeom prst="rect">
          <a:avLst/>
        </a:prstGeom>
        <a:solidFill>
          <a:schemeClr val="accent5">
            <a:tint val="40000"/>
            <a:alpha val="90000"/>
            <a:hueOff val="-7391755"/>
            <a:satOff val="-12816"/>
            <a:lumOff val="-1289"/>
            <a:alphaOff val="0"/>
          </a:schemeClr>
        </a:solidFill>
        <a:ln w="6350" cap="flat" cmpd="sng" algn="ctr">
          <a:solidFill>
            <a:schemeClr val="accent5">
              <a:tint val="40000"/>
              <a:alpha val="90000"/>
              <a:hueOff val="-7391755"/>
              <a:satOff val="-12816"/>
              <a:lumOff val="-128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ZA" sz="2500" kern="1200" dirty="0"/>
            <a:t>Careful examination can avoid many “-isms” – racism/sexism/classism etcetera.</a:t>
          </a:r>
        </a:p>
        <a:p>
          <a:pPr marL="228600" lvl="1" indent="-228600" algn="l" defTabSz="1111250">
            <a:lnSpc>
              <a:spcPct val="90000"/>
            </a:lnSpc>
            <a:spcBef>
              <a:spcPct val="0"/>
            </a:spcBef>
            <a:spcAft>
              <a:spcPct val="15000"/>
            </a:spcAft>
            <a:buChar char="•"/>
          </a:pPr>
          <a:endParaRPr lang="en-ZA" sz="2500" kern="1200" dirty="0"/>
        </a:p>
        <a:p>
          <a:pPr marL="228600" lvl="1" indent="-228600" algn="l" defTabSz="1111250">
            <a:lnSpc>
              <a:spcPct val="90000"/>
            </a:lnSpc>
            <a:spcBef>
              <a:spcPct val="0"/>
            </a:spcBef>
            <a:spcAft>
              <a:spcPct val="15000"/>
            </a:spcAft>
            <a:buChar char="•"/>
          </a:pPr>
          <a:r>
            <a:rPr lang="en-ZA" sz="2500" kern="1200" dirty="0"/>
            <a:t>Watch out for words like, </a:t>
          </a:r>
          <a:r>
            <a:rPr lang="en-ZA" sz="2500" i="1" kern="1200" dirty="0"/>
            <a:t>always</a:t>
          </a:r>
          <a:r>
            <a:rPr lang="en-ZA" sz="2500" kern="1200" dirty="0"/>
            <a:t> and </a:t>
          </a:r>
          <a:r>
            <a:rPr lang="en-ZA" sz="2500" i="1" kern="1200" dirty="0"/>
            <a:t>never</a:t>
          </a:r>
          <a:r>
            <a:rPr lang="en-ZA" sz="2500" kern="1200" dirty="0"/>
            <a:t>.</a:t>
          </a:r>
        </a:p>
        <a:p>
          <a:pPr marL="228600" lvl="1" indent="-228600" algn="l" defTabSz="1111250">
            <a:lnSpc>
              <a:spcPct val="90000"/>
            </a:lnSpc>
            <a:spcBef>
              <a:spcPct val="0"/>
            </a:spcBef>
            <a:spcAft>
              <a:spcPct val="15000"/>
            </a:spcAft>
            <a:buChar char="•"/>
          </a:pPr>
          <a:endParaRPr lang="en-ZA" sz="2500" kern="1200" dirty="0"/>
        </a:p>
        <a:p>
          <a:pPr marL="228600" lvl="1" indent="-228600" algn="l" defTabSz="1111250">
            <a:lnSpc>
              <a:spcPct val="90000"/>
            </a:lnSpc>
            <a:spcBef>
              <a:spcPct val="0"/>
            </a:spcBef>
            <a:spcAft>
              <a:spcPct val="15000"/>
            </a:spcAft>
            <a:buChar char="•"/>
          </a:pPr>
          <a:r>
            <a:rPr lang="en-ZA" sz="2500" kern="1200" dirty="0"/>
            <a:t>Look for exceptions to generalisations, &amp; </a:t>
          </a:r>
          <a:r>
            <a:rPr lang="en-ZA" sz="2500" b="1" kern="1200" dirty="0"/>
            <a:t>qualify</a:t>
          </a:r>
          <a:r>
            <a:rPr lang="en-ZA" sz="2500" kern="1200" dirty="0"/>
            <a:t> claims with probably, possibly, or perhaps.</a:t>
          </a:r>
        </a:p>
      </dsp:txBody>
      <dsp:txXfrm>
        <a:off x="5408950" y="763670"/>
        <a:ext cx="4744649" cy="48037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79144A-5077-428E-88DF-7345E2F6BE3B}">
      <dsp:nvSpPr>
        <dsp:cNvPr id="0" name=""/>
        <dsp:cNvSpPr/>
      </dsp:nvSpPr>
      <dsp:spPr>
        <a:xfrm>
          <a:off x="51" y="180193"/>
          <a:ext cx="4913783" cy="633600"/>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ZA" sz="2400" b="1" kern="1200" dirty="0"/>
            <a:t>Definition</a:t>
          </a:r>
        </a:p>
      </dsp:txBody>
      <dsp:txXfrm>
        <a:off x="51" y="180193"/>
        <a:ext cx="4913783" cy="633600"/>
      </dsp:txXfrm>
    </dsp:sp>
    <dsp:sp modelId="{72903486-C977-4821-ADFF-AD48A722C5DE}">
      <dsp:nvSpPr>
        <dsp:cNvPr id="0" name=""/>
        <dsp:cNvSpPr/>
      </dsp:nvSpPr>
      <dsp:spPr>
        <a:xfrm>
          <a:off x="51" y="813794"/>
          <a:ext cx="4913783" cy="422730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ZA" sz="2200" kern="1200" dirty="0"/>
            <a:t>Comparisons of 1 thing to another because of similarities, when, in fact, they also have significant differences. </a:t>
          </a:r>
        </a:p>
        <a:p>
          <a:pPr marL="228600" lvl="1" indent="-228600" algn="l" defTabSz="977900">
            <a:lnSpc>
              <a:spcPct val="90000"/>
            </a:lnSpc>
            <a:spcBef>
              <a:spcPct val="0"/>
            </a:spcBef>
            <a:spcAft>
              <a:spcPct val="15000"/>
            </a:spcAft>
            <a:buChar char="•"/>
          </a:pPr>
          <a:endParaRPr lang="en-ZA" sz="2200" kern="1200" dirty="0"/>
        </a:p>
        <a:p>
          <a:pPr marL="228600" lvl="1" indent="-228600" algn="l" defTabSz="977900">
            <a:lnSpc>
              <a:spcPct val="90000"/>
            </a:lnSpc>
            <a:spcBef>
              <a:spcPct val="0"/>
            </a:spcBef>
            <a:spcAft>
              <a:spcPct val="15000"/>
            </a:spcAft>
            <a:buChar char="•"/>
          </a:pPr>
          <a:r>
            <a:rPr lang="en-ZA" sz="2200" kern="1200" dirty="0"/>
            <a:t>They aren’t really alike in the </a:t>
          </a:r>
          <a:r>
            <a:rPr lang="en-ZA" sz="2200" b="1" kern="1200" dirty="0"/>
            <a:t>relevant</a:t>
          </a:r>
          <a:r>
            <a:rPr lang="en-ZA" sz="2200" kern="1200" dirty="0"/>
            <a:t> aspects. It is a comparison between two things that are </a:t>
          </a:r>
          <a:r>
            <a:rPr lang="en-ZA" sz="2200" b="1" kern="1200" dirty="0"/>
            <a:t>different</a:t>
          </a:r>
          <a:r>
            <a:rPr lang="en-ZA" sz="2200" kern="1200" dirty="0"/>
            <a:t> in some </a:t>
          </a:r>
          <a:r>
            <a:rPr lang="en-ZA" sz="2200" b="1" kern="1200" dirty="0"/>
            <a:t>essential way</a:t>
          </a:r>
          <a:r>
            <a:rPr lang="en-ZA" sz="2200" kern="1200" dirty="0"/>
            <a:t>.</a:t>
          </a:r>
        </a:p>
        <a:p>
          <a:pPr marL="228600" lvl="1" indent="-228600" algn="l" defTabSz="977900">
            <a:lnSpc>
              <a:spcPct val="90000"/>
            </a:lnSpc>
            <a:spcBef>
              <a:spcPct val="0"/>
            </a:spcBef>
            <a:spcAft>
              <a:spcPct val="15000"/>
            </a:spcAft>
            <a:buChar char="•"/>
          </a:pPr>
          <a:endParaRPr lang="en-ZA" sz="2200" kern="1200" dirty="0"/>
        </a:p>
        <a:p>
          <a:pPr marL="228600" lvl="1" indent="-228600" algn="l" defTabSz="977900">
            <a:lnSpc>
              <a:spcPct val="90000"/>
            </a:lnSpc>
            <a:spcBef>
              <a:spcPct val="0"/>
            </a:spcBef>
            <a:spcAft>
              <a:spcPct val="15000"/>
            </a:spcAft>
            <a:buChar char="•"/>
          </a:pPr>
          <a:r>
            <a:rPr lang="en-ZA" sz="2200" b="1" u="sng" kern="1200" dirty="0"/>
            <a:t>Example</a:t>
          </a:r>
          <a:r>
            <a:rPr lang="en-ZA" sz="2200" kern="1200" dirty="0"/>
            <a:t>: </a:t>
          </a:r>
          <a:r>
            <a:rPr lang="en-ZA" sz="2200" i="1" kern="1200" dirty="0"/>
            <a:t>The battle against obesity is a war against children. Don’t fight your children, love them!</a:t>
          </a:r>
        </a:p>
      </dsp:txBody>
      <dsp:txXfrm>
        <a:off x="51" y="813794"/>
        <a:ext cx="4913783" cy="4227300"/>
      </dsp:txXfrm>
    </dsp:sp>
    <dsp:sp modelId="{163E43A9-C0F2-4F1E-85D6-78D848E1F92A}">
      <dsp:nvSpPr>
        <dsp:cNvPr id="0" name=""/>
        <dsp:cNvSpPr/>
      </dsp:nvSpPr>
      <dsp:spPr>
        <a:xfrm>
          <a:off x="5601764" y="180193"/>
          <a:ext cx="4913783" cy="633600"/>
        </a:xfrm>
        <a:prstGeom prst="rect">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w="6350" cap="flat" cmpd="sng" algn="ctr">
          <a:solidFill>
            <a:schemeClr val="accent5">
              <a:hueOff val="-7353344"/>
              <a:satOff val="-10228"/>
              <a:lumOff val="-392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ZA" sz="2400" b="1" kern="1200" dirty="0"/>
            <a:t>Tips</a:t>
          </a:r>
        </a:p>
      </dsp:txBody>
      <dsp:txXfrm>
        <a:off x="5601764" y="180193"/>
        <a:ext cx="4913783" cy="633600"/>
      </dsp:txXfrm>
    </dsp:sp>
    <dsp:sp modelId="{01460C1D-0EED-4CDA-8D40-6477686EECDD}">
      <dsp:nvSpPr>
        <dsp:cNvPr id="0" name=""/>
        <dsp:cNvSpPr/>
      </dsp:nvSpPr>
      <dsp:spPr>
        <a:xfrm>
          <a:off x="5601764" y="813794"/>
          <a:ext cx="4913783" cy="4227300"/>
        </a:xfrm>
        <a:prstGeom prst="rect">
          <a:avLst/>
        </a:prstGeom>
        <a:solidFill>
          <a:schemeClr val="accent5">
            <a:tint val="40000"/>
            <a:alpha val="90000"/>
            <a:hueOff val="-7391755"/>
            <a:satOff val="-12816"/>
            <a:lumOff val="-1289"/>
            <a:alphaOff val="0"/>
          </a:schemeClr>
        </a:solidFill>
        <a:ln w="6350" cap="flat" cmpd="sng" algn="ctr">
          <a:solidFill>
            <a:schemeClr val="accent5">
              <a:tint val="40000"/>
              <a:alpha val="90000"/>
              <a:hueOff val="-7391755"/>
              <a:satOff val="-12816"/>
              <a:lumOff val="-128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ZA" sz="2200" kern="1200" dirty="0"/>
            <a:t>Identify differences.</a:t>
          </a:r>
        </a:p>
        <a:p>
          <a:pPr marL="228600" lvl="1" indent="-228600" algn="l" defTabSz="977900">
            <a:lnSpc>
              <a:spcPct val="90000"/>
            </a:lnSpc>
            <a:spcBef>
              <a:spcPct val="0"/>
            </a:spcBef>
            <a:spcAft>
              <a:spcPct val="15000"/>
            </a:spcAft>
            <a:buChar char="•"/>
          </a:pPr>
          <a:endParaRPr lang="en-ZA" sz="2200" kern="1200" dirty="0"/>
        </a:p>
        <a:p>
          <a:pPr marL="228600" lvl="1" indent="-228600" algn="l" defTabSz="977900">
            <a:lnSpc>
              <a:spcPct val="90000"/>
            </a:lnSpc>
            <a:spcBef>
              <a:spcPct val="0"/>
            </a:spcBef>
            <a:spcAft>
              <a:spcPct val="15000"/>
            </a:spcAft>
            <a:buChar char="•"/>
          </a:pPr>
          <a:r>
            <a:rPr lang="en-ZA" sz="2200" kern="1200" dirty="0"/>
            <a:t>If the 2 things don’t compare on all significant issues, </a:t>
          </a:r>
          <a:r>
            <a:rPr lang="en-ZA" sz="2200" b="1" kern="1200" dirty="0"/>
            <a:t>reject</a:t>
          </a:r>
          <a:r>
            <a:rPr lang="en-ZA" sz="2200" kern="1200" dirty="0"/>
            <a:t> the analogy.</a:t>
          </a:r>
        </a:p>
      </dsp:txBody>
      <dsp:txXfrm>
        <a:off x="5601764" y="813794"/>
        <a:ext cx="4913783" cy="42273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2CA963-99D8-4B01-BABB-FC7A3C894354}">
      <dsp:nvSpPr>
        <dsp:cNvPr id="0" name=""/>
        <dsp:cNvSpPr/>
      </dsp:nvSpPr>
      <dsp:spPr>
        <a:xfrm>
          <a:off x="51" y="22388"/>
          <a:ext cx="4913783" cy="619422"/>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ZA" sz="2800" b="1" kern="1200" dirty="0"/>
            <a:t>Definition</a:t>
          </a:r>
        </a:p>
      </dsp:txBody>
      <dsp:txXfrm>
        <a:off x="51" y="22388"/>
        <a:ext cx="4913783" cy="619422"/>
      </dsp:txXfrm>
    </dsp:sp>
    <dsp:sp modelId="{7588B819-C989-48A6-8ED8-8F8C1E3CD48F}">
      <dsp:nvSpPr>
        <dsp:cNvPr id="0" name=""/>
        <dsp:cNvSpPr/>
      </dsp:nvSpPr>
      <dsp:spPr>
        <a:xfrm>
          <a:off x="51" y="641811"/>
          <a:ext cx="4913783" cy="5050799"/>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ZA" sz="2000" kern="1200" dirty="0"/>
            <a:t>Artificial divisions of an issue into an </a:t>
          </a:r>
          <a:r>
            <a:rPr lang="en-ZA" sz="2000" b="1" kern="1200" dirty="0"/>
            <a:t>either/or</a:t>
          </a:r>
          <a:r>
            <a:rPr lang="en-ZA" sz="2000" kern="1200" dirty="0"/>
            <a:t> choice when both choices may be true or other alternatives may exist.</a:t>
          </a:r>
        </a:p>
        <a:p>
          <a:pPr marL="228600" lvl="1" indent="-228600" algn="l" defTabSz="889000">
            <a:lnSpc>
              <a:spcPct val="90000"/>
            </a:lnSpc>
            <a:spcBef>
              <a:spcPct val="0"/>
            </a:spcBef>
            <a:spcAft>
              <a:spcPct val="15000"/>
            </a:spcAft>
            <a:buChar char="•"/>
          </a:pPr>
          <a:endParaRPr lang="en-ZA" sz="2000" kern="1200" dirty="0"/>
        </a:p>
        <a:p>
          <a:pPr marL="228600" lvl="1" indent="-228600" algn="l" defTabSz="889000">
            <a:lnSpc>
              <a:spcPct val="90000"/>
            </a:lnSpc>
            <a:spcBef>
              <a:spcPct val="0"/>
            </a:spcBef>
            <a:spcAft>
              <a:spcPct val="15000"/>
            </a:spcAft>
            <a:buChar char="•"/>
          </a:pPr>
          <a:r>
            <a:rPr lang="en-ZA" sz="2000" kern="1200" dirty="0"/>
            <a:t>The arguer sets up the situation so it looks like there are </a:t>
          </a:r>
          <a:r>
            <a:rPr lang="en-ZA" sz="2000" b="1" kern="1200" dirty="0"/>
            <a:t>only</a:t>
          </a:r>
          <a:r>
            <a:rPr lang="en-ZA" sz="2000" kern="1200" dirty="0"/>
            <a:t> 2 choices. The arguer then </a:t>
          </a:r>
          <a:r>
            <a:rPr lang="en-ZA" sz="2000" b="1" kern="1200" dirty="0"/>
            <a:t>eliminates</a:t>
          </a:r>
          <a:r>
            <a:rPr lang="en-ZA" sz="2000" kern="1200" dirty="0"/>
            <a:t> 1 of the choices (the less desirable) so it seems we are only left with </a:t>
          </a:r>
          <a:r>
            <a:rPr lang="en-ZA" sz="2000" b="1" kern="1200" dirty="0"/>
            <a:t>1 option </a:t>
          </a:r>
          <a:r>
            <a:rPr lang="en-ZA" sz="2000" kern="1200" dirty="0"/>
            <a:t>– the one he/she wants us to pick in the 1</a:t>
          </a:r>
          <a:r>
            <a:rPr lang="en-ZA" sz="2000" kern="1200" baseline="30000" dirty="0"/>
            <a:t>st</a:t>
          </a:r>
          <a:r>
            <a:rPr lang="en-ZA" sz="2000" kern="1200" dirty="0"/>
            <a:t> place.</a:t>
          </a:r>
        </a:p>
        <a:p>
          <a:pPr marL="228600" lvl="1" indent="-228600" algn="l" defTabSz="889000">
            <a:lnSpc>
              <a:spcPct val="90000"/>
            </a:lnSpc>
            <a:spcBef>
              <a:spcPct val="0"/>
            </a:spcBef>
            <a:spcAft>
              <a:spcPct val="15000"/>
            </a:spcAft>
            <a:buChar char="•"/>
          </a:pPr>
          <a:endParaRPr lang="en-ZA" sz="2000" kern="1200" dirty="0"/>
        </a:p>
        <a:p>
          <a:pPr marL="228600" lvl="1" indent="-228600" algn="l" defTabSz="889000">
            <a:lnSpc>
              <a:spcPct val="90000"/>
            </a:lnSpc>
            <a:spcBef>
              <a:spcPct val="0"/>
            </a:spcBef>
            <a:spcAft>
              <a:spcPct val="15000"/>
            </a:spcAft>
            <a:buChar char="•"/>
          </a:pPr>
          <a:r>
            <a:rPr lang="en-ZA" sz="2000" kern="1200" dirty="0"/>
            <a:t>The false dilemma fallacy occurs when a limited number of outcomes, choices or views are presented as the only options, when in fact, more options exist.</a:t>
          </a:r>
        </a:p>
        <a:p>
          <a:pPr marL="228600" lvl="1" indent="-228600" algn="l" defTabSz="889000">
            <a:lnSpc>
              <a:spcPct val="90000"/>
            </a:lnSpc>
            <a:spcBef>
              <a:spcPct val="0"/>
            </a:spcBef>
            <a:spcAft>
              <a:spcPct val="15000"/>
            </a:spcAft>
            <a:buChar char="•"/>
          </a:pPr>
          <a:endParaRPr lang="en-ZA" sz="2000" kern="1200" dirty="0"/>
        </a:p>
      </dsp:txBody>
      <dsp:txXfrm>
        <a:off x="51" y="641811"/>
        <a:ext cx="4913783" cy="5050799"/>
      </dsp:txXfrm>
    </dsp:sp>
    <dsp:sp modelId="{0996BF94-83F8-42ED-BD3D-EEF2A9A85856}">
      <dsp:nvSpPr>
        <dsp:cNvPr id="0" name=""/>
        <dsp:cNvSpPr/>
      </dsp:nvSpPr>
      <dsp:spPr>
        <a:xfrm>
          <a:off x="5601764" y="22388"/>
          <a:ext cx="4913783" cy="619422"/>
        </a:xfrm>
        <a:prstGeom prst="rect">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w="6350" cap="flat" cmpd="sng" algn="ctr">
          <a:solidFill>
            <a:schemeClr val="accent5">
              <a:hueOff val="-7353344"/>
              <a:satOff val="-10228"/>
              <a:lumOff val="-392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ZA" sz="2400" b="1" kern="1200" dirty="0"/>
            <a:t>Tip</a:t>
          </a:r>
        </a:p>
      </dsp:txBody>
      <dsp:txXfrm>
        <a:off x="5601764" y="22388"/>
        <a:ext cx="4913783" cy="619422"/>
      </dsp:txXfrm>
    </dsp:sp>
    <dsp:sp modelId="{6D90ED1E-2133-40B0-BB55-4E740B2D84AF}">
      <dsp:nvSpPr>
        <dsp:cNvPr id="0" name=""/>
        <dsp:cNvSpPr/>
      </dsp:nvSpPr>
      <dsp:spPr>
        <a:xfrm>
          <a:off x="5601764" y="641811"/>
          <a:ext cx="4913783" cy="5050799"/>
        </a:xfrm>
        <a:prstGeom prst="rect">
          <a:avLst/>
        </a:prstGeom>
        <a:solidFill>
          <a:schemeClr val="accent5">
            <a:tint val="40000"/>
            <a:alpha val="90000"/>
            <a:hueOff val="-7391755"/>
            <a:satOff val="-12816"/>
            <a:lumOff val="-1289"/>
            <a:alphaOff val="0"/>
          </a:schemeClr>
        </a:solidFill>
        <a:ln w="6350" cap="flat" cmpd="sng" algn="ctr">
          <a:solidFill>
            <a:schemeClr val="accent5">
              <a:tint val="40000"/>
              <a:alpha val="90000"/>
              <a:hueOff val="-7391755"/>
              <a:satOff val="-12816"/>
              <a:lumOff val="-128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ZA" sz="2000" kern="1200" dirty="0"/>
            <a:t>Anytime you hear a dichotomous statement, examine the alternatives to see what might lie </a:t>
          </a:r>
          <a:r>
            <a:rPr lang="en-ZA" sz="2000" b="1" kern="1200" dirty="0"/>
            <a:t>between</a:t>
          </a:r>
          <a:r>
            <a:rPr lang="en-ZA" sz="2000" kern="1200" dirty="0"/>
            <a:t> the extremes.</a:t>
          </a:r>
        </a:p>
        <a:p>
          <a:pPr marL="228600" lvl="1" indent="-228600" algn="l" defTabSz="889000">
            <a:lnSpc>
              <a:spcPct val="90000"/>
            </a:lnSpc>
            <a:spcBef>
              <a:spcPct val="0"/>
            </a:spcBef>
            <a:spcAft>
              <a:spcPct val="15000"/>
            </a:spcAft>
            <a:buChar char="•"/>
          </a:pPr>
          <a:endParaRPr lang="en-ZA" sz="2000" kern="1200" dirty="0"/>
        </a:p>
        <a:p>
          <a:pPr marL="228600" lvl="1" indent="-228600" algn="l" defTabSz="889000">
            <a:lnSpc>
              <a:spcPct val="90000"/>
            </a:lnSpc>
            <a:spcBef>
              <a:spcPct val="0"/>
            </a:spcBef>
            <a:spcAft>
              <a:spcPct val="15000"/>
            </a:spcAft>
            <a:buChar char="•"/>
          </a:pPr>
          <a:endParaRPr lang="en-ZA" sz="2000" kern="1200" dirty="0"/>
        </a:p>
        <a:p>
          <a:pPr marL="228600" lvl="1" indent="-228600" algn="l" defTabSz="889000">
            <a:lnSpc>
              <a:spcPct val="90000"/>
            </a:lnSpc>
            <a:spcBef>
              <a:spcPct val="0"/>
            </a:spcBef>
            <a:spcAft>
              <a:spcPct val="15000"/>
            </a:spcAft>
            <a:buChar char="•"/>
          </a:pPr>
          <a:r>
            <a:rPr lang="en-ZA" sz="2000" b="1" i="0" u="sng" kern="1200" dirty="0"/>
            <a:t>Example</a:t>
          </a:r>
          <a:r>
            <a:rPr lang="en-ZA" sz="2000" kern="1200" dirty="0"/>
            <a:t>: </a:t>
          </a:r>
          <a:r>
            <a:rPr lang="en-ZA" sz="2000" i="1" kern="1200" dirty="0"/>
            <a:t>The</a:t>
          </a:r>
          <a:r>
            <a:rPr lang="en-ZA" sz="2000" kern="1200" dirty="0"/>
            <a:t> </a:t>
          </a:r>
          <a:r>
            <a:rPr lang="en-ZA" sz="2000" i="1" kern="1200" dirty="0"/>
            <a:t>E-learning centre has a whole in the roof. Either we tear the building down or risk students’ safety.</a:t>
          </a:r>
        </a:p>
        <a:p>
          <a:pPr marL="228600" lvl="1" indent="-228600" algn="l" defTabSz="889000">
            <a:lnSpc>
              <a:spcPct val="90000"/>
            </a:lnSpc>
            <a:spcBef>
              <a:spcPct val="0"/>
            </a:spcBef>
            <a:spcAft>
              <a:spcPct val="15000"/>
            </a:spcAft>
            <a:buChar char="•"/>
          </a:pPr>
          <a:endParaRPr lang="en-ZA" sz="2000" kern="1200" dirty="0"/>
        </a:p>
        <a:p>
          <a:pPr marL="228600" lvl="1" indent="-228600" algn="l" defTabSz="889000">
            <a:lnSpc>
              <a:spcPct val="90000"/>
            </a:lnSpc>
            <a:spcBef>
              <a:spcPct val="0"/>
            </a:spcBef>
            <a:spcAft>
              <a:spcPct val="15000"/>
            </a:spcAft>
            <a:buChar char="•"/>
          </a:pPr>
          <a:endParaRPr lang="en-ZA" sz="2000" kern="1200" dirty="0"/>
        </a:p>
        <a:p>
          <a:pPr marL="228600" lvl="1" indent="-228600" algn="l" defTabSz="889000">
            <a:lnSpc>
              <a:spcPct val="90000"/>
            </a:lnSpc>
            <a:spcBef>
              <a:spcPct val="0"/>
            </a:spcBef>
            <a:spcAft>
              <a:spcPct val="15000"/>
            </a:spcAft>
            <a:buChar char="•"/>
          </a:pPr>
          <a:endParaRPr lang="en-ZA" sz="2000" kern="1200" dirty="0"/>
        </a:p>
      </dsp:txBody>
      <dsp:txXfrm>
        <a:off x="5601764" y="641811"/>
        <a:ext cx="4913783" cy="50507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1BC888-C8CC-45A7-9D0E-AC0A601D5C1A}">
      <dsp:nvSpPr>
        <dsp:cNvPr id="0" name=""/>
        <dsp:cNvSpPr/>
      </dsp:nvSpPr>
      <dsp:spPr>
        <a:xfrm>
          <a:off x="51" y="73422"/>
          <a:ext cx="4913783" cy="518400"/>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ZA" sz="1800" b="1" kern="1200" dirty="0"/>
            <a:t>Definition</a:t>
          </a:r>
        </a:p>
      </dsp:txBody>
      <dsp:txXfrm>
        <a:off x="51" y="73422"/>
        <a:ext cx="4913783" cy="518400"/>
      </dsp:txXfrm>
    </dsp:sp>
    <dsp:sp modelId="{29322315-1F30-4764-AF1D-713C823AE386}">
      <dsp:nvSpPr>
        <dsp:cNvPr id="0" name=""/>
        <dsp:cNvSpPr/>
      </dsp:nvSpPr>
      <dsp:spPr>
        <a:xfrm>
          <a:off x="51" y="591822"/>
          <a:ext cx="4913783" cy="4348079"/>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ZA" sz="1800" kern="1200" dirty="0"/>
            <a:t>Giving special consideration to one entity over others because of bias, prejudice, or other preferential factors.</a:t>
          </a:r>
        </a:p>
        <a:p>
          <a:pPr marL="171450" lvl="1" indent="-171450" algn="l" defTabSz="800100">
            <a:lnSpc>
              <a:spcPct val="90000"/>
            </a:lnSpc>
            <a:spcBef>
              <a:spcPct val="0"/>
            </a:spcBef>
            <a:spcAft>
              <a:spcPct val="15000"/>
            </a:spcAft>
            <a:buChar char="•"/>
          </a:pPr>
          <a:endParaRPr lang="en-ZA" sz="1800" kern="1200" dirty="0"/>
        </a:p>
        <a:p>
          <a:pPr marL="171450" lvl="1" indent="-171450" algn="l" defTabSz="800100">
            <a:lnSpc>
              <a:spcPct val="90000"/>
            </a:lnSpc>
            <a:spcBef>
              <a:spcPct val="0"/>
            </a:spcBef>
            <a:spcAft>
              <a:spcPct val="15000"/>
            </a:spcAft>
            <a:buChar char="•"/>
          </a:pPr>
          <a:r>
            <a:rPr lang="en-ZA" sz="1800" kern="1200" dirty="0"/>
            <a:t>It seeks to apply a </a:t>
          </a:r>
          <a:r>
            <a:rPr lang="en-ZA" sz="1800" b="1" kern="1200" dirty="0"/>
            <a:t>different standard </a:t>
          </a:r>
          <a:r>
            <a:rPr lang="en-ZA" sz="1800" kern="1200" dirty="0"/>
            <a:t>to similar situations. It involves the use of double standards.</a:t>
          </a:r>
        </a:p>
        <a:p>
          <a:pPr marL="171450" lvl="1" indent="-171450" algn="l" defTabSz="800100">
            <a:lnSpc>
              <a:spcPct val="90000"/>
            </a:lnSpc>
            <a:spcBef>
              <a:spcPct val="0"/>
            </a:spcBef>
            <a:spcAft>
              <a:spcPct val="15000"/>
            </a:spcAft>
            <a:buChar char="•"/>
          </a:pPr>
          <a:endParaRPr lang="en-ZA" sz="1800" kern="1200" dirty="0"/>
        </a:p>
        <a:p>
          <a:pPr marL="171450" lvl="1" indent="-171450" algn="l" defTabSz="800100">
            <a:lnSpc>
              <a:spcPct val="90000"/>
            </a:lnSpc>
            <a:spcBef>
              <a:spcPct val="0"/>
            </a:spcBef>
            <a:spcAft>
              <a:spcPct val="15000"/>
            </a:spcAft>
            <a:buChar char="•"/>
          </a:pPr>
          <a:r>
            <a:rPr lang="en-ZA" sz="1800" kern="1200" dirty="0"/>
            <a:t>Related fallacies include appeals  to pity or to ignorance as special reasons for treating one situation differently from another. </a:t>
          </a:r>
        </a:p>
        <a:p>
          <a:pPr marL="171450" lvl="1" indent="-171450" algn="l" defTabSz="800100">
            <a:lnSpc>
              <a:spcPct val="90000"/>
            </a:lnSpc>
            <a:spcBef>
              <a:spcPct val="0"/>
            </a:spcBef>
            <a:spcAft>
              <a:spcPct val="15000"/>
            </a:spcAft>
            <a:buChar char="•"/>
          </a:pPr>
          <a:endParaRPr lang="en-ZA" sz="1800" kern="1200" dirty="0"/>
        </a:p>
        <a:p>
          <a:pPr marL="171450" lvl="1" indent="-171450" algn="l" defTabSz="800100">
            <a:lnSpc>
              <a:spcPct val="90000"/>
            </a:lnSpc>
            <a:spcBef>
              <a:spcPct val="0"/>
            </a:spcBef>
            <a:spcAft>
              <a:spcPct val="15000"/>
            </a:spcAft>
            <a:buChar char="•"/>
          </a:pPr>
          <a:r>
            <a:rPr lang="en-ZA" sz="1800" b="1" u="sng" kern="1200" dirty="0"/>
            <a:t>Example</a:t>
          </a:r>
          <a:r>
            <a:rPr lang="en-ZA" sz="1800" kern="1200" dirty="0"/>
            <a:t>: “Sure, breaking the rules should be punished, but she is my daughter. I know she didn’t mean to do it”.</a:t>
          </a:r>
        </a:p>
      </dsp:txBody>
      <dsp:txXfrm>
        <a:off x="51" y="591822"/>
        <a:ext cx="4913783" cy="4348079"/>
      </dsp:txXfrm>
    </dsp:sp>
    <dsp:sp modelId="{76D5D9B9-BBD2-4F29-A321-415578549EF7}">
      <dsp:nvSpPr>
        <dsp:cNvPr id="0" name=""/>
        <dsp:cNvSpPr/>
      </dsp:nvSpPr>
      <dsp:spPr>
        <a:xfrm>
          <a:off x="5601764" y="73422"/>
          <a:ext cx="4913783" cy="518400"/>
        </a:xfrm>
        <a:prstGeom prst="rect">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w="6350" cap="flat" cmpd="sng" algn="ctr">
          <a:solidFill>
            <a:schemeClr val="accent5">
              <a:hueOff val="-7353344"/>
              <a:satOff val="-10228"/>
              <a:lumOff val="-392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ZA" sz="1800" b="1" kern="1200"/>
            <a:t>Tips</a:t>
          </a:r>
          <a:endParaRPr lang="en-ZA" sz="1800" b="1" kern="1200" dirty="0"/>
        </a:p>
      </dsp:txBody>
      <dsp:txXfrm>
        <a:off x="5601764" y="73422"/>
        <a:ext cx="4913783" cy="518400"/>
      </dsp:txXfrm>
    </dsp:sp>
    <dsp:sp modelId="{20AD9077-44F9-45B0-B6F3-1098D63361CE}">
      <dsp:nvSpPr>
        <dsp:cNvPr id="0" name=""/>
        <dsp:cNvSpPr/>
      </dsp:nvSpPr>
      <dsp:spPr>
        <a:xfrm>
          <a:off x="5601764" y="591822"/>
          <a:ext cx="4913783" cy="4348079"/>
        </a:xfrm>
        <a:prstGeom prst="rect">
          <a:avLst/>
        </a:prstGeom>
        <a:solidFill>
          <a:schemeClr val="accent5">
            <a:tint val="40000"/>
            <a:alpha val="90000"/>
            <a:hueOff val="-7391755"/>
            <a:satOff val="-12816"/>
            <a:lumOff val="-1289"/>
            <a:alphaOff val="0"/>
          </a:schemeClr>
        </a:solidFill>
        <a:ln w="6350" cap="flat" cmpd="sng" algn="ctr">
          <a:solidFill>
            <a:schemeClr val="accent5">
              <a:tint val="40000"/>
              <a:alpha val="90000"/>
              <a:hueOff val="-7391755"/>
              <a:satOff val="-12816"/>
              <a:lumOff val="-128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ZA" sz="1800" kern="1200" dirty="0"/>
            <a:t>Not all situations are the same -  you need to weigh suggestions  for preferential treatment against established criteria and precedents.</a:t>
          </a:r>
        </a:p>
        <a:p>
          <a:pPr marL="171450" lvl="1" indent="-171450" algn="l" defTabSz="800100">
            <a:lnSpc>
              <a:spcPct val="90000"/>
            </a:lnSpc>
            <a:spcBef>
              <a:spcPct val="0"/>
            </a:spcBef>
            <a:spcAft>
              <a:spcPct val="15000"/>
            </a:spcAft>
            <a:buChar char="•"/>
          </a:pPr>
          <a:endParaRPr lang="en-ZA" sz="1800" kern="1200" dirty="0"/>
        </a:p>
        <a:p>
          <a:pPr marL="171450" lvl="1" indent="-171450" algn="l" defTabSz="800100">
            <a:lnSpc>
              <a:spcPct val="90000"/>
            </a:lnSpc>
            <a:spcBef>
              <a:spcPct val="0"/>
            </a:spcBef>
            <a:spcAft>
              <a:spcPct val="15000"/>
            </a:spcAft>
            <a:buChar char="•"/>
          </a:pPr>
          <a:r>
            <a:rPr lang="en-ZA" sz="1800" kern="1200" dirty="0"/>
            <a:t>Also base your decisions on the merits of the case and on your ethical evaluation.</a:t>
          </a:r>
        </a:p>
        <a:p>
          <a:pPr marL="171450" lvl="1" indent="-171450" algn="l" defTabSz="800100">
            <a:lnSpc>
              <a:spcPct val="90000"/>
            </a:lnSpc>
            <a:spcBef>
              <a:spcPct val="0"/>
            </a:spcBef>
            <a:spcAft>
              <a:spcPct val="15000"/>
            </a:spcAft>
            <a:buChar char="•"/>
          </a:pPr>
          <a:endParaRPr lang="en-ZA" sz="1800" kern="1200" dirty="0"/>
        </a:p>
        <a:p>
          <a:pPr marL="171450" lvl="1" indent="-171450" algn="l" defTabSz="800100">
            <a:lnSpc>
              <a:spcPct val="90000"/>
            </a:lnSpc>
            <a:spcBef>
              <a:spcPct val="0"/>
            </a:spcBef>
            <a:spcAft>
              <a:spcPct val="15000"/>
            </a:spcAft>
            <a:buChar char="•"/>
          </a:pPr>
          <a:r>
            <a:rPr lang="en-ZA" sz="1800" b="1" u="sng" kern="1200" dirty="0"/>
            <a:t>Example</a:t>
          </a:r>
          <a:r>
            <a:rPr lang="en-ZA" sz="1800" kern="1200" dirty="0"/>
            <a:t> - Context: Cape Town’s drought and hosepipe ban. </a:t>
          </a:r>
          <a:r>
            <a:rPr lang="en-ZA" sz="1800" i="1" kern="1200" dirty="0"/>
            <a:t>“I know there is a drought and we need to save water, but I am putting my prize flowers in a competition next week, and I need to give them water”.</a:t>
          </a:r>
        </a:p>
        <a:p>
          <a:pPr marL="171450" lvl="1" indent="-171450" algn="l" defTabSz="800100">
            <a:lnSpc>
              <a:spcPct val="90000"/>
            </a:lnSpc>
            <a:spcBef>
              <a:spcPct val="0"/>
            </a:spcBef>
            <a:spcAft>
              <a:spcPct val="15000"/>
            </a:spcAft>
            <a:buChar char="•"/>
          </a:pPr>
          <a:endParaRPr lang="en-ZA" sz="1800" kern="1200" dirty="0"/>
        </a:p>
      </dsp:txBody>
      <dsp:txXfrm>
        <a:off x="5601764" y="591822"/>
        <a:ext cx="4913783" cy="434807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DB412B-A980-485C-9715-58E03FBF73C1}">
      <dsp:nvSpPr>
        <dsp:cNvPr id="0" name=""/>
        <dsp:cNvSpPr/>
      </dsp:nvSpPr>
      <dsp:spPr>
        <a:xfrm>
          <a:off x="51" y="37031"/>
          <a:ext cx="4913783" cy="691200"/>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ZA" sz="2400" b="1" kern="1200" dirty="0"/>
            <a:t>Definition</a:t>
          </a:r>
        </a:p>
      </dsp:txBody>
      <dsp:txXfrm>
        <a:off x="51" y="37031"/>
        <a:ext cx="4913783" cy="691200"/>
      </dsp:txXfrm>
    </dsp:sp>
    <dsp:sp modelId="{4C7D2D16-2FC9-4A9B-8B6C-D9F79330202B}">
      <dsp:nvSpPr>
        <dsp:cNvPr id="0" name=""/>
        <dsp:cNvSpPr/>
      </dsp:nvSpPr>
      <dsp:spPr>
        <a:xfrm>
          <a:off x="0" y="636276"/>
          <a:ext cx="4913783" cy="461160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ZA" sz="2400" kern="1200" dirty="0"/>
            <a:t>Fallacies that </a:t>
          </a:r>
          <a:r>
            <a:rPr lang="en-ZA" sz="2400" b="1" kern="1200" dirty="0"/>
            <a:t>divert</a:t>
          </a:r>
          <a:r>
            <a:rPr lang="en-ZA" sz="2400" kern="1200" dirty="0"/>
            <a:t> attention from the real issue by presenting </a:t>
          </a:r>
          <a:r>
            <a:rPr lang="en-ZA" sz="2400" b="1" kern="1200" dirty="0"/>
            <a:t>irrelevant</a:t>
          </a:r>
          <a:r>
            <a:rPr lang="en-ZA" sz="2400" kern="1200" dirty="0"/>
            <a:t> arguments.</a:t>
          </a:r>
        </a:p>
        <a:p>
          <a:pPr marL="228600" lvl="1" indent="-228600" algn="l" defTabSz="1066800">
            <a:lnSpc>
              <a:spcPct val="90000"/>
            </a:lnSpc>
            <a:spcBef>
              <a:spcPct val="0"/>
            </a:spcBef>
            <a:spcAft>
              <a:spcPct val="15000"/>
            </a:spcAft>
            <a:buChar char="•"/>
          </a:pPr>
          <a:endParaRPr lang="en-ZA" sz="2400" kern="1200" dirty="0"/>
        </a:p>
        <a:p>
          <a:pPr marL="228600" lvl="1" indent="-228600" algn="l" defTabSz="1066800">
            <a:lnSpc>
              <a:spcPct val="90000"/>
            </a:lnSpc>
            <a:spcBef>
              <a:spcPct val="0"/>
            </a:spcBef>
            <a:spcAft>
              <a:spcPct val="15000"/>
            </a:spcAft>
            <a:buChar char="•"/>
          </a:pPr>
          <a:r>
            <a:rPr lang="en-ZA" sz="2400" kern="1200" dirty="0"/>
            <a:t>Often the arguer never returns to the original issue.</a:t>
          </a:r>
        </a:p>
        <a:p>
          <a:pPr marL="228600" lvl="1" indent="-228600" algn="l" defTabSz="1066800">
            <a:lnSpc>
              <a:spcPct val="90000"/>
            </a:lnSpc>
            <a:spcBef>
              <a:spcPct val="0"/>
            </a:spcBef>
            <a:spcAft>
              <a:spcPct val="15000"/>
            </a:spcAft>
            <a:buChar char="•"/>
          </a:pPr>
          <a:endParaRPr lang="en-ZA" sz="2400" kern="1200" dirty="0"/>
        </a:p>
        <a:p>
          <a:pPr marL="228600" lvl="1" indent="-228600" algn="l" defTabSz="1066800">
            <a:lnSpc>
              <a:spcPct val="90000"/>
            </a:lnSpc>
            <a:spcBef>
              <a:spcPct val="0"/>
            </a:spcBef>
            <a:spcAft>
              <a:spcPct val="15000"/>
            </a:spcAft>
            <a:buChar char="•"/>
          </a:pPr>
          <a:r>
            <a:rPr lang="en-ZA" sz="2400" b="1" i="0" u="sng" kern="1200" dirty="0"/>
            <a:t>Example</a:t>
          </a:r>
          <a:r>
            <a:rPr lang="en-ZA" sz="2400" i="0" kern="1200" dirty="0"/>
            <a:t>: </a:t>
          </a:r>
          <a:r>
            <a:rPr lang="en-ZA" sz="2400" i="1" kern="1200" dirty="0"/>
            <a:t>I know I bumped your car, but it wouldn’t have happened if you hadn’t made me so angry when you forgot to buy my birthday present.</a:t>
          </a:r>
        </a:p>
      </dsp:txBody>
      <dsp:txXfrm>
        <a:off x="0" y="636276"/>
        <a:ext cx="4913783" cy="4611600"/>
      </dsp:txXfrm>
    </dsp:sp>
    <dsp:sp modelId="{A66EC7DE-97D1-4D1C-9E7D-921B30E60E51}">
      <dsp:nvSpPr>
        <dsp:cNvPr id="0" name=""/>
        <dsp:cNvSpPr/>
      </dsp:nvSpPr>
      <dsp:spPr>
        <a:xfrm>
          <a:off x="5601764" y="37031"/>
          <a:ext cx="4913783" cy="691200"/>
        </a:xfrm>
        <a:prstGeom prst="rect">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w="6350" cap="flat" cmpd="sng" algn="ctr">
          <a:solidFill>
            <a:schemeClr val="accent5">
              <a:hueOff val="-7353344"/>
              <a:satOff val="-10228"/>
              <a:lumOff val="-392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ZA" sz="2400" b="1" kern="1200"/>
            <a:t>Tips</a:t>
          </a:r>
          <a:endParaRPr lang="en-ZA" sz="2400" b="1" kern="1200" dirty="0"/>
        </a:p>
      </dsp:txBody>
      <dsp:txXfrm>
        <a:off x="5601764" y="37031"/>
        <a:ext cx="4913783" cy="691200"/>
      </dsp:txXfrm>
    </dsp:sp>
    <dsp:sp modelId="{A20C1652-0411-4B74-AA81-5A3E28AA81A1}">
      <dsp:nvSpPr>
        <dsp:cNvPr id="0" name=""/>
        <dsp:cNvSpPr/>
      </dsp:nvSpPr>
      <dsp:spPr>
        <a:xfrm>
          <a:off x="5601764" y="728231"/>
          <a:ext cx="4913783" cy="4611600"/>
        </a:xfrm>
        <a:prstGeom prst="rect">
          <a:avLst/>
        </a:prstGeom>
        <a:solidFill>
          <a:schemeClr val="accent5">
            <a:tint val="40000"/>
            <a:alpha val="90000"/>
            <a:hueOff val="-7391755"/>
            <a:satOff val="-12816"/>
            <a:lumOff val="-1289"/>
            <a:alphaOff val="0"/>
          </a:schemeClr>
        </a:solidFill>
        <a:ln w="6350" cap="flat" cmpd="sng" algn="ctr">
          <a:solidFill>
            <a:schemeClr val="accent5">
              <a:tint val="40000"/>
              <a:alpha val="90000"/>
              <a:hueOff val="-7391755"/>
              <a:satOff val="-12816"/>
              <a:lumOff val="-128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ZA" sz="2400" kern="1200" dirty="0"/>
            <a:t>One way to examine this fallacy  is to diagram the argument as </a:t>
          </a:r>
          <a:r>
            <a:rPr lang="en-ZA" sz="2400" kern="1200" dirty="0" err="1"/>
            <a:t>Toulmin</a:t>
          </a:r>
          <a:r>
            <a:rPr lang="en-ZA" sz="2400" kern="1200" dirty="0"/>
            <a:t> suggests. </a:t>
          </a:r>
        </a:p>
        <a:p>
          <a:pPr marL="228600" lvl="1" indent="-228600" algn="l" defTabSz="1066800">
            <a:lnSpc>
              <a:spcPct val="90000"/>
            </a:lnSpc>
            <a:spcBef>
              <a:spcPct val="0"/>
            </a:spcBef>
            <a:spcAft>
              <a:spcPct val="15000"/>
            </a:spcAft>
            <a:buChar char="•"/>
          </a:pPr>
          <a:endParaRPr lang="en-ZA" sz="2400" kern="1200" dirty="0"/>
        </a:p>
        <a:p>
          <a:pPr marL="228600" lvl="1" indent="-228600" algn="l" defTabSz="1066800">
            <a:lnSpc>
              <a:spcPct val="90000"/>
            </a:lnSpc>
            <a:spcBef>
              <a:spcPct val="0"/>
            </a:spcBef>
            <a:spcAft>
              <a:spcPct val="15000"/>
            </a:spcAft>
            <a:buChar char="•"/>
          </a:pPr>
          <a:r>
            <a:rPr lang="en-ZA" sz="2400" kern="1200" dirty="0"/>
            <a:t>The </a:t>
          </a:r>
          <a:r>
            <a:rPr lang="en-ZA" sz="2400" u="sng" kern="1200" dirty="0"/>
            <a:t>lack of relationship </a:t>
          </a:r>
          <a:r>
            <a:rPr lang="en-ZA" sz="2400" kern="1200" dirty="0"/>
            <a:t>between the data, claim &amp; warrant reveals a red herring.</a:t>
          </a:r>
        </a:p>
      </dsp:txBody>
      <dsp:txXfrm>
        <a:off x="5601764" y="728231"/>
        <a:ext cx="4913783" cy="46116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1A7A5D-1F8F-44B5-871C-471997CFE045}">
      <dsp:nvSpPr>
        <dsp:cNvPr id="0" name=""/>
        <dsp:cNvSpPr/>
      </dsp:nvSpPr>
      <dsp:spPr>
        <a:xfrm>
          <a:off x="51" y="237214"/>
          <a:ext cx="4913783" cy="63360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ZA" sz="2200" b="1" kern="1200" dirty="0"/>
            <a:t>Definition</a:t>
          </a:r>
        </a:p>
      </dsp:txBody>
      <dsp:txXfrm>
        <a:off x="51" y="237214"/>
        <a:ext cx="4913783" cy="633600"/>
      </dsp:txXfrm>
    </dsp:sp>
    <dsp:sp modelId="{879E2DE8-9EC9-4ABC-B915-B97FABA1205B}">
      <dsp:nvSpPr>
        <dsp:cNvPr id="0" name=""/>
        <dsp:cNvSpPr/>
      </dsp:nvSpPr>
      <dsp:spPr>
        <a:xfrm>
          <a:off x="0" y="1023649"/>
          <a:ext cx="4913783" cy="446885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ZA" sz="2200" kern="1200" dirty="0"/>
            <a:t>Reasoning that actually goes in a circle.</a:t>
          </a:r>
        </a:p>
        <a:p>
          <a:pPr marL="228600" lvl="1" indent="-228600" algn="l" defTabSz="977900">
            <a:lnSpc>
              <a:spcPct val="90000"/>
            </a:lnSpc>
            <a:spcBef>
              <a:spcPct val="0"/>
            </a:spcBef>
            <a:spcAft>
              <a:spcPct val="15000"/>
            </a:spcAft>
            <a:buChar char="•"/>
          </a:pPr>
          <a:endParaRPr lang="en-ZA" sz="2200" kern="1200" dirty="0"/>
        </a:p>
        <a:p>
          <a:pPr marL="228600" lvl="1" indent="-228600" algn="l" defTabSz="977900">
            <a:lnSpc>
              <a:spcPct val="90000"/>
            </a:lnSpc>
            <a:spcBef>
              <a:spcPct val="0"/>
            </a:spcBef>
            <a:spcAft>
              <a:spcPct val="15000"/>
            </a:spcAft>
            <a:buChar char="•"/>
          </a:pPr>
          <a:endParaRPr lang="en-ZA" sz="2200" kern="1200" dirty="0"/>
        </a:p>
        <a:p>
          <a:pPr marL="228600" lvl="1" indent="-228600" algn="l" defTabSz="977900">
            <a:lnSpc>
              <a:spcPct val="90000"/>
            </a:lnSpc>
            <a:spcBef>
              <a:spcPct val="0"/>
            </a:spcBef>
            <a:spcAft>
              <a:spcPct val="15000"/>
            </a:spcAft>
            <a:buChar char="•"/>
          </a:pPr>
          <a:endParaRPr lang="en-ZA" sz="2200" kern="1200" dirty="0"/>
        </a:p>
        <a:p>
          <a:pPr marL="228600" lvl="1" indent="-228600" algn="l" defTabSz="977900">
            <a:lnSpc>
              <a:spcPct val="90000"/>
            </a:lnSpc>
            <a:spcBef>
              <a:spcPct val="0"/>
            </a:spcBef>
            <a:spcAft>
              <a:spcPct val="15000"/>
            </a:spcAft>
            <a:buChar char="•"/>
          </a:pPr>
          <a:endParaRPr lang="en-ZA" sz="2200" kern="1200" dirty="0"/>
        </a:p>
        <a:p>
          <a:pPr marL="228600" lvl="1" indent="-228600" algn="l" defTabSz="977900">
            <a:lnSpc>
              <a:spcPct val="90000"/>
            </a:lnSpc>
            <a:spcBef>
              <a:spcPct val="0"/>
            </a:spcBef>
            <a:spcAft>
              <a:spcPct val="15000"/>
            </a:spcAft>
            <a:buChar char="•"/>
          </a:pPr>
          <a:endParaRPr lang="en-ZA" sz="2200" kern="1200" dirty="0"/>
        </a:p>
        <a:p>
          <a:pPr marL="228600" lvl="1" indent="-228600" algn="l" defTabSz="977900">
            <a:lnSpc>
              <a:spcPct val="90000"/>
            </a:lnSpc>
            <a:spcBef>
              <a:spcPct val="0"/>
            </a:spcBef>
            <a:spcAft>
              <a:spcPct val="15000"/>
            </a:spcAft>
            <a:buChar char="•"/>
          </a:pPr>
          <a:endParaRPr lang="en-ZA" sz="2200" kern="1200" dirty="0"/>
        </a:p>
        <a:p>
          <a:pPr marL="228600" lvl="1" indent="-228600" algn="l" defTabSz="977900">
            <a:lnSpc>
              <a:spcPct val="90000"/>
            </a:lnSpc>
            <a:spcBef>
              <a:spcPct val="0"/>
            </a:spcBef>
            <a:spcAft>
              <a:spcPct val="15000"/>
            </a:spcAft>
            <a:buChar char="•"/>
          </a:pPr>
          <a:r>
            <a:rPr lang="en-ZA" sz="2200" b="1" i="0" u="sng" kern="1200" dirty="0"/>
            <a:t>Example</a:t>
          </a:r>
          <a:r>
            <a:rPr lang="en-ZA" sz="2200" i="0" kern="1200" dirty="0"/>
            <a:t>: </a:t>
          </a:r>
          <a:r>
            <a:rPr lang="en-US" sz="2200" b="0" i="1" kern="1200" dirty="0"/>
            <a:t>I believe that Frosted Flakes is the tastiest cereal because it says so on the Frosted Flakes packaging.</a:t>
          </a:r>
          <a:endParaRPr lang="en-ZA" sz="2200" kern="1200" dirty="0"/>
        </a:p>
        <a:p>
          <a:pPr marL="228600" lvl="1" indent="-228600" algn="l" defTabSz="977900">
            <a:lnSpc>
              <a:spcPct val="90000"/>
            </a:lnSpc>
            <a:spcBef>
              <a:spcPct val="0"/>
            </a:spcBef>
            <a:spcAft>
              <a:spcPct val="15000"/>
            </a:spcAft>
            <a:buChar char="•"/>
          </a:pPr>
          <a:endParaRPr lang="en-ZA" sz="2200" kern="1200" dirty="0"/>
        </a:p>
      </dsp:txBody>
      <dsp:txXfrm>
        <a:off x="0" y="1023649"/>
        <a:ext cx="4913783" cy="4468859"/>
      </dsp:txXfrm>
    </dsp:sp>
    <dsp:sp modelId="{A5EE8BA7-F4FC-4935-9E14-D8434FF1A37C}">
      <dsp:nvSpPr>
        <dsp:cNvPr id="0" name=""/>
        <dsp:cNvSpPr/>
      </dsp:nvSpPr>
      <dsp:spPr>
        <a:xfrm>
          <a:off x="5601764" y="237214"/>
          <a:ext cx="4913783" cy="633600"/>
        </a:xfrm>
        <a:prstGeom prst="rect">
          <a:avLst/>
        </a:prstGeom>
        <a:solidFill>
          <a:schemeClr val="accent5">
            <a:hueOff val="-7353344"/>
            <a:satOff val="-10228"/>
            <a:lumOff val="-3922"/>
            <a:alphaOff val="0"/>
          </a:schemeClr>
        </a:solidFill>
        <a:ln w="12700" cap="flat" cmpd="sng" algn="ctr">
          <a:solidFill>
            <a:schemeClr val="accent5">
              <a:hueOff val="-7353344"/>
              <a:satOff val="-10228"/>
              <a:lumOff val="-3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ZA" sz="2200" b="1" kern="1200"/>
            <a:t>Tips</a:t>
          </a:r>
          <a:endParaRPr lang="en-ZA" sz="2200" b="1" kern="1200" dirty="0"/>
        </a:p>
      </dsp:txBody>
      <dsp:txXfrm>
        <a:off x="5601764" y="237214"/>
        <a:ext cx="4913783" cy="633600"/>
      </dsp:txXfrm>
    </dsp:sp>
    <dsp:sp modelId="{E9F1C63A-9838-4992-B386-4403E556A682}">
      <dsp:nvSpPr>
        <dsp:cNvPr id="0" name=""/>
        <dsp:cNvSpPr/>
      </dsp:nvSpPr>
      <dsp:spPr>
        <a:xfrm>
          <a:off x="5601814" y="870814"/>
          <a:ext cx="4913783" cy="4468859"/>
        </a:xfrm>
        <a:prstGeom prst="rect">
          <a:avLst/>
        </a:prstGeom>
        <a:solidFill>
          <a:schemeClr val="accent5">
            <a:tint val="40000"/>
            <a:alpha val="90000"/>
            <a:hueOff val="-7391755"/>
            <a:satOff val="-12816"/>
            <a:lumOff val="-1289"/>
            <a:alphaOff val="0"/>
          </a:schemeClr>
        </a:solidFill>
        <a:ln w="12700" cap="flat" cmpd="sng" algn="ctr">
          <a:solidFill>
            <a:schemeClr val="accent5">
              <a:tint val="40000"/>
              <a:alpha val="90000"/>
              <a:hueOff val="-7391755"/>
              <a:satOff val="-12816"/>
              <a:lumOff val="-12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ZA" sz="2200" kern="1200" dirty="0"/>
            <a:t>Using </a:t>
          </a:r>
          <a:r>
            <a:rPr lang="en-ZA" sz="2200" kern="1200" dirty="0" err="1"/>
            <a:t>Toulmin’s</a:t>
          </a:r>
          <a:r>
            <a:rPr lang="en-ZA" sz="2200" kern="1200" dirty="0"/>
            <a:t> diagram is a big help here.</a:t>
          </a:r>
        </a:p>
        <a:p>
          <a:pPr marL="228600" lvl="1" indent="-228600" algn="l" defTabSz="977900">
            <a:lnSpc>
              <a:spcPct val="90000"/>
            </a:lnSpc>
            <a:spcBef>
              <a:spcPct val="0"/>
            </a:spcBef>
            <a:spcAft>
              <a:spcPct val="15000"/>
            </a:spcAft>
            <a:buChar char="•"/>
          </a:pPr>
          <a:endParaRPr lang="en-ZA" sz="2200" kern="1200" dirty="0"/>
        </a:p>
        <a:p>
          <a:pPr marL="228600" lvl="1" indent="-228600" algn="l" defTabSz="977900">
            <a:lnSpc>
              <a:spcPct val="90000"/>
            </a:lnSpc>
            <a:spcBef>
              <a:spcPct val="0"/>
            </a:spcBef>
            <a:spcAft>
              <a:spcPct val="15000"/>
            </a:spcAft>
            <a:buChar char="•"/>
          </a:pPr>
          <a:r>
            <a:rPr lang="en-ZA" sz="2200" kern="1200" dirty="0"/>
            <a:t>If you see that the </a:t>
          </a:r>
          <a:r>
            <a:rPr lang="en-ZA" sz="2200" u="sng" kern="1200" dirty="0"/>
            <a:t>claim and the data</a:t>
          </a:r>
          <a:r>
            <a:rPr lang="en-ZA" sz="2200" kern="1200" dirty="0"/>
            <a:t>, or that the </a:t>
          </a:r>
          <a:r>
            <a:rPr lang="en-ZA" sz="2200" u="sng" kern="1200" dirty="0"/>
            <a:t>data and the warrant</a:t>
          </a:r>
          <a:r>
            <a:rPr lang="en-ZA" sz="2200" kern="1200" dirty="0"/>
            <a:t> are the </a:t>
          </a:r>
          <a:r>
            <a:rPr lang="en-ZA" sz="2200" b="1" kern="1200" dirty="0"/>
            <a:t>same</a:t>
          </a:r>
          <a:r>
            <a:rPr lang="en-ZA" sz="2200" kern="1200" dirty="0"/>
            <a:t>, you know you have circumlocution.</a:t>
          </a:r>
        </a:p>
      </dsp:txBody>
      <dsp:txXfrm>
        <a:off x="5601814" y="870814"/>
        <a:ext cx="4913783" cy="446885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5C79FD-B4F3-49A0-8B84-2C08E033C63E}">
      <dsp:nvSpPr>
        <dsp:cNvPr id="0" name=""/>
        <dsp:cNvSpPr/>
      </dsp:nvSpPr>
      <dsp:spPr>
        <a:xfrm>
          <a:off x="1421490" y="13809"/>
          <a:ext cx="476820" cy="476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ZA" sz="2800" kern="1200" dirty="0">
              <a:solidFill>
                <a:schemeClr val="accent1">
                  <a:lumMod val="40000"/>
                  <a:lumOff val="60000"/>
                </a:schemeClr>
              </a:solidFill>
            </a:rPr>
            <a:t>.</a:t>
          </a:r>
        </a:p>
      </dsp:txBody>
      <dsp:txXfrm>
        <a:off x="1421490" y="13809"/>
        <a:ext cx="476820" cy="476820"/>
      </dsp:txXfrm>
    </dsp:sp>
    <dsp:sp modelId="{91FFA4D8-964E-4D25-818B-BEF24BB6C254}">
      <dsp:nvSpPr>
        <dsp:cNvPr id="0" name=""/>
        <dsp:cNvSpPr/>
      </dsp:nvSpPr>
      <dsp:spPr>
        <a:xfrm>
          <a:off x="300094" y="45"/>
          <a:ext cx="1787411" cy="1787411"/>
        </a:xfrm>
        <a:prstGeom prst="circularArrow">
          <a:avLst>
            <a:gd name="adj1" fmla="val 5202"/>
            <a:gd name="adj2" fmla="val 336043"/>
            <a:gd name="adj3" fmla="val 21292714"/>
            <a:gd name="adj4" fmla="val 19766701"/>
            <a:gd name="adj5" fmla="val 6069"/>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91F36A-0737-4596-A43B-3D8C3ECDEBA5}">
      <dsp:nvSpPr>
        <dsp:cNvPr id="0" name=""/>
        <dsp:cNvSpPr/>
      </dsp:nvSpPr>
      <dsp:spPr>
        <a:xfrm>
          <a:off x="1709555" y="900384"/>
          <a:ext cx="476820" cy="476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ZA" sz="2800" kern="1200" dirty="0">
              <a:solidFill>
                <a:schemeClr val="accent1">
                  <a:lumMod val="40000"/>
                  <a:lumOff val="60000"/>
                </a:schemeClr>
              </a:solidFill>
            </a:rPr>
            <a:t>.</a:t>
          </a:r>
        </a:p>
      </dsp:txBody>
      <dsp:txXfrm>
        <a:off x="1709555" y="900384"/>
        <a:ext cx="476820" cy="476820"/>
      </dsp:txXfrm>
    </dsp:sp>
    <dsp:sp modelId="{334E9649-A5A5-4092-AEC3-48393528F5D4}">
      <dsp:nvSpPr>
        <dsp:cNvPr id="0" name=""/>
        <dsp:cNvSpPr/>
      </dsp:nvSpPr>
      <dsp:spPr>
        <a:xfrm>
          <a:off x="300094" y="45"/>
          <a:ext cx="1787411" cy="1787411"/>
        </a:xfrm>
        <a:prstGeom prst="circularArrow">
          <a:avLst>
            <a:gd name="adj1" fmla="val 5202"/>
            <a:gd name="adj2" fmla="val 336043"/>
            <a:gd name="adj3" fmla="val 4014151"/>
            <a:gd name="adj4" fmla="val 2253935"/>
            <a:gd name="adj5" fmla="val 6069"/>
          </a:avLst>
        </a:prstGeom>
        <a:solidFill>
          <a:schemeClr val="accent5">
            <a:hueOff val="-1838336"/>
            <a:satOff val="-2557"/>
            <a:lumOff val="-9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BCFFE7-43AE-4AB7-9727-FF71970136AE}">
      <dsp:nvSpPr>
        <dsp:cNvPr id="0" name=""/>
        <dsp:cNvSpPr/>
      </dsp:nvSpPr>
      <dsp:spPr>
        <a:xfrm>
          <a:off x="955389" y="1448318"/>
          <a:ext cx="476820" cy="476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ZA" sz="2800" kern="1200" dirty="0">
              <a:solidFill>
                <a:schemeClr val="accent1">
                  <a:lumMod val="40000"/>
                  <a:lumOff val="60000"/>
                </a:schemeClr>
              </a:solidFill>
            </a:rPr>
            <a:t>.</a:t>
          </a:r>
        </a:p>
      </dsp:txBody>
      <dsp:txXfrm>
        <a:off x="955389" y="1448318"/>
        <a:ext cx="476820" cy="476820"/>
      </dsp:txXfrm>
    </dsp:sp>
    <dsp:sp modelId="{63448755-DECE-4E0E-B014-1008D90B78BE}">
      <dsp:nvSpPr>
        <dsp:cNvPr id="0" name=""/>
        <dsp:cNvSpPr/>
      </dsp:nvSpPr>
      <dsp:spPr>
        <a:xfrm>
          <a:off x="300094" y="45"/>
          <a:ext cx="1787411" cy="1787411"/>
        </a:xfrm>
        <a:prstGeom prst="circularArrow">
          <a:avLst>
            <a:gd name="adj1" fmla="val 5202"/>
            <a:gd name="adj2" fmla="val 336043"/>
            <a:gd name="adj3" fmla="val 8210023"/>
            <a:gd name="adj4" fmla="val 6449806"/>
            <a:gd name="adj5" fmla="val 6069"/>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11A472-09FD-4DC5-8335-46DBE74AF7B7}">
      <dsp:nvSpPr>
        <dsp:cNvPr id="0" name=""/>
        <dsp:cNvSpPr/>
      </dsp:nvSpPr>
      <dsp:spPr>
        <a:xfrm>
          <a:off x="201223" y="900384"/>
          <a:ext cx="476820" cy="476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ZA" sz="2800" kern="1200" dirty="0">
              <a:solidFill>
                <a:schemeClr val="accent1">
                  <a:lumMod val="40000"/>
                  <a:lumOff val="60000"/>
                </a:schemeClr>
              </a:solidFill>
            </a:rPr>
            <a:t>.</a:t>
          </a:r>
        </a:p>
      </dsp:txBody>
      <dsp:txXfrm>
        <a:off x="201223" y="900384"/>
        <a:ext cx="476820" cy="476820"/>
      </dsp:txXfrm>
    </dsp:sp>
    <dsp:sp modelId="{CF2BC943-582D-4F12-AFF5-F5F290DFA1B2}">
      <dsp:nvSpPr>
        <dsp:cNvPr id="0" name=""/>
        <dsp:cNvSpPr/>
      </dsp:nvSpPr>
      <dsp:spPr>
        <a:xfrm>
          <a:off x="300094" y="45"/>
          <a:ext cx="1787411" cy="1787411"/>
        </a:xfrm>
        <a:prstGeom prst="circularArrow">
          <a:avLst>
            <a:gd name="adj1" fmla="val 5202"/>
            <a:gd name="adj2" fmla="val 336043"/>
            <a:gd name="adj3" fmla="val 12297256"/>
            <a:gd name="adj4" fmla="val 10771243"/>
            <a:gd name="adj5" fmla="val 6069"/>
          </a:avLst>
        </a:prstGeom>
        <a:solidFill>
          <a:schemeClr val="accent5">
            <a:hueOff val="-5515009"/>
            <a:satOff val="-7671"/>
            <a:lumOff val="-29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38DBAE-612E-4295-8E63-7E6B10853412}">
      <dsp:nvSpPr>
        <dsp:cNvPr id="0" name=""/>
        <dsp:cNvSpPr/>
      </dsp:nvSpPr>
      <dsp:spPr>
        <a:xfrm>
          <a:off x="489289" y="13809"/>
          <a:ext cx="476820" cy="476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ZA" sz="2800" kern="1200" dirty="0">
              <a:solidFill>
                <a:schemeClr val="accent1">
                  <a:lumMod val="40000"/>
                  <a:lumOff val="60000"/>
                </a:schemeClr>
              </a:solidFill>
            </a:rPr>
            <a:t>.</a:t>
          </a:r>
        </a:p>
      </dsp:txBody>
      <dsp:txXfrm>
        <a:off x="489289" y="13809"/>
        <a:ext cx="476820" cy="476820"/>
      </dsp:txXfrm>
    </dsp:sp>
    <dsp:sp modelId="{0F3DCC66-FC13-4175-8914-800E81E05EE5}">
      <dsp:nvSpPr>
        <dsp:cNvPr id="0" name=""/>
        <dsp:cNvSpPr/>
      </dsp:nvSpPr>
      <dsp:spPr>
        <a:xfrm>
          <a:off x="300094" y="45"/>
          <a:ext cx="1787411" cy="1787411"/>
        </a:xfrm>
        <a:prstGeom prst="circularArrow">
          <a:avLst>
            <a:gd name="adj1" fmla="val 5202"/>
            <a:gd name="adj2" fmla="val 336043"/>
            <a:gd name="adj3" fmla="val 16865141"/>
            <a:gd name="adj4" fmla="val 15198816"/>
            <a:gd name="adj5" fmla="val 6069"/>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193AF0-95C6-4032-B6D5-4FD9071925C9}">
      <dsp:nvSpPr>
        <dsp:cNvPr id="0" name=""/>
        <dsp:cNvSpPr/>
      </dsp:nvSpPr>
      <dsp:spPr>
        <a:xfrm>
          <a:off x="51" y="18771"/>
          <a:ext cx="4913783" cy="54720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ZA" sz="1900" b="1" kern="1200" dirty="0"/>
            <a:t>Definition</a:t>
          </a:r>
        </a:p>
      </dsp:txBody>
      <dsp:txXfrm>
        <a:off x="51" y="18771"/>
        <a:ext cx="4913783" cy="547200"/>
      </dsp:txXfrm>
    </dsp:sp>
    <dsp:sp modelId="{E6E1DD96-6A75-4ECC-8BE1-C72344BCC6D4}">
      <dsp:nvSpPr>
        <dsp:cNvPr id="0" name=""/>
        <dsp:cNvSpPr/>
      </dsp:nvSpPr>
      <dsp:spPr>
        <a:xfrm>
          <a:off x="51" y="565971"/>
          <a:ext cx="4913783" cy="469394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A straw man fallacy occurs when someone takes another person’s argument or point, </a:t>
          </a:r>
          <a:r>
            <a:rPr lang="en-US" sz="1900" u="sng" kern="1200" dirty="0"/>
            <a:t>distorts it or exaggerates it </a:t>
          </a:r>
          <a:r>
            <a:rPr lang="en-US" sz="1900" kern="1200" dirty="0"/>
            <a:t>in some kind of extreme way, and then attacks the extreme distortion, as if that is really the claim the first person is making.</a:t>
          </a:r>
          <a:endParaRPr lang="en-ZA" sz="1900" kern="1200" dirty="0"/>
        </a:p>
        <a:p>
          <a:pPr marL="171450" lvl="1" indent="-171450" algn="l" defTabSz="844550">
            <a:lnSpc>
              <a:spcPct val="90000"/>
            </a:lnSpc>
            <a:spcBef>
              <a:spcPct val="0"/>
            </a:spcBef>
            <a:spcAft>
              <a:spcPct val="15000"/>
            </a:spcAft>
            <a:buChar char="•"/>
          </a:pPr>
          <a:r>
            <a:rPr lang="en-US" sz="1900" kern="1200" dirty="0"/>
            <a:t>One who engages in this fallacy is said to be "attacking a straw man".</a:t>
          </a:r>
          <a:endParaRPr lang="en-ZA" sz="1900" kern="1200" dirty="0"/>
        </a:p>
        <a:p>
          <a:pPr marL="171450" lvl="1" indent="-171450" algn="l" defTabSz="844550">
            <a:lnSpc>
              <a:spcPct val="90000"/>
            </a:lnSpc>
            <a:spcBef>
              <a:spcPct val="0"/>
            </a:spcBef>
            <a:spcAft>
              <a:spcPct val="15000"/>
            </a:spcAft>
            <a:buChar char="•"/>
          </a:pPr>
          <a:r>
            <a:rPr lang="en-US" sz="1900" b="1" kern="1200" dirty="0"/>
            <a:t>You misrepresented someone's argument to make it </a:t>
          </a:r>
          <a:r>
            <a:rPr lang="en-US" sz="1900" b="1" u="sng" kern="1200" dirty="0"/>
            <a:t>easier to attack</a:t>
          </a:r>
          <a:r>
            <a:rPr lang="en-US" sz="1900" b="1" kern="1200" dirty="0"/>
            <a:t>.</a:t>
          </a:r>
          <a:endParaRPr lang="en-ZA" sz="1900" kern="1200" dirty="0"/>
        </a:p>
        <a:p>
          <a:pPr marL="171450" lvl="1" indent="-171450" algn="l" defTabSz="844550">
            <a:lnSpc>
              <a:spcPct val="90000"/>
            </a:lnSpc>
            <a:spcBef>
              <a:spcPct val="0"/>
            </a:spcBef>
            <a:spcAft>
              <a:spcPct val="15000"/>
            </a:spcAft>
            <a:buChar char="•"/>
          </a:pPr>
          <a:r>
            <a:rPr lang="en-US" sz="1900" b="0" i="0" kern="1200" dirty="0"/>
            <a:t>By exaggerating, misrepresenting, or just completely fabricating someone's argument, it's much easier to present your own position as being reasonable, but this kind of dishonesty serves to undermine honest, rational debate.</a:t>
          </a:r>
        </a:p>
      </dsp:txBody>
      <dsp:txXfrm>
        <a:off x="51" y="565971"/>
        <a:ext cx="4913783" cy="4693949"/>
      </dsp:txXfrm>
    </dsp:sp>
    <dsp:sp modelId="{D5FCAD5D-2273-483F-8320-2ED195ADF02A}">
      <dsp:nvSpPr>
        <dsp:cNvPr id="0" name=""/>
        <dsp:cNvSpPr/>
      </dsp:nvSpPr>
      <dsp:spPr>
        <a:xfrm>
          <a:off x="5601764" y="18771"/>
          <a:ext cx="4913783" cy="547200"/>
        </a:xfrm>
        <a:prstGeom prst="rect">
          <a:avLst/>
        </a:prstGeom>
        <a:solidFill>
          <a:schemeClr val="accent5">
            <a:hueOff val="-7353344"/>
            <a:satOff val="-10228"/>
            <a:lumOff val="-3922"/>
            <a:alphaOff val="0"/>
          </a:schemeClr>
        </a:solidFill>
        <a:ln w="12700" cap="flat" cmpd="sng" algn="ctr">
          <a:solidFill>
            <a:schemeClr val="accent5">
              <a:hueOff val="-7353344"/>
              <a:satOff val="-10228"/>
              <a:lumOff val="-3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ZA" sz="1900" b="1" kern="1200" dirty="0"/>
            <a:t>Tips</a:t>
          </a:r>
        </a:p>
      </dsp:txBody>
      <dsp:txXfrm>
        <a:off x="5601764" y="18771"/>
        <a:ext cx="4913783" cy="547200"/>
      </dsp:txXfrm>
    </dsp:sp>
    <dsp:sp modelId="{D75553F4-B492-4CE2-B8A6-1797FA03AF01}">
      <dsp:nvSpPr>
        <dsp:cNvPr id="0" name=""/>
        <dsp:cNvSpPr/>
      </dsp:nvSpPr>
      <dsp:spPr>
        <a:xfrm>
          <a:off x="5601814" y="557662"/>
          <a:ext cx="4913783" cy="4693949"/>
        </a:xfrm>
        <a:prstGeom prst="rect">
          <a:avLst/>
        </a:prstGeom>
        <a:solidFill>
          <a:schemeClr val="accent5">
            <a:tint val="40000"/>
            <a:alpha val="90000"/>
            <a:hueOff val="-7391755"/>
            <a:satOff val="-12816"/>
            <a:lumOff val="-1289"/>
            <a:alphaOff val="0"/>
          </a:schemeClr>
        </a:solidFill>
        <a:ln w="12700" cap="flat" cmpd="sng" algn="ctr">
          <a:solidFill>
            <a:schemeClr val="accent5">
              <a:tint val="40000"/>
              <a:alpha val="90000"/>
              <a:hueOff val="-7391755"/>
              <a:satOff val="-12816"/>
              <a:lumOff val="-12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While there are extreme examples, it’s important to be careful not to fall into this kind of fallacy </a:t>
          </a:r>
          <a:r>
            <a:rPr lang="en-US" sz="1900" u="sng" kern="1200" dirty="0"/>
            <a:t>on a smaller scale </a:t>
          </a:r>
          <a:r>
            <a:rPr lang="en-US" sz="1900" kern="1200" dirty="0"/>
            <a:t>because it’s quite easy to do. Think about times you may have even accidentally misrepresented the other side in an argument. We have to be careful to avoid even the accidental straw man fallacy!</a:t>
          </a:r>
          <a:endParaRPr lang="en-ZA" sz="1900" kern="1200" dirty="0"/>
        </a:p>
        <a:p>
          <a:pPr marL="171450" lvl="1" indent="-171450" algn="l" defTabSz="844550">
            <a:lnSpc>
              <a:spcPct val="90000"/>
            </a:lnSpc>
            <a:spcBef>
              <a:spcPct val="0"/>
            </a:spcBef>
            <a:spcAft>
              <a:spcPct val="15000"/>
            </a:spcAft>
            <a:buChar char="•"/>
          </a:pPr>
          <a:endParaRPr lang="en-ZA" sz="1900" kern="1200" dirty="0"/>
        </a:p>
        <a:p>
          <a:pPr marL="171450" lvl="1" indent="-171450" algn="l" defTabSz="844550">
            <a:lnSpc>
              <a:spcPct val="90000"/>
            </a:lnSpc>
            <a:spcBef>
              <a:spcPct val="0"/>
            </a:spcBef>
            <a:spcAft>
              <a:spcPct val="15000"/>
            </a:spcAft>
            <a:buChar char="•"/>
          </a:pPr>
          <a:r>
            <a:rPr lang="en-US" sz="1900" b="1" i="0" u="sng" kern="1200" dirty="0"/>
            <a:t>Example</a:t>
          </a:r>
          <a:r>
            <a:rPr lang="en-US" sz="1900" b="0" i="0" kern="1200" dirty="0"/>
            <a:t>: </a:t>
          </a:r>
          <a:r>
            <a:rPr lang="en-US" sz="1900" b="0" i="1" kern="1200" dirty="0"/>
            <a:t>After Will said that we should put more money into health and education, Warren responded by saying that he was surprised that Will hates our country so much that he wants to leave it defenseless by cutting military spending.</a:t>
          </a:r>
          <a:endParaRPr lang="en-US" sz="1900" i="1" kern="1200" dirty="0"/>
        </a:p>
      </dsp:txBody>
      <dsp:txXfrm>
        <a:off x="5601814" y="557662"/>
        <a:ext cx="4913783" cy="469394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C3191-84CB-402D-B4A7-F5353BD9AF17}">
      <dsp:nvSpPr>
        <dsp:cNvPr id="0" name=""/>
        <dsp:cNvSpPr/>
      </dsp:nvSpPr>
      <dsp:spPr>
        <a:xfrm>
          <a:off x="51" y="44787"/>
          <a:ext cx="4913783" cy="86400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en-ZA" sz="3000" b="1" kern="1200" dirty="0"/>
            <a:t>Definition</a:t>
          </a:r>
        </a:p>
      </dsp:txBody>
      <dsp:txXfrm>
        <a:off x="51" y="44787"/>
        <a:ext cx="4913783" cy="864000"/>
      </dsp:txXfrm>
    </dsp:sp>
    <dsp:sp modelId="{C676D6A0-AEB3-4F6B-B044-51BA9090C243}">
      <dsp:nvSpPr>
        <dsp:cNvPr id="0" name=""/>
        <dsp:cNvSpPr/>
      </dsp:nvSpPr>
      <dsp:spPr>
        <a:xfrm>
          <a:off x="51" y="908787"/>
          <a:ext cx="4913783" cy="4364550"/>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a:lnSpc>
              <a:spcPct val="90000"/>
            </a:lnSpc>
            <a:spcBef>
              <a:spcPct val="0"/>
            </a:spcBef>
            <a:spcAft>
              <a:spcPct val="15000"/>
            </a:spcAft>
            <a:buChar char="•"/>
          </a:pPr>
          <a:r>
            <a:rPr lang="en-ZA" sz="3000" kern="1200"/>
            <a:t>Or personal attack – avoids an issue by attacking the individual or the information source.</a:t>
          </a:r>
          <a:endParaRPr lang="en-ZA" sz="3000" kern="1200" dirty="0"/>
        </a:p>
        <a:p>
          <a:pPr marL="285750" lvl="1" indent="-285750" algn="l" defTabSz="1333500">
            <a:lnSpc>
              <a:spcPct val="90000"/>
            </a:lnSpc>
            <a:spcBef>
              <a:spcPct val="0"/>
            </a:spcBef>
            <a:spcAft>
              <a:spcPct val="15000"/>
            </a:spcAft>
            <a:buChar char="•"/>
          </a:pPr>
          <a:endParaRPr lang="en-ZA" sz="3000" kern="1200" dirty="0"/>
        </a:p>
        <a:p>
          <a:pPr marL="285750" lvl="1" indent="-285750" algn="l" defTabSz="1333500">
            <a:lnSpc>
              <a:spcPct val="90000"/>
            </a:lnSpc>
            <a:spcBef>
              <a:spcPct val="0"/>
            </a:spcBef>
            <a:spcAft>
              <a:spcPct val="15000"/>
            </a:spcAft>
            <a:buChar char="•"/>
          </a:pPr>
          <a:r>
            <a:rPr lang="en-ZA" sz="3000" b="1" u="sng" kern="1200" dirty="0"/>
            <a:t>Example</a:t>
          </a:r>
          <a:r>
            <a:rPr lang="en-ZA" sz="3000" kern="1200" dirty="0"/>
            <a:t>: </a:t>
          </a:r>
          <a:r>
            <a:rPr lang="en-ZA" sz="3000" i="1" kern="1200" dirty="0"/>
            <a:t>That messy, unattractive slob couldn’t teach us anything we do not already know.    </a:t>
          </a:r>
        </a:p>
      </dsp:txBody>
      <dsp:txXfrm>
        <a:off x="51" y="908787"/>
        <a:ext cx="4913783" cy="4364550"/>
      </dsp:txXfrm>
    </dsp:sp>
    <dsp:sp modelId="{D77B792F-B750-4EFA-8A94-07CA8C9AAB13}">
      <dsp:nvSpPr>
        <dsp:cNvPr id="0" name=""/>
        <dsp:cNvSpPr/>
      </dsp:nvSpPr>
      <dsp:spPr>
        <a:xfrm>
          <a:off x="5601764" y="44787"/>
          <a:ext cx="4913783" cy="864000"/>
        </a:xfrm>
        <a:prstGeom prst="rect">
          <a:avLst/>
        </a:prstGeom>
        <a:solidFill>
          <a:schemeClr val="accent5">
            <a:hueOff val="-7353344"/>
            <a:satOff val="-10228"/>
            <a:lumOff val="-3922"/>
            <a:alphaOff val="0"/>
          </a:schemeClr>
        </a:solidFill>
        <a:ln w="12700" cap="flat" cmpd="sng" algn="ctr">
          <a:solidFill>
            <a:schemeClr val="accent5">
              <a:hueOff val="-7353344"/>
              <a:satOff val="-10228"/>
              <a:lumOff val="-3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en-ZA" sz="3000" b="1" kern="1200" dirty="0"/>
            <a:t>Tips</a:t>
          </a:r>
        </a:p>
      </dsp:txBody>
      <dsp:txXfrm>
        <a:off x="5601764" y="44787"/>
        <a:ext cx="4913783" cy="864000"/>
      </dsp:txXfrm>
    </dsp:sp>
    <dsp:sp modelId="{898726DA-275C-4E1D-A187-0B90ED6AB202}">
      <dsp:nvSpPr>
        <dsp:cNvPr id="0" name=""/>
        <dsp:cNvSpPr/>
      </dsp:nvSpPr>
      <dsp:spPr>
        <a:xfrm>
          <a:off x="5601764" y="908787"/>
          <a:ext cx="4913783" cy="4364550"/>
        </a:xfrm>
        <a:prstGeom prst="rect">
          <a:avLst/>
        </a:prstGeom>
        <a:solidFill>
          <a:schemeClr val="accent5">
            <a:tint val="40000"/>
            <a:alpha val="90000"/>
            <a:hueOff val="-7391755"/>
            <a:satOff val="-12816"/>
            <a:lumOff val="-1289"/>
            <a:alphaOff val="0"/>
          </a:schemeClr>
        </a:solidFill>
        <a:ln w="12700" cap="flat" cmpd="sng" algn="ctr">
          <a:solidFill>
            <a:schemeClr val="accent5">
              <a:tint val="40000"/>
              <a:alpha val="90000"/>
              <a:hueOff val="-7391755"/>
              <a:satOff val="-12816"/>
              <a:lumOff val="-12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a:lnSpc>
              <a:spcPct val="90000"/>
            </a:lnSpc>
            <a:spcBef>
              <a:spcPct val="0"/>
            </a:spcBef>
            <a:spcAft>
              <a:spcPct val="15000"/>
            </a:spcAft>
            <a:buChar char="•"/>
          </a:pPr>
          <a:r>
            <a:rPr lang="en-ZA" sz="3000" kern="1200" dirty="0"/>
            <a:t>Try to focus on the issue, and disregard statements about individuals – unless those statements relate directly to the information’s </a:t>
          </a:r>
          <a:r>
            <a:rPr lang="en-ZA" sz="3000" u="sng" kern="1200" dirty="0"/>
            <a:t>credibility</a:t>
          </a:r>
          <a:r>
            <a:rPr lang="en-ZA" sz="3000" kern="1200" dirty="0"/>
            <a:t> and to the issue at hand. </a:t>
          </a:r>
        </a:p>
      </dsp:txBody>
      <dsp:txXfrm>
        <a:off x="5601764" y="908787"/>
        <a:ext cx="4913783" cy="436455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p:cNvSpPr>
            <a:spLocks noGrp="1"/>
          </p:cNvSpPr>
          <p:nvPr>
            <p:ph type="dt" sz="half" idx="10"/>
          </p:nvPr>
        </p:nvSpPr>
        <p:spPr/>
        <p:txBody>
          <a:bodyPr/>
          <a:lstStyle/>
          <a:p>
            <a:fld id="{C0DB405A-FBD7-4E2F-AB7E-5CFB7FA00103}" type="datetimeFigureOut">
              <a:rPr lang="en-ZA" smtClean="0"/>
              <a:t>2021/05/07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63359C-39CE-4B47-B0E8-B8D7E114B73D}" type="slidenum">
              <a:rPr lang="en-ZA" smtClean="0"/>
              <a:t>‹#›</a:t>
            </a:fld>
            <a:endParaRPr lang="en-ZA"/>
          </a:p>
        </p:txBody>
      </p:sp>
    </p:spTree>
    <p:extLst>
      <p:ext uri="{BB962C8B-B14F-4D97-AF65-F5344CB8AC3E}">
        <p14:creationId xmlns:p14="http://schemas.microsoft.com/office/powerpoint/2010/main" val="1299142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C0DB405A-FBD7-4E2F-AB7E-5CFB7FA00103}" type="datetimeFigureOut">
              <a:rPr lang="en-ZA" smtClean="0"/>
              <a:t>2021/05/07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63359C-39CE-4B47-B0E8-B8D7E114B73D}" type="slidenum">
              <a:rPr lang="en-ZA" smtClean="0"/>
              <a:t>‹#›</a:t>
            </a:fld>
            <a:endParaRPr lang="en-ZA"/>
          </a:p>
        </p:txBody>
      </p:sp>
    </p:spTree>
    <p:extLst>
      <p:ext uri="{BB962C8B-B14F-4D97-AF65-F5344CB8AC3E}">
        <p14:creationId xmlns:p14="http://schemas.microsoft.com/office/powerpoint/2010/main" val="739149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DB405A-FBD7-4E2F-AB7E-5CFB7FA00103}" type="datetimeFigureOut">
              <a:rPr lang="en-ZA" smtClean="0"/>
              <a:t>2021/05/07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63359C-39CE-4B47-B0E8-B8D7E114B73D}" type="slidenum">
              <a:rPr lang="en-ZA" smtClean="0"/>
              <a:t>‹#›</a:t>
            </a:fld>
            <a:endParaRPr lang="en-ZA"/>
          </a:p>
        </p:txBody>
      </p:sp>
    </p:spTree>
    <p:extLst>
      <p:ext uri="{BB962C8B-B14F-4D97-AF65-F5344CB8AC3E}">
        <p14:creationId xmlns:p14="http://schemas.microsoft.com/office/powerpoint/2010/main" val="30013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p>
            <a:fld id="{C0DB405A-FBD7-4E2F-AB7E-5CFB7FA00103}" type="datetimeFigureOut">
              <a:rPr lang="en-ZA" smtClean="0"/>
              <a:t>2021/05/07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63359C-39CE-4B47-B0E8-B8D7E114B73D}" type="slidenum">
              <a:rPr lang="en-ZA" smtClean="0"/>
              <a:t>‹#›</a:t>
            </a:fld>
            <a:endParaRPr lang="en-ZA"/>
          </a:p>
        </p:txBody>
      </p:sp>
    </p:spTree>
    <p:extLst>
      <p:ext uri="{BB962C8B-B14F-4D97-AF65-F5344CB8AC3E}">
        <p14:creationId xmlns:p14="http://schemas.microsoft.com/office/powerpoint/2010/main" val="2819161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p:cNvSpPr>
            <a:spLocks noGrp="1"/>
          </p:cNvSpPr>
          <p:nvPr>
            <p:ph type="dt" sz="half" idx="10"/>
          </p:nvPr>
        </p:nvSpPr>
        <p:spPr/>
        <p:txBody>
          <a:bodyPr/>
          <a:lstStyle/>
          <a:p>
            <a:fld id="{C0DB405A-FBD7-4E2F-AB7E-5CFB7FA00103}" type="datetimeFigureOut">
              <a:rPr lang="en-ZA" smtClean="0"/>
              <a:t>2021/05/07</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A163359C-39CE-4B47-B0E8-B8D7E114B73D}" type="slidenum">
              <a:rPr lang="en-ZA" smtClean="0"/>
              <a:t>‹#›</a:t>
            </a:fld>
            <a:endParaRPr lang="en-ZA"/>
          </a:p>
        </p:txBody>
      </p:sp>
    </p:spTree>
    <p:extLst>
      <p:ext uri="{BB962C8B-B14F-4D97-AF65-F5344CB8AC3E}">
        <p14:creationId xmlns:p14="http://schemas.microsoft.com/office/powerpoint/2010/main" val="148053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fld id="{C0DB405A-FBD7-4E2F-AB7E-5CFB7FA00103}" type="datetimeFigureOut">
              <a:rPr lang="en-ZA" smtClean="0"/>
              <a:t>2021/05/07</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A163359C-39CE-4B47-B0E8-B8D7E114B73D}" type="slidenum">
              <a:rPr lang="en-ZA" smtClean="0"/>
              <a:t>‹#›</a:t>
            </a:fld>
            <a:endParaRPr lang="en-ZA"/>
          </a:p>
        </p:txBody>
      </p:sp>
    </p:spTree>
    <p:extLst>
      <p:ext uri="{BB962C8B-B14F-4D97-AF65-F5344CB8AC3E}">
        <p14:creationId xmlns:p14="http://schemas.microsoft.com/office/powerpoint/2010/main" val="3931039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DB405A-FBD7-4E2F-AB7E-5CFB7FA00103}" type="datetimeFigureOut">
              <a:rPr lang="en-ZA" smtClean="0"/>
              <a:t>2021/05/07</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A163359C-39CE-4B47-B0E8-B8D7E114B73D}" type="slidenum">
              <a:rPr lang="en-ZA" smtClean="0"/>
              <a:t>‹#›</a:t>
            </a:fld>
            <a:endParaRPr lang="en-ZA"/>
          </a:p>
        </p:txBody>
      </p:sp>
    </p:spTree>
    <p:extLst>
      <p:ext uri="{BB962C8B-B14F-4D97-AF65-F5344CB8AC3E}">
        <p14:creationId xmlns:p14="http://schemas.microsoft.com/office/powerpoint/2010/main" val="789869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DB405A-FBD7-4E2F-AB7E-5CFB7FA00103}" type="datetimeFigureOut">
              <a:rPr lang="en-ZA" smtClean="0"/>
              <a:t>2021/05/07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63359C-39CE-4B47-B0E8-B8D7E114B73D}" type="slidenum">
              <a:rPr lang="en-ZA" smtClean="0"/>
              <a:t>‹#›</a:t>
            </a:fld>
            <a:endParaRPr lang="en-ZA"/>
          </a:p>
        </p:txBody>
      </p:sp>
    </p:spTree>
    <p:extLst>
      <p:ext uri="{BB962C8B-B14F-4D97-AF65-F5344CB8AC3E}">
        <p14:creationId xmlns:p14="http://schemas.microsoft.com/office/powerpoint/2010/main" val="266914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DB405A-FBD7-4E2F-AB7E-5CFB7FA00103}" type="datetimeFigureOut">
              <a:rPr lang="en-ZA" smtClean="0"/>
              <a:t>2021/05/07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163359C-39CE-4B47-B0E8-B8D7E114B73D}" type="slidenum">
              <a:rPr lang="en-ZA" smtClean="0"/>
              <a:t>‹#›</a:t>
            </a:fld>
            <a:endParaRPr lang="en-ZA"/>
          </a:p>
        </p:txBody>
      </p:sp>
    </p:spTree>
    <p:extLst>
      <p:ext uri="{BB962C8B-B14F-4D97-AF65-F5344CB8AC3E}">
        <p14:creationId xmlns:p14="http://schemas.microsoft.com/office/powerpoint/2010/main" val="2912048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C0DB405A-FBD7-4E2F-AB7E-5CFB7FA00103}" type="datetimeFigureOut">
              <a:rPr lang="en-ZA" smtClean="0"/>
              <a:t>2021/05/07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63359C-39CE-4B47-B0E8-B8D7E114B73D}" type="slidenum">
              <a:rPr lang="en-ZA" smtClean="0"/>
              <a:t>‹#›</a:t>
            </a:fld>
            <a:endParaRPr lang="en-ZA"/>
          </a:p>
        </p:txBody>
      </p:sp>
    </p:spTree>
    <p:extLst>
      <p:ext uri="{BB962C8B-B14F-4D97-AF65-F5344CB8AC3E}">
        <p14:creationId xmlns:p14="http://schemas.microsoft.com/office/powerpoint/2010/main" val="3569754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C0DB405A-FBD7-4E2F-AB7E-5CFB7FA00103}" type="datetimeFigureOut">
              <a:rPr lang="en-ZA" smtClean="0"/>
              <a:t>2021/05/07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163359C-39CE-4B47-B0E8-B8D7E114B73D}" type="slidenum">
              <a:rPr lang="en-ZA" smtClean="0"/>
              <a:t>‹#›</a:t>
            </a:fld>
            <a:endParaRPr lang="en-ZA"/>
          </a:p>
        </p:txBody>
      </p:sp>
    </p:spTree>
    <p:extLst>
      <p:ext uri="{BB962C8B-B14F-4D97-AF65-F5344CB8AC3E}">
        <p14:creationId xmlns:p14="http://schemas.microsoft.com/office/powerpoint/2010/main" val="3200635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DB405A-FBD7-4E2F-AB7E-5CFB7FA00103}" type="datetimeFigureOut">
              <a:rPr lang="en-ZA" smtClean="0"/>
              <a:t>2021/05/07</a:t>
            </a:fld>
            <a:endParaRPr lang="en-Z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63359C-39CE-4B47-B0E8-B8D7E114B73D}" type="slidenum">
              <a:rPr lang="en-ZA" smtClean="0"/>
              <a:t>‹#›</a:t>
            </a:fld>
            <a:endParaRPr lang="en-ZA"/>
          </a:p>
        </p:txBody>
      </p:sp>
    </p:spTree>
    <p:extLst>
      <p:ext uri="{BB962C8B-B14F-4D97-AF65-F5344CB8AC3E}">
        <p14:creationId xmlns:p14="http://schemas.microsoft.com/office/powerpoint/2010/main" val="3199865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5.jpe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9.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12" Type="http://schemas.openxmlformats.org/officeDocument/2006/relationships/image" Target="../media/image11.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13.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8275" y="2100263"/>
            <a:ext cx="9144000" cy="2387600"/>
          </a:xfrm>
        </p:spPr>
        <p:txBody>
          <a:bodyPr/>
          <a:lstStyle/>
          <a:p>
            <a:r>
              <a:rPr lang="en-ZA" b="1" dirty="0"/>
              <a:t>Critical Thinking Part 3 – </a:t>
            </a:r>
            <a:r>
              <a:rPr lang="en-ZA" b="1" dirty="0">
                <a:solidFill>
                  <a:srgbClr val="FF0000"/>
                </a:solidFill>
              </a:rPr>
              <a:t>Fallacious Reasoning</a:t>
            </a:r>
          </a:p>
        </p:txBody>
      </p:sp>
      <p:sp>
        <p:nvSpPr>
          <p:cNvPr id="3" name="Subtitle 2"/>
          <p:cNvSpPr>
            <a:spLocks noGrp="1"/>
          </p:cNvSpPr>
          <p:nvPr>
            <p:ph type="subTitle" idx="1"/>
          </p:nvPr>
        </p:nvSpPr>
        <p:spPr>
          <a:xfrm>
            <a:off x="1624012" y="4487863"/>
            <a:ext cx="9144000" cy="1655762"/>
          </a:xfrm>
        </p:spPr>
        <p:txBody>
          <a:bodyPr>
            <a:normAutofit/>
          </a:bodyPr>
          <a:lstStyle/>
          <a:p>
            <a:endParaRPr lang="en-ZA" sz="1800" dirty="0"/>
          </a:p>
          <a:p>
            <a:r>
              <a:rPr lang="en-ZA" sz="1800" dirty="0"/>
              <a:t>Sourced from:</a:t>
            </a:r>
          </a:p>
          <a:p>
            <a:pPr lvl="0" algn="l">
              <a:lnSpc>
                <a:spcPct val="100000"/>
              </a:lnSpc>
              <a:spcBef>
                <a:spcPct val="20000"/>
              </a:spcBef>
            </a:pPr>
            <a:r>
              <a:rPr lang="en-US" sz="1800" b="1" i="1" dirty="0">
                <a:solidFill>
                  <a:prstClr val="black">
                    <a:tint val="75000"/>
                  </a:prstClr>
                </a:solidFill>
              </a:rPr>
              <a:t>Lumsden. D, Lumsden. G &amp; </a:t>
            </a:r>
            <a:r>
              <a:rPr lang="en-US" sz="1800" b="1" i="1" dirty="0" err="1">
                <a:solidFill>
                  <a:prstClr val="black">
                    <a:tint val="75000"/>
                  </a:prstClr>
                </a:solidFill>
              </a:rPr>
              <a:t>Wiethoff</a:t>
            </a:r>
            <a:r>
              <a:rPr lang="en-US" sz="1800" b="1" i="1" dirty="0">
                <a:solidFill>
                  <a:prstClr val="black">
                    <a:tint val="75000"/>
                  </a:prstClr>
                </a:solidFill>
              </a:rPr>
              <a:t>. C. 2010. </a:t>
            </a:r>
            <a:r>
              <a:rPr lang="en-US" sz="1800" b="1" i="1" u="sng" dirty="0">
                <a:solidFill>
                  <a:prstClr val="black">
                    <a:tint val="75000"/>
                  </a:prstClr>
                </a:solidFill>
              </a:rPr>
              <a:t>Communicating in groups  and teams: Sharing Leadership</a:t>
            </a:r>
            <a:r>
              <a:rPr lang="en-US" sz="1800" b="1" i="1" dirty="0">
                <a:solidFill>
                  <a:prstClr val="black">
                    <a:tint val="75000"/>
                  </a:prstClr>
                </a:solidFill>
              </a:rPr>
              <a:t>, Part III: Sharing leadership through task processes: Logical and Critical Thinking, 5</a:t>
            </a:r>
            <a:r>
              <a:rPr lang="en-US" sz="1800" b="1" i="1" baseline="30000" dirty="0">
                <a:solidFill>
                  <a:prstClr val="black">
                    <a:tint val="75000"/>
                  </a:prstClr>
                </a:solidFill>
              </a:rPr>
              <a:t>th</a:t>
            </a:r>
            <a:r>
              <a:rPr lang="en-US" sz="1800" b="1" i="1" dirty="0">
                <a:solidFill>
                  <a:prstClr val="black">
                    <a:tint val="75000"/>
                  </a:prstClr>
                </a:solidFill>
              </a:rPr>
              <a:t> ed. </a:t>
            </a:r>
            <a:r>
              <a:rPr lang="en-US" sz="1800" b="1" i="1" dirty="0" err="1">
                <a:solidFill>
                  <a:prstClr val="black">
                    <a:tint val="75000"/>
                  </a:prstClr>
                </a:solidFill>
              </a:rPr>
              <a:t>Cengage</a:t>
            </a:r>
            <a:r>
              <a:rPr lang="en-US" sz="1800" b="1" i="1" dirty="0">
                <a:solidFill>
                  <a:prstClr val="black">
                    <a:tint val="75000"/>
                  </a:prstClr>
                </a:solidFill>
              </a:rPr>
              <a:t> Learning.</a:t>
            </a:r>
          </a:p>
          <a:p>
            <a:endParaRPr lang="en-ZA" sz="1800" dirty="0"/>
          </a:p>
        </p:txBody>
      </p:sp>
      <p:pic>
        <p:nvPicPr>
          <p:cNvPr id="5" name="Picture 4"/>
          <p:cNvPicPr>
            <a:picLocks noChangeAspect="1"/>
          </p:cNvPicPr>
          <p:nvPr/>
        </p:nvPicPr>
        <p:blipFill>
          <a:blip r:embed="rId2"/>
          <a:stretch>
            <a:fillRect/>
          </a:stretch>
        </p:blipFill>
        <p:spPr>
          <a:xfrm>
            <a:off x="7794595" y="0"/>
            <a:ext cx="4397406" cy="2286000"/>
          </a:xfrm>
          <a:prstGeom prst="rect">
            <a:avLst/>
          </a:prstGeom>
        </p:spPr>
      </p:pic>
    </p:spTree>
    <p:extLst>
      <p:ext uri="{BB962C8B-B14F-4D97-AF65-F5344CB8AC3E}">
        <p14:creationId xmlns:p14="http://schemas.microsoft.com/office/powerpoint/2010/main" val="4198785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321732"/>
            <a:ext cx="7058307" cy="1964266"/>
          </a:xfrm>
          <a:prstGeom prst="rect">
            <a:avLst/>
          </a:prstGeom>
          <a:solidFill>
            <a:srgbClr val="3B8690">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24256" y="491260"/>
            <a:ext cx="6594189" cy="1280390"/>
          </a:xfrm>
        </p:spPr>
        <p:txBody>
          <a:bodyPr>
            <a:normAutofit/>
          </a:bodyPr>
          <a:lstStyle/>
          <a:p>
            <a:r>
              <a:rPr lang="en-ZA" b="1" dirty="0">
                <a:solidFill>
                  <a:srgbClr val="FFFFFF"/>
                </a:solidFill>
              </a:rPr>
              <a:t>Introduction</a:t>
            </a:r>
          </a:p>
        </p:txBody>
      </p:sp>
      <p:pic>
        <p:nvPicPr>
          <p:cNvPr id="1026" name="Picture 2" descr="Beginner's Guide to Logical Fallacies (With Examples) - Fallacy In Logic">
            <a:extLst>
              <a:ext uri="{FF2B5EF4-FFF2-40B4-BE49-F238E27FC236}">
                <a16:creationId xmlns:a16="http://schemas.microsoft.com/office/drawing/2014/main" id="{21B25672-AA5D-4637-9343-A3DD793462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126" b="-1"/>
          <a:stretch/>
        </p:blipFill>
        <p:spPr bwMode="auto">
          <a:xfrm>
            <a:off x="327547" y="2454903"/>
            <a:ext cx="7058306" cy="4080254"/>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975" y="321732"/>
            <a:ext cx="431329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8001251" y="1131455"/>
            <a:ext cx="3424739" cy="4852362"/>
          </a:xfrm>
        </p:spPr>
        <p:txBody>
          <a:bodyPr anchor="ctr">
            <a:normAutofit lnSpcReduction="10000"/>
          </a:bodyPr>
          <a:lstStyle/>
          <a:p>
            <a:pPr marL="0" indent="0">
              <a:buNone/>
            </a:pPr>
            <a:r>
              <a:rPr lang="en-ZA" sz="1900" u="sng" dirty="0">
                <a:solidFill>
                  <a:srgbClr val="FFFFFF"/>
                </a:solidFill>
              </a:rPr>
              <a:t>Fallacious reasoning happens when</a:t>
            </a:r>
            <a:r>
              <a:rPr lang="en-ZA" sz="1900" dirty="0">
                <a:solidFill>
                  <a:srgbClr val="FFFFFF"/>
                </a:solidFill>
              </a:rPr>
              <a:t>:</a:t>
            </a:r>
          </a:p>
          <a:p>
            <a:pPr marL="0" indent="0">
              <a:buNone/>
            </a:pPr>
            <a:endParaRPr lang="en-ZA" sz="1900" dirty="0">
              <a:solidFill>
                <a:srgbClr val="FFFFFF"/>
              </a:solidFill>
            </a:endParaRPr>
          </a:p>
          <a:p>
            <a:pPr marL="0" indent="0">
              <a:buNone/>
            </a:pPr>
            <a:r>
              <a:rPr lang="en-ZA" sz="1900" dirty="0">
                <a:solidFill>
                  <a:srgbClr val="FFFFFF"/>
                </a:solidFill>
              </a:rPr>
              <a:t>People make </a:t>
            </a:r>
            <a:r>
              <a:rPr lang="en-ZA" sz="1900" b="1" dirty="0">
                <a:solidFill>
                  <a:srgbClr val="FFFFFF"/>
                </a:solidFill>
              </a:rPr>
              <a:t>mistakes</a:t>
            </a:r>
            <a:r>
              <a:rPr lang="en-ZA" sz="1900" dirty="0">
                <a:solidFill>
                  <a:srgbClr val="FFFFFF"/>
                </a:solidFill>
              </a:rPr>
              <a:t> in reaching a specific conclusion from a  general premise;</a:t>
            </a:r>
          </a:p>
          <a:p>
            <a:pPr marL="0" indent="0">
              <a:buNone/>
            </a:pPr>
            <a:endParaRPr lang="en-ZA" sz="1900" dirty="0">
              <a:solidFill>
                <a:srgbClr val="FFFFFF"/>
              </a:solidFill>
            </a:endParaRPr>
          </a:p>
          <a:p>
            <a:pPr marL="0" indent="0">
              <a:buNone/>
            </a:pPr>
            <a:r>
              <a:rPr lang="en-ZA" sz="1900" dirty="0">
                <a:solidFill>
                  <a:srgbClr val="FFFFFF"/>
                </a:solidFill>
              </a:rPr>
              <a:t>Or irrationally draw a general conclusion from inadequate      specific data;</a:t>
            </a:r>
          </a:p>
          <a:p>
            <a:pPr marL="0" indent="0">
              <a:buNone/>
            </a:pPr>
            <a:r>
              <a:rPr lang="en-ZA" sz="1900" dirty="0">
                <a:solidFill>
                  <a:srgbClr val="FFFFFF"/>
                </a:solidFill>
              </a:rPr>
              <a:t>	</a:t>
            </a:r>
          </a:p>
          <a:p>
            <a:pPr marL="0" indent="0">
              <a:buNone/>
            </a:pPr>
            <a:r>
              <a:rPr lang="en-ZA" sz="1900" dirty="0">
                <a:solidFill>
                  <a:srgbClr val="FFFFFF"/>
                </a:solidFill>
              </a:rPr>
              <a:t>Or mistakenly infer that one event has caused another.</a:t>
            </a:r>
          </a:p>
          <a:p>
            <a:pPr>
              <a:buNone/>
            </a:pPr>
            <a:endParaRPr lang="en-ZA" sz="1900" b="1" dirty="0">
              <a:solidFill>
                <a:srgbClr val="FFFFFF"/>
              </a:solidFill>
            </a:endParaRPr>
          </a:p>
          <a:p>
            <a:pPr>
              <a:buNone/>
            </a:pPr>
            <a:r>
              <a:rPr lang="en-ZA" sz="1900" b="1" dirty="0">
                <a:solidFill>
                  <a:srgbClr val="FFFFFF"/>
                </a:solidFill>
              </a:rPr>
              <a:t>THEY ARE THINKING FALLACIOUSLY.</a:t>
            </a:r>
          </a:p>
          <a:p>
            <a:pPr>
              <a:buNone/>
            </a:pPr>
            <a:endParaRPr lang="en-ZA" sz="1900" b="1" dirty="0">
              <a:solidFill>
                <a:srgbClr val="FFFFFF"/>
              </a:solidFill>
            </a:endParaRPr>
          </a:p>
          <a:p>
            <a:endParaRPr lang="en-US" sz="1900" dirty="0">
              <a:solidFill>
                <a:srgbClr val="FFFFFF"/>
              </a:solidFill>
            </a:endParaRPr>
          </a:p>
          <a:p>
            <a:pPr marL="0" indent="0">
              <a:buNone/>
            </a:pPr>
            <a:endParaRPr lang="en-ZA" sz="1900" dirty="0">
              <a:solidFill>
                <a:srgbClr val="FFFFFF"/>
              </a:solidFill>
            </a:endParaRPr>
          </a:p>
        </p:txBody>
      </p:sp>
    </p:spTree>
    <p:extLst>
      <p:ext uri="{BB962C8B-B14F-4D97-AF65-F5344CB8AC3E}">
        <p14:creationId xmlns:p14="http://schemas.microsoft.com/office/powerpoint/2010/main" val="1577625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33F6408-E1FB-40EE-933F-488D38CCC7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Freeform 23">
            <a:extLst>
              <a:ext uri="{FF2B5EF4-FFF2-40B4-BE49-F238E27FC236}">
                <a16:creationId xmlns:a16="http://schemas.microsoft.com/office/drawing/2014/main" id="{F055C0C5-567C-4C02-83F3-B427BC740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200" y="365125"/>
            <a:ext cx="3200400" cy="1325563"/>
          </a:xfrm>
        </p:spPr>
        <p:txBody>
          <a:bodyPr>
            <a:normAutofit/>
          </a:bodyPr>
          <a:lstStyle/>
          <a:p>
            <a:r>
              <a:rPr lang="en-ZA" sz="3200" b="1"/>
              <a:t>Introduction</a:t>
            </a:r>
          </a:p>
        </p:txBody>
      </p:sp>
      <p:sp>
        <p:nvSpPr>
          <p:cNvPr id="3" name="Content Placeholder 2"/>
          <p:cNvSpPr>
            <a:spLocks noGrp="1"/>
          </p:cNvSpPr>
          <p:nvPr>
            <p:ph idx="1"/>
          </p:nvPr>
        </p:nvSpPr>
        <p:spPr>
          <a:xfrm>
            <a:off x="838201" y="1473693"/>
            <a:ext cx="3200400" cy="4703270"/>
          </a:xfrm>
        </p:spPr>
        <p:txBody>
          <a:bodyPr>
            <a:normAutofit lnSpcReduction="10000"/>
          </a:bodyPr>
          <a:lstStyle/>
          <a:p>
            <a:pPr algn="just"/>
            <a:r>
              <a:rPr lang="en-ZA" sz="1800" dirty="0"/>
              <a:t>A fallacy is an inference from data to a claim that circumvents sound, logical reasoning. </a:t>
            </a:r>
          </a:p>
          <a:p>
            <a:pPr marL="0" indent="0">
              <a:buNone/>
            </a:pPr>
            <a:endParaRPr lang="en-ZA" sz="1800" b="1" dirty="0"/>
          </a:p>
          <a:p>
            <a:r>
              <a:rPr lang="en-ZA" sz="1800" b="1" dirty="0">
                <a:solidFill>
                  <a:srgbClr val="FF0000"/>
                </a:solidFill>
              </a:rPr>
              <a:t>Logical fallacy </a:t>
            </a:r>
            <a:r>
              <a:rPr lang="en-ZA" sz="1800" dirty="0"/>
              <a:t>= An error in reasoning that renders an argument </a:t>
            </a:r>
            <a:r>
              <a:rPr lang="en-ZA" sz="1800" b="1" dirty="0"/>
              <a:t>invalid</a:t>
            </a:r>
            <a:r>
              <a:rPr lang="en-ZA" sz="1800" dirty="0"/>
              <a:t>.</a:t>
            </a:r>
          </a:p>
          <a:p>
            <a:endParaRPr lang="en-US" sz="1800" dirty="0"/>
          </a:p>
          <a:p>
            <a:r>
              <a:rPr lang="en-ZA" sz="1800" b="1" i="1" dirty="0"/>
              <a:t>Fallacies</a:t>
            </a:r>
            <a:r>
              <a:rPr lang="en-ZA" sz="1800" dirty="0"/>
              <a:t> are arguments that may sound </a:t>
            </a:r>
            <a:r>
              <a:rPr lang="en-ZA" sz="1800" b="1" i="1" dirty="0"/>
              <a:t>logical</a:t>
            </a:r>
            <a:r>
              <a:rPr lang="en-ZA" sz="1800" dirty="0"/>
              <a:t>, but are not.</a:t>
            </a:r>
          </a:p>
          <a:p>
            <a:pPr>
              <a:buNone/>
            </a:pPr>
            <a:endParaRPr lang="en-ZA" sz="1800" dirty="0"/>
          </a:p>
          <a:p>
            <a:pPr marL="0" indent="0">
              <a:buNone/>
            </a:pPr>
            <a:r>
              <a:rPr lang="en-ZA" sz="1800" dirty="0"/>
              <a:t>There are dozens and dozens of types of logical fallacies. Let’s look at a few common fallacies….</a:t>
            </a:r>
          </a:p>
          <a:p>
            <a:endParaRPr lang="en-ZA" sz="1400" dirty="0"/>
          </a:p>
        </p:txBody>
      </p:sp>
      <p:sp>
        <p:nvSpPr>
          <p:cNvPr id="27" name="Rounded Rectangle 17">
            <a:extLst>
              <a:ext uri="{FF2B5EF4-FFF2-40B4-BE49-F238E27FC236}">
                <a16:creationId xmlns:a16="http://schemas.microsoft.com/office/drawing/2014/main" id="{E48B6BD6-5DED-4B86-A4B3-D35037F68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8945" y="958640"/>
            <a:ext cx="6269591" cy="4945244"/>
          </a:xfrm>
          <a:prstGeom prst="roundRect">
            <a:avLst>
              <a:gd name="adj" fmla="val 3513"/>
            </a:avLst>
          </a:prstGeom>
          <a:solidFill>
            <a:srgbClr val="FFFFFF"/>
          </a:solidFill>
          <a:ln w="15875">
            <a:solidFill>
              <a:srgbClr val="50685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mage result for fallacy cartoon"/>
          <p:cNvPicPr/>
          <p:nvPr/>
        </p:nvPicPr>
        <p:blipFill rotWithShape="1">
          <a:blip r:embed="rId2">
            <a:extLst>
              <a:ext uri="{28A0092B-C50C-407E-A947-70E740481C1C}">
                <a14:useLocalDpi xmlns:a14="http://schemas.microsoft.com/office/drawing/2010/main" val="0"/>
              </a:ext>
            </a:extLst>
          </a:blip>
          <a:srcRect l="1003" r="29"/>
          <a:stretch/>
        </p:blipFill>
        <p:spPr bwMode="auto">
          <a:xfrm>
            <a:off x="5603706" y="1258529"/>
            <a:ext cx="5638853" cy="4330205"/>
          </a:xfrm>
          <a:prstGeom prst="rect">
            <a:avLst/>
          </a:prstGeom>
          <a:noFill/>
        </p:spPr>
      </p:pic>
    </p:spTree>
    <p:extLst>
      <p:ext uri="{BB962C8B-B14F-4D97-AF65-F5344CB8AC3E}">
        <p14:creationId xmlns:p14="http://schemas.microsoft.com/office/powerpoint/2010/main" val="2220037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256"/>
            <a:ext cx="10515600" cy="983672"/>
          </a:xfrm>
        </p:spPr>
        <p:txBody>
          <a:bodyPr/>
          <a:lstStyle/>
          <a:p>
            <a:r>
              <a:rPr lang="en-ZA" b="1" dirty="0"/>
              <a:t>1. Hasty Generalisations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19188721"/>
              </p:ext>
            </p:extLst>
          </p:nvPr>
        </p:nvGraphicFramePr>
        <p:xfrm>
          <a:off x="838200" y="1149350"/>
          <a:ext cx="10515600" cy="5708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5"/>
          <p:cNvGraphicFramePr>
            <a:graphicFrameLocks/>
          </p:cNvGraphicFramePr>
          <p:nvPr>
            <p:extLst>
              <p:ext uri="{D42A27DB-BD31-4B8C-83A1-F6EECF244321}">
                <p14:modId xmlns:p14="http://schemas.microsoft.com/office/powerpoint/2010/main" val="416351316"/>
              </p:ext>
            </p:extLst>
          </p:nvPr>
        </p:nvGraphicFramePr>
        <p:xfrm>
          <a:off x="838200" y="1149928"/>
          <a:ext cx="10153650" cy="561109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362332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085849"/>
          </a:xfrm>
        </p:spPr>
        <p:txBody>
          <a:bodyPr/>
          <a:lstStyle/>
          <a:p>
            <a:r>
              <a:rPr lang="en-ZA" b="1" dirty="0"/>
              <a:t>Hasty Generalisations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4450" y="1292224"/>
            <a:ext cx="10039350" cy="4994276"/>
          </a:xfrm>
        </p:spPr>
      </p:pic>
    </p:spTree>
    <p:extLst>
      <p:ext uri="{BB962C8B-B14F-4D97-AF65-F5344CB8AC3E}">
        <p14:creationId xmlns:p14="http://schemas.microsoft.com/office/powerpoint/2010/main" val="2922320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955963"/>
          </a:xfrm>
        </p:spPr>
        <p:txBody>
          <a:bodyPr/>
          <a:lstStyle/>
          <a:p>
            <a:r>
              <a:rPr lang="en-ZA" b="1" dirty="0"/>
              <a:t>2. False Analogies</a:t>
            </a:r>
          </a:p>
        </p:txBody>
      </p:sp>
      <p:graphicFrame>
        <p:nvGraphicFramePr>
          <p:cNvPr id="4" name="Content Placeholder 5"/>
          <p:cNvGraphicFramePr>
            <a:graphicFrameLocks noGrp="1"/>
          </p:cNvGraphicFramePr>
          <p:nvPr>
            <p:ph idx="1"/>
            <p:extLst>
              <p:ext uri="{D42A27DB-BD31-4B8C-83A1-F6EECF244321}">
                <p14:modId xmlns:p14="http://schemas.microsoft.com/office/powerpoint/2010/main" val="3828968821"/>
              </p:ext>
            </p:extLst>
          </p:nvPr>
        </p:nvGraphicFramePr>
        <p:xfrm>
          <a:off x="838200" y="955675"/>
          <a:ext cx="10515600" cy="5221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Logical Fallacies Logical fallacies are flaws in reasoning that lead to  faulty, illogical statements. They are unreasonable argumentative tactics.  - ppt download">
            <a:extLst>
              <a:ext uri="{FF2B5EF4-FFF2-40B4-BE49-F238E27FC236}">
                <a16:creationId xmlns:a16="http://schemas.microsoft.com/office/drawing/2014/main" id="{7DFB2C01-470D-44D8-A473-E6A0696E616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36311" y="3364638"/>
            <a:ext cx="4917489" cy="266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4867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171575"/>
          </a:xfrm>
        </p:spPr>
        <p:txBody>
          <a:bodyPr/>
          <a:lstStyle/>
          <a:p>
            <a:r>
              <a:rPr lang="en-ZA" b="1" dirty="0"/>
              <a:t>False</a:t>
            </a:r>
            <a:r>
              <a:rPr lang="en-ZA" dirty="0"/>
              <a:t> </a:t>
            </a:r>
            <a:r>
              <a:rPr lang="en-ZA" b="1" dirty="0"/>
              <a:t>Analogy</a:t>
            </a:r>
          </a:p>
        </p:txBody>
      </p:sp>
      <p:pic>
        <p:nvPicPr>
          <p:cNvPr id="2052" name="Picture 4" descr="The False Analogy: Definition and Examples - Fallacy In Logic">
            <a:extLst>
              <a:ext uri="{FF2B5EF4-FFF2-40B4-BE49-F238E27FC236}">
                <a16:creationId xmlns:a16="http://schemas.microsoft.com/office/drawing/2014/main" id="{9644FCC8-9E37-4638-8BB0-5ED49AD6815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2481" y="1553591"/>
            <a:ext cx="7155401" cy="4172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0915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08363"/>
          </a:xfrm>
        </p:spPr>
        <p:txBody>
          <a:bodyPr/>
          <a:lstStyle/>
          <a:p>
            <a:r>
              <a:rPr lang="en-ZA" b="1" dirty="0"/>
              <a:t>3. False Dilemmas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51581508"/>
              </p:ext>
            </p:extLst>
          </p:nvPr>
        </p:nvGraphicFramePr>
        <p:xfrm>
          <a:off x="838200" y="942976"/>
          <a:ext cx="10515600" cy="5715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9501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85862"/>
          </a:xfrm>
        </p:spPr>
        <p:txBody>
          <a:bodyPr/>
          <a:lstStyle/>
          <a:p>
            <a:r>
              <a:rPr lang="en-ZA" b="1" dirty="0"/>
              <a:t>False</a:t>
            </a:r>
            <a:r>
              <a:rPr lang="en-ZA" dirty="0"/>
              <a:t> </a:t>
            </a:r>
            <a:r>
              <a:rPr lang="en-ZA" b="1" dirty="0"/>
              <a:t>Dilemma</a:t>
            </a:r>
          </a:p>
        </p:txBody>
      </p:sp>
      <p:pic>
        <p:nvPicPr>
          <p:cNvPr id="4" name="Content Placeholder 3"/>
          <p:cNvPicPr>
            <a:picLocks noGrp="1" noChangeAspect="1"/>
          </p:cNvPicPr>
          <p:nvPr>
            <p:ph idx="1"/>
          </p:nvPr>
        </p:nvPicPr>
        <p:blipFill>
          <a:blip r:embed="rId2"/>
          <a:stretch>
            <a:fillRect/>
          </a:stretch>
        </p:blipFill>
        <p:spPr>
          <a:xfrm>
            <a:off x="1385887" y="1300163"/>
            <a:ext cx="9158287" cy="4876800"/>
          </a:xfrm>
          <a:prstGeom prst="rect">
            <a:avLst/>
          </a:prstGeom>
        </p:spPr>
      </p:pic>
    </p:spTree>
    <p:extLst>
      <p:ext uri="{BB962C8B-B14F-4D97-AF65-F5344CB8AC3E}">
        <p14:creationId xmlns:p14="http://schemas.microsoft.com/office/powerpoint/2010/main" val="4111347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1"/>
            <a:ext cx="10515600" cy="1011381"/>
          </a:xfrm>
        </p:spPr>
        <p:txBody>
          <a:bodyPr/>
          <a:lstStyle/>
          <a:p>
            <a:r>
              <a:rPr lang="en-ZA" b="1" dirty="0"/>
              <a:t>4. Special Pleading</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56284920"/>
              </p:ext>
            </p:extLst>
          </p:nvPr>
        </p:nvGraphicFramePr>
        <p:xfrm>
          <a:off x="838200" y="1163638"/>
          <a:ext cx="10515600" cy="5013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30598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Special Pleading</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44624"/>
            <a:ext cx="10896600" cy="5013326"/>
          </a:xfrm>
        </p:spPr>
      </p:pic>
    </p:spTree>
    <p:extLst>
      <p:ext uri="{BB962C8B-B14F-4D97-AF65-F5344CB8AC3E}">
        <p14:creationId xmlns:p14="http://schemas.microsoft.com/office/powerpoint/2010/main" val="319981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011381"/>
          </a:xfrm>
        </p:spPr>
        <p:txBody>
          <a:bodyPr/>
          <a:lstStyle/>
          <a:p>
            <a:r>
              <a:rPr lang="en-ZA" b="1" dirty="0"/>
              <a:t>5. Red Herrings</a:t>
            </a:r>
          </a:p>
        </p:txBody>
      </p:sp>
      <p:graphicFrame>
        <p:nvGraphicFramePr>
          <p:cNvPr id="4" name="Content Placeholder 5"/>
          <p:cNvGraphicFramePr>
            <a:graphicFrameLocks noGrp="1"/>
          </p:cNvGraphicFramePr>
          <p:nvPr>
            <p:ph idx="1"/>
            <p:extLst>
              <p:ext uri="{D42A27DB-BD31-4B8C-83A1-F6EECF244321}">
                <p14:modId xmlns:p14="http://schemas.microsoft.com/office/powerpoint/2010/main" val="2794871211"/>
              </p:ext>
            </p:extLst>
          </p:nvPr>
        </p:nvGraphicFramePr>
        <p:xfrm>
          <a:off x="838200" y="800100"/>
          <a:ext cx="10515600" cy="5376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p:cNvPicPr>
            <a:picLocks noChangeAspect="1"/>
          </p:cNvPicPr>
          <p:nvPr/>
        </p:nvPicPr>
        <p:blipFill>
          <a:blip r:embed="rId7"/>
          <a:stretch>
            <a:fillRect/>
          </a:stretch>
        </p:blipFill>
        <p:spPr>
          <a:xfrm>
            <a:off x="7563775" y="4278807"/>
            <a:ext cx="3790025" cy="1898156"/>
          </a:xfrm>
          <a:prstGeom prst="rect">
            <a:avLst/>
          </a:prstGeom>
        </p:spPr>
      </p:pic>
    </p:spTree>
    <p:extLst>
      <p:ext uri="{BB962C8B-B14F-4D97-AF65-F5344CB8AC3E}">
        <p14:creationId xmlns:p14="http://schemas.microsoft.com/office/powerpoint/2010/main" val="2669734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85862"/>
          </a:xfrm>
        </p:spPr>
        <p:txBody>
          <a:bodyPr/>
          <a:lstStyle/>
          <a:p>
            <a:r>
              <a:rPr lang="en-ZA" b="1" dirty="0"/>
              <a:t>Red</a:t>
            </a:r>
            <a:r>
              <a:rPr lang="en-ZA" dirty="0"/>
              <a:t> </a:t>
            </a:r>
            <a:r>
              <a:rPr lang="en-ZA" b="1" dirty="0"/>
              <a:t>Herring</a:t>
            </a:r>
          </a:p>
        </p:txBody>
      </p:sp>
      <p:pic>
        <p:nvPicPr>
          <p:cNvPr id="5" name="Picture 4"/>
          <p:cNvPicPr>
            <a:picLocks noChangeAspect="1"/>
          </p:cNvPicPr>
          <p:nvPr/>
        </p:nvPicPr>
        <p:blipFill>
          <a:blip r:embed="rId2"/>
          <a:stretch>
            <a:fillRect/>
          </a:stretch>
        </p:blipFill>
        <p:spPr>
          <a:xfrm>
            <a:off x="838200" y="1185863"/>
            <a:ext cx="10148888" cy="4991100"/>
          </a:xfrm>
          <a:prstGeom prst="rect">
            <a:avLst/>
          </a:prstGeom>
        </p:spPr>
      </p:pic>
      <p:sp>
        <p:nvSpPr>
          <p:cNvPr id="6" name="Content Placeholder 5"/>
          <p:cNvSpPr>
            <a:spLocks noGrp="1"/>
          </p:cNvSpPr>
          <p:nvPr>
            <p:ph idx="1"/>
          </p:nvPr>
        </p:nvSpPr>
        <p:spPr/>
        <p:txBody>
          <a:bodyPr/>
          <a:lstStyle/>
          <a:p>
            <a:r>
              <a:rPr lang="en-ZA" dirty="0"/>
              <a:t>.</a:t>
            </a:r>
          </a:p>
        </p:txBody>
      </p:sp>
    </p:spTree>
    <p:extLst>
      <p:ext uri="{BB962C8B-B14F-4D97-AF65-F5344CB8AC3E}">
        <p14:creationId xmlns:p14="http://schemas.microsoft.com/office/powerpoint/2010/main" val="1362903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7162"/>
            <a:ext cx="10515600" cy="1066799"/>
          </a:xfrm>
        </p:spPr>
        <p:txBody>
          <a:bodyPr/>
          <a:lstStyle/>
          <a:p>
            <a:r>
              <a:rPr lang="en-ZA" b="1" dirty="0"/>
              <a:t>6. </a:t>
            </a:r>
            <a:r>
              <a:rPr lang="en-ZA" b="1"/>
              <a:t>Circular reasoning</a:t>
            </a:r>
            <a:endParaRPr lang="en-ZA"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39722743"/>
              </p:ext>
            </p:extLst>
          </p:nvPr>
        </p:nvGraphicFramePr>
        <p:xfrm>
          <a:off x="838200" y="1066800"/>
          <a:ext cx="10515600" cy="5576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p:nvPr>
            <p:extLst>
              <p:ext uri="{D42A27DB-BD31-4B8C-83A1-F6EECF244321}">
                <p14:modId xmlns:p14="http://schemas.microsoft.com/office/powerpoint/2010/main" val="2594594392"/>
              </p:ext>
            </p:extLst>
          </p:nvPr>
        </p:nvGraphicFramePr>
        <p:xfrm>
          <a:off x="2032001" y="2604655"/>
          <a:ext cx="2387600" cy="192578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3" name="Picture 2"/>
          <p:cNvPicPr>
            <a:picLocks noChangeAspect="1"/>
          </p:cNvPicPr>
          <p:nvPr/>
        </p:nvPicPr>
        <p:blipFill>
          <a:blip r:embed="rId12"/>
          <a:stretch>
            <a:fillRect/>
          </a:stretch>
        </p:blipFill>
        <p:spPr>
          <a:xfrm>
            <a:off x="2003953" y="2619676"/>
            <a:ext cx="2323085" cy="1738012"/>
          </a:xfrm>
          <a:prstGeom prst="rect">
            <a:avLst/>
          </a:prstGeom>
        </p:spPr>
      </p:pic>
    </p:spTree>
    <p:extLst>
      <p:ext uri="{BB962C8B-B14F-4D97-AF65-F5344CB8AC3E}">
        <p14:creationId xmlns:p14="http://schemas.microsoft.com/office/powerpoint/2010/main" val="510378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Circular reasoning</a:t>
            </a:r>
          </a:p>
        </p:txBody>
      </p:sp>
      <p:pic>
        <p:nvPicPr>
          <p:cNvPr id="5" name="Content Placeholder 4"/>
          <p:cNvPicPr>
            <a:picLocks noGrp="1" noChangeAspect="1"/>
          </p:cNvPicPr>
          <p:nvPr>
            <p:ph idx="1"/>
          </p:nvPr>
        </p:nvPicPr>
        <p:blipFill>
          <a:blip r:embed="rId2"/>
          <a:stretch>
            <a:fillRect/>
          </a:stretch>
        </p:blipFill>
        <p:spPr>
          <a:xfrm>
            <a:off x="2729345" y="1690689"/>
            <a:ext cx="7384473" cy="4696256"/>
          </a:xfrm>
          <a:prstGeom prst="rect">
            <a:avLst/>
          </a:prstGeom>
        </p:spPr>
      </p:pic>
    </p:spTree>
    <p:extLst>
      <p:ext uri="{BB962C8B-B14F-4D97-AF65-F5344CB8AC3E}">
        <p14:creationId xmlns:p14="http://schemas.microsoft.com/office/powerpoint/2010/main" val="2389604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052944"/>
          </a:xfrm>
        </p:spPr>
        <p:txBody>
          <a:bodyPr/>
          <a:lstStyle/>
          <a:p>
            <a:r>
              <a:rPr lang="en-ZA" b="1" dirty="0"/>
              <a:t>7. Straw Man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07648713"/>
              </p:ext>
            </p:extLst>
          </p:nvPr>
        </p:nvGraphicFramePr>
        <p:xfrm>
          <a:off x="838200" y="1177527"/>
          <a:ext cx="10515600" cy="52786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p:cNvPicPr>
            <a:picLocks noChangeAspect="1"/>
          </p:cNvPicPr>
          <p:nvPr/>
        </p:nvPicPr>
        <p:blipFill>
          <a:blip r:embed="rId7"/>
          <a:stretch>
            <a:fillRect/>
          </a:stretch>
        </p:blipFill>
        <p:spPr>
          <a:xfrm>
            <a:off x="9712171" y="1"/>
            <a:ext cx="2479829" cy="1177526"/>
          </a:xfrm>
          <a:prstGeom prst="rect">
            <a:avLst/>
          </a:prstGeom>
        </p:spPr>
      </p:pic>
    </p:spTree>
    <p:extLst>
      <p:ext uri="{BB962C8B-B14F-4D97-AF65-F5344CB8AC3E}">
        <p14:creationId xmlns:p14="http://schemas.microsoft.com/office/powerpoint/2010/main" val="1899113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7819"/>
            <a:ext cx="10515600" cy="1219199"/>
          </a:xfrm>
        </p:spPr>
        <p:txBody>
          <a:bodyPr/>
          <a:lstStyle/>
          <a:p>
            <a:r>
              <a:rPr lang="en-ZA" b="1" dirty="0"/>
              <a:t>Straw Man</a:t>
            </a:r>
          </a:p>
        </p:txBody>
      </p:sp>
      <p:pic>
        <p:nvPicPr>
          <p:cNvPr id="4" name="Content Placeholder 3"/>
          <p:cNvPicPr>
            <a:picLocks noGrp="1" noChangeAspect="1"/>
          </p:cNvPicPr>
          <p:nvPr>
            <p:ph idx="1"/>
          </p:nvPr>
        </p:nvPicPr>
        <p:blipFill>
          <a:blip r:embed="rId2"/>
          <a:stretch>
            <a:fillRect/>
          </a:stretch>
        </p:blipFill>
        <p:spPr>
          <a:xfrm>
            <a:off x="1939342" y="1468583"/>
            <a:ext cx="8229894" cy="4275269"/>
          </a:xfrm>
          <a:prstGeom prst="rect">
            <a:avLst/>
          </a:prstGeom>
        </p:spPr>
      </p:pic>
    </p:spTree>
    <p:extLst>
      <p:ext uri="{BB962C8B-B14F-4D97-AF65-F5344CB8AC3E}">
        <p14:creationId xmlns:p14="http://schemas.microsoft.com/office/powerpoint/2010/main" val="2446590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58981"/>
          </a:xfrm>
        </p:spPr>
        <p:txBody>
          <a:bodyPr/>
          <a:lstStyle/>
          <a:p>
            <a:r>
              <a:rPr lang="en-ZA" b="1" dirty="0"/>
              <a:t>8. Ad Hominem</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39242350"/>
              </p:ext>
            </p:extLst>
          </p:nvPr>
        </p:nvGraphicFramePr>
        <p:xfrm>
          <a:off x="838200" y="858838"/>
          <a:ext cx="10515600" cy="5318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4349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Ad</a:t>
            </a:r>
            <a:r>
              <a:rPr lang="en-ZA" dirty="0"/>
              <a:t> </a:t>
            </a:r>
            <a:r>
              <a:rPr lang="en-ZA" b="1" dirty="0"/>
              <a:t>Hominem</a:t>
            </a:r>
          </a:p>
        </p:txBody>
      </p:sp>
      <p:pic>
        <p:nvPicPr>
          <p:cNvPr id="10" name="Content Placeholder 9"/>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838200" y="2324894"/>
            <a:ext cx="5181600" cy="3352799"/>
          </a:xfrm>
        </p:spPr>
      </p:pic>
      <p:pic>
        <p:nvPicPr>
          <p:cNvPr id="11" name="Content Placeholder 10"/>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172200" y="2324894"/>
            <a:ext cx="5181600" cy="3352799"/>
          </a:xfrm>
        </p:spPr>
      </p:pic>
    </p:spTree>
    <p:extLst>
      <p:ext uri="{BB962C8B-B14F-4D97-AF65-F5344CB8AC3E}">
        <p14:creationId xmlns:p14="http://schemas.microsoft.com/office/powerpoint/2010/main" val="3393970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23269-EEAD-4256-B8FD-C5A25BDDACFB}"/>
              </a:ext>
            </a:extLst>
          </p:cNvPr>
          <p:cNvSpPr>
            <a:spLocks noGrp="1"/>
          </p:cNvSpPr>
          <p:nvPr>
            <p:ph type="title"/>
          </p:nvPr>
        </p:nvSpPr>
        <p:spPr>
          <a:xfrm>
            <a:off x="838200" y="1"/>
            <a:ext cx="10515600" cy="976543"/>
          </a:xfrm>
        </p:spPr>
        <p:txBody>
          <a:bodyPr>
            <a:normAutofit/>
          </a:bodyPr>
          <a:lstStyle/>
          <a:p>
            <a:r>
              <a:rPr lang="en-ZA" sz="4000" b="1" dirty="0"/>
              <a:t>So how do I find fallacies in my own writing?</a:t>
            </a:r>
            <a:endParaRPr lang="en-GB" sz="4000" dirty="0"/>
          </a:p>
        </p:txBody>
      </p:sp>
      <p:graphicFrame>
        <p:nvGraphicFramePr>
          <p:cNvPr id="5" name="Table 5">
            <a:extLst>
              <a:ext uri="{FF2B5EF4-FFF2-40B4-BE49-F238E27FC236}">
                <a16:creationId xmlns:a16="http://schemas.microsoft.com/office/drawing/2014/main" id="{552BED2F-E0E8-4C67-9F19-F10E50149018}"/>
              </a:ext>
            </a:extLst>
          </p:cNvPr>
          <p:cNvGraphicFramePr>
            <a:graphicFrameLocks noGrp="1"/>
          </p:cNvGraphicFramePr>
          <p:nvPr>
            <p:ph sz="half" idx="1"/>
            <p:extLst>
              <p:ext uri="{D42A27DB-BD31-4B8C-83A1-F6EECF244321}">
                <p14:modId xmlns:p14="http://schemas.microsoft.com/office/powerpoint/2010/main" val="1968486945"/>
              </p:ext>
            </p:extLst>
          </p:nvPr>
        </p:nvGraphicFramePr>
        <p:xfrm>
          <a:off x="838198" y="1189613"/>
          <a:ext cx="5185299" cy="4593044"/>
        </p:xfrm>
        <a:graphic>
          <a:graphicData uri="http://schemas.openxmlformats.org/drawingml/2006/table">
            <a:tbl>
              <a:tblPr firstRow="1" bandRow="1">
                <a:tableStyleId>{B301B821-A1FF-4177-AEE7-76D212191A09}</a:tableStyleId>
              </a:tblPr>
              <a:tblGrid>
                <a:gridCol w="5185299">
                  <a:extLst>
                    <a:ext uri="{9D8B030D-6E8A-4147-A177-3AD203B41FA5}">
                      <a16:colId xmlns:a16="http://schemas.microsoft.com/office/drawing/2014/main" val="2072428947"/>
                    </a:ext>
                  </a:extLst>
                </a:gridCol>
              </a:tblGrid>
              <a:tr h="0">
                <a:tc>
                  <a:txBody>
                    <a:bodyPr/>
                    <a:lstStyle/>
                    <a:p>
                      <a:endParaRPr lang="en-US" dirty="0"/>
                    </a:p>
                  </a:txBody>
                  <a:tcPr/>
                </a:tc>
                <a:extLst>
                  <a:ext uri="{0D108BD9-81ED-4DB2-BD59-A6C34878D82A}">
                    <a16:rowId xmlns:a16="http://schemas.microsoft.com/office/drawing/2014/main" val="3254210298"/>
                  </a:ext>
                </a:extLst>
              </a:tr>
              <a:tr h="1290588">
                <a:tc>
                  <a:txBody>
                    <a:bodyPr/>
                    <a:lstStyle/>
                    <a:p>
                      <a:pPr marL="0" lvl="0" indent="0">
                        <a:lnSpc>
                          <a:spcPct val="100000"/>
                        </a:lnSpc>
                        <a:spcBef>
                          <a:spcPct val="20000"/>
                        </a:spcBef>
                        <a:buFont typeface="Arial" panose="020B0604020202020204" pitchFamily="34" charset="0"/>
                        <a:buNone/>
                      </a:pPr>
                      <a:r>
                        <a:rPr lang="en-ZA" sz="1600" b="1" dirty="0">
                          <a:solidFill>
                            <a:prstClr val="black"/>
                          </a:solidFill>
                        </a:rPr>
                        <a:t>Pretend you disagree with the conclusion you're defending:</a:t>
                      </a:r>
                      <a:r>
                        <a:rPr lang="en-ZA" sz="1600" dirty="0">
                          <a:solidFill>
                            <a:prstClr val="black"/>
                          </a:solidFill>
                        </a:rPr>
                        <a:t> </a:t>
                      </a:r>
                    </a:p>
                    <a:p>
                      <a:pPr marL="457200" lvl="1" indent="0">
                        <a:lnSpc>
                          <a:spcPct val="100000"/>
                        </a:lnSpc>
                        <a:spcBef>
                          <a:spcPct val="20000"/>
                        </a:spcBef>
                        <a:buNone/>
                      </a:pPr>
                      <a:r>
                        <a:rPr lang="en-ZA" sz="1600" dirty="0">
                          <a:solidFill>
                            <a:prstClr val="black"/>
                          </a:solidFill>
                        </a:rPr>
                        <a:t>What parts of the argument would now seem fishy to you? What parts would seem easiest to attack? Give special attention to strengthening those parts.</a:t>
                      </a:r>
                      <a:endParaRPr lang="en-GB" sz="1600" dirty="0"/>
                    </a:p>
                  </a:txBody>
                  <a:tcPr/>
                </a:tc>
                <a:extLst>
                  <a:ext uri="{0D108BD9-81ED-4DB2-BD59-A6C34878D82A}">
                    <a16:rowId xmlns:a16="http://schemas.microsoft.com/office/drawing/2014/main" val="3122244590"/>
                  </a:ext>
                </a:extLst>
              </a:tr>
              <a:tr h="1753579">
                <a:tc>
                  <a:txBody>
                    <a:bodyPr/>
                    <a:lstStyle/>
                    <a:p>
                      <a:pPr marL="0" lvl="0" indent="0">
                        <a:lnSpc>
                          <a:spcPct val="100000"/>
                        </a:lnSpc>
                        <a:spcBef>
                          <a:spcPct val="20000"/>
                        </a:spcBef>
                        <a:buFont typeface="Arial" panose="020B0604020202020204" pitchFamily="34" charset="0"/>
                        <a:buNone/>
                      </a:pPr>
                      <a:r>
                        <a:rPr lang="en-ZA" sz="1600" b="1" dirty="0">
                          <a:solidFill>
                            <a:prstClr val="black"/>
                          </a:solidFill>
                        </a:rPr>
                        <a:t>List your main points:</a:t>
                      </a:r>
                      <a:endParaRPr lang="en-ZA" sz="1600" dirty="0">
                        <a:solidFill>
                          <a:prstClr val="black"/>
                        </a:solidFill>
                      </a:endParaRPr>
                    </a:p>
                    <a:p>
                      <a:pPr marL="457200" lvl="1" indent="0">
                        <a:lnSpc>
                          <a:spcPct val="100000"/>
                        </a:lnSpc>
                        <a:spcBef>
                          <a:spcPct val="20000"/>
                        </a:spcBef>
                        <a:buNone/>
                      </a:pPr>
                      <a:r>
                        <a:rPr lang="en-ZA" sz="1600" dirty="0">
                          <a:solidFill>
                            <a:prstClr val="black"/>
                          </a:solidFill>
                        </a:rPr>
                        <a:t>Under each one, </a:t>
                      </a:r>
                      <a:r>
                        <a:rPr lang="en-ZA" sz="1600" b="1" dirty="0">
                          <a:solidFill>
                            <a:prstClr val="black"/>
                          </a:solidFill>
                        </a:rPr>
                        <a:t>list the evidence</a:t>
                      </a:r>
                      <a:r>
                        <a:rPr lang="en-ZA" sz="1600" dirty="0">
                          <a:solidFill>
                            <a:prstClr val="black"/>
                          </a:solidFill>
                        </a:rPr>
                        <a:t> you have for it. Seeing your claims and evidence laid out this way may make you realize that you have no good evidence for a particular claim, or it may help you look more critically at the evidence you're using.</a:t>
                      </a:r>
                    </a:p>
                    <a:p>
                      <a:endParaRPr lang="en-GB" sz="1600" dirty="0"/>
                    </a:p>
                  </a:txBody>
                  <a:tcPr/>
                </a:tc>
                <a:extLst>
                  <a:ext uri="{0D108BD9-81ED-4DB2-BD59-A6C34878D82A}">
                    <a16:rowId xmlns:a16="http://schemas.microsoft.com/office/drawing/2014/main" val="1071575766"/>
                  </a:ext>
                </a:extLst>
              </a:tr>
              <a:tr h="1020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600" b="1" dirty="0">
                          <a:solidFill>
                            <a:prstClr val="black"/>
                          </a:solidFill>
                        </a:rPr>
                        <a:t>Double check your characterizations of others</a:t>
                      </a:r>
                      <a:r>
                        <a:rPr lang="en-ZA" sz="1600" dirty="0">
                          <a:solidFill>
                            <a:prstClr val="black"/>
                          </a:solidFill>
                        </a:rPr>
                        <a:t>, especially your opponents, to be sure they are accurate and fair.</a:t>
                      </a:r>
                    </a:p>
                  </a:txBody>
                  <a:tcPr/>
                </a:tc>
                <a:extLst>
                  <a:ext uri="{0D108BD9-81ED-4DB2-BD59-A6C34878D82A}">
                    <a16:rowId xmlns:a16="http://schemas.microsoft.com/office/drawing/2014/main" val="3458314455"/>
                  </a:ext>
                </a:extLst>
              </a:tr>
            </a:tbl>
          </a:graphicData>
        </a:graphic>
      </p:graphicFrame>
      <p:graphicFrame>
        <p:nvGraphicFramePr>
          <p:cNvPr id="7" name="Table 7">
            <a:extLst>
              <a:ext uri="{FF2B5EF4-FFF2-40B4-BE49-F238E27FC236}">
                <a16:creationId xmlns:a16="http://schemas.microsoft.com/office/drawing/2014/main" id="{960DEA77-3140-434C-BAEF-C298F775054D}"/>
              </a:ext>
            </a:extLst>
          </p:cNvPr>
          <p:cNvGraphicFramePr>
            <a:graphicFrameLocks noGrp="1"/>
          </p:cNvGraphicFramePr>
          <p:nvPr>
            <p:ph sz="half" idx="2"/>
            <p:extLst>
              <p:ext uri="{D42A27DB-BD31-4B8C-83A1-F6EECF244321}">
                <p14:modId xmlns:p14="http://schemas.microsoft.com/office/powerpoint/2010/main" val="2893999222"/>
              </p:ext>
            </p:extLst>
          </p:nvPr>
        </p:nvGraphicFramePr>
        <p:xfrm>
          <a:off x="6168505" y="1189612"/>
          <a:ext cx="5181600" cy="4590805"/>
        </p:xfrm>
        <a:graphic>
          <a:graphicData uri="http://schemas.openxmlformats.org/drawingml/2006/table">
            <a:tbl>
              <a:tblPr firstRow="1" bandRow="1">
                <a:tableStyleId>{B301B821-A1FF-4177-AEE7-76D212191A09}</a:tableStyleId>
              </a:tblPr>
              <a:tblGrid>
                <a:gridCol w="5181600">
                  <a:extLst>
                    <a:ext uri="{9D8B030D-6E8A-4147-A177-3AD203B41FA5}">
                      <a16:colId xmlns:a16="http://schemas.microsoft.com/office/drawing/2014/main" val="3290442681"/>
                    </a:ext>
                  </a:extLst>
                </a:gridCol>
              </a:tblGrid>
              <a:tr h="0">
                <a:tc>
                  <a:txBody>
                    <a:bodyPr/>
                    <a:lstStyle/>
                    <a:p>
                      <a:endParaRPr lang="en-GB" dirty="0"/>
                    </a:p>
                  </a:txBody>
                  <a:tcPr/>
                </a:tc>
                <a:extLst>
                  <a:ext uri="{0D108BD9-81ED-4DB2-BD59-A6C34878D82A}">
                    <a16:rowId xmlns:a16="http://schemas.microsoft.com/office/drawing/2014/main" val="3625627155"/>
                  </a:ext>
                </a:extLst>
              </a:tr>
              <a:tr h="2134391">
                <a:tc>
                  <a: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ZA" sz="1600" b="1" u="none" strike="noStrike" kern="1200" cap="none" spc="0" normalizeH="0" baseline="0" noProof="0" dirty="0">
                          <a:ln>
                            <a:noFill/>
                          </a:ln>
                          <a:solidFill>
                            <a:prstClr val="black"/>
                          </a:solidFill>
                          <a:effectLst/>
                          <a:uLnTx/>
                          <a:uFillTx/>
                        </a:rPr>
                        <a:t>Be aware that broad claims need more proof than narrow ones</a:t>
                      </a:r>
                      <a:r>
                        <a:rPr kumimoji="0" lang="en-ZA" sz="1600" b="0" u="none" strike="noStrike" kern="1200" cap="none" spc="0" normalizeH="0" baseline="0" noProof="0" dirty="0">
                          <a:ln>
                            <a:noFill/>
                          </a:ln>
                          <a:solidFill>
                            <a:prstClr val="black"/>
                          </a:solidFill>
                          <a:effectLst/>
                          <a:uLnTx/>
                          <a:uFillTx/>
                        </a:rPr>
                        <a:t>. 	</a:t>
                      </a:r>
                    </a:p>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ZA" sz="1600" b="0" u="none" strike="noStrike" kern="1200" cap="none" spc="0" normalizeH="0" baseline="0" noProof="0" dirty="0">
                          <a:ln>
                            <a:noFill/>
                          </a:ln>
                          <a:solidFill>
                            <a:prstClr val="black"/>
                          </a:solidFill>
                          <a:effectLst/>
                          <a:uLnTx/>
                          <a:uFillTx/>
                        </a:rPr>
                        <a:t>Claims that use sweeping words like "all," "no," "none," "every,“, "always," "never," "no one," and "everyone" are sometimes appropriate—but they require a lot more proof than less-	sweeping claims that use words like "some," "many," "few," "sometimes," "usually," and so forth.</a:t>
                      </a:r>
                    </a:p>
                    <a:p>
                      <a:endParaRPr lang="en-GB" dirty="0"/>
                    </a:p>
                  </a:txBody>
                  <a:tcPr/>
                </a:tc>
                <a:extLst>
                  <a:ext uri="{0D108BD9-81ED-4DB2-BD59-A6C34878D82A}">
                    <a16:rowId xmlns:a16="http://schemas.microsoft.com/office/drawing/2014/main" val="1551984352"/>
                  </a:ext>
                </a:extLst>
              </a:tr>
              <a:tr h="2090654">
                <a:tc>
                  <a:txBody>
                    <a:bodyPr/>
                    <a:lstStyle/>
                    <a:p>
                      <a:pPr marL="0" lvl="0" indent="0">
                        <a:lnSpc>
                          <a:spcPct val="100000"/>
                        </a:lnSpc>
                        <a:spcBef>
                          <a:spcPct val="20000"/>
                        </a:spcBef>
                        <a:buFont typeface="Arial" panose="020B0604020202020204" pitchFamily="34" charset="0"/>
                        <a:buNone/>
                      </a:pPr>
                      <a:r>
                        <a:rPr lang="en-ZA" sz="1600" b="1" dirty="0">
                          <a:solidFill>
                            <a:prstClr val="black"/>
                          </a:solidFill>
                        </a:rPr>
                        <a:t>Learn which types of fallacies you're especially prone to</a:t>
                      </a:r>
                      <a:r>
                        <a:rPr lang="en-ZA" sz="1600" dirty="0">
                          <a:solidFill>
                            <a:prstClr val="black"/>
                          </a:solidFill>
                        </a:rPr>
                        <a:t>,</a:t>
                      </a:r>
                      <a:r>
                        <a:rPr lang="en-ZA" sz="1600" b="1" dirty="0">
                          <a:solidFill>
                            <a:prstClr val="black"/>
                          </a:solidFill>
                        </a:rPr>
                        <a:t> and be careful to check for them in your work: </a:t>
                      </a:r>
                    </a:p>
                    <a:p>
                      <a:pPr marL="457200" lvl="1" indent="0">
                        <a:lnSpc>
                          <a:spcPct val="100000"/>
                        </a:lnSpc>
                        <a:spcBef>
                          <a:spcPct val="20000"/>
                        </a:spcBef>
                        <a:buNone/>
                      </a:pPr>
                      <a:r>
                        <a:rPr lang="en-ZA" sz="1600" dirty="0">
                          <a:solidFill>
                            <a:prstClr val="black"/>
                          </a:solidFill>
                        </a:rPr>
                        <a:t>Some writers make lots of appeals to authority; others are more likely to rely on weak analogies or set up straw men. Read over some of your old papers to see if there's a particular kind of fallacy you need to watch out for.</a:t>
                      </a:r>
                    </a:p>
                  </a:txBody>
                  <a:tcPr/>
                </a:tc>
                <a:extLst>
                  <a:ext uri="{0D108BD9-81ED-4DB2-BD59-A6C34878D82A}">
                    <a16:rowId xmlns:a16="http://schemas.microsoft.com/office/drawing/2014/main" val="2807967729"/>
                  </a:ext>
                </a:extLst>
              </a:tr>
            </a:tbl>
          </a:graphicData>
        </a:graphic>
      </p:graphicFrame>
    </p:spTree>
    <p:extLst>
      <p:ext uri="{BB962C8B-B14F-4D97-AF65-F5344CB8AC3E}">
        <p14:creationId xmlns:p14="http://schemas.microsoft.com/office/powerpoint/2010/main" val="4063659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444</TotalTime>
  <Words>1418</Words>
  <Application>Microsoft Office PowerPoint</Application>
  <PresentationFormat>Widescreen</PresentationFormat>
  <Paragraphs>112</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Critical Thinking Part 3 – Fallacious Reasoning</vt:lpstr>
      <vt:lpstr>Introduction</vt:lpstr>
      <vt:lpstr>Introduction</vt:lpstr>
      <vt:lpstr>1. Hasty Generalisations</vt:lpstr>
      <vt:lpstr>Hasty Generalisations</vt:lpstr>
      <vt:lpstr>2. False Analogies</vt:lpstr>
      <vt:lpstr>False Analogy</vt:lpstr>
      <vt:lpstr>3. False Dilemmas</vt:lpstr>
      <vt:lpstr>False Dilemma</vt:lpstr>
      <vt:lpstr>4. Special Pleading</vt:lpstr>
      <vt:lpstr>Special Pleading</vt:lpstr>
      <vt:lpstr>5. Red Herrings</vt:lpstr>
      <vt:lpstr>Red Herring</vt:lpstr>
      <vt:lpstr>6. Circular reasoning</vt:lpstr>
      <vt:lpstr>Circular reasoning</vt:lpstr>
      <vt:lpstr>7. Straw Man</vt:lpstr>
      <vt:lpstr>Straw Man</vt:lpstr>
      <vt:lpstr>8. Ad Hominem</vt:lpstr>
      <vt:lpstr>Ad Hominem</vt:lpstr>
      <vt:lpstr>So how do I find fallacies in my own writing?</vt:lpstr>
    </vt:vector>
  </TitlesOfParts>
  <Company>CPUT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Critical Thinking Part 3 – Fallacious Reasoning</dc:title>
  <dc:creator>Nicole Wessels</dc:creator>
  <cp:lastModifiedBy>Nicole Wessels</cp:lastModifiedBy>
  <cp:revision>27</cp:revision>
  <dcterms:created xsi:type="dcterms:W3CDTF">2020-05-29T11:07:59Z</dcterms:created>
  <dcterms:modified xsi:type="dcterms:W3CDTF">2021-05-07T09:47:32Z</dcterms:modified>
</cp:coreProperties>
</file>