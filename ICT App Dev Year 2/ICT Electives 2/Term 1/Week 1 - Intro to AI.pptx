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709" r:id="rId2"/>
    <p:sldMasterId id="2147483722" r:id="rId3"/>
    <p:sldMasterId id="2147483751" r:id="rId4"/>
  </p:sldMasterIdLst>
  <p:notesMasterIdLst>
    <p:notesMasterId r:id="rId23"/>
  </p:notesMasterIdLst>
  <p:handoutMasterIdLst>
    <p:handoutMasterId r:id="rId24"/>
  </p:handoutMasterIdLst>
  <p:sldIdLst>
    <p:sldId id="368" r:id="rId5"/>
    <p:sldId id="375" r:id="rId6"/>
    <p:sldId id="374" r:id="rId7"/>
    <p:sldId id="312" r:id="rId8"/>
    <p:sldId id="313" r:id="rId9"/>
    <p:sldId id="314" r:id="rId10"/>
    <p:sldId id="315" r:id="rId11"/>
    <p:sldId id="370" r:id="rId12"/>
    <p:sldId id="316" r:id="rId13"/>
    <p:sldId id="372" r:id="rId14"/>
    <p:sldId id="317" r:id="rId15"/>
    <p:sldId id="318" r:id="rId16"/>
    <p:sldId id="373" r:id="rId17"/>
    <p:sldId id="321" r:id="rId18"/>
    <p:sldId id="320" r:id="rId19"/>
    <p:sldId id="376" r:id="rId20"/>
    <p:sldId id="377" r:id="rId21"/>
    <p:sldId id="378" r:id="rId22"/>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A0000"/>
    <a:srgbClr val="003399"/>
    <a:srgbClr val="FFFFFF"/>
    <a:srgbClr val="DDDDDD"/>
    <a:srgbClr val="662C5B"/>
    <a:srgbClr val="000000"/>
    <a:srgbClr val="660033"/>
    <a:srgbClr val="CC0066"/>
    <a:srgbClr val="CC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429" autoAdjust="0"/>
    <p:restoredTop sz="84152" autoAdjust="0"/>
  </p:normalViewPr>
  <p:slideViewPr>
    <p:cSldViewPr>
      <p:cViewPr varScale="1">
        <p:scale>
          <a:sx n="65" d="100"/>
          <a:sy n="65" d="100"/>
        </p:scale>
        <p:origin x="62" y="11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625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722F73B2-7CF1-4832-BF09-2E3D082F4856}" type="datetimeFigureOut">
              <a:rPr lang="en-US" smtClean="0"/>
              <a:pPr/>
              <a:t>3/5/2021</a:t>
            </a:fld>
            <a:endParaRPr lang="en-US" dirty="0"/>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4702B329-9B4F-43B9-920A-39268306AFA7}" type="slidenum">
              <a:rPr lang="en-US" smtClean="0"/>
              <a:pPr/>
              <a:t>‹#›</a:t>
            </a:fld>
            <a:endParaRPr lang="en-US" dirty="0"/>
          </a:p>
        </p:txBody>
      </p:sp>
    </p:spTree>
    <p:extLst>
      <p:ext uri="{BB962C8B-B14F-4D97-AF65-F5344CB8AC3E}">
        <p14:creationId xmlns:p14="http://schemas.microsoft.com/office/powerpoint/2010/main" val="17142632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GB" dirty="0"/>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FAEDA5C1-9818-47C9-A79E-B4D4158DD3E3}" type="datetimeFigureOut">
              <a:rPr lang="en-GB" smtClean="0"/>
              <a:pPr/>
              <a:t>05/Mar/21</a:t>
            </a:fld>
            <a:endParaRPr lang="en-GB"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GB"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GB" dirty="0"/>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9D498802-2017-4E9A-A8AF-781802F703C5}" type="slidenum">
              <a:rPr lang="en-GB" smtClean="0"/>
              <a:pPr/>
              <a:t>‹#›</a:t>
            </a:fld>
            <a:endParaRPr lang="en-GB" dirty="0"/>
          </a:p>
        </p:txBody>
      </p:sp>
    </p:spTree>
    <p:extLst>
      <p:ext uri="{BB962C8B-B14F-4D97-AF65-F5344CB8AC3E}">
        <p14:creationId xmlns:p14="http://schemas.microsoft.com/office/powerpoint/2010/main" val="30632242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en.wikipedia.org/wiki/Golem" TargetMode="External"/><Relationship Id="rId2" Type="http://schemas.openxmlformats.org/officeDocument/2006/relationships/slide" Target="../slides/slide10.xml"/><Relationship Id="rId1" Type="http://schemas.openxmlformats.org/officeDocument/2006/relationships/notesMaster" Target="../notesMasters/notesMaster1.xml"/><Relationship Id="rId4" Type="http://schemas.openxmlformats.org/officeDocument/2006/relationships/hyperlink" Target="https://en.wikipedia.org/wiki/Deep_Blue_versus_Garry_Kasparov"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What</a:t>
            </a:r>
            <a:r>
              <a:rPr lang="en-US" baseline="0" dirty="0" smtClean="0"/>
              <a:t> do you do when  you encounter a new term?</a:t>
            </a:r>
          </a:p>
          <a:p>
            <a:r>
              <a:rPr lang="en-US" dirty="0" smtClean="0"/>
              <a:t>How would you</a:t>
            </a:r>
            <a:r>
              <a:rPr lang="en-US" baseline="0" dirty="0" smtClean="0"/>
              <a:t> go about defining AI?</a:t>
            </a:r>
            <a:endParaRPr lang="en-GB" dirty="0"/>
          </a:p>
        </p:txBody>
      </p:sp>
      <p:sp>
        <p:nvSpPr>
          <p:cNvPr id="4" name="Slide Number Placeholder 3"/>
          <p:cNvSpPr>
            <a:spLocks noGrp="1"/>
          </p:cNvSpPr>
          <p:nvPr>
            <p:ph type="sldNum" sz="quarter" idx="10"/>
          </p:nvPr>
        </p:nvSpPr>
        <p:spPr/>
        <p:txBody>
          <a:bodyPr/>
          <a:lstStyle/>
          <a:p>
            <a:fld id="{9D498802-2017-4E9A-A8AF-781802F703C5}" type="slidenum">
              <a:rPr lang="en-GB" smtClean="0"/>
              <a:pPr/>
              <a:t>8</a:t>
            </a:fld>
            <a:endParaRPr lang="en-GB" dirty="0"/>
          </a:p>
        </p:txBody>
      </p:sp>
    </p:spTree>
    <p:extLst>
      <p:ext uri="{BB962C8B-B14F-4D97-AF65-F5344CB8AC3E}">
        <p14:creationId xmlns:p14="http://schemas.microsoft.com/office/powerpoint/2010/main" val="27661132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lang="en-US" sz="1200" b="0" i="0" kern="1200" dirty="0" smtClean="0">
                <a:solidFill>
                  <a:schemeClr val="tx1"/>
                </a:solidFill>
                <a:effectLst/>
                <a:latin typeface="+mn-lt"/>
                <a:ea typeface="+mn-ea"/>
                <a:cs typeface="+mn-cs"/>
              </a:rPr>
              <a:t>AI is currently a “hot topic”: media coverage and public discussion about AI is almost impossible to avoid. However, you may also have noticed that </a:t>
            </a:r>
            <a:r>
              <a:rPr lang="en-US" sz="1200" b="1" i="0" kern="1200" dirty="0" smtClean="0">
                <a:solidFill>
                  <a:schemeClr val="tx1"/>
                </a:solidFill>
                <a:effectLst/>
                <a:latin typeface="+mn-lt"/>
                <a:ea typeface="+mn-ea"/>
                <a:cs typeface="+mn-cs"/>
              </a:rPr>
              <a:t>AI means different things to different people. </a:t>
            </a:r>
            <a:r>
              <a:rPr lang="en-US" sz="1200" b="0" i="0" kern="1200" dirty="0" smtClean="0">
                <a:solidFill>
                  <a:schemeClr val="tx1"/>
                </a:solidFill>
                <a:effectLst/>
                <a:latin typeface="+mn-lt"/>
                <a:ea typeface="+mn-ea"/>
                <a:cs typeface="+mn-cs"/>
              </a:rPr>
              <a:t>For some, AI is about </a:t>
            </a:r>
            <a:r>
              <a:rPr lang="en-US" sz="1200" b="0" i="1" kern="1200" dirty="0" smtClean="0">
                <a:solidFill>
                  <a:schemeClr val="tx1"/>
                </a:solidFill>
                <a:effectLst/>
                <a:latin typeface="+mn-lt"/>
                <a:ea typeface="+mn-ea"/>
                <a:cs typeface="+mn-cs"/>
              </a:rPr>
              <a:t>artificial life-forms that can surpass human intelligence</a:t>
            </a:r>
            <a:r>
              <a:rPr lang="en-US" sz="1200" b="0" i="0" kern="1200" dirty="0" smtClean="0">
                <a:solidFill>
                  <a:schemeClr val="tx1"/>
                </a:solidFill>
                <a:effectLst/>
                <a:latin typeface="+mn-lt"/>
                <a:ea typeface="+mn-ea"/>
                <a:cs typeface="+mn-cs"/>
              </a:rPr>
              <a:t>, and for others, </a:t>
            </a:r>
            <a:r>
              <a:rPr lang="en-US" sz="1200" b="0" i="1" kern="1200" dirty="0" smtClean="0">
                <a:solidFill>
                  <a:schemeClr val="tx1"/>
                </a:solidFill>
                <a:effectLst/>
                <a:latin typeface="+mn-lt"/>
                <a:ea typeface="+mn-ea"/>
                <a:cs typeface="+mn-cs"/>
              </a:rPr>
              <a:t>almost any data processing technology can be called AI.</a:t>
            </a:r>
          </a:p>
          <a:p>
            <a:endParaRPr lang="en-US" sz="1200" b="0" i="1"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Even AI researchers have no exact definition of AI. </a:t>
            </a:r>
            <a:r>
              <a:rPr lang="en-US" sz="1200" b="0" i="0" kern="1200" dirty="0" smtClean="0">
                <a:solidFill>
                  <a:schemeClr val="tx1"/>
                </a:solidFill>
                <a:effectLst/>
                <a:latin typeface="+mn-lt"/>
                <a:ea typeface="+mn-ea"/>
                <a:cs typeface="+mn-cs"/>
              </a:rPr>
              <a:t>The field is rather being constantly redefined when some topics are classified as non-AI, and new topics emerge.</a:t>
            </a:r>
            <a:r>
              <a:rPr lang="en-US" dirty="0" smtClean="0"/>
              <a:t/>
            </a:r>
            <a:br>
              <a:rPr lang="en-US" dirty="0" smtClean="0"/>
            </a:br>
            <a:r>
              <a:rPr lang="en-US" dirty="0" smtClean="0"/>
              <a:t/>
            </a:r>
            <a:br>
              <a:rPr lang="en-US" dirty="0" smtClean="0"/>
            </a:br>
            <a:r>
              <a:rPr lang="en-US" sz="1200" b="0" i="0" kern="1200" dirty="0" smtClean="0">
                <a:solidFill>
                  <a:schemeClr val="tx1"/>
                </a:solidFill>
                <a:effectLst/>
                <a:latin typeface="+mn-lt"/>
                <a:ea typeface="+mn-ea"/>
                <a:cs typeface="+mn-cs"/>
              </a:rPr>
              <a:t>There’s an old (geeky) joke that </a:t>
            </a:r>
            <a:r>
              <a:rPr lang="en-US" sz="1200" b="1" i="0" kern="1200" dirty="0" smtClean="0">
                <a:solidFill>
                  <a:schemeClr val="tx1"/>
                </a:solidFill>
                <a:effectLst/>
                <a:latin typeface="+mn-lt"/>
                <a:ea typeface="+mn-ea"/>
                <a:cs typeface="+mn-cs"/>
              </a:rPr>
              <a:t>AI is defined as “cool things that computers can’t do.” </a:t>
            </a:r>
            <a:r>
              <a:rPr lang="en-US" sz="1200" b="0" i="0" kern="1200" dirty="0" smtClean="0">
                <a:solidFill>
                  <a:schemeClr val="tx1"/>
                </a:solidFill>
                <a:effectLst/>
                <a:latin typeface="+mn-lt"/>
                <a:ea typeface="+mn-ea"/>
                <a:cs typeface="+mn-cs"/>
              </a:rPr>
              <a:t>The irony is that under this definition, </a:t>
            </a:r>
            <a:r>
              <a:rPr lang="en-US" sz="1200" b="0" i="1" kern="1200" dirty="0" smtClean="0">
                <a:solidFill>
                  <a:schemeClr val="tx1"/>
                </a:solidFill>
                <a:effectLst/>
                <a:latin typeface="+mn-lt"/>
                <a:ea typeface="+mn-ea"/>
                <a:cs typeface="+mn-cs"/>
              </a:rPr>
              <a:t>AI can never make any progress: as soon as we find a way to do something cool with a computer, it stops being an AI problem. </a:t>
            </a:r>
            <a:r>
              <a:rPr lang="en-US" sz="1200" b="0" i="0" kern="1200" dirty="0" smtClean="0">
                <a:solidFill>
                  <a:schemeClr val="tx1"/>
                </a:solidFill>
                <a:effectLst/>
                <a:latin typeface="+mn-lt"/>
                <a:ea typeface="+mn-ea"/>
                <a:cs typeface="+mn-cs"/>
              </a:rPr>
              <a:t>However, there is an element of truth in this definition. Fifty years ago, for instance, automatic methods for search and planning were considered to belong to the domain of AI. Nowadays such methods are taught to every computer science student. Similarly, certain methods for processing uncertain information are becoming so well understood that they are likely to be moved from AI to statistics or probability very soon.</a:t>
            </a:r>
          </a:p>
          <a:p>
            <a:endParaRPr lang="en-US" sz="1200" b="0"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the legacy of science fiction</a:t>
            </a:r>
          </a:p>
          <a:p>
            <a:r>
              <a:rPr lang="en-US" sz="1200" b="1" i="1" kern="1200" dirty="0" smtClean="0">
                <a:solidFill>
                  <a:schemeClr val="tx1"/>
                </a:solidFill>
                <a:effectLst/>
                <a:latin typeface="+mn-lt"/>
                <a:ea typeface="+mn-ea"/>
                <a:cs typeface="+mn-cs"/>
              </a:rPr>
              <a:t>The confusion about the meaning of AI is made worse by the visions of AI present in various literary and cinematic works of science fiction</a:t>
            </a:r>
            <a:r>
              <a:rPr lang="en-US" sz="1200" b="0" i="0" kern="1200" dirty="0" smtClean="0">
                <a:solidFill>
                  <a:schemeClr val="tx1"/>
                </a:solidFill>
                <a:effectLst/>
                <a:latin typeface="+mn-lt"/>
                <a:ea typeface="+mn-ea"/>
                <a:cs typeface="+mn-cs"/>
              </a:rPr>
              <a:t>. Science fiction stories often </a:t>
            </a:r>
            <a:r>
              <a:rPr lang="en-US" sz="1200" b="1" i="0" kern="1200" dirty="0" smtClean="0">
                <a:solidFill>
                  <a:schemeClr val="tx1"/>
                </a:solidFill>
                <a:effectLst/>
                <a:latin typeface="+mn-lt"/>
                <a:ea typeface="+mn-ea"/>
                <a:cs typeface="+mn-cs"/>
              </a:rPr>
              <a:t>feature friendly humanoid servants that provide overly-detailed factoids or witty dialogue</a:t>
            </a:r>
            <a:r>
              <a:rPr lang="en-US" sz="1200" b="0" i="0" kern="1200" dirty="0" smtClean="0">
                <a:solidFill>
                  <a:schemeClr val="tx1"/>
                </a:solidFill>
                <a:effectLst/>
                <a:latin typeface="+mn-lt"/>
                <a:ea typeface="+mn-ea"/>
                <a:cs typeface="+mn-cs"/>
              </a:rPr>
              <a:t>, but can sometimes follow the steps of Pinocchio and start to wonder if they can become human. Another class of humanoid beings in sci-fi espouse sinister motives and turn against their masters in the vein of old tales of sorcerers’ apprentices, going back to the </a:t>
            </a:r>
            <a:r>
              <a:rPr lang="en-US" sz="1200" b="0" i="0" kern="1200" dirty="0" smtClean="0">
                <a:solidFill>
                  <a:schemeClr val="tx1"/>
                </a:solidFill>
                <a:effectLst/>
                <a:latin typeface="+mn-lt"/>
                <a:ea typeface="+mn-ea"/>
                <a:cs typeface="+mn-cs"/>
                <a:hlinkClick r:id="rId3"/>
              </a:rPr>
              <a:t>Golem of Prague</a:t>
            </a:r>
            <a:r>
              <a:rPr lang="en-US" sz="1200" b="0" i="0" kern="1200" dirty="0" smtClean="0">
                <a:solidFill>
                  <a:schemeClr val="tx1"/>
                </a:solidFill>
                <a:effectLst/>
                <a:latin typeface="+mn-lt"/>
                <a:ea typeface="+mn-ea"/>
                <a:cs typeface="+mn-cs"/>
              </a:rPr>
              <a:t> and beyond.</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Sometimes science fiction portrays AI in terms</a:t>
            </a:r>
            <a:r>
              <a:rPr lang="en-US" sz="1200" b="0" i="0" kern="1200" baseline="0" dirty="0" smtClean="0">
                <a:solidFill>
                  <a:schemeClr val="tx1"/>
                </a:solidFill>
                <a:effectLst/>
                <a:latin typeface="+mn-lt"/>
                <a:ea typeface="+mn-ea"/>
                <a:cs typeface="+mn-cs"/>
              </a:rPr>
              <a:t> of robots that are badass, genius and powerful than human being to an extent that one may think that people can be replaced by machines. This alienates people and they become negative towards AI.</a:t>
            </a:r>
            <a:endParaRPr lang="en-US" sz="1200" b="0" i="0" kern="1200" dirty="0" smtClean="0">
              <a:solidFill>
                <a:schemeClr val="tx1"/>
              </a:solidFill>
              <a:effectLst/>
              <a:latin typeface="+mn-lt"/>
              <a:ea typeface="+mn-ea"/>
              <a:cs typeface="+mn-cs"/>
            </a:endParaRPr>
          </a:p>
          <a:p>
            <a:endParaRPr lang="en-US" sz="1200" b="0"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Reason 3: what seems easy is actually hard…</a:t>
            </a:r>
          </a:p>
          <a:p>
            <a:r>
              <a:rPr lang="en-US" sz="1200" b="1" i="0" kern="1200" dirty="0" smtClean="0">
                <a:solidFill>
                  <a:schemeClr val="tx1"/>
                </a:solidFill>
                <a:effectLst/>
                <a:latin typeface="+mn-lt"/>
                <a:ea typeface="+mn-ea"/>
                <a:cs typeface="+mn-cs"/>
              </a:rPr>
              <a:t>Another source of difficulty in understanding AI is that it is hard to know which tasks are easy and which ones are hard</a:t>
            </a:r>
            <a:r>
              <a:rPr lang="en-US" sz="1200" b="1" i="0" kern="1200" dirty="0" smtClean="0">
                <a:solidFill>
                  <a:srgbClr val="FF0000"/>
                </a:solidFill>
                <a:effectLst/>
                <a:latin typeface="+mn-lt"/>
                <a:ea typeface="+mn-ea"/>
                <a:cs typeface="+mn-cs"/>
              </a:rPr>
              <a:t>. </a:t>
            </a:r>
            <a:r>
              <a:rPr lang="en-US" sz="1200" b="0" i="0" u="sng" kern="1200" dirty="0" smtClean="0">
                <a:solidFill>
                  <a:srgbClr val="FF0000"/>
                </a:solidFill>
                <a:effectLst/>
                <a:latin typeface="+mn-lt"/>
                <a:ea typeface="+mn-ea"/>
                <a:cs typeface="+mn-cs"/>
              </a:rPr>
              <a:t>Look around and pick up an object in your hand, then think about what you did: you used your eyes to scan your surroundings, figured out where are some suitable objects for picking up, chose one of them and planned a trajectory for your hand to reach that one, then moved your hand by contracting various muscles in sequence and managed to squeeze the object with just the right amount of force to keep it between your fingers.</a:t>
            </a:r>
            <a:r>
              <a:rPr lang="en-US" sz="1200" b="0" i="0" kern="1200" dirty="0" smtClean="0">
                <a:solidFill>
                  <a:srgbClr val="FF0000"/>
                </a:solidFill>
                <a:effectLst/>
                <a:latin typeface="+mn-lt"/>
                <a:ea typeface="+mn-ea"/>
                <a:cs typeface="+mn-cs"/>
              </a:rPr>
              <a:t/>
            </a:r>
            <a:br>
              <a:rPr lang="en-US" sz="1200" b="0" i="0" kern="1200" dirty="0" smtClean="0">
                <a:solidFill>
                  <a:srgbClr val="FF0000"/>
                </a:solidFill>
                <a:effectLst/>
                <a:latin typeface="+mn-lt"/>
                <a:ea typeface="+mn-ea"/>
                <a:cs typeface="+mn-cs"/>
              </a:rPr>
            </a:br>
            <a:r>
              <a:rPr lang="en-US" sz="1200" b="0" i="0" kern="1200" dirty="0" smtClean="0">
                <a:solidFill>
                  <a:schemeClr val="tx1"/>
                </a:solidFill>
                <a:effectLst/>
                <a:latin typeface="+mn-lt"/>
                <a:ea typeface="+mn-ea"/>
                <a:cs typeface="+mn-cs"/>
              </a:rPr>
              <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It can be hard to appreciate how complicated all this is, but sometimes it becomes visible when something goes wrong: the object you pick is much heavier or lighter than you expected, or someone else opens a door just as you are reaching for the handle, and then you can find yourself seriously out of balance. </a:t>
            </a:r>
            <a:r>
              <a:rPr lang="en-US" sz="1200" b="1" i="0" kern="1200" dirty="0" smtClean="0">
                <a:solidFill>
                  <a:schemeClr val="tx1"/>
                </a:solidFill>
                <a:effectLst/>
                <a:latin typeface="+mn-lt"/>
                <a:ea typeface="+mn-ea"/>
                <a:cs typeface="+mn-cs"/>
              </a:rPr>
              <a:t>Usually these kinds of tasks feel effortless, but that feeling belies millions of years of evolution and several years of childhood practice.</a:t>
            </a:r>
            <a:br>
              <a:rPr lang="en-US" sz="1200" b="1" i="0" kern="1200" dirty="0" smtClean="0">
                <a:solidFill>
                  <a:schemeClr val="tx1"/>
                </a:solidFill>
                <a:effectLst/>
                <a:latin typeface="+mn-lt"/>
                <a:ea typeface="+mn-ea"/>
                <a:cs typeface="+mn-cs"/>
              </a:rPr>
            </a:br>
            <a:r>
              <a:rPr lang="en-US" sz="1200" b="1" i="0" kern="1200" dirty="0" smtClean="0">
                <a:solidFill>
                  <a:schemeClr val="tx1"/>
                </a:solidFill>
                <a:effectLst/>
                <a:latin typeface="+mn-lt"/>
                <a:ea typeface="+mn-ea"/>
                <a:cs typeface="+mn-cs"/>
              </a:rPr>
              <a:t/>
            </a:r>
            <a:br>
              <a:rPr lang="en-US" sz="1200" b="1" i="0" kern="1200" dirty="0" smtClean="0">
                <a:solidFill>
                  <a:schemeClr val="tx1"/>
                </a:solidFill>
                <a:effectLst/>
                <a:latin typeface="+mn-lt"/>
                <a:ea typeface="+mn-ea"/>
                <a:cs typeface="+mn-cs"/>
              </a:rPr>
            </a:br>
            <a:r>
              <a:rPr lang="en-US" sz="1200" b="1" i="0" kern="1200" dirty="0" smtClean="0">
                <a:solidFill>
                  <a:schemeClr val="tx1"/>
                </a:solidFill>
                <a:effectLst/>
                <a:latin typeface="+mn-lt"/>
                <a:ea typeface="+mn-ea"/>
                <a:cs typeface="+mn-cs"/>
              </a:rPr>
              <a:t>While easy for you, grasping objects by a robot is extremely hard, and it is an area of active study. </a:t>
            </a:r>
            <a:endParaRPr lang="en-US" sz="1200" b="0" i="0" kern="1200" dirty="0" smtClean="0">
              <a:solidFill>
                <a:schemeClr val="tx1"/>
              </a:solidFill>
              <a:effectLst/>
              <a:latin typeface="+mn-lt"/>
              <a:ea typeface="+mn-ea"/>
              <a:cs typeface="+mn-cs"/>
            </a:endParaRPr>
          </a:p>
          <a:p>
            <a:endParaRPr lang="en-US" sz="1200" b="0"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…and what seems hard is actually easy</a:t>
            </a:r>
          </a:p>
          <a:p>
            <a:r>
              <a:rPr lang="en-US" sz="1200" b="0" i="0" kern="1200" dirty="0" smtClean="0">
                <a:solidFill>
                  <a:schemeClr val="tx1"/>
                </a:solidFill>
                <a:effectLst/>
                <a:latin typeface="+mn-lt"/>
                <a:ea typeface="+mn-ea"/>
                <a:cs typeface="+mn-cs"/>
              </a:rPr>
              <a:t>By contrast, </a:t>
            </a:r>
            <a:r>
              <a:rPr lang="en-US" sz="1200" b="1" i="0" kern="1200" dirty="0" smtClean="0">
                <a:solidFill>
                  <a:schemeClr val="tx1"/>
                </a:solidFill>
                <a:effectLst/>
                <a:latin typeface="+mn-lt"/>
                <a:ea typeface="+mn-ea"/>
                <a:cs typeface="+mn-cs"/>
              </a:rPr>
              <a:t>the tasks of playing chess and solving mathematical exercises can seem to be very difficult, requiring years of practice to master and involving our “higher faculties” and concentrated conscious thought. Since machines can do this </a:t>
            </a:r>
            <a:r>
              <a:rPr lang="en-US" sz="1200" b="1" i="0" kern="1200" dirty="0" err="1" smtClean="0">
                <a:solidFill>
                  <a:schemeClr val="tx1"/>
                </a:solidFill>
                <a:effectLst/>
                <a:latin typeface="+mn-lt"/>
                <a:ea typeface="+mn-ea"/>
                <a:cs typeface="+mn-cs"/>
              </a:rPr>
              <a:t>wiyth</a:t>
            </a:r>
            <a:r>
              <a:rPr lang="en-US" sz="1200" b="1" i="0" kern="1200" baseline="0" dirty="0" smtClean="0">
                <a:solidFill>
                  <a:schemeClr val="tx1"/>
                </a:solidFill>
                <a:effectLst/>
                <a:latin typeface="+mn-lt"/>
                <a:ea typeface="+mn-ea"/>
                <a:cs typeface="+mn-cs"/>
              </a:rPr>
              <a:t> ease does it mean they are more intelligent than people???</a:t>
            </a:r>
            <a:endParaRPr lang="en-US" sz="1200" b="0" i="0" kern="1200" dirty="0" smtClean="0">
              <a:solidFill>
                <a:schemeClr val="tx1"/>
              </a:solidFill>
              <a:effectLst/>
              <a:latin typeface="+mn-lt"/>
              <a:ea typeface="+mn-ea"/>
              <a:cs typeface="+mn-cs"/>
            </a:endParaRP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It has since turned out that playing chess is very well suited to computers, which can follow fairly simple rules and compute many alternative move sequences at a rate of billions of computations a second. Computers beat the reigning human world champion in chess in the famous </a:t>
            </a:r>
            <a:r>
              <a:rPr lang="en-US" sz="1200" b="0" i="0" kern="1200" dirty="0" smtClean="0">
                <a:solidFill>
                  <a:schemeClr val="tx1"/>
                </a:solidFill>
                <a:effectLst/>
                <a:latin typeface="+mn-lt"/>
                <a:ea typeface="+mn-ea"/>
                <a:cs typeface="+mn-cs"/>
                <a:hlinkClick r:id="rId4"/>
              </a:rPr>
              <a:t>Deep Blue vs Kasparov matches</a:t>
            </a:r>
            <a:r>
              <a:rPr lang="en-US" sz="1200" b="0" i="0" kern="1200" dirty="0" smtClean="0">
                <a:solidFill>
                  <a:schemeClr val="tx1"/>
                </a:solidFill>
                <a:effectLst/>
                <a:latin typeface="+mn-lt"/>
                <a:ea typeface="+mn-ea"/>
                <a:cs typeface="+mn-cs"/>
              </a:rPr>
              <a:t> in 1997. Could you have imagined that the harder problem turned out to be grabbing the pieces and moving them on the board without knocking it over! We will study the techniques that are used in playing games like chess or tic-tac-toe in Chapter 2.</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Similarly, while in-depth mastery of mathematics requires (what seems like) human intuition and ingenuity, many (but not all) exercises of a typical high-school or college course can be solved by applying a calculator and simple set of rules.</a:t>
            </a:r>
          </a:p>
          <a:p>
            <a:endParaRPr lang="en-US" sz="1200" b="0" i="0" kern="1200" dirty="0" smtClean="0">
              <a:solidFill>
                <a:schemeClr val="tx1"/>
              </a:solidFill>
              <a:effectLst/>
              <a:latin typeface="+mn-lt"/>
              <a:ea typeface="+mn-ea"/>
              <a:cs typeface="+mn-cs"/>
            </a:endParaRPr>
          </a:p>
          <a:p>
            <a:endParaRPr lang="en-US" sz="1200" b="0" i="0" kern="1200" dirty="0" smtClean="0">
              <a:solidFill>
                <a:schemeClr val="tx1"/>
              </a:solidFill>
              <a:effectLst/>
              <a:latin typeface="+mn-lt"/>
              <a:ea typeface="+mn-ea"/>
              <a:cs typeface="+mn-cs"/>
            </a:endParaRPr>
          </a:p>
          <a:p>
            <a:pPr marL="285750" indent="-285750">
              <a:buFont typeface="Wingdings" panose="05000000000000000000" pitchFamily="2" charset="2"/>
              <a:buChar char="q"/>
            </a:pPr>
            <a:r>
              <a:rPr lang="en-US" sz="1400" b="1" dirty="0" smtClean="0"/>
              <a:t>So what would be a more useful definition?</a:t>
            </a:r>
          </a:p>
          <a:p>
            <a:r>
              <a:rPr lang="en-US" dirty="0" smtClean="0"/>
              <a:t>An attempt at a definition more useful than the </a:t>
            </a:r>
            <a:r>
              <a:rPr lang="en-US" b="1" dirty="0" smtClean="0"/>
              <a:t>“what computers can't do yet” </a:t>
            </a:r>
            <a:r>
              <a:rPr lang="en-US" dirty="0" smtClean="0"/>
              <a:t>joke would be to list properties that are characteristic to AI, in this case </a:t>
            </a:r>
            <a:r>
              <a:rPr lang="en-US" b="1" dirty="0" smtClean="0"/>
              <a:t>autonomy</a:t>
            </a:r>
            <a:r>
              <a:rPr lang="en-US" dirty="0" smtClean="0"/>
              <a:t> and </a:t>
            </a:r>
            <a:r>
              <a:rPr lang="en-US" dirty="0" err="1" smtClean="0"/>
              <a:t>adaptivity</a:t>
            </a:r>
            <a:r>
              <a:rPr lang="en-US" dirty="0" smtClean="0"/>
              <a:t>.</a:t>
            </a:r>
          </a:p>
          <a:p>
            <a:endParaRPr lang="en-US" dirty="0" smtClean="0"/>
          </a:p>
          <a:p>
            <a:pPr marL="285750" indent="-285750">
              <a:buFont typeface="Wingdings" panose="05000000000000000000" pitchFamily="2" charset="2"/>
              <a:buChar char="v"/>
            </a:pPr>
            <a:r>
              <a:rPr lang="en-US" b="1" dirty="0" smtClean="0"/>
              <a:t>Autonomy</a:t>
            </a:r>
          </a:p>
          <a:p>
            <a:r>
              <a:rPr lang="en-US" dirty="0" smtClean="0"/>
              <a:t>The ability to perform tasks in complex environments without constant guidance by a user.</a:t>
            </a:r>
          </a:p>
          <a:p>
            <a:pPr marL="285750" indent="-285750">
              <a:buFont typeface="Wingdings" panose="05000000000000000000" pitchFamily="2" charset="2"/>
              <a:buChar char="v"/>
            </a:pPr>
            <a:r>
              <a:rPr lang="en-US" b="1" dirty="0" err="1" smtClean="0"/>
              <a:t>Adaptivity</a:t>
            </a:r>
            <a:endParaRPr lang="en-US" b="1" dirty="0" smtClean="0"/>
          </a:p>
          <a:p>
            <a:r>
              <a:rPr lang="en-US" dirty="0" smtClean="0"/>
              <a:t>The ability to improve performance by learning from experience.</a:t>
            </a:r>
          </a:p>
          <a:p>
            <a:pPr marL="285750" indent="-285750">
              <a:buFont typeface="Wingdings" panose="05000000000000000000" pitchFamily="2" charset="2"/>
              <a:buChar char="q"/>
            </a:pPr>
            <a:endParaRPr lang="en-GB" dirty="0" smtClean="0"/>
          </a:p>
          <a:p>
            <a:endParaRPr lang="en-GB" i="1" dirty="0"/>
          </a:p>
        </p:txBody>
      </p:sp>
      <p:sp>
        <p:nvSpPr>
          <p:cNvPr id="4" name="Slide Number Placeholder 3"/>
          <p:cNvSpPr>
            <a:spLocks noGrp="1"/>
          </p:cNvSpPr>
          <p:nvPr>
            <p:ph type="sldNum" sz="quarter" idx="10"/>
          </p:nvPr>
        </p:nvSpPr>
        <p:spPr/>
        <p:txBody>
          <a:bodyPr/>
          <a:lstStyle/>
          <a:p>
            <a:fld id="{9D498802-2017-4E9A-A8AF-781802F703C5}" type="slidenum">
              <a:rPr lang="en-GB" smtClean="0"/>
              <a:pPr/>
              <a:t>10</a:t>
            </a:fld>
            <a:endParaRPr lang="en-GB" dirty="0"/>
          </a:p>
        </p:txBody>
      </p:sp>
    </p:spTree>
    <p:extLst>
      <p:ext uri="{BB962C8B-B14F-4D97-AF65-F5344CB8AC3E}">
        <p14:creationId xmlns:p14="http://schemas.microsoft.com/office/powerpoint/2010/main" val="9005564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1100" y="696913"/>
            <a:ext cx="4648200" cy="3486150"/>
          </a:xfrm>
        </p:spPr>
      </p:sp>
      <p:sp>
        <p:nvSpPr>
          <p:cNvPr id="3" name="Notes Placeholder 2"/>
          <p:cNvSpPr>
            <a:spLocks noGrp="1"/>
          </p:cNvSpPr>
          <p:nvPr>
            <p:ph type="body" idx="1"/>
          </p:nvPr>
        </p:nvSpPr>
        <p:spPr/>
        <p:txBody>
          <a:bodyPr/>
          <a:lstStyle/>
          <a:p>
            <a:r>
              <a:rPr lang="en-US" dirty="0" smtClean="0"/>
              <a:t>The first definitions are concerned with thought </a:t>
            </a:r>
            <a:r>
              <a:rPr lang="en-US" b="1" dirty="0" smtClean="0"/>
              <a:t>processes and reasoning</a:t>
            </a:r>
            <a:r>
              <a:rPr lang="en-US" dirty="0" smtClean="0"/>
              <a:t>, whereas the ones LAST TWO </a:t>
            </a:r>
            <a:r>
              <a:rPr lang="en-US" b="1" dirty="0" smtClean="0"/>
              <a:t>address behavior</a:t>
            </a:r>
            <a:r>
              <a:rPr lang="en-US" dirty="0" smtClean="0"/>
              <a:t>. </a:t>
            </a:r>
          </a:p>
          <a:p>
            <a:r>
              <a:rPr lang="en-US" dirty="0" smtClean="0"/>
              <a:t>The definitions AT THE TOP </a:t>
            </a:r>
            <a:r>
              <a:rPr lang="en-US" b="1" dirty="0" smtClean="0"/>
              <a:t>measure success in terms of fidelity to human performance</a:t>
            </a:r>
            <a:r>
              <a:rPr lang="en-US" dirty="0" smtClean="0"/>
              <a:t>, whereas </a:t>
            </a:r>
            <a:r>
              <a:rPr lang="en-US" b="1" dirty="0" smtClean="0"/>
              <a:t>RATIONALITY </a:t>
            </a:r>
            <a:r>
              <a:rPr lang="en-US" b="1" strike="sngStrike" dirty="0" smtClean="0"/>
              <a:t>the ones on the right </a:t>
            </a:r>
            <a:r>
              <a:rPr lang="en-US" b="1" dirty="0" smtClean="0"/>
              <a:t>measure against an ideal performance measure</a:t>
            </a:r>
            <a:r>
              <a:rPr lang="en-US" dirty="0" smtClean="0"/>
              <a:t>, called rationality. </a:t>
            </a:r>
          </a:p>
          <a:p>
            <a:r>
              <a:rPr lang="en-US" b="1" dirty="0" smtClean="0"/>
              <a:t>A system is rational if it does the “right thing,” given what it knows</a:t>
            </a:r>
            <a:r>
              <a:rPr lang="en-US" dirty="0" smtClean="0"/>
              <a:t>. Historically, all four approaches to AI have been followed, each by different people</a:t>
            </a:r>
          </a:p>
          <a:p>
            <a:r>
              <a:rPr lang="en-US" dirty="0" smtClean="0"/>
              <a:t>with different methods. </a:t>
            </a:r>
          </a:p>
          <a:p>
            <a:r>
              <a:rPr lang="en-US" dirty="0" smtClean="0"/>
              <a:t>A </a:t>
            </a:r>
            <a:r>
              <a:rPr lang="en-US" b="1" dirty="0" smtClean="0"/>
              <a:t>human-centered approach must </a:t>
            </a:r>
            <a:r>
              <a:rPr lang="en-US" dirty="0" smtClean="0"/>
              <a:t>be </a:t>
            </a:r>
            <a:r>
              <a:rPr lang="en-US" b="1" dirty="0" smtClean="0"/>
              <a:t>in part an empirical science </a:t>
            </a:r>
            <a:r>
              <a:rPr lang="en-US" i="1" dirty="0" smtClean="0"/>
              <a:t>(</a:t>
            </a:r>
            <a:r>
              <a:rPr lang="en-US" sz="1200" b="0" i="1" kern="1200" dirty="0" smtClean="0">
                <a:solidFill>
                  <a:schemeClr val="tx1"/>
                </a:solidFill>
                <a:effectLst/>
                <a:latin typeface="+mn-lt"/>
                <a:ea typeface="+mn-ea"/>
                <a:cs typeface="+mn-cs"/>
              </a:rPr>
              <a:t>"based on observation or experience”</a:t>
            </a:r>
            <a:r>
              <a:rPr lang="en-US" i="1" dirty="0" smtClean="0"/>
              <a:t>), </a:t>
            </a:r>
            <a:r>
              <a:rPr lang="en-US" b="1" dirty="0" smtClean="0"/>
              <a:t>in</a:t>
            </a:r>
            <a:r>
              <a:rPr lang="en-US" sz="1200" b="1" i="0" u="none" strike="noStrike" kern="1200" baseline="0" dirty="0" smtClean="0">
                <a:solidFill>
                  <a:schemeClr val="tx1"/>
                </a:solidFill>
                <a:latin typeface="+mn-lt"/>
                <a:ea typeface="+mn-ea"/>
                <a:cs typeface="+mn-cs"/>
              </a:rPr>
              <a:t>volving observations and hypotheses about human behavior</a:t>
            </a:r>
            <a:r>
              <a:rPr lang="en-US" sz="1200" b="0" i="0" u="none" strike="noStrike" kern="1200" baseline="0" dirty="0" smtClean="0">
                <a:solidFill>
                  <a:schemeClr val="tx1"/>
                </a:solidFill>
                <a:latin typeface="+mn-lt"/>
                <a:ea typeface="+mn-ea"/>
                <a:cs typeface="+mn-cs"/>
              </a:rPr>
              <a:t>. A rationalist approach involves a combination of mathematics and engineering.</a:t>
            </a:r>
          </a:p>
          <a:p>
            <a:r>
              <a:rPr lang="en-US" sz="1200" b="0" i="0" u="none" strike="noStrike" kern="1200" baseline="0" dirty="0" smtClean="0">
                <a:solidFill>
                  <a:schemeClr val="tx1"/>
                </a:solidFill>
                <a:latin typeface="+mn-lt"/>
                <a:ea typeface="+mn-ea"/>
                <a:cs typeface="+mn-cs"/>
              </a:rPr>
              <a:t>a combination of mathematics and engineering. The various group have both disparaged and</a:t>
            </a:r>
          </a:p>
          <a:p>
            <a:r>
              <a:rPr lang="en-US" sz="1200" b="0" i="0" u="none" strike="noStrike" kern="1200" baseline="0" dirty="0" smtClean="0">
                <a:solidFill>
                  <a:schemeClr val="tx1"/>
                </a:solidFill>
                <a:latin typeface="+mn-lt"/>
                <a:ea typeface="+mn-ea"/>
                <a:cs typeface="+mn-cs"/>
              </a:rPr>
              <a:t>helped each other. Let us look at the four approaches in more detail.</a:t>
            </a:r>
            <a:endParaRPr lang="en-GB" dirty="0"/>
          </a:p>
        </p:txBody>
      </p:sp>
      <p:sp>
        <p:nvSpPr>
          <p:cNvPr id="4" name="Slide Number Placeholder 3"/>
          <p:cNvSpPr>
            <a:spLocks noGrp="1"/>
          </p:cNvSpPr>
          <p:nvPr>
            <p:ph type="sldNum" sz="quarter" idx="10"/>
          </p:nvPr>
        </p:nvSpPr>
        <p:spPr/>
        <p:txBody>
          <a:bodyPr/>
          <a:lstStyle/>
          <a:p>
            <a:fld id="{9D498802-2017-4E9A-A8AF-781802F703C5}" type="slidenum">
              <a:rPr lang="en-GB" smtClean="0"/>
              <a:pPr/>
              <a:t>11</a:t>
            </a:fld>
            <a:endParaRPr lang="en-GB" dirty="0"/>
          </a:p>
        </p:txBody>
      </p:sp>
    </p:spTree>
    <p:extLst>
      <p:ext uri="{BB962C8B-B14F-4D97-AF65-F5344CB8AC3E}">
        <p14:creationId xmlns:p14="http://schemas.microsoft.com/office/powerpoint/2010/main" val="24196717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1100" y="696913"/>
            <a:ext cx="4648200" cy="3486150"/>
          </a:xfrm>
        </p:spPr>
      </p:sp>
      <p:sp>
        <p:nvSpPr>
          <p:cNvPr id="3" name="Notes Placeholder 2"/>
          <p:cNvSpPr>
            <a:spLocks noGrp="1"/>
          </p:cNvSpPr>
          <p:nvPr>
            <p:ph type="body" idx="1"/>
          </p:nvPr>
        </p:nvSpPr>
        <p:spPr/>
        <p:txBody>
          <a:bodyPr/>
          <a:lstStyle/>
          <a:p>
            <a:r>
              <a:rPr lang="en-US" dirty="0" smtClean="0"/>
              <a:t>The first definitions are concerned with thought </a:t>
            </a:r>
            <a:r>
              <a:rPr lang="en-US" b="1" dirty="0" smtClean="0"/>
              <a:t>processes and reasoning</a:t>
            </a:r>
            <a:r>
              <a:rPr lang="en-US" dirty="0" smtClean="0"/>
              <a:t>, whereas the ones LAST TWO </a:t>
            </a:r>
            <a:r>
              <a:rPr lang="en-US" b="1" dirty="0" smtClean="0"/>
              <a:t>address behavior</a:t>
            </a:r>
            <a:r>
              <a:rPr lang="en-US" dirty="0" smtClean="0"/>
              <a:t>. </a:t>
            </a:r>
          </a:p>
          <a:p>
            <a:r>
              <a:rPr lang="en-US" dirty="0" smtClean="0"/>
              <a:t>The definitions AT THE BOTTOM </a:t>
            </a:r>
            <a:r>
              <a:rPr lang="en-US" b="1" dirty="0" smtClean="0"/>
              <a:t>measure success in terms of fidelity to human performance</a:t>
            </a:r>
            <a:r>
              <a:rPr lang="en-US" dirty="0" smtClean="0"/>
              <a:t>, whereas </a:t>
            </a:r>
            <a:r>
              <a:rPr lang="en-US" b="1" dirty="0" smtClean="0"/>
              <a:t>RATIONALITY the ones on the right measure against an ideal performance measure</a:t>
            </a:r>
            <a:r>
              <a:rPr lang="en-US" dirty="0" smtClean="0"/>
              <a:t>, called rationality. </a:t>
            </a:r>
          </a:p>
          <a:p>
            <a:r>
              <a:rPr lang="en-US" b="1" dirty="0" smtClean="0"/>
              <a:t>A system is rational if it does the “right thing,” given what it knows</a:t>
            </a:r>
            <a:r>
              <a:rPr lang="en-US" dirty="0" smtClean="0"/>
              <a:t>. Historically, all four approaches to AI have been followed, each by different people</a:t>
            </a:r>
          </a:p>
          <a:p>
            <a:r>
              <a:rPr lang="en-US" dirty="0" smtClean="0"/>
              <a:t>with different methods. </a:t>
            </a:r>
          </a:p>
          <a:p>
            <a:r>
              <a:rPr lang="en-US" dirty="0" smtClean="0"/>
              <a:t>A </a:t>
            </a:r>
            <a:r>
              <a:rPr lang="en-US" b="1" dirty="0" smtClean="0"/>
              <a:t>human-centered approach must </a:t>
            </a:r>
            <a:r>
              <a:rPr lang="en-US" dirty="0" smtClean="0"/>
              <a:t>be </a:t>
            </a:r>
            <a:r>
              <a:rPr lang="en-US" b="1" dirty="0" smtClean="0"/>
              <a:t>in part an empirical science </a:t>
            </a:r>
            <a:r>
              <a:rPr lang="en-US" i="1" dirty="0" smtClean="0"/>
              <a:t>(</a:t>
            </a:r>
            <a:r>
              <a:rPr lang="en-US" sz="1200" b="0" i="1" kern="1200" dirty="0" smtClean="0">
                <a:solidFill>
                  <a:schemeClr val="tx1"/>
                </a:solidFill>
                <a:effectLst/>
                <a:latin typeface="+mn-lt"/>
                <a:ea typeface="+mn-ea"/>
                <a:cs typeface="+mn-cs"/>
              </a:rPr>
              <a:t>"based on observation or experience”</a:t>
            </a:r>
            <a:r>
              <a:rPr lang="en-US" i="1" dirty="0" smtClean="0"/>
              <a:t>), </a:t>
            </a:r>
            <a:r>
              <a:rPr lang="en-US" b="1" dirty="0" smtClean="0"/>
              <a:t>in</a:t>
            </a:r>
            <a:r>
              <a:rPr lang="en-US" sz="1200" b="1" i="0" u="none" strike="noStrike" kern="1200" baseline="0" dirty="0" smtClean="0">
                <a:solidFill>
                  <a:schemeClr val="tx1"/>
                </a:solidFill>
                <a:latin typeface="+mn-lt"/>
                <a:ea typeface="+mn-ea"/>
                <a:cs typeface="+mn-cs"/>
              </a:rPr>
              <a:t>volving observations and hypotheses about human behavior</a:t>
            </a:r>
            <a:r>
              <a:rPr lang="en-US" sz="1200" b="0" i="0" u="none" strike="noStrike" kern="1200" baseline="0" dirty="0" smtClean="0">
                <a:solidFill>
                  <a:schemeClr val="tx1"/>
                </a:solidFill>
                <a:latin typeface="+mn-lt"/>
                <a:ea typeface="+mn-ea"/>
                <a:cs typeface="+mn-cs"/>
              </a:rPr>
              <a:t>. A rationalist approach involves a combination of mathematics and engineering.</a:t>
            </a:r>
          </a:p>
          <a:p>
            <a:r>
              <a:rPr lang="en-US" sz="1200" b="0" i="0" u="none" strike="noStrike" kern="1200" baseline="0" dirty="0" smtClean="0">
                <a:solidFill>
                  <a:schemeClr val="tx1"/>
                </a:solidFill>
                <a:latin typeface="+mn-lt"/>
                <a:ea typeface="+mn-ea"/>
                <a:cs typeface="+mn-cs"/>
              </a:rPr>
              <a:t>a combination of mathematics and engineering. The various group have both disparaged and</a:t>
            </a:r>
          </a:p>
          <a:p>
            <a:r>
              <a:rPr lang="en-US" sz="1200" b="0" i="0" u="none" strike="noStrike" kern="1200" baseline="0" dirty="0" smtClean="0">
                <a:solidFill>
                  <a:schemeClr val="tx1"/>
                </a:solidFill>
                <a:latin typeface="+mn-lt"/>
                <a:ea typeface="+mn-ea"/>
                <a:cs typeface="+mn-cs"/>
              </a:rPr>
              <a:t>helped each other. Let us look at the four approaches in more detail.</a:t>
            </a:r>
            <a:endParaRPr lang="en-GB" dirty="0" smtClean="0"/>
          </a:p>
          <a:p>
            <a:endParaRPr lang="en-GB" dirty="0"/>
          </a:p>
        </p:txBody>
      </p:sp>
      <p:sp>
        <p:nvSpPr>
          <p:cNvPr id="4" name="Slide Number Placeholder 3"/>
          <p:cNvSpPr>
            <a:spLocks noGrp="1"/>
          </p:cNvSpPr>
          <p:nvPr>
            <p:ph type="sldNum" sz="quarter" idx="10"/>
          </p:nvPr>
        </p:nvSpPr>
        <p:spPr/>
        <p:txBody>
          <a:bodyPr/>
          <a:lstStyle/>
          <a:p>
            <a:fld id="{9D498802-2017-4E9A-A8AF-781802F703C5}" type="slidenum">
              <a:rPr lang="en-GB" smtClean="0"/>
              <a:pPr/>
              <a:t>12</a:t>
            </a:fld>
            <a:endParaRPr lang="en-GB" dirty="0"/>
          </a:p>
        </p:txBody>
      </p:sp>
    </p:spTree>
    <p:extLst>
      <p:ext uri="{BB962C8B-B14F-4D97-AF65-F5344CB8AC3E}">
        <p14:creationId xmlns:p14="http://schemas.microsoft.com/office/powerpoint/2010/main" val="40147611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1100" y="696913"/>
            <a:ext cx="4648200" cy="3486150"/>
          </a:xfrm>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Broadly, the </a:t>
            </a:r>
            <a:r>
              <a:rPr lang="en-US" sz="1200" b="1" i="0" kern="1200" dirty="0" smtClean="0">
                <a:solidFill>
                  <a:schemeClr val="tx1"/>
                </a:solidFill>
                <a:effectLst/>
                <a:latin typeface="+mn-lt"/>
                <a:ea typeface="+mn-ea"/>
                <a:cs typeface="+mn-cs"/>
              </a:rPr>
              <a:t>unsolved problems</a:t>
            </a:r>
            <a:r>
              <a:rPr lang="en-US" sz="1200" b="0" i="0" kern="1200" dirty="0" smtClean="0">
                <a:solidFill>
                  <a:schemeClr val="tx1"/>
                </a:solidFill>
                <a:effectLst/>
                <a:latin typeface="+mn-lt"/>
                <a:ea typeface="+mn-ea"/>
                <a:cs typeface="+mn-cs"/>
              </a:rPr>
              <a:t> in </a:t>
            </a:r>
            <a:r>
              <a:rPr lang="en-US" sz="1200" b="1" i="0" kern="1200" dirty="0" smtClean="0">
                <a:solidFill>
                  <a:schemeClr val="tx1"/>
                </a:solidFill>
                <a:effectLst/>
                <a:latin typeface="+mn-lt"/>
                <a:ea typeface="+mn-ea"/>
                <a:cs typeface="+mn-cs"/>
              </a:rPr>
              <a:t>artificial Intelligence</a:t>
            </a:r>
            <a:r>
              <a:rPr lang="en-US" sz="1200" b="0" i="0" kern="1200" dirty="0" smtClean="0">
                <a:solidFill>
                  <a:schemeClr val="tx1"/>
                </a:solidFill>
                <a:effectLst/>
                <a:latin typeface="+mn-lt"/>
                <a:ea typeface="+mn-ea"/>
                <a:cs typeface="+mn-cs"/>
              </a:rPr>
              <a:t> (</a:t>
            </a:r>
            <a:r>
              <a:rPr lang="en-US" sz="1200" b="1" i="0" kern="1200" dirty="0" smtClean="0">
                <a:solidFill>
                  <a:schemeClr val="tx1"/>
                </a:solidFill>
                <a:effectLst/>
                <a:latin typeface="+mn-lt"/>
                <a:ea typeface="+mn-ea"/>
                <a:cs typeface="+mn-cs"/>
              </a:rPr>
              <a:t>AI</a:t>
            </a:r>
            <a:r>
              <a:rPr lang="en-US" sz="1200" b="0" i="0" kern="1200" dirty="0" smtClean="0">
                <a:solidFill>
                  <a:schemeClr val="tx1"/>
                </a:solidFill>
                <a:effectLst/>
                <a:latin typeface="+mn-lt"/>
                <a:ea typeface="+mn-ea"/>
                <a:cs typeface="+mn-cs"/>
              </a:rPr>
              <a:t>) are as following: Integrating all </a:t>
            </a:r>
            <a:r>
              <a:rPr lang="en-US" sz="1200" b="1" i="0" kern="1200" dirty="0" smtClean="0">
                <a:solidFill>
                  <a:schemeClr val="tx1"/>
                </a:solidFill>
                <a:effectLst/>
                <a:latin typeface="+mn-lt"/>
                <a:ea typeface="+mn-ea"/>
                <a:cs typeface="+mn-cs"/>
              </a:rPr>
              <a:t>AI</a:t>
            </a:r>
            <a:r>
              <a:rPr lang="en-US" sz="1200" b="0" i="0" kern="1200" dirty="0" smtClean="0">
                <a:solidFill>
                  <a:schemeClr val="tx1"/>
                </a:solidFill>
                <a:effectLst/>
                <a:latin typeface="+mn-lt"/>
                <a:ea typeface="+mn-ea"/>
                <a:cs typeface="+mn-cs"/>
              </a:rPr>
              <a:t> fields, as machine learning, computational intelligence, knowledge engineering, cognitive science, artificial neural networks, or data science and engineering.</a:t>
            </a:r>
          </a:p>
          <a:p>
            <a:endParaRPr lang="en-US" sz="1200" b="0" i="0" kern="1200" dirty="0" smtClean="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9D498802-2017-4E9A-A8AF-781802F703C5}" type="slidenum">
              <a:rPr lang="en-GB" smtClean="0"/>
              <a:pPr/>
              <a:t>14</a:t>
            </a:fld>
            <a:endParaRPr lang="en-GB" dirty="0"/>
          </a:p>
        </p:txBody>
      </p:sp>
    </p:spTree>
    <p:extLst>
      <p:ext uri="{BB962C8B-B14F-4D97-AF65-F5344CB8AC3E}">
        <p14:creationId xmlns:p14="http://schemas.microsoft.com/office/powerpoint/2010/main" val="17388565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1100" y="696913"/>
            <a:ext cx="4648200" cy="348615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b="1" dirty="0" smtClean="0">
                <a:latin typeface="Rockwell" pitchFamily="18" charset="0"/>
              </a:rPr>
              <a:t>Circumscribable </a:t>
            </a:r>
            <a:r>
              <a:rPr lang="en-GB" sz="1200" dirty="0" smtClean="0">
                <a:latin typeface="Rockwell" pitchFamily="18" charset="0"/>
              </a:rPr>
              <a:t>- </a:t>
            </a:r>
            <a:r>
              <a:rPr lang="en-GB" sz="1200" b="0" i="0" kern="1200" dirty="0" smtClean="0">
                <a:solidFill>
                  <a:schemeClr val="tx1"/>
                </a:solidFill>
                <a:effectLst/>
                <a:latin typeface="+mn-lt"/>
                <a:ea typeface="+mn-ea"/>
                <a:cs typeface="+mn-cs"/>
              </a:rPr>
              <a:t>restrict (something) within limits.</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1" i="0" kern="1200" dirty="0" smtClean="0">
                <a:solidFill>
                  <a:schemeClr val="tx1"/>
                </a:solidFill>
                <a:effectLst/>
                <a:latin typeface="+mn-lt"/>
                <a:ea typeface="+mn-ea"/>
                <a:cs typeface="+mn-cs"/>
              </a:rPr>
              <a:t>submodular</a:t>
            </a:r>
            <a:r>
              <a:rPr lang="en-US" sz="1200" b="0" i="0" kern="1200" dirty="0" smtClean="0">
                <a:solidFill>
                  <a:schemeClr val="tx1"/>
                </a:solidFill>
                <a:effectLst/>
                <a:latin typeface="+mn-lt"/>
                <a:ea typeface="+mn-ea"/>
                <a:cs typeface="+mn-cs"/>
              </a:rPr>
              <a:t> set function is a set function whose value, informally, has the ... suitable for many applications</a:t>
            </a:r>
          </a:p>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smtClean="0">
                <a:latin typeface="Rockwell" pitchFamily="18" charset="0"/>
              </a:rPr>
              <a:t>Approximation - </a:t>
            </a:r>
            <a:r>
              <a:rPr lang="en-US" sz="1200" b="0" i="0" kern="1200" dirty="0" smtClean="0">
                <a:solidFill>
                  <a:schemeClr val="tx1"/>
                </a:solidFill>
                <a:effectLst/>
                <a:latin typeface="+mn-lt"/>
                <a:ea typeface="+mn-ea"/>
                <a:cs typeface="+mn-cs"/>
              </a:rPr>
              <a:t>a value or quantity that is nearly but not exactly correct.</a:t>
            </a:r>
            <a:endParaRPr lang="en-GB" dirty="0"/>
          </a:p>
        </p:txBody>
      </p:sp>
      <p:sp>
        <p:nvSpPr>
          <p:cNvPr id="4" name="Slide Number Placeholder 3"/>
          <p:cNvSpPr>
            <a:spLocks noGrp="1"/>
          </p:cNvSpPr>
          <p:nvPr>
            <p:ph type="sldNum" sz="quarter" idx="10"/>
          </p:nvPr>
        </p:nvSpPr>
        <p:spPr/>
        <p:txBody>
          <a:bodyPr/>
          <a:lstStyle/>
          <a:p>
            <a:fld id="{9D498802-2017-4E9A-A8AF-781802F703C5}" type="slidenum">
              <a:rPr lang="en-GB" smtClean="0"/>
              <a:pPr/>
              <a:t>15</a:t>
            </a:fld>
            <a:endParaRPr lang="en-GB" dirty="0"/>
          </a:p>
        </p:txBody>
      </p:sp>
    </p:spTree>
    <p:extLst>
      <p:ext uri="{BB962C8B-B14F-4D97-AF65-F5344CB8AC3E}">
        <p14:creationId xmlns:p14="http://schemas.microsoft.com/office/powerpoint/2010/main" val="14538742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kern="1200" dirty="0" smtClean="0">
                <a:solidFill>
                  <a:schemeClr val="tx1"/>
                </a:solidFill>
                <a:effectLst/>
                <a:latin typeface="+mn-lt"/>
                <a:ea typeface="+mn-ea"/>
                <a:cs typeface="+mn-cs"/>
              </a:rPr>
              <a:t>Machine learning can be said to be a subfield of AI, which itself is a subfield of computer science (such categories are often somewhat imprecise and some parts of machine learning could be equally well or better belong to statistics). Machine learning enables AI solutions that are adaptive. A concise definition can be given as follows:</a:t>
            </a:r>
          </a:p>
          <a:p>
            <a:r>
              <a:rPr lang="en-US" sz="1200" b="0" i="0" kern="1200" dirty="0" smtClean="0">
                <a:solidFill>
                  <a:schemeClr val="tx1"/>
                </a:solidFill>
                <a:effectLst/>
                <a:latin typeface="+mn-lt"/>
                <a:ea typeface="+mn-ea"/>
                <a:cs typeface="+mn-cs"/>
              </a:rPr>
              <a:t>Key terminology</a:t>
            </a:r>
          </a:p>
          <a:p>
            <a:r>
              <a:rPr lang="en-US" sz="1200" b="1" i="0" kern="1200" dirty="0" smtClean="0">
                <a:solidFill>
                  <a:schemeClr val="tx1"/>
                </a:solidFill>
                <a:effectLst/>
                <a:latin typeface="+mn-lt"/>
                <a:ea typeface="+mn-ea"/>
                <a:cs typeface="+mn-cs"/>
              </a:rPr>
              <a:t>Machine learning</a:t>
            </a:r>
          </a:p>
          <a:p>
            <a:r>
              <a:rPr lang="en-US" sz="1200" b="0" i="0" kern="1200" dirty="0" smtClean="0">
                <a:solidFill>
                  <a:schemeClr val="tx1"/>
                </a:solidFill>
                <a:effectLst/>
                <a:latin typeface="+mn-lt"/>
                <a:ea typeface="+mn-ea"/>
                <a:cs typeface="+mn-cs"/>
              </a:rPr>
              <a:t>Systems that improve their performance in a given task with more and more experience or data.</a:t>
            </a:r>
          </a:p>
          <a:p>
            <a:r>
              <a:rPr lang="en-US" sz="1200" b="0" i="0" kern="1200" dirty="0" smtClean="0">
                <a:solidFill>
                  <a:schemeClr val="tx1"/>
                </a:solidFill>
                <a:effectLst/>
                <a:latin typeface="+mn-lt"/>
                <a:ea typeface="+mn-ea"/>
                <a:cs typeface="+mn-cs"/>
              </a:rPr>
              <a:t>Deep learning is a subfield of machine learning, which itself is a subfield of AI, which itself is a subfield of computer science. We will meet deep learning in some more detail in Chapter 5, but for now let us just note that the “depth” of deep learning refers to the complexity of a mathematical model, and that the increased computing power of modern computers has allowed researchers to increase this complexity to reach levels that appear not only quantitatively but also qualitatively different from before. As you notice, science often involves a number of progressively more special subfields, subfields of subfields, and so on. This enables researchers to zoom into a particular topic so that it is possible to catch up with the ever increasing amount of knowledge accrued over the years, and produce new knowledge on the topic — or sometimes, correct earlier knowledge to be more accurate.</a:t>
            </a:r>
          </a:p>
        </p:txBody>
      </p:sp>
      <p:sp>
        <p:nvSpPr>
          <p:cNvPr id="4" name="Slide Number Placeholder 3"/>
          <p:cNvSpPr>
            <a:spLocks noGrp="1"/>
          </p:cNvSpPr>
          <p:nvPr>
            <p:ph type="sldNum" sz="quarter" idx="10"/>
          </p:nvPr>
        </p:nvSpPr>
        <p:spPr/>
        <p:txBody>
          <a:bodyPr/>
          <a:lstStyle/>
          <a:p>
            <a:fld id="{9D498802-2017-4E9A-A8AF-781802F703C5}" type="slidenum">
              <a:rPr lang="en-GB" smtClean="0"/>
              <a:pPr/>
              <a:t>16</a:t>
            </a:fld>
            <a:endParaRPr lang="en-GB" dirty="0"/>
          </a:p>
        </p:txBody>
      </p:sp>
    </p:spTree>
    <p:extLst>
      <p:ext uri="{BB962C8B-B14F-4D97-AF65-F5344CB8AC3E}">
        <p14:creationId xmlns:p14="http://schemas.microsoft.com/office/powerpoint/2010/main" val="22751988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Data science is a recent umbrella term (term that covers several </a:t>
            </a:r>
            <a:r>
              <a:rPr lang="en-US" sz="1200" b="0" i="0" kern="1200" dirty="0" err="1" smtClean="0">
                <a:solidFill>
                  <a:schemeClr val="tx1"/>
                </a:solidFill>
                <a:effectLst/>
                <a:latin typeface="+mn-lt"/>
                <a:ea typeface="+mn-ea"/>
                <a:cs typeface="+mn-cs"/>
              </a:rPr>
              <a:t>subdisciplines</a:t>
            </a:r>
            <a:r>
              <a:rPr lang="en-US" sz="1200" b="0" i="0" kern="1200" dirty="0" smtClean="0">
                <a:solidFill>
                  <a:schemeClr val="tx1"/>
                </a:solidFill>
                <a:effectLst/>
                <a:latin typeface="+mn-lt"/>
                <a:ea typeface="+mn-ea"/>
                <a:cs typeface="+mn-cs"/>
              </a:rPr>
              <a:t>) that includes machine learning and statistics, certain aspects of computer science including algorithms, data storage, and web application development. Data science is also a practical discipline that requires understanding of the domain in which it is applied in, for example, business or science: its purpose (what "added value" means), basic assumptions, and constraints. Data science solutions often involve at least a pinch of AI (but usually not as much as one would expect from the headlines).</a:t>
            </a:r>
          </a:p>
        </p:txBody>
      </p:sp>
      <p:sp>
        <p:nvSpPr>
          <p:cNvPr id="4" name="Slide Number Placeholder 3"/>
          <p:cNvSpPr>
            <a:spLocks noGrp="1"/>
          </p:cNvSpPr>
          <p:nvPr>
            <p:ph type="sldNum" sz="quarter" idx="10"/>
          </p:nvPr>
        </p:nvSpPr>
        <p:spPr/>
        <p:txBody>
          <a:bodyPr/>
          <a:lstStyle/>
          <a:p>
            <a:fld id="{9D498802-2017-4E9A-A8AF-781802F703C5}" type="slidenum">
              <a:rPr lang="en-GB" smtClean="0"/>
              <a:pPr/>
              <a:t>17</a:t>
            </a:fld>
            <a:endParaRPr lang="en-GB" dirty="0"/>
          </a:p>
        </p:txBody>
      </p:sp>
    </p:spTree>
    <p:extLst>
      <p:ext uri="{BB962C8B-B14F-4D97-AF65-F5344CB8AC3E}">
        <p14:creationId xmlns:p14="http://schemas.microsoft.com/office/powerpoint/2010/main" val="6422481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Robotics means building and programming robots so that they can operate in complex, real-world scenarios. In a way, robotics is the ultimate challenge of AI since it requires a combination of virtually all areas of AI. For example:</a:t>
            </a:r>
          </a:p>
          <a:p>
            <a:r>
              <a:rPr lang="en-US" sz="1200" b="0" i="0" kern="1200" dirty="0" smtClean="0">
                <a:solidFill>
                  <a:schemeClr val="tx1"/>
                </a:solidFill>
                <a:effectLst/>
                <a:latin typeface="+mn-lt"/>
                <a:ea typeface="+mn-ea"/>
                <a:cs typeface="+mn-cs"/>
              </a:rPr>
              <a:t>Computer vision and speech recognition for sensing the environment</a:t>
            </a:r>
          </a:p>
          <a:p>
            <a:r>
              <a:rPr lang="en-US" sz="1200" b="0" i="0" kern="1200" dirty="0" smtClean="0">
                <a:solidFill>
                  <a:schemeClr val="tx1"/>
                </a:solidFill>
                <a:effectLst/>
                <a:latin typeface="+mn-lt"/>
                <a:ea typeface="+mn-ea"/>
                <a:cs typeface="+mn-cs"/>
              </a:rPr>
              <a:t>Natural language processing, information retrieval, and reasoning under uncertainty for processing instructions and predicting consequences of potential actions</a:t>
            </a:r>
          </a:p>
          <a:p>
            <a:r>
              <a:rPr lang="en-US" sz="1200" b="0" i="0" kern="1200" dirty="0" smtClean="0">
                <a:solidFill>
                  <a:schemeClr val="tx1"/>
                </a:solidFill>
                <a:effectLst/>
                <a:latin typeface="+mn-lt"/>
                <a:ea typeface="+mn-ea"/>
                <a:cs typeface="+mn-cs"/>
              </a:rPr>
              <a:t>Cognitive modeling and affective computing (systems that respond to expressions of human feelings or that mimic feelings) for interacting and working together with humans</a:t>
            </a:r>
          </a:p>
          <a:p>
            <a:r>
              <a:rPr lang="en-US" sz="1200" b="0" i="0" kern="1200" dirty="0" smtClean="0">
                <a:solidFill>
                  <a:schemeClr val="tx1"/>
                </a:solidFill>
                <a:effectLst/>
                <a:latin typeface="+mn-lt"/>
                <a:ea typeface="+mn-ea"/>
                <a:cs typeface="+mn-cs"/>
              </a:rPr>
              <a:t>Many of the robotics-related AI problems are best approached by machine learning, which makes machine learning a central branch of AI for robotics.</a:t>
            </a:r>
          </a:p>
          <a:p>
            <a:r>
              <a:rPr lang="en-US" sz="1200" b="0" i="0" kern="1200" dirty="0" smtClean="0">
                <a:solidFill>
                  <a:schemeClr val="tx1"/>
                </a:solidFill>
                <a:effectLst/>
                <a:latin typeface="+mn-lt"/>
                <a:ea typeface="+mn-ea"/>
                <a:cs typeface="+mn-cs"/>
              </a:rPr>
              <a:t>Note</a:t>
            </a:r>
          </a:p>
          <a:p>
            <a:endParaRPr lang="en-GB" dirty="0" smtClean="0"/>
          </a:p>
          <a:p>
            <a:endParaRPr lang="en-GB" dirty="0" smtClean="0"/>
          </a:p>
          <a:p>
            <a:endParaRPr lang="en-GB" dirty="0"/>
          </a:p>
        </p:txBody>
      </p:sp>
      <p:sp>
        <p:nvSpPr>
          <p:cNvPr id="4" name="Slide Number Placeholder 3"/>
          <p:cNvSpPr>
            <a:spLocks noGrp="1"/>
          </p:cNvSpPr>
          <p:nvPr>
            <p:ph type="sldNum" sz="quarter" idx="10"/>
          </p:nvPr>
        </p:nvSpPr>
        <p:spPr/>
        <p:txBody>
          <a:bodyPr/>
          <a:lstStyle/>
          <a:p>
            <a:fld id="{9D498802-2017-4E9A-A8AF-781802F703C5}" type="slidenum">
              <a:rPr lang="en-GB" smtClean="0"/>
              <a:pPr/>
              <a:t>18</a:t>
            </a:fld>
            <a:endParaRPr lang="en-GB" dirty="0"/>
          </a:p>
        </p:txBody>
      </p:sp>
    </p:spTree>
    <p:extLst>
      <p:ext uri="{BB962C8B-B14F-4D97-AF65-F5344CB8AC3E}">
        <p14:creationId xmlns:p14="http://schemas.microsoft.com/office/powerpoint/2010/main" val="4366769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4.xml"/><Relationship Id="rId4" Type="http://schemas.openxmlformats.org/officeDocument/2006/relationships/image" Target="../media/image5.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633" y="2130448"/>
            <a:ext cx="7772757"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243" y="3886200"/>
            <a:ext cx="6401514" cy="1752600"/>
          </a:xfrm>
        </p:spPr>
        <p:txBody>
          <a:bodyPr/>
          <a:lstStyle>
            <a:lvl1pPr marL="0" indent="0" algn="ctr">
              <a:buNone/>
              <a:defRPr>
                <a:solidFill>
                  <a:schemeClr val="tx1">
                    <a:tint val="75000"/>
                  </a:schemeClr>
                </a:solidFill>
              </a:defRPr>
            </a:lvl1pPr>
            <a:lvl2pPr marL="342809" indent="0" algn="ctr">
              <a:buNone/>
              <a:defRPr>
                <a:solidFill>
                  <a:schemeClr val="tx1">
                    <a:tint val="75000"/>
                  </a:schemeClr>
                </a:solidFill>
              </a:defRPr>
            </a:lvl2pPr>
            <a:lvl3pPr marL="685617" indent="0" algn="ctr">
              <a:buNone/>
              <a:defRPr>
                <a:solidFill>
                  <a:schemeClr val="tx1">
                    <a:tint val="75000"/>
                  </a:schemeClr>
                </a:solidFill>
              </a:defRPr>
            </a:lvl3pPr>
            <a:lvl4pPr marL="1028426" indent="0" algn="ctr">
              <a:buNone/>
              <a:defRPr>
                <a:solidFill>
                  <a:schemeClr val="tx1">
                    <a:tint val="75000"/>
                  </a:schemeClr>
                </a:solidFill>
              </a:defRPr>
            </a:lvl4pPr>
            <a:lvl5pPr marL="1371234" indent="0" algn="ctr">
              <a:buNone/>
              <a:defRPr>
                <a:solidFill>
                  <a:schemeClr val="tx1">
                    <a:tint val="75000"/>
                  </a:schemeClr>
                </a:solidFill>
              </a:defRPr>
            </a:lvl5pPr>
            <a:lvl6pPr marL="1714043" indent="0" algn="ctr">
              <a:buNone/>
              <a:defRPr>
                <a:solidFill>
                  <a:schemeClr val="tx1">
                    <a:tint val="75000"/>
                  </a:schemeClr>
                </a:solidFill>
              </a:defRPr>
            </a:lvl6pPr>
            <a:lvl7pPr marL="2056851" indent="0" algn="ctr">
              <a:buNone/>
              <a:defRPr>
                <a:solidFill>
                  <a:schemeClr val="tx1">
                    <a:tint val="75000"/>
                  </a:schemeClr>
                </a:solidFill>
              </a:defRPr>
            </a:lvl7pPr>
            <a:lvl8pPr marL="2399660" indent="0" algn="ctr">
              <a:buNone/>
              <a:defRPr>
                <a:solidFill>
                  <a:schemeClr val="tx1">
                    <a:tint val="75000"/>
                  </a:schemeClr>
                </a:solidFill>
              </a:defRPr>
            </a:lvl8pPr>
            <a:lvl9pPr marL="2742468"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28496639-427B-48D8-B1B6-4600A0D48514}" type="datetime1">
              <a:rPr lang="en-GB" smtClean="0"/>
              <a:t>05/Mar/21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E5F17BBC-099E-4DA5-928E-72497370B573}" type="datetime1">
              <a:rPr lang="en-GB" smtClean="0"/>
              <a:t>05/Mar/21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533" y="4406923"/>
            <a:ext cx="7772757" cy="1362075"/>
          </a:xfrm>
        </p:spPr>
        <p:txBody>
          <a:bodyPr anchor="t"/>
          <a:lstStyle>
            <a:lvl1pPr algn="l">
              <a:defRPr sz="2999" b="1" cap="all"/>
            </a:lvl1pPr>
          </a:lstStyle>
          <a:p>
            <a:r>
              <a:rPr lang="en-US"/>
              <a:t>Click to edit Master title style</a:t>
            </a:r>
            <a:endParaRPr lang="en-GB"/>
          </a:p>
        </p:txBody>
      </p:sp>
      <p:sp>
        <p:nvSpPr>
          <p:cNvPr id="3" name="Text Placeholder 2"/>
          <p:cNvSpPr>
            <a:spLocks noGrp="1"/>
          </p:cNvSpPr>
          <p:nvPr>
            <p:ph type="body" idx="1"/>
          </p:nvPr>
        </p:nvSpPr>
        <p:spPr>
          <a:xfrm>
            <a:off x="722533" y="2906713"/>
            <a:ext cx="7772757" cy="1500187"/>
          </a:xfrm>
        </p:spPr>
        <p:txBody>
          <a:bodyPr anchor="b"/>
          <a:lstStyle>
            <a:lvl1pPr marL="0" indent="0">
              <a:buNone/>
              <a:defRPr sz="1500">
                <a:solidFill>
                  <a:schemeClr val="tx1">
                    <a:tint val="75000"/>
                  </a:schemeClr>
                </a:solidFill>
              </a:defRPr>
            </a:lvl1pPr>
            <a:lvl2pPr marL="342809" indent="0">
              <a:buNone/>
              <a:defRPr sz="1350">
                <a:solidFill>
                  <a:schemeClr val="tx1">
                    <a:tint val="75000"/>
                  </a:schemeClr>
                </a:solidFill>
              </a:defRPr>
            </a:lvl2pPr>
            <a:lvl3pPr marL="685617" indent="0">
              <a:buNone/>
              <a:defRPr sz="1200">
                <a:solidFill>
                  <a:schemeClr val="tx1">
                    <a:tint val="75000"/>
                  </a:schemeClr>
                </a:solidFill>
              </a:defRPr>
            </a:lvl3pPr>
            <a:lvl4pPr marL="1028426" indent="0">
              <a:buNone/>
              <a:defRPr sz="1050">
                <a:solidFill>
                  <a:schemeClr val="tx1">
                    <a:tint val="75000"/>
                  </a:schemeClr>
                </a:solidFill>
              </a:defRPr>
            </a:lvl4pPr>
            <a:lvl5pPr marL="1371234" indent="0">
              <a:buNone/>
              <a:defRPr sz="1050">
                <a:solidFill>
                  <a:schemeClr val="tx1">
                    <a:tint val="75000"/>
                  </a:schemeClr>
                </a:solidFill>
              </a:defRPr>
            </a:lvl5pPr>
            <a:lvl6pPr marL="1714043" indent="0">
              <a:buNone/>
              <a:defRPr sz="1050">
                <a:solidFill>
                  <a:schemeClr val="tx1">
                    <a:tint val="75000"/>
                  </a:schemeClr>
                </a:solidFill>
              </a:defRPr>
            </a:lvl6pPr>
            <a:lvl7pPr marL="2056851" indent="0">
              <a:buNone/>
              <a:defRPr sz="1050">
                <a:solidFill>
                  <a:schemeClr val="tx1">
                    <a:tint val="75000"/>
                  </a:schemeClr>
                </a:solidFill>
              </a:defRPr>
            </a:lvl7pPr>
            <a:lvl8pPr marL="2399660" indent="0">
              <a:buNone/>
              <a:defRPr sz="1050">
                <a:solidFill>
                  <a:schemeClr val="tx1">
                    <a:tint val="75000"/>
                  </a:schemeClr>
                </a:solidFill>
              </a:defRPr>
            </a:lvl8pPr>
            <a:lvl9pPr marL="2742468"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AB84EB2-448C-483F-B935-2C4BF558EDC8}" type="datetime1">
              <a:rPr lang="en-GB" smtClean="0"/>
              <a:t>05/Mar/21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081" y="1600206"/>
            <a:ext cx="4057784" cy="4525963"/>
          </a:xfrm>
        </p:spPr>
        <p:txBody>
          <a:bodyPr/>
          <a:lstStyle>
            <a:lvl1pPr>
              <a:defRPr sz="2099"/>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29136" y="1600206"/>
            <a:ext cx="4057784" cy="4525963"/>
          </a:xfrm>
        </p:spPr>
        <p:txBody>
          <a:bodyPr/>
          <a:lstStyle>
            <a:lvl1pPr>
              <a:defRPr sz="2099"/>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891AF9FA-5948-4998-B138-D15B2AC4CC0C}" type="datetime1">
              <a:rPr lang="en-GB" smtClean="0"/>
              <a:t>05/Mar/21</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092" y="1535113"/>
            <a:ext cx="4039929" cy="639762"/>
          </a:xfrm>
        </p:spPr>
        <p:txBody>
          <a:bodyPr anchor="b"/>
          <a:lstStyle>
            <a:lvl1pPr marL="0" indent="0">
              <a:buNone/>
              <a:defRPr sz="1800" b="1"/>
            </a:lvl1pPr>
            <a:lvl2pPr marL="342809" indent="0">
              <a:buNone/>
              <a:defRPr sz="1500" b="1"/>
            </a:lvl2pPr>
            <a:lvl3pPr marL="685617" indent="0">
              <a:buNone/>
              <a:defRPr sz="1350" b="1"/>
            </a:lvl3pPr>
            <a:lvl4pPr marL="1028426" indent="0">
              <a:buNone/>
              <a:defRPr sz="1200" b="1"/>
            </a:lvl4pPr>
            <a:lvl5pPr marL="1371234" indent="0">
              <a:buNone/>
              <a:defRPr sz="1200" b="1"/>
            </a:lvl5pPr>
            <a:lvl6pPr marL="1714043" indent="0">
              <a:buNone/>
              <a:defRPr sz="1200" b="1"/>
            </a:lvl6pPr>
            <a:lvl7pPr marL="2056851" indent="0">
              <a:buNone/>
              <a:defRPr sz="1200" b="1"/>
            </a:lvl7pPr>
            <a:lvl8pPr marL="2399660" indent="0">
              <a:buNone/>
              <a:defRPr sz="1200" b="1"/>
            </a:lvl8pPr>
            <a:lvl9pPr marL="2742468" indent="0">
              <a:buNone/>
              <a:defRPr sz="1200" b="1"/>
            </a:lvl9pPr>
          </a:lstStyle>
          <a:p>
            <a:pPr lvl="0"/>
            <a:r>
              <a:rPr lang="en-US"/>
              <a:t>Click to edit Master text styles</a:t>
            </a:r>
          </a:p>
        </p:txBody>
      </p:sp>
      <p:sp>
        <p:nvSpPr>
          <p:cNvPr id="4" name="Content Placeholder 3"/>
          <p:cNvSpPr>
            <a:spLocks noGrp="1"/>
          </p:cNvSpPr>
          <p:nvPr>
            <p:ph sz="half" idx="2"/>
          </p:nvPr>
        </p:nvSpPr>
        <p:spPr>
          <a:xfrm>
            <a:off x="457092" y="2174875"/>
            <a:ext cx="4039929"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4609" y="1535113"/>
            <a:ext cx="4042310" cy="639762"/>
          </a:xfrm>
        </p:spPr>
        <p:txBody>
          <a:bodyPr anchor="b"/>
          <a:lstStyle>
            <a:lvl1pPr marL="0" indent="0">
              <a:buNone/>
              <a:defRPr sz="1800" b="1"/>
            </a:lvl1pPr>
            <a:lvl2pPr marL="342809" indent="0">
              <a:buNone/>
              <a:defRPr sz="1500" b="1"/>
            </a:lvl2pPr>
            <a:lvl3pPr marL="685617" indent="0">
              <a:buNone/>
              <a:defRPr sz="1350" b="1"/>
            </a:lvl3pPr>
            <a:lvl4pPr marL="1028426" indent="0">
              <a:buNone/>
              <a:defRPr sz="1200" b="1"/>
            </a:lvl4pPr>
            <a:lvl5pPr marL="1371234" indent="0">
              <a:buNone/>
              <a:defRPr sz="1200" b="1"/>
            </a:lvl5pPr>
            <a:lvl6pPr marL="1714043" indent="0">
              <a:buNone/>
              <a:defRPr sz="1200" b="1"/>
            </a:lvl6pPr>
            <a:lvl7pPr marL="2056851" indent="0">
              <a:buNone/>
              <a:defRPr sz="1200" b="1"/>
            </a:lvl7pPr>
            <a:lvl8pPr marL="2399660" indent="0">
              <a:buNone/>
              <a:defRPr sz="1200" b="1"/>
            </a:lvl8pPr>
            <a:lvl9pPr marL="2742468"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4609" y="2174875"/>
            <a:ext cx="4042310"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50218A08-4E29-4651-895B-67FA08C18B77}" type="datetime1">
              <a:rPr lang="en-GB" smtClean="0"/>
              <a:t>05/Mar/21</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08F68E15-C551-4601-8CB1-3BD987815BA6}" type="datetime1">
              <a:rPr lang="en-GB" smtClean="0"/>
              <a:t>05/Mar/21</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E2221B8-DC0D-406D-8EE4-D92B31FE330F}" type="datetime1">
              <a:rPr lang="en-GB" smtClean="0"/>
              <a:t>05/Mar/21</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082" y="273050"/>
            <a:ext cx="3007926" cy="1162050"/>
          </a:xfrm>
        </p:spPr>
        <p:txBody>
          <a:bodyPr anchor="b"/>
          <a:lstStyle>
            <a:lvl1pPr algn="l">
              <a:defRPr sz="1500" b="1"/>
            </a:lvl1pPr>
          </a:lstStyle>
          <a:p>
            <a:r>
              <a:rPr lang="en-US"/>
              <a:t>Click to edit Master title style</a:t>
            </a:r>
            <a:endParaRPr lang="en-GB"/>
          </a:p>
        </p:txBody>
      </p:sp>
      <p:sp>
        <p:nvSpPr>
          <p:cNvPr id="3" name="Content Placeholder 2"/>
          <p:cNvSpPr>
            <a:spLocks noGrp="1"/>
          </p:cNvSpPr>
          <p:nvPr>
            <p:ph idx="1"/>
          </p:nvPr>
        </p:nvSpPr>
        <p:spPr>
          <a:xfrm>
            <a:off x="3574516" y="273073"/>
            <a:ext cx="5112403" cy="5853113"/>
          </a:xfrm>
        </p:spPr>
        <p:txBody>
          <a:bodyPr/>
          <a:lstStyle>
            <a:lvl1pPr>
              <a:defRPr sz="2399"/>
            </a:lvl1pPr>
            <a:lvl2pPr>
              <a:defRPr sz="2099"/>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082" y="1435103"/>
            <a:ext cx="3007926" cy="4691063"/>
          </a:xfrm>
        </p:spPr>
        <p:txBody>
          <a:bodyPr/>
          <a:lstStyle>
            <a:lvl1pPr marL="0" indent="0">
              <a:buNone/>
              <a:defRPr sz="1050"/>
            </a:lvl1pPr>
            <a:lvl2pPr marL="342809" indent="0">
              <a:buNone/>
              <a:defRPr sz="900"/>
            </a:lvl2pPr>
            <a:lvl3pPr marL="685617" indent="0">
              <a:buNone/>
              <a:defRPr sz="750"/>
            </a:lvl3pPr>
            <a:lvl4pPr marL="1028426" indent="0">
              <a:buNone/>
              <a:defRPr sz="675"/>
            </a:lvl4pPr>
            <a:lvl5pPr marL="1371234" indent="0">
              <a:buNone/>
              <a:defRPr sz="675"/>
            </a:lvl5pPr>
            <a:lvl6pPr marL="1714043" indent="0">
              <a:buNone/>
              <a:defRPr sz="675"/>
            </a:lvl6pPr>
            <a:lvl7pPr marL="2056851" indent="0">
              <a:buNone/>
              <a:defRPr sz="675"/>
            </a:lvl7pPr>
            <a:lvl8pPr marL="2399660" indent="0">
              <a:buNone/>
              <a:defRPr sz="675"/>
            </a:lvl8pPr>
            <a:lvl9pPr marL="2742468"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DB34AA68-FCD0-4ACB-A8F8-6A35CB109A76}" type="datetime1">
              <a:rPr lang="en-GB" smtClean="0"/>
              <a:t>05/Mar/21</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615" y="4800600"/>
            <a:ext cx="5486162" cy="566738"/>
          </a:xfrm>
        </p:spPr>
        <p:txBody>
          <a:bodyPr anchor="b"/>
          <a:lstStyle>
            <a:lvl1pPr algn="l">
              <a:defRPr sz="1500" b="1"/>
            </a:lvl1pPr>
          </a:lstStyle>
          <a:p>
            <a:r>
              <a:rPr lang="en-US"/>
              <a:t>Click to edit Master title style</a:t>
            </a:r>
            <a:endParaRPr lang="en-GB"/>
          </a:p>
        </p:txBody>
      </p:sp>
      <p:sp>
        <p:nvSpPr>
          <p:cNvPr id="3" name="Picture Placeholder 2"/>
          <p:cNvSpPr>
            <a:spLocks noGrp="1"/>
          </p:cNvSpPr>
          <p:nvPr>
            <p:ph type="pic" idx="1"/>
          </p:nvPr>
        </p:nvSpPr>
        <p:spPr>
          <a:xfrm>
            <a:off x="1792615" y="612775"/>
            <a:ext cx="5486162" cy="4114800"/>
          </a:xfrm>
        </p:spPr>
        <p:txBody>
          <a:bodyPr/>
          <a:lstStyle>
            <a:lvl1pPr marL="0" indent="0">
              <a:buNone/>
              <a:defRPr sz="2399"/>
            </a:lvl1pPr>
            <a:lvl2pPr marL="342809" indent="0">
              <a:buNone/>
              <a:defRPr sz="2099"/>
            </a:lvl2pPr>
            <a:lvl3pPr marL="685617" indent="0">
              <a:buNone/>
              <a:defRPr sz="1800"/>
            </a:lvl3pPr>
            <a:lvl4pPr marL="1028426" indent="0">
              <a:buNone/>
              <a:defRPr sz="1500"/>
            </a:lvl4pPr>
            <a:lvl5pPr marL="1371234" indent="0">
              <a:buNone/>
              <a:defRPr sz="1500"/>
            </a:lvl5pPr>
            <a:lvl6pPr marL="1714043" indent="0">
              <a:buNone/>
              <a:defRPr sz="1500"/>
            </a:lvl6pPr>
            <a:lvl7pPr marL="2056851" indent="0">
              <a:buNone/>
              <a:defRPr sz="1500"/>
            </a:lvl7pPr>
            <a:lvl8pPr marL="2399660" indent="0">
              <a:buNone/>
              <a:defRPr sz="1500"/>
            </a:lvl8pPr>
            <a:lvl9pPr marL="2742468" indent="0">
              <a:buNone/>
              <a:defRPr sz="1500"/>
            </a:lvl9pPr>
          </a:lstStyle>
          <a:p>
            <a:endParaRPr lang="en-GB" dirty="0"/>
          </a:p>
        </p:txBody>
      </p:sp>
      <p:sp>
        <p:nvSpPr>
          <p:cNvPr id="4" name="Text Placeholder 3"/>
          <p:cNvSpPr>
            <a:spLocks noGrp="1"/>
          </p:cNvSpPr>
          <p:nvPr>
            <p:ph type="body" sz="half" idx="2"/>
          </p:nvPr>
        </p:nvSpPr>
        <p:spPr>
          <a:xfrm>
            <a:off x="1792615" y="5367338"/>
            <a:ext cx="5486162" cy="804862"/>
          </a:xfrm>
        </p:spPr>
        <p:txBody>
          <a:bodyPr/>
          <a:lstStyle>
            <a:lvl1pPr marL="0" indent="0">
              <a:buNone/>
              <a:defRPr sz="1050"/>
            </a:lvl1pPr>
            <a:lvl2pPr marL="342809" indent="0">
              <a:buNone/>
              <a:defRPr sz="900"/>
            </a:lvl2pPr>
            <a:lvl3pPr marL="685617" indent="0">
              <a:buNone/>
              <a:defRPr sz="750"/>
            </a:lvl3pPr>
            <a:lvl4pPr marL="1028426" indent="0">
              <a:buNone/>
              <a:defRPr sz="675"/>
            </a:lvl4pPr>
            <a:lvl5pPr marL="1371234" indent="0">
              <a:buNone/>
              <a:defRPr sz="675"/>
            </a:lvl5pPr>
            <a:lvl6pPr marL="1714043" indent="0">
              <a:buNone/>
              <a:defRPr sz="675"/>
            </a:lvl6pPr>
            <a:lvl7pPr marL="2056851" indent="0">
              <a:buNone/>
              <a:defRPr sz="675"/>
            </a:lvl7pPr>
            <a:lvl8pPr marL="2399660" indent="0">
              <a:buNone/>
              <a:defRPr sz="675"/>
            </a:lvl8pPr>
            <a:lvl9pPr marL="2742468"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A51BAEFA-94AD-42BA-9190-CD47DC68DDB9}" type="datetime1">
              <a:rPr lang="en-GB" smtClean="0"/>
              <a:t>05/Mar/21</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62D9084A-FFFA-4832-9626-AE228F010CBE}" type="datetime1">
              <a:rPr lang="en-GB" smtClean="0"/>
              <a:t>05/Mar/21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30055" y="274661"/>
            <a:ext cx="2056864"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082" y="274661"/>
            <a:ext cx="6058703"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86F314C0-5BF7-465F-BA47-299D16E1432D}" type="datetime1">
              <a:rPr lang="en-GB" smtClean="0"/>
              <a:t>05/Mar/21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7" name="Picture 2" descr="C:\Users\Ours\Desktop\flash\c.u..jpg"/>
          <p:cNvPicPr>
            <a:picLocks noChangeAspect="1" noChangeArrowheads="1"/>
          </p:cNvPicPr>
          <p:nvPr/>
        </p:nvPicPr>
        <p:blipFill>
          <a:blip r:embed="rId2" cstate="print">
            <a:duotone>
              <a:prstClr val="black"/>
              <a:srgbClr val="800080">
                <a:alpha val="78824"/>
                <a:tint val="45000"/>
                <a:satMod val="400000"/>
              </a:srgbClr>
            </a:duotone>
          </a:blip>
          <a:srcRect t="-169" b="15477"/>
          <a:stretch>
            <a:fillRect/>
          </a:stretch>
        </p:blipFill>
        <p:spPr bwMode="auto">
          <a:xfrm>
            <a:off x="1" y="-54768"/>
            <a:ext cx="9209063" cy="6912768"/>
          </a:xfrm>
          <a:prstGeom prst="rect">
            <a:avLst/>
          </a:prstGeom>
          <a:noFill/>
        </p:spPr>
      </p:pic>
      <p:pic>
        <p:nvPicPr>
          <p:cNvPr id="8" name="Picture 2" descr="C:\Users\Ours\Desktop\my stuffs\1 NTFS_000\LostFiles2\INSPIRATION\PROJECTS\MIND PROJECTS\cu_logo.png"/>
          <p:cNvPicPr>
            <a:picLocks noChangeAspect="1" noChangeArrowheads="1"/>
          </p:cNvPicPr>
          <p:nvPr/>
        </p:nvPicPr>
        <p:blipFill>
          <a:blip r:embed="rId3" cstate="print"/>
          <a:srcRect/>
          <a:stretch>
            <a:fillRect/>
          </a:stretch>
        </p:blipFill>
        <p:spPr bwMode="auto">
          <a:xfrm>
            <a:off x="630588" y="570166"/>
            <a:ext cx="557444" cy="792088"/>
          </a:xfrm>
          <a:prstGeom prst="rect">
            <a:avLst/>
          </a:prstGeom>
          <a:noFill/>
        </p:spPr>
      </p:pic>
      <p:sp>
        <p:nvSpPr>
          <p:cNvPr id="9" name="TextBox 8"/>
          <p:cNvSpPr txBox="1"/>
          <p:nvPr/>
        </p:nvSpPr>
        <p:spPr>
          <a:xfrm>
            <a:off x="6750699" y="0"/>
            <a:ext cx="2442592" cy="300082"/>
          </a:xfrm>
          <a:prstGeom prst="rect">
            <a:avLst/>
          </a:prstGeom>
          <a:noFill/>
        </p:spPr>
        <p:txBody>
          <a:bodyPr wrap="none" rtlCol="0">
            <a:spAutoFit/>
          </a:bodyPr>
          <a:lstStyle/>
          <a:p>
            <a:r>
              <a:rPr lang="en-US" sz="1350" dirty="0"/>
              <a:t>www.covenantuniversity.edu.ng</a:t>
            </a:r>
            <a:endParaRPr lang="en-GB" sz="1350" dirty="0"/>
          </a:p>
        </p:txBody>
      </p:sp>
      <p:pic>
        <p:nvPicPr>
          <p:cNvPr id="10" name="Picture 2" descr="C:\Users\Ours\Desktop\Picture3.png"/>
          <p:cNvPicPr>
            <a:picLocks noChangeAspect="1" noChangeArrowheads="1"/>
          </p:cNvPicPr>
          <p:nvPr/>
        </p:nvPicPr>
        <p:blipFill>
          <a:blip r:embed="rId4" cstate="print"/>
          <a:srcRect/>
          <a:stretch>
            <a:fillRect/>
          </a:stretch>
        </p:blipFill>
        <p:spPr bwMode="auto">
          <a:xfrm>
            <a:off x="1008532" y="570169"/>
            <a:ext cx="3455484" cy="743775"/>
          </a:xfrm>
          <a:prstGeom prst="rect">
            <a:avLst/>
          </a:prstGeom>
          <a:noFill/>
        </p:spPr>
      </p:pic>
      <p:sp>
        <p:nvSpPr>
          <p:cNvPr id="2" name="Title 1"/>
          <p:cNvSpPr>
            <a:spLocks noGrp="1"/>
          </p:cNvSpPr>
          <p:nvPr>
            <p:ph type="ctrTitle"/>
          </p:nvPr>
        </p:nvSpPr>
        <p:spPr>
          <a:xfrm>
            <a:off x="685632" y="1844845"/>
            <a:ext cx="7772757" cy="2448271"/>
          </a:xfrm>
          <a:solidFill>
            <a:srgbClr val="660033">
              <a:alpha val="61961"/>
            </a:srgbClr>
          </a:solidFill>
        </p:spPr>
        <p:txBody>
          <a:bodyPr>
            <a:noAutofit/>
          </a:bodyPr>
          <a:lstStyle>
            <a:lvl1pPr>
              <a:defRPr sz="4049" b="0">
                <a:solidFill>
                  <a:schemeClr val="bg1"/>
                </a:solidFill>
                <a:latin typeface="Rockwell" pitchFamily="18" charset="0"/>
              </a:defRPr>
            </a:lvl1pPr>
          </a:lstStyle>
          <a:p>
            <a:r>
              <a:rPr lang="en-US"/>
              <a:t>Click to edit Master title style</a:t>
            </a:r>
            <a:endParaRPr lang="en-GB" dirty="0"/>
          </a:p>
        </p:txBody>
      </p:sp>
      <p:sp>
        <p:nvSpPr>
          <p:cNvPr id="3" name="Subtitle 2"/>
          <p:cNvSpPr>
            <a:spLocks noGrp="1"/>
          </p:cNvSpPr>
          <p:nvPr>
            <p:ph type="subTitle" idx="1"/>
          </p:nvPr>
        </p:nvSpPr>
        <p:spPr>
          <a:xfrm>
            <a:off x="1371243" y="4509120"/>
            <a:ext cx="6401514" cy="1752600"/>
          </a:xfrm>
          <a:solidFill>
            <a:srgbClr val="FFFFFF">
              <a:alpha val="74118"/>
            </a:srgbClr>
          </a:solidFill>
        </p:spPr>
        <p:txBody>
          <a:bodyPr>
            <a:normAutofit/>
          </a:bodyPr>
          <a:lstStyle>
            <a:lvl1pPr marL="0" indent="0" algn="ctr">
              <a:buNone/>
              <a:defRPr sz="2699">
                <a:solidFill>
                  <a:schemeClr val="tx1"/>
                </a:solidFill>
                <a:latin typeface="Rockwell" pitchFamily="18" charset="0"/>
              </a:defRPr>
            </a:lvl1pPr>
            <a:lvl2pPr marL="342809" indent="0" algn="ctr">
              <a:buNone/>
              <a:defRPr>
                <a:solidFill>
                  <a:schemeClr val="tx1">
                    <a:tint val="75000"/>
                  </a:schemeClr>
                </a:solidFill>
              </a:defRPr>
            </a:lvl2pPr>
            <a:lvl3pPr marL="685617" indent="0" algn="ctr">
              <a:buNone/>
              <a:defRPr>
                <a:solidFill>
                  <a:schemeClr val="tx1">
                    <a:tint val="75000"/>
                  </a:schemeClr>
                </a:solidFill>
              </a:defRPr>
            </a:lvl3pPr>
            <a:lvl4pPr marL="1028426" indent="0" algn="ctr">
              <a:buNone/>
              <a:defRPr>
                <a:solidFill>
                  <a:schemeClr val="tx1">
                    <a:tint val="75000"/>
                  </a:schemeClr>
                </a:solidFill>
              </a:defRPr>
            </a:lvl4pPr>
            <a:lvl5pPr marL="1371234" indent="0" algn="ctr">
              <a:buNone/>
              <a:defRPr>
                <a:solidFill>
                  <a:schemeClr val="tx1">
                    <a:tint val="75000"/>
                  </a:schemeClr>
                </a:solidFill>
              </a:defRPr>
            </a:lvl5pPr>
            <a:lvl6pPr marL="1714043" indent="0" algn="ctr">
              <a:buNone/>
              <a:defRPr>
                <a:solidFill>
                  <a:schemeClr val="tx1">
                    <a:tint val="75000"/>
                  </a:schemeClr>
                </a:solidFill>
              </a:defRPr>
            </a:lvl6pPr>
            <a:lvl7pPr marL="2056851" indent="0" algn="ctr">
              <a:buNone/>
              <a:defRPr>
                <a:solidFill>
                  <a:schemeClr val="tx1">
                    <a:tint val="75000"/>
                  </a:schemeClr>
                </a:solidFill>
              </a:defRPr>
            </a:lvl7pPr>
            <a:lvl8pPr marL="2399660" indent="0" algn="ctr">
              <a:buNone/>
              <a:defRPr>
                <a:solidFill>
                  <a:schemeClr val="tx1">
                    <a:tint val="75000"/>
                  </a:schemeClr>
                </a:solidFill>
              </a:defRPr>
            </a:lvl8pPr>
            <a:lvl9pPr marL="2742468" indent="0" algn="ctr">
              <a:buNone/>
              <a:defRPr>
                <a:solidFill>
                  <a:schemeClr val="tx1">
                    <a:tint val="75000"/>
                  </a:schemeClr>
                </a:solidFill>
              </a:defRPr>
            </a:lvl9pPr>
          </a:lstStyle>
          <a:p>
            <a:r>
              <a:rPr lang="en-US"/>
              <a:t>Click to edit Master subtitle style</a:t>
            </a:r>
            <a:endParaRPr lang="en-GB" dirty="0"/>
          </a:p>
        </p:txBody>
      </p:sp>
      <p:sp>
        <p:nvSpPr>
          <p:cNvPr id="11" name="TextBox 10"/>
          <p:cNvSpPr txBox="1"/>
          <p:nvPr/>
        </p:nvSpPr>
        <p:spPr>
          <a:xfrm>
            <a:off x="1224501" y="1074223"/>
            <a:ext cx="2456185" cy="276999"/>
          </a:xfrm>
          <a:prstGeom prst="rect">
            <a:avLst/>
          </a:prstGeom>
          <a:noFill/>
        </p:spPr>
        <p:txBody>
          <a:bodyPr wrap="none" rtlCol="0">
            <a:spAutoFit/>
          </a:bodyPr>
          <a:lstStyle/>
          <a:p>
            <a:r>
              <a:rPr lang="en-US" sz="1200" dirty="0">
                <a:solidFill>
                  <a:srgbClr val="662C5B"/>
                </a:solidFill>
              </a:rPr>
              <a:t>Raising a new Generation of Leaders</a:t>
            </a:r>
            <a:endParaRPr lang="en-GB" sz="1200" dirty="0">
              <a:solidFill>
                <a:srgbClr val="662C5B"/>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12" name="Picture 2" descr="C:\Users\Ours\Desktop\flash\c.u..jpg"/>
          <p:cNvPicPr>
            <a:picLocks noChangeAspect="1" noChangeArrowheads="1"/>
          </p:cNvPicPr>
          <p:nvPr/>
        </p:nvPicPr>
        <p:blipFill>
          <a:blip r:embed="rId2" cstate="print">
            <a:duotone>
              <a:prstClr val="black"/>
              <a:srgbClr val="800080">
                <a:alpha val="78824"/>
                <a:tint val="45000"/>
                <a:satMod val="400000"/>
              </a:srgbClr>
            </a:duotone>
          </a:blip>
          <a:srcRect t="-169" b="15477"/>
          <a:stretch>
            <a:fillRect/>
          </a:stretch>
        </p:blipFill>
        <p:spPr bwMode="auto">
          <a:xfrm>
            <a:off x="1" y="-54768"/>
            <a:ext cx="9209063" cy="6912768"/>
          </a:xfrm>
          <a:prstGeom prst="rect">
            <a:avLst/>
          </a:prstGeom>
          <a:noFill/>
        </p:spPr>
      </p:pic>
      <p:pic>
        <p:nvPicPr>
          <p:cNvPr id="8" name="Picture 2" descr="C:\Users\Ours\Desktop\my stuffs\1 NTFS_000\LostFiles2\INSPIRATION\PROJECTS\MIND PROJECTS\cu_logo.png"/>
          <p:cNvPicPr>
            <a:picLocks noChangeAspect="1" noChangeArrowheads="1"/>
          </p:cNvPicPr>
          <p:nvPr/>
        </p:nvPicPr>
        <p:blipFill>
          <a:blip r:embed="rId3" cstate="print"/>
          <a:srcRect/>
          <a:stretch>
            <a:fillRect/>
          </a:stretch>
        </p:blipFill>
        <p:spPr bwMode="auto">
          <a:xfrm>
            <a:off x="198654" y="548680"/>
            <a:ext cx="912180" cy="1296144"/>
          </a:xfrm>
          <a:prstGeom prst="rect">
            <a:avLst/>
          </a:prstGeom>
          <a:noFill/>
        </p:spPr>
      </p:pic>
      <p:sp>
        <p:nvSpPr>
          <p:cNvPr id="10" name="Title 1"/>
          <p:cNvSpPr>
            <a:spLocks noGrp="1"/>
          </p:cNvSpPr>
          <p:nvPr>
            <p:ph type="ctrTitle"/>
          </p:nvPr>
        </p:nvSpPr>
        <p:spPr>
          <a:xfrm>
            <a:off x="685800" y="2204865"/>
            <a:ext cx="7772400" cy="2520280"/>
          </a:xfrm>
          <a:solidFill>
            <a:srgbClr val="CC3399">
              <a:alpha val="83137"/>
            </a:srgbClr>
          </a:solidFill>
        </p:spPr>
        <p:txBody>
          <a:bodyPr>
            <a:normAutofit/>
          </a:bodyPr>
          <a:lstStyle/>
          <a:p>
            <a:r>
              <a:rPr lang="en-US" sz="4949" b="1">
                <a:solidFill>
                  <a:schemeClr val="bg1"/>
                </a:solidFill>
                <a:latin typeface="Rockwell" pitchFamily="18" charset="0"/>
              </a:rPr>
              <a:t>Click to edit Master title style</a:t>
            </a:r>
            <a:endParaRPr lang="en-GB" sz="4949" b="1" dirty="0">
              <a:solidFill>
                <a:schemeClr val="bg1"/>
              </a:solidFill>
              <a:latin typeface="Rockwell" pitchFamily="18" charset="0"/>
            </a:endParaRPr>
          </a:p>
        </p:txBody>
      </p:sp>
      <p:sp>
        <p:nvSpPr>
          <p:cNvPr id="11" name="Subtitle 2"/>
          <p:cNvSpPr>
            <a:spLocks noGrp="1"/>
          </p:cNvSpPr>
          <p:nvPr>
            <p:ph type="subTitle" idx="1"/>
          </p:nvPr>
        </p:nvSpPr>
        <p:spPr>
          <a:xfrm>
            <a:off x="1278493" y="4869160"/>
            <a:ext cx="6400800" cy="1752600"/>
          </a:xfrm>
          <a:solidFill>
            <a:srgbClr val="FFFFFF">
              <a:alpha val="63137"/>
            </a:srgbClr>
          </a:solidFill>
        </p:spPr>
        <p:txBody>
          <a:bodyPr>
            <a:normAutofit/>
          </a:bodyPr>
          <a:lstStyle>
            <a:lvl1pPr algn="ctr">
              <a:buNone/>
              <a:defRPr sz="2999">
                <a:ln>
                  <a:noFill/>
                </a:ln>
                <a:solidFill>
                  <a:srgbClr val="002060"/>
                </a:solidFill>
              </a:defRPr>
            </a:lvl1pPr>
          </a:lstStyle>
          <a:p>
            <a:r>
              <a:rPr lang="en-US">
                <a:solidFill>
                  <a:schemeClr val="bg1"/>
                </a:solidFill>
                <a:latin typeface="Rockwell" pitchFamily="18" charset="0"/>
              </a:rPr>
              <a:t>Click to edit Master subtitle style</a:t>
            </a:r>
            <a:endParaRPr lang="en-GB" dirty="0">
              <a:solidFill>
                <a:schemeClr val="bg1"/>
              </a:solidFill>
              <a:latin typeface="Rockwell" pitchFamily="18" charset="0"/>
            </a:endParaRPr>
          </a:p>
        </p:txBody>
      </p:sp>
      <p:sp>
        <p:nvSpPr>
          <p:cNvPr id="13" name="TextBox 12"/>
          <p:cNvSpPr txBox="1"/>
          <p:nvPr/>
        </p:nvSpPr>
        <p:spPr>
          <a:xfrm>
            <a:off x="1008540" y="1268761"/>
            <a:ext cx="3021596" cy="323165"/>
          </a:xfrm>
          <a:prstGeom prst="rect">
            <a:avLst/>
          </a:prstGeom>
          <a:noFill/>
        </p:spPr>
        <p:txBody>
          <a:bodyPr wrap="none" rtlCol="0">
            <a:spAutoFit/>
          </a:bodyPr>
          <a:lstStyle/>
          <a:p>
            <a:r>
              <a:rPr lang="en-US" sz="1500" dirty="0">
                <a:solidFill>
                  <a:srgbClr val="662C5B"/>
                </a:solidFill>
              </a:rPr>
              <a:t>Raising a new Generation of Leaders</a:t>
            </a:r>
            <a:endParaRPr lang="en-GB" sz="1500" dirty="0">
              <a:solidFill>
                <a:srgbClr val="662C5B"/>
              </a:solidFill>
            </a:endParaRPr>
          </a:p>
        </p:txBody>
      </p:sp>
      <p:sp>
        <p:nvSpPr>
          <p:cNvPr id="14" name="TextBox 13"/>
          <p:cNvSpPr txBox="1"/>
          <p:nvPr/>
        </p:nvSpPr>
        <p:spPr>
          <a:xfrm>
            <a:off x="6750699" y="0"/>
            <a:ext cx="2442592" cy="300082"/>
          </a:xfrm>
          <a:prstGeom prst="rect">
            <a:avLst/>
          </a:prstGeom>
          <a:noFill/>
        </p:spPr>
        <p:txBody>
          <a:bodyPr wrap="none" rtlCol="0">
            <a:spAutoFit/>
          </a:bodyPr>
          <a:lstStyle/>
          <a:p>
            <a:r>
              <a:rPr lang="en-US" sz="1350" dirty="0"/>
              <a:t>www.covenantuniversity.edu.ng</a:t>
            </a:r>
            <a:endParaRPr lang="en-GB" sz="1350" dirty="0"/>
          </a:p>
        </p:txBody>
      </p:sp>
      <p:pic>
        <p:nvPicPr>
          <p:cNvPr id="3074" name="Picture 2" descr="C:\Users\Ours\Desktop\Picture3.png"/>
          <p:cNvPicPr>
            <a:picLocks noChangeAspect="1" noChangeArrowheads="1"/>
          </p:cNvPicPr>
          <p:nvPr/>
        </p:nvPicPr>
        <p:blipFill>
          <a:blip r:embed="rId4" cstate="print"/>
          <a:srcRect/>
          <a:stretch>
            <a:fillRect/>
          </a:stretch>
        </p:blipFill>
        <p:spPr bwMode="auto">
          <a:xfrm>
            <a:off x="846556" y="692717"/>
            <a:ext cx="3798296" cy="817563"/>
          </a:xfrm>
          <a:prstGeom prst="rect">
            <a:avLst/>
          </a:prstGeom>
          <a:noFill/>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60628" y="153144"/>
            <a:ext cx="8783372" cy="1115616"/>
          </a:xfrm>
          <a:solidFill>
            <a:schemeClr val="bg1"/>
          </a:solidFill>
          <a:ln w="57150">
            <a:noFill/>
          </a:ln>
        </p:spPr>
        <p:txBody>
          <a:bodyPr>
            <a:normAutofit/>
          </a:bodyPr>
          <a:lstStyle>
            <a:lvl1pPr algn="l">
              <a:defRPr sz="4049" b="1">
                <a:solidFill>
                  <a:schemeClr val="tx1">
                    <a:lumMod val="95000"/>
                    <a:lumOff val="5000"/>
                  </a:schemeClr>
                </a:solidFill>
                <a:latin typeface="Rockwell Condensed" pitchFamily="18" charset="0"/>
                <a:cs typeface="Times New Roman" pitchFamily="18" charset="0"/>
              </a:defRPr>
            </a:lvl1pPr>
          </a:lstStyle>
          <a:p>
            <a:r>
              <a:rPr lang="en-US" dirty="0"/>
              <a:t>Click to edit master title style</a:t>
            </a:r>
            <a:endParaRPr lang="en-GB" dirty="0"/>
          </a:p>
        </p:txBody>
      </p:sp>
      <p:sp>
        <p:nvSpPr>
          <p:cNvPr id="4" name="Date Placeholder 3"/>
          <p:cNvSpPr>
            <a:spLocks noGrp="1"/>
          </p:cNvSpPr>
          <p:nvPr>
            <p:ph type="dt" sz="half" idx="10"/>
          </p:nvPr>
        </p:nvSpPr>
        <p:spPr/>
        <p:txBody>
          <a:bodyPr/>
          <a:lstStyle/>
          <a:p>
            <a:fld id="{F18F80AA-F940-4969-8773-6E06463B2A7A}" type="datetime1">
              <a:rPr lang="en-GB" smtClean="0"/>
              <a:t>05/Mar/21</a:t>
            </a:fld>
            <a:endParaRPr lang="en-GB" dirty="0"/>
          </a:p>
        </p:txBody>
      </p:sp>
      <p:sp>
        <p:nvSpPr>
          <p:cNvPr id="5" name="Footer Placeholder 4"/>
          <p:cNvSpPr>
            <a:spLocks noGrp="1"/>
          </p:cNvSpPr>
          <p:nvPr>
            <p:ph type="ftr" sz="quarter" idx="11"/>
          </p:nvPr>
        </p:nvSpPr>
        <p:spPr/>
        <p:txBody>
          <a:bodyPr/>
          <a:lstStyle/>
          <a:p>
            <a:endParaRPr lang="en-GB" dirty="0"/>
          </a:p>
        </p:txBody>
      </p:sp>
      <p:pic>
        <p:nvPicPr>
          <p:cNvPr id="7" name="Picture 2" descr="C:\Users\Ours\Desktop\flash\c.u..jpg"/>
          <p:cNvPicPr>
            <a:picLocks noChangeAspect="1" noChangeArrowheads="1"/>
          </p:cNvPicPr>
          <p:nvPr/>
        </p:nvPicPr>
        <p:blipFill>
          <a:blip r:embed="rId2" cstate="print">
            <a:duotone>
              <a:prstClr val="black"/>
              <a:srgbClr val="800080">
                <a:alpha val="78824"/>
                <a:tint val="45000"/>
                <a:satMod val="400000"/>
              </a:srgbClr>
            </a:duotone>
          </a:blip>
          <a:srcRect t="41294" b="49226"/>
          <a:stretch>
            <a:fillRect/>
          </a:stretch>
        </p:blipFill>
        <p:spPr bwMode="auto">
          <a:xfrm>
            <a:off x="1" y="6309320"/>
            <a:ext cx="9209063" cy="773752"/>
          </a:xfrm>
          <a:prstGeom prst="rect">
            <a:avLst/>
          </a:prstGeom>
          <a:noFill/>
        </p:spPr>
      </p:pic>
      <p:sp>
        <p:nvSpPr>
          <p:cNvPr id="8" name="Slide Number Placeholder 5"/>
          <p:cNvSpPr txBox="1">
            <a:spLocks/>
          </p:cNvSpPr>
          <p:nvPr/>
        </p:nvSpPr>
        <p:spPr>
          <a:xfrm>
            <a:off x="8081477" y="6336704"/>
            <a:ext cx="783808" cy="548680"/>
          </a:xfrm>
          <a:prstGeom prst="rect">
            <a:avLst/>
          </a:prstGeom>
          <a:solidFill>
            <a:srgbClr val="F7F7F7">
              <a:alpha val="45098"/>
            </a:srgbClr>
          </a:solidFill>
        </p:spPr>
        <p:txBody>
          <a:bodyPr vert="horz" lIns="68562" tIns="34281" rIns="68562" bIns="34281" rtlCol="0" anchor="ctr"/>
          <a:lstStyle>
            <a:lvl1pPr>
              <a:defRPr sz="1400" b="1">
                <a:solidFill>
                  <a:schemeClr val="tx1">
                    <a:lumMod val="95000"/>
                    <a:lumOff val="5000"/>
                  </a:schemeClr>
                </a:solidFill>
                <a:latin typeface="Georgia" pitchFamily="18" charset="0"/>
              </a:defRPr>
            </a:lvl1pPr>
          </a:lstStyle>
          <a:p>
            <a:pPr marL="0" marR="0" lvl="0" indent="0" algn="r" defTabSz="685617" rtl="0" eaLnBrk="1" fontAlgn="auto" latinLnBrk="0" hangingPunct="1">
              <a:lnSpc>
                <a:spcPct val="100000"/>
              </a:lnSpc>
              <a:spcBef>
                <a:spcPts val="0"/>
              </a:spcBef>
              <a:spcAft>
                <a:spcPts val="0"/>
              </a:spcAft>
              <a:buClrTx/>
              <a:buSzTx/>
              <a:buFontTx/>
              <a:buNone/>
              <a:tabLst/>
              <a:defRPr/>
            </a:pPr>
            <a:fld id="{5FE708FE-ED12-4ACB-81C9-F40A112777FF}" type="slidenum">
              <a:rPr kumimoji="0" lang="en-GB" sz="2099" b="1" i="0" u="none" strike="noStrike" kern="1200" cap="none" spc="0" normalizeH="0" baseline="0" noProof="0" smtClean="0">
                <a:ln>
                  <a:noFill/>
                </a:ln>
                <a:solidFill>
                  <a:schemeClr val="bg1"/>
                </a:solidFill>
                <a:effectLst/>
                <a:uLnTx/>
                <a:uFillTx/>
                <a:latin typeface="Georgia" pitchFamily="18" charset="0"/>
                <a:ea typeface="+mn-ea"/>
                <a:cs typeface="+mn-cs"/>
              </a:rPr>
              <a:pPr marL="0" marR="0" lvl="0" indent="0" algn="r" defTabSz="685617" rtl="0" eaLnBrk="1" fontAlgn="auto" latinLnBrk="0" hangingPunct="1">
                <a:lnSpc>
                  <a:spcPct val="100000"/>
                </a:lnSpc>
                <a:spcBef>
                  <a:spcPts val="0"/>
                </a:spcBef>
                <a:spcAft>
                  <a:spcPts val="0"/>
                </a:spcAft>
                <a:buClrTx/>
                <a:buSzTx/>
                <a:buFontTx/>
                <a:buNone/>
                <a:tabLst/>
                <a:defRPr/>
              </a:pPr>
              <a:t>‹#›</a:t>
            </a:fld>
            <a:endParaRPr kumimoji="0" lang="en-GB" sz="2099" b="1" i="0" u="none" strike="noStrike" kern="1200" cap="none" spc="0" normalizeH="0" baseline="0" noProof="0" dirty="0">
              <a:ln>
                <a:noFill/>
              </a:ln>
              <a:solidFill>
                <a:schemeClr val="bg1"/>
              </a:solidFill>
              <a:effectLst/>
              <a:uLnTx/>
              <a:uFillTx/>
              <a:latin typeface="Georgia" pitchFamily="18" charset="0"/>
              <a:ea typeface="+mn-ea"/>
              <a:cs typeface="+mn-cs"/>
            </a:endParaRPr>
          </a:p>
        </p:txBody>
      </p:sp>
      <p:pic>
        <p:nvPicPr>
          <p:cNvPr id="10" name="Picture 2" descr="C:\Users\Ours\Desktop\my stuffs\1 NTFS_000\LostFiles2\INSPIRATION\PROJECTS\MIND PROJECTS\cu_logo.png"/>
          <p:cNvPicPr>
            <a:picLocks noChangeAspect="1" noChangeArrowheads="1"/>
          </p:cNvPicPr>
          <p:nvPr/>
        </p:nvPicPr>
        <p:blipFill>
          <a:blip r:embed="rId3" cstate="print"/>
          <a:srcRect/>
          <a:stretch>
            <a:fillRect/>
          </a:stretch>
        </p:blipFill>
        <p:spPr bwMode="auto">
          <a:xfrm>
            <a:off x="107984" y="6363534"/>
            <a:ext cx="468612" cy="665866"/>
          </a:xfrm>
          <a:prstGeom prst="rect">
            <a:avLst/>
          </a:prstGeom>
          <a:noFill/>
        </p:spPr>
      </p:pic>
      <p:sp>
        <p:nvSpPr>
          <p:cNvPr id="3" name="Content Placeholder 2"/>
          <p:cNvSpPr>
            <a:spLocks noGrp="1"/>
          </p:cNvSpPr>
          <p:nvPr>
            <p:ph idx="1"/>
          </p:nvPr>
        </p:nvSpPr>
        <p:spPr>
          <a:xfrm>
            <a:off x="179512" y="1412776"/>
            <a:ext cx="8784976" cy="4824536"/>
          </a:xfrm>
          <a:solidFill>
            <a:schemeClr val="bg1"/>
          </a:solidFill>
          <a:ln>
            <a:noFill/>
          </a:ln>
        </p:spPr>
        <p:txBody>
          <a:bodyPr>
            <a:normAutofit/>
          </a:bodyPr>
          <a:lstStyle>
            <a:lvl1pPr>
              <a:lnSpc>
                <a:spcPct val="100000"/>
              </a:lnSpc>
              <a:spcBef>
                <a:spcPts val="375"/>
              </a:spcBef>
              <a:spcAft>
                <a:spcPts val="375"/>
              </a:spcAft>
              <a:defRPr sz="2999">
                <a:latin typeface="Rockwell" pitchFamily="18" charset="0"/>
              </a:defRPr>
            </a:lvl1pPr>
            <a:lvl2pPr>
              <a:lnSpc>
                <a:spcPct val="100000"/>
              </a:lnSpc>
              <a:spcBef>
                <a:spcPts val="375"/>
              </a:spcBef>
              <a:spcAft>
                <a:spcPts val="375"/>
              </a:spcAft>
              <a:buFont typeface="Wingdings" pitchFamily="2" charset="2"/>
              <a:buChar char="§"/>
              <a:defRPr sz="2699">
                <a:solidFill>
                  <a:srgbClr val="7A0000"/>
                </a:solidFill>
                <a:latin typeface="Rockwell" pitchFamily="18" charset="0"/>
              </a:defRPr>
            </a:lvl2pPr>
            <a:lvl3pPr>
              <a:lnSpc>
                <a:spcPct val="100000"/>
              </a:lnSpc>
              <a:spcBef>
                <a:spcPts val="375"/>
              </a:spcBef>
              <a:spcAft>
                <a:spcPts val="375"/>
              </a:spcAft>
              <a:buFont typeface="Calibri" pitchFamily="34" charset="0"/>
              <a:buChar char="‒"/>
              <a:defRPr sz="2399">
                <a:solidFill>
                  <a:schemeClr val="accent4">
                    <a:lumMod val="50000"/>
                  </a:schemeClr>
                </a:solidFill>
                <a:latin typeface="Rockwell" pitchFamily="18" charset="0"/>
              </a:defRPr>
            </a:lvl3pPr>
            <a:lvl4pPr>
              <a:lnSpc>
                <a:spcPct val="100000"/>
              </a:lnSpc>
              <a:spcBef>
                <a:spcPts val="375"/>
              </a:spcBef>
              <a:spcAft>
                <a:spcPts val="375"/>
              </a:spcAft>
              <a:buFont typeface="Arial" pitchFamily="34" charset="0"/>
              <a:buChar char="•"/>
              <a:defRPr sz="2099">
                <a:latin typeface="Rockwell" pitchFamily="18" charset="0"/>
              </a:defRPr>
            </a:lvl4pPr>
            <a:lvl5pPr>
              <a:lnSpc>
                <a:spcPct val="100000"/>
              </a:lnSpc>
              <a:spcBef>
                <a:spcPts val="375"/>
              </a:spcBef>
              <a:spcAft>
                <a:spcPts val="375"/>
              </a:spcAft>
              <a:defRPr sz="2099">
                <a:latin typeface="Rockwell"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1026" name="Picture 2" descr="C:\Users\Ours\Desktop\Picture1.png"/>
          <p:cNvPicPr>
            <a:picLocks noChangeAspect="1" noChangeArrowheads="1"/>
          </p:cNvPicPr>
          <p:nvPr/>
        </p:nvPicPr>
        <p:blipFill>
          <a:blip r:embed="rId4" cstate="print"/>
          <a:srcRect/>
          <a:stretch>
            <a:fillRect/>
          </a:stretch>
        </p:blipFill>
        <p:spPr bwMode="auto">
          <a:xfrm>
            <a:off x="414621" y="6317328"/>
            <a:ext cx="4481332" cy="640064"/>
          </a:xfrm>
          <a:prstGeom prst="rect">
            <a:avLst/>
          </a:prstGeom>
          <a:noFill/>
        </p:spPr>
      </p:pic>
      <p:sp>
        <p:nvSpPr>
          <p:cNvPr id="13" name="TextBox 12"/>
          <p:cNvSpPr txBox="1"/>
          <p:nvPr/>
        </p:nvSpPr>
        <p:spPr>
          <a:xfrm>
            <a:off x="542878" y="6707451"/>
            <a:ext cx="1709122" cy="230832"/>
          </a:xfrm>
          <a:prstGeom prst="rect">
            <a:avLst/>
          </a:prstGeom>
          <a:noFill/>
        </p:spPr>
        <p:txBody>
          <a:bodyPr wrap="none" rtlCol="0">
            <a:spAutoFit/>
          </a:bodyPr>
          <a:lstStyle/>
          <a:p>
            <a:r>
              <a:rPr lang="en-US" sz="900" dirty="0"/>
              <a:t>www.covenantuniversity.edu.ng</a:t>
            </a:r>
            <a:endParaRPr lang="en-GB" sz="900" dirty="0"/>
          </a:p>
        </p:txBody>
      </p:sp>
      <p:cxnSp>
        <p:nvCxnSpPr>
          <p:cNvPr id="19" name="Straight Connector 18"/>
          <p:cNvCxnSpPr/>
          <p:nvPr/>
        </p:nvCxnSpPr>
        <p:spPr>
          <a:xfrm flipV="1">
            <a:off x="6515719" y="1340768"/>
            <a:ext cx="1349649" cy="0"/>
          </a:xfrm>
          <a:prstGeom prst="line">
            <a:avLst/>
          </a:prstGeom>
          <a:ln w="28575">
            <a:solidFill>
              <a:srgbClr val="662C5B"/>
            </a:solidFill>
          </a:ln>
        </p:spPr>
        <p:style>
          <a:lnRef idx="1">
            <a:schemeClr val="dk1"/>
          </a:lnRef>
          <a:fillRef idx="0">
            <a:schemeClr val="dk1"/>
          </a:fillRef>
          <a:effectRef idx="0">
            <a:schemeClr val="dk1"/>
          </a:effectRef>
          <a:fontRef idx="minor">
            <a:schemeClr val="tx1"/>
          </a:fontRef>
        </p:style>
      </p:cxnSp>
      <p:cxnSp>
        <p:nvCxnSpPr>
          <p:cNvPr id="21" name="Straight Connector 20"/>
          <p:cNvCxnSpPr/>
          <p:nvPr/>
        </p:nvCxnSpPr>
        <p:spPr>
          <a:xfrm flipV="1">
            <a:off x="7892499" y="1340768"/>
            <a:ext cx="539859"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22" name="Straight Connector 21"/>
          <p:cNvCxnSpPr/>
          <p:nvPr/>
        </p:nvCxnSpPr>
        <p:spPr>
          <a:xfrm flipV="1">
            <a:off x="8459489" y="1340768"/>
            <a:ext cx="539859" cy="0"/>
          </a:xfrm>
          <a:prstGeom prst="line">
            <a:avLst/>
          </a:prstGeom>
          <a:ln w="28575">
            <a:solidFill>
              <a:srgbClr val="C00000"/>
            </a:solidFill>
          </a:ln>
        </p:spPr>
        <p:style>
          <a:lnRef idx="1">
            <a:schemeClr val="dk1"/>
          </a:lnRef>
          <a:fillRef idx="0">
            <a:schemeClr val="dk1"/>
          </a:fillRef>
          <a:effectRef idx="0">
            <a:schemeClr val="dk1"/>
          </a:effectRef>
          <a:fontRef idx="minor">
            <a:schemeClr val="tx1"/>
          </a:fontRef>
        </p:style>
      </p:cxnSp>
      <p:pic>
        <p:nvPicPr>
          <p:cNvPr id="14" name="Picture 2" descr="C:\Users\Ours\Desktop\flash\c.u..jpg"/>
          <p:cNvPicPr>
            <a:picLocks noChangeAspect="1" noChangeArrowheads="1"/>
          </p:cNvPicPr>
          <p:nvPr userDrawn="1"/>
        </p:nvPicPr>
        <p:blipFill>
          <a:blip r:embed="rId2" cstate="print">
            <a:duotone>
              <a:prstClr val="black"/>
              <a:srgbClr val="800080">
                <a:alpha val="78824"/>
                <a:tint val="45000"/>
                <a:satMod val="400000"/>
              </a:srgbClr>
            </a:duotone>
          </a:blip>
          <a:srcRect t="41294" b="49226"/>
          <a:stretch>
            <a:fillRect/>
          </a:stretch>
        </p:blipFill>
        <p:spPr bwMode="auto">
          <a:xfrm>
            <a:off x="1" y="6309320"/>
            <a:ext cx="9209063" cy="773752"/>
          </a:xfrm>
          <a:prstGeom prst="rect">
            <a:avLst/>
          </a:prstGeom>
          <a:noFill/>
        </p:spPr>
      </p:pic>
      <p:sp>
        <p:nvSpPr>
          <p:cNvPr id="15" name="Slide Number Placeholder 5"/>
          <p:cNvSpPr txBox="1">
            <a:spLocks/>
          </p:cNvSpPr>
          <p:nvPr userDrawn="1"/>
        </p:nvSpPr>
        <p:spPr>
          <a:xfrm>
            <a:off x="8081477" y="6336704"/>
            <a:ext cx="783808" cy="548680"/>
          </a:xfrm>
          <a:prstGeom prst="rect">
            <a:avLst/>
          </a:prstGeom>
          <a:solidFill>
            <a:srgbClr val="F7F7F7">
              <a:alpha val="45098"/>
            </a:srgbClr>
          </a:solidFill>
        </p:spPr>
        <p:txBody>
          <a:bodyPr vert="horz" lIns="68562" tIns="34281" rIns="68562" bIns="34281" rtlCol="0" anchor="ctr"/>
          <a:lstStyle>
            <a:lvl1pPr>
              <a:defRPr sz="1400" b="1">
                <a:solidFill>
                  <a:schemeClr val="tx1">
                    <a:lumMod val="95000"/>
                    <a:lumOff val="5000"/>
                  </a:schemeClr>
                </a:solidFill>
                <a:latin typeface="Georgia" pitchFamily="18" charset="0"/>
              </a:defRPr>
            </a:lvl1pPr>
          </a:lstStyle>
          <a:p>
            <a:pPr marL="0" marR="0" lvl="0" indent="0" algn="r" defTabSz="685617" rtl="0" eaLnBrk="1" fontAlgn="auto" latinLnBrk="0" hangingPunct="1">
              <a:lnSpc>
                <a:spcPct val="100000"/>
              </a:lnSpc>
              <a:spcBef>
                <a:spcPts val="0"/>
              </a:spcBef>
              <a:spcAft>
                <a:spcPts val="0"/>
              </a:spcAft>
              <a:buClrTx/>
              <a:buSzTx/>
              <a:buFontTx/>
              <a:buNone/>
              <a:tabLst/>
              <a:defRPr/>
            </a:pPr>
            <a:fld id="{5FE708FE-ED12-4ACB-81C9-F40A112777FF}" type="slidenum">
              <a:rPr kumimoji="0" lang="en-GB" sz="2099" b="1" i="0" u="none" strike="noStrike" kern="1200" cap="none" spc="0" normalizeH="0" baseline="0" noProof="0" smtClean="0">
                <a:ln>
                  <a:noFill/>
                </a:ln>
                <a:solidFill>
                  <a:schemeClr val="bg1"/>
                </a:solidFill>
                <a:effectLst/>
                <a:uLnTx/>
                <a:uFillTx/>
                <a:latin typeface="Georgia" pitchFamily="18" charset="0"/>
                <a:ea typeface="+mn-ea"/>
                <a:cs typeface="+mn-cs"/>
              </a:rPr>
              <a:pPr marL="0" marR="0" lvl="0" indent="0" algn="r" defTabSz="685617" rtl="0" eaLnBrk="1" fontAlgn="auto" latinLnBrk="0" hangingPunct="1">
                <a:lnSpc>
                  <a:spcPct val="100000"/>
                </a:lnSpc>
                <a:spcBef>
                  <a:spcPts val="0"/>
                </a:spcBef>
                <a:spcAft>
                  <a:spcPts val="0"/>
                </a:spcAft>
                <a:buClrTx/>
                <a:buSzTx/>
                <a:buFontTx/>
                <a:buNone/>
                <a:tabLst/>
                <a:defRPr/>
              </a:pPr>
              <a:t>‹#›</a:t>
            </a:fld>
            <a:endParaRPr kumimoji="0" lang="en-GB" sz="2099" b="1" i="0" u="none" strike="noStrike" kern="1200" cap="none" spc="0" normalizeH="0" baseline="0" noProof="0" dirty="0">
              <a:ln>
                <a:noFill/>
              </a:ln>
              <a:solidFill>
                <a:schemeClr val="bg1"/>
              </a:solidFill>
              <a:effectLst/>
              <a:uLnTx/>
              <a:uFillTx/>
              <a:latin typeface="Georgia" pitchFamily="18" charset="0"/>
              <a:ea typeface="+mn-ea"/>
              <a:cs typeface="+mn-cs"/>
            </a:endParaRPr>
          </a:p>
        </p:txBody>
      </p:sp>
      <p:pic>
        <p:nvPicPr>
          <p:cNvPr id="16" name="Picture 2" descr="C:\Users\Ours\Desktop\my stuffs\1 NTFS_000\LostFiles2\INSPIRATION\PROJECTS\MIND PROJECTS\cu_logo.png"/>
          <p:cNvPicPr>
            <a:picLocks noChangeAspect="1" noChangeArrowheads="1"/>
          </p:cNvPicPr>
          <p:nvPr userDrawn="1"/>
        </p:nvPicPr>
        <p:blipFill>
          <a:blip r:embed="rId3" cstate="print"/>
          <a:srcRect/>
          <a:stretch>
            <a:fillRect/>
          </a:stretch>
        </p:blipFill>
        <p:spPr bwMode="auto">
          <a:xfrm>
            <a:off x="107984" y="6363534"/>
            <a:ext cx="468612" cy="665866"/>
          </a:xfrm>
          <a:prstGeom prst="rect">
            <a:avLst/>
          </a:prstGeom>
          <a:noFill/>
        </p:spPr>
      </p:pic>
      <p:pic>
        <p:nvPicPr>
          <p:cNvPr id="17" name="Picture 2" descr="C:\Users\Ours\Desktop\Picture1.png"/>
          <p:cNvPicPr>
            <a:picLocks noChangeAspect="1" noChangeArrowheads="1"/>
          </p:cNvPicPr>
          <p:nvPr userDrawn="1"/>
        </p:nvPicPr>
        <p:blipFill>
          <a:blip r:embed="rId4" cstate="print"/>
          <a:srcRect/>
          <a:stretch>
            <a:fillRect/>
          </a:stretch>
        </p:blipFill>
        <p:spPr bwMode="auto">
          <a:xfrm>
            <a:off x="414621" y="6317328"/>
            <a:ext cx="4481332" cy="640064"/>
          </a:xfrm>
          <a:prstGeom prst="rect">
            <a:avLst/>
          </a:prstGeom>
          <a:noFill/>
        </p:spPr>
      </p:pic>
      <p:sp>
        <p:nvSpPr>
          <p:cNvPr id="18" name="TextBox 17"/>
          <p:cNvSpPr txBox="1"/>
          <p:nvPr userDrawn="1"/>
        </p:nvSpPr>
        <p:spPr>
          <a:xfrm>
            <a:off x="542878" y="6707453"/>
            <a:ext cx="1709122" cy="230832"/>
          </a:xfrm>
          <a:prstGeom prst="rect">
            <a:avLst/>
          </a:prstGeom>
          <a:noFill/>
        </p:spPr>
        <p:txBody>
          <a:bodyPr wrap="none" rtlCol="0">
            <a:spAutoFit/>
          </a:bodyPr>
          <a:lstStyle/>
          <a:p>
            <a:r>
              <a:rPr lang="en-US" sz="900" dirty="0"/>
              <a:t>www.covenantuniversity.edu.ng</a:t>
            </a:r>
            <a:endParaRPr lang="en-GB" sz="900" dirty="0"/>
          </a:p>
        </p:txBody>
      </p:sp>
      <p:cxnSp>
        <p:nvCxnSpPr>
          <p:cNvPr id="20" name="Straight Connector 19"/>
          <p:cNvCxnSpPr/>
          <p:nvPr userDrawn="1"/>
        </p:nvCxnSpPr>
        <p:spPr>
          <a:xfrm flipV="1">
            <a:off x="6515720" y="1340768"/>
            <a:ext cx="1349649" cy="0"/>
          </a:xfrm>
          <a:prstGeom prst="line">
            <a:avLst/>
          </a:prstGeom>
          <a:ln w="28575">
            <a:solidFill>
              <a:srgbClr val="662C5B"/>
            </a:solidFill>
          </a:ln>
        </p:spPr>
        <p:style>
          <a:lnRef idx="1">
            <a:schemeClr val="dk1"/>
          </a:lnRef>
          <a:fillRef idx="0">
            <a:schemeClr val="dk1"/>
          </a:fillRef>
          <a:effectRef idx="0">
            <a:schemeClr val="dk1"/>
          </a:effectRef>
          <a:fontRef idx="minor">
            <a:schemeClr val="tx1"/>
          </a:fontRef>
        </p:style>
      </p:cxnSp>
      <p:cxnSp>
        <p:nvCxnSpPr>
          <p:cNvPr id="23" name="Straight Connector 22"/>
          <p:cNvCxnSpPr/>
          <p:nvPr userDrawn="1"/>
        </p:nvCxnSpPr>
        <p:spPr>
          <a:xfrm flipV="1">
            <a:off x="7892500" y="1340768"/>
            <a:ext cx="539859"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24" name="Straight Connector 23"/>
          <p:cNvCxnSpPr/>
          <p:nvPr userDrawn="1"/>
        </p:nvCxnSpPr>
        <p:spPr>
          <a:xfrm flipV="1">
            <a:off x="8459490" y="1340768"/>
            <a:ext cx="539859" cy="0"/>
          </a:xfrm>
          <a:prstGeom prst="line">
            <a:avLst/>
          </a:prstGeom>
          <a:ln w="28575">
            <a:solidFill>
              <a:srgbClr val="C00000"/>
            </a:solidFill>
          </a:ln>
        </p:spPr>
        <p:style>
          <a:lnRef idx="1">
            <a:schemeClr val="dk1"/>
          </a:lnRef>
          <a:fillRef idx="0">
            <a:schemeClr val="dk1"/>
          </a:fillRef>
          <a:effectRef idx="0">
            <a:schemeClr val="dk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4" y="4406922"/>
            <a:ext cx="7772400" cy="1362075"/>
          </a:xfrm>
        </p:spPr>
        <p:txBody>
          <a:bodyPr anchor="t"/>
          <a:lstStyle>
            <a:lvl1pPr algn="l">
              <a:defRPr sz="2999" b="1" cap="all"/>
            </a:lvl1pPr>
          </a:lstStyle>
          <a:p>
            <a:r>
              <a:rPr lang="en-US"/>
              <a:t>Click to edit Master title style</a:t>
            </a:r>
            <a:endParaRPr lang="en-GB"/>
          </a:p>
        </p:txBody>
      </p:sp>
      <p:sp>
        <p:nvSpPr>
          <p:cNvPr id="3" name="Text Placeholder 2"/>
          <p:cNvSpPr>
            <a:spLocks noGrp="1"/>
          </p:cNvSpPr>
          <p:nvPr>
            <p:ph type="body" idx="1"/>
          </p:nvPr>
        </p:nvSpPr>
        <p:spPr>
          <a:xfrm>
            <a:off x="722314" y="2906713"/>
            <a:ext cx="7772400" cy="1500187"/>
          </a:xfrm>
        </p:spPr>
        <p:txBody>
          <a:bodyPr anchor="b"/>
          <a:lstStyle>
            <a:lvl1pPr marL="0" indent="0">
              <a:buNone/>
              <a:defRPr sz="1500">
                <a:solidFill>
                  <a:schemeClr val="tx1">
                    <a:tint val="75000"/>
                  </a:schemeClr>
                </a:solidFill>
              </a:defRPr>
            </a:lvl1pPr>
            <a:lvl2pPr marL="342809" indent="0">
              <a:buNone/>
              <a:defRPr sz="1350">
                <a:solidFill>
                  <a:schemeClr val="tx1">
                    <a:tint val="75000"/>
                  </a:schemeClr>
                </a:solidFill>
              </a:defRPr>
            </a:lvl2pPr>
            <a:lvl3pPr marL="685617" indent="0">
              <a:buNone/>
              <a:defRPr sz="1200">
                <a:solidFill>
                  <a:schemeClr val="tx1">
                    <a:tint val="75000"/>
                  </a:schemeClr>
                </a:solidFill>
              </a:defRPr>
            </a:lvl3pPr>
            <a:lvl4pPr marL="1028426" indent="0">
              <a:buNone/>
              <a:defRPr sz="1050">
                <a:solidFill>
                  <a:schemeClr val="tx1">
                    <a:tint val="75000"/>
                  </a:schemeClr>
                </a:solidFill>
              </a:defRPr>
            </a:lvl4pPr>
            <a:lvl5pPr marL="1371234" indent="0">
              <a:buNone/>
              <a:defRPr sz="1050">
                <a:solidFill>
                  <a:schemeClr val="tx1">
                    <a:tint val="75000"/>
                  </a:schemeClr>
                </a:solidFill>
              </a:defRPr>
            </a:lvl5pPr>
            <a:lvl6pPr marL="1714043" indent="0">
              <a:buNone/>
              <a:defRPr sz="1050">
                <a:solidFill>
                  <a:schemeClr val="tx1">
                    <a:tint val="75000"/>
                  </a:schemeClr>
                </a:solidFill>
              </a:defRPr>
            </a:lvl6pPr>
            <a:lvl7pPr marL="2056851" indent="0">
              <a:buNone/>
              <a:defRPr sz="1050">
                <a:solidFill>
                  <a:schemeClr val="tx1">
                    <a:tint val="75000"/>
                  </a:schemeClr>
                </a:solidFill>
              </a:defRPr>
            </a:lvl7pPr>
            <a:lvl8pPr marL="2399660" indent="0">
              <a:buNone/>
              <a:defRPr sz="1050">
                <a:solidFill>
                  <a:schemeClr val="tx1">
                    <a:tint val="75000"/>
                  </a:schemeClr>
                </a:solidFill>
              </a:defRPr>
            </a:lvl8pPr>
            <a:lvl9pPr marL="2742468"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C4DCE7-BD50-433F-BB05-C60A4C27116D}" type="datetime1">
              <a:rPr lang="en-GB" smtClean="0"/>
              <a:t>05/Mar/21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C5DFEC63-AC9E-491C-B008-E83D881192CD}" type="slidenum">
              <a:rPr lang="en-GB" smtClean="0"/>
              <a:pPr/>
              <a:t>‹#›</a:t>
            </a:fld>
            <a:endParaRPr lang="en-GB"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6"/>
            <a:ext cx="4038600" cy="4525963"/>
          </a:xfrm>
        </p:spPr>
        <p:txBody>
          <a:bodyPr/>
          <a:lstStyle>
            <a:lvl1pPr>
              <a:defRPr sz="2099"/>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6"/>
            <a:ext cx="4038600" cy="4525963"/>
          </a:xfrm>
        </p:spPr>
        <p:txBody>
          <a:bodyPr/>
          <a:lstStyle>
            <a:lvl1pPr>
              <a:defRPr sz="2099"/>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4AA6DC4C-467C-44EC-9BD1-0789C1B2A09B}" type="datetime1">
              <a:rPr lang="en-GB" smtClean="0"/>
              <a:t>05/Mar/21</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C5DFEC63-AC9E-491C-B008-E83D881192CD}" type="slidenum">
              <a:rPr lang="en-GB" smtClean="0"/>
              <a:pPr/>
              <a:t>‹#›</a:t>
            </a:fld>
            <a:endParaRPr lang="en-GB"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809" indent="0">
              <a:buNone/>
              <a:defRPr sz="1500" b="1"/>
            </a:lvl2pPr>
            <a:lvl3pPr marL="685617" indent="0">
              <a:buNone/>
              <a:defRPr sz="1350" b="1"/>
            </a:lvl3pPr>
            <a:lvl4pPr marL="1028426" indent="0">
              <a:buNone/>
              <a:defRPr sz="1200" b="1"/>
            </a:lvl4pPr>
            <a:lvl5pPr marL="1371234" indent="0">
              <a:buNone/>
              <a:defRPr sz="1200" b="1"/>
            </a:lvl5pPr>
            <a:lvl6pPr marL="1714043" indent="0">
              <a:buNone/>
              <a:defRPr sz="1200" b="1"/>
            </a:lvl6pPr>
            <a:lvl7pPr marL="2056851" indent="0">
              <a:buNone/>
              <a:defRPr sz="1200" b="1"/>
            </a:lvl7pPr>
            <a:lvl8pPr marL="2399660" indent="0">
              <a:buNone/>
              <a:defRPr sz="1200" b="1"/>
            </a:lvl8pPr>
            <a:lvl9pPr marL="2742468"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36" y="1535113"/>
            <a:ext cx="4041775" cy="639762"/>
          </a:xfrm>
        </p:spPr>
        <p:txBody>
          <a:bodyPr anchor="b"/>
          <a:lstStyle>
            <a:lvl1pPr marL="0" indent="0">
              <a:buNone/>
              <a:defRPr sz="1800" b="1"/>
            </a:lvl1pPr>
            <a:lvl2pPr marL="342809" indent="0">
              <a:buNone/>
              <a:defRPr sz="1500" b="1"/>
            </a:lvl2pPr>
            <a:lvl3pPr marL="685617" indent="0">
              <a:buNone/>
              <a:defRPr sz="1350" b="1"/>
            </a:lvl3pPr>
            <a:lvl4pPr marL="1028426" indent="0">
              <a:buNone/>
              <a:defRPr sz="1200" b="1"/>
            </a:lvl4pPr>
            <a:lvl5pPr marL="1371234" indent="0">
              <a:buNone/>
              <a:defRPr sz="1200" b="1"/>
            </a:lvl5pPr>
            <a:lvl6pPr marL="1714043" indent="0">
              <a:buNone/>
              <a:defRPr sz="1200" b="1"/>
            </a:lvl6pPr>
            <a:lvl7pPr marL="2056851" indent="0">
              <a:buNone/>
              <a:defRPr sz="1200" b="1"/>
            </a:lvl7pPr>
            <a:lvl8pPr marL="2399660" indent="0">
              <a:buNone/>
              <a:defRPr sz="1200" b="1"/>
            </a:lvl8pPr>
            <a:lvl9pPr marL="2742468"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3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103832FD-BCB0-454E-8C2A-214B5CA220D2}" type="datetime1">
              <a:rPr lang="en-GB" smtClean="0"/>
              <a:t>05/Mar/21</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C5DFEC63-AC9E-491C-B008-E83D881192CD}" type="slidenum">
              <a:rPr lang="en-GB" smtClean="0"/>
              <a:pPr/>
              <a:t>‹#›</a:t>
            </a:fld>
            <a:endParaRPr lang="en-GB"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D93E47F2-CC24-4D52-A90E-4D7CBD06ABAD}" type="datetime1">
              <a:rPr lang="en-GB" smtClean="0"/>
              <a:t>05/Mar/21</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C5DFEC63-AC9E-491C-B008-E83D881192CD}" type="slidenum">
              <a:rPr lang="en-GB" smtClean="0"/>
              <a:pPr/>
              <a:t>‹#›</a:t>
            </a:fld>
            <a:endParaRPr lang="en-GB"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BC61270-0141-4616-BD26-AFC39E35E8D4}" type="datetime1">
              <a:rPr lang="en-GB" smtClean="0"/>
              <a:t>05/Mar/21</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C5DFEC63-AC9E-491C-B008-E83D881192CD}" type="slidenum">
              <a:rPr lang="en-GB" smtClean="0"/>
              <a:pPr/>
              <a:t>‹#›</a:t>
            </a:fld>
            <a:endParaRPr lang="en-GB"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11" y="273050"/>
            <a:ext cx="3008313" cy="1162050"/>
          </a:xfrm>
        </p:spPr>
        <p:txBody>
          <a:bodyPr anchor="b"/>
          <a:lstStyle>
            <a:lvl1pPr algn="l">
              <a:defRPr sz="1500" b="1"/>
            </a:lvl1pPr>
          </a:lstStyle>
          <a:p>
            <a:r>
              <a:rPr lang="en-US"/>
              <a:t>Click to edit Master title style</a:t>
            </a:r>
            <a:endParaRPr lang="en-GB"/>
          </a:p>
        </p:txBody>
      </p:sp>
      <p:sp>
        <p:nvSpPr>
          <p:cNvPr id="3" name="Content Placeholder 2"/>
          <p:cNvSpPr>
            <a:spLocks noGrp="1"/>
          </p:cNvSpPr>
          <p:nvPr>
            <p:ph idx="1"/>
          </p:nvPr>
        </p:nvSpPr>
        <p:spPr>
          <a:xfrm>
            <a:off x="3575050" y="273072"/>
            <a:ext cx="5111750" cy="5853113"/>
          </a:xfrm>
        </p:spPr>
        <p:txBody>
          <a:bodyPr/>
          <a:lstStyle>
            <a:lvl1pPr>
              <a:defRPr sz="2399"/>
            </a:lvl1pPr>
            <a:lvl2pPr>
              <a:defRPr sz="2099"/>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11" y="1435103"/>
            <a:ext cx="3008313" cy="4691063"/>
          </a:xfrm>
        </p:spPr>
        <p:txBody>
          <a:bodyPr/>
          <a:lstStyle>
            <a:lvl1pPr marL="0" indent="0">
              <a:buNone/>
              <a:defRPr sz="1050"/>
            </a:lvl1pPr>
            <a:lvl2pPr marL="342809" indent="0">
              <a:buNone/>
              <a:defRPr sz="900"/>
            </a:lvl2pPr>
            <a:lvl3pPr marL="685617" indent="0">
              <a:buNone/>
              <a:defRPr sz="750"/>
            </a:lvl3pPr>
            <a:lvl4pPr marL="1028426" indent="0">
              <a:buNone/>
              <a:defRPr sz="675"/>
            </a:lvl4pPr>
            <a:lvl5pPr marL="1371234" indent="0">
              <a:buNone/>
              <a:defRPr sz="675"/>
            </a:lvl5pPr>
            <a:lvl6pPr marL="1714043" indent="0">
              <a:buNone/>
              <a:defRPr sz="675"/>
            </a:lvl6pPr>
            <a:lvl7pPr marL="2056851" indent="0">
              <a:buNone/>
              <a:defRPr sz="675"/>
            </a:lvl7pPr>
            <a:lvl8pPr marL="2399660" indent="0">
              <a:buNone/>
              <a:defRPr sz="675"/>
            </a:lvl8pPr>
            <a:lvl9pPr marL="2742468"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79A6BF82-D52B-4265-9C49-B49C2DDF5ADD}" type="datetime1">
              <a:rPr lang="en-GB" smtClean="0"/>
              <a:t>05/Mar/21</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C5DFEC63-AC9E-491C-B008-E83D881192CD}" type="slidenum">
              <a:rPr lang="en-GB" smtClean="0"/>
              <a:pPr/>
              <a:t>‹#›</a:t>
            </a:fld>
            <a:endParaRPr lang="en-GB"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9" y="4800600"/>
            <a:ext cx="5486400" cy="566738"/>
          </a:xfrm>
        </p:spPr>
        <p:txBody>
          <a:bodyPr anchor="b"/>
          <a:lstStyle>
            <a:lvl1pPr algn="l">
              <a:defRPr sz="1500" b="1"/>
            </a:lvl1pPr>
          </a:lstStyle>
          <a:p>
            <a:r>
              <a:rPr lang="en-US"/>
              <a:t>Click to edit Master title style</a:t>
            </a:r>
            <a:endParaRPr lang="en-GB"/>
          </a:p>
        </p:txBody>
      </p:sp>
      <p:sp>
        <p:nvSpPr>
          <p:cNvPr id="3" name="Picture Placeholder 2"/>
          <p:cNvSpPr>
            <a:spLocks noGrp="1"/>
          </p:cNvSpPr>
          <p:nvPr>
            <p:ph type="pic" idx="1"/>
          </p:nvPr>
        </p:nvSpPr>
        <p:spPr>
          <a:xfrm>
            <a:off x="1792289" y="612775"/>
            <a:ext cx="5486400" cy="4114800"/>
          </a:xfrm>
        </p:spPr>
        <p:txBody>
          <a:bodyPr/>
          <a:lstStyle>
            <a:lvl1pPr marL="0" indent="0">
              <a:buNone/>
              <a:defRPr sz="2399"/>
            </a:lvl1pPr>
            <a:lvl2pPr marL="342809" indent="0">
              <a:buNone/>
              <a:defRPr sz="2099"/>
            </a:lvl2pPr>
            <a:lvl3pPr marL="685617" indent="0">
              <a:buNone/>
              <a:defRPr sz="1800"/>
            </a:lvl3pPr>
            <a:lvl4pPr marL="1028426" indent="0">
              <a:buNone/>
              <a:defRPr sz="1500"/>
            </a:lvl4pPr>
            <a:lvl5pPr marL="1371234" indent="0">
              <a:buNone/>
              <a:defRPr sz="1500"/>
            </a:lvl5pPr>
            <a:lvl6pPr marL="1714043" indent="0">
              <a:buNone/>
              <a:defRPr sz="1500"/>
            </a:lvl6pPr>
            <a:lvl7pPr marL="2056851" indent="0">
              <a:buNone/>
              <a:defRPr sz="1500"/>
            </a:lvl7pPr>
            <a:lvl8pPr marL="2399660" indent="0">
              <a:buNone/>
              <a:defRPr sz="1500"/>
            </a:lvl8pPr>
            <a:lvl9pPr marL="2742468" indent="0">
              <a:buNone/>
              <a:defRPr sz="1500"/>
            </a:lvl9pPr>
          </a:lstStyle>
          <a:p>
            <a:r>
              <a:rPr lang="en-US"/>
              <a:t>Click icon to add picture</a:t>
            </a:r>
            <a:endParaRPr lang="en-GB" dirty="0"/>
          </a:p>
        </p:txBody>
      </p:sp>
      <p:sp>
        <p:nvSpPr>
          <p:cNvPr id="4" name="Text Placeholder 3"/>
          <p:cNvSpPr>
            <a:spLocks noGrp="1"/>
          </p:cNvSpPr>
          <p:nvPr>
            <p:ph type="body" sz="half" idx="2"/>
          </p:nvPr>
        </p:nvSpPr>
        <p:spPr>
          <a:xfrm>
            <a:off x="1792289" y="5367338"/>
            <a:ext cx="5486400" cy="804862"/>
          </a:xfrm>
        </p:spPr>
        <p:txBody>
          <a:bodyPr/>
          <a:lstStyle>
            <a:lvl1pPr marL="0" indent="0">
              <a:buNone/>
              <a:defRPr sz="1050"/>
            </a:lvl1pPr>
            <a:lvl2pPr marL="342809" indent="0">
              <a:buNone/>
              <a:defRPr sz="900"/>
            </a:lvl2pPr>
            <a:lvl3pPr marL="685617" indent="0">
              <a:buNone/>
              <a:defRPr sz="750"/>
            </a:lvl3pPr>
            <a:lvl4pPr marL="1028426" indent="0">
              <a:buNone/>
              <a:defRPr sz="675"/>
            </a:lvl4pPr>
            <a:lvl5pPr marL="1371234" indent="0">
              <a:buNone/>
              <a:defRPr sz="675"/>
            </a:lvl5pPr>
            <a:lvl6pPr marL="1714043" indent="0">
              <a:buNone/>
              <a:defRPr sz="675"/>
            </a:lvl6pPr>
            <a:lvl7pPr marL="2056851" indent="0">
              <a:buNone/>
              <a:defRPr sz="675"/>
            </a:lvl7pPr>
            <a:lvl8pPr marL="2399660" indent="0">
              <a:buNone/>
              <a:defRPr sz="675"/>
            </a:lvl8pPr>
            <a:lvl9pPr marL="2742468"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E502A99E-579E-45D2-A686-5B970B311C4E}" type="datetime1">
              <a:rPr lang="en-GB" smtClean="0"/>
              <a:t>05/Mar/21</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C5DFEC63-AC9E-491C-B008-E83D881192CD}" type="slidenum">
              <a:rPr lang="en-GB" smtClean="0"/>
              <a:pPr/>
              <a:t>‹#›</a:t>
            </a:fld>
            <a:endParaRPr lang="en-GB"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96A2CF07-F3B0-427F-A675-E847322B7BBC}" type="datetime1">
              <a:rPr lang="en-GB" smtClean="0"/>
              <a:t>05/Mar/21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C5DFEC63-AC9E-491C-B008-E83D881192CD}" type="slidenum">
              <a:rPr lang="en-GB" smtClean="0"/>
              <a:pPr/>
              <a:t>‹#›</a:t>
            </a:fld>
            <a:endParaRPr lang="en-GB"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60"/>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6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650C9BCC-119C-499F-88DC-5EFC653126EE}" type="datetime1">
              <a:rPr lang="en-GB" smtClean="0"/>
              <a:t>05/Mar/21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C5DFEC63-AC9E-491C-B008-E83D881192CD}" type="slidenum">
              <a:rPr lang="en-GB" smtClean="0"/>
              <a:pPr/>
              <a:t>‹#›</a:t>
            </a:fld>
            <a:endParaRPr lang="en-GB"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pic>
        <p:nvPicPr>
          <p:cNvPr id="12" name="Picture 2" descr="C:\Users\Ours\Desktop\flash\c.u..jpg"/>
          <p:cNvPicPr>
            <a:picLocks noChangeAspect="1" noChangeArrowheads="1"/>
          </p:cNvPicPr>
          <p:nvPr userDrawn="1"/>
        </p:nvPicPr>
        <p:blipFill>
          <a:blip r:embed="rId2" cstate="print">
            <a:duotone>
              <a:prstClr val="black"/>
              <a:srgbClr val="800080">
                <a:alpha val="78824"/>
                <a:tint val="45000"/>
                <a:satMod val="400000"/>
              </a:srgbClr>
            </a:duotone>
          </a:blip>
          <a:srcRect t="-169" b="15477"/>
          <a:stretch>
            <a:fillRect/>
          </a:stretch>
        </p:blipFill>
        <p:spPr bwMode="auto">
          <a:xfrm>
            <a:off x="1" y="-54768"/>
            <a:ext cx="9209063" cy="6912768"/>
          </a:xfrm>
          <a:prstGeom prst="rect">
            <a:avLst/>
          </a:prstGeom>
          <a:noFill/>
        </p:spPr>
      </p:pic>
      <p:pic>
        <p:nvPicPr>
          <p:cNvPr id="8" name="Picture 2" descr="C:\Users\Ours\Desktop\my stuffs\1 NTFS_000\LostFiles2\INSPIRATION\PROJECTS\MIND PROJECTS\cu_logo.png"/>
          <p:cNvPicPr>
            <a:picLocks noChangeAspect="1" noChangeArrowheads="1"/>
          </p:cNvPicPr>
          <p:nvPr userDrawn="1"/>
        </p:nvPicPr>
        <p:blipFill>
          <a:blip r:embed="rId3" cstate="print"/>
          <a:srcRect/>
          <a:stretch>
            <a:fillRect/>
          </a:stretch>
        </p:blipFill>
        <p:spPr bwMode="auto">
          <a:xfrm>
            <a:off x="198654" y="548680"/>
            <a:ext cx="912180" cy="1296144"/>
          </a:xfrm>
          <a:prstGeom prst="rect">
            <a:avLst/>
          </a:prstGeom>
          <a:noFill/>
        </p:spPr>
      </p:pic>
      <p:sp>
        <p:nvSpPr>
          <p:cNvPr id="10" name="Title 1"/>
          <p:cNvSpPr>
            <a:spLocks noGrp="1"/>
          </p:cNvSpPr>
          <p:nvPr userDrawn="1">
            <p:ph type="ctrTitle"/>
          </p:nvPr>
        </p:nvSpPr>
        <p:spPr>
          <a:xfrm>
            <a:off x="685800" y="2204865"/>
            <a:ext cx="7772400" cy="2520280"/>
          </a:xfrm>
          <a:solidFill>
            <a:srgbClr val="CC3399">
              <a:alpha val="83137"/>
            </a:srgbClr>
          </a:solidFill>
        </p:spPr>
        <p:txBody>
          <a:bodyPr>
            <a:normAutofit/>
          </a:bodyPr>
          <a:lstStyle/>
          <a:p>
            <a:endParaRPr lang="en-GB" sz="4949" b="1" dirty="0">
              <a:solidFill>
                <a:schemeClr val="bg1"/>
              </a:solidFill>
              <a:latin typeface="Rockwell" pitchFamily="18" charset="0"/>
            </a:endParaRPr>
          </a:p>
        </p:txBody>
      </p:sp>
      <p:sp>
        <p:nvSpPr>
          <p:cNvPr id="11" name="Subtitle 2"/>
          <p:cNvSpPr>
            <a:spLocks noGrp="1"/>
          </p:cNvSpPr>
          <p:nvPr userDrawn="1">
            <p:ph type="subTitle" idx="1"/>
          </p:nvPr>
        </p:nvSpPr>
        <p:spPr>
          <a:xfrm>
            <a:off x="1278493" y="4869160"/>
            <a:ext cx="6400800" cy="1752600"/>
          </a:xfrm>
          <a:solidFill>
            <a:srgbClr val="FFFFFF">
              <a:alpha val="63137"/>
            </a:srgbClr>
          </a:solidFill>
        </p:spPr>
        <p:txBody>
          <a:bodyPr>
            <a:normAutofit/>
          </a:bodyPr>
          <a:lstStyle>
            <a:lvl1pPr algn="ctr">
              <a:buNone/>
              <a:defRPr sz="2999">
                <a:ln>
                  <a:noFill/>
                </a:ln>
                <a:solidFill>
                  <a:srgbClr val="002060"/>
                </a:solidFill>
              </a:defRPr>
            </a:lvl1pPr>
          </a:lstStyle>
          <a:p>
            <a:endParaRPr lang="en-GB" dirty="0">
              <a:solidFill>
                <a:schemeClr val="bg1"/>
              </a:solidFill>
              <a:latin typeface="Rockwell" pitchFamily="18" charset="0"/>
            </a:endParaRPr>
          </a:p>
        </p:txBody>
      </p:sp>
      <p:sp>
        <p:nvSpPr>
          <p:cNvPr id="13" name="TextBox 12"/>
          <p:cNvSpPr txBox="1"/>
          <p:nvPr userDrawn="1"/>
        </p:nvSpPr>
        <p:spPr>
          <a:xfrm>
            <a:off x="1008540" y="1268761"/>
            <a:ext cx="3021596" cy="323165"/>
          </a:xfrm>
          <a:prstGeom prst="rect">
            <a:avLst/>
          </a:prstGeom>
          <a:noFill/>
        </p:spPr>
        <p:txBody>
          <a:bodyPr wrap="none" rtlCol="0">
            <a:spAutoFit/>
          </a:bodyPr>
          <a:lstStyle/>
          <a:p>
            <a:r>
              <a:rPr lang="en-US" sz="1500" dirty="0">
                <a:solidFill>
                  <a:srgbClr val="662C5B"/>
                </a:solidFill>
              </a:rPr>
              <a:t>Raising a new Generation of Leaders</a:t>
            </a:r>
            <a:endParaRPr lang="en-GB" sz="1500" dirty="0">
              <a:solidFill>
                <a:srgbClr val="662C5B"/>
              </a:solidFill>
            </a:endParaRPr>
          </a:p>
        </p:txBody>
      </p:sp>
      <p:sp>
        <p:nvSpPr>
          <p:cNvPr id="14" name="TextBox 13"/>
          <p:cNvSpPr txBox="1"/>
          <p:nvPr userDrawn="1"/>
        </p:nvSpPr>
        <p:spPr>
          <a:xfrm>
            <a:off x="6750699" y="0"/>
            <a:ext cx="2442592" cy="300082"/>
          </a:xfrm>
          <a:prstGeom prst="rect">
            <a:avLst/>
          </a:prstGeom>
          <a:noFill/>
        </p:spPr>
        <p:txBody>
          <a:bodyPr wrap="none" rtlCol="0">
            <a:spAutoFit/>
          </a:bodyPr>
          <a:lstStyle/>
          <a:p>
            <a:r>
              <a:rPr lang="en-US" sz="1350" dirty="0"/>
              <a:t>www.covenantuniversity.edu.ng</a:t>
            </a:r>
            <a:endParaRPr lang="en-GB" sz="1350" dirty="0"/>
          </a:p>
        </p:txBody>
      </p:sp>
      <p:pic>
        <p:nvPicPr>
          <p:cNvPr id="3074" name="Picture 2" descr="C:\Users\Ours\Desktop\Picture3.png"/>
          <p:cNvPicPr>
            <a:picLocks noChangeAspect="1" noChangeArrowheads="1"/>
          </p:cNvPicPr>
          <p:nvPr userDrawn="1"/>
        </p:nvPicPr>
        <p:blipFill>
          <a:blip r:embed="rId4" cstate="print"/>
          <a:srcRect/>
          <a:stretch>
            <a:fillRect/>
          </a:stretch>
        </p:blipFill>
        <p:spPr bwMode="auto">
          <a:xfrm>
            <a:off x="846556" y="692719"/>
            <a:ext cx="3798296" cy="817563"/>
          </a:xfrm>
          <a:prstGeom prst="rect">
            <a:avLst/>
          </a:prstGeom>
          <a:noFill/>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632" y="2130446"/>
            <a:ext cx="7772757"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243" y="3886200"/>
            <a:ext cx="6401514" cy="1752600"/>
          </a:xfrm>
        </p:spPr>
        <p:txBody>
          <a:bodyPr/>
          <a:lstStyle>
            <a:lvl1pPr marL="0" indent="0" algn="ctr">
              <a:buNone/>
              <a:defRPr>
                <a:solidFill>
                  <a:schemeClr val="tx1">
                    <a:tint val="75000"/>
                  </a:schemeClr>
                </a:solidFill>
              </a:defRPr>
            </a:lvl1pPr>
            <a:lvl2pPr marL="342809" indent="0" algn="ctr">
              <a:buNone/>
              <a:defRPr>
                <a:solidFill>
                  <a:schemeClr val="tx1">
                    <a:tint val="75000"/>
                  </a:schemeClr>
                </a:solidFill>
              </a:defRPr>
            </a:lvl2pPr>
            <a:lvl3pPr marL="685617" indent="0" algn="ctr">
              <a:buNone/>
              <a:defRPr>
                <a:solidFill>
                  <a:schemeClr val="tx1">
                    <a:tint val="75000"/>
                  </a:schemeClr>
                </a:solidFill>
              </a:defRPr>
            </a:lvl3pPr>
            <a:lvl4pPr marL="1028426" indent="0" algn="ctr">
              <a:buNone/>
              <a:defRPr>
                <a:solidFill>
                  <a:schemeClr val="tx1">
                    <a:tint val="75000"/>
                  </a:schemeClr>
                </a:solidFill>
              </a:defRPr>
            </a:lvl4pPr>
            <a:lvl5pPr marL="1371234" indent="0" algn="ctr">
              <a:buNone/>
              <a:defRPr>
                <a:solidFill>
                  <a:schemeClr val="tx1">
                    <a:tint val="75000"/>
                  </a:schemeClr>
                </a:solidFill>
              </a:defRPr>
            </a:lvl5pPr>
            <a:lvl6pPr marL="1714043" indent="0" algn="ctr">
              <a:buNone/>
              <a:defRPr>
                <a:solidFill>
                  <a:schemeClr val="tx1">
                    <a:tint val="75000"/>
                  </a:schemeClr>
                </a:solidFill>
              </a:defRPr>
            </a:lvl6pPr>
            <a:lvl7pPr marL="2056851" indent="0" algn="ctr">
              <a:buNone/>
              <a:defRPr>
                <a:solidFill>
                  <a:schemeClr val="tx1">
                    <a:tint val="75000"/>
                  </a:schemeClr>
                </a:solidFill>
              </a:defRPr>
            </a:lvl7pPr>
            <a:lvl8pPr marL="2399660" indent="0" algn="ctr">
              <a:buNone/>
              <a:defRPr>
                <a:solidFill>
                  <a:schemeClr val="tx1">
                    <a:tint val="75000"/>
                  </a:schemeClr>
                </a:solidFill>
              </a:defRPr>
            </a:lvl8pPr>
            <a:lvl9pPr marL="2742468"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33DD9A54-D442-4068-9637-4E4E55BD25DE}" type="datetime1">
              <a:rPr lang="en-GB" smtClean="0"/>
              <a:t>05/Mar/21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8AFD7524-8F44-4E5B-8CF0-2B59C21FCAB6}" type="datetime1">
              <a:rPr lang="en-GB" smtClean="0"/>
              <a:t>05/Mar/21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532" y="4406921"/>
            <a:ext cx="7772757" cy="1362075"/>
          </a:xfrm>
        </p:spPr>
        <p:txBody>
          <a:bodyPr anchor="t"/>
          <a:lstStyle>
            <a:lvl1pPr algn="l">
              <a:defRPr sz="2999" b="1" cap="all"/>
            </a:lvl1pPr>
          </a:lstStyle>
          <a:p>
            <a:r>
              <a:rPr lang="en-US"/>
              <a:t>Click to edit Master title style</a:t>
            </a:r>
            <a:endParaRPr lang="en-GB"/>
          </a:p>
        </p:txBody>
      </p:sp>
      <p:sp>
        <p:nvSpPr>
          <p:cNvPr id="3" name="Text Placeholder 2"/>
          <p:cNvSpPr>
            <a:spLocks noGrp="1"/>
          </p:cNvSpPr>
          <p:nvPr>
            <p:ph type="body" idx="1"/>
          </p:nvPr>
        </p:nvSpPr>
        <p:spPr>
          <a:xfrm>
            <a:off x="722532" y="2906713"/>
            <a:ext cx="7772757" cy="1500187"/>
          </a:xfrm>
        </p:spPr>
        <p:txBody>
          <a:bodyPr anchor="b"/>
          <a:lstStyle>
            <a:lvl1pPr marL="0" indent="0">
              <a:buNone/>
              <a:defRPr sz="1500">
                <a:solidFill>
                  <a:schemeClr val="tx1">
                    <a:tint val="75000"/>
                  </a:schemeClr>
                </a:solidFill>
              </a:defRPr>
            </a:lvl1pPr>
            <a:lvl2pPr marL="342809" indent="0">
              <a:buNone/>
              <a:defRPr sz="1350">
                <a:solidFill>
                  <a:schemeClr val="tx1">
                    <a:tint val="75000"/>
                  </a:schemeClr>
                </a:solidFill>
              </a:defRPr>
            </a:lvl2pPr>
            <a:lvl3pPr marL="685617" indent="0">
              <a:buNone/>
              <a:defRPr sz="1200">
                <a:solidFill>
                  <a:schemeClr val="tx1">
                    <a:tint val="75000"/>
                  </a:schemeClr>
                </a:solidFill>
              </a:defRPr>
            </a:lvl3pPr>
            <a:lvl4pPr marL="1028426" indent="0">
              <a:buNone/>
              <a:defRPr sz="1050">
                <a:solidFill>
                  <a:schemeClr val="tx1">
                    <a:tint val="75000"/>
                  </a:schemeClr>
                </a:solidFill>
              </a:defRPr>
            </a:lvl4pPr>
            <a:lvl5pPr marL="1371234" indent="0">
              <a:buNone/>
              <a:defRPr sz="1050">
                <a:solidFill>
                  <a:schemeClr val="tx1">
                    <a:tint val="75000"/>
                  </a:schemeClr>
                </a:solidFill>
              </a:defRPr>
            </a:lvl5pPr>
            <a:lvl6pPr marL="1714043" indent="0">
              <a:buNone/>
              <a:defRPr sz="1050">
                <a:solidFill>
                  <a:schemeClr val="tx1">
                    <a:tint val="75000"/>
                  </a:schemeClr>
                </a:solidFill>
              </a:defRPr>
            </a:lvl6pPr>
            <a:lvl7pPr marL="2056851" indent="0">
              <a:buNone/>
              <a:defRPr sz="1050">
                <a:solidFill>
                  <a:schemeClr val="tx1">
                    <a:tint val="75000"/>
                  </a:schemeClr>
                </a:solidFill>
              </a:defRPr>
            </a:lvl7pPr>
            <a:lvl8pPr marL="2399660" indent="0">
              <a:buNone/>
              <a:defRPr sz="1050">
                <a:solidFill>
                  <a:schemeClr val="tx1">
                    <a:tint val="75000"/>
                  </a:schemeClr>
                </a:solidFill>
              </a:defRPr>
            </a:lvl8pPr>
            <a:lvl9pPr marL="2742468"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45FC33-D7A0-4B33-AEE3-492F7F7F3E77}" type="datetime1">
              <a:rPr lang="en-GB" smtClean="0"/>
              <a:t>05/Mar/21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081" y="1600206"/>
            <a:ext cx="4057784" cy="4525963"/>
          </a:xfrm>
        </p:spPr>
        <p:txBody>
          <a:bodyPr/>
          <a:lstStyle>
            <a:lvl1pPr>
              <a:defRPr sz="2099"/>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29136" y="1600206"/>
            <a:ext cx="4057784" cy="4525963"/>
          </a:xfrm>
        </p:spPr>
        <p:txBody>
          <a:bodyPr/>
          <a:lstStyle>
            <a:lvl1pPr>
              <a:defRPr sz="2099"/>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0323C235-181C-4E79-BB6D-204547F80B9D}" type="datetime1">
              <a:rPr lang="en-GB" smtClean="0"/>
              <a:t>05/Mar/21</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091" y="1535113"/>
            <a:ext cx="4039929" cy="639762"/>
          </a:xfrm>
        </p:spPr>
        <p:txBody>
          <a:bodyPr anchor="b"/>
          <a:lstStyle>
            <a:lvl1pPr marL="0" indent="0">
              <a:buNone/>
              <a:defRPr sz="1800" b="1"/>
            </a:lvl1pPr>
            <a:lvl2pPr marL="342809" indent="0">
              <a:buNone/>
              <a:defRPr sz="1500" b="1"/>
            </a:lvl2pPr>
            <a:lvl3pPr marL="685617" indent="0">
              <a:buNone/>
              <a:defRPr sz="1350" b="1"/>
            </a:lvl3pPr>
            <a:lvl4pPr marL="1028426" indent="0">
              <a:buNone/>
              <a:defRPr sz="1200" b="1"/>
            </a:lvl4pPr>
            <a:lvl5pPr marL="1371234" indent="0">
              <a:buNone/>
              <a:defRPr sz="1200" b="1"/>
            </a:lvl5pPr>
            <a:lvl6pPr marL="1714043" indent="0">
              <a:buNone/>
              <a:defRPr sz="1200" b="1"/>
            </a:lvl6pPr>
            <a:lvl7pPr marL="2056851" indent="0">
              <a:buNone/>
              <a:defRPr sz="1200" b="1"/>
            </a:lvl7pPr>
            <a:lvl8pPr marL="2399660" indent="0">
              <a:buNone/>
              <a:defRPr sz="1200" b="1"/>
            </a:lvl8pPr>
            <a:lvl9pPr marL="2742468" indent="0">
              <a:buNone/>
              <a:defRPr sz="1200" b="1"/>
            </a:lvl9pPr>
          </a:lstStyle>
          <a:p>
            <a:pPr lvl="0"/>
            <a:r>
              <a:rPr lang="en-US"/>
              <a:t>Click to edit Master text styles</a:t>
            </a:r>
          </a:p>
        </p:txBody>
      </p:sp>
      <p:sp>
        <p:nvSpPr>
          <p:cNvPr id="4" name="Content Placeholder 3"/>
          <p:cNvSpPr>
            <a:spLocks noGrp="1"/>
          </p:cNvSpPr>
          <p:nvPr>
            <p:ph sz="half" idx="2"/>
          </p:nvPr>
        </p:nvSpPr>
        <p:spPr>
          <a:xfrm>
            <a:off x="457091" y="2174875"/>
            <a:ext cx="4039929"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4609" y="1535113"/>
            <a:ext cx="4042310" cy="639762"/>
          </a:xfrm>
        </p:spPr>
        <p:txBody>
          <a:bodyPr anchor="b"/>
          <a:lstStyle>
            <a:lvl1pPr marL="0" indent="0">
              <a:buNone/>
              <a:defRPr sz="1800" b="1"/>
            </a:lvl1pPr>
            <a:lvl2pPr marL="342809" indent="0">
              <a:buNone/>
              <a:defRPr sz="1500" b="1"/>
            </a:lvl2pPr>
            <a:lvl3pPr marL="685617" indent="0">
              <a:buNone/>
              <a:defRPr sz="1350" b="1"/>
            </a:lvl3pPr>
            <a:lvl4pPr marL="1028426" indent="0">
              <a:buNone/>
              <a:defRPr sz="1200" b="1"/>
            </a:lvl4pPr>
            <a:lvl5pPr marL="1371234" indent="0">
              <a:buNone/>
              <a:defRPr sz="1200" b="1"/>
            </a:lvl5pPr>
            <a:lvl6pPr marL="1714043" indent="0">
              <a:buNone/>
              <a:defRPr sz="1200" b="1"/>
            </a:lvl6pPr>
            <a:lvl7pPr marL="2056851" indent="0">
              <a:buNone/>
              <a:defRPr sz="1200" b="1"/>
            </a:lvl7pPr>
            <a:lvl8pPr marL="2399660" indent="0">
              <a:buNone/>
              <a:defRPr sz="1200" b="1"/>
            </a:lvl8pPr>
            <a:lvl9pPr marL="2742468"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4609" y="2174875"/>
            <a:ext cx="4042310"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3C7C6C31-8FFE-43A5-A172-305048BE03A4}" type="datetime1">
              <a:rPr lang="en-GB" smtClean="0"/>
              <a:t>05/Mar/21</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CD90AF1F-A072-4E1C-854B-EE84B2E6AE39}" type="datetime1">
              <a:rPr lang="en-GB" smtClean="0"/>
              <a:t>05/Mar/21</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C1F027-71D3-4FE8-B83C-858897D1D794}" type="datetime1">
              <a:rPr lang="en-GB" smtClean="0"/>
              <a:t>05/Mar/21</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082" y="273050"/>
            <a:ext cx="3007926" cy="1162050"/>
          </a:xfrm>
        </p:spPr>
        <p:txBody>
          <a:bodyPr anchor="b"/>
          <a:lstStyle>
            <a:lvl1pPr algn="l">
              <a:defRPr sz="1500" b="1"/>
            </a:lvl1pPr>
          </a:lstStyle>
          <a:p>
            <a:r>
              <a:rPr lang="en-US"/>
              <a:t>Click to edit Master title style</a:t>
            </a:r>
            <a:endParaRPr lang="en-GB"/>
          </a:p>
        </p:txBody>
      </p:sp>
      <p:sp>
        <p:nvSpPr>
          <p:cNvPr id="3" name="Content Placeholder 2"/>
          <p:cNvSpPr>
            <a:spLocks noGrp="1"/>
          </p:cNvSpPr>
          <p:nvPr>
            <p:ph idx="1"/>
          </p:nvPr>
        </p:nvSpPr>
        <p:spPr>
          <a:xfrm>
            <a:off x="3574516" y="273071"/>
            <a:ext cx="5112403" cy="5853113"/>
          </a:xfrm>
        </p:spPr>
        <p:txBody>
          <a:bodyPr/>
          <a:lstStyle>
            <a:lvl1pPr>
              <a:defRPr sz="2399"/>
            </a:lvl1pPr>
            <a:lvl2pPr>
              <a:defRPr sz="2099"/>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082" y="1435103"/>
            <a:ext cx="3007926" cy="4691063"/>
          </a:xfrm>
        </p:spPr>
        <p:txBody>
          <a:bodyPr/>
          <a:lstStyle>
            <a:lvl1pPr marL="0" indent="0">
              <a:buNone/>
              <a:defRPr sz="1050"/>
            </a:lvl1pPr>
            <a:lvl2pPr marL="342809" indent="0">
              <a:buNone/>
              <a:defRPr sz="900"/>
            </a:lvl2pPr>
            <a:lvl3pPr marL="685617" indent="0">
              <a:buNone/>
              <a:defRPr sz="750"/>
            </a:lvl3pPr>
            <a:lvl4pPr marL="1028426" indent="0">
              <a:buNone/>
              <a:defRPr sz="675"/>
            </a:lvl4pPr>
            <a:lvl5pPr marL="1371234" indent="0">
              <a:buNone/>
              <a:defRPr sz="675"/>
            </a:lvl5pPr>
            <a:lvl6pPr marL="1714043" indent="0">
              <a:buNone/>
              <a:defRPr sz="675"/>
            </a:lvl6pPr>
            <a:lvl7pPr marL="2056851" indent="0">
              <a:buNone/>
              <a:defRPr sz="675"/>
            </a:lvl7pPr>
            <a:lvl8pPr marL="2399660" indent="0">
              <a:buNone/>
              <a:defRPr sz="675"/>
            </a:lvl8pPr>
            <a:lvl9pPr marL="2742468"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3B3373FD-1E9B-4621-8928-BDB34F42C2B9}" type="datetime1">
              <a:rPr lang="en-GB" smtClean="0"/>
              <a:t>05/Mar/21</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615" y="4800600"/>
            <a:ext cx="5486162" cy="566738"/>
          </a:xfrm>
        </p:spPr>
        <p:txBody>
          <a:bodyPr anchor="b"/>
          <a:lstStyle>
            <a:lvl1pPr algn="l">
              <a:defRPr sz="1500" b="1"/>
            </a:lvl1pPr>
          </a:lstStyle>
          <a:p>
            <a:r>
              <a:rPr lang="en-US"/>
              <a:t>Click to edit Master title style</a:t>
            </a:r>
            <a:endParaRPr lang="en-GB"/>
          </a:p>
        </p:txBody>
      </p:sp>
      <p:sp>
        <p:nvSpPr>
          <p:cNvPr id="3" name="Picture Placeholder 2"/>
          <p:cNvSpPr>
            <a:spLocks noGrp="1"/>
          </p:cNvSpPr>
          <p:nvPr>
            <p:ph type="pic" idx="1"/>
          </p:nvPr>
        </p:nvSpPr>
        <p:spPr>
          <a:xfrm>
            <a:off x="1792615" y="612775"/>
            <a:ext cx="5486162" cy="4114800"/>
          </a:xfrm>
        </p:spPr>
        <p:txBody>
          <a:bodyPr/>
          <a:lstStyle>
            <a:lvl1pPr marL="0" indent="0">
              <a:buNone/>
              <a:defRPr sz="2399"/>
            </a:lvl1pPr>
            <a:lvl2pPr marL="342809" indent="0">
              <a:buNone/>
              <a:defRPr sz="2099"/>
            </a:lvl2pPr>
            <a:lvl3pPr marL="685617" indent="0">
              <a:buNone/>
              <a:defRPr sz="1800"/>
            </a:lvl3pPr>
            <a:lvl4pPr marL="1028426" indent="0">
              <a:buNone/>
              <a:defRPr sz="1500"/>
            </a:lvl4pPr>
            <a:lvl5pPr marL="1371234" indent="0">
              <a:buNone/>
              <a:defRPr sz="1500"/>
            </a:lvl5pPr>
            <a:lvl6pPr marL="1714043" indent="0">
              <a:buNone/>
              <a:defRPr sz="1500"/>
            </a:lvl6pPr>
            <a:lvl7pPr marL="2056851" indent="0">
              <a:buNone/>
              <a:defRPr sz="1500"/>
            </a:lvl7pPr>
            <a:lvl8pPr marL="2399660" indent="0">
              <a:buNone/>
              <a:defRPr sz="1500"/>
            </a:lvl8pPr>
            <a:lvl9pPr marL="2742468" indent="0">
              <a:buNone/>
              <a:defRPr sz="1500"/>
            </a:lvl9pPr>
          </a:lstStyle>
          <a:p>
            <a:r>
              <a:rPr lang="en-US"/>
              <a:t>Click icon to add picture</a:t>
            </a:r>
            <a:endParaRPr lang="en-GB" dirty="0"/>
          </a:p>
        </p:txBody>
      </p:sp>
      <p:sp>
        <p:nvSpPr>
          <p:cNvPr id="4" name="Text Placeholder 3"/>
          <p:cNvSpPr>
            <a:spLocks noGrp="1"/>
          </p:cNvSpPr>
          <p:nvPr>
            <p:ph type="body" sz="half" idx="2"/>
          </p:nvPr>
        </p:nvSpPr>
        <p:spPr>
          <a:xfrm>
            <a:off x="1792615" y="5367338"/>
            <a:ext cx="5486162" cy="804862"/>
          </a:xfrm>
        </p:spPr>
        <p:txBody>
          <a:bodyPr/>
          <a:lstStyle>
            <a:lvl1pPr marL="0" indent="0">
              <a:buNone/>
              <a:defRPr sz="1050"/>
            </a:lvl1pPr>
            <a:lvl2pPr marL="342809" indent="0">
              <a:buNone/>
              <a:defRPr sz="900"/>
            </a:lvl2pPr>
            <a:lvl3pPr marL="685617" indent="0">
              <a:buNone/>
              <a:defRPr sz="750"/>
            </a:lvl3pPr>
            <a:lvl4pPr marL="1028426" indent="0">
              <a:buNone/>
              <a:defRPr sz="675"/>
            </a:lvl4pPr>
            <a:lvl5pPr marL="1371234" indent="0">
              <a:buNone/>
              <a:defRPr sz="675"/>
            </a:lvl5pPr>
            <a:lvl6pPr marL="1714043" indent="0">
              <a:buNone/>
              <a:defRPr sz="675"/>
            </a:lvl6pPr>
            <a:lvl7pPr marL="2056851" indent="0">
              <a:buNone/>
              <a:defRPr sz="675"/>
            </a:lvl7pPr>
            <a:lvl8pPr marL="2399660" indent="0">
              <a:buNone/>
              <a:defRPr sz="675"/>
            </a:lvl8pPr>
            <a:lvl9pPr marL="2742468"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94327462-42BE-404B-98E7-A34241747DED}" type="datetime1">
              <a:rPr lang="en-GB" smtClean="0"/>
              <a:t>05/Mar/21</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1F479546-0940-4BFB-B0BE-FB09608564BA}" type="datetime1">
              <a:rPr lang="en-GB" smtClean="0"/>
              <a:t>05/Mar/21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30055" y="274659"/>
            <a:ext cx="2056864"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082" y="274659"/>
            <a:ext cx="6058703"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3D9E554-A481-4811-955B-4B1DC1389849}" type="datetime1">
              <a:rPr lang="en-GB" smtClean="0"/>
              <a:t>05/Mar/21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442" y="1447801"/>
            <a:ext cx="662096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866442" y="4777380"/>
            <a:ext cx="662096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3/5/2021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117684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F18F80AA-F940-4969-8773-6E06463B2A7A}" type="datetime1">
              <a:rPr lang="en-GB" smtClean="0"/>
              <a:t>05/Mar/21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7333891-D5E7-4C7B-BF1D-E855E53CB5A8}" type="slidenum">
              <a:rPr lang="en-US" smtClean="0"/>
              <a:t>‹#›</a:t>
            </a:fld>
            <a:endParaRPr lang="en-US" dirty="0"/>
          </a:p>
        </p:txBody>
      </p:sp>
      <p:pic>
        <p:nvPicPr>
          <p:cNvPr id="8" name="Picture 2" descr="C:\Users\Ours\Desktop\flash\c.u..jpg"/>
          <p:cNvPicPr>
            <a:picLocks noChangeAspect="1" noChangeArrowheads="1"/>
          </p:cNvPicPr>
          <p:nvPr userDrawn="1"/>
        </p:nvPicPr>
        <p:blipFill>
          <a:blip r:embed="rId2" cstate="print">
            <a:duotone>
              <a:prstClr val="black"/>
              <a:srgbClr val="800080">
                <a:alpha val="78824"/>
                <a:tint val="45000"/>
                <a:satMod val="400000"/>
              </a:srgbClr>
            </a:duotone>
          </a:blip>
          <a:srcRect t="41294" b="49226"/>
          <a:stretch>
            <a:fillRect/>
          </a:stretch>
        </p:blipFill>
        <p:spPr bwMode="auto">
          <a:xfrm>
            <a:off x="1" y="6309320"/>
            <a:ext cx="9209063" cy="773752"/>
          </a:xfrm>
          <a:prstGeom prst="rect">
            <a:avLst/>
          </a:prstGeom>
          <a:noFill/>
        </p:spPr>
      </p:pic>
      <p:sp>
        <p:nvSpPr>
          <p:cNvPr id="9" name="Slide Number Placeholder 5"/>
          <p:cNvSpPr txBox="1">
            <a:spLocks/>
          </p:cNvSpPr>
          <p:nvPr userDrawn="1"/>
        </p:nvSpPr>
        <p:spPr>
          <a:xfrm>
            <a:off x="8081477" y="6336704"/>
            <a:ext cx="783808" cy="548680"/>
          </a:xfrm>
          <a:prstGeom prst="rect">
            <a:avLst/>
          </a:prstGeom>
          <a:solidFill>
            <a:srgbClr val="F7F7F7">
              <a:alpha val="45098"/>
            </a:srgbClr>
          </a:solidFill>
        </p:spPr>
        <p:txBody>
          <a:bodyPr vert="horz" lIns="68562" tIns="34281" rIns="68562" bIns="34281" rtlCol="0" anchor="ctr"/>
          <a:lstStyle>
            <a:lvl1pPr>
              <a:defRPr sz="1400" b="1">
                <a:solidFill>
                  <a:schemeClr val="tx1">
                    <a:lumMod val="95000"/>
                    <a:lumOff val="5000"/>
                  </a:schemeClr>
                </a:solidFill>
                <a:latin typeface="Georgia" pitchFamily="18" charset="0"/>
              </a:defRPr>
            </a:lvl1pPr>
          </a:lstStyle>
          <a:p>
            <a:pPr marL="0" marR="0" lvl="0" indent="0" algn="r" defTabSz="685617" rtl="0" eaLnBrk="1" fontAlgn="auto" latinLnBrk="0" hangingPunct="1">
              <a:lnSpc>
                <a:spcPct val="100000"/>
              </a:lnSpc>
              <a:spcBef>
                <a:spcPts val="0"/>
              </a:spcBef>
              <a:spcAft>
                <a:spcPts val="0"/>
              </a:spcAft>
              <a:buClrTx/>
              <a:buSzTx/>
              <a:buFontTx/>
              <a:buNone/>
              <a:tabLst/>
              <a:defRPr/>
            </a:pPr>
            <a:fld id="{5FE708FE-ED12-4ACB-81C9-F40A112777FF}" type="slidenum">
              <a:rPr kumimoji="0" lang="en-GB" sz="2099" b="1" i="0" u="none" strike="noStrike" kern="1200" cap="none" spc="0" normalizeH="0" baseline="0" noProof="0" smtClean="0">
                <a:ln>
                  <a:noFill/>
                </a:ln>
                <a:solidFill>
                  <a:schemeClr val="bg1"/>
                </a:solidFill>
                <a:effectLst/>
                <a:uLnTx/>
                <a:uFillTx/>
                <a:latin typeface="Georgia" pitchFamily="18" charset="0"/>
                <a:ea typeface="+mn-ea"/>
                <a:cs typeface="+mn-cs"/>
              </a:rPr>
              <a:pPr marL="0" marR="0" lvl="0" indent="0" algn="r" defTabSz="685617" rtl="0" eaLnBrk="1" fontAlgn="auto" latinLnBrk="0" hangingPunct="1">
                <a:lnSpc>
                  <a:spcPct val="100000"/>
                </a:lnSpc>
                <a:spcBef>
                  <a:spcPts val="0"/>
                </a:spcBef>
                <a:spcAft>
                  <a:spcPts val="0"/>
                </a:spcAft>
                <a:buClrTx/>
                <a:buSzTx/>
                <a:buFontTx/>
                <a:buNone/>
                <a:tabLst/>
                <a:defRPr/>
              </a:pPr>
              <a:t>‹#›</a:t>
            </a:fld>
            <a:endParaRPr kumimoji="0" lang="en-GB" sz="2099" b="1" i="0" u="none" strike="noStrike" kern="1200" cap="none" spc="0" normalizeH="0" baseline="0" noProof="0" dirty="0">
              <a:ln>
                <a:noFill/>
              </a:ln>
              <a:solidFill>
                <a:schemeClr val="bg1"/>
              </a:solidFill>
              <a:effectLst/>
              <a:uLnTx/>
              <a:uFillTx/>
              <a:latin typeface="Georgia" pitchFamily="18" charset="0"/>
              <a:ea typeface="+mn-ea"/>
              <a:cs typeface="+mn-cs"/>
            </a:endParaRPr>
          </a:p>
        </p:txBody>
      </p:sp>
      <p:pic>
        <p:nvPicPr>
          <p:cNvPr id="10" name="Picture 2" descr="C:\Users\Ours\Desktop\my stuffs\1 NTFS_000\LostFiles2\INSPIRATION\PROJECTS\MIND PROJECTS\cu_logo.png"/>
          <p:cNvPicPr>
            <a:picLocks noChangeAspect="1" noChangeArrowheads="1"/>
          </p:cNvPicPr>
          <p:nvPr userDrawn="1"/>
        </p:nvPicPr>
        <p:blipFill>
          <a:blip r:embed="rId3" cstate="print"/>
          <a:srcRect/>
          <a:stretch>
            <a:fillRect/>
          </a:stretch>
        </p:blipFill>
        <p:spPr bwMode="auto">
          <a:xfrm>
            <a:off x="107984" y="6363534"/>
            <a:ext cx="468612" cy="665866"/>
          </a:xfrm>
          <a:prstGeom prst="rect">
            <a:avLst/>
          </a:prstGeom>
          <a:noFill/>
        </p:spPr>
      </p:pic>
      <p:pic>
        <p:nvPicPr>
          <p:cNvPr id="11" name="Picture 2" descr="C:\Users\Ours\Desktop\Picture1.png"/>
          <p:cNvPicPr>
            <a:picLocks noChangeAspect="1" noChangeArrowheads="1"/>
          </p:cNvPicPr>
          <p:nvPr userDrawn="1"/>
        </p:nvPicPr>
        <p:blipFill>
          <a:blip r:embed="rId4" cstate="print"/>
          <a:srcRect/>
          <a:stretch>
            <a:fillRect/>
          </a:stretch>
        </p:blipFill>
        <p:spPr bwMode="auto">
          <a:xfrm>
            <a:off x="414621" y="6317328"/>
            <a:ext cx="4481332" cy="640064"/>
          </a:xfrm>
          <a:prstGeom prst="rect">
            <a:avLst/>
          </a:prstGeom>
          <a:noFill/>
        </p:spPr>
      </p:pic>
      <p:sp>
        <p:nvSpPr>
          <p:cNvPr id="12" name="TextBox 11"/>
          <p:cNvSpPr txBox="1"/>
          <p:nvPr userDrawn="1"/>
        </p:nvSpPr>
        <p:spPr>
          <a:xfrm>
            <a:off x="542878" y="6707453"/>
            <a:ext cx="1709122" cy="230832"/>
          </a:xfrm>
          <a:prstGeom prst="rect">
            <a:avLst/>
          </a:prstGeom>
          <a:noFill/>
        </p:spPr>
        <p:txBody>
          <a:bodyPr wrap="none" rtlCol="0">
            <a:spAutoFit/>
          </a:bodyPr>
          <a:lstStyle/>
          <a:p>
            <a:r>
              <a:rPr lang="en-US" sz="900" dirty="0"/>
              <a:t>www.covenantuniversity.edu.ng</a:t>
            </a:r>
            <a:endParaRPr lang="en-GB" sz="900" dirty="0"/>
          </a:p>
        </p:txBody>
      </p:sp>
      <p:cxnSp>
        <p:nvCxnSpPr>
          <p:cNvPr id="13" name="Straight Connector 12"/>
          <p:cNvCxnSpPr/>
          <p:nvPr userDrawn="1"/>
        </p:nvCxnSpPr>
        <p:spPr>
          <a:xfrm flipV="1">
            <a:off x="6515720" y="1340768"/>
            <a:ext cx="1349649" cy="0"/>
          </a:xfrm>
          <a:prstGeom prst="line">
            <a:avLst/>
          </a:prstGeom>
          <a:ln w="28575">
            <a:solidFill>
              <a:srgbClr val="662C5B"/>
            </a:solidFill>
          </a:ln>
        </p:spPr>
        <p:style>
          <a:lnRef idx="1">
            <a:schemeClr val="dk1"/>
          </a:lnRef>
          <a:fillRef idx="0">
            <a:schemeClr val="dk1"/>
          </a:fillRef>
          <a:effectRef idx="0">
            <a:schemeClr val="dk1"/>
          </a:effectRef>
          <a:fontRef idx="minor">
            <a:schemeClr val="tx1"/>
          </a:fontRef>
        </p:style>
      </p:cxnSp>
      <p:cxnSp>
        <p:nvCxnSpPr>
          <p:cNvPr id="14" name="Straight Connector 13"/>
          <p:cNvCxnSpPr/>
          <p:nvPr userDrawn="1"/>
        </p:nvCxnSpPr>
        <p:spPr>
          <a:xfrm flipV="1">
            <a:off x="7892500" y="1340768"/>
            <a:ext cx="539859"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15" name="Straight Connector 14"/>
          <p:cNvCxnSpPr/>
          <p:nvPr userDrawn="1"/>
        </p:nvCxnSpPr>
        <p:spPr>
          <a:xfrm flipV="1">
            <a:off x="8459490" y="1340768"/>
            <a:ext cx="539859" cy="0"/>
          </a:xfrm>
          <a:prstGeom prst="line">
            <a:avLst/>
          </a:prstGeom>
          <a:ln w="28575">
            <a:solidFill>
              <a:srgbClr val="C00000"/>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27738278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443" y="2861734"/>
            <a:ext cx="662096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EC4DCE7-BD50-433F-BB05-C60A4C27116D}" type="datetime1">
              <a:rPr lang="en-GB" smtClean="0"/>
              <a:t>05/Mar/21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C5DFEC63-AC9E-491C-B008-E83D881192CD}" type="slidenum">
              <a:rPr lang="en-GB" smtClean="0"/>
              <a:pPr/>
              <a:t>‹#›</a:t>
            </a:fld>
            <a:endParaRPr lang="en-GB" dirty="0"/>
          </a:p>
        </p:txBody>
      </p:sp>
    </p:spTree>
    <p:extLst>
      <p:ext uri="{BB962C8B-B14F-4D97-AF65-F5344CB8AC3E}">
        <p14:creationId xmlns:p14="http://schemas.microsoft.com/office/powerpoint/2010/main" val="329266768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27700" y="2060576"/>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241975"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AA6DC4C-467C-44EC-9BD1-0789C1B2A09B}" type="datetime1">
              <a:rPr lang="en-GB" smtClean="0"/>
              <a:t>05/Mar/21</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C5DFEC63-AC9E-491C-B008-E83D881192CD}" type="slidenum">
              <a:rPr lang="en-GB" smtClean="0"/>
              <a:pPr/>
              <a:t>‹#›</a:t>
            </a:fld>
            <a:endParaRPr lang="en-GB" dirty="0"/>
          </a:p>
        </p:txBody>
      </p:sp>
    </p:spTree>
    <p:extLst>
      <p:ext uri="{BB962C8B-B14F-4D97-AF65-F5344CB8AC3E}">
        <p14:creationId xmlns:p14="http://schemas.microsoft.com/office/powerpoint/2010/main" val="46414379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827700" y="1905000"/>
            <a:ext cx="32981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27700"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241976" y="1905000"/>
            <a:ext cx="3298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4241976"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03832FD-BCB0-454E-8C2A-214B5CA220D2}" type="datetime1">
              <a:rPr lang="en-GB" smtClean="0"/>
              <a:t>05/Mar/21</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C5DFEC63-AC9E-491C-B008-E83D881192CD}" type="slidenum">
              <a:rPr lang="en-GB" smtClean="0"/>
              <a:pPr/>
              <a:t>‹#›</a:t>
            </a:fld>
            <a:endParaRPr lang="en-GB" dirty="0"/>
          </a:p>
        </p:txBody>
      </p:sp>
    </p:spTree>
    <p:extLst>
      <p:ext uri="{BB962C8B-B14F-4D97-AF65-F5344CB8AC3E}">
        <p14:creationId xmlns:p14="http://schemas.microsoft.com/office/powerpoint/2010/main" val="250215000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D93E47F2-CC24-4D52-A90E-4D7CBD06ABAD}" type="datetime1">
              <a:rPr lang="en-GB" smtClean="0"/>
              <a:t>05/Mar/21</a:t>
            </a:fld>
            <a:endParaRPr lang="en-GB" dirty="0"/>
          </a:p>
        </p:txBody>
      </p:sp>
      <p:sp>
        <p:nvSpPr>
          <p:cNvPr id="5" name="Footer Placeholder 3"/>
          <p:cNvSpPr>
            <a:spLocks noGrp="1"/>
          </p:cNvSpPr>
          <p:nvPr>
            <p:ph type="ftr" sz="quarter" idx="11"/>
          </p:nvPr>
        </p:nvSpPr>
        <p:spPr/>
        <p:txBody>
          <a:bodyPr/>
          <a:lstStyle/>
          <a:p>
            <a:endParaRPr lang="en-GB" dirty="0"/>
          </a:p>
        </p:txBody>
      </p:sp>
      <p:sp>
        <p:nvSpPr>
          <p:cNvPr id="6" name="Slide Number Placeholder 4"/>
          <p:cNvSpPr>
            <a:spLocks noGrp="1"/>
          </p:cNvSpPr>
          <p:nvPr>
            <p:ph type="sldNum" sz="quarter" idx="12"/>
          </p:nvPr>
        </p:nvSpPr>
        <p:spPr/>
        <p:txBody>
          <a:bodyPr/>
          <a:lstStyle/>
          <a:p>
            <a:fld id="{C5DFEC63-AC9E-491C-B008-E83D881192CD}" type="slidenum">
              <a:rPr lang="en-GB" smtClean="0"/>
              <a:pPr/>
              <a:t>‹#›</a:t>
            </a:fld>
            <a:endParaRPr lang="en-GB" dirty="0"/>
          </a:p>
        </p:txBody>
      </p:sp>
    </p:spTree>
    <p:extLst>
      <p:ext uri="{BB962C8B-B14F-4D97-AF65-F5344CB8AC3E}">
        <p14:creationId xmlns:p14="http://schemas.microsoft.com/office/powerpoint/2010/main" val="40941180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BC61270-0141-4616-BD26-AFC39E35E8D4}" type="datetime1">
              <a:rPr lang="en-GB" smtClean="0"/>
              <a:t>05/Mar/21</a:t>
            </a:fld>
            <a:endParaRPr lang="en-GB" dirty="0"/>
          </a:p>
        </p:txBody>
      </p:sp>
      <p:sp>
        <p:nvSpPr>
          <p:cNvPr id="5" name="Footer Placeholder 2"/>
          <p:cNvSpPr>
            <a:spLocks noGrp="1"/>
          </p:cNvSpPr>
          <p:nvPr>
            <p:ph type="ftr" sz="quarter" idx="11"/>
          </p:nvPr>
        </p:nvSpPr>
        <p:spPr/>
        <p:txBody>
          <a:bodyPr/>
          <a:lstStyle/>
          <a:p>
            <a:endParaRPr lang="en-GB" dirty="0"/>
          </a:p>
        </p:txBody>
      </p:sp>
      <p:sp>
        <p:nvSpPr>
          <p:cNvPr id="6" name="Slide Number Placeholder 3"/>
          <p:cNvSpPr>
            <a:spLocks noGrp="1"/>
          </p:cNvSpPr>
          <p:nvPr>
            <p:ph type="sldNum" sz="quarter" idx="12"/>
          </p:nvPr>
        </p:nvSpPr>
        <p:spPr/>
        <p:txBody>
          <a:bodyPr/>
          <a:lstStyle/>
          <a:p>
            <a:fld id="{C5DFEC63-AC9E-491C-B008-E83D881192CD}" type="slidenum">
              <a:rPr lang="en-GB" smtClean="0"/>
              <a:pPr/>
              <a:t>‹#›</a:t>
            </a:fld>
            <a:endParaRPr lang="en-GB" dirty="0"/>
          </a:p>
        </p:txBody>
      </p:sp>
    </p:spTree>
    <p:extLst>
      <p:ext uri="{BB962C8B-B14F-4D97-AF65-F5344CB8AC3E}">
        <p14:creationId xmlns:p14="http://schemas.microsoft.com/office/powerpoint/2010/main" val="38683708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1" y="1447800"/>
            <a:ext cx="2551462"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3589397"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66441" y="3129281"/>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7" name="Date Placeholder 4"/>
          <p:cNvSpPr>
            <a:spLocks noGrp="1"/>
          </p:cNvSpPr>
          <p:nvPr>
            <p:ph type="dt" sz="half" idx="10"/>
          </p:nvPr>
        </p:nvSpPr>
        <p:spPr/>
        <p:txBody>
          <a:bodyPr/>
          <a:lstStyle/>
          <a:p>
            <a:fld id="{79A6BF82-D52B-4265-9C49-B49C2DDF5ADD}" type="datetime1">
              <a:rPr lang="en-GB" smtClean="0"/>
              <a:t>05/Mar/21</a:t>
            </a:fld>
            <a:endParaRPr lang="en-GB" dirty="0"/>
          </a:p>
        </p:txBody>
      </p:sp>
      <p:sp>
        <p:nvSpPr>
          <p:cNvPr id="5" name="Footer Placeholder 5"/>
          <p:cNvSpPr>
            <a:spLocks noGrp="1"/>
          </p:cNvSpPr>
          <p:nvPr>
            <p:ph type="ftr" sz="quarter" idx="11"/>
          </p:nvPr>
        </p:nvSpPr>
        <p:spPr/>
        <p:txBody>
          <a:bodyPr/>
          <a:lstStyle/>
          <a:p>
            <a:endParaRPr lang="en-GB" dirty="0"/>
          </a:p>
        </p:txBody>
      </p:sp>
      <p:sp>
        <p:nvSpPr>
          <p:cNvPr id="6" name="Slide Number Placeholder 6"/>
          <p:cNvSpPr>
            <a:spLocks noGrp="1"/>
          </p:cNvSpPr>
          <p:nvPr>
            <p:ph type="sldNum" sz="quarter" idx="12"/>
          </p:nvPr>
        </p:nvSpPr>
        <p:spPr/>
        <p:txBody>
          <a:bodyPr/>
          <a:lstStyle/>
          <a:p>
            <a:fld id="{C5DFEC63-AC9E-491C-B008-E83D881192CD}" type="slidenum">
              <a:rPr lang="en-GB" smtClean="0"/>
              <a:pPr/>
              <a:t>‹#›</a:t>
            </a:fld>
            <a:endParaRPr lang="en-GB" dirty="0"/>
          </a:p>
        </p:txBody>
      </p:sp>
    </p:spTree>
    <p:extLst>
      <p:ext uri="{BB962C8B-B14F-4D97-AF65-F5344CB8AC3E}">
        <p14:creationId xmlns:p14="http://schemas.microsoft.com/office/powerpoint/2010/main" val="206699933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656" y="1854192"/>
            <a:ext cx="3820674"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213517" y="1143000"/>
            <a:ext cx="240092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E502A99E-579E-45D2-A686-5B970B311C4E}" type="datetime1">
              <a:rPr lang="en-GB" smtClean="0"/>
              <a:t>05/Mar/21</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C5DFEC63-AC9E-491C-B008-E83D881192CD}" type="slidenum">
              <a:rPr lang="en-GB" smtClean="0"/>
              <a:pPr/>
              <a:t>‹#›</a:t>
            </a:fld>
            <a:endParaRPr lang="en-GB" dirty="0"/>
          </a:p>
        </p:txBody>
      </p:sp>
    </p:spTree>
    <p:extLst>
      <p:ext uri="{BB962C8B-B14F-4D97-AF65-F5344CB8AC3E}">
        <p14:creationId xmlns:p14="http://schemas.microsoft.com/office/powerpoint/2010/main" val="137715301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3" y="4800587"/>
            <a:ext cx="66209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A86CF9CC-6460-4737-9010-75748FDEE016}" type="datetime1">
              <a:rPr lang="en-GB" smtClean="0"/>
              <a:t>05/Mar/21</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E9BBD965-F460-422A-A842-9BE9972FC43E}" type="slidenum">
              <a:rPr lang="en-GB" smtClean="0"/>
              <a:pPr/>
              <a:t>‹#›</a:t>
            </a:fld>
            <a:endParaRPr lang="en-GB" dirty="0"/>
          </a:p>
        </p:txBody>
      </p:sp>
    </p:spTree>
    <p:extLst>
      <p:ext uri="{BB962C8B-B14F-4D97-AF65-F5344CB8AC3E}">
        <p14:creationId xmlns:p14="http://schemas.microsoft.com/office/powerpoint/2010/main" val="2348678285"/>
      </p:ext>
    </p:extLst>
  </p:cSld>
  <p:clrMapOvr>
    <a:masterClrMapping/>
  </p:clrMapOvr>
  <p:hf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6620968"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A86CF9CC-6460-4737-9010-75748FDEE016}" type="datetime1">
              <a:rPr lang="en-GB" smtClean="0"/>
              <a:t>05/Mar/21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dirty="0"/>
          </a:p>
        </p:txBody>
      </p:sp>
    </p:spTree>
    <p:extLst>
      <p:ext uri="{BB962C8B-B14F-4D97-AF65-F5344CB8AC3E}">
        <p14:creationId xmlns:p14="http://schemas.microsoft.com/office/powerpoint/2010/main" val="969464532"/>
      </p:ext>
    </p:extLst>
  </p:cSld>
  <p:clrMapOvr>
    <a:masterClrMapping/>
  </p:clrMapOvr>
  <p:hf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409" y="1447800"/>
            <a:ext cx="6001049"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448177" y="3771174"/>
            <a:ext cx="546115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Edit Master text styles</a:t>
            </a:r>
          </a:p>
        </p:txBody>
      </p:sp>
      <p:sp>
        <p:nvSpPr>
          <p:cNvPr id="10" name="Text Placeholder 3"/>
          <p:cNvSpPr>
            <a:spLocks noGrp="1"/>
          </p:cNvSpPr>
          <p:nvPr>
            <p:ph type="body" sz="half" idx="2"/>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A86CF9CC-6460-4737-9010-75748FDEE016}" type="datetime1">
              <a:rPr lang="en-GB" smtClean="0"/>
              <a:t>05/Mar/21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dirty="0"/>
          </a:p>
        </p:txBody>
      </p:sp>
      <p:sp>
        <p:nvSpPr>
          <p:cNvPr id="12" name="TextBox 11"/>
          <p:cNvSpPr txBox="1"/>
          <p:nvPr/>
        </p:nvSpPr>
        <p:spPr>
          <a:xfrm>
            <a:off x="673897" y="971253"/>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
        <p:nvSpPr>
          <p:cNvPr id="15" name="TextBox 14"/>
          <p:cNvSpPr txBox="1"/>
          <p:nvPr/>
        </p:nvSpPr>
        <p:spPr>
          <a:xfrm>
            <a:off x="6999690" y="2613787"/>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Tree>
    <p:extLst>
      <p:ext uri="{BB962C8B-B14F-4D97-AF65-F5344CB8AC3E}">
        <p14:creationId xmlns:p14="http://schemas.microsoft.com/office/powerpoint/2010/main" val="145020051"/>
      </p:ext>
    </p:extLst>
  </p:cSld>
  <p:clrMapOvr>
    <a:masterClrMapping/>
  </p:clrMapOvr>
  <p:hf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441" y="3124201"/>
            <a:ext cx="6620969"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8BBA224-7E6E-4CA4-908A-652A35972B43}" type="datetime1">
              <a:rPr lang="en-GB" smtClean="0"/>
              <a:t>05/Mar/21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dirty="0"/>
          </a:p>
        </p:txBody>
      </p:sp>
    </p:spTree>
    <p:extLst>
      <p:ext uri="{BB962C8B-B14F-4D97-AF65-F5344CB8AC3E}">
        <p14:creationId xmlns:p14="http://schemas.microsoft.com/office/powerpoint/2010/main" val="2324571694"/>
      </p:ext>
    </p:extLst>
  </p:cSld>
  <p:clrMapOvr>
    <a:masterClrMapping/>
  </p:clrMapOvr>
  <p:hf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474834" y="1981200"/>
            <a:ext cx="22107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489475" y="2667000"/>
            <a:ext cx="219608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2913504" y="1981200"/>
            <a:ext cx="2202754"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2905586" y="2667000"/>
            <a:ext cx="221067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5344917" y="1981200"/>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5344917" y="2667000"/>
            <a:ext cx="2199658"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86CF9CC-6460-4737-9010-75748FDEE016}" type="datetime1">
              <a:rPr lang="en-GB" smtClean="0"/>
              <a:t>05/Mar/21</a:t>
            </a:fld>
            <a:endParaRPr lang="en-GB" dirty="0"/>
          </a:p>
        </p:txBody>
      </p:sp>
      <p:sp>
        <p:nvSpPr>
          <p:cNvPr id="4"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dirty="0"/>
          </a:p>
        </p:txBody>
      </p:sp>
    </p:spTree>
    <p:extLst>
      <p:ext uri="{BB962C8B-B14F-4D97-AF65-F5344CB8AC3E}">
        <p14:creationId xmlns:p14="http://schemas.microsoft.com/office/powerpoint/2010/main" val="1504941097"/>
      </p:ext>
    </p:extLst>
  </p:cSld>
  <p:clrMapOvr>
    <a:masterClrMapping/>
  </p:clrMapOvr>
  <p:hf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489475" y="4250949"/>
            <a:ext cx="22056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9"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489475" y="4827212"/>
            <a:ext cx="2205612"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2917792" y="4250949"/>
            <a:ext cx="21984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0"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2916776" y="4827211"/>
            <a:ext cx="2201378"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5344917" y="4250949"/>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1" name="Picture Placeholder 2"/>
          <p:cNvSpPr>
            <a:spLocks noGrp="1" noChangeAspect="1"/>
          </p:cNvSpPr>
          <p:nvPr>
            <p:ph type="pic" idx="22"/>
          </p:nvPr>
        </p:nvSpPr>
        <p:spPr>
          <a:xfrm>
            <a:off x="5344916" y="2209800"/>
            <a:ext cx="219965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5344824" y="4827209"/>
            <a:ext cx="2202571"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9" name="Straight Connector 18"/>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86CF9CC-6460-4737-9010-75748FDEE016}" type="datetime1">
              <a:rPr lang="en-GB" smtClean="0"/>
              <a:t>05/Mar/21</a:t>
            </a:fld>
            <a:endParaRPr lang="en-GB" dirty="0"/>
          </a:p>
        </p:txBody>
      </p:sp>
      <p:sp>
        <p:nvSpPr>
          <p:cNvPr id="4"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dirty="0"/>
          </a:p>
        </p:txBody>
      </p:sp>
    </p:spTree>
    <p:extLst>
      <p:ext uri="{BB962C8B-B14F-4D97-AF65-F5344CB8AC3E}">
        <p14:creationId xmlns:p14="http://schemas.microsoft.com/office/powerpoint/2010/main" val="3642158746"/>
      </p:ext>
    </p:extLst>
  </p:cSld>
  <p:clrMapOvr>
    <a:masterClrMapping/>
  </p:clrMapOvr>
  <p:hf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6A2CF07-F3B0-427F-A675-E847322B7BBC}" type="datetime1">
              <a:rPr lang="en-GB" smtClean="0"/>
              <a:t>05/Mar/21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C5DFEC63-AC9E-491C-B008-E83D881192CD}" type="slidenum">
              <a:rPr lang="en-GB" smtClean="0"/>
              <a:pPr/>
              <a:t>‹#›</a:t>
            </a:fld>
            <a:endParaRPr lang="en-GB" dirty="0"/>
          </a:p>
        </p:txBody>
      </p:sp>
    </p:spTree>
    <p:extLst>
      <p:ext uri="{BB962C8B-B14F-4D97-AF65-F5344CB8AC3E}">
        <p14:creationId xmlns:p14="http://schemas.microsoft.com/office/powerpoint/2010/main" val="233517586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9782" y="430214"/>
            <a:ext cx="1314793"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89475" y="773205"/>
            <a:ext cx="5568812" cy="548313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50C9BCC-119C-499F-88DC-5EFC653126EE}" type="datetime1">
              <a:rPr lang="en-GB" smtClean="0"/>
              <a:t>05/Mar/21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C5DFEC63-AC9E-491C-B008-E83D881192CD}" type="slidenum">
              <a:rPr lang="en-GB" smtClean="0"/>
              <a:pPr/>
              <a:t>‹#›</a:t>
            </a:fld>
            <a:endParaRPr lang="en-GB" dirty="0"/>
          </a:p>
        </p:txBody>
      </p:sp>
    </p:spTree>
    <p:extLst>
      <p:ext uri="{BB962C8B-B14F-4D97-AF65-F5344CB8AC3E}">
        <p14:creationId xmlns:p14="http://schemas.microsoft.com/office/powerpoint/2010/main" val="23359738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1.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image" Target="../media/image1.png"/><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slideLayout" Target="../slideLayouts/slideLayout48.xml"/><Relationship Id="rId18" Type="http://schemas.openxmlformats.org/officeDocument/2006/relationships/theme" Target="../theme/theme4.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17" Type="http://schemas.openxmlformats.org/officeDocument/2006/relationships/slideLayout" Target="../slideLayouts/slideLayout52.xml"/><Relationship Id="rId2" Type="http://schemas.openxmlformats.org/officeDocument/2006/relationships/slideLayout" Target="../slideLayouts/slideLayout37.xml"/><Relationship Id="rId16" Type="http://schemas.openxmlformats.org/officeDocument/2006/relationships/slideLayout" Target="../slideLayouts/slideLayout51.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5" Type="http://schemas.openxmlformats.org/officeDocument/2006/relationships/slideLayout" Target="../slideLayouts/slideLayout5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t="-17000" b="-17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081" y="274638"/>
            <a:ext cx="8229838"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081" y="1600206"/>
            <a:ext cx="8229838"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083" y="6356373"/>
            <a:ext cx="2134235"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A86CF9CC-6460-4737-9010-75748FDEE016}" type="datetime1">
              <a:rPr lang="en-GB" smtClean="0"/>
              <a:t>05/Mar/21</a:t>
            </a:fld>
            <a:endParaRPr lang="en-GB" dirty="0"/>
          </a:p>
        </p:txBody>
      </p:sp>
      <p:sp>
        <p:nvSpPr>
          <p:cNvPr id="5" name="Footer Placeholder 4"/>
          <p:cNvSpPr>
            <a:spLocks noGrp="1"/>
          </p:cNvSpPr>
          <p:nvPr>
            <p:ph type="ftr" sz="quarter" idx="3"/>
          </p:nvPr>
        </p:nvSpPr>
        <p:spPr>
          <a:xfrm>
            <a:off x="3124577" y="6356373"/>
            <a:ext cx="2894846"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6552685" y="6356373"/>
            <a:ext cx="2134234"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9BBD965-F460-422A-A842-9BE9972FC43E}" type="slidenum">
              <a:rPr lang="en-GB" smtClean="0"/>
              <a:pPr/>
              <a:t>‹#›</a:t>
            </a:fld>
            <a:endParaRPr lang="en-GB"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685617" rtl="0" eaLnBrk="1" latinLnBrk="0" hangingPunct="1">
        <a:spcBef>
          <a:spcPct val="0"/>
        </a:spcBef>
        <a:buNone/>
        <a:defRPr sz="3299" kern="1200">
          <a:solidFill>
            <a:schemeClr val="tx1"/>
          </a:solidFill>
          <a:latin typeface="+mj-lt"/>
          <a:ea typeface="+mj-ea"/>
          <a:cs typeface="+mj-cs"/>
        </a:defRPr>
      </a:lvl1pPr>
    </p:titleStyle>
    <p:bodyStyle>
      <a:lvl1pPr marL="257106" indent="-257106" algn="l" defTabSz="685617" rtl="0" eaLnBrk="1" latinLnBrk="0" hangingPunct="1">
        <a:spcBef>
          <a:spcPct val="20000"/>
        </a:spcBef>
        <a:buFont typeface="Arial" pitchFamily="34" charset="0"/>
        <a:buChar char="•"/>
        <a:defRPr sz="2399" kern="1200">
          <a:solidFill>
            <a:schemeClr val="tx1"/>
          </a:solidFill>
          <a:latin typeface="+mn-lt"/>
          <a:ea typeface="+mn-ea"/>
          <a:cs typeface="+mn-cs"/>
        </a:defRPr>
      </a:lvl1pPr>
      <a:lvl2pPr marL="557064" indent="-214255" algn="l" defTabSz="685617" rtl="0" eaLnBrk="1" latinLnBrk="0" hangingPunct="1">
        <a:spcBef>
          <a:spcPct val="20000"/>
        </a:spcBef>
        <a:buFont typeface="Arial" pitchFamily="34" charset="0"/>
        <a:buChar char="–"/>
        <a:defRPr sz="2099" kern="1200">
          <a:solidFill>
            <a:schemeClr val="tx1"/>
          </a:solidFill>
          <a:latin typeface="+mn-lt"/>
          <a:ea typeface="+mn-ea"/>
          <a:cs typeface="+mn-cs"/>
        </a:defRPr>
      </a:lvl2pPr>
      <a:lvl3pPr marL="857021" indent="-171404" algn="l" defTabSz="68561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199830" indent="-171404" algn="l" defTabSz="685617"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2639" indent="-171404" algn="l" defTabSz="685617"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447" indent="-171404" algn="l" defTabSz="685617"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256" indent="-171404" algn="l" defTabSz="685617"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064" indent="-171404" algn="l" defTabSz="685617"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3873" indent="-171404" algn="l" defTabSz="68561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617" rtl="0" eaLnBrk="1" latinLnBrk="0" hangingPunct="1">
        <a:defRPr sz="1350" kern="1200">
          <a:solidFill>
            <a:schemeClr val="tx1"/>
          </a:solidFill>
          <a:latin typeface="+mn-lt"/>
          <a:ea typeface="+mn-ea"/>
          <a:cs typeface="+mn-cs"/>
        </a:defRPr>
      </a:lvl1pPr>
      <a:lvl2pPr marL="342809" algn="l" defTabSz="685617" rtl="0" eaLnBrk="1" latinLnBrk="0" hangingPunct="1">
        <a:defRPr sz="1350" kern="1200">
          <a:solidFill>
            <a:schemeClr val="tx1"/>
          </a:solidFill>
          <a:latin typeface="+mn-lt"/>
          <a:ea typeface="+mn-ea"/>
          <a:cs typeface="+mn-cs"/>
        </a:defRPr>
      </a:lvl2pPr>
      <a:lvl3pPr marL="685617" algn="l" defTabSz="685617" rtl="0" eaLnBrk="1" latinLnBrk="0" hangingPunct="1">
        <a:defRPr sz="1350" kern="1200">
          <a:solidFill>
            <a:schemeClr val="tx1"/>
          </a:solidFill>
          <a:latin typeface="+mn-lt"/>
          <a:ea typeface="+mn-ea"/>
          <a:cs typeface="+mn-cs"/>
        </a:defRPr>
      </a:lvl3pPr>
      <a:lvl4pPr marL="1028426" algn="l" defTabSz="685617" rtl="0" eaLnBrk="1" latinLnBrk="0" hangingPunct="1">
        <a:defRPr sz="1350" kern="1200">
          <a:solidFill>
            <a:schemeClr val="tx1"/>
          </a:solidFill>
          <a:latin typeface="+mn-lt"/>
          <a:ea typeface="+mn-ea"/>
          <a:cs typeface="+mn-cs"/>
        </a:defRPr>
      </a:lvl4pPr>
      <a:lvl5pPr marL="1371234" algn="l" defTabSz="685617" rtl="0" eaLnBrk="1" latinLnBrk="0" hangingPunct="1">
        <a:defRPr sz="1350" kern="1200">
          <a:solidFill>
            <a:schemeClr val="tx1"/>
          </a:solidFill>
          <a:latin typeface="+mn-lt"/>
          <a:ea typeface="+mn-ea"/>
          <a:cs typeface="+mn-cs"/>
        </a:defRPr>
      </a:lvl5pPr>
      <a:lvl6pPr marL="1714043" algn="l" defTabSz="685617" rtl="0" eaLnBrk="1" latinLnBrk="0" hangingPunct="1">
        <a:defRPr sz="1350" kern="1200">
          <a:solidFill>
            <a:schemeClr val="tx1"/>
          </a:solidFill>
          <a:latin typeface="+mn-lt"/>
          <a:ea typeface="+mn-ea"/>
          <a:cs typeface="+mn-cs"/>
        </a:defRPr>
      </a:lvl6pPr>
      <a:lvl7pPr marL="2056851" algn="l" defTabSz="685617" rtl="0" eaLnBrk="1" latinLnBrk="0" hangingPunct="1">
        <a:defRPr sz="1350" kern="1200">
          <a:solidFill>
            <a:schemeClr val="tx1"/>
          </a:solidFill>
          <a:latin typeface="+mn-lt"/>
          <a:ea typeface="+mn-ea"/>
          <a:cs typeface="+mn-cs"/>
        </a:defRPr>
      </a:lvl7pPr>
      <a:lvl8pPr marL="2399660" algn="l" defTabSz="685617" rtl="0" eaLnBrk="1" latinLnBrk="0" hangingPunct="1">
        <a:defRPr sz="1350" kern="1200">
          <a:solidFill>
            <a:schemeClr val="tx1"/>
          </a:solidFill>
          <a:latin typeface="+mn-lt"/>
          <a:ea typeface="+mn-ea"/>
          <a:cs typeface="+mn-cs"/>
        </a:defRPr>
      </a:lvl8pPr>
      <a:lvl9pPr marL="2742468" algn="l" defTabSz="685617"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5">
            <a:lum/>
          </a:blip>
          <a:srcRect/>
          <a:stretch>
            <a:fillRect t="-17000" b="-17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6"/>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1" y="6356372"/>
            <a:ext cx="21336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88BBA224-7E6E-4CA4-908A-652A35972B43}" type="datetime1">
              <a:rPr lang="en-GB" smtClean="0"/>
              <a:t>05/Mar/21</a:t>
            </a:fld>
            <a:endParaRPr lang="en-GB" dirty="0"/>
          </a:p>
        </p:txBody>
      </p:sp>
      <p:sp>
        <p:nvSpPr>
          <p:cNvPr id="5" name="Footer Placeholder 4"/>
          <p:cNvSpPr>
            <a:spLocks noGrp="1"/>
          </p:cNvSpPr>
          <p:nvPr>
            <p:ph type="ftr" sz="quarter" idx="3"/>
          </p:nvPr>
        </p:nvSpPr>
        <p:spPr>
          <a:xfrm>
            <a:off x="3124200" y="6356372"/>
            <a:ext cx="28956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6553200" y="6356372"/>
            <a:ext cx="21336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9BBD965-F460-422A-A842-9BE9972FC43E}" type="slidenum">
              <a:rPr lang="en-GB" smtClean="0"/>
              <a:pPr/>
              <a:t>‹#›</a:t>
            </a:fld>
            <a:endParaRPr lang="en-GB" dirty="0"/>
          </a:p>
        </p:txBody>
      </p:sp>
    </p:spTree>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 id="2147483649" r:id="rId13"/>
  </p:sldLayoutIdLst>
  <p:hf hdr="0" ftr="0" dt="0"/>
  <p:txStyles>
    <p:titleStyle>
      <a:lvl1pPr algn="ctr" defTabSz="685617" rtl="0" eaLnBrk="1" latinLnBrk="0" hangingPunct="1">
        <a:spcBef>
          <a:spcPct val="0"/>
        </a:spcBef>
        <a:buNone/>
        <a:defRPr sz="3299" kern="1200">
          <a:solidFill>
            <a:schemeClr val="tx1"/>
          </a:solidFill>
          <a:latin typeface="+mj-lt"/>
          <a:ea typeface="+mj-ea"/>
          <a:cs typeface="+mj-cs"/>
        </a:defRPr>
      </a:lvl1pPr>
    </p:titleStyle>
    <p:bodyStyle>
      <a:lvl1pPr marL="257106" indent="-257106" algn="l" defTabSz="685617" rtl="0" eaLnBrk="1" latinLnBrk="0" hangingPunct="1">
        <a:spcBef>
          <a:spcPct val="20000"/>
        </a:spcBef>
        <a:buFont typeface="Arial" pitchFamily="34" charset="0"/>
        <a:buChar char="•"/>
        <a:defRPr sz="2399" kern="1200">
          <a:solidFill>
            <a:schemeClr val="tx1"/>
          </a:solidFill>
          <a:latin typeface="+mn-lt"/>
          <a:ea typeface="+mn-ea"/>
          <a:cs typeface="+mn-cs"/>
        </a:defRPr>
      </a:lvl1pPr>
      <a:lvl2pPr marL="557064" indent="-214255" algn="l" defTabSz="685617" rtl="0" eaLnBrk="1" latinLnBrk="0" hangingPunct="1">
        <a:spcBef>
          <a:spcPct val="20000"/>
        </a:spcBef>
        <a:buFont typeface="Arial" pitchFamily="34" charset="0"/>
        <a:buChar char="–"/>
        <a:defRPr sz="2099" kern="1200">
          <a:solidFill>
            <a:schemeClr val="tx1"/>
          </a:solidFill>
          <a:latin typeface="+mn-lt"/>
          <a:ea typeface="+mn-ea"/>
          <a:cs typeface="+mn-cs"/>
        </a:defRPr>
      </a:lvl2pPr>
      <a:lvl3pPr marL="857021" indent="-171404" algn="l" defTabSz="68561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199830" indent="-171404" algn="l" defTabSz="685617"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2639" indent="-171404" algn="l" defTabSz="685617"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447" indent="-171404" algn="l" defTabSz="685617"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256" indent="-171404" algn="l" defTabSz="685617"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064" indent="-171404" algn="l" defTabSz="685617"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3873" indent="-171404" algn="l" defTabSz="68561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617" rtl="0" eaLnBrk="1" latinLnBrk="0" hangingPunct="1">
        <a:defRPr sz="1350" kern="1200">
          <a:solidFill>
            <a:schemeClr val="tx1"/>
          </a:solidFill>
          <a:latin typeface="+mn-lt"/>
          <a:ea typeface="+mn-ea"/>
          <a:cs typeface="+mn-cs"/>
        </a:defRPr>
      </a:lvl1pPr>
      <a:lvl2pPr marL="342809" algn="l" defTabSz="685617" rtl="0" eaLnBrk="1" latinLnBrk="0" hangingPunct="1">
        <a:defRPr sz="1350" kern="1200">
          <a:solidFill>
            <a:schemeClr val="tx1"/>
          </a:solidFill>
          <a:latin typeface="+mn-lt"/>
          <a:ea typeface="+mn-ea"/>
          <a:cs typeface="+mn-cs"/>
        </a:defRPr>
      </a:lvl2pPr>
      <a:lvl3pPr marL="685617" algn="l" defTabSz="685617" rtl="0" eaLnBrk="1" latinLnBrk="0" hangingPunct="1">
        <a:defRPr sz="1350" kern="1200">
          <a:solidFill>
            <a:schemeClr val="tx1"/>
          </a:solidFill>
          <a:latin typeface="+mn-lt"/>
          <a:ea typeface="+mn-ea"/>
          <a:cs typeface="+mn-cs"/>
        </a:defRPr>
      </a:lvl3pPr>
      <a:lvl4pPr marL="1028426" algn="l" defTabSz="685617" rtl="0" eaLnBrk="1" latinLnBrk="0" hangingPunct="1">
        <a:defRPr sz="1350" kern="1200">
          <a:solidFill>
            <a:schemeClr val="tx1"/>
          </a:solidFill>
          <a:latin typeface="+mn-lt"/>
          <a:ea typeface="+mn-ea"/>
          <a:cs typeface="+mn-cs"/>
        </a:defRPr>
      </a:lvl4pPr>
      <a:lvl5pPr marL="1371234" algn="l" defTabSz="685617" rtl="0" eaLnBrk="1" latinLnBrk="0" hangingPunct="1">
        <a:defRPr sz="1350" kern="1200">
          <a:solidFill>
            <a:schemeClr val="tx1"/>
          </a:solidFill>
          <a:latin typeface="+mn-lt"/>
          <a:ea typeface="+mn-ea"/>
          <a:cs typeface="+mn-cs"/>
        </a:defRPr>
      </a:lvl5pPr>
      <a:lvl6pPr marL="1714043" algn="l" defTabSz="685617" rtl="0" eaLnBrk="1" latinLnBrk="0" hangingPunct="1">
        <a:defRPr sz="1350" kern="1200">
          <a:solidFill>
            <a:schemeClr val="tx1"/>
          </a:solidFill>
          <a:latin typeface="+mn-lt"/>
          <a:ea typeface="+mn-ea"/>
          <a:cs typeface="+mn-cs"/>
        </a:defRPr>
      </a:lvl6pPr>
      <a:lvl7pPr marL="2056851" algn="l" defTabSz="685617" rtl="0" eaLnBrk="1" latinLnBrk="0" hangingPunct="1">
        <a:defRPr sz="1350" kern="1200">
          <a:solidFill>
            <a:schemeClr val="tx1"/>
          </a:solidFill>
          <a:latin typeface="+mn-lt"/>
          <a:ea typeface="+mn-ea"/>
          <a:cs typeface="+mn-cs"/>
        </a:defRPr>
      </a:lvl7pPr>
      <a:lvl8pPr marL="2399660" algn="l" defTabSz="685617" rtl="0" eaLnBrk="1" latinLnBrk="0" hangingPunct="1">
        <a:defRPr sz="1350" kern="1200">
          <a:solidFill>
            <a:schemeClr val="tx1"/>
          </a:solidFill>
          <a:latin typeface="+mn-lt"/>
          <a:ea typeface="+mn-ea"/>
          <a:cs typeface="+mn-cs"/>
        </a:defRPr>
      </a:lvl8pPr>
      <a:lvl9pPr marL="2742468" algn="l" defTabSz="685617"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t="-17000" b="-17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081" y="274638"/>
            <a:ext cx="8229838"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081" y="1600206"/>
            <a:ext cx="8229838"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083" y="6356371"/>
            <a:ext cx="2134235"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546A67F6-31F8-44C1-A95B-DAC7719485ED}" type="datetime1">
              <a:rPr lang="en-GB" smtClean="0"/>
              <a:t>05/Mar/21</a:t>
            </a:fld>
            <a:endParaRPr lang="en-GB" dirty="0"/>
          </a:p>
        </p:txBody>
      </p:sp>
      <p:sp>
        <p:nvSpPr>
          <p:cNvPr id="5" name="Footer Placeholder 4"/>
          <p:cNvSpPr>
            <a:spLocks noGrp="1"/>
          </p:cNvSpPr>
          <p:nvPr>
            <p:ph type="ftr" sz="quarter" idx="3"/>
          </p:nvPr>
        </p:nvSpPr>
        <p:spPr>
          <a:xfrm>
            <a:off x="3124577" y="6356371"/>
            <a:ext cx="2894846"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6552685" y="6356371"/>
            <a:ext cx="2134234"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9BBD965-F460-422A-A842-9BE9972FC43E}" type="slidenum">
              <a:rPr lang="en-GB" smtClean="0"/>
              <a:pPr/>
              <a:t>‹#›</a:t>
            </a:fld>
            <a:endParaRPr lang="en-GB" dirty="0"/>
          </a:p>
        </p:txBody>
      </p:sp>
    </p:spTree>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Lst>
  <p:hf hdr="0" ftr="0" dt="0"/>
  <p:txStyles>
    <p:titleStyle>
      <a:lvl1pPr algn="ctr" defTabSz="685617" rtl="0" eaLnBrk="1" latinLnBrk="0" hangingPunct="1">
        <a:spcBef>
          <a:spcPct val="0"/>
        </a:spcBef>
        <a:buNone/>
        <a:defRPr sz="3299" kern="1200">
          <a:solidFill>
            <a:schemeClr val="tx1"/>
          </a:solidFill>
          <a:latin typeface="+mj-lt"/>
          <a:ea typeface="+mj-ea"/>
          <a:cs typeface="+mj-cs"/>
        </a:defRPr>
      </a:lvl1pPr>
    </p:titleStyle>
    <p:bodyStyle>
      <a:lvl1pPr marL="257106" indent="-257106" algn="l" defTabSz="685617" rtl="0" eaLnBrk="1" latinLnBrk="0" hangingPunct="1">
        <a:spcBef>
          <a:spcPct val="20000"/>
        </a:spcBef>
        <a:buFont typeface="Arial" pitchFamily="34" charset="0"/>
        <a:buChar char="•"/>
        <a:defRPr sz="2399" kern="1200">
          <a:solidFill>
            <a:schemeClr val="tx1"/>
          </a:solidFill>
          <a:latin typeface="+mn-lt"/>
          <a:ea typeface="+mn-ea"/>
          <a:cs typeface="+mn-cs"/>
        </a:defRPr>
      </a:lvl1pPr>
      <a:lvl2pPr marL="557064" indent="-214255" algn="l" defTabSz="685617" rtl="0" eaLnBrk="1" latinLnBrk="0" hangingPunct="1">
        <a:spcBef>
          <a:spcPct val="20000"/>
        </a:spcBef>
        <a:buFont typeface="Arial" pitchFamily="34" charset="0"/>
        <a:buChar char="–"/>
        <a:defRPr sz="2099" kern="1200">
          <a:solidFill>
            <a:schemeClr val="tx1"/>
          </a:solidFill>
          <a:latin typeface="+mn-lt"/>
          <a:ea typeface="+mn-ea"/>
          <a:cs typeface="+mn-cs"/>
        </a:defRPr>
      </a:lvl2pPr>
      <a:lvl3pPr marL="857021" indent="-171404" algn="l" defTabSz="68561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199830" indent="-171404" algn="l" defTabSz="685617"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2639" indent="-171404" algn="l" defTabSz="685617"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447" indent="-171404" algn="l" defTabSz="685617"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256" indent="-171404" algn="l" defTabSz="685617"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064" indent="-171404" algn="l" defTabSz="685617"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3873" indent="-171404" algn="l" defTabSz="68561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617" rtl="0" eaLnBrk="1" latinLnBrk="0" hangingPunct="1">
        <a:defRPr sz="1350" kern="1200">
          <a:solidFill>
            <a:schemeClr val="tx1"/>
          </a:solidFill>
          <a:latin typeface="+mn-lt"/>
          <a:ea typeface="+mn-ea"/>
          <a:cs typeface="+mn-cs"/>
        </a:defRPr>
      </a:lvl1pPr>
      <a:lvl2pPr marL="342809" algn="l" defTabSz="685617" rtl="0" eaLnBrk="1" latinLnBrk="0" hangingPunct="1">
        <a:defRPr sz="1350" kern="1200">
          <a:solidFill>
            <a:schemeClr val="tx1"/>
          </a:solidFill>
          <a:latin typeface="+mn-lt"/>
          <a:ea typeface="+mn-ea"/>
          <a:cs typeface="+mn-cs"/>
        </a:defRPr>
      </a:lvl2pPr>
      <a:lvl3pPr marL="685617" algn="l" defTabSz="685617" rtl="0" eaLnBrk="1" latinLnBrk="0" hangingPunct="1">
        <a:defRPr sz="1350" kern="1200">
          <a:solidFill>
            <a:schemeClr val="tx1"/>
          </a:solidFill>
          <a:latin typeface="+mn-lt"/>
          <a:ea typeface="+mn-ea"/>
          <a:cs typeface="+mn-cs"/>
        </a:defRPr>
      </a:lvl3pPr>
      <a:lvl4pPr marL="1028426" algn="l" defTabSz="685617" rtl="0" eaLnBrk="1" latinLnBrk="0" hangingPunct="1">
        <a:defRPr sz="1350" kern="1200">
          <a:solidFill>
            <a:schemeClr val="tx1"/>
          </a:solidFill>
          <a:latin typeface="+mn-lt"/>
          <a:ea typeface="+mn-ea"/>
          <a:cs typeface="+mn-cs"/>
        </a:defRPr>
      </a:lvl4pPr>
      <a:lvl5pPr marL="1371234" algn="l" defTabSz="685617" rtl="0" eaLnBrk="1" latinLnBrk="0" hangingPunct="1">
        <a:defRPr sz="1350" kern="1200">
          <a:solidFill>
            <a:schemeClr val="tx1"/>
          </a:solidFill>
          <a:latin typeface="+mn-lt"/>
          <a:ea typeface="+mn-ea"/>
          <a:cs typeface="+mn-cs"/>
        </a:defRPr>
      </a:lvl5pPr>
      <a:lvl6pPr marL="1714043" algn="l" defTabSz="685617" rtl="0" eaLnBrk="1" latinLnBrk="0" hangingPunct="1">
        <a:defRPr sz="1350" kern="1200">
          <a:solidFill>
            <a:schemeClr val="tx1"/>
          </a:solidFill>
          <a:latin typeface="+mn-lt"/>
          <a:ea typeface="+mn-ea"/>
          <a:cs typeface="+mn-cs"/>
        </a:defRPr>
      </a:lvl6pPr>
      <a:lvl7pPr marL="2056851" algn="l" defTabSz="685617" rtl="0" eaLnBrk="1" latinLnBrk="0" hangingPunct="1">
        <a:defRPr sz="1350" kern="1200">
          <a:solidFill>
            <a:schemeClr val="tx1"/>
          </a:solidFill>
          <a:latin typeface="+mn-lt"/>
          <a:ea typeface="+mn-ea"/>
          <a:cs typeface="+mn-cs"/>
        </a:defRPr>
      </a:lvl7pPr>
      <a:lvl8pPr marL="2399660" algn="l" defTabSz="685617" rtl="0" eaLnBrk="1" latinLnBrk="0" hangingPunct="1">
        <a:defRPr sz="1350" kern="1200">
          <a:solidFill>
            <a:schemeClr val="tx1"/>
          </a:solidFill>
          <a:latin typeface="+mn-lt"/>
          <a:ea typeface="+mn-ea"/>
          <a:cs typeface="+mn-cs"/>
        </a:defRPr>
      </a:lvl8pPr>
      <a:lvl9pPr marL="2742468" algn="l" defTabSz="685617"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2" name="Oval 21"/>
          <p:cNvSpPr/>
          <p:nvPr/>
        </p:nvSpPr>
        <p:spPr>
          <a:xfrm>
            <a:off x="629943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457200"/>
            <a:ext cx="1600200" cy="1600200"/>
          </a:xfrm>
          <a:prstGeom prst="ellipse">
            <a:avLst/>
          </a:prstGeom>
          <a:gradFill flip="none" rotWithShape="1">
            <a:gsLst>
              <a:gs pos="0">
                <a:schemeClr val="bg2">
                  <a:lumMod val="60000"/>
                  <a:lumOff val="40000"/>
                  <a:alpha val="14000"/>
                </a:schemeClr>
              </a:gs>
              <a:gs pos="73000">
                <a:schemeClr val="bg2">
                  <a:lumMod val="60000"/>
                  <a:lumOff val="40000"/>
                  <a:alpha val="0"/>
                </a:schemeClr>
              </a:gs>
              <a:gs pos="36000">
                <a:schemeClr val="bg2">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6096000"/>
            <a:ext cx="990600" cy="990600"/>
          </a:xfrm>
          <a:prstGeom prst="ellipse">
            <a:avLst/>
          </a:prstGeom>
          <a:gradFill flip="none" rotWithShape="1">
            <a:gsLst>
              <a:gs pos="0">
                <a:schemeClr val="bg2">
                  <a:lumMod val="60000"/>
                  <a:lumOff val="40000"/>
                  <a:alpha val="9000"/>
                </a:schemeClr>
              </a:gs>
              <a:gs pos="66000">
                <a:schemeClr val="bg2">
                  <a:lumMod val="60000"/>
                  <a:lumOff val="40000"/>
                  <a:alpha val="0"/>
                </a:schemeClr>
              </a:gs>
              <a:gs pos="36000">
                <a:schemeClr val="bg2">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3988" y="2667000"/>
            <a:ext cx="4191000" cy="4191000"/>
          </a:xfrm>
          <a:prstGeom prst="ellipse">
            <a:avLst/>
          </a:prstGeom>
          <a:gradFill flip="none" rotWithShape="1">
            <a:gsLst>
              <a:gs pos="0">
                <a:schemeClr val="bg2">
                  <a:lumMod val="60000"/>
                  <a:lumOff val="40000"/>
                  <a:alpha val="11000"/>
                </a:schemeClr>
              </a:gs>
              <a:gs pos="75000">
                <a:schemeClr val="bg2">
                  <a:lumMod val="60000"/>
                  <a:lumOff val="40000"/>
                  <a:alpha val="0"/>
                </a:schemeClr>
              </a:gs>
              <a:gs pos="36000">
                <a:schemeClr val="bg2">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39788" y="2895600"/>
            <a:ext cx="2362200" cy="2362200"/>
          </a:xfrm>
          <a:prstGeom prst="ellipse">
            <a:avLst/>
          </a:prstGeom>
          <a:gradFill flip="none" rotWithShape="1">
            <a:gsLst>
              <a:gs pos="0">
                <a:schemeClr val="bg2">
                  <a:lumMod val="60000"/>
                  <a:lumOff val="40000"/>
                  <a:alpha val="8000"/>
                </a:schemeClr>
              </a:gs>
              <a:gs pos="72000">
                <a:schemeClr val="bg2">
                  <a:lumMod val="60000"/>
                  <a:lumOff val="40000"/>
                  <a:alpha val="0"/>
                </a:schemeClr>
              </a:gs>
              <a:gs pos="36000">
                <a:schemeClr val="bg2">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710" y="452718"/>
            <a:ext cx="7055380"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827700" y="2052925"/>
            <a:ext cx="6711654" cy="419548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7494989" y="1828771"/>
            <a:ext cx="990599" cy="22865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A86CF9CC-6460-4737-9010-75748FDEE016}" type="datetime1">
              <a:rPr lang="en-GB" smtClean="0"/>
              <a:t>05/Mar/21</a:t>
            </a:fld>
            <a:endParaRPr lang="en-GB" dirty="0"/>
          </a:p>
        </p:txBody>
      </p:sp>
      <p:sp>
        <p:nvSpPr>
          <p:cNvPr id="5" name="Footer Placeholder 4"/>
          <p:cNvSpPr>
            <a:spLocks noGrp="1"/>
          </p:cNvSpPr>
          <p:nvPr>
            <p:ph type="ftr" sz="quarter" idx="3"/>
          </p:nvPr>
        </p:nvSpPr>
        <p:spPr>
          <a:xfrm rot="5400000">
            <a:off x="6233335" y="3263371"/>
            <a:ext cx="3859795" cy="228660"/>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GB" dirty="0"/>
          </a:p>
        </p:txBody>
      </p:sp>
      <p:sp>
        <p:nvSpPr>
          <p:cNvPr id="6" name="Slide Number Placeholder 5"/>
          <p:cNvSpPr>
            <a:spLocks noGrp="1"/>
          </p:cNvSpPr>
          <p:nvPr>
            <p:ph type="sldNum" sz="quarter" idx="4"/>
          </p:nvPr>
        </p:nvSpPr>
        <p:spPr bwMode="gray">
          <a:xfrm>
            <a:off x="7766431" y="295736"/>
            <a:ext cx="628813" cy="767687"/>
          </a:xfrm>
          <a:prstGeom prst="rect">
            <a:avLst/>
          </a:prstGeom>
        </p:spPr>
        <p:txBody>
          <a:bodyPr vert="horz" lIns="91440" tIns="45720" rIns="91440" bIns="45720" rtlCol="0" anchor="b"/>
          <a:lstStyle>
            <a:lvl1pPr algn="ctr">
              <a:defRPr sz="2801" b="0" i="0">
                <a:solidFill>
                  <a:schemeClr val="tx1">
                    <a:tint val="75000"/>
                  </a:schemeClr>
                </a:solidFill>
              </a:defRPr>
            </a:lvl1pPr>
          </a:lstStyle>
          <a:p>
            <a:fld id="{E9BBD965-F460-422A-A842-9BE9972FC43E}" type="slidenum">
              <a:rPr lang="en-GB" smtClean="0"/>
              <a:pPr/>
              <a:t>‹#›</a:t>
            </a:fld>
            <a:endParaRPr lang="en-GB" dirty="0"/>
          </a:p>
        </p:txBody>
      </p:sp>
    </p:spTree>
    <p:extLst>
      <p:ext uri="{BB962C8B-B14F-4D97-AF65-F5344CB8AC3E}">
        <p14:creationId xmlns:p14="http://schemas.microsoft.com/office/powerpoint/2010/main" val="1856808390"/>
      </p:ext>
    </p:extLst>
  </p:cSld>
  <p:clrMap bg1="dk1" tx1="lt1" bg2="dk2" tx2="lt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3" r:id="rId12"/>
    <p:sldLayoutId id="2147483764" r:id="rId13"/>
    <p:sldLayoutId id="2147483765" r:id="rId14"/>
    <p:sldLayoutId id="2147483766" r:id="rId15"/>
    <p:sldLayoutId id="2147483767" r:id="rId16"/>
    <p:sldLayoutId id="2147483768" r:id="rId17"/>
  </p:sldLayoutIdLst>
  <p:hf hdr="0" ftr="0" dt="0"/>
  <p:txStyles>
    <p:title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7" rtl="0" eaLnBrk="1" latinLnBrk="0" hangingPunct="1">
        <a:defRPr sz="1800" kern="1200">
          <a:solidFill>
            <a:schemeClr val="tx1"/>
          </a:solidFill>
          <a:latin typeface="+mn-lt"/>
          <a:ea typeface="+mn-ea"/>
          <a:cs typeface="+mn-cs"/>
        </a:defRPr>
      </a:lvl1pPr>
      <a:lvl2pPr marL="457207" algn="l" defTabSz="457207" rtl="0" eaLnBrk="1" latinLnBrk="0" hangingPunct="1">
        <a:defRPr sz="1800" kern="1200">
          <a:solidFill>
            <a:schemeClr val="tx1"/>
          </a:solidFill>
          <a:latin typeface="+mn-lt"/>
          <a:ea typeface="+mn-ea"/>
          <a:cs typeface="+mn-cs"/>
        </a:defRPr>
      </a:lvl2pPr>
      <a:lvl3pPr marL="914415" algn="l" defTabSz="457207" rtl="0" eaLnBrk="1" latinLnBrk="0" hangingPunct="1">
        <a:defRPr sz="1800" kern="1200">
          <a:solidFill>
            <a:schemeClr val="tx1"/>
          </a:solidFill>
          <a:latin typeface="+mn-lt"/>
          <a:ea typeface="+mn-ea"/>
          <a:cs typeface="+mn-cs"/>
        </a:defRPr>
      </a:lvl3pPr>
      <a:lvl4pPr marL="1371622" algn="l" defTabSz="457207" rtl="0" eaLnBrk="1" latinLnBrk="0" hangingPunct="1">
        <a:defRPr sz="1800" kern="1200">
          <a:solidFill>
            <a:schemeClr val="tx1"/>
          </a:solidFill>
          <a:latin typeface="+mn-lt"/>
          <a:ea typeface="+mn-ea"/>
          <a:cs typeface="+mn-cs"/>
        </a:defRPr>
      </a:lvl4pPr>
      <a:lvl5pPr marL="1828831" algn="l" defTabSz="457207" rtl="0" eaLnBrk="1" latinLnBrk="0" hangingPunct="1">
        <a:defRPr sz="1800" kern="1200">
          <a:solidFill>
            <a:schemeClr val="tx1"/>
          </a:solidFill>
          <a:latin typeface="+mn-lt"/>
          <a:ea typeface="+mn-ea"/>
          <a:cs typeface="+mn-cs"/>
        </a:defRPr>
      </a:lvl5pPr>
      <a:lvl6pPr marL="2286038" algn="l" defTabSz="457207" rtl="0" eaLnBrk="1" latinLnBrk="0" hangingPunct="1">
        <a:defRPr sz="1800" kern="1200">
          <a:solidFill>
            <a:schemeClr val="tx1"/>
          </a:solidFill>
          <a:latin typeface="+mn-lt"/>
          <a:ea typeface="+mn-ea"/>
          <a:cs typeface="+mn-cs"/>
        </a:defRPr>
      </a:lvl6pPr>
      <a:lvl7pPr marL="2743246" algn="l" defTabSz="457207" rtl="0" eaLnBrk="1" latinLnBrk="0" hangingPunct="1">
        <a:defRPr sz="1800" kern="1200">
          <a:solidFill>
            <a:schemeClr val="tx1"/>
          </a:solidFill>
          <a:latin typeface="+mn-lt"/>
          <a:ea typeface="+mn-ea"/>
          <a:cs typeface="+mn-cs"/>
        </a:defRPr>
      </a:lvl7pPr>
      <a:lvl8pPr marL="3200453" algn="l" defTabSz="457207" rtl="0" eaLnBrk="1" latinLnBrk="0" hangingPunct="1">
        <a:defRPr sz="1800" kern="1200">
          <a:solidFill>
            <a:schemeClr val="tx1"/>
          </a:solidFill>
          <a:latin typeface="+mn-lt"/>
          <a:ea typeface="+mn-ea"/>
          <a:cs typeface="+mn-cs"/>
        </a:defRPr>
      </a:lvl8pPr>
      <a:lvl9pPr marL="3657661" algn="l" defTabSz="45720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4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6"/>
          <p:cNvSpPr txBox="1">
            <a:spLocks noChangeArrowheads="1"/>
          </p:cNvSpPr>
          <p:nvPr/>
        </p:nvSpPr>
        <p:spPr bwMode="auto">
          <a:xfrm>
            <a:off x="457200" y="2229162"/>
            <a:ext cx="7010400" cy="1800493"/>
          </a:xfrm>
          <a:prstGeom prst="rect">
            <a:avLst/>
          </a:prstGeom>
          <a:noFill/>
          <a:ln w="9525">
            <a:noFill/>
            <a:miter lim="800000"/>
            <a:headEnd/>
            <a:tailEnd/>
          </a:ln>
        </p:spPr>
        <p:txBody>
          <a:bodyPr wrap="square">
            <a:spAutoFit/>
          </a:bodyPr>
          <a:lstStyle/>
          <a:p>
            <a:pPr algn="ctr"/>
            <a:r>
              <a:rPr lang="en-ZA" sz="3200" dirty="0">
                <a:solidFill>
                  <a:srgbClr val="00A1DA"/>
                </a:solidFill>
              </a:rPr>
              <a:t>Introduction to Artificial </a:t>
            </a:r>
            <a:r>
              <a:rPr lang="en-ZA" sz="3200" dirty="0" smtClean="0">
                <a:solidFill>
                  <a:srgbClr val="00A1DA"/>
                </a:solidFill>
              </a:rPr>
              <a:t>Intelligence  </a:t>
            </a:r>
            <a:endParaRPr lang="en-ZA" sz="3200" dirty="0">
              <a:solidFill>
                <a:srgbClr val="00A1DA"/>
              </a:solidFill>
            </a:endParaRPr>
          </a:p>
          <a:p>
            <a:pPr algn="ctr"/>
            <a:r>
              <a:rPr lang="en-ZA" sz="3200" dirty="0" smtClean="0">
                <a:solidFill>
                  <a:srgbClr val="00A1DA"/>
                </a:solidFill>
              </a:rPr>
              <a:t>(Symbolic AI)</a:t>
            </a:r>
            <a:endParaRPr lang="en-ZA" sz="3200" dirty="0">
              <a:solidFill>
                <a:srgbClr val="00A1DA"/>
              </a:solidFill>
            </a:endParaRPr>
          </a:p>
          <a:p>
            <a:pPr algn="ctr"/>
            <a:endParaRPr lang="en-ZA" sz="2000" dirty="0">
              <a:solidFill>
                <a:srgbClr val="00A1DA"/>
              </a:solidFill>
            </a:endParaRPr>
          </a:p>
          <a:p>
            <a:pPr algn="ctr"/>
            <a:r>
              <a:rPr lang="en-ZA" sz="1400" dirty="0"/>
              <a:t>Siphokazi Tswane</a:t>
            </a:r>
          </a:p>
          <a:p>
            <a:pPr algn="ctr"/>
            <a:endParaRPr lang="en-ZA" sz="1350" dirty="0"/>
          </a:p>
        </p:txBody>
      </p:sp>
      <p:sp>
        <p:nvSpPr>
          <p:cNvPr id="4" name="Slide Number Placeholder 3"/>
          <p:cNvSpPr>
            <a:spLocks noGrp="1"/>
          </p:cNvSpPr>
          <p:nvPr>
            <p:ph type="sldNum" sz="quarter" idx="12"/>
          </p:nvPr>
        </p:nvSpPr>
        <p:spPr/>
        <p:txBody>
          <a:bodyPr/>
          <a:lstStyle/>
          <a:p>
            <a:fld id="{C5DFEC63-AC9E-491C-B008-E83D881192CD}" type="slidenum">
              <a:rPr lang="en-GB" smtClean="0"/>
              <a:pPr/>
              <a:t>1</a:t>
            </a:fld>
            <a:endParaRPr lang="en-GB"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5DFEC63-AC9E-491C-B008-E83D881192CD}" type="slidenum">
              <a:rPr lang="en-GB" smtClean="0"/>
              <a:pPr/>
              <a:t>2</a:t>
            </a:fld>
            <a:endParaRPr lang="en-GB" dirty="0"/>
          </a:p>
        </p:txBody>
      </p:sp>
      <p:sp>
        <p:nvSpPr>
          <p:cNvPr id="3" name="Content Placeholder 4"/>
          <p:cNvSpPr txBox="1">
            <a:spLocks/>
          </p:cNvSpPr>
          <p:nvPr/>
        </p:nvSpPr>
        <p:spPr>
          <a:xfrm>
            <a:off x="762000" y="1828800"/>
            <a:ext cx="8113712" cy="3600450"/>
          </a:xfrm>
          <a:prstGeom prst="rect">
            <a:avLst/>
          </a:prstGeom>
        </p:spPr>
        <p:txBody>
          <a:bodyPr vert="horz" lIns="91440" tIns="45720" rIns="91440" bIns="45720" rtlCol="0">
            <a:normAutofit/>
          </a:bodyPr>
          <a:lst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a:buFont typeface="Wingdings" panose="05000000000000000000" pitchFamily="2" charset="2"/>
              <a:buChar char="q"/>
            </a:pPr>
            <a:r>
              <a:rPr lang="en-US" sz="2099" dirty="0" smtClean="0"/>
              <a:t>Term Dates</a:t>
            </a:r>
          </a:p>
          <a:p>
            <a:pPr>
              <a:buFont typeface="Wingdings" panose="05000000000000000000" pitchFamily="2" charset="2"/>
              <a:buChar char="q"/>
            </a:pPr>
            <a:r>
              <a:rPr lang="en-US" sz="2099" dirty="0" smtClean="0"/>
              <a:t>Assessments</a:t>
            </a:r>
          </a:p>
          <a:p>
            <a:pPr lvl="1">
              <a:buFont typeface="Wingdings" panose="05000000000000000000" pitchFamily="2" charset="2"/>
              <a:buChar char="q"/>
            </a:pPr>
            <a:r>
              <a:rPr lang="en-US" sz="1899" dirty="0" smtClean="0"/>
              <a:t>Term 1 – Individual Assignment (20%)</a:t>
            </a:r>
          </a:p>
          <a:p>
            <a:pPr lvl="1">
              <a:buFont typeface="Wingdings" panose="05000000000000000000" pitchFamily="2" charset="2"/>
              <a:buChar char="q"/>
            </a:pPr>
            <a:r>
              <a:rPr lang="en-US" sz="1899" dirty="0" smtClean="0"/>
              <a:t>Term 2 - </a:t>
            </a:r>
            <a:r>
              <a:rPr lang="en-US" sz="1899" dirty="0"/>
              <a:t>Individual </a:t>
            </a:r>
            <a:r>
              <a:rPr lang="en-US" sz="1899" dirty="0" smtClean="0"/>
              <a:t>Assignment (10%) , Test (20%)</a:t>
            </a:r>
          </a:p>
          <a:p>
            <a:pPr lvl="1">
              <a:buFont typeface="Wingdings" panose="05000000000000000000" pitchFamily="2" charset="2"/>
              <a:buChar char="q"/>
            </a:pPr>
            <a:r>
              <a:rPr lang="en-US" sz="1899" dirty="0" smtClean="0"/>
              <a:t>Term 3 – Group Project (10%), Test (10%)</a:t>
            </a:r>
          </a:p>
          <a:p>
            <a:pPr lvl="1">
              <a:buFont typeface="Wingdings" panose="05000000000000000000" pitchFamily="2" charset="2"/>
              <a:buChar char="q"/>
            </a:pPr>
            <a:r>
              <a:rPr lang="en-US" sz="1899" dirty="0" smtClean="0"/>
              <a:t>Term 4 – Final Test 30%</a:t>
            </a:r>
            <a:endParaRPr lang="en-GB" sz="1899" dirty="0" smtClean="0"/>
          </a:p>
        </p:txBody>
      </p:sp>
      <p:sp>
        <p:nvSpPr>
          <p:cNvPr id="4" name="Rectangle 3"/>
          <p:cNvSpPr/>
          <p:nvPr/>
        </p:nvSpPr>
        <p:spPr>
          <a:xfrm>
            <a:off x="2209800" y="540203"/>
            <a:ext cx="4800600" cy="523220"/>
          </a:xfrm>
          <a:prstGeom prst="rect">
            <a:avLst/>
          </a:prstGeom>
        </p:spPr>
        <p:txBody>
          <a:bodyPr wrap="square">
            <a:spAutoFit/>
          </a:bodyPr>
          <a:lstStyle/>
          <a:p>
            <a:r>
              <a:rPr lang="en-US" sz="2800" dirty="0"/>
              <a:t>Subject Guide</a:t>
            </a:r>
            <a:endParaRPr lang="en-GB" sz="2800" dirty="0"/>
          </a:p>
        </p:txBody>
      </p:sp>
    </p:spTree>
    <p:extLst>
      <p:ext uri="{BB962C8B-B14F-4D97-AF65-F5344CB8AC3E}">
        <p14:creationId xmlns:p14="http://schemas.microsoft.com/office/powerpoint/2010/main" val="19423769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5DFEC63-AC9E-491C-B008-E83D881192CD}" type="slidenum">
              <a:rPr lang="en-GB" smtClean="0"/>
              <a:pPr/>
              <a:t>3</a:t>
            </a:fld>
            <a:endParaRPr lang="en-GB" dirty="0"/>
          </a:p>
        </p:txBody>
      </p:sp>
      <p:sp>
        <p:nvSpPr>
          <p:cNvPr id="3" name="Text Box 6"/>
          <p:cNvSpPr txBox="1">
            <a:spLocks noChangeArrowheads="1"/>
          </p:cNvSpPr>
          <p:nvPr/>
        </p:nvSpPr>
        <p:spPr bwMode="auto">
          <a:xfrm>
            <a:off x="457200" y="2229162"/>
            <a:ext cx="7010400" cy="1592744"/>
          </a:xfrm>
          <a:prstGeom prst="rect">
            <a:avLst/>
          </a:prstGeom>
          <a:noFill/>
          <a:ln w="9525">
            <a:noFill/>
            <a:miter lim="800000"/>
            <a:headEnd/>
            <a:tailEnd/>
          </a:ln>
        </p:spPr>
        <p:txBody>
          <a:bodyPr wrap="square">
            <a:spAutoFit/>
          </a:bodyPr>
          <a:lstStyle/>
          <a:p>
            <a:pPr algn="ctr"/>
            <a:r>
              <a:rPr lang="en-ZA" sz="3200" dirty="0">
                <a:solidFill>
                  <a:srgbClr val="00A1DA"/>
                </a:solidFill>
              </a:rPr>
              <a:t>Introduction to Artificial </a:t>
            </a:r>
            <a:r>
              <a:rPr lang="en-ZA" sz="3200" dirty="0" smtClean="0">
                <a:solidFill>
                  <a:srgbClr val="00A1DA"/>
                </a:solidFill>
              </a:rPr>
              <a:t>Intelligence  </a:t>
            </a:r>
            <a:endParaRPr lang="en-ZA" sz="3200" dirty="0">
              <a:solidFill>
                <a:srgbClr val="00A1DA"/>
              </a:solidFill>
            </a:endParaRPr>
          </a:p>
          <a:p>
            <a:pPr algn="ctr"/>
            <a:r>
              <a:rPr lang="en-ZA" sz="3200" dirty="0" smtClean="0">
                <a:solidFill>
                  <a:srgbClr val="00A1DA"/>
                </a:solidFill>
              </a:rPr>
              <a:t>Lecture 1</a:t>
            </a:r>
          </a:p>
          <a:p>
            <a:pPr algn="ctr"/>
            <a:endParaRPr lang="en-ZA" sz="2000" dirty="0">
              <a:solidFill>
                <a:srgbClr val="00A1DA"/>
              </a:solidFill>
            </a:endParaRPr>
          </a:p>
          <a:p>
            <a:pPr algn="ctr"/>
            <a:endParaRPr lang="en-ZA" sz="1350" dirty="0"/>
          </a:p>
        </p:txBody>
      </p:sp>
    </p:spTree>
    <p:extLst>
      <p:ext uri="{BB962C8B-B14F-4D97-AF65-F5344CB8AC3E}">
        <p14:creationId xmlns:p14="http://schemas.microsoft.com/office/powerpoint/2010/main" val="5114771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5DFEC63-AC9E-491C-B008-E83D881192CD}" type="slidenum">
              <a:rPr lang="en-GB" smtClean="0"/>
              <a:pPr/>
              <a:t>4</a:t>
            </a:fld>
            <a:endParaRPr lang="en-GB" dirty="0"/>
          </a:p>
        </p:txBody>
      </p:sp>
      <p:sp>
        <p:nvSpPr>
          <p:cNvPr id="5" name="Content Placeholder 4"/>
          <p:cNvSpPr>
            <a:spLocks noGrp="1"/>
          </p:cNvSpPr>
          <p:nvPr>
            <p:ph idx="4294967295"/>
          </p:nvPr>
        </p:nvSpPr>
        <p:spPr>
          <a:xfrm>
            <a:off x="1030288" y="1943100"/>
            <a:ext cx="8113712" cy="3600450"/>
          </a:xfrm>
        </p:spPr>
        <p:txBody>
          <a:bodyPr>
            <a:normAutofit/>
          </a:bodyPr>
          <a:lstStyle/>
          <a:p>
            <a:pPr>
              <a:buFont typeface="Wingdings" panose="05000000000000000000" pitchFamily="2" charset="2"/>
              <a:buChar char="q"/>
            </a:pPr>
            <a:r>
              <a:rPr lang="en-GB" sz="2099" dirty="0" smtClean="0"/>
              <a:t>AI Definition</a:t>
            </a:r>
          </a:p>
          <a:p>
            <a:pPr>
              <a:buFont typeface="Wingdings" panose="05000000000000000000" pitchFamily="2" charset="2"/>
              <a:buChar char="q"/>
            </a:pPr>
            <a:r>
              <a:rPr lang="en-US" sz="2099" dirty="0" smtClean="0"/>
              <a:t>Related Fields</a:t>
            </a:r>
            <a:endParaRPr lang="en-GB" sz="2099" dirty="0" smtClean="0"/>
          </a:p>
          <a:p>
            <a:pPr>
              <a:buFont typeface="Wingdings" panose="05000000000000000000" pitchFamily="2" charset="2"/>
              <a:buChar char="q"/>
            </a:pPr>
            <a:r>
              <a:rPr lang="en-US" sz="2099" dirty="0" smtClean="0"/>
              <a:t>History of AI </a:t>
            </a:r>
          </a:p>
          <a:p>
            <a:pPr>
              <a:buFont typeface="Wingdings" panose="05000000000000000000" pitchFamily="2" charset="2"/>
              <a:buChar char="q"/>
            </a:pPr>
            <a:r>
              <a:rPr lang="en-US" sz="2099" dirty="0" smtClean="0"/>
              <a:t>AI </a:t>
            </a:r>
            <a:r>
              <a:rPr lang="en-US" sz="2099" dirty="0"/>
              <a:t>Philosophy</a:t>
            </a:r>
          </a:p>
          <a:p>
            <a:pPr>
              <a:buFont typeface="Wingdings" panose="05000000000000000000" pitchFamily="2" charset="2"/>
              <a:buChar char="q"/>
            </a:pPr>
            <a:r>
              <a:rPr lang="en-GB" sz="2099" smtClean="0"/>
              <a:t>Applications </a:t>
            </a:r>
            <a:r>
              <a:rPr lang="en-GB" sz="2099" dirty="0"/>
              <a:t>of </a:t>
            </a:r>
            <a:r>
              <a:rPr lang="en-GB" sz="2099" dirty="0" smtClean="0"/>
              <a:t>AI (</a:t>
            </a:r>
            <a:r>
              <a:rPr lang="en-GB" sz="2099" dirty="0"/>
              <a:t>Planning, understanding, natural language processing, parallel and distributed AI, learning, connectionist model, robotics, expert systems, fuzzy logic, artificial neural networks)</a:t>
            </a:r>
            <a:endParaRPr lang="en-US" sz="2099" dirty="0"/>
          </a:p>
        </p:txBody>
      </p:sp>
      <p:sp>
        <p:nvSpPr>
          <p:cNvPr id="4" name="Title 3"/>
          <p:cNvSpPr>
            <a:spLocks noGrp="1"/>
          </p:cNvSpPr>
          <p:nvPr>
            <p:ph type="title" idx="4294967295"/>
          </p:nvPr>
        </p:nvSpPr>
        <p:spPr>
          <a:xfrm>
            <a:off x="1030288" y="1063625"/>
            <a:ext cx="7199312" cy="857250"/>
          </a:xfrm>
        </p:spPr>
        <p:txBody>
          <a:bodyPr>
            <a:normAutofit/>
          </a:bodyPr>
          <a:lstStyle/>
          <a:p>
            <a:r>
              <a:rPr lang="en-US" sz="2800" dirty="0" smtClean="0"/>
              <a:t>Introduction </a:t>
            </a:r>
            <a:r>
              <a:rPr lang="en-US" sz="2800" dirty="0"/>
              <a:t>to AI</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5DFEC63-AC9E-491C-B008-E83D881192CD}" type="slidenum">
              <a:rPr lang="en-GB" smtClean="0"/>
              <a:pPr/>
              <a:t>5</a:t>
            </a:fld>
            <a:endParaRPr lang="en-GB" dirty="0"/>
          </a:p>
        </p:txBody>
      </p:sp>
      <p:sp>
        <p:nvSpPr>
          <p:cNvPr id="2" name="Title 1"/>
          <p:cNvSpPr>
            <a:spLocks noGrp="1"/>
          </p:cNvSpPr>
          <p:nvPr>
            <p:ph type="title" idx="4294967295"/>
          </p:nvPr>
        </p:nvSpPr>
        <p:spPr>
          <a:xfrm>
            <a:off x="990600" y="634798"/>
            <a:ext cx="8229600" cy="857250"/>
          </a:xfrm>
        </p:spPr>
        <p:txBody>
          <a:bodyPr/>
          <a:lstStyle/>
          <a:p>
            <a:r>
              <a:rPr lang="nn-NO" sz="2800" dirty="0"/>
              <a:t>Learning Objectives</a:t>
            </a:r>
            <a:endParaRPr lang="en-GB" sz="2800" dirty="0"/>
          </a:p>
        </p:txBody>
      </p:sp>
      <p:sp>
        <p:nvSpPr>
          <p:cNvPr id="3" name="Content Placeholder 2"/>
          <p:cNvSpPr>
            <a:spLocks noGrp="1"/>
          </p:cNvSpPr>
          <p:nvPr>
            <p:ph idx="4294967295"/>
          </p:nvPr>
        </p:nvSpPr>
        <p:spPr>
          <a:xfrm>
            <a:off x="304800" y="1981200"/>
            <a:ext cx="8229600" cy="3394075"/>
          </a:xfrm>
        </p:spPr>
        <p:txBody>
          <a:bodyPr>
            <a:normAutofit/>
          </a:bodyPr>
          <a:lstStyle/>
          <a:p>
            <a:pPr>
              <a:buFont typeface="Wingdings" panose="05000000000000000000" pitchFamily="2" charset="2"/>
              <a:buChar char="q"/>
            </a:pPr>
            <a:r>
              <a:rPr lang="nn-NO" sz="2099" dirty="0" smtClean="0"/>
              <a:t>In this chapter, </a:t>
            </a:r>
            <a:r>
              <a:rPr lang="nn-NO" sz="2099" dirty="0"/>
              <a:t>students are expected to:</a:t>
            </a:r>
          </a:p>
          <a:p>
            <a:pPr lvl="1">
              <a:buFont typeface="Wingdings" panose="05000000000000000000" pitchFamily="2" charset="2"/>
              <a:buChar char="v"/>
            </a:pPr>
            <a:r>
              <a:rPr lang="nn-NO" dirty="0"/>
              <a:t> gain an understanding the foundational perspectives and definitions of AI;</a:t>
            </a:r>
          </a:p>
          <a:p>
            <a:pPr lvl="1">
              <a:buFont typeface="Wingdings" panose="05000000000000000000" pitchFamily="2" charset="2"/>
              <a:buChar char="v"/>
            </a:pPr>
            <a:r>
              <a:rPr lang="nn-NO" dirty="0"/>
              <a:t>know how these foundational perspectives have influenced AI research and AI applications;</a:t>
            </a:r>
          </a:p>
          <a:p>
            <a:pPr lvl="1">
              <a:buFont typeface="Wingdings" panose="05000000000000000000" pitchFamily="2" charset="2"/>
              <a:buChar char="v"/>
            </a:pPr>
            <a:r>
              <a:rPr lang="nn-NO" dirty="0"/>
              <a:t>discover the historical trends in AI;</a:t>
            </a:r>
          </a:p>
          <a:p>
            <a:pPr lvl="1">
              <a:buFont typeface="Wingdings" panose="05000000000000000000" pitchFamily="2" charset="2"/>
              <a:buChar char="v"/>
            </a:pPr>
            <a:r>
              <a:rPr lang="nn-NO" dirty="0"/>
              <a:t>know about the diverse fields of application  of AI;  and</a:t>
            </a:r>
          </a:p>
          <a:p>
            <a:pPr lvl="1">
              <a:buFont typeface="Wingdings" panose="05000000000000000000" pitchFamily="2" charset="2"/>
              <a:buChar char="v"/>
            </a:pPr>
            <a:r>
              <a:rPr lang="nn-NO" dirty="0"/>
              <a:t>have a basic understanding of some specific application areas of AI </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5DFEC63-AC9E-491C-B008-E83D881192CD}" type="slidenum">
              <a:rPr lang="en-GB" smtClean="0"/>
              <a:pPr/>
              <a:t>6</a:t>
            </a:fld>
            <a:endParaRPr lang="en-GB" dirty="0"/>
          </a:p>
        </p:txBody>
      </p:sp>
      <p:sp>
        <p:nvSpPr>
          <p:cNvPr id="2" name="Title 1"/>
          <p:cNvSpPr>
            <a:spLocks noGrp="1"/>
          </p:cNvSpPr>
          <p:nvPr>
            <p:ph type="title" idx="4294967295"/>
          </p:nvPr>
        </p:nvSpPr>
        <p:spPr>
          <a:xfrm>
            <a:off x="458273" y="924509"/>
            <a:ext cx="8229600" cy="857250"/>
          </a:xfrm>
        </p:spPr>
        <p:txBody>
          <a:bodyPr/>
          <a:lstStyle/>
          <a:p>
            <a:r>
              <a:rPr lang="nn-NO" sz="2800" dirty="0" smtClean="0"/>
              <a:t>Quick Quiz</a:t>
            </a:r>
            <a:endParaRPr lang="en-GB" sz="2800" dirty="0"/>
          </a:p>
        </p:txBody>
      </p:sp>
      <p:sp>
        <p:nvSpPr>
          <p:cNvPr id="6" name="Oval 5"/>
          <p:cNvSpPr/>
          <p:nvPr/>
        </p:nvSpPr>
        <p:spPr>
          <a:xfrm>
            <a:off x="304800" y="1714946"/>
            <a:ext cx="3770918" cy="2913891"/>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1350"/>
          </a:p>
        </p:txBody>
      </p:sp>
      <p:sp>
        <p:nvSpPr>
          <p:cNvPr id="7" name="TextBox 6"/>
          <p:cNvSpPr txBox="1"/>
          <p:nvPr/>
        </p:nvSpPr>
        <p:spPr>
          <a:xfrm>
            <a:off x="458273" y="1803558"/>
            <a:ext cx="3713783" cy="2238177"/>
          </a:xfrm>
          <a:prstGeom prst="rect">
            <a:avLst/>
          </a:prstGeom>
          <a:noFill/>
        </p:spPr>
        <p:txBody>
          <a:bodyPr wrap="square">
            <a:spAutoFit/>
          </a:bodyPr>
          <a:lstStyle/>
          <a:p>
            <a:pPr>
              <a:defRPr/>
            </a:pPr>
            <a:r>
              <a:rPr lang="en-GB" sz="2099" b="1" dirty="0">
                <a:solidFill>
                  <a:schemeClr val="bg1"/>
                </a:solidFill>
              </a:rPr>
              <a:t>  </a:t>
            </a:r>
          </a:p>
          <a:p>
            <a:pPr>
              <a:defRPr/>
            </a:pPr>
            <a:endParaRPr lang="en-GB" sz="1949" b="1" dirty="0">
              <a:solidFill>
                <a:schemeClr val="bg1"/>
              </a:solidFill>
              <a:latin typeface="Rockwell" pitchFamily="18" charset="0"/>
            </a:endParaRPr>
          </a:p>
          <a:p>
            <a:pPr>
              <a:defRPr/>
            </a:pPr>
            <a:r>
              <a:rPr lang="en-GB" sz="1949" b="1" dirty="0">
                <a:solidFill>
                  <a:schemeClr val="bg1"/>
                </a:solidFill>
                <a:latin typeface="Rockwell" pitchFamily="18" charset="0"/>
              </a:rPr>
              <a:t>Mention some application areas in real life where you think Artificial Intelligence (AI) can be relevant? </a:t>
            </a:r>
          </a:p>
          <a:p>
            <a:pPr>
              <a:defRPr/>
            </a:pPr>
            <a:endParaRPr lang="en-GB" sz="2099" b="1" dirty="0">
              <a:solidFill>
                <a:schemeClr val="bg1"/>
              </a:solidFill>
            </a:endParaRPr>
          </a:p>
        </p:txBody>
      </p:sp>
      <p:sp>
        <p:nvSpPr>
          <p:cNvPr id="10" name="Oval 9"/>
          <p:cNvSpPr/>
          <p:nvPr/>
        </p:nvSpPr>
        <p:spPr>
          <a:xfrm>
            <a:off x="4782606" y="2781860"/>
            <a:ext cx="3770918" cy="2913891"/>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1350"/>
          </a:p>
        </p:txBody>
      </p:sp>
      <p:sp>
        <p:nvSpPr>
          <p:cNvPr id="11" name="TextBox 10"/>
          <p:cNvSpPr txBox="1"/>
          <p:nvPr/>
        </p:nvSpPr>
        <p:spPr>
          <a:xfrm>
            <a:off x="5296822" y="3119716"/>
            <a:ext cx="3256702" cy="2238177"/>
          </a:xfrm>
          <a:prstGeom prst="rect">
            <a:avLst/>
          </a:prstGeom>
          <a:noFill/>
        </p:spPr>
        <p:txBody>
          <a:bodyPr wrap="square">
            <a:spAutoFit/>
          </a:bodyPr>
          <a:lstStyle/>
          <a:p>
            <a:pPr>
              <a:defRPr/>
            </a:pPr>
            <a:r>
              <a:rPr lang="en-GB" sz="2099" b="1" dirty="0">
                <a:solidFill>
                  <a:schemeClr val="bg1"/>
                </a:solidFill>
              </a:rPr>
              <a:t>  </a:t>
            </a:r>
          </a:p>
          <a:p>
            <a:pPr>
              <a:defRPr/>
            </a:pPr>
            <a:r>
              <a:rPr lang="en-GB" sz="1949" b="1" dirty="0">
                <a:solidFill>
                  <a:schemeClr val="bg1"/>
                </a:solidFill>
                <a:latin typeface="Rockwell" pitchFamily="18" charset="0"/>
              </a:rPr>
              <a:t>Identify some problems in South Africa that you think A.I can solve?</a:t>
            </a:r>
          </a:p>
          <a:p>
            <a:pPr>
              <a:defRPr/>
            </a:pPr>
            <a:endParaRPr lang="en-GB" sz="1949" b="1" dirty="0">
              <a:solidFill>
                <a:schemeClr val="bg1"/>
              </a:solidFill>
              <a:latin typeface="Rockwell" pitchFamily="18" charset="0"/>
            </a:endParaRPr>
          </a:p>
          <a:p>
            <a:pPr>
              <a:defRPr/>
            </a:pPr>
            <a:r>
              <a:rPr lang="en-GB" sz="1949" b="1" dirty="0">
                <a:solidFill>
                  <a:schemeClr val="bg1"/>
                </a:solidFill>
                <a:latin typeface="Rockwell" pitchFamily="18" charset="0"/>
              </a:rPr>
              <a:t>What </a:t>
            </a:r>
            <a:r>
              <a:rPr lang="en-GB" sz="1949" b="1" dirty="0" smtClean="0">
                <a:solidFill>
                  <a:schemeClr val="bg1"/>
                </a:solidFill>
                <a:latin typeface="Rockwell" pitchFamily="18" charset="0"/>
              </a:rPr>
              <a:t>about CPUT</a:t>
            </a:r>
            <a:r>
              <a:rPr lang="en-GB" sz="1949" b="1" dirty="0">
                <a:solidFill>
                  <a:schemeClr val="bg1"/>
                </a:solidFill>
                <a:latin typeface="Rockwell" pitchFamily="18" charset="0"/>
              </a:rPr>
              <a:t>? </a:t>
            </a:r>
          </a:p>
          <a:p>
            <a:pPr>
              <a:defRPr/>
            </a:pPr>
            <a:endParaRPr lang="en-GB" sz="2099" b="1"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5DFEC63-AC9E-491C-B008-E83D881192CD}" type="slidenum">
              <a:rPr lang="en-GB" smtClean="0"/>
              <a:pPr/>
              <a:t>7</a:t>
            </a:fld>
            <a:endParaRPr lang="en-GB" dirty="0"/>
          </a:p>
        </p:txBody>
      </p:sp>
      <p:sp>
        <p:nvSpPr>
          <p:cNvPr id="2" name="Title 1"/>
          <p:cNvSpPr>
            <a:spLocks noGrp="1"/>
          </p:cNvSpPr>
          <p:nvPr>
            <p:ph type="title" idx="4294967295"/>
          </p:nvPr>
        </p:nvSpPr>
        <p:spPr>
          <a:xfrm>
            <a:off x="0" y="1063625"/>
            <a:ext cx="8229600" cy="857250"/>
          </a:xfrm>
        </p:spPr>
        <p:txBody>
          <a:bodyPr/>
          <a:lstStyle/>
          <a:p>
            <a:r>
              <a:rPr lang="nn-NO" dirty="0"/>
              <a:t>Lecture Outline</a:t>
            </a:r>
            <a:endParaRPr lang="en-GB" dirty="0"/>
          </a:p>
        </p:txBody>
      </p:sp>
      <p:sp>
        <p:nvSpPr>
          <p:cNvPr id="3" name="Content Placeholder 2"/>
          <p:cNvSpPr>
            <a:spLocks noGrp="1"/>
          </p:cNvSpPr>
          <p:nvPr>
            <p:ph idx="4294967295"/>
          </p:nvPr>
        </p:nvSpPr>
        <p:spPr>
          <a:xfrm>
            <a:off x="0" y="2057400"/>
            <a:ext cx="8229600" cy="3394075"/>
          </a:xfrm>
        </p:spPr>
        <p:txBody>
          <a:bodyPr>
            <a:normAutofit/>
          </a:bodyPr>
          <a:lstStyle/>
          <a:p>
            <a:r>
              <a:rPr lang="nn-NO" sz="1650" dirty="0"/>
              <a:t>What is AI</a:t>
            </a:r>
          </a:p>
          <a:p>
            <a:pPr lvl="1">
              <a:buFont typeface="Wingdings" pitchFamily="2" charset="2"/>
              <a:buChar char="ü"/>
            </a:pPr>
            <a:r>
              <a:rPr lang="nn-NO" sz="1650" dirty="0"/>
              <a:t>Attempting to Define AI</a:t>
            </a:r>
          </a:p>
          <a:p>
            <a:pPr lvl="1">
              <a:buFont typeface="Wingdings" pitchFamily="2" charset="2"/>
              <a:buChar char="ü"/>
            </a:pPr>
            <a:r>
              <a:rPr lang="nn-NO" sz="1650" dirty="0"/>
              <a:t>Definitional Perspectives of AI</a:t>
            </a:r>
          </a:p>
          <a:p>
            <a:pPr lvl="1">
              <a:buFont typeface="Wingdings" pitchFamily="2" charset="2"/>
              <a:buChar char="ü"/>
            </a:pPr>
            <a:r>
              <a:rPr lang="nn-NO" sz="1650" dirty="0"/>
              <a:t>Historical Trend of AI</a:t>
            </a:r>
          </a:p>
          <a:p>
            <a:endParaRPr lang="nn-NO" sz="1650" dirty="0"/>
          </a:p>
          <a:p>
            <a:r>
              <a:rPr lang="nn-NO" sz="1650" dirty="0"/>
              <a:t>Old AI vs. New AI</a:t>
            </a:r>
          </a:p>
          <a:p>
            <a:pPr lvl="1"/>
            <a:r>
              <a:rPr lang="nn-NO" sz="1650" dirty="0"/>
              <a:t>The Physical Symbol System Hypothesis</a:t>
            </a:r>
          </a:p>
          <a:p>
            <a:pPr lvl="1"/>
            <a:r>
              <a:rPr lang="nn-NO" sz="1650" dirty="0"/>
              <a:t>Good Old Fashioned Artificial Intelligence (GOFAI)</a:t>
            </a:r>
          </a:p>
          <a:p>
            <a:pPr lvl="1"/>
            <a:r>
              <a:rPr lang="nn-NO" sz="1650" dirty="0"/>
              <a:t>Situated and Embodied Artificial Intelligence (SEAL)</a:t>
            </a:r>
          </a:p>
          <a:p>
            <a:pPr lvl="1"/>
            <a:endParaRPr lang="nn-NO" dirty="0"/>
          </a:p>
          <a:p>
            <a:pPr lvl="1"/>
            <a:endParaRPr lang="nn-NO" dirty="0"/>
          </a:p>
          <a:p>
            <a:pPr lvl="1"/>
            <a:endParaRPr lang="nn-NO" dirty="0"/>
          </a:p>
        </p:txBody>
      </p:sp>
      <p:sp>
        <p:nvSpPr>
          <p:cNvPr id="6" name="TextBox 5"/>
          <p:cNvSpPr txBox="1"/>
          <p:nvPr/>
        </p:nvSpPr>
        <p:spPr>
          <a:xfrm>
            <a:off x="5257622" y="2057764"/>
            <a:ext cx="3485242" cy="2077492"/>
          </a:xfrm>
          <a:prstGeom prst="rect">
            <a:avLst/>
          </a:prstGeom>
          <a:noFill/>
        </p:spPr>
        <p:txBody>
          <a:bodyPr wrap="square" rtlCol="0">
            <a:spAutoFit/>
          </a:bodyPr>
          <a:lstStyle/>
          <a:p>
            <a:pPr>
              <a:buFont typeface="Arial" pitchFamily="34" charset="0"/>
              <a:buChar char="•"/>
            </a:pPr>
            <a:r>
              <a:rPr lang="nn-NO" sz="1650" dirty="0">
                <a:latin typeface="Rockwell" pitchFamily="18" charset="0"/>
              </a:rPr>
              <a:t>Areas of New AI</a:t>
            </a:r>
          </a:p>
          <a:p>
            <a:pPr lvl="1">
              <a:buFont typeface="Wingdings" pitchFamily="2" charset="2"/>
              <a:buChar char="ü"/>
            </a:pPr>
            <a:r>
              <a:rPr lang="nn-NO" sz="1650" dirty="0">
                <a:solidFill>
                  <a:srgbClr val="7A0000"/>
                </a:solidFill>
                <a:latin typeface="Rockwell" pitchFamily="18" charset="0"/>
              </a:rPr>
              <a:t>Artificial Life</a:t>
            </a:r>
          </a:p>
          <a:p>
            <a:pPr lvl="1">
              <a:buFont typeface="Wingdings" pitchFamily="2" charset="2"/>
              <a:buChar char="ü"/>
            </a:pPr>
            <a:r>
              <a:rPr lang="nn-NO" sz="1650" dirty="0">
                <a:solidFill>
                  <a:srgbClr val="7A0000"/>
                </a:solidFill>
                <a:latin typeface="Rockwell" pitchFamily="18" charset="0"/>
              </a:rPr>
              <a:t>Evolution</a:t>
            </a:r>
          </a:p>
          <a:p>
            <a:pPr lvl="1">
              <a:buFont typeface="Wingdings" pitchFamily="2" charset="2"/>
              <a:buChar char="ü"/>
            </a:pPr>
            <a:r>
              <a:rPr lang="nn-NO" sz="1650" dirty="0">
                <a:solidFill>
                  <a:srgbClr val="7A0000"/>
                </a:solidFill>
                <a:latin typeface="Rockwell" pitchFamily="18" charset="0"/>
              </a:rPr>
              <a:t>Artificial Development</a:t>
            </a:r>
          </a:p>
          <a:p>
            <a:pPr lvl="1">
              <a:buFont typeface="Wingdings" pitchFamily="2" charset="2"/>
              <a:buChar char="ü"/>
            </a:pPr>
            <a:r>
              <a:rPr lang="nn-NO" sz="1650" dirty="0">
                <a:solidFill>
                  <a:srgbClr val="7A0000"/>
                </a:solidFill>
                <a:latin typeface="Rockwell" pitchFamily="18" charset="0"/>
              </a:rPr>
              <a:t>Artificial Neural Networks</a:t>
            </a:r>
          </a:p>
          <a:p>
            <a:pPr lvl="1">
              <a:buFont typeface="Wingdings" pitchFamily="2" charset="2"/>
              <a:buChar char="ü"/>
            </a:pPr>
            <a:r>
              <a:rPr lang="nn-NO" sz="1650" dirty="0">
                <a:solidFill>
                  <a:srgbClr val="7A0000"/>
                </a:solidFill>
                <a:latin typeface="Rockwell" pitchFamily="18" charset="0"/>
              </a:rPr>
              <a:t>Artificial Immune Systems</a:t>
            </a:r>
          </a:p>
          <a:p>
            <a:pPr lvl="1">
              <a:buFont typeface="Wingdings" pitchFamily="2" charset="2"/>
              <a:buChar char="ü"/>
            </a:pPr>
            <a:r>
              <a:rPr lang="nn-NO" sz="1650" dirty="0">
                <a:solidFill>
                  <a:srgbClr val="7A0000"/>
                </a:solidFill>
                <a:latin typeface="Rockwell" pitchFamily="18" charset="0"/>
              </a:rPr>
              <a:t>Swarm Intelligence</a:t>
            </a:r>
          </a:p>
          <a:p>
            <a:endParaRPr lang="en-GB" sz="1350"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5DFEC63-AC9E-491C-B008-E83D881192CD}" type="slidenum">
              <a:rPr lang="en-GB" smtClean="0"/>
              <a:pPr/>
              <a:t>8</a:t>
            </a:fld>
            <a:endParaRPr lang="en-GB" dirty="0"/>
          </a:p>
        </p:txBody>
      </p:sp>
      <p:sp>
        <p:nvSpPr>
          <p:cNvPr id="3" name="Slide Number Placeholder 2"/>
          <p:cNvSpPr txBox="1">
            <a:spLocks/>
          </p:cNvSpPr>
          <p:nvPr/>
        </p:nvSpPr>
        <p:spPr bwMode="gray">
          <a:xfrm>
            <a:off x="7766431" y="295736"/>
            <a:ext cx="628813" cy="767687"/>
          </a:xfrm>
          <a:prstGeom prst="rect">
            <a:avLst/>
          </a:prstGeom>
        </p:spPr>
        <p:txBody>
          <a:bodyPr vert="horz" lIns="91440" tIns="45720" rIns="91440" bIns="45720" rtlCol="0" anchor="b"/>
          <a:lstStyle>
            <a:defPPr>
              <a:defRPr lang="en-US"/>
            </a:defPPr>
            <a:lvl1pPr marL="0" algn="ctr" defTabSz="914400" rtl="0" eaLnBrk="1" latinLnBrk="0" hangingPunct="1">
              <a:defRPr sz="2801" b="0" i="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5DFEC63-AC9E-491C-B008-E83D881192CD}" type="slidenum">
              <a:rPr lang="en-GB" smtClean="0"/>
              <a:pPr/>
              <a:t>8</a:t>
            </a:fld>
            <a:endParaRPr lang="en-GB" dirty="0"/>
          </a:p>
        </p:txBody>
      </p:sp>
      <p:sp>
        <p:nvSpPr>
          <p:cNvPr id="4" name="Title 1"/>
          <p:cNvSpPr txBox="1">
            <a:spLocks/>
          </p:cNvSpPr>
          <p:nvPr/>
        </p:nvSpPr>
        <p:spPr>
          <a:xfrm>
            <a:off x="305633" y="656060"/>
            <a:ext cx="8229600" cy="857250"/>
          </a:xfrm>
          <a:prstGeom prst="rect">
            <a:avLst/>
          </a:prstGeom>
        </p:spPr>
        <p:txBody>
          <a:bodyPr vert="horz" lIns="91440" tIns="45720" rIns="91440" bIns="45720" rtlCol="0" anchor="t">
            <a:noAutofit/>
          </a:bodyPr>
          <a:lst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nn-NO" sz="2800" smtClean="0"/>
              <a:t>Defining AI</a:t>
            </a:r>
            <a:endParaRPr lang="en-GB" sz="2800" dirty="0"/>
          </a:p>
        </p:txBody>
      </p:sp>
      <p:sp>
        <p:nvSpPr>
          <p:cNvPr id="5" name="TextBox 4"/>
          <p:cNvSpPr txBox="1"/>
          <p:nvPr/>
        </p:nvSpPr>
        <p:spPr>
          <a:xfrm>
            <a:off x="4076909" y="1851846"/>
            <a:ext cx="1561891" cy="338554"/>
          </a:xfrm>
          <a:prstGeom prst="rect">
            <a:avLst/>
          </a:prstGeom>
          <a:noFill/>
          <a:ln w="19050">
            <a:solidFill>
              <a:schemeClr val="tx1"/>
            </a:solidFill>
          </a:ln>
        </p:spPr>
        <p:txBody>
          <a:bodyPr wrap="square" rtlCol="0">
            <a:spAutoFit/>
          </a:bodyPr>
          <a:lstStyle/>
          <a:p>
            <a:r>
              <a:rPr lang="nn-NO" sz="1600" dirty="0"/>
              <a:t>Intelligence</a:t>
            </a:r>
            <a:endParaRPr lang="en-GB" sz="1600" dirty="0"/>
          </a:p>
        </p:txBody>
      </p:sp>
      <p:sp>
        <p:nvSpPr>
          <p:cNvPr id="6" name="TextBox 5"/>
          <p:cNvSpPr txBox="1"/>
          <p:nvPr/>
        </p:nvSpPr>
        <p:spPr>
          <a:xfrm>
            <a:off x="743946" y="1851839"/>
            <a:ext cx="1142702" cy="338554"/>
          </a:xfrm>
          <a:prstGeom prst="rect">
            <a:avLst/>
          </a:prstGeom>
          <a:noFill/>
          <a:ln w="19050">
            <a:solidFill>
              <a:schemeClr val="tx1"/>
            </a:solidFill>
          </a:ln>
        </p:spPr>
        <p:txBody>
          <a:bodyPr wrap="square" rtlCol="0">
            <a:spAutoFit/>
          </a:bodyPr>
          <a:lstStyle/>
          <a:p>
            <a:r>
              <a:rPr lang="nn-NO" sz="1600" dirty="0"/>
              <a:t>Artitificial</a:t>
            </a:r>
            <a:endParaRPr lang="en-GB" sz="1350" dirty="0"/>
          </a:p>
        </p:txBody>
      </p:sp>
      <p:cxnSp>
        <p:nvCxnSpPr>
          <p:cNvPr id="12" name="Straight Arrow Connector 11"/>
          <p:cNvCxnSpPr/>
          <p:nvPr/>
        </p:nvCxnSpPr>
        <p:spPr>
          <a:xfrm>
            <a:off x="1258162" y="2171908"/>
            <a:ext cx="0" cy="799892"/>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5" idx="2"/>
          </p:cNvCxnSpPr>
          <p:nvPr/>
        </p:nvCxnSpPr>
        <p:spPr>
          <a:xfrm flipH="1">
            <a:off x="4848827" y="2190400"/>
            <a:ext cx="9028" cy="47098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42406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5DFEC63-AC9E-491C-B008-E83D881192CD}" type="slidenum">
              <a:rPr lang="en-GB" smtClean="0"/>
              <a:pPr/>
              <a:t>9</a:t>
            </a:fld>
            <a:endParaRPr lang="en-GB" dirty="0"/>
          </a:p>
        </p:txBody>
      </p:sp>
      <p:sp>
        <p:nvSpPr>
          <p:cNvPr id="2" name="Title 1"/>
          <p:cNvSpPr>
            <a:spLocks noGrp="1"/>
          </p:cNvSpPr>
          <p:nvPr>
            <p:ph type="title" idx="4294967295"/>
          </p:nvPr>
        </p:nvSpPr>
        <p:spPr>
          <a:xfrm>
            <a:off x="305633" y="656060"/>
            <a:ext cx="8229600" cy="857250"/>
          </a:xfrm>
        </p:spPr>
        <p:txBody>
          <a:bodyPr/>
          <a:lstStyle/>
          <a:p>
            <a:r>
              <a:rPr lang="nn-NO" sz="2800" dirty="0"/>
              <a:t>Defining AI</a:t>
            </a:r>
            <a:endParaRPr lang="en-GB" sz="2800" dirty="0"/>
          </a:p>
        </p:txBody>
      </p:sp>
      <p:sp>
        <p:nvSpPr>
          <p:cNvPr id="4" name="TextBox 3"/>
          <p:cNvSpPr txBox="1"/>
          <p:nvPr/>
        </p:nvSpPr>
        <p:spPr>
          <a:xfrm>
            <a:off x="4762709" y="1851846"/>
            <a:ext cx="1561891" cy="338554"/>
          </a:xfrm>
          <a:prstGeom prst="rect">
            <a:avLst/>
          </a:prstGeom>
          <a:noFill/>
          <a:ln w="19050">
            <a:solidFill>
              <a:schemeClr val="tx1"/>
            </a:solidFill>
          </a:ln>
        </p:spPr>
        <p:txBody>
          <a:bodyPr wrap="square" rtlCol="0">
            <a:spAutoFit/>
          </a:bodyPr>
          <a:lstStyle/>
          <a:p>
            <a:r>
              <a:rPr lang="nn-NO" sz="1600" dirty="0"/>
              <a:t>Intelligence</a:t>
            </a:r>
            <a:endParaRPr lang="en-GB" sz="1600" dirty="0"/>
          </a:p>
        </p:txBody>
      </p:sp>
      <p:sp>
        <p:nvSpPr>
          <p:cNvPr id="5" name="TextBox 4"/>
          <p:cNvSpPr txBox="1"/>
          <p:nvPr/>
        </p:nvSpPr>
        <p:spPr>
          <a:xfrm>
            <a:off x="1371600" y="1851839"/>
            <a:ext cx="1142702" cy="338554"/>
          </a:xfrm>
          <a:prstGeom prst="rect">
            <a:avLst/>
          </a:prstGeom>
          <a:noFill/>
          <a:ln w="19050">
            <a:solidFill>
              <a:schemeClr val="tx1"/>
            </a:solidFill>
          </a:ln>
        </p:spPr>
        <p:txBody>
          <a:bodyPr wrap="square" rtlCol="0">
            <a:spAutoFit/>
          </a:bodyPr>
          <a:lstStyle/>
          <a:p>
            <a:r>
              <a:rPr lang="nn-NO" sz="1600" dirty="0"/>
              <a:t>Artitificial</a:t>
            </a:r>
            <a:endParaRPr lang="en-GB" sz="1350" dirty="0"/>
          </a:p>
        </p:txBody>
      </p:sp>
      <p:sp>
        <p:nvSpPr>
          <p:cNvPr id="6" name="TextBox 5"/>
          <p:cNvSpPr txBox="1"/>
          <p:nvPr/>
        </p:nvSpPr>
        <p:spPr>
          <a:xfrm>
            <a:off x="1114789" y="2793181"/>
            <a:ext cx="1656324" cy="715581"/>
          </a:xfrm>
          <a:prstGeom prst="rect">
            <a:avLst/>
          </a:prstGeom>
          <a:noFill/>
          <a:ln w="19050">
            <a:solidFill>
              <a:schemeClr val="tx1"/>
            </a:solidFill>
          </a:ln>
        </p:spPr>
        <p:txBody>
          <a:bodyPr wrap="square" rtlCol="0">
            <a:spAutoFit/>
          </a:bodyPr>
          <a:lstStyle/>
          <a:p>
            <a:r>
              <a:rPr lang="nn-NO" sz="1350" dirty="0"/>
              <a:t>Not occuring  in nature</a:t>
            </a:r>
            <a:r>
              <a:rPr lang="nn-NO" sz="1350" dirty="0" smtClean="0"/>
              <a:t>, </a:t>
            </a:r>
            <a:r>
              <a:rPr lang="nn-NO" sz="1350" dirty="0"/>
              <a:t>but made by man and </a:t>
            </a:r>
            <a:endParaRPr lang="en-GB" sz="1350" dirty="0"/>
          </a:p>
        </p:txBody>
      </p:sp>
      <p:sp>
        <p:nvSpPr>
          <p:cNvPr id="7" name="TextBox 6"/>
          <p:cNvSpPr txBox="1"/>
          <p:nvPr/>
        </p:nvSpPr>
        <p:spPr>
          <a:xfrm>
            <a:off x="3963531" y="4137251"/>
            <a:ext cx="1142702" cy="507831"/>
          </a:xfrm>
          <a:prstGeom prst="rect">
            <a:avLst/>
          </a:prstGeom>
          <a:noFill/>
          <a:ln w="19050">
            <a:solidFill>
              <a:schemeClr val="tx1"/>
            </a:solidFill>
          </a:ln>
        </p:spPr>
        <p:txBody>
          <a:bodyPr wrap="square" rtlCol="0">
            <a:spAutoFit/>
          </a:bodyPr>
          <a:lstStyle/>
          <a:p>
            <a:r>
              <a:rPr lang="nn-NO" sz="1350" dirty="0"/>
              <a:t>State or fact of knowing  </a:t>
            </a:r>
            <a:endParaRPr lang="en-GB" sz="1350" dirty="0"/>
          </a:p>
        </p:txBody>
      </p:sp>
      <p:sp>
        <p:nvSpPr>
          <p:cNvPr id="8" name="TextBox 7"/>
          <p:cNvSpPr txBox="1"/>
          <p:nvPr/>
        </p:nvSpPr>
        <p:spPr>
          <a:xfrm>
            <a:off x="5620448" y="4765737"/>
            <a:ext cx="2380551" cy="715581"/>
          </a:xfrm>
          <a:prstGeom prst="rect">
            <a:avLst/>
          </a:prstGeom>
          <a:noFill/>
          <a:ln w="19050">
            <a:solidFill>
              <a:schemeClr val="tx1"/>
            </a:solidFill>
          </a:ln>
        </p:spPr>
        <p:txBody>
          <a:bodyPr wrap="square" rtlCol="0">
            <a:spAutoFit/>
          </a:bodyPr>
          <a:lstStyle/>
          <a:p>
            <a:r>
              <a:rPr lang="nn-NO" sz="1350" dirty="0"/>
              <a:t>Possessing knowledge, Intelligence or understanding  </a:t>
            </a:r>
            <a:endParaRPr lang="en-GB" sz="1350" dirty="0"/>
          </a:p>
        </p:txBody>
      </p:sp>
      <p:sp>
        <p:nvSpPr>
          <p:cNvPr id="9" name="TextBox 8"/>
          <p:cNvSpPr txBox="1"/>
          <p:nvPr/>
        </p:nvSpPr>
        <p:spPr>
          <a:xfrm>
            <a:off x="6877422" y="3508762"/>
            <a:ext cx="1428378" cy="507831"/>
          </a:xfrm>
          <a:prstGeom prst="rect">
            <a:avLst/>
          </a:prstGeom>
          <a:noFill/>
          <a:ln w="19050">
            <a:solidFill>
              <a:schemeClr val="tx1"/>
            </a:solidFill>
          </a:ln>
        </p:spPr>
        <p:txBody>
          <a:bodyPr wrap="square" rtlCol="0">
            <a:spAutoFit/>
          </a:bodyPr>
          <a:lstStyle/>
          <a:p>
            <a:r>
              <a:rPr lang="nn-NO" sz="1350" dirty="0"/>
              <a:t>Knowing thoroughly</a:t>
            </a:r>
            <a:endParaRPr lang="en-GB" sz="1350" dirty="0"/>
          </a:p>
        </p:txBody>
      </p:sp>
      <p:sp>
        <p:nvSpPr>
          <p:cNvPr id="10" name="TextBox 9"/>
          <p:cNvSpPr txBox="1"/>
          <p:nvPr/>
        </p:nvSpPr>
        <p:spPr>
          <a:xfrm>
            <a:off x="4668454" y="2661387"/>
            <a:ext cx="1732346" cy="715581"/>
          </a:xfrm>
          <a:prstGeom prst="rect">
            <a:avLst/>
          </a:prstGeom>
          <a:noFill/>
          <a:ln w="19050">
            <a:solidFill>
              <a:schemeClr val="tx1"/>
            </a:solidFill>
          </a:ln>
        </p:spPr>
        <p:txBody>
          <a:bodyPr wrap="square" rtlCol="0">
            <a:spAutoFit/>
          </a:bodyPr>
          <a:lstStyle/>
          <a:p>
            <a:r>
              <a:rPr lang="nn-NO" sz="1350" dirty="0"/>
              <a:t>Ability to acquire and apply knowledge </a:t>
            </a:r>
            <a:endParaRPr lang="en-GB" sz="1350" dirty="0"/>
          </a:p>
        </p:txBody>
      </p:sp>
      <p:cxnSp>
        <p:nvCxnSpPr>
          <p:cNvPr id="12" name="Straight Arrow Connector 11"/>
          <p:cNvCxnSpPr>
            <a:stCxn id="5" idx="2"/>
            <a:endCxn id="6" idx="0"/>
          </p:cNvCxnSpPr>
          <p:nvPr/>
        </p:nvCxnSpPr>
        <p:spPr>
          <a:xfrm>
            <a:off x="1942951" y="2190393"/>
            <a:ext cx="0" cy="60278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4" idx="2"/>
            <a:endCxn id="10" idx="0"/>
          </p:cNvCxnSpPr>
          <p:nvPr/>
        </p:nvCxnSpPr>
        <p:spPr>
          <a:xfrm flipH="1">
            <a:off x="5534627" y="2190400"/>
            <a:ext cx="9028" cy="47098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endCxn id="7" idx="0"/>
          </p:cNvCxnSpPr>
          <p:nvPr/>
        </p:nvCxnSpPr>
        <p:spPr>
          <a:xfrm flipH="1">
            <a:off x="4534882" y="3337356"/>
            <a:ext cx="685632" cy="799895"/>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7" idx="2"/>
            <a:endCxn id="8" idx="1"/>
          </p:cNvCxnSpPr>
          <p:nvPr/>
        </p:nvCxnSpPr>
        <p:spPr>
          <a:xfrm>
            <a:off x="4534882" y="4645082"/>
            <a:ext cx="1085566" cy="478446"/>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endCxn id="7" idx="3"/>
          </p:cNvCxnSpPr>
          <p:nvPr/>
        </p:nvCxnSpPr>
        <p:spPr>
          <a:xfrm flipH="1" flipV="1">
            <a:off x="5106233" y="4391167"/>
            <a:ext cx="1142702" cy="37457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H="1">
            <a:off x="6763151" y="3965838"/>
            <a:ext cx="399946" cy="799892"/>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endCxn id="9" idx="2"/>
          </p:cNvCxnSpPr>
          <p:nvPr/>
        </p:nvCxnSpPr>
        <p:spPr>
          <a:xfrm flipV="1">
            <a:off x="7220233" y="4016593"/>
            <a:ext cx="371378" cy="74915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H="1" flipV="1">
            <a:off x="5710934" y="3361864"/>
            <a:ext cx="904598" cy="1428372"/>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5DFEC63-AC9E-491C-B008-E83D881192CD}" type="slidenum">
              <a:rPr lang="en-GB" smtClean="0"/>
              <a:pPr/>
              <a:t>10</a:t>
            </a:fld>
            <a:endParaRPr lang="en-GB" dirty="0"/>
          </a:p>
        </p:txBody>
      </p:sp>
      <p:sp>
        <p:nvSpPr>
          <p:cNvPr id="3" name="Rectangle 2"/>
          <p:cNvSpPr/>
          <p:nvPr/>
        </p:nvSpPr>
        <p:spPr>
          <a:xfrm>
            <a:off x="914400" y="1492048"/>
            <a:ext cx="7772400" cy="5139869"/>
          </a:xfrm>
          <a:prstGeom prst="rect">
            <a:avLst/>
          </a:prstGeom>
        </p:spPr>
        <p:txBody>
          <a:bodyPr wrap="square">
            <a:spAutoFit/>
          </a:bodyPr>
          <a:lstStyle/>
          <a:p>
            <a:pPr marL="285750" indent="-285750">
              <a:buFont typeface="Wingdings" panose="05000000000000000000" pitchFamily="2" charset="2"/>
              <a:buChar char="q"/>
            </a:pPr>
            <a:r>
              <a:rPr lang="en-US" sz="2000" b="1" dirty="0"/>
              <a:t>What is, and what isn't AI?</a:t>
            </a:r>
          </a:p>
          <a:p>
            <a:pPr marL="285750" indent="-285750">
              <a:buFont typeface="Wingdings" panose="05000000000000000000" pitchFamily="2" charset="2"/>
              <a:buChar char="q"/>
            </a:pPr>
            <a:endParaRPr lang="en-US" dirty="0" smtClean="0"/>
          </a:p>
          <a:p>
            <a:pPr marL="285750" indent="-285750">
              <a:buFont typeface="Wingdings" panose="05000000000000000000" pitchFamily="2" charset="2"/>
              <a:buChar char="v"/>
            </a:pPr>
            <a:r>
              <a:rPr lang="en-US" dirty="0" smtClean="0"/>
              <a:t>No </a:t>
            </a:r>
            <a:r>
              <a:rPr lang="en-US" dirty="0"/>
              <a:t>officially agreed </a:t>
            </a:r>
            <a:r>
              <a:rPr lang="en-US" dirty="0" smtClean="0"/>
              <a:t>definition</a:t>
            </a:r>
          </a:p>
          <a:p>
            <a:pPr marL="285750" indent="-285750">
              <a:buFont typeface="Wingdings" panose="05000000000000000000" pitchFamily="2" charset="2"/>
              <a:buChar char="v"/>
            </a:pPr>
            <a:r>
              <a:rPr lang="en-US" dirty="0" smtClean="0"/>
              <a:t>The </a:t>
            </a:r>
            <a:r>
              <a:rPr lang="en-US" dirty="0"/>
              <a:t>legacy of science </a:t>
            </a:r>
            <a:r>
              <a:rPr lang="en-US" dirty="0" smtClean="0"/>
              <a:t>fiction</a:t>
            </a:r>
          </a:p>
          <a:p>
            <a:pPr marL="285750" indent="-285750">
              <a:buFont typeface="Wingdings" panose="05000000000000000000" pitchFamily="2" charset="2"/>
              <a:buChar char="v"/>
            </a:pPr>
            <a:r>
              <a:rPr lang="en-US" dirty="0" smtClean="0"/>
              <a:t>What </a:t>
            </a:r>
            <a:r>
              <a:rPr lang="en-US" dirty="0"/>
              <a:t>seems easy is actually hard…</a:t>
            </a:r>
            <a:endParaRPr lang="en-US" dirty="0" smtClean="0"/>
          </a:p>
          <a:p>
            <a:pPr marL="285750" indent="-285750">
              <a:buFont typeface="Wingdings" panose="05000000000000000000" pitchFamily="2" charset="2"/>
              <a:buChar char="q"/>
            </a:pPr>
            <a:r>
              <a:rPr lang="en-US" dirty="0"/>
              <a:t>…and what seems hard is actually </a:t>
            </a:r>
            <a:r>
              <a:rPr lang="en-US" dirty="0" smtClean="0"/>
              <a:t>easy</a:t>
            </a:r>
          </a:p>
          <a:p>
            <a:pPr marL="285750" indent="-285750">
              <a:buFont typeface="Wingdings" panose="05000000000000000000" pitchFamily="2" charset="2"/>
              <a:buChar char="q"/>
            </a:pPr>
            <a:endParaRPr lang="en-US" dirty="0" smtClean="0"/>
          </a:p>
          <a:p>
            <a:pPr marL="285750" indent="-285750">
              <a:buFont typeface="Wingdings" panose="05000000000000000000" pitchFamily="2" charset="2"/>
              <a:buChar char="q"/>
            </a:pPr>
            <a:r>
              <a:rPr lang="en-US" sz="2000" b="1" dirty="0"/>
              <a:t>So what would be a more useful definition?</a:t>
            </a:r>
          </a:p>
          <a:p>
            <a:r>
              <a:rPr lang="en-US" dirty="0"/>
              <a:t>An attempt at a definition more useful than the </a:t>
            </a:r>
            <a:r>
              <a:rPr lang="en-US" b="1" dirty="0"/>
              <a:t>“what computers can't do yet” </a:t>
            </a:r>
            <a:r>
              <a:rPr lang="en-US" dirty="0"/>
              <a:t>joke would be to list properties that are characteristic to AI, in this case </a:t>
            </a:r>
            <a:r>
              <a:rPr lang="en-US" b="1" dirty="0"/>
              <a:t>autonomy</a:t>
            </a:r>
            <a:r>
              <a:rPr lang="en-US" dirty="0"/>
              <a:t> and </a:t>
            </a:r>
            <a:r>
              <a:rPr lang="en-US" dirty="0" err="1"/>
              <a:t>adaptivity</a:t>
            </a:r>
            <a:r>
              <a:rPr lang="en-US" dirty="0" smtClean="0"/>
              <a:t>.</a:t>
            </a:r>
          </a:p>
          <a:p>
            <a:endParaRPr lang="en-US" dirty="0"/>
          </a:p>
          <a:p>
            <a:pPr marL="285750" indent="-285750">
              <a:buFont typeface="Wingdings" panose="05000000000000000000" pitchFamily="2" charset="2"/>
              <a:buChar char="v"/>
            </a:pPr>
            <a:r>
              <a:rPr lang="en-US" b="1" dirty="0" smtClean="0"/>
              <a:t>Autonomy</a:t>
            </a:r>
            <a:endParaRPr lang="en-US" b="1" dirty="0"/>
          </a:p>
          <a:p>
            <a:r>
              <a:rPr lang="en-US" dirty="0"/>
              <a:t>The ability to perform tasks in complex environments without constant guidance by a user.</a:t>
            </a:r>
          </a:p>
          <a:p>
            <a:pPr marL="285750" indent="-285750">
              <a:buFont typeface="Wingdings" panose="05000000000000000000" pitchFamily="2" charset="2"/>
              <a:buChar char="v"/>
            </a:pPr>
            <a:r>
              <a:rPr lang="en-US" b="1" dirty="0" err="1"/>
              <a:t>Adaptivity</a:t>
            </a:r>
            <a:endParaRPr lang="en-US" b="1" dirty="0"/>
          </a:p>
          <a:p>
            <a:r>
              <a:rPr lang="en-US" dirty="0"/>
              <a:t>The ability to improve performance by learning from experience.</a:t>
            </a:r>
          </a:p>
          <a:p>
            <a:pPr marL="285750" indent="-285750">
              <a:buFont typeface="Wingdings" panose="05000000000000000000" pitchFamily="2" charset="2"/>
              <a:buChar char="q"/>
            </a:pPr>
            <a:endParaRPr lang="en-GB" dirty="0"/>
          </a:p>
        </p:txBody>
      </p:sp>
      <p:sp>
        <p:nvSpPr>
          <p:cNvPr id="4" name="Title 1"/>
          <p:cNvSpPr txBox="1">
            <a:spLocks/>
          </p:cNvSpPr>
          <p:nvPr/>
        </p:nvSpPr>
        <p:spPr>
          <a:xfrm>
            <a:off x="1143000" y="634798"/>
            <a:ext cx="8229600" cy="857250"/>
          </a:xfrm>
          <a:prstGeom prst="rect">
            <a:avLst/>
          </a:prstGeom>
        </p:spPr>
        <p:txBody>
          <a:bodyPr vert="horz" lIns="91440" tIns="45720" rIns="91440" bIns="45720" rtlCol="0" anchor="t">
            <a:noAutofit/>
          </a:bodyPr>
          <a:lst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nn-NO" sz="2800" dirty="0" smtClean="0"/>
              <a:t>Defining AI</a:t>
            </a:r>
            <a:endParaRPr lang="en-GB" sz="2800" dirty="0"/>
          </a:p>
        </p:txBody>
      </p:sp>
    </p:spTree>
    <p:extLst>
      <p:ext uri="{BB962C8B-B14F-4D97-AF65-F5344CB8AC3E}">
        <p14:creationId xmlns:p14="http://schemas.microsoft.com/office/powerpoint/2010/main" val="19656157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5DFEC63-AC9E-491C-B008-E83D881192CD}" type="slidenum">
              <a:rPr lang="en-GB" smtClean="0"/>
              <a:pPr/>
              <a:t>11</a:t>
            </a:fld>
            <a:endParaRPr lang="en-GB" dirty="0"/>
          </a:p>
        </p:txBody>
      </p:sp>
      <p:sp>
        <p:nvSpPr>
          <p:cNvPr id="2" name="Title 1"/>
          <p:cNvSpPr>
            <a:spLocks noGrp="1"/>
          </p:cNvSpPr>
          <p:nvPr>
            <p:ph type="title" idx="4294967295"/>
          </p:nvPr>
        </p:nvSpPr>
        <p:spPr>
          <a:xfrm>
            <a:off x="1441358" y="618902"/>
            <a:ext cx="4456113" cy="560889"/>
          </a:xfrm>
        </p:spPr>
        <p:txBody>
          <a:bodyPr>
            <a:normAutofit/>
          </a:bodyPr>
          <a:lstStyle/>
          <a:p>
            <a:r>
              <a:rPr lang="nn-NO" sz="2800" dirty="0"/>
              <a:t>Practical Definitions of AI</a:t>
            </a:r>
            <a:endParaRPr lang="en-GB" sz="2800" dirty="0"/>
          </a:p>
        </p:txBody>
      </p:sp>
      <p:grpSp>
        <p:nvGrpSpPr>
          <p:cNvPr id="4" name="Group 13"/>
          <p:cNvGrpSpPr>
            <a:grpSpLocks/>
          </p:cNvGrpSpPr>
          <p:nvPr/>
        </p:nvGrpSpPr>
        <p:grpSpPr bwMode="auto">
          <a:xfrm>
            <a:off x="1327210" y="1889455"/>
            <a:ext cx="6501501" cy="753944"/>
            <a:chOff x="539552" y="908720"/>
            <a:chExt cx="8136904" cy="760297"/>
          </a:xfrm>
          <a:solidFill>
            <a:schemeClr val="accent2">
              <a:lumMod val="20000"/>
              <a:lumOff val="80000"/>
            </a:schemeClr>
          </a:solidFill>
        </p:grpSpPr>
        <p:sp>
          <p:nvSpPr>
            <p:cNvPr id="5" name="Rounded Rectangle 4"/>
            <p:cNvSpPr/>
            <p:nvPr/>
          </p:nvSpPr>
          <p:spPr>
            <a:xfrm>
              <a:off x="539552" y="908720"/>
              <a:ext cx="8136904" cy="760297"/>
            </a:xfrm>
            <a:prstGeom prst="roundRect">
              <a:avLst/>
            </a:prstGeom>
            <a:grpFill/>
          </p:spPr>
          <p:style>
            <a:lnRef idx="1">
              <a:schemeClr val="accent5"/>
            </a:lnRef>
            <a:fillRef idx="2">
              <a:schemeClr val="accent5"/>
            </a:fillRef>
            <a:effectRef idx="1">
              <a:schemeClr val="accent5"/>
            </a:effectRef>
            <a:fontRef idx="minor">
              <a:schemeClr val="dk1"/>
            </a:fontRef>
          </p:style>
          <p:txBody>
            <a:bodyPr anchor="ctr"/>
            <a:lstStyle/>
            <a:p>
              <a:pPr algn="ctr">
                <a:defRPr/>
              </a:pPr>
              <a:endParaRPr lang="en-GB" sz="1350"/>
            </a:p>
          </p:txBody>
        </p:sp>
        <p:sp>
          <p:nvSpPr>
            <p:cNvPr id="6" name="TextBox 5"/>
            <p:cNvSpPr txBox="1">
              <a:spLocks noChangeArrowheads="1"/>
            </p:cNvSpPr>
            <p:nvPr/>
          </p:nvSpPr>
          <p:spPr bwMode="auto">
            <a:xfrm>
              <a:off x="739176" y="968550"/>
              <a:ext cx="7776864" cy="589703"/>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square">
              <a:spAutoFit/>
            </a:bodyPr>
            <a:lstStyle/>
            <a:p>
              <a:pPr algn="just"/>
              <a:r>
                <a:rPr lang="en-US" sz="1600" dirty="0">
                  <a:latin typeface="Rockwell" pitchFamily="18" charset="0"/>
                  <a:cs typeface="Times New Roman" pitchFamily="18" charset="0"/>
                </a:rPr>
                <a:t>"The exciting new effort to make computers think . . . </a:t>
              </a:r>
              <a:r>
                <a:rPr lang="en-US" sz="1600" i="1" dirty="0">
                  <a:latin typeface="Rockwell" pitchFamily="18" charset="0"/>
                  <a:cs typeface="Times New Roman" pitchFamily="18" charset="0"/>
                </a:rPr>
                <a:t>machines with minds, </a:t>
              </a:r>
              <a:r>
                <a:rPr lang="en-US" sz="1600" dirty="0">
                  <a:latin typeface="Rockwell" pitchFamily="18" charset="0"/>
                  <a:cs typeface="Times New Roman" pitchFamily="18" charset="0"/>
                </a:rPr>
                <a:t>in the full and literal sense." </a:t>
              </a:r>
              <a:r>
                <a:rPr lang="en-US" sz="1600" b="1" dirty="0">
                  <a:latin typeface="Rockwell" pitchFamily="18" charset="0"/>
                  <a:cs typeface="Times New Roman" pitchFamily="18" charset="0"/>
                </a:rPr>
                <a:t>(Haugeland, 1985)</a:t>
              </a:r>
            </a:p>
          </p:txBody>
        </p:sp>
      </p:grpSp>
      <p:grpSp>
        <p:nvGrpSpPr>
          <p:cNvPr id="7" name="Group 11"/>
          <p:cNvGrpSpPr>
            <a:grpSpLocks/>
          </p:cNvGrpSpPr>
          <p:nvPr/>
        </p:nvGrpSpPr>
        <p:grpSpPr bwMode="auto">
          <a:xfrm>
            <a:off x="1327210" y="2717157"/>
            <a:ext cx="6446319" cy="1011059"/>
            <a:chOff x="304821" y="2604348"/>
            <a:chExt cx="8136904" cy="1152128"/>
          </a:xfrm>
          <a:solidFill>
            <a:schemeClr val="accent2">
              <a:lumMod val="20000"/>
              <a:lumOff val="80000"/>
            </a:schemeClr>
          </a:solidFill>
        </p:grpSpPr>
        <p:sp>
          <p:nvSpPr>
            <p:cNvPr id="8" name="Rounded Rectangle 7"/>
            <p:cNvSpPr/>
            <p:nvPr/>
          </p:nvSpPr>
          <p:spPr>
            <a:xfrm>
              <a:off x="304821" y="2604348"/>
              <a:ext cx="8136904" cy="1152128"/>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GB" sz="1350"/>
            </a:p>
          </p:txBody>
        </p:sp>
        <p:sp>
          <p:nvSpPr>
            <p:cNvPr id="9" name="TextBox 7"/>
            <p:cNvSpPr txBox="1">
              <a:spLocks noChangeArrowheads="1"/>
            </p:cNvSpPr>
            <p:nvPr/>
          </p:nvSpPr>
          <p:spPr bwMode="auto">
            <a:xfrm>
              <a:off x="412831" y="2654389"/>
              <a:ext cx="7920882" cy="890406"/>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a:spAutoFit/>
            </a:bodyPr>
            <a:lstStyle/>
            <a:p>
              <a:r>
                <a:rPr lang="en-US" sz="1600" dirty="0">
                  <a:latin typeface="Rockwell" pitchFamily="18" charset="0"/>
                  <a:cs typeface="Times New Roman" pitchFamily="18" charset="0"/>
                </a:rPr>
                <a:t>"[The automation of] activities that we associate with human thinking, activities such as decision-making, problem solving, learning . . ." </a:t>
              </a:r>
              <a:r>
                <a:rPr lang="en-US" sz="1600" b="1" dirty="0">
                  <a:latin typeface="Rockwell" pitchFamily="18" charset="0"/>
                  <a:cs typeface="Times New Roman" pitchFamily="18" charset="0"/>
                </a:rPr>
                <a:t>(Bellman, 1978)</a:t>
              </a:r>
              <a:endParaRPr lang="en-GB" sz="1600" dirty="0">
                <a:latin typeface="Rockwell" pitchFamily="18" charset="0"/>
                <a:cs typeface="Times New Roman" pitchFamily="18" charset="0"/>
              </a:endParaRPr>
            </a:p>
          </p:txBody>
        </p:sp>
      </p:grpSp>
      <p:sp>
        <p:nvSpPr>
          <p:cNvPr id="10" name="TextBox 10"/>
          <p:cNvSpPr txBox="1">
            <a:spLocks noChangeArrowheads="1"/>
          </p:cNvSpPr>
          <p:nvPr/>
        </p:nvSpPr>
        <p:spPr bwMode="auto">
          <a:xfrm>
            <a:off x="341700" y="1328051"/>
            <a:ext cx="4535100" cy="369332"/>
          </a:xfrm>
          <a:prstGeom prst="rect">
            <a:avLst/>
          </a:prstGeom>
          <a:noFill/>
          <a:ln w="9525">
            <a:noFill/>
            <a:miter lim="800000"/>
            <a:headEnd/>
            <a:tailEnd/>
          </a:ln>
        </p:spPr>
        <p:txBody>
          <a:bodyPr>
            <a:spAutoFit/>
          </a:bodyPr>
          <a:lstStyle/>
          <a:p>
            <a:r>
              <a:rPr lang="en-US" b="1" dirty="0">
                <a:solidFill>
                  <a:srgbClr val="FF0000"/>
                </a:solidFill>
                <a:latin typeface="Rockwell" pitchFamily="18" charset="0"/>
                <a:cs typeface="Times New Roman" pitchFamily="18" charset="0"/>
              </a:rPr>
              <a:t>Systems that think like humans</a:t>
            </a:r>
            <a:endParaRPr lang="en-GB" dirty="0">
              <a:solidFill>
                <a:srgbClr val="FF0000"/>
              </a:solidFill>
              <a:latin typeface="Rockwell" pitchFamily="18" charset="0"/>
              <a:cs typeface="Times New Roman" pitchFamily="18" charset="0"/>
            </a:endParaRPr>
          </a:p>
        </p:txBody>
      </p:sp>
      <p:sp>
        <p:nvSpPr>
          <p:cNvPr id="11" name="TextBox 12"/>
          <p:cNvSpPr txBox="1">
            <a:spLocks noChangeArrowheads="1"/>
          </p:cNvSpPr>
          <p:nvPr/>
        </p:nvSpPr>
        <p:spPr bwMode="auto">
          <a:xfrm>
            <a:off x="265500" y="3826566"/>
            <a:ext cx="4535100" cy="369332"/>
          </a:xfrm>
          <a:prstGeom prst="rect">
            <a:avLst/>
          </a:prstGeom>
          <a:noFill/>
          <a:ln w="9525">
            <a:noFill/>
            <a:miter lim="800000"/>
            <a:headEnd/>
            <a:tailEnd/>
          </a:ln>
        </p:spPr>
        <p:txBody>
          <a:bodyPr>
            <a:spAutoFit/>
          </a:bodyPr>
          <a:lstStyle/>
          <a:p>
            <a:r>
              <a:rPr lang="en-US" b="1" dirty="0">
                <a:solidFill>
                  <a:srgbClr val="FF0000"/>
                </a:solidFill>
                <a:latin typeface="Arial Rounded MT Bold" pitchFamily="34" charset="0"/>
                <a:cs typeface="Times New Roman" pitchFamily="18" charset="0"/>
              </a:rPr>
              <a:t>Systems that think rationally</a:t>
            </a:r>
            <a:endParaRPr lang="en-GB" dirty="0">
              <a:solidFill>
                <a:srgbClr val="FF0000"/>
              </a:solidFill>
              <a:latin typeface="Calibri" pitchFamily="34" charset="0"/>
            </a:endParaRPr>
          </a:p>
        </p:txBody>
      </p:sp>
      <p:grpSp>
        <p:nvGrpSpPr>
          <p:cNvPr id="12" name="Group 14"/>
          <p:cNvGrpSpPr>
            <a:grpSpLocks/>
          </p:cNvGrpSpPr>
          <p:nvPr/>
        </p:nvGrpSpPr>
        <p:grpSpPr bwMode="auto">
          <a:xfrm>
            <a:off x="1501254" y="4334404"/>
            <a:ext cx="6327457" cy="770996"/>
            <a:chOff x="539552" y="884635"/>
            <a:chExt cx="8136904" cy="864522"/>
          </a:xfrm>
          <a:solidFill>
            <a:schemeClr val="accent2">
              <a:lumMod val="20000"/>
              <a:lumOff val="80000"/>
            </a:schemeClr>
          </a:solidFill>
        </p:grpSpPr>
        <p:sp>
          <p:nvSpPr>
            <p:cNvPr id="13" name="Rounded Rectangle 12"/>
            <p:cNvSpPr/>
            <p:nvPr/>
          </p:nvSpPr>
          <p:spPr>
            <a:xfrm>
              <a:off x="539552" y="884635"/>
              <a:ext cx="8136904" cy="864522"/>
            </a:xfrm>
            <a:prstGeom prst="roundRect">
              <a:avLst/>
            </a:prstGeom>
            <a:grpFill/>
          </p:spPr>
          <p:style>
            <a:lnRef idx="1">
              <a:schemeClr val="accent5"/>
            </a:lnRef>
            <a:fillRef idx="2">
              <a:schemeClr val="accent5"/>
            </a:fillRef>
            <a:effectRef idx="1">
              <a:schemeClr val="accent5"/>
            </a:effectRef>
            <a:fontRef idx="minor">
              <a:schemeClr val="dk1"/>
            </a:fontRef>
          </p:style>
          <p:txBody>
            <a:bodyPr anchor="ctr"/>
            <a:lstStyle/>
            <a:p>
              <a:pPr algn="ctr">
                <a:defRPr/>
              </a:pPr>
              <a:endParaRPr lang="en-GB" sz="1350"/>
            </a:p>
          </p:txBody>
        </p:sp>
        <p:sp>
          <p:nvSpPr>
            <p:cNvPr id="14" name="TextBox 16"/>
            <p:cNvSpPr txBox="1">
              <a:spLocks noChangeArrowheads="1"/>
            </p:cNvSpPr>
            <p:nvPr/>
          </p:nvSpPr>
          <p:spPr bwMode="auto">
            <a:xfrm>
              <a:off x="653064" y="965909"/>
              <a:ext cx="7842388" cy="672967"/>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square">
              <a:spAutoFit/>
            </a:bodyPr>
            <a:lstStyle/>
            <a:p>
              <a:pPr algn="just"/>
              <a:r>
                <a:rPr lang="en-US" sz="1600" dirty="0">
                  <a:latin typeface="Rockwell" pitchFamily="18" charset="0"/>
                  <a:cs typeface="Times New Roman" pitchFamily="18" charset="0"/>
                </a:rPr>
                <a:t>"The study of mental faculties through the use of computational models." </a:t>
              </a:r>
              <a:r>
                <a:rPr lang="en-US" sz="1600" b="1" dirty="0">
                  <a:latin typeface="Rockwell" pitchFamily="18" charset="0"/>
                  <a:cs typeface="Times New Roman" pitchFamily="18" charset="0"/>
                </a:rPr>
                <a:t>(</a:t>
              </a:r>
              <a:r>
                <a:rPr lang="en-US" sz="1600" b="1" dirty="0" err="1">
                  <a:latin typeface="Rockwell" pitchFamily="18" charset="0"/>
                  <a:cs typeface="Times New Roman" pitchFamily="18" charset="0"/>
                </a:rPr>
                <a:t>Chamiak</a:t>
              </a:r>
              <a:r>
                <a:rPr lang="en-US" sz="1600" b="1" dirty="0">
                  <a:latin typeface="Rockwell" pitchFamily="18" charset="0"/>
                  <a:cs typeface="Times New Roman" pitchFamily="18" charset="0"/>
                </a:rPr>
                <a:t> and McDermott, 1985)</a:t>
              </a:r>
              <a:endParaRPr lang="en-GB" sz="1600" dirty="0">
                <a:latin typeface="Rockwell" pitchFamily="18" charset="0"/>
                <a:cs typeface="Times New Roman" pitchFamily="18" charset="0"/>
              </a:endParaRPr>
            </a:p>
          </p:txBody>
        </p:sp>
      </p:grpSp>
      <p:grpSp>
        <p:nvGrpSpPr>
          <p:cNvPr id="15" name="Group 17"/>
          <p:cNvGrpSpPr>
            <a:grpSpLocks/>
          </p:cNvGrpSpPr>
          <p:nvPr/>
        </p:nvGrpSpPr>
        <p:grpSpPr bwMode="auto">
          <a:xfrm>
            <a:off x="1447800" y="5287288"/>
            <a:ext cx="6477000" cy="808712"/>
            <a:chOff x="615746" y="363563"/>
            <a:chExt cx="8136904" cy="875960"/>
          </a:xfrm>
          <a:solidFill>
            <a:schemeClr val="accent2">
              <a:lumMod val="20000"/>
              <a:lumOff val="80000"/>
            </a:schemeClr>
          </a:solidFill>
        </p:grpSpPr>
        <p:sp>
          <p:nvSpPr>
            <p:cNvPr id="16" name="Rounded Rectangle 15"/>
            <p:cNvSpPr/>
            <p:nvPr/>
          </p:nvSpPr>
          <p:spPr>
            <a:xfrm>
              <a:off x="615746" y="363563"/>
              <a:ext cx="8136904" cy="864014"/>
            </a:xfrm>
            <a:prstGeom prst="roundRect">
              <a:avLst/>
            </a:prstGeom>
            <a:grpFill/>
          </p:spPr>
          <p:style>
            <a:lnRef idx="1">
              <a:schemeClr val="accent5"/>
            </a:lnRef>
            <a:fillRef idx="2">
              <a:schemeClr val="accent5"/>
            </a:fillRef>
            <a:effectRef idx="1">
              <a:schemeClr val="accent5"/>
            </a:effectRef>
            <a:fontRef idx="minor">
              <a:schemeClr val="dk1"/>
            </a:fontRef>
          </p:style>
          <p:txBody>
            <a:bodyPr anchor="ctr"/>
            <a:lstStyle/>
            <a:p>
              <a:pPr algn="ctr">
                <a:defRPr/>
              </a:pPr>
              <a:endParaRPr lang="en-GB" sz="1350"/>
            </a:p>
          </p:txBody>
        </p:sp>
        <p:sp>
          <p:nvSpPr>
            <p:cNvPr id="17" name="TextBox 19"/>
            <p:cNvSpPr txBox="1">
              <a:spLocks noChangeArrowheads="1"/>
            </p:cNvSpPr>
            <p:nvPr/>
          </p:nvSpPr>
          <p:spPr bwMode="auto">
            <a:xfrm>
              <a:off x="755574" y="438501"/>
              <a:ext cx="7776863" cy="801022"/>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a:spAutoFit/>
            </a:bodyPr>
            <a:lstStyle/>
            <a:p>
              <a:pPr algn="just"/>
              <a:r>
                <a:rPr lang="en-US" sz="1650" dirty="0">
                  <a:latin typeface="Rockwell" pitchFamily="18" charset="0"/>
                  <a:cs typeface="Times New Roman" pitchFamily="18" charset="0"/>
                </a:rPr>
                <a:t>The study of the computations that make it possible to perceive, reason, and act.“ </a:t>
              </a:r>
              <a:r>
                <a:rPr lang="en-US" sz="1650" b="1" dirty="0">
                  <a:latin typeface="Rockwell" pitchFamily="18" charset="0"/>
                  <a:cs typeface="Times New Roman" pitchFamily="18" charset="0"/>
                </a:rPr>
                <a:t>(Winston, 1992)</a:t>
              </a:r>
            </a:p>
          </p:txBody>
        </p:sp>
      </p:gr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14"/>
          <p:cNvSpPr>
            <a:spLocks noGrp="1"/>
          </p:cNvSpPr>
          <p:nvPr>
            <p:ph type="sldNum" sz="quarter" idx="12"/>
          </p:nvPr>
        </p:nvSpPr>
        <p:spPr/>
        <p:txBody>
          <a:bodyPr/>
          <a:lstStyle/>
          <a:p>
            <a:fld id="{C5DFEC63-AC9E-491C-B008-E83D881192CD}" type="slidenum">
              <a:rPr lang="en-GB" smtClean="0"/>
              <a:pPr/>
              <a:t>12</a:t>
            </a:fld>
            <a:endParaRPr lang="en-GB" dirty="0"/>
          </a:p>
        </p:txBody>
      </p:sp>
      <p:sp>
        <p:nvSpPr>
          <p:cNvPr id="2" name="Title 1"/>
          <p:cNvSpPr>
            <a:spLocks noGrp="1"/>
          </p:cNvSpPr>
          <p:nvPr>
            <p:ph type="title" idx="4294967295"/>
          </p:nvPr>
        </p:nvSpPr>
        <p:spPr>
          <a:xfrm>
            <a:off x="1143000" y="609600"/>
            <a:ext cx="5334000" cy="609600"/>
          </a:xfrm>
        </p:spPr>
        <p:txBody>
          <a:bodyPr>
            <a:normAutofit/>
          </a:bodyPr>
          <a:lstStyle/>
          <a:p>
            <a:r>
              <a:rPr lang="nn-NO" sz="2800" dirty="0"/>
              <a:t>Practical Definitions of AI</a:t>
            </a:r>
            <a:endParaRPr lang="en-GB" sz="2800" dirty="0"/>
          </a:p>
        </p:txBody>
      </p:sp>
      <p:grpSp>
        <p:nvGrpSpPr>
          <p:cNvPr id="3" name="Group 13"/>
          <p:cNvGrpSpPr>
            <a:grpSpLocks/>
          </p:cNvGrpSpPr>
          <p:nvPr/>
        </p:nvGrpSpPr>
        <p:grpSpPr bwMode="auto">
          <a:xfrm>
            <a:off x="1315298" y="1905000"/>
            <a:ext cx="6856215" cy="802219"/>
            <a:chOff x="524656" y="908720"/>
            <a:chExt cx="8151801" cy="875530"/>
          </a:xfrm>
          <a:solidFill>
            <a:schemeClr val="accent2">
              <a:lumMod val="20000"/>
              <a:lumOff val="80000"/>
            </a:schemeClr>
          </a:solidFill>
        </p:grpSpPr>
        <p:sp>
          <p:nvSpPr>
            <p:cNvPr id="5" name="Rounded Rectangle 4"/>
            <p:cNvSpPr/>
            <p:nvPr/>
          </p:nvSpPr>
          <p:spPr>
            <a:xfrm>
              <a:off x="524656" y="908720"/>
              <a:ext cx="8151801" cy="875530"/>
            </a:xfrm>
            <a:prstGeom prst="roundRect">
              <a:avLst/>
            </a:prstGeom>
            <a:grpFill/>
          </p:spPr>
          <p:style>
            <a:lnRef idx="1">
              <a:schemeClr val="accent5"/>
            </a:lnRef>
            <a:fillRef idx="2">
              <a:schemeClr val="accent5"/>
            </a:fillRef>
            <a:effectRef idx="1">
              <a:schemeClr val="accent5"/>
            </a:effectRef>
            <a:fontRef idx="minor">
              <a:schemeClr val="dk1"/>
            </a:fontRef>
          </p:style>
          <p:txBody>
            <a:bodyPr anchor="ctr"/>
            <a:lstStyle/>
            <a:p>
              <a:pPr algn="ctr">
                <a:defRPr/>
              </a:pPr>
              <a:endParaRPr lang="en-GB" sz="1350"/>
            </a:p>
          </p:txBody>
        </p:sp>
        <p:sp>
          <p:nvSpPr>
            <p:cNvPr id="6" name="TextBox 5"/>
            <p:cNvSpPr txBox="1">
              <a:spLocks noChangeArrowheads="1"/>
            </p:cNvSpPr>
            <p:nvPr/>
          </p:nvSpPr>
          <p:spPr bwMode="auto">
            <a:xfrm>
              <a:off x="685072" y="977618"/>
              <a:ext cx="7776864" cy="655010"/>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square">
              <a:spAutoFit/>
            </a:bodyPr>
            <a:lstStyle/>
            <a:p>
              <a:pPr algn="just"/>
              <a:r>
                <a:rPr lang="en-US" sz="1650" dirty="0">
                  <a:latin typeface="Rockwell" pitchFamily="18" charset="0"/>
                </a:rPr>
                <a:t>"The art of creating machines that perform functions that require intelligence when performed by people." </a:t>
              </a:r>
              <a:r>
                <a:rPr lang="en-US" sz="1650" b="1" dirty="0">
                  <a:latin typeface="Rockwell" pitchFamily="18" charset="0"/>
                </a:rPr>
                <a:t>(</a:t>
              </a:r>
              <a:r>
                <a:rPr lang="en-US" sz="1650" b="1" dirty="0" err="1">
                  <a:latin typeface="Rockwell" pitchFamily="18" charset="0"/>
                </a:rPr>
                <a:t>Kurzweil</a:t>
              </a:r>
              <a:r>
                <a:rPr lang="en-US" sz="1650" b="1" dirty="0">
                  <a:latin typeface="Rockwell" pitchFamily="18" charset="0"/>
                </a:rPr>
                <a:t>, 1990)</a:t>
              </a:r>
              <a:endParaRPr lang="en-US" sz="1650" b="1" dirty="0">
                <a:latin typeface="Rockwell" pitchFamily="18" charset="0"/>
                <a:cs typeface="Times New Roman" pitchFamily="18" charset="0"/>
              </a:endParaRPr>
            </a:p>
          </p:txBody>
        </p:sp>
      </p:grpSp>
      <p:grpSp>
        <p:nvGrpSpPr>
          <p:cNvPr id="4" name="Group 11"/>
          <p:cNvGrpSpPr>
            <a:grpSpLocks/>
          </p:cNvGrpSpPr>
          <p:nvPr/>
        </p:nvGrpSpPr>
        <p:grpSpPr bwMode="auto">
          <a:xfrm>
            <a:off x="1382529" y="2845433"/>
            <a:ext cx="6847072" cy="853793"/>
            <a:chOff x="374465" y="2648022"/>
            <a:chExt cx="8136904" cy="1378191"/>
          </a:xfrm>
          <a:solidFill>
            <a:schemeClr val="accent2">
              <a:lumMod val="20000"/>
              <a:lumOff val="80000"/>
            </a:schemeClr>
          </a:solidFill>
        </p:grpSpPr>
        <p:sp>
          <p:nvSpPr>
            <p:cNvPr id="8" name="Rounded Rectangle 7"/>
            <p:cNvSpPr/>
            <p:nvPr/>
          </p:nvSpPr>
          <p:spPr>
            <a:xfrm>
              <a:off x="374465" y="2648022"/>
              <a:ext cx="8136904" cy="1152128"/>
            </a:xfrm>
            <a:prstGeom prst="roundRect">
              <a:avLst/>
            </a:prstGeom>
            <a:grpFill/>
          </p:spPr>
          <p:style>
            <a:lnRef idx="1">
              <a:schemeClr val="accent5"/>
            </a:lnRef>
            <a:fillRef idx="2">
              <a:schemeClr val="accent5"/>
            </a:fillRef>
            <a:effectRef idx="1">
              <a:schemeClr val="accent5"/>
            </a:effectRef>
            <a:fontRef idx="minor">
              <a:schemeClr val="dk1"/>
            </a:fontRef>
          </p:style>
          <p:txBody>
            <a:bodyPr anchor="ctr"/>
            <a:lstStyle/>
            <a:p>
              <a:pPr algn="ctr">
                <a:defRPr/>
              </a:pPr>
              <a:endParaRPr lang="en-GB" sz="1350"/>
            </a:p>
          </p:txBody>
        </p:sp>
        <p:sp>
          <p:nvSpPr>
            <p:cNvPr id="9" name="TextBox 7"/>
            <p:cNvSpPr txBox="1">
              <a:spLocks noChangeArrowheads="1"/>
            </p:cNvSpPr>
            <p:nvPr/>
          </p:nvSpPr>
          <p:spPr bwMode="auto">
            <a:xfrm>
              <a:off x="446584" y="2657544"/>
              <a:ext cx="7920880" cy="1368669"/>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square">
              <a:spAutoFit/>
            </a:bodyPr>
            <a:lstStyle/>
            <a:p>
              <a:r>
                <a:rPr lang="en-US" sz="1600" dirty="0">
                  <a:latin typeface="Rockwell" pitchFamily="18" charset="0"/>
                </a:rPr>
                <a:t>"The study of how to make computers do things at which, at the moment, people are better." </a:t>
              </a:r>
              <a:r>
                <a:rPr lang="en-US" sz="1600" b="1" dirty="0">
                  <a:latin typeface="Rockwell" pitchFamily="18" charset="0"/>
                </a:rPr>
                <a:t>(Rich and Knight, 1991)</a:t>
              </a:r>
              <a:endParaRPr lang="en-GB" sz="1600" dirty="0">
                <a:latin typeface="Rockwell" pitchFamily="18" charset="0"/>
              </a:endParaRPr>
            </a:p>
            <a:p>
              <a:endParaRPr lang="en-GB" sz="1650" dirty="0">
                <a:latin typeface="Rockwell" pitchFamily="18" charset="0"/>
                <a:cs typeface="Times New Roman" pitchFamily="18" charset="0"/>
              </a:endParaRPr>
            </a:p>
          </p:txBody>
        </p:sp>
      </p:grpSp>
      <p:sp>
        <p:nvSpPr>
          <p:cNvPr id="10" name="TextBox 10"/>
          <p:cNvSpPr txBox="1">
            <a:spLocks noChangeArrowheads="1"/>
          </p:cNvSpPr>
          <p:nvPr/>
        </p:nvSpPr>
        <p:spPr bwMode="auto">
          <a:xfrm>
            <a:off x="189300" y="1407925"/>
            <a:ext cx="4535100" cy="369332"/>
          </a:xfrm>
          <a:prstGeom prst="rect">
            <a:avLst/>
          </a:prstGeom>
          <a:noFill/>
          <a:ln w="9525">
            <a:noFill/>
            <a:miter lim="800000"/>
            <a:headEnd/>
            <a:tailEnd/>
          </a:ln>
        </p:spPr>
        <p:txBody>
          <a:bodyPr>
            <a:spAutoFit/>
          </a:bodyPr>
          <a:lstStyle/>
          <a:p>
            <a:r>
              <a:rPr lang="en-US" b="1" dirty="0">
                <a:solidFill>
                  <a:srgbClr val="FF0000"/>
                </a:solidFill>
                <a:latin typeface="Rockwell" pitchFamily="18" charset="0"/>
                <a:cs typeface="Times New Roman" pitchFamily="18" charset="0"/>
              </a:rPr>
              <a:t>Systems that  act like humans</a:t>
            </a:r>
            <a:endParaRPr lang="en-GB" dirty="0">
              <a:solidFill>
                <a:srgbClr val="FF0000"/>
              </a:solidFill>
              <a:latin typeface="Rockwell" pitchFamily="18" charset="0"/>
              <a:cs typeface="Times New Roman" pitchFamily="18" charset="0"/>
            </a:endParaRPr>
          </a:p>
        </p:txBody>
      </p:sp>
      <p:sp>
        <p:nvSpPr>
          <p:cNvPr id="11" name="TextBox 12"/>
          <p:cNvSpPr txBox="1">
            <a:spLocks noChangeArrowheads="1"/>
          </p:cNvSpPr>
          <p:nvPr/>
        </p:nvSpPr>
        <p:spPr bwMode="auto">
          <a:xfrm>
            <a:off x="189300" y="3800378"/>
            <a:ext cx="4535100" cy="369332"/>
          </a:xfrm>
          <a:prstGeom prst="rect">
            <a:avLst/>
          </a:prstGeom>
          <a:noFill/>
          <a:ln w="9525">
            <a:noFill/>
            <a:miter lim="800000"/>
            <a:headEnd/>
            <a:tailEnd/>
          </a:ln>
        </p:spPr>
        <p:txBody>
          <a:bodyPr>
            <a:spAutoFit/>
          </a:bodyPr>
          <a:lstStyle/>
          <a:p>
            <a:r>
              <a:rPr lang="en-US" b="1" dirty="0">
                <a:solidFill>
                  <a:srgbClr val="FF0000"/>
                </a:solidFill>
                <a:latin typeface="Arial Rounded MT Bold" pitchFamily="34" charset="0"/>
                <a:cs typeface="Times New Roman" pitchFamily="18" charset="0"/>
              </a:rPr>
              <a:t>Systems that act rationally</a:t>
            </a:r>
            <a:endParaRPr lang="en-GB" dirty="0">
              <a:solidFill>
                <a:srgbClr val="FF0000"/>
              </a:solidFill>
              <a:latin typeface="Calibri" pitchFamily="34" charset="0"/>
            </a:endParaRPr>
          </a:p>
        </p:txBody>
      </p:sp>
      <p:grpSp>
        <p:nvGrpSpPr>
          <p:cNvPr id="7" name="Group 14"/>
          <p:cNvGrpSpPr>
            <a:grpSpLocks/>
          </p:cNvGrpSpPr>
          <p:nvPr/>
        </p:nvGrpSpPr>
        <p:grpSpPr bwMode="auto">
          <a:xfrm>
            <a:off x="1499798" y="4147827"/>
            <a:ext cx="6671715" cy="709551"/>
            <a:chOff x="539552" y="964715"/>
            <a:chExt cx="8136904" cy="864522"/>
          </a:xfrm>
          <a:solidFill>
            <a:schemeClr val="accent2">
              <a:lumMod val="20000"/>
              <a:lumOff val="80000"/>
            </a:schemeClr>
          </a:solidFill>
        </p:grpSpPr>
        <p:sp>
          <p:nvSpPr>
            <p:cNvPr id="13" name="Rounded Rectangle 12"/>
            <p:cNvSpPr/>
            <p:nvPr/>
          </p:nvSpPr>
          <p:spPr>
            <a:xfrm>
              <a:off x="539552" y="964715"/>
              <a:ext cx="8136904" cy="864522"/>
            </a:xfrm>
            <a:prstGeom prst="roundRect">
              <a:avLst/>
            </a:prstGeom>
            <a:grpFill/>
          </p:spPr>
          <p:style>
            <a:lnRef idx="1">
              <a:schemeClr val="accent5"/>
            </a:lnRef>
            <a:fillRef idx="2">
              <a:schemeClr val="accent5"/>
            </a:fillRef>
            <a:effectRef idx="1">
              <a:schemeClr val="accent5"/>
            </a:effectRef>
            <a:fontRef idx="minor">
              <a:schemeClr val="dk1"/>
            </a:fontRef>
          </p:style>
          <p:txBody>
            <a:bodyPr anchor="ctr"/>
            <a:lstStyle/>
            <a:p>
              <a:pPr algn="ctr">
                <a:defRPr/>
              </a:pPr>
              <a:endParaRPr lang="en-GB" sz="1350"/>
            </a:p>
          </p:txBody>
        </p:sp>
        <p:sp>
          <p:nvSpPr>
            <p:cNvPr id="14" name="TextBox 16"/>
            <p:cNvSpPr txBox="1">
              <a:spLocks noChangeArrowheads="1"/>
            </p:cNvSpPr>
            <p:nvPr/>
          </p:nvSpPr>
          <p:spPr bwMode="auto">
            <a:xfrm>
              <a:off x="691971" y="1065557"/>
              <a:ext cx="7760063" cy="712494"/>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square">
              <a:spAutoFit/>
            </a:bodyPr>
            <a:lstStyle/>
            <a:p>
              <a:r>
                <a:rPr lang="en-US" sz="1600" dirty="0">
                  <a:latin typeface="Rockwell" pitchFamily="18" charset="0"/>
                </a:rPr>
                <a:t>"Computational Intelligence is the study of the design of intelligent agents." </a:t>
              </a:r>
              <a:r>
                <a:rPr lang="en-US" sz="1600" b="1" dirty="0">
                  <a:latin typeface="Rockwell" pitchFamily="18" charset="0"/>
                </a:rPr>
                <a:t>(Poole </a:t>
              </a:r>
              <a:r>
                <a:rPr lang="en-US" sz="1600" b="1" i="1" dirty="0">
                  <a:latin typeface="Rockwell" pitchFamily="18" charset="0"/>
                </a:rPr>
                <a:t>et al., </a:t>
              </a:r>
              <a:r>
                <a:rPr lang="en-US" sz="1600" b="1" dirty="0">
                  <a:latin typeface="Rockwell" pitchFamily="18" charset="0"/>
                </a:rPr>
                <a:t>1998) </a:t>
              </a:r>
              <a:endParaRPr lang="en-GB" sz="1600" b="1" dirty="0">
                <a:latin typeface="Rockwell" pitchFamily="18" charset="0"/>
              </a:endParaRPr>
            </a:p>
          </p:txBody>
        </p:sp>
      </p:grpSp>
      <p:grpSp>
        <p:nvGrpSpPr>
          <p:cNvPr id="12" name="Group 17"/>
          <p:cNvGrpSpPr>
            <a:grpSpLocks/>
          </p:cNvGrpSpPr>
          <p:nvPr/>
        </p:nvGrpSpPr>
        <p:grpSpPr bwMode="auto">
          <a:xfrm>
            <a:off x="1555744" y="5024468"/>
            <a:ext cx="6615769" cy="689937"/>
            <a:chOff x="615746" y="1021540"/>
            <a:chExt cx="8136904" cy="864010"/>
          </a:xfrm>
          <a:solidFill>
            <a:schemeClr val="accent2">
              <a:lumMod val="20000"/>
              <a:lumOff val="80000"/>
            </a:schemeClr>
          </a:solidFill>
        </p:grpSpPr>
        <p:sp>
          <p:nvSpPr>
            <p:cNvPr id="16" name="Rounded Rectangle 15"/>
            <p:cNvSpPr/>
            <p:nvPr/>
          </p:nvSpPr>
          <p:spPr>
            <a:xfrm>
              <a:off x="615746" y="1021540"/>
              <a:ext cx="8136904" cy="864010"/>
            </a:xfrm>
            <a:prstGeom prst="roundRect">
              <a:avLst/>
            </a:prstGeom>
            <a:grpFill/>
          </p:spPr>
          <p:style>
            <a:lnRef idx="1">
              <a:schemeClr val="accent5"/>
            </a:lnRef>
            <a:fillRef idx="2">
              <a:schemeClr val="accent5"/>
            </a:fillRef>
            <a:effectRef idx="1">
              <a:schemeClr val="accent5"/>
            </a:effectRef>
            <a:fontRef idx="minor">
              <a:schemeClr val="dk1"/>
            </a:fontRef>
          </p:style>
          <p:txBody>
            <a:bodyPr anchor="ctr"/>
            <a:lstStyle/>
            <a:p>
              <a:pPr algn="ctr">
                <a:defRPr/>
              </a:pPr>
              <a:endParaRPr lang="en-GB" sz="1350"/>
            </a:p>
          </p:txBody>
        </p:sp>
        <p:sp>
          <p:nvSpPr>
            <p:cNvPr id="17" name="TextBox 19"/>
            <p:cNvSpPr txBox="1">
              <a:spLocks noChangeArrowheads="1"/>
            </p:cNvSpPr>
            <p:nvPr/>
          </p:nvSpPr>
          <p:spPr bwMode="auto">
            <a:xfrm>
              <a:off x="755575" y="1051804"/>
              <a:ext cx="7776864" cy="732315"/>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a:spAutoFit/>
            </a:bodyPr>
            <a:lstStyle/>
            <a:p>
              <a:r>
                <a:rPr lang="en-US" sz="1600" dirty="0">
                  <a:latin typeface="Rockwell" pitchFamily="18" charset="0"/>
                </a:rPr>
                <a:t>"A1 . . .is concerned with intelligent behavior  in artifacts." </a:t>
              </a:r>
              <a:r>
                <a:rPr lang="en-US" sz="1600" b="1" dirty="0">
                  <a:latin typeface="Rockwell" pitchFamily="18" charset="0"/>
                </a:rPr>
                <a:t>(Nilsson, 1998)</a:t>
              </a:r>
              <a:endParaRPr lang="en-US" sz="1600" b="1" dirty="0">
                <a:latin typeface="Rockwell" pitchFamily="18" charset="0"/>
                <a:cs typeface="Times New Roman" pitchFamily="18" charset="0"/>
              </a:endParaRPr>
            </a:p>
          </p:txBody>
        </p:sp>
      </p:gr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5DFEC63-AC9E-491C-B008-E83D881192CD}" type="slidenum">
              <a:rPr lang="en-GB" smtClean="0"/>
              <a:pPr/>
              <a:t>13</a:t>
            </a:fld>
            <a:endParaRPr lang="en-GB" dirty="0"/>
          </a:p>
        </p:txBody>
      </p:sp>
      <p:pic>
        <p:nvPicPr>
          <p:cNvPr id="3" name="Picture 2"/>
          <p:cNvPicPr>
            <a:picLocks noChangeAspect="1"/>
          </p:cNvPicPr>
          <p:nvPr/>
        </p:nvPicPr>
        <p:blipFill rotWithShape="1">
          <a:blip r:embed="rId2"/>
          <a:srcRect t="7776" r="3333" b="5556"/>
          <a:stretch/>
        </p:blipFill>
        <p:spPr>
          <a:xfrm>
            <a:off x="228600" y="533400"/>
            <a:ext cx="8839200" cy="5943600"/>
          </a:xfrm>
          <a:prstGeom prst="ellipse">
            <a:avLst/>
          </a:prstGeom>
          <a:ln w="63500" cap="rnd">
            <a:solidFill>
              <a:schemeClr val="accent1">
                <a:lumMod val="75000"/>
              </a:schemeClr>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39189780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3" cstate="print"/>
          <a:srcRect/>
          <a:stretch>
            <a:fillRect/>
          </a:stretch>
        </p:blipFill>
        <p:spPr bwMode="auto">
          <a:xfrm>
            <a:off x="762000" y="2209800"/>
            <a:ext cx="7941783" cy="3981603"/>
          </a:xfrm>
          <a:prstGeom prst="rect">
            <a:avLst/>
          </a:prstGeom>
          <a:noFill/>
          <a:ln w="9525">
            <a:noFill/>
            <a:miter lim="800000"/>
            <a:headEnd/>
            <a:tailEnd/>
          </a:ln>
        </p:spPr>
      </p:pic>
      <p:sp>
        <p:nvSpPr>
          <p:cNvPr id="2" name="Slide Number Placeholder 1"/>
          <p:cNvSpPr>
            <a:spLocks noGrp="1"/>
          </p:cNvSpPr>
          <p:nvPr>
            <p:ph type="sldNum" sz="quarter" idx="12"/>
          </p:nvPr>
        </p:nvSpPr>
        <p:spPr/>
        <p:txBody>
          <a:bodyPr/>
          <a:lstStyle/>
          <a:p>
            <a:fld id="{C5DFEC63-AC9E-491C-B008-E83D881192CD}" type="slidenum">
              <a:rPr lang="en-GB" smtClean="0"/>
              <a:pPr/>
              <a:t>14</a:t>
            </a:fld>
            <a:endParaRPr lang="en-GB" dirty="0"/>
          </a:p>
        </p:txBody>
      </p:sp>
      <p:sp>
        <p:nvSpPr>
          <p:cNvPr id="5" name="Rectangle 4"/>
          <p:cNvSpPr/>
          <p:nvPr/>
        </p:nvSpPr>
        <p:spPr>
          <a:xfrm>
            <a:off x="1066800" y="381000"/>
            <a:ext cx="6781800" cy="954107"/>
          </a:xfrm>
          <a:prstGeom prst="rect">
            <a:avLst/>
          </a:prstGeom>
        </p:spPr>
        <p:txBody>
          <a:bodyPr wrap="square">
            <a:spAutoFit/>
          </a:bodyPr>
          <a:lstStyle/>
          <a:p>
            <a:r>
              <a:rPr lang="en-US" sz="2800" dirty="0"/>
              <a:t>U</a:t>
            </a:r>
            <a:r>
              <a:rPr lang="en-US" sz="2800" dirty="0" smtClean="0"/>
              <a:t>nsolved </a:t>
            </a:r>
            <a:r>
              <a:rPr lang="en-US" sz="2800" dirty="0"/>
              <a:t>problems in artificial Intelligence (AI) </a:t>
            </a:r>
            <a:endParaRPr lang="en-GB" sz="28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C5DFEC63-AC9E-491C-B008-E83D881192CD}" type="slidenum">
              <a:rPr lang="en-GB" smtClean="0"/>
              <a:pPr/>
              <a:t>15</a:t>
            </a:fld>
            <a:endParaRPr lang="en-GB" dirty="0"/>
          </a:p>
        </p:txBody>
      </p:sp>
      <p:sp>
        <p:nvSpPr>
          <p:cNvPr id="2" name="Title 1"/>
          <p:cNvSpPr>
            <a:spLocks noGrp="1"/>
          </p:cNvSpPr>
          <p:nvPr>
            <p:ph type="title" idx="4294967295"/>
          </p:nvPr>
        </p:nvSpPr>
        <p:spPr>
          <a:xfrm>
            <a:off x="304800" y="637285"/>
            <a:ext cx="7623637" cy="1370903"/>
          </a:xfrm>
        </p:spPr>
        <p:txBody>
          <a:bodyPr>
            <a:normAutofit/>
          </a:bodyPr>
          <a:lstStyle/>
          <a:p>
            <a:r>
              <a:rPr lang="nn-NO" sz="2800" dirty="0">
                <a:latin typeface="Rockwell" pitchFamily="18" charset="0"/>
              </a:rPr>
              <a:t>What is the Nature of AI problems vs. Non-AI problems?</a:t>
            </a:r>
            <a:endParaRPr lang="en-GB" sz="2800" dirty="0">
              <a:latin typeface="Rockwell" pitchFamily="18" charset="0"/>
            </a:endParaRPr>
          </a:p>
        </p:txBody>
      </p:sp>
      <p:sp>
        <p:nvSpPr>
          <p:cNvPr id="3" name="Text Placeholder 2"/>
          <p:cNvSpPr>
            <a:spLocks noGrp="1"/>
          </p:cNvSpPr>
          <p:nvPr>
            <p:ph type="body" idx="4294967295"/>
          </p:nvPr>
        </p:nvSpPr>
        <p:spPr>
          <a:xfrm>
            <a:off x="419100" y="2008188"/>
            <a:ext cx="4040188" cy="481012"/>
          </a:xfrm>
        </p:spPr>
        <p:txBody>
          <a:bodyPr>
            <a:normAutofit/>
          </a:bodyPr>
          <a:lstStyle/>
          <a:p>
            <a:pPr>
              <a:buFont typeface="Wingdings" panose="05000000000000000000" pitchFamily="2" charset="2"/>
              <a:buChar char="q"/>
            </a:pPr>
            <a:r>
              <a:rPr lang="nn-NO" sz="2200" dirty="0">
                <a:latin typeface="Rockwell" pitchFamily="18" charset="0"/>
              </a:rPr>
              <a:t>A.I Problems</a:t>
            </a:r>
            <a:endParaRPr lang="en-GB" sz="2200" dirty="0">
              <a:latin typeface="Rockwell" pitchFamily="18" charset="0"/>
            </a:endParaRPr>
          </a:p>
        </p:txBody>
      </p:sp>
      <p:sp>
        <p:nvSpPr>
          <p:cNvPr id="4" name="Content Placeholder 3"/>
          <p:cNvSpPr>
            <a:spLocks noGrp="1"/>
          </p:cNvSpPr>
          <p:nvPr>
            <p:ph sz="half" idx="4294967295"/>
          </p:nvPr>
        </p:nvSpPr>
        <p:spPr>
          <a:xfrm>
            <a:off x="419100" y="2489200"/>
            <a:ext cx="4457700" cy="2962275"/>
          </a:xfrm>
          <a:ln w="19050">
            <a:solidFill>
              <a:schemeClr val="tx1"/>
            </a:solidFill>
          </a:ln>
        </p:spPr>
        <p:txBody>
          <a:bodyPr>
            <a:normAutofit/>
          </a:bodyPr>
          <a:lstStyle/>
          <a:p>
            <a:pPr>
              <a:buFont typeface="Wingdings" panose="05000000000000000000" pitchFamily="2" charset="2"/>
              <a:buChar char="v"/>
            </a:pPr>
            <a:r>
              <a:rPr lang="en-GB" sz="1800" dirty="0">
                <a:latin typeface="Rockwell" pitchFamily="18" charset="0"/>
              </a:rPr>
              <a:t>They are poorly Circumscribable</a:t>
            </a:r>
          </a:p>
          <a:p>
            <a:pPr>
              <a:buFont typeface="Wingdings" panose="05000000000000000000" pitchFamily="2" charset="2"/>
              <a:buChar char="v"/>
            </a:pPr>
            <a:r>
              <a:rPr lang="en-GB" sz="1800" dirty="0">
                <a:latin typeface="Rockwell" pitchFamily="18" charset="0"/>
              </a:rPr>
              <a:t>Solution is either rated  as adequate or inadequate;</a:t>
            </a:r>
          </a:p>
          <a:p>
            <a:pPr>
              <a:buFont typeface="Wingdings" panose="05000000000000000000" pitchFamily="2" charset="2"/>
              <a:buChar char="v"/>
            </a:pPr>
            <a:r>
              <a:rPr lang="en-GB" sz="1800" dirty="0">
                <a:latin typeface="Rockwell" pitchFamily="18" charset="0"/>
              </a:rPr>
              <a:t>Solution is not testably correct</a:t>
            </a:r>
          </a:p>
          <a:p>
            <a:pPr>
              <a:buFont typeface="Wingdings" panose="05000000000000000000" pitchFamily="2" charset="2"/>
              <a:buChar char="v"/>
            </a:pPr>
            <a:r>
              <a:rPr lang="en-GB" sz="1800" dirty="0">
                <a:latin typeface="Rockwell" pitchFamily="18" charset="0"/>
              </a:rPr>
              <a:t>Has poor modular approximation</a:t>
            </a:r>
          </a:p>
        </p:txBody>
      </p:sp>
      <p:sp>
        <p:nvSpPr>
          <p:cNvPr id="5" name="Text Placeholder 4"/>
          <p:cNvSpPr>
            <a:spLocks noGrp="1"/>
          </p:cNvSpPr>
          <p:nvPr>
            <p:ph type="body" sz="quarter" idx="4294967295"/>
          </p:nvPr>
        </p:nvSpPr>
        <p:spPr>
          <a:xfrm>
            <a:off x="5026025" y="2008188"/>
            <a:ext cx="4041775" cy="481012"/>
          </a:xfrm>
        </p:spPr>
        <p:txBody>
          <a:bodyPr>
            <a:normAutofit/>
          </a:bodyPr>
          <a:lstStyle/>
          <a:p>
            <a:pPr>
              <a:buFont typeface="Wingdings" panose="05000000000000000000" pitchFamily="2" charset="2"/>
              <a:buChar char="q"/>
            </a:pPr>
            <a:r>
              <a:rPr lang="nn-NO" sz="2200" dirty="0">
                <a:latin typeface="Rockwell" pitchFamily="18" charset="0"/>
              </a:rPr>
              <a:t>Non A.I Problems</a:t>
            </a:r>
            <a:endParaRPr lang="en-GB" sz="2200" dirty="0">
              <a:latin typeface="Rockwell" pitchFamily="18" charset="0"/>
            </a:endParaRPr>
          </a:p>
        </p:txBody>
      </p:sp>
      <p:sp>
        <p:nvSpPr>
          <p:cNvPr id="6" name="Content Placeholder 5"/>
          <p:cNvSpPr>
            <a:spLocks noGrp="1"/>
          </p:cNvSpPr>
          <p:nvPr>
            <p:ph sz="quarter" idx="4294967295"/>
          </p:nvPr>
        </p:nvSpPr>
        <p:spPr>
          <a:xfrm>
            <a:off x="5014913" y="2489200"/>
            <a:ext cx="3827462" cy="2962275"/>
          </a:xfrm>
          <a:noFill/>
          <a:ln w="19050">
            <a:solidFill>
              <a:schemeClr val="tx1"/>
            </a:solidFill>
          </a:ln>
        </p:spPr>
        <p:txBody>
          <a:bodyPr>
            <a:normAutofit/>
          </a:bodyPr>
          <a:lstStyle/>
          <a:p>
            <a:pPr>
              <a:buFont typeface="Wingdings" panose="05000000000000000000" pitchFamily="2" charset="2"/>
              <a:buChar char="v"/>
            </a:pPr>
            <a:r>
              <a:rPr lang="en-GB" sz="1800" dirty="0">
                <a:latin typeface="Rockwell" pitchFamily="18" charset="0"/>
              </a:rPr>
              <a:t>They are perfectly circumscribable</a:t>
            </a:r>
          </a:p>
          <a:p>
            <a:pPr>
              <a:buFont typeface="Wingdings" panose="05000000000000000000" pitchFamily="2" charset="2"/>
              <a:buChar char="v"/>
            </a:pPr>
            <a:r>
              <a:rPr lang="en-GB" sz="1800" dirty="0">
                <a:latin typeface="Rockwell" pitchFamily="18" charset="0"/>
              </a:rPr>
              <a:t>Have exact solution</a:t>
            </a:r>
          </a:p>
          <a:p>
            <a:pPr>
              <a:buFont typeface="Wingdings" panose="05000000000000000000" pitchFamily="2" charset="2"/>
              <a:buChar char="v"/>
            </a:pPr>
            <a:r>
              <a:rPr lang="en-GB" sz="1800" dirty="0">
                <a:latin typeface="Rockwell" pitchFamily="18" charset="0"/>
              </a:rPr>
              <a:t>There is absolute correctness</a:t>
            </a:r>
          </a:p>
          <a:p>
            <a:pPr>
              <a:buFont typeface="Wingdings" panose="05000000000000000000" pitchFamily="2" charset="2"/>
              <a:buChar char="v"/>
            </a:pPr>
            <a:r>
              <a:rPr lang="en-GB" sz="1800" dirty="0">
                <a:latin typeface="Rockwell" pitchFamily="18" charset="0"/>
              </a:rPr>
              <a:t>Has good modular approximation</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5DFEC63-AC9E-491C-B008-E83D881192CD}" type="slidenum">
              <a:rPr lang="en-GB" smtClean="0"/>
              <a:pPr/>
              <a:t>16</a:t>
            </a:fld>
            <a:endParaRPr lang="en-GB" dirty="0"/>
          </a:p>
        </p:txBody>
      </p:sp>
      <p:sp>
        <p:nvSpPr>
          <p:cNvPr id="3" name="Title 1"/>
          <p:cNvSpPr txBox="1">
            <a:spLocks/>
          </p:cNvSpPr>
          <p:nvPr/>
        </p:nvSpPr>
        <p:spPr>
          <a:xfrm>
            <a:off x="533400" y="533400"/>
            <a:ext cx="8783638" cy="836612"/>
          </a:xfrm>
          <a:prstGeom prst="rect">
            <a:avLst/>
          </a:prstGeom>
        </p:spPr>
        <p:txBody>
          <a:bodyPr vert="horz" lIns="91440" tIns="45720" rIns="91440" bIns="45720" rtlCol="0" anchor="t">
            <a:noAutofit/>
          </a:bodyPr>
          <a:lst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nn-NO" sz="2800" dirty="0" smtClean="0"/>
              <a:t>Related Fields</a:t>
            </a:r>
            <a:endParaRPr lang="en-GB" sz="2800" dirty="0"/>
          </a:p>
        </p:txBody>
      </p:sp>
      <p:sp>
        <p:nvSpPr>
          <p:cNvPr id="4" name="Content Placeholder 2"/>
          <p:cNvSpPr txBox="1">
            <a:spLocks/>
          </p:cNvSpPr>
          <p:nvPr/>
        </p:nvSpPr>
        <p:spPr>
          <a:xfrm>
            <a:off x="228600" y="1266999"/>
            <a:ext cx="8785225" cy="3842341"/>
          </a:xfrm>
          <a:prstGeom prst="rect">
            <a:avLst/>
          </a:prstGeom>
        </p:spPr>
        <p:txBody>
          <a:bodyPr vert="horz" lIns="91440" tIns="45720" rIns="91440" bIns="45720" rtlCol="0">
            <a:noAutofit/>
          </a:bodyPr>
          <a:lst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a:buFont typeface="Wingdings" panose="05000000000000000000" pitchFamily="2" charset="2"/>
              <a:buChar char="q"/>
            </a:pPr>
            <a:r>
              <a:rPr lang="en-GB" b="1" dirty="0"/>
              <a:t>Machine </a:t>
            </a:r>
            <a:r>
              <a:rPr lang="en-GB" b="1" dirty="0" smtClean="0"/>
              <a:t>learning</a:t>
            </a:r>
          </a:p>
          <a:p>
            <a:pPr lvl="1">
              <a:buFont typeface="Wingdings" panose="05000000000000000000" pitchFamily="2" charset="2"/>
              <a:buChar char="v"/>
            </a:pPr>
            <a:r>
              <a:rPr lang="en-GB" dirty="0" smtClean="0"/>
              <a:t>subfield </a:t>
            </a:r>
            <a:r>
              <a:rPr lang="en-GB" dirty="0"/>
              <a:t>of AI, which itself is a subfield of C</a:t>
            </a:r>
            <a:r>
              <a:rPr lang="en-GB" dirty="0" smtClean="0"/>
              <a:t>omputer Science</a:t>
            </a:r>
            <a:r>
              <a:rPr lang="en-GB" dirty="0"/>
              <a:t> </a:t>
            </a:r>
            <a:endParaRPr lang="en-GB" dirty="0" smtClean="0"/>
          </a:p>
          <a:p>
            <a:pPr lvl="1">
              <a:buFont typeface="Wingdings" panose="05000000000000000000" pitchFamily="2" charset="2"/>
              <a:buChar char="v"/>
            </a:pPr>
            <a:r>
              <a:rPr lang="en-GB" dirty="0" smtClean="0"/>
              <a:t>Machine </a:t>
            </a:r>
            <a:r>
              <a:rPr lang="en-GB" dirty="0"/>
              <a:t>learning enables AI solutions that are adaptive. </a:t>
            </a:r>
          </a:p>
          <a:p>
            <a:pPr lvl="1">
              <a:buFont typeface="Wingdings" panose="05000000000000000000" pitchFamily="2" charset="2"/>
              <a:buChar char="v"/>
            </a:pPr>
            <a:r>
              <a:rPr lang="en-GB" b="1" dirty="0"/>
              <a:t>Machine </a:t>
            </a:r>
            <a:r>
              <a:rPr lang="en-GB" b="1" dirty="0" smtClean="0"/>
              <a:t>learning can be defined as s</a:t>
            </a:r>
            <a:r>
              <a:rPr lang="en-GB" dirty="0" smtClean="0"/>
              <a:t>ystems </a:t>
            </a:r>
            <a:r>
              <a:rPr lang="en-GB" dirty="0"/>
              <a:t>that improve their performance in a given task with more and more experience or data</a:t>
            </a:r>
            <a:r>
              <a:rPr lang="en-GB" dirty="0" smtClean="0"/>
              <a:t>.</a:t>
            </a:r>
          </a:p>
          <a:p>
            <a:pPr lvl="1">
              <a:buFont typeface="Wingdings" panose="05000000000000000000" pitchFamily="2" charset="2"/>
              <a:buChar char="v"/>
            </a:pPr>
            <a:endParaRPr lang="en-GB" dirty="0" smtClean="0"/>
          </a:p>
          <a:p>
            <a:r>
              <a:rPr lang="en-GB" dirty="0"/>
              <a:t>Deep learning </a:t>
            </a:r>
            <a:endParaRPr lang="en-GB" dirty="0" smtClean="0"/>
          </a:p>
          <a:p>
            <a:pPr lvl="1">
              <a:buFont typeface="Wingdings" panose="05000000000000000000" pitchFamily="2" charset="2"/>
              <a:buChar char="v"/>
            </a:pPr>
            <a:r>
              <a:rPr lang="en-GB" dirty="0" smtClean="0"/>
              <a:t>is </a:t>
            </a:r>
            <a:r>
              <a:rPr lang="en-GB" dirty="0"/>
              <a:t>a subfield of machine learning, which itself is a subfield of AI, which itself is a subfield of computer science.</a:t>
            </a:r>
          </a:p>
          <a:p>
            <a:pPr lvl="1">
              <a:buFont typeface="Wingdings" panose="05000000000000000000" pitchFamily="2" charset="2"/>
              <a:buChar char="v"/>
            </a:pPr>
            <a:r>
              <a:rPr lang="en-GB" dirty="0" smtClean="0"/>
              <a:t>Refers to the </a:t>
            </a:r>
            <a:r>
              <a:rPr lang="en-GB" dirty="0"/>
              <a:t>complexity of a mathematical model, and that the increased computing power of modern computers has allowed researchers to increase this complexity to reach levels that appear not only quantitatively but also qualitatively different from before.</a:t>
            </a:r>
          </a:p>
          <a:p>
            <a:pPr lvl="2">
              <a:lnSpc>
                <a:spcPct val="80000"/>
              </a:lnSpc>
              <a:buFont typeface="Wingdings 3" charset="2"/>
              <a:buNone/>
            </a:pPr>
            <a:endParaRPr lang="en-US" sz="1350" dirty="0">
              <a:ea typeface="Verdana" pitchFamily="34" charset="0"/>
              <a:cs typeface="Verdana" pitchFamily="34" charset="0"/>
            </a:endParaRPr>
          </a:p>
        </p:txBody>
      </p:sp>
    </p:spTree>
    <p:extLst>
      <p:ext uri="{BB962C8B-B14F-4D97-AF65-F5344CB8AC3E}">
        <p14:creationId xmlns:p14="http://schemas.microsoft.com/office/powerpoint/2010/main" val="33171945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5DFEC63-AC9E-491C-B008-E83D881192CD}" type="slidenum">
              <a:rPr lang="en-GB" smtClean="0"/>
              <a:pPr/>
              <a:t>17</a:t>
            </a:fld>
            <a:endParaRPr lang="en-GB" dirty="0"/>
          </a:p>
        </p:txBody>
      </p:sp>
      <p:sp>
        <p:nvSpPr>
          <p:cNvPr id="3" name="Title 1"/>
          <p:cNvSpPr txBox="1">
            <a:spLocks/>
          </p:cNvSpPr>
          <p:nvPr/>
        </p:nvSpPr>
        <p:spPr>
          <a:xfrm>
            <a:off x="1066800" y="533300"/>
            <a:ext cx="8783638" cy="836612"/>
          </a:xfrm>
          <a:prstGeom prst="rect">
            <a:avLst/>
          </a:prstGeom>
        </p:spPr>
        <p:txBody>
          <a:bodyPr vert="horz" lIns="91440" tIns="45720" rIns="91440" bIns="45720" rtlCol="0" anchor="t">
            <a:noAutofit/>
          </a:bodyPr>
          <a:lst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nn-NO" sz="2800" dirty="0" smtClean="0"/>
              <a:t>Related Fields cont’d</a:t>
            </a:r>
            <a:endParaRPr lang="en-GB" sz="2800" dirty="0"/>
          </a:p>
        </p:txBody>
      </p:sp>
      <p:sp>
        <p:nvSpPr>
          <p:cNvPr id="4" name="Content Placeholder 2"/>
          <p:cNvSpPr txBox="1">
            <a:spLocks/>
          </p:cNvSpPr>
          <p:nvPr/>
        </p:nvSpPr>
        <p:spPr>
          <a:xfrm>
            <a:off x="358775" y="1676400"/>
            <a:ext cx="8785225" cy="3849268"/>
          </a:xfrm>
          <a:prstGeom prst="rect">
            <a:avLst/>
          </a:prstGeom>
        </p:spPr>
        <p:txBody>
          <a:bodyPr vert="horz" lIns="91440" tIns="45720" rIns="91440" bIns="45720" rtlCol="0">
            <a:noAutofit/>
          </a:bodyPr>
          <a:lst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r>
              <a:rPr lang="en-GB" dirty="0"/>
              <a:t>Data science </a:t>
            </a:r>
            <a:endParaRPr lang="en-GB" dirty="0" smtClean="0"/>
          </a:p>
          <a:p>
            <a:pPr marL="0" indent="0">
              <a:buNone/>
            </a:pPr>
            <a:endParaRPr lang="en-GB" dirty="0" smtClean="0"/>
          </a:p>
          <a:p>
            <a:pPr lvl="1">
              <a:buFont typeface="Wingdings" panose="05000000000000000000" pitchFamily="2" charset="2"/>
              <a:buChar char="v"/>
            </a:pPr>
            <a:r>
              <a:rPr lang="en-GB" dirty="0" smtClean="0"/>
              <a:t>is </a:t>
            </a:r>
            <a:r>
              <a:rPr lang="en-GB" dirty="0"/>
              <a:t>a recent umbrella term (term that covers several </a:t>
            </a:r>
            <a:r>
              <a:rPr lang="en-GB" dirty="0" err="1"/>
              <a:t>subdisciplines</a:t>
            </a:r>
            <a:r>
              <a:rPr lang="en-GB" dirty="0"/>
              <a:t>) that includes machine learning and statistics, certain aspects of computer science including algorithms, data storage, and web application development. </a:t>
            </a:r>
            <a:endParaRPr lang="en-GB" dirty="0" smtClean="0"/>
          </a:p>
          <a:p>
            <a:pPr lvl="1">
              <a:buFont typeface="Wingdings" panose="05000000000000000000" pitchFamily="2" charset="2"/>
              <a:buChar char="v"/>
            </a:pPr>
            <a:r>
              <a:rPr lang="en-GB" dirty="0" smtClean="0"/>
              <a:t>Data </a:t>
            </a:r>
            <a:r>
              <a:rPr lang="en-GB" dirty="0"/>
              <a:t>science is also a practical discipline that requires understanding of the domain in which it is applied </a:t>
            </a:r>
            <a:r>
              <a:rPr lang="en-GB" dirty="0" smtClean="0"/>
              <a:t>in</a:t>
            </a:r>
          </a:p>
          <a:p>
            <a:pPr lvl="2">
              <a:buFont typeface="Wingdings" panose="05000000000000000000" pitchFamily="2" charset="2"/>
              <a:buChar char="v"/>
            </a:pPr>
            <a:r>
              <a:rPr lang="en-GB" dirty="0" smtClean="0"/>
              <a:t>E.g. </a:t>
            </a:r>
            <a:r>
              <a:rPr lang="en-GB" dirty="0"/>
              <a:t>business or science: its purpose (what "added value" means), basic assumptions, and constraints</a:t>
            </a:r>
            <a:r>
              <a:rPr lang="en-GB" dirty="0" smtClean="0"/>
              <a:t>.</a:t>
            </a:r>
          </a:p>
          <a:p>
            <a:pPr lvl="1">
              <a:buFont typeface="Wingdings" panose="05000000000000000000" pitchFamily="2" charset="2"/>
              <a:buChar char="v"/>
            </a:pPr>
            <a:r>
              <a:rPr lang="en-GB" dirty="0" smtClean="0"/>
              <a:t> </a:t>
            </a:r>
            <a:r>
              <a:rPr lang="en-GB" dirty="0"/>
              <a:t>Data science solutions often involve at least a pinch of </a:t>
            </a:r>
            <a:r>
              <a:rPr lang="en-GB" dirty="0" smtClean="0"/>
              <a:t>AI.</a:t>
            </a:r>
          </a:p>
          <a:p>
            <a:pPr lvl="1">
              <a:buFont typeface="Wingdings" panose="05000000000000000000" pitchFamily="2" charset="2"/>
              <a:buChar char="v"/>
            </a:pPr>
            <a:endParaRPr lang="en-GB" dirty="0" smtClean="0"/>
          </a:p>
        </p:txBody>
      </p:sp>
    </p:spTree>
    <p:extLst>
      <p:ext uri="{BB962C8B-B14F-4D97-AF65-F5344CB8AC3E}">
        <p14:creationId xmlns:p14="http://schemas.microsoft.com/office/powerpoint/2010/main" val="452772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5DFEC63-AC9E-491C-B008-E83D881192CD}" type="slidenum">
              <a:rPr lang="en-GB" smtClean="0"/>
              <a:pPr/>
              <a:t>18</a:t>
            </a:fld>
            <a:endParaRPr lang="en-GB" dirty="0"/>
          </a:p>
        </p:txBody>
      </p:sp>
      <p:sp>
        <p:nvSpPr>
          <p:cNvPr id="3" name="Rectangle 2"/>
          <p:cNvSpPr/>
          <p:nvPr/>
        </p:nvSpPr>
        <p:spPr>
          <a:xfrm>
            <a:off x="838200" y="1447800"/>
            <a:ext cx="7848600" cy="4721292"/>
          </a:xfrm>
          <a:prstGeom prst="rect">
            <a:avLst/>
          </a:prstGeom>
        </p:spPr>
        <p:txBody>
          <a:bodyPr wrap="square">
            <a:spAutoFit/>
          </a:bodyPr>
          <a:lstStyle/>
          <a:p>
            <a:pPr>
              <a:buFont typeface="Wingdings" panose="05000000000000000000" pitchFamily="2" charset="2"/>
              <a:buChar char="v"/>
            </a:pPr>
            <a:r>
              <a:rPr lang="en-GB" sz="2000" b="1" dirty="0"/>
              <a:t>Robotics </a:t>
            </a:r>
            <a:endParaRPr lang="en-GB" sz="2000" b="1" dirty="0" smtClean="0"/>
          </a:p>
          <a:p>
            <a:pPr>
              <a:buFont typeface="Wingdings" panose="05000000000000000000" pitchFamily="2" charset="2"/>
              <a:buChar char="v"/>
            </a:pPr>
            <a:endParaRPr lang="en-GB" sz="2000" b="1" dirty="0" smtClean="0"/>
          </a:p>
          <a:p>
            <a:pPr lvl="1">
              <a:buFont typeface="Wingdings" panose="05000000000000000000" pitchFamily="2" charset="2"/>
              <a:buChar char="v"/>
            </a:pPr>
            <a:r>
              <a:rPr lang="en-GB" dirty="0" smtClean="0"/>
              <a:t> is about building </a:t>
            </a:r>
            <a:r>
              <a:rPr lang="en-GB" dirty="0"/>
              <a:t>and programming robots so that they can operate in complex, real-world scenarios</a:t>
            </a:r>
            <a:r>
              <a:rPr lang="en-GB" dirty="0" smtClean="0"/>
              <a:t>.</a:t>
            </a:r>
          </a:p>
          <a:p>
            <a:pPr lvl="1">
              <a:buFont typeface="Wingdings" panose="05000000000000000000" pitchFamily="2" charset="2"/>
              <a:buChar char="v"/>
            </a:pPr>
            <a:endParaRPr lang="en-GB" dirty="0"/>
          </a:p>
          <a:p>
            <a:pPr lvl="1">
              <a:buFont typeface="Wingdings" panose="05000000000000000000" pitchFamily="2" charset="2"/>
              <a:buChar char="v"/>
            </a:pPr>
            <a:r>
              <a:rPr lang="en-GB" dirty="0" smtClean="0"/>
              <a:t>it </a:t>
            </a:r>
            <a:r>
              <a:rPr lang="en-GB" dirty="0"/>
              <a:t>requires a combination of virtually all areas of AI. </a:t>
            </a:r>
            <a:r>
              <a:rPr lang="en-GB" dirty="0" smtClean="0"/>
              <a:t>Such as:-</a:t>
            </a:r>
          </a:p>
          <a:p>
            <a:pPr lvl="1"/>
            <a:endParaRPr lang="en-GB" dirty="0" smtClean="0"/>
          </a:p>
          <a:p>
            <a:pPr marL="1200150" lvl="2" indent="-285750">
              <a:buFont typeface="Courier New" panose="02070309020205020404" pitchFamily="49" charset="0"/>
              <a:buChar char="o"/>
            </a:pPr>
            <a:r>
              <a:rPr lang="en-GB" sz="1600" i="1" dirty="0" smtClean="0"/>
              <a:t>Computer </a:t>
            </a:r>
            <a:r>
              <a:rPr lang="en-GB" sz="1600" i="1" dirty="0"/>
              <a:t>vision and speech recognition </a:t>
            </a:r>
            <a:r>
              <a:rPr lang="en-GB" sz="1600" dirty="0"/>
              <a:t>for sensing the environment</a:t>
            </a:r>
          </a:p>
          <a:p>
            <a:pPr marL="1200150" lvl="2" indent="-285750">
              <a:buFont typeface="Courier New" panose="02070309020205020404" pitchFamily="49" charset="0"/>
              <a:buChar char="o"/>
            </a:pPr>
            <a:r>
              <a:rPr lang="en-GB" sz="1600" dirty="0"/>
              <a:t>Natural language processing, information retrieval, and reasoning under uncertainty for processing instructions and predicting consequences of potential actions</a:t>
            </a:r>
          </a:p>
          <a:p>
            <a:pPr marL="1200150" lvl="2" indent="-285750">
              <a:buFont typeface="Courier New" panose="02070309020205020404" pitchFamily="49" charset="0"/>
              <a:buChar char="o"/>
            </a:pPr>
            <a:r>
              <a:rPr lang="en-GB" sz="1600" i="1" dirty="0"/>
              <a:t>Cognitive </a:t>
            </a:r>
            <a:r>
              <a:rPr lang="en-GB" sz="1600" i="1" dirty="0" err="1"/>
              <a:t>modeling</a:t>
            </a:r>
            <a:r>
              <a:rPr lang="en-GB" sz="1600" i="1" dirty="0"/>
              <a:t> and affective computing </a:t>
            </a:r>
            <a:r>
              <a:rPr lang="en-GB" sz="1600" dirty="0"/>
              <a:t>(systems that respond to expressions of human feelings or that mimic feelings) for interacting and working together with humans</a:t>
            </a:r>
          </a:p>
          <a:p>
            <a:pPr marL="1200150" lvl="2" indent="-285750">
              <a:buFont typeface="Courier New" panose="02070309020205020404" pitchFamily="49" charset="0"/>
              <a:buChar char="o"/>
            </a:pPr>
            <a:r>
              <a:rPr lang="en-GB" sz="1600" dirty="0"/>
              <a:t>Many of the robotics-related AI problems are best approached by </a:t>
            </a:r>
            <a:r>
              <a:rPr lang="en-GB" sz="1600" i="1" dirty="0"/>
              <a:t>machine learning</a:t>
            </a:r>
            <a:r>
              <a:rPr lang="en-GB" sz="1600" dirty="0"/>
              <a:t>, which makes machine learning a central branch of AI for robotics.</a:t>
            </a:r>
          </a:p>
          <a:p>
            <a:pPr lvl="2">
              <a:lnSpc>
                <a:spcPct val="80000"/>
              </a:lnSpc>
              <a:buFont typeface="Wingdings 3" charset="2"/>
              <a:buNone/>
            </a:pPr>
            <a:endParaRPr lang="en-US" sz="1350" dirty="0">
              <a:ea typeface="Verdana" pitchFamily="34" charset="0"/>
              <a:cs typeface="Verdana" pitchFamily="34" charset="0"/>
            </a:endParaRPr>
          </a:p>
        </p:txBody>
      </p:sp>
      <p:sp>
        <p:nvSpPr>
          <p:cNvPr id="4" name="Title 1"/>
          <p:cNvSpPr txBox="1">
            <a:spLocks/>
          </p:cNvSpPr>
          <p:nvPr/>
        </p:nvSpPr>
        <p:spPr>
          <a:xfrm>
            <a:off x="1219200" y="533400"/>
            <a:ext cx="8783638" cy="836612"/>
          </a:xfrm>
          <a:prstGeom prst="rect">
            <a:avLst/>
          </a:prstGeom>
        </p:spPr>
        <p:txBody>
          <a:bodyPr vert="horz" lIns="91440" tIns="45720" rIns="91440" bIns="45720" rtlCol="0" anchor="t">
            <a:noAutofit/>
          </a:bodyPr>
          <a:lst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nn-NO" sz="2800" dirty="0" smtClean="0"/>
              <a:t>Related Fields cont’d</a:t>
            </a:r>
            <a:endParaRPr lang="en-GB" sz="2800" dirty="0"/>
          </a:p>
        </p:txBody>
      </p:sp>
    </p:spTree>
    <p:extLst>
      <p:ext uri="{BB962C8B-B14F-4D97-AF65-F5344CB8AC3E}">
        <p14:creationId xmlns:p14="http://schemas.microsoft.com/office/powerpoint/2010/main" val="2668392509"/>
      </p:ext>
    </p:extLst>
  </p:cSld>
  <p:clrMapOvr>
    <a:masterClrMapping/>
  </p:clrMapOvr>
</p:sld>
</file>

<file path=ppt/theme/_rels/theme4.xml.rels><?xml version="1.0" encoding="UTF-8" standalone="yes"?>
<Relationships xmlns="http://schemas.openxmlformats.org/package/2006/relationships"><Relationship Id="rId1" Type="http://schemas.openxmlformats.org/officeDocument/2006/relationships/image" Target="../media/image6.jpeg"/></Relationships>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_Theme_page">
  <a:themeElements>
    <a:clrScheme name="Yellow">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1888642</TotalTime>
  <Words>2840</Words>
  <Application>Microsoft Office PowerPoint</Application>
  <PresentationFormat>On-screen Show (4:3)</PresentationFormat>
  <Paragraphs>216</Paragraphs>
  <Slides>18</Slides>
  <Notes>9</Notes>
  <HiddenSlides>1</HiddenSlides>
  <MMClips>0</MMClips>
  <ScaleCrop>false</ScaleCrop>
  <HeadingPairs>
    <vt:vector size="6" baseType="variant">
      <vt:variant>
        <vt:lpstr>Fonts Used</vt:lpstr>
      </vt:variant>
      <vt:variant>
        <vt:i4>11</vt:i4>
      </vt:variant>
      <vt:variant>
        <vt:lpstr>Theme</vt:lpstr>
      </vt:variant>
      <vt:variant>
        <vt:i4>4</vt:i4>
      </vt:variant>
      <vt:variant>
        <vt:lpstr>Slide Titles</vt:lpstr>
      </vt:variant>
      <vt:variant>
        <vt:i4>18</vt:i4>
      </vt:variant>
    </vt:vector>
  </HeadingPairs>
  <TitlesOfParts>
    <vt:vector size="33" baseType="lpstr">
      <vt:lpstr>Arial</vt:lpstr>
      <vt:lpstr>Arial Rounded MT Bold</vt:lpstr>
      <vt:lpstr>Calibri</vt:lpstr>
      <vt:lpstr>Courier New</vt:lpstr>
      <vt:lpstr>Georgia</vt:lpstr>
      <vt:lpstr>Rockwell</vt:lpstr>
      <vt:lpstr>Rockwell Condensed</vt:lpstr>
      <vt:lpstr>Times New Roman</vt:lpstr>
      <vt:lpstr>Verdana</vt:lpstr>
      <vt:lpstr>Wingdings</vt:lpstr>
      <vt:lpstr>Wingdings 3</vt:lpstr>
      <vt:lpstr>Custom Design</vt:lpstr>
      <vt:lpstr>CU_Theme_page</vt:lpstr>
      <vt:lpstr>1_Custom Design</vt:lpstr>
      <vt:lpstr>Ion</vt:lpstr>
      <vt:lpstr>PowerPoint Presentation</vt:lpstr>
      <vt:lpstr>PowerPoint Presentation</vt:lpstr>
      <vt:lpstr>PowerPoint Presentation</vt:lpstr>
      <vt:lpstr>Introduction to AI</vt:lpstr>
      <vt:lpstr>Learning Objectives</vt:lpstr>
      <vt:lpstr>Quick Quiz</vt:lpstr>
      <vt:lpstr>Lecture Outline</vt:lpstr>
      <vt:lpstr>PowerPoint Presentation</vt:lpstr>
      <vt:lpstr>Defining AI</vt:lpstr>
      <vt:lpstr>PowerPoint Presentation</vt:lpstr>
      <vt:lpstr>Practical Definitions of AI</vt:lpstr>
      <vt:lpstr>Practical Definitions of AI</vt:lpstr>
      <vt:lpstr>PowerPoint Presentation</vt:lpstr>
      <vt:lpstr>PowerPoint Presentation</vt:lpstr>
      <vt:lpstr>What is the Nature of AI problems vs. Non-AI problems?</vt:lpstr>
      <vt:lpstr>PowerPoint Presentation</vt:lpstr>
      <vt:lpstr>PowerPoint Presentation</vt:lpstr>
      <vt:lpstr>PowerPoint Presentation</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Driving Administrative Quality For Vision 10: 2022</dc:title>
  <dc:creator>HP</dc:creator>
  <cp:lastModifiedBy>Siphokazi Tswane</cp:lastModifiedBy>
  <cp:revision>243</cp:revision>
  <cp:lastPrinted>2015-08-03T07:22:59Z</cp:lastPrinted>
  <dcterms:created xsi:type="dcterms:W3CDTF">2014-01-31T21:42:27Z</dcterms:created>
  <dcterms:modified xsi:type="dcterms:W3CDTF">2021-03-05T08:08:58Z</dcterms:modified>
</cp:coreProperties>
</file>