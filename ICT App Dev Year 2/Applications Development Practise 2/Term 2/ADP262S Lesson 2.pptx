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79" r:id="rId3"/>
    <p:sldId id="281" r:id="rId4"/>
    <p:sldId id="265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6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7D2437-BE04-4717-BB02-2052620FECA6}" type="datetimeFigureOut">
              <a:rPr lang="en-ZA" smtClean="0"/>
              <a:t>2021/04/13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943176-3453-4D77-996B-320A7CFD347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41492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r>
              <a:rPr lang="en-US"/>
              <a:t>Monday, 22 June 2020</a:t>
            </a:r>
            <a:endParaRPr lang="en-ZA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r>
              <a:rPr lang="en-ZA"/>
              <a:t>Last modified:</a:t>
            </a: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9286FA2-088A-431A-8BDC-7864FFAC4FDA}" type="slidenum">
              <a:rPr lang="en-ZA" smtClean="0"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Monday, 22 June 2020</a:t>
            </a:r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Last modified: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86FA2-088A-431A-8BDC-7864FFAC4FDA}" type="slidenum">
              <a:rPr lang="en-ZA" smtClean="0"/>
              <a:t>‹#›</a:t>
            </a:fld>
            <a:endParaRPr lang="en-ZA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Monday, 22 June 2020</a:t>
            </a:r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Last modified: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86FA2-088A-431A-8BDC-7864FFAC4FDA}" type="slidenum">
              <a:rPr lang="en-ZA" smtClean="0"/>
              <a:t>‹#›</a:t>
            </a:fld>
            <a:endParaRPr lang="en-ZA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Monday, 22 June 2020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Last modified: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86FA2-088A-431A-8BDC-7864FFAC4FDA}" type="slidenum">
              <a:rPr lang="en-ZA" smtClean="0"/>
              <a:t>‹#›</a:t>
            </a:fld>
            <a:endParaRPr lang="en-ZA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Monday, 22 June 2020</a:t>
            </a:r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Last modified: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86FA2-088A-431A-8BDC-7864FFAC4FDA}" type="slidenum">
              <a:rPr lang="en-ZA" smtClean="0"/>
              <a:t>‹#›</a:t>
            </a:fld>
            <a:endParaRPr lang="en-ZA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Monday, 22 June 2020</a:t>
            </a:r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Last modified: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86FA2-088A-431A-8BDC-7864FFAC4FDA}" type="slidenum">
              <a:rPr lang="en-ZA" smtClean="0"/>
              <a:t>‹#›</a:t>
            </a:fld>
            <a:endParaRPr lang="en-ZA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Monday, 22 June 2020</a:t>
            </a:r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Last modified: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86FA2-088A-431A-8BDC-7864FFAC4FDA}" type="slidenum">
              <a:rPr lang="en-ZA" smtClean="0"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r>
              <a:rPr lang="en-US"/>
              <a:t>Monday, 22 June 2020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Last modified: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86FA2-088A-431A-8BDC-7864FFAC4FDA}" type="slidenum">
              <a:rPr lang="en-ZA" smtClean="0"/>
              <a:t>‹#›</a:t>
            </a:fld>
            <a:endParaRPr lang="en-ZA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r>
              <a:rPr lang="en-US"/>
              <a:t>Monday, 22 June 2020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r>
              <a:rPr lang="en-ZA"/>
              <a:t>Last modified: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9286FA2-088A-431A-8BDC-7864FFAC4FDA}" type="slidenum">
              <a:rPr lang="en-ZA" smtClean="0"/>
              <a:t>‹#›</a:t>
            </a:fld>
            <a:endParaRPr lang="en-Z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Monday, 22 June 2020</a:t>
            </a:r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Last modified: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86FA2-088A-431A-8BDC-7864FFAC4FDA}" type="slidenum">
              <a:rPr lang="en-ZA" smtClean="0"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Monday, 22 June 2020</a:t>
            </a:r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Last modified: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86FA2-088A-431A-8BDC-7864FFAC4FDA}" type="slidenum">
              <a:rPr lang="en-ZA" smtClean="0"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r>
              <a:rPr lang="en-US"/>
              <a:t>Monday, 22 June 2020</a:t>
            </a:r>
            <a:endParaRPr lang="en-ZA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r>
              <a:rPr lang="en-ZA"/>
              <a:t>Last modified: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19286FA2-088A-431A-8BDC-7864FFAC4FDA}" type="slidenum">
              <a:rPr lang="en-ZA" smtClean="0"/>
              <a:t>‹#›</a:t>
            </a:fld>
            <a:endParaRPr lang="en-Z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Applications Development Practice 2 (ADP262S) </a:t>
            </a:r>
            <a:br>
              <a:rPr lang="en-ZA" dirty="0"/>
            </a:br>
            <a:r>
              <a:rPr lang="en-ZA" dirty="0"/>
              <a:t>Term 2 Lesson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ZA" dirty="0"/>
              <a:t>Lecturers:   Arinze Anikwue</a:t>
            </a:r>
          </a:p>
          <a:p>
            <a:r>
              <a:rPr lang="en-ZA" dirty="0"/>
              <a:t>Radford Burger</a:t>
            </a:r>
          </a:p>
          <a:p>
            <a:r>
              <a:rPr lang="en-ZA" dirty="0"/>
              <a:t>Kruben Naidoo 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Monday, 14 April 2021</a:t>
            </a:r>
            <a:endParaRPr lang="en-Z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Last modified:</a:t>
            </a:r>
          </a:p>
        </p:txBody>
      </p:sp>
    </p:spTree>
    <p:extLst>
      <p:ext uri="{BB962C8B-B14F-4D97-AF65-F5344CB8AC3E}">
        <p14:creationId xmlns:p14="http://schemas.microsoft.com/office/powerpoint/2010/main" val="2311423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3558" y="1991367"/>
            <a:ext cx="3276884" cy="3505504"/>
          </a:xfr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Monday, 14 April 2021</a:t>
            </a:r>
            <a:endParaRPr lang="en-Z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Last modified: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Swing Made Easy – 9 simple steps</a:t>
            </a:r>
            <a:endParaRPr lang="en-ZA" dirty="0"/>
          </a:p>
        </p:txBody>
      </p:sp>
      <p:sp>
        <p:nvSpPr>
          <p:cNvPr id="7" name="Right Arrow 6"/>
          <p:cNvSpPr/>
          <p:nvPr/>
        </p:nvSpPr>
        <p:spPr>
          <a:xfrm>
            <a:off x="1187624" y="2179160"/>
            <a:ext cx="1800200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Title bar</a:t>
            </a:r>
            <a:endParaRPr lang="en-ZA" dirty="0"/>
          </a:p>
        </p:txBody>
      </p:sp>
      <p:sp>
        <p:nvSpPr>
          <p:cNvPr id="10" name="Right Arrow 9"/>
          <p:cNvSpPr/>
          <p:nvPr/>
        </p:nvSpPr>
        <p:spPr>
          <a:xfrm>
            <a:off x="755576" y="3720558"/>
            <a:ext cx="2238966" cy="3757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Textfields</a:t>
            </a:r>
            <a:endParaRPr lang="en-ZA" dirty="0"/>
          </a:p>
        </p:txBody>
      </p:sp>
      <p:sp>
        <p:nvSpPr>
          <p:cNvPr id="14" name="Left Arrow 13"/>
          <p:cNvSpPr/>
          <p:nvPr/>
        </p:nvSpPr>
        <p:spPr>
          <a:xfrm>
            <a:off x="6372200" y="2564904"/>
            <a:ext cx="1872208" cy="50405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Menu bar</a:t>
            </a:r>
            <a:endParaRPr lang="en-ZA" dirty="0"/>
          </a:p>
        </p:txBody>
      </p:sp>
      <p:sp>
        <p:nvSpPr>
          <p:cNvPr id="15" name="Left Arrow 14"/>
          <p:cNvSpPr/>
          <p:nvPr/>
        </p:nvSpPr>
        <p:spPr>
          <a:xfrm>
            <a:off x="5148064" y="3712170"/>
            <a:ext cx="3744416" cy="50405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JLabel</a:t>
            </a:r>
            <a:r>
              <a:rPr lang="en-US" dirty="0"/>
              <a:t> (duke.running.gif)</a:t>
            </a:r>
            <a:endParaRPr lang="en-ZA" dirty="0"/>
          </a:p>
        </p:txBody>
      </p:sp>
      <p:sp>
        <p:nvSpPr>
          <p:cNvPr id="16" name="Right Arrow 15"/>
          <p:cNvSpPr/>
          <p:nvPr/>
        </p:nvSpPr>
        <p:spPr>
          <a:xfrm>
            <a:off x="743821" y="5121092"/>
            <a:ext cx="2238966" cy="3757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Buttons</a:t>
            </a:r>
            <a:endParaRPr lang="en-ZA" dirty="0"/>
          </a:p>
        </p:txBody>
      </p:sp>
      <p:cxnSp>
        <p:nvCxnSpPr>
          <p:cNvPr id="25" name="Straight Arrow Connector 24"/>
          <p:cNvCxnSpPr>
            <a:endCxn id="6" idx="0"/>
          </p:cNvCxnSpPr>
          <p:nvPr/>
        </p:nvCxnSpPr>
        <p:spPr>
          <a:xfrm>
            <a:off x="4572000" y="1556792"/>
            <a:ext cx="0" cy="4345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139952" y="1316905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FRAME</a:t>
            </a:r>
            <a:endParaRPr lang="en-Z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425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4" grpId="0" animBg="1"/>
      <p:bldP spid="15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3558" y="1991367"/>
            <a:ext cx="3276884" cy="3505504"/>
          </a:xfr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Monday, 14 April 2021</a:t>
            </a:r>
            <a:endParaRPr lang="en-Z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Last modified: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Swing Made Easy – 9 simple steps contd.</a:t>
            </a:r>
            <a:endParaRPr lang="en-ZA" dirty="0"/>
          </a:p>
        </p:txBody>
      </p:sp>
      <p:cxnSp>
        <p:nvCxnSpPr>
          <p:cNvPr id="25" name="Straight Arrow Connector 24"/>
          <p:cNvCxnSpPr>
            <a:endCxn id="6" idx="0"/>
          </p:cNvCxnSpPr>
          <p:nvPr/>
        </p:nvCxnSpPr>
        <p:spPr>
          <a:xfrm>
            <a:off x="4572000" y="1556792"/>
            <a:ext cx="0" cy="4345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139952" y="1316905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FRAME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933557" y="2941782"/>
            <a:ext cx="394663" cy="216024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7" name="Rectangle 16"/>
          <p:cNvSpPr/>
          <p:nvPr/>
        </p:nvSpPr>
        <p:spPr>
          <a:xfrm>
            <a:off x="5796136" y="2941782"/>
            <a:ext cx="414306" cy="216024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8" name="Rectangle 17"/>
          <p:cNvSpPr/>
          <p:nvPr/>
        </p:nvSpPr>
        <p:spPr>
          <a:xfrm>
            <a:off x="2933557" y="5120055"/>
            <a:ext cx="3276885" cy="37681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9" name="Rectangle 18"/>
          <p:cNvSpPr/>
          <p:nvPr/>
        </p:nvSpPr>
        <p:spPr>
          <a:xfrm>
            <a:off x="3328220" y="2941782"/>
            <a:ext cx="2467916" cy="216024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cxnSp>
        <p:nvCxnSpPr>
          <p:cNvPr id="20" name="Straight Arrow Connector 19"/>
          <p:cNvCxnSpPr/>
          <p:nvPr/>
        </p:nvCxnSpPr>
        <p:spPr>
          <a:xfrm flipV="1">
            <a:off x="4562178" y="5496871"/>
            <a:ext cx="2036" cy="3804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>
            <a:off x="5555412" y="2348880"/>
            <a:ext cx="1680884" cy="11521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1997453" y="3861048"/>
            <a:ext cx="9361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>
            <a:off x="6210442" y="4025986"/>
            <a:ext cx="842171" cy="6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102650" y="5905107"/>
            <a:ext cx="1452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panelSouth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06365" y="3705578"/>
            <a:ext cx="1535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panelWest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062524" y="3858521"/>
            <a:ext cx="1325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panelEast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619993" y="2003321"/>
            <a:ext cx="1594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panelCenter</a:t>
            </a:r>
            <a:endParaRPr lang="en-Z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6241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7" grpId="0" animBg="1"/>
      <p:bldP spid="18" grpId="0" animBg="1"/>
      <p:bldP spid="19" grpId="0" animBg="1"/>
      <p:bldP spid="29" grpId="0"/>
      <p:bldP spid="30" grpId="0"/>
      <p:bldP spid="31" grpId="0"/>
      <p:bldP spid="3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1484784"/>
            <a:ext cx="6211213" cy="3882008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Questions?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Monday, 14 April 2021</a:t>
            </a:r>
            <a:endParaRPr lang="en-Z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Last modified:</a:t>
            </a:r>
          </a:p>
        </p:txBody>
      </p:sp>
    </p:spTree>
    <p:extLst>
      <p:ext uri="{BB962C8B-B14F-4D97-AF65-F5344CB8AC3E}">
        <p14:creationId xmlns:p14="http://schemas.microsoft.com/office/powerpoint/2010/main" val="33632420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848</TotalTime>
  <Words>90</Words>
  <Application>Microsoft Office PowerPoint</Application>
  <PresentationFormat>On-screen Show (4:3)</PresentationFormat>
  <Paragraphs>26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Calibri</vt:lpstr>
      <vt:lpstr>Lucida Sans Unicode</vt:lpstr>
      <vt:lpstr>Verdana</vt:lpstr>
      <vt:lpstr>Wingdings 2</vt:lpstr>
      <vt:lpstr>Wingdings 3</vt:lpstr>
      <vt:lpstr>Concourse</vt:lpstr>
      <vt:lpstr>Applications Development Practice 2 (ADP262S)  Term 2 Lesson 2</vt:lpstr>
      <vt:lpstr>Swing Made Easy – 9 simple steps</vt:lpstr>
      <vt:lpstr>Swing Made Easy – 9 simple steps contd.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Applications Development Practice 2 (ADP262S) – Covid-19 and the way forward</dc:title>
  <dc:creator>Administrator</dc:creator>
  <cp:lastModifiedBy>Kruben Naidoo</cp:lastModifiedBy>
  <cp:revision>65</cp:revision>
  <dcterms:created xsi:type="dcterms:W3CDTF">2020-05-30T04:40:12Z</dcterms:created>
  <dcterms:modified xsi:type="dcterms:W3CDTF">2021-04-13T21:47:39Z</dcterms:modified>
</cp:coreProperties>
</file>