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9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C06BFE-0B6F-44C8-B635-E15CEB6C24F3}" v="2" dt="2026-02-10T14:38:07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1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990B-E271-3670-C598-E21489E41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36C49-C398-1391-AF28-38D229FB9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6834-9D8E-5F38-6C31-D3F05975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AA404-4C46-9490-93E0-D1766A73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B8DA8-3349-BD86-0F9A-C43CBEA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37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72F2-B183-37C6-D93B-03A07A59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F07BF-5BBB-DF5F-6111-97FD67F8A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295BF-9CB1-8831-D46F-A38A927D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09EEA-9F84-9699-3F75-158F2198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0A818-458E-E888-F03D-B18D776D7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759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C279-9BC4-230F-8524-4AFFBA0A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B0566-E346-B13E-955C-330475C09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7CC15-34FB-E5CC-985C-8AE9E5BF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A865F-8020-BD91-E60B-99EE8D4B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3A332-E1F6-F209-186C-2BDB9AF0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58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B2D5-556B-3F28-A859-3BA3A73C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8E74C-AC31-CC51-33A1-44D61DFFE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F5E78-E81B-C25F-A49D-2DCDB3D8A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5E5F2-B05B-3D71-AC49-09765C6D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BF7E5-1778-C13B-4073-61F4BAA6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18DDA-D412-111F-FF24-CD212247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90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B03F-58EE-1BDF-39CB-857F6CCB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51FAF-A63C-D614-6997-973165DBC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8E70D-F033-280B-5B2B-1D872CF0B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D21431-E7F4-86D5-6FD2-81A10D745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F2F4E-4FAA-C58E-038A-DBFA5A6E0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F7D9ED-1A14-C285-028C-04CF88BC6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133EB-726D-DFA4-24BF-FB795C4D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930EFF-2973-9103-5739-4140B395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92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13F9-4003-B5ED-D6E7-EA9D8382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07086-1855-12E8-7270-27557357C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782D8-A437-1471-620D-1B80E409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FAD6B-61CB-C1FD-F864-97FA77C4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980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10417-8B9A-8D19-B554-08CB998A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5B177-56BC-44D2-8CA7-CE7BF519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62A7F-214B-0248-1231-65F0D0C8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63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DBDA-071F-0A6D-8DFB-32D66D2C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FF55A-EB11-5D50-FEB5-734B56BC1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1FAA0-2068-F66F-F239-ADDF94229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04A2D-FF9E-68A7-4D76-49C9E4E5C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B43A3-206D-FEFD-11DF-E2C3466D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EBB3E-E6E9-4AE8-EFD4-D46AEFBE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23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84FA-3034-A8E0-EA20-147493C5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016354-D769-9488-ACBD-25ABD2696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D2290-FF6E-CA33-F260-9A00A6BDC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F5AB6-6021-6690-6726-6626286D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F9833-29DF-CD86-183B-5D294C87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B6137-6270-5C7A-1897-CD76B488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846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0711-25C2-9799-1DAD-410175B11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57047-CF5E-55C1-5986-71499B151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9FEA2-ECF2-0602-3BCF-DF8109AD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8AA6C-3575-FAAC-61F9-1EBA7CD5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2D08C-1EA4-C28C-4453-2B138091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1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5D30AC-962F-7626-AE12-97D0BC117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20D06-A307-E9AB-A9B6-CCB3D97EE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3C664-41B5-C1FB-BE46-0BC2D361E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CF0CF-76A5-C6B3-3B96-AF980B3E1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9A218-C61C-F36D-3591-1213A2CF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5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D36CB-BE9D-26DE-0066-C93C0B8F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6DD74-B7B8-D19E-CEB1-D68F8D8A1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9FDD9-F437-C771-49F8-48F5E9D75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9B508-E18C-4078-B0A2-3FE74444B446}" type="datetimeFigureOut">
              <a:rPr lang="en-GB" smtClean="0"/>
              <a:t>17/Feb/26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4E9AE-527A-207F-0B00-8F2988028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A1455-8F00-4FC4-22C5-0FCC58D87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5327C-2602-49C2-B12B-CCD81B20C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28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B2B94-77B9-F78B-AE18-1D6F0299A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Selecting a Topic</a:t>
            </a:r>
            <a:endParaRPr lang="en-GB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96195-B041-1377-B488-C9B7FE391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Dr Denise Lakay</a:t>
            </a:r>
          </a:p>
          <a:p>
            <a:pPr algn="l"/>
            <a:r>
              <a:rPr lang="en-US"/>
              <a:t>10 February 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9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EC1BD-B99B-725F-AE34-81F6AA975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 topic?</a:t>
            </a: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234FBBD7-7C53-1D83-D0B3-E7310D03B4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40" y="231112"/>
            <a:ext cx="5767753" cy="648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2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239D8-2DE0-87C0-8597-45C80203B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Searching for a topic</a:t>
            </a:r>
          </a:p>
        </p:txBody>
      </p:sp>
      <p:pic>
        <p:nvPicPr>
          <p:cNvPr id="5" name="Content Placeholder 4" descr="A diagram of a funnel&#10;&#10;AI-generated content may be incorrect.">
            <a:extLst>
              <a:ext uri="{FF2B5EF4-FFF2-40B4-BE49-F238E27FC236}">
                <a16:creationId xmlns:a16="http://schemas.microsoft.com/office/drawing/2014/main" id="{DAF9949A-B6FB-9882-B752-D61FF7C48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22" y="467208"/>
            <a:ext cx="658175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1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A1C00-8951-3A4F-5DA1-6EF65C0A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Understanding your interest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standing on a staircase">
            <a:extLst>
              <a:ext uri="{FF2B5EF4-FFF2-40B4-BE49-F238E27FC236}">
                <a16:creationId xmlns:a16="http://schemas.microsoft.com/office/drawing/2014/main" id="{2369175A-7D28-111C-57DA-3595280F3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430" y="666728"/>
            <a:ext cx="5452125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4AAB2-45B6-15B6-1D92-16773996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Reviewing Existing Literature</a:t>
            </a:r>
          </a:p>
        </p:txBody>
      </p:sp>
      <p:pic>
        <p:nvPicPr>
          <p:cNvPr id="5" name="Content Placeholder 4" descr="A diagram of a funnel&#10;&#10;AI-generated content may be incorrect.">
            <a:extLst>
              <a:ext uri="{FF2B5EF4-FFF2-40B4-BE49-F238E27FC236}">
                <a16:creationId xmlns:a16="http://schemas.microsoft.com/office/drawing/2014/main" id="{748FC9B2-937A-B15A-F900-4A94B2C62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33" y="701715"/>
            <a:ext cx="7347537" cy="5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19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lowchart: Document 31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5697B-4BFF-FC87-1E6D-790139440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Practical implications of research</a:t>
            </a:r>
          </a:p>
        </p:txBody>
      </p:sp>
      <p:pic>
        <p:nvPicPr>
          <p:cNvPr id="5" name="Content Placeholder 4" descr="A diagram of a pyramid with colorful arrows">
            <a:extLst>
              <a:ext uri="{FF2B5EF4-FFF2-40B4-BE49-F238E27FC236}">
                <a16:creationId xmlns:a16="http://schemas.microsoft.com/office/drawing/2014/main" id="{1CC1B227-13B0-4369-3631-7D1D96624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09"/>
          <a:stretch/>
        </p:blipFill>
        <p:spPr>
          <a:xfrm>
            <a:off x="4086225" y="321548"/>
            <a:ext cx="7831120" cy="566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17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82D88-A371-6FE3-31D1-05F4FE3E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Narrowing your topic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funnel&#10;&#10;AI-generated content may be incorrect.">
            <a:extLst>
              <a:ext uri="{FF2B5EF4-FFF2-40B4-BE49-F238E27FC236}">
                <a16:creationId xmlns:a16="http://schemas.microsoft.com/office/drawing/2014/main" id="{DAEAF909-E296-CE27-065E-B7532606D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968" y="733530"/>
            <a:ext cx="6009366" cy="53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53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8C363-1511-8F9D-0402-9D358D42F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Looking for Feedback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agram of a question">
            <a:extLst>
              <a:ext uri="{FF2B5EF4-FFF2-40B4-BE49-F238E27FC236}">
                <a16:creationId xmlns:a16="http://schemas.microsoft.com/office/drawing/2014/main" id="{ED073356-E1CE-8F90-623A-672F53B0C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38" y="593352"/>
            <a:ext cx="7608304" cy="54767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02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C7804-4300-0EC9-8A31-5C09C051C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Importance of a good topic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0DA1AA51-C15D-131E-ABA6-4729C91959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442" y="605678"/>
            <a:ext cx="7486734" cy="553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59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funnel&#10;&#10;AI-generated content may be incorrect.">
            <a:extLst>
              <a:ext uri="{FF2B5EF4-FFF2-40B4-BE49-F238E27FC236}">
                <a16:creationId xmlns:a16="http://schemas.microsoft.com/office/drawing/2014/main" id="{D607E651-AEF4-8319-D667-4B9F00138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6" y="546538"/>
            <a:ext cx="6589537" cy="5684619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51213-EADC-724C-121D-34721945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Conclude</a:t>
            </a:r>
          </a:p>
        </p:txBody>
      </p:sp>
    </p:spTree>
    <p:extLst>
      <p:ext uri="{BB962C8B-B14F-4D97-AF65-F5344CB8AC3E}">
        <p14:creationId xmlns:p14="http://schemas.microsoft.com/office/powerpoint/2010/main" val="1573121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E0E3-C05C-1184-056E-6E343D47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a Topic and a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3811B-B3C0-6E0C-F716-DA7CC7976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Characteristics of Topic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68C43-F949-F250-EE72-E060D46551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Broad and General:</a:t>
            </a:r>
            <a:r>
              <a:rPr lang="en-US" dirty="0"/>
              <a:t> Topics are typically broad and encompass a wide range of information.</a:t>
            </a:r>
          </a:p>
          <a:p>
            <a:r>
              <a:rPr lang="en-US" b="1" dirty="0"/>
              <a:t>Subject of Exploration:</a:t>
            </a:r>
            <a:r>
              <a:rPr lang="en-US" dirty="0"/>
              <a:t> It's the subject you intend to investigate, analyze, or discuss.</a:t>
            </a:r>
          </a:p>
          <a:p>
            <a:r>
              <a:rPr lang="en-US" b="1" dirty="0"/>
              <a:t>Starting Point:</a:t>
            </a:r>
            <a:r>
              <a:rPr lang="en-US" dirty="0"/>
              <a:t> It serves as the initial point of departure for your writing process.</a:t>
            </a:r>
          </a:p>
          <a:p>
            <a:r>
              <a:rPr lang="en-US" b="1" dirty="0"/>
              <a:t>Descriptive:</a:t>
            </a:r>
            <a:r>
              <a:rPr lang="en-US" dirty="0"/>
              <a:t> It describes </a:t>
            </a:r>
            <a:r>
              <a:rPr lang="en-US" i="1" dirty="0"/>
              <a:t>what</a:t>
            </a:r>
            <a:r>
              <a:rPr lang="en-US" dirty="0"/>
              <a:t> your writing is about in a general sense.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4BB13-2702-56A0-22D3-2F74FA295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Characteristics of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A92314-BD84-848E-5877-7EDE1C57AEC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Specific and Concise:</a:t>
            </a:r>
            <a:r>
              <a:rPr lang="en-US" dirty="0"/>
              <a:t> Titles are specific and to the point, often summarizing the main argument or focus.</a:t>
            </a:r>
          </a:p>
          <a:p>
            <a:r>
              <a:rPr lang="en-US" b="1" dirty="0"/>
              <a:t>Attention-Grabbing:</a:t>
            </a:r>
            <a:r>
              <a:rPr lang="en-US" dirty="0"/>
              <a:t> They aim to capture the reader's interest and encourage them to read further.</a:t>
            </a:r>
          </a:p>
          <a:p>
            <a:r>
              <a:rPr lang="en-US" b="1" dirty="0"/>
              <a:t>Reflective of Content:</a:t>
            </a:r>
            <a:r>
              <a:rPr lang="en-US" dirty="0"/>
              <a:t> They accurately represent the content of the writing.</a:t>
            </a:r>
          </a:p>
          <a:p>
            <a:r>
              <a:rPr lang="en-US" b="1" dirty="0"/>
              <a:t>Persuasive:</a:t>
            </a:r>
            <a:r>
              <a:rPr lang="en-US" dirty="0"/>
              <a:t> They persuade the reader that the content is worth their time.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5576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5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C371DE-4954-BA14-05E4-64DB32592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38715"/>
            <a:ext cx="10905066" cy="338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0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3650</TotalTime>
  <Words>179</Words>
  <Application>Microsoft Office PowerPoint</Application>
  <PresentationFormat>Widescreen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Selecting a Topic</vt:lpstr>
      <vt:lpstr>What is a topic?</vt:lpstr>
      <vt:lpstr>Searching for a topic</vt:lpstr>
      <vt:lpstr>Understanding your interest</vt:lpstr>
      <vt:lpstr>Reviewing Existing Literature</vt:lpstr>
      <vt:lpstr>Practical implications of research</vt:lpstr>
      <vt:lpstr>Narrowing your topic</vt:lpstr>
      <vt:lpstr>Looking for Feedback</vt:lpstr>
      <vt:lpstr>Importance of a good topic</vt:lpstr>
      <vt:lpstr>Conclude</vt:lpstr>
      <vt:lpstr>Difference between a Topic and a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Denise Lakay</dc:creator>
  <cp:lastModifiedBy>Denise Lakay</cp:lastModifiedBy>
  <cp:revision>4</cp:revision>
  <dcterms:created xsi:type="dcterms:W3CDTF">2025-02-10T22:50:07Z</dcterms:created>
  <dcterms:modified xsi:type="dcterms:W3CDTF">2026-02-17T14:44:28Z</dcterms:modified>
</cp:coreProperties>
</file>