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82" r:id="rId3"/>
    <p:sldId id="283" r:id="rId4"/>
    <p:sldId id="277" r:id="rId5"/>
    <p:sldId id="278" r:id="rId6"/>
    <p:sldId id="280" r:id="rId7"/>
    <p:sldId id="284" r:id="rId8"/>
    <p:sldId id="261" r:id="rId9"/>
    <p:sldId id="259" r:id="rId10"/>
    <p:sldId id="272" r:id="rId11"/>
    <p:sldId id="260" r:id="rId12"/>
    <p:sldId id="262" r:id="rId13"/>
    <p:sldId id="279" r:id="rId14"/>
    <p:sldId id="281" r:id="rId15"/>
    <p:sldId id="276" r:id="rId16"/>
    <p:sldId id="28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nise Lakay" userId="ec5e921c-ebeb-4ab6-a489-03fbf406cf2c" providerId="ADAL" clId="{F97C3800-99D7-40FA-8194-7306FB10FAAA}"/>
    <pc:docChg chg="undo custSel addSld delSld modSld sldOrd">
      <pc:chgData name="Denise Lakay" userId="ec5e921c-ebeb-4ab6-a489-03fbf406cf2c" providerId="ADAL" clId="{F97C3800-99D7-40FA-8194-7306FB10FAAA}" dt="2026-02-04T15:10:32.567" v="1079" actId="27636"/>
      <pc:docMkLst>
        <pc:docMk/>
      </pc:docMkLst>
      <pc:sldChg chg="addSp delSp modSp mod addAnim">
        <pc:chgData name="Denise Lakay" userId="ec5e921c-ebeb-4ab6-a489-03fbf406cf2c" providerId="ADAL" clId="{F97C3800-99D7-40FA-8194-7306FB10FAAA}" dt="2026-02-03T11:15:45.848" v="914"/>
        <pc:sldMkLst>
          <pc:docMk/>
          <pc:sldMk cId="1022850558" sldId="256"/>
        </pc:sldMkLst>
        <pc:spChg chg="mod">
          <ac:chgData name="Denise Lakay" userId="ec5e921c-ebeb-4ab6-a489-03fbf406cf2c" providerId="ADAL" clId="{F97C3800-99D7-40FA-8194-7306FB10FAAA}" dt="2026-02-03T11:15:45.846" v="913" actId="26606"/>
          <ac:spMkLst>
            <pc:docMk/>
            <pc:sldMk cId="1022850558" sldId="256"/>
            <ac:spMk id="2" creationId="{00000000-0000-0000-0000-000000000000}"/>
          </ac:spMkLst>
        </pc:spChg>
        <pc:spChg chg="mod">
          <ac:chgData name="Denise Lakay" userId="ec5e921c-ebeb-4ab6-a489-03fbf406cf2c" providerId="ADAL" clId="{F97C3800-99D7-40FA-8194-7306FB10FAAA}" dt="2026-02-03T11:15:45.846" v="913" actId="26606"/>
          <ac:spMkLst>
            <pc:docMk/>
            <pc:sldMk cId="1022850558" sldId="256"/>
            <ac:spMk id="3" creationId="{00000000-0000-0000-0000-000000000000}"/>
          </ac:spMkLst>
        </pc:spChg>
        <pc:spChg chg="del">
          <ac:chgData name="Denise Lakay" userId="ec5e921c-ebeb-4ab6-a489-03fbf406cf2c" providerId="ADAL" clId="{F97C3800-99D7-40FA-8194-7306FB10FAAA}" dt="2026-02-03T11:15:45.846" v="913" actId="26606"/>
          <ac:spMkLst>
            <pc:docMk/>
            <pc:sldMk cId="1022850558" sldId="256"/>
            <ac:spMk id="17" creationId="{5C28659E-412C-4600-B45E-BAE370BC24B9}"/>
          </ac:spMkLst>
        </pc:spChg>
        <pc:spChg chg="del">
          <ac:chgData name="Denise Lakay" userId="ec5e921c-ebeb-4ab6-a489-03fbf406cf2c" providerId="ADAL" clId="{F97C3800-99D7-40FA-8194-7306FB10FAAA}" dt="2026-02-03T11:15:45.846" v="913" actId="26606"/>
          <ac:spMkLst>
            <pc:docMk/>
            <pc:sldMk cId="1022850558" sldId="256"/>
            <ac:spMk id="18" creationId="{AE95896B-6905-4618-A7DF-DED8A61FBC83}"/>
          </ac:spMkLst>
        </pc:spChg>
        <pc:spChg chg="del">
          <ac:chgData name="Denise Lakay" userId="ec5e921c-ebeb-4ab6-a489-03fbf406cf2c" providerId="ADAL" clId="{F97C3800-99D7-40FA-8194-7306FB10FAAA}" dt="2026-02-03T11:15:45.846" v="913" actId="26606"/>
          <ac:spMkLst>
            <pc:docMk/>
            <pc:sldMk cId="1022850558" sldId="256"/>
            <ac:spMk id="19" creationId="{7748BD8C-4984-4138-94CA-2DC5F39DC379}"/>
          </ac:spMkLst>
        </pc:spChg>
        <pc:spChg chg="add">
          <ac:chgData name="Denise Lakay" userId="ec5e921c-ebeb-4ab6-a489-03fbf406cf2c" providerId="ADAL" clId="{F97C3800-99D7-40FA-8194-7306FB10FAAA}" dt="2026-02-03T11:15:45.846" v="913" actId="26606"/>
          <ac:spMkLst>
            <pc:docMk/>
            <pc:sldMk cId="1022850558" sldId="256"/>
            <ac:spMk id="24" creationId="{CF26F95E-0630-4B9C-BF24-2DF7E6424DF1}"/>
          </ac:spMkLst>
        </pc:spChg>
        <pc:spChg chg="add">
          <ac:chgData name="Denise Lakay" userId="ec5e921c-ebeb-4ab6-a489-03fbf406cf2c" providerId="ADAL" clId="{F97C3800-99D7-40FA-8194-7306FB10FAAA}" dt="2026-02-03T11:15:45.846" v="913" actId="26606"/>
          <ac:spMkLst>
            <pc:docMk/>
            <pc:sldMk cId="1022850558" sldId="256"/>
            <ac:spMk id="26" creationId="{B459C568-BF02-4E5F-B26F-E4B0A82751AE}"/>
          </ac:spMkLst>
        </pc:spChg>
        <pc:grpChg chg="add">
          <ac:chgData name="Denise Lakay" userId="ec5e921c-ebeb-4ab6-a489-03fbf406cf2c" providerId="ADAL" clId="{F97C3800-99D7-40FA-8194-7306FB10FAAA}" dt="2026-02-03T11:15:45.846" v="913" actId="26606"/>
          <ac:grpSpMkLst>
            <pc:docMk/>
            <pc:sldMk cId="1022850558" sldId="256"/>
            <ac:grpSpMk id="28" creationId="{D1F27042-868A-4D09-95FE-74BAD43611C5}"/>
          </ac:grpSpMkLst>
        </pc:grpChg>
        <pc:picChg chg="mod ord">
          <ac:chgData name="Denise Lakay" userId="ec5e921c-ebeb-4ab6-a489-03fbf406cf2c" providerId="ADAL" clId="{F97C3800-99D7-40FA-8194-7306FB10FAAA}" dt="2026-02-03T11:15:45.846" v="913" actId="26606"/>
          <ac:picMkLst>
            <pc:docMk/>
            <pc:sldMk cId="1022850558" sldId="256"/>
            <ac:picMk id="4" creationId="{8FFEFEF9-2DA8-4850-8133-244CF1B6B23A}"/>
          </ac:picMkLst>
        </pc:picChg>
      </pc:sldChg>
      <pc:sldChg chg="modSp mod">
        <pc:chgData name="Denise Lakay" userId="ec5e921c-ebeb-4ab6-a489-03fbf406cf2c" providerId="ADAL" clId="{F97C3800-99D7-40FA-8194-7306FB10FAAA}" dt="2026-02-03T11:04:51.906" v="648" actId="20577"/>
        <pc:sldMkLst>
          <pc:docMk/>
          <pc:sldMk cId="2704284200" sldId="260"/>
        </pc:sldMkLst>
        <pc:spChg chg="mod">
          <ac:chgData name="Denise Lakay" userId="ec5e921c-ebeb-4ab6-a489-03fbf406cf2c" providerId="ADAL" clId="{F97C3800-99D7-40FA-8194-7306FB10FAAA}" dt="2026-02-03T11:04:51.906" v="648" actId="20577"/>
          <ac:spMkLst>
            <pc:docMk/>
            <pc:sldMk cId="2704284200" sldId="260"/>
            <ac:spMk id="3" creationId="{00000000-0000-0000-0000-000000000000}"/>
          </ac:spMkLst>
        </pc:spChg>
      </pc:sldChg>
      <pc:sldChg chg="ord">
        <pc:chgData name="Denise Lakay" userId="ec5e921c-ebeb-4ab6-a489-03fbf406cf2c" providerId="ADAL" clId="{F97C3800-99D7-40FA-8194-7306FB10FAAA}" dt="2026-02-03T10:56:05.082" v="439"/>
        <pc:sldMkLst>
          <pc:docMk/>
          <pc:sldMk cId="2888234732" sldId="261"/>
        </pc:sldMkLst>
      </pc:sldChg>
      <pc:sldChg chg="modSp mod">
        <pc:chgData name="Denise Lakay" userId="ec5e921c-ebeb-4ab6-a489-03fbf406cf2c" providerId="ADAL" clId="{F97C3800-99D7-40FA-8194-7306FB10FAAA}" dt="2026-02-03T11:06:55.128" v="806" actId="20577"/>
        <pc:sldMkLst>
          <pc:docMk/>
          <pc:sldMk cId="2312981855" sldId="262"/>
        </pc:sldMkLst>
        <pc:spChg chg="mod">
          <ac:chgData name="Denise Lakay" userId="ec5e921c-ebeb-4ab6-a489-03fbf406cf2c" providerId="ADAL" clId="{F97C3800-99D7-40FA-8194-7306FB10FAAA}" dt="2026-02-03T11:06:55.128" v="806" actId="20577"/>
          <ac:spMkLst>
            <pc:docMk/>
            <pc:sldMk cId="2312981855" sldId="262"/>
            <ac:spMk id="3" creationId="{00000000-0000-0000-0000-000000000000}"/>
          </ac:spMkLst>
        </pc:spChg>
      </pc:sldChg>
      <pc:sldChg chg="modSp mod">
        <pc:chgData name="Denise Lakay" userId="ec5e921c-ebeb-4ab6-a489-03fbf406cf2c" providerId="ADAL" clId="{F97C3800-99D7-40FA-8194-7306FB10FAAA}" dt="2026-02-03T11:00:59.470" v="629" actId="27636"/>
        <pc:sldMkLst>
          <pc:docMk/>
          <pc:sldMk cId="1750783124" sldId="272"/>
        </pc:sldMkLst>
        <pc:spChg chg="mod">
          <ac:chgData name="Denise Lakay" userId="ec5e921c-ebeb-4ab6-a489-03fbf406cf2c" providerId="ADAL" clId="{F97C3800-99D7-40FA-8194-7306FB10FAAA}" dt="2026-02-03T11:00:59.470" v="629" actId="27636"/>
          <ac:spMkLst>
            <pc:docMk/>
            <pc:sldMk cId="1750783124" sldId="272"/>
            <ac:spMk id="3" creationId="{00000000-0000-0000-0000-000000000000}"/>
          </ac:spMkLst>
        </pc:spChg>
      </pc:sldChg>
      <pc:sldChg chg="modSp mod">
        <pc:chgData name="Denise Lakay" userId="ec5e921c-ebeb-4ab6-a489-03fbf406cf2c" providerId="ADAL" clId="{F97C3800-99D7-40FA-8194-7306FB10FAAA}" dt="2026-02-03T11:14:31.696" v="912" actId="20577"/>
        <pc:sldMkLst>
          <pc:docMk/>
          <pc:sldMk cId="1588851955" sldId="276"/>
        </pc:sldMkLst>
        <pc:graphicFrameChg chg="modGraphic">
          <ac:chgData name="Denise Lakay" userId="ec5e921c-ebeb-4ab6-a489-03fbf406cf2c" providerId="ADAL" clId="{F97C3800-99D7-40FA-8194-7306FB10FAAA}" dt="2026-02-03T11:14:31.696" v="912" actId="20577"/>
          <ac:graphicFrameMkLst>
            <pc:docMk/>
            <pc:sldMk cId="1588851955" sldId="276"/>
            <ac:graphicFrameMk id="24" creationId="{A6B7B28D-5442-854C-DFBD-4008DB82204D}"/>
          </ac:graphicFrameMkLst>
        </pc:graphicFrameChg>
      </pc:sldChg>
      <pc:sldChg chg="ord">
        <pc:chgData name="Denise Lakay" userId="ec5e921c-ebeb-4ab6-a489-03fbf406cf2c" providerId="ADAL" clId="{F97C3800-99D7-40FA-8194-7306FB10FAAA}" dt="2026-02-03T10:50:52.202" v="140"/>
        <pc:sldMkLst>
          <pc:docMk/>
          <pc:sldMk cId="4026086715" sldId="277"/>
        </pc:sldMkLst>
      </pc:sldChg>
      <pc:sldChg chg="addSp modSp mod ord setBg">
        <pc:chgData name="Denise Lakay" userId="ec5e921c-ebeb-4ab6-a489-03fbf406cf2c" providerId="ADAL" clId="{F97C3800-99D7-40FA-8194-7306FB10FAAA}" dt="2026-02-03T13:13:03.454" v="1073" actId="255"/>
        <pc:sldMkLst>
          <pc:docMk/>
          <pc:sldMk cId="2317405584" sldId="278"/>
        </pc:sldMkLst>
        <pc:spChg chg="mod">
          <ac:chgData name="Denise Lakay" userId="ec5e921c-ebeb-4ab6-a489-03fbf406cf2c" providerId="ADAL" clId="{F97C3800-99D7-40FA-8194-7306FB10FAAA}" dt="2026-02-03T13:12:46.179" v="1071" actId="26606"/>
          <ac:spMkLst>
            <pc:docMk/>
            <pc:sldMk cId="2317405584" sldId="278"/>
            <ac:spMk id="2" creationId="{430CC98A-732A-3FE6-48B5-DF305FC24A92}"/>
          </ac:spMkLst>
        </pc:spChg>
        <pc:spChg chg="mod">
          <ac:chgData name="Denise Lakay" userId="ec5e921c-ebeb-4ab6-a489-03fbf406cf2c" providerId="ADAL" clId="{F97C3800-99D7-40FA-8194-7306FB10FAAA}" dt="2026-02-03T13:13:03.454" v="1073" actId="255"/>
          <ac:spMkLst>
            <pc:docMk/>
            <pc:sldMk cId="2317405584" sldId="278"/>
            <ac:spMk id="3" creationId="{80BBD925-1465-52D9-F3B9-EC1054D515D6}"/>
          </ac:spMkLst>
        </pc:spChg>
        <pc:spChg chg="add">
          <ac:chgData name="Denise Lakay" userId="ec5e921c-ebeb-4ab6-a489-03fbf406cf2c" providerId="ADAL" clId="{F97C3800-99D7-40FA-8194-7306FB10FAAA}" dt="2026-02-03T13:12:46.179" v="1071" actId="26606"/>
          <ac:spMkLst>
            <pc:docMk/>
            <pc:sldMk cId="2317405584" sldId="278"/>
            <ac:spMk id="8" creationId="{E009DD9B-5EE2-4C0D-8B2B-351C8C102205}"/>
          </ac:spMkLst>
        </pc:spChg>
        <pc:spChg chg="add">
          <ac:chgData name="Denise Lakay" userId="ec5e921c-ebeb-4ab6-a489-03fbf406cf2c" providerId="ADAL" clId="{F97C3800-99D7-40FA-8194-7306FB10FAAA}" dt="2026-02-03T13:12:46.179" v="1071" actId="26606"/>
          <ac:spMkLst>
            <pc:docMk/>
            <pc:sldMk cId="2317405584" sldId="278"/>
            <ac:spMk id="10" creationId="{E720DB99-7745-4E75-9D96-AAB6D55C531E}"/>
          </ac:spMkLst>
        </pc:spChg>
        <pc:spChg chg="add">
          <ac:chgData name="Denise Lakay" userId="ec5e921c-ebeb-4ab6-a489-03fbf406cf2c" providerId="ADAL" clId="{F97C3800-99D7-40FA-8194-7306FB10FAAA}" dt="2026-02-03T13:12:46.179" v="1071" actId="26606"/>
          <ac:spMkLst>
            <pc:docMk/>
            <pc:sldMk cId="2317405584" sldId="278"/>
            <ac:spMk id="12" creationId="{D68803C4-E159-4360-B7BB-74205C8F782D}"/>
          </ac:spMkLst>
        </pc:spChg>
        <pc:spChg chg="add">
          <ac:chgData name="Denise Lakay" userId="ec5e921c-ebeb-4ab6-a489-03fbf406cf2c" providerId="ADAL" clId="{F97C3800-99D7-40FA-8194-7306FB10FAAA}" dt="2026-02-03T13:12:46.179" v="1071" actId="26606"/>
          <ac:spMkLst>
            <pc:docMk/>
            <pc:sldMk cId="2317405584" sldId="278"/>
            <ac:spMk id="14" creationId="{504B0465-3B07-49BF-BEA7-D81476246293}"/>
          </ac:spMkLst>
        </pc:spChg>
        <pc:spChg chg="add">
          <ac:chgData name="Denise Lakay" userId="ec5e921c-ebeb-4ab6-a489-03fbf406cf2c" providerId="ADAL" clId="{F97C3800-99D7-40FA-8194-7306FB10FAAA}" dt="2026-02-03T13:12:46.179" v="1071" actId="26606"/>
          <ac:spMkLst>
            <pc:docMk/>
            <pc:sldMk cId="2317405584" sldId="278"/>
            <ac:spMk id="16" creationId="{49B7FFA5-14CB-4A4F-9BCC-CA3AA5D9D276}"/>
          </ac:spMkLst>
        </pc:spChg>
        <pc:spChg chg="add">
          <ac:chgData name="Denise Lakay" userId="ec5e921c-ebeb-4ab6-a489-03fbf406cf2c" providerId="ADAL" clId="{F97C3800-99D7-40FA-8194-7306FB10FAAA}" dt="2026-02-03T13:12:46.179" v="1071" actId="26606"/>
          <ac:spMkLst>
            <pc:docMk/>
            <pc:sldMk cId="2317405584" sldId="278"/>
            <ac:spMk id="18" creationId="{04E48745-7512-4EC2-9E20-9092D12150CA}"/>
          </ac:spMkLst>
        </pc:spChg>
      </pc:sldChg>
      <pc:sldChg chg="addSp delSp modSp mod ord setBg">
        <pc:chgData name="Denise Lakay" userId="ec5e921c-ebeb-4ab6-a489-03fbf406cf2c" providerId="ADAL" clId="{F97C3800-99D7-40FA-8194-7306FB10FAAA}" dt="2026-02-04T15:09:48.967" v="1074" actId="122"/>
        <pc:sldMkLst>
          <pc:docMk/>
          <pc:sldMk cId="3003776332" sldId="280"/>
        </pc:sldMkLst>
        <pc:spChg chg="mod">
          <ac:chgData name="Denise Lakay" userId="ec5e921c-ebeb-4ab6-a489-03fbf406cf2c" providerId="ADAL" clId="{F97C3800-99D7-40FA-8194-7306FB10FAAA}" dt="2026-02-03T13:12:33.190" v="1070" actId="26606"/>
          <ac:spMkLst>
            <pc:docMk/>
            <pc:sldMk cId="3003776332" sldId="280"/>
            <ac:spMk id="2" creationId="{50A1142B-7B34-9CE0-0611-83955DD8CDE5}"/>
          </ac:spMkLst>
        </pc:spChg>
        <pc:spChg chg="mod">
          <ac:chgData name="Denise Lakay" userId="ec5e921c-ebeb-4ab6-a489-03fbf406cf2c" providerId="ADAL" clId="{F97C3800-99D7-40FA-8194-7306FB10FAAA}" dt="2026-02-04T15:09:48.967" v="1074" actId="122"/>
          <ac:spMkLst>
            <pc:docMk/>
            <pc:sldMk cId="3003776332" sldId="280"/>
            <ac:spMk id="3" creationId="{42405240-F63C-8E6F-4960-95A5B3C39814}"/>
          </ac:spMkLst>
        </pc:spChg>
        <pc:spChg chg="add del">
          <ac:chgData name="Denise Lakay" userId="ec5e921c-ebeb-4ab6-a489-03fbf406cf2c" providerId="ADAL" clId="{F97C3800-99D7-40FA-8194-7306FB10FAAA}" dt="2026-02-03T13:12:33.147" v="1069" actId="26606"/>
          <ac:spMkLst>
            <pc:docMk/>
            <pc:sldMk cId="3003776332" sldId="280"/>
            <ac:spMk id="8" creationId="{5118BA95-03E7-41B7-B442-0AF8C0A7FF68}"/>
          </ac:spMkLst>
        </pc:spChg>
        <pc:spChg chg="add del">
          <ac:chgData name="Denise Lakay" userId="ec5e921c-ebeb-4ab6-a489-03fbf406cf2c" providerId="ADAL" clId="{F97C3800-99D7-40FA-8194-7306FB10FAAA}" dt="2026-02-03T13:12:33.147" v="1069" actId="26606"/>
          <ac:spMkLst>
            <pc:docMk/>
            <pc:sldMk cId="3003776332" sldId="280"/>
            <ac:spMk id="14" creationId="{AD9B3EAD-A2B3-42C4-927C-3455E3E69EE6}"/>
          </ac:spMkLst>
        </pc:spChg>
        <pc:spChg chg="add">
          <ac:chgData name="Denise Lakay" userId="ec5e921c-ebeb-4ab6-a489-03fbf406cf2c" providerId="ADAL" clId="{F97C3800-99D7-40FA-8194-7306FB10FAAA}" dt="2026-02-03T13:12:33.190" v="1070" actId="26606"/>
          <ac:spMkLst>
            <pc:docMk/>
            <pc:sldMk cId="3003776332" sldId="280"/>
            <ac:spMk id="16" creationId="{49B7FFA5-14CB-4A4F-9BCC-CA3AA5D9D276}"/>
          </ac:spMkLst>
        </pc:spChg>
        <pc:spChg chg="add">
          <ac:chgData name="Denise Lakay" userId="ec5e921c-ebeb-4ab6-a489-03fbf406cf2c" providerId="ADAL" clId="{F97C3800-99D7-40FA-8194-7306FB10FAAA}" dt="2026-02-03T13:12:33.190" v="1070" actId="26606"/>
          <ac:spMkLst>
            <pc:docMk/>
            <pc:sldMk cId="3003776332" sldId="280"/>
            <ac:spMk id="17" creationId="{E009DD9B-5EE2-4C0D-8B2B-351C8C102205}"/>
          </ac:spMkLst>
        </pc:spChg>
        <pc:spChg chg="add">
          <ac:chgData name="Denise Lakay" userId="ec5e921c-ebeb-4ab6-a489-03fbf406cf2c" providerId="ADAL" clId="{F97C3800-99D7-40FA-8194-7306FB10FAAA}" dt="2026-02-03T13:12:33.190" v="1070" actId="26606"/>
          <ac:spMkLst>
            <pc:docMk/>
            <pc:sldMk cId="3003776332" sldId="280"/>
            <ac:spMk id="18" creationId="{04E48745-7512-4EC2-9E20-9092D12150CA}"/>
          </ac:spMkLst>
        </pc:spChg>
        <pc:spChg chg="add">
          <ac:chgData name="Denise Lakay" userId="ec5e921c-ebeb-4ab6-a489-03fbf406cf2c" providerId="ADAL" clId="{F97C3800-99D7-40FA-8194-7306FB10FAAA}" dt="2026-02-03T13:12:33.190" v="1070" actId="26606"/>
          <ac:spMkLst>
            <pc:docMk/>
            <pc:sldMk cId="3003776332" sldId="280"/>
            <ac:spMk id="19" creationId="{E720DB99-7745-4E75-9D96-AAB6D55C531E}"/>
          </ac:spMkLst>
        </pc:spChg>
        <pc:spChg chg="add">
          <ac:chgData name="Denise Lakay" userId="ec5e921c-ebeb-4ab6-a489-03fbf406cf2c" providerId="ADAL" clId="{F97C3800-99D7-40FA-8194-7306FB10FAAA}" dt="2026-02-03T13:12:33.190" v="1070" actId="26606"/>
          <ac:spMkLst>
            <pc:docMk/>
            <pc:sldMk cId="3003776332" sldId="280"/>
            <ac:spMk id="20" creationId="{D68803C4-E159-4360-B7BB-74205C8F782D}"/>
          </ac:spMkLst>
        </pc:spChg>
        <pc:spChg chg="add">
          <ac:chgData name="Denise Lakay" userId="ec5e921c-ebeb-4ab6-a489-03fbf406cf2c" providerId="ADAL" clId="{F97C3800-99D7-40FA-8194-7306FB10FAAA}" dt="2026-02-03T13:12:33.190" v="1070" actId="26606"/>
          <ac:spMkLst>
            <pc:docMk/>
            <pc:sldMk cId="3003776332" sldId="280"/>
            <ac:spMk id="21" creationId="{504B0465-3B07-49BF-BEA7-D81476246293}"/>
          </ac:spMkLst>
        </pc:spChg>
        <pc:grpChg chg="add del">
          <ac:chgData name="Denise Lakay" userId="ec5e921c-ebeb-4ab6-a489-03fbf406cf2c" providerId="ADAL" clId="{F97C3800-99D7-40FA-8194-7306FB10FAAA}" dt="2026-02-03T13:12:33.147" v="1069" actId="26606"/>
          <ac:grpSpMkLst>
            <pc:docMk/>
            <pc:sldMk cId="3003776332" sldId="280"/>
            <ac:grpSpMk id="10" creationId="{E799C3D5-7D55-4046-808C-F290F456D6EF}"/>
          </ac:grpSpMkLst>
        </pc:grpChg>
      </pc:sldChg>
      <pc:sldChg chg="modSp new mod ord">
        <pc:chgData name="Denise Lakay" userId="ec5e921c-ebeb-4ab6-a489-03fbf406cf2c" providerId="ADAL" clId="{F97C3800-99D7-40FA-8194-7306FB10FAAA}" dt="2026-02-03T10:42:04.533" v="61" actId="20577"/>
        <pc:sldMkLst>
          <pc:docMk/>
          <pc:sldMk cId="1891538500" sldId="282"/>
        </pc:sldMkLst>
        <pc:spChg chg="mod">
          <ac:chgData name="Denise Lakay" userId="ec5e921c-ebeb-4ab6-a489-03fbf406cf2c" providerId="ADAL" clId="{F97C3800-99D7-40FA-8194-7306FB10FAAA}" dt="2026-02-03T10:42:04.533" v="61" actId="20577"/>
          <ac:spMkLst>
            <pc:docMk/>
            <pc:sldMk cId="1891538500" sldId="282"/>
            <ac:spMk id="2" creationId="{05C98AD0-A796-45D8-0CB7-58A1C567CD66}"/>
          </ac:spMkLst>
        </pc:spChg>
        <pc:spChg chg="mod">
          <ac:chgData name="Denise Lakay" userId="ec5e921c-ebeb-4ab6-a489-03fbf406cf2c" providerId="ADAL" clId="{F97C3800-99D7-40FA-8194-7306FB10FAAA}" dt="2026-02-03T10:41:46.838" v="36" actId="20577"/>
          <ac:spMkLst>
            <pc:docMk/>
            <pc:sldMk cId="1891538500" sldId="282"/>
            <ac:spMk id="3" creationId="{3941F134-A924-25F4-D1E6-6777184F3DAF}"/>
          </ac:spMkLst>
        </pc:spChg>
      </pc:sldChg>
      <pc:sldChg chg="modSp new mod">
        <pc:chgData name="Denise Lakay" userId="ec5e921c-ebeb-4ab6-a489-03fbf406cf2c" providerId="ADAL" clId="{F97C3800-99D7-40FA-8194-7306FB10FAAA}" dt="2026-02-03T10:45:11.196" v="136" actId="20577"/>
        <pc:sldMkLst>
          <pc:docMk/>
          <pc:sldMk cId="3669224681" sldId="283"/>
        </pc:sldMkLst>
        <pc:spChg chg="mod">
          <ac:chgData name="Denise Lakay" userId="ec5e921c-ebeb-4ab6-a489-03fbf406cf2c" providerId="ADAL" clId="{F97C3800-99D7-40FA-8194-7306FB10FAAA}" dt="2026-02-03T10:45:11.196" v="136" actId="20577"/>
          <ac:spMkLst>
            <pc:docMk/>
            <pc:sldMk cId="3669224681" sldId="283"/>
            <ac:spMk id="2" creationId="{72E5A3E6-4B8F-9E95-A2BC-E7AA522B4052}"/>
          </ac:spMkLst>
        </pc:spChg>
        <pc:spChg chg="mod">
          <ac:chgData name="Denise Lakay" userId="ec5e921c-ebeb-4ab6-a489-03fbf406cf2c" providerId="ADAL" clId="{F97C3800-99D7-40FA-8194-7306FB10FAAA}" dt="2026-02-03T10:44:53.861" v="127" actId="255"/>
          <ac:spMkLst>
            <pc:docMk/>
            <pc:sldMk cId="3669224681" sldId="283"/>
            <ac:spMk id="3" creationId="{0049B381-A9CD-9CCB-95CB-1DFDA7FC637A}"/>
          </ac:spMkLst>
        </pc:spChg>
      </pc:sldChg>
      <pc:sldChg chg="addSp modSp new mod setBg">
        <pc:chgData name="Denise Lakay" userId="ec5e921c-ebeb-4ab6-a489-03fbf406cf2c" providerId="ADAL" clId="{F97C3800-99D7-40FA-8194-7306FB10FAAA}" dt="2026-02-04T15:10:32.567" v="1079" actId="27636"/>
        <pc:sldMkLst>
          <pc:docMk/>
          <pc:sldMk cId="2892200129" sldId="284"/>
        </pc:sldMkLst>
        <pc:spChg chg="mod">
          <ac:chgData name="Denise Lakay" userId="ec5e921c-ebeb-4ab6-a489-03fbf406cf2c" providerId="ADAL" clId="{F97C3800-99D7-40FA-8194-7306FB10FAAA}" dt="2026-02-03T13:11:55.772" v="1066" actId="26606"/>
          <ac:spMkLst>
            <pc:docMk/>
            <pc:sldMk cId="2892200129" sldId="284"/>
            <ac:spMk id="2" creationId="{D14ADFA7-A39C-455A-4754-9BB023054539}"/>
          </ac:spMkLst>
        </pc:spChg>
        <pc:spChg chg="mod">
          <ac:chgData name="Denise Lakay" userId="ec5e921c-ebeb-4ab6-a489-03fbf406cf2c" providerId="ADAL" clId="{F97C3800-99D7-40FA-8194-7306FB10FAAA}" dt="2026-02-04T15:10:32.567" v="1079" actId="27636"/>
          <ac:spMkLst>
            <pc:docMk/>
            <pc:sldMk cId="2892200129" sldId="284"/>
            <ac:spMk id="3" creationId="{6D254034-73A7-9CEA-493A-B05C1D53CE02}"/>
          </ac:spMkLst>
        </pc:spChg>
        <pc:spChg chg="add">
          <ac:chgData name="Denise Lakay" userId="ec5e921c-ebeb-4ab6-a489-03fbf406cf2c" providerId="ADAL" clId="{F97C3800-99D7-40FA-8194-7306FB10FAAA}" dt="2026-02-03T13:11:55.772" v="1066" actId="26606"/>
          <ac:spMkLst>
            <pc:docMk/>
            <pc:sldMk cId="2892200129" sldId="284"/>
            <ac:spMk id="8" creationId="{E009DD9B-5EE2-4C0D-8B2B-351C8C102205}"/>
          </ac:spMkLst>
        </pc:spChg>
        <pc:spChg chg="add">
          <ac:chgData name="Denise Lakay" userId="ec5e921c-ebeb-4ab6-a489-03fbf406cf2c" providerId="ADAL" clId="{F97C3800-99D7-40FA-8194-7306FB10FAAA}" dt="2026-02-03T13:11:55.772" v="1066" actId="26606"/>
          <ac:spMkLst>
            <pc:docMk/>
            <pc:sldMk cId="2892200129" sldId="284"/>
            <ac:spMk id="10" creationId="{E720DB99-7745-4E75-9D96-AAB6D55C531E}"/>
          </ac:spMkLst>
        </pc:spChg>
        <pc:spChg chg="add">
          <ac:chgData name="Denise Lakay" userId="ec5e921c-ebeb-4ab6-a489-03fbf406cf2c" providerId="ADAL" clId="{F97C3800-99D7-40FA-8194-7306FB10FAAA}" dt="2026-02-03T13:11:55.772" v="1066" actId="26606"/>
          <ac:spMkLst>
            <pc:docMk/>
            <pc:sldMk cId="2892200129" sldId="284"/>
            <ac:spMk id="12" creationId="{D68803C4-E159-4360-B7BB-74205C8F782D}"/>
          </ac:spMkLst>
        </pc:spChg>
        <pc:spChg chg="add">
          <ac:chgData name="Denise Lakay" userId="ec5e921c-ebeb-4ab6-a489-03fbf406cf2c" providerId="ADAL" clId="{F97C3800-99D7-40FA-8194-7306FB10FAAA}" dt="2026-02-03T13:11:55.772" v="1066" actId="26606"/>
          <ac:spMkLst>
            <pc:docMk/>
            <pc:sldMk cId="2892200129" sldId="284"/>
            <ac:spMk id="14" creationId="{504B0465-3B07-49BF-BEA7-D81476246293}"/>
          </ac:spMkLst>
        </pc:spChg>
        <pc:spChg chg="add">
          <ac:chgData name="Denise Lakay" userId="ec5e921c-ebeb-4ab6-a489-03fbf406cf2c" providerId="ADAL" clId="{F97C3800-99D7-40FA-8194-7306FB10FAAA}" dt="2026-02-03T13:11:55.772" v="1066" actId="26606"/>
          <ac:spMkLst>
            <pc:docMk/>
            <pc:sldMk cId="2892200129" sldId="284"/>
            <ac:spMk id="16" creationId="{49B7FFA5-14CB-4A4F-9BCC-CA3AA5D9D276}"/>
          </ac:spMkLst>
        </pc:spChg>
        <pc:spChg chg="add">
          <ac:chgData name="Denise Lakay" userId="ec5e921c-ebeb-4ab6-a489-03fbf406cf2c" providerId="ADAL" clId="{F97C3800-99D7-40FA-8194-7306FB10FAAA}" dt="2026-02-03T13:11:55.772" v="1066" actId="26606"/>
          <ac:spMkLst>
            <pc:docMk/>
            <pc:sldMk cId="2892200129" sldId="284"/>
            <ac:spMk id="18" creationId="{04E48745-7512-4EC2-9E20-9092D12150CA}"/>
          </ac:spMkLst>
        </pc:spChg>
      </pc:sldChg>
      <pc:sldChg chg="modSp new del mod">
        <pc:chgData name="Denise Lakay" userId="ec5e921c-ebeb-4ab6-a489-03fbf406cf2c" providerId="ADAL" clId="{F97C3800-99D7-40FA-8194-7306FB10FAAA}" dt="2026-02-03T11:11:36.172" v="844" actId="2696"/>
        <pc:sldMkLst>
          <pc:docMk/>
          <pc:sldMk cId="4180073872" sldId="285"/>
        </pc:sldMkLst>
        <pc:spChg chg="mod">
          <ac:chgData name="Denise Lakay" userId="ec5e921c-ebeb-4ab6-a489-03fbf406cf2c" providerId="ADAL" clId="{F97C3800-99D7-40FA-8194-7306FB10FAAA}" dt="2026-02-03T11:07:42.427" v="816" actId="20577"/>
          <ac:spMkLst>
            <pc:docMk/>
            <pc:sldMk cId="4180073872" sldId="285"/>
            <ac:spMk id="2" creationId="{B965E327-B389-3205-EF43-651FAD6034D1}"/>
          </ac:spMkLst>
        </pc:spChg>
        <pc:spChg chg="mod">
          <ac:chgData name="Denise Lakay" userId="ec5e921c-ebeb-4ab6-a489-03fbf406cf2c" providerId="ADAL" clId="{F97C3800-99D7-40FA-8194-7306FB10FAAA}" dt="2026-02-03T11:08:51.951" v="837" actId="255"/>
          <ac:spMkLst>
            <pc:docMk/>
            <pc:sldMk cId="4180073872" sldId="285"/>
            <ac:spMk id="3" creationId="{40A7DA0A-9052-CEA0-4508-01F6CC810552}"/>
          </ac:spMkLst>
        </pc:spChg>
      </pc:sldChg>
      <pc:sldChg chg="addSp delSp modSp new mod">
        <pc:chgData name="Denise Lakay" userId="ec5e921c-ebeb-4ab6-a489-03fbf406cf2c" providerId="ADAL" clId="{F97C3800-99D7-40FA-8194-7306FB10FAAA}" dt="2026-02-03T11:13:14.018" v="846"/>
        <pc:sldMkLst>
          <pc:docMk/>
          <pc:sldMk cId="2484389489" sldId="286"/>
        </pc:sldMkLst>
        <pc:spChg chg="mod">
          <ac:chgData name="Denise Lakay" userId="ec5e921c-ebeb-4ab6-a489-03fbf406cf2c" providerId="ADAL" clId="{F97C3800-99D7-40FA-8194-7306FB10FAAA}" dt="2026-02-03T11:11:25.373" v="843" actId="20577"/>
          <ac:spMkLst>
            <pc:docMk/>
            <pc:sldMk cId="2484389489" sldId="286"/>
            <ac:spMk id="2" creationId="{6EDBFDB7-D2D9-2BAB-A0DE-ECEB3375C797}"/>
          </ac:spMkLst>
        </pc:spChg>
        <pc:spChg chg="del">
          <ac:chgData name="Denise Lakay" userId="ec5e921c-ebeb-4ab6-a489-03fbf406cf2c" providerId="ADAL" clId="{F97C3800-99D7-40FA-8194-7306FB10FAAA}" dt="2026-02-03T11:12:09.453" v="845"/>
          <ac:spMkLst>
            <pc:docMk/>
            <pc:sldMk cId="2484389489" sldId="286"/>
            <ac:spMk id="3" creationId="{1666B2F3-879C-2F7D-E414-CC5DE0E0DAC3}"/>
          </ac:spMkLst>
        </pc:spChg>
        <pc:spChg chg="del">
          <ac:chgData name="Denise Lakay" userId="ec5e921c-ebeb-4ab6-a489-03fbf406cf2c" providerId="ADAL" clId="{F97C3800-99D7-40FA-8194-7306FB10FAAA}" dt="2026-02-03T11:13:14.018" v="846"/>
          <ac:spMkLst>
            <pc:docMk/>
            <pc:sldMk cId="2484389489" sldId="286"/>
            <ac:spMk id="4" creationId="{AC3FC5F0-DC65-73AC-838A-EC3CCC84095E}"/>
          </ac:spMkLst>
        </pc:spChg>
        <pc:picChg chg="add mod">
          <ac:chgData name="Denise Lakay" userId="ec5e921c-ebeb-4ab6-a489-03fbf406cf2c" providerId="ADAL" clId="{F97C3800-99D7-40FA-8194-7306FB10FAAA}" dt="2026-02-03T11:12:09.453" v="845"/>
          <ac:picMkLst>
            <pc:docMk/>
            <pc:sldMk cId="2484389489" sldId="286"/>
            <ac:picMk id="1026" creationId="{33354D94-5528-DBD2-1D17-B2757F3452AA}"/>
          </ac:picMkLst>
        </pc:picChg>
        <pc:picChg chg="add mod">
          <ac:chgData name="Denise Lakay" userId="ec5e921c-ebeb-4ab6-a489-03fbf406cf2c" providerId="ADAL" clId="{F97C3800-99D7-40FA-8194-7306FB10FAAA}" dt="2026-02-03T11:13:14.018" v="846"/>
          <ac:picMkLst>
            <pc:docMk/>
            <pc:sldMk cId="2484389489" sldId="286"/>
            <ac:picMk id="1028" creationId="{D0E600F0-2800-F868-2316-D3FD6FFB40FC}"/>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D98EBD-3FCA-4EFB-BE38-A87C42C1709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5586D54-66A3-4B74-AE2B-D3C864CF9F22}">
      <dgm:prSet/>
      <dgm:spPr/>
      <dgm:t>
        <a:bodyPr/>
        <a:lstStyle/>
        <a:p>
          <a:r>
            <a:rPr lang="en-US" dirty="0"/>
            <a:t>Start the process of reading on your topic of interest</a:t>
          </a:r>
        </a:p>
      </dgm:t>
    </dgm:pt>
    <dgm:pt modelId="{3EAFF6E8-0D5B-4036-817C-392CECAF9E7A}" type="parTrans" cxnId="{0120C59F-7E18-4FD5-AFB0-76F6401A5F76}">
      <dgm:prSet/>
      <dgm:spPr/>
      <dgm:t>
        <a:bodyPr/>
        <a:lstStyle/>
        <a:p>
          <a:endParaRPr lang="en-US"/>
        </a:p>
      </dgm:t>
    </dgm:pt>
    <dgm:pt modelId="{6E41A1E4-A5B5-4017-86B8-3D7AAFA3D8B3}" type="sibTrans" cxnId="{0120C59F-7E18-4FD5-AFB0-76F6401A5F76}">
      <dgm:prSet/>
      <dgm:spPr/>
      <dgm:t>
        <a:bodyPr/>
        <a:lstStyle/>
        <a:p>
          <a:endParaRPr lang="en-US"/>
        </a:p>
      </dgm:t>
    </dgm:pt>
    <dgm:pt modelId="{33737A43-20D6-4899-949B-19E6C3555CF0}">
      <dgm:prSet/>
      <dgm:spPr/>
      <dgm:t>
        <a:bodyPr/>
        <a:lstStyle/>
        <a:p>
          <a:r>
            <a:rPr lang="en-US" dirty="0"/>
            <a:t>Look for 10 articles that relate to the topic of your research</a:t>
          </a:r>
        </a:p>
        <a:p>
          <a:r>
            <a:rPr lang="en-US" dirty="0"/>
            <a:t>5 South African and 5 international articles</a:t>
          </a:r>
        </a:p>
      </dgm:t>
    </dgm:pt>
    <dgm:pt modelId="{6869618E-FA7D-4D23-ADD8-60399456F134}" type="parTrans" cxnId="{34BD822A-65D7-4A2A-80C6-AB5A49061836}">
      <dgm:prSet/>
      <dgm:spPr/>
      <dgm:t>
        <a:bodyPr/>
        <a:lstStyle/>
        <a:p>
          <a:endParaRPr lang="en-US"/>
        </a:p>
      </dgm:t>
    </dgm:pt>
    <dgm:pt modelId="{BD5663AD-C925-45B0-915B-FDB5EF0DBC8D}" type="sibTrans" cxnId="{34BD822A-65D7-4A2A-80C6-AB5A49061836}">
      <dgm:prSet/>
      <dgm:spPr/>
      <dgm:t>
        <a:bodyPr/>
        <a:lstStyle/>
        <a:p>
          <a:endParaRPr lang="en-US"/>
        </a:p>
      </dgm:t>
    </dgm:pt>
    <dgm:pt modelId="{97F34522-0496-4329-B16F-6886DCDCFB5C}" type="pres">
      <dgm:prSet presAssocID="{F8D98EBD-3FCA-4EFB-BE38-A87C42C17097}" presName="linear" presStyleCnt="0">
        <dgm:presLayoutVars>
          <dgm:animLvl val="lvl"/>
          <dgm:resizeHandles val="exact"/>
        </dgm:presLayoutVars>
      </dgm:prSet>
      <dgm:spPr/>
    </dgm:pt>
    <dgm:pt modelId="{977416F2-60D1-4ADD-9745-38D52C6B7489}" type="pres">
      <dgm:prSet presAssocID="{F5586D54-66A3-4B74-AE2B-D3C864CF9F22}" presName="parentText" presStyleLbl="node1" presStyleIdx="0" presStyleCnt="2">
        <dgm:presLayoutVars>
          <dgm:chMax val="0"/>
          <dgm:bulletEnabled val="1"/>
        </dgm:presLayoutVars>
      </dgm:prSet>
      <dgm:spPr/>
    </dgm:pt>
    <dgm:pt modelId="{5DE56436-6F57-4D30-B773-7F419DA318D7}" type="pres">
      <dgm:prSet presAssocID="{6E41A1E4-A5B5-4017-86B8-3D7AAFA3D8B3}" presName="spacer" presStyleCnt="0"/>
      <dgm:spPr/>
    </dgm:pt>
    <dgm:pt modelId="{DA20F867-B486-4AF9-88F0-30DCDA75298F}" type="pres">
      <dgm:prSet presAssocID="{33737A43-20D6-4899-949B-19E6C3555CF0}" presName="parentText" presStyleLbl="node1" presStyleIdx="1" presStyleCnt="2">
        <dgm:presLayoutVars>
          <dgm:chMax val="0"/>
          <dgm:bulletEnabled val="1"/>
        </dgm:presLayoutVars>
      </dgm:prSet>
      <dgm:spPr/>
    </dgm:pt>
  </dgm:ptLst>
  <dgm:cxnLst>
    <dgm:cxn modelId="{17030B05-E784-4D83-8EC1-B9216DE9CD1A}" type="presOf" srcId="{F8D98EBD-3FCA-4EFB-BE38-A87C42C17097}" destId="{97F34522-0496-4329-B16F-6886DCDCFB5C}" srcOrd="0" destOrd="0" presId="urn:microsoft.com/office/officeart/2005/8/layout/vList2"/>
    <dgm:cxn modelId="{34BD822A-65D7-4A2A-80C6-AB5A49061836}" srcId="{F8D98EBD-3FCA-4EFB-BE38-A87C42C17097}" destId="{33737A43-20D6-4899-949B-19E6C3555CF0}" srcOrd="1" destOrd="0" parTransId="{6869618E-FA7D-4D23-ADD8-60399456F134}" sibTransId="{BD5663AD-C925-45B0-915B-FDB5EF0DBC8D}"/>
    <dgm:cxn modelId="{CB866783-DD70-4DB7-81CE-E303FC6FA277}" type="presOf" srcId="{F5586D54-66A3-4B74-AE2B-D3C864CF9F22}" destId="{977416F2-60D1-4ADD-9745-38D52C6B7489}" srcOrd="0" destOrd="0" presId="urn:microsoft.com/office/officeart/2005/8/layout/vList2"/>
    <dgm:cxn modelId="{0120C59F-7E18-4FD5-AFB0-76F6401A5F76}" srcId="{F8D98EBD-3FCA-4EFB-BE38-A87C42C17097}" destId="{F5586D54-66A3-4B74-AE2B-D3C864CF9F22}" srcOrd="0" destOrd="0" parTransId="{3EAFF6E8-0D5B-4036-817C-392CECAF9E7A}" sibTransId="{6E41A1E4-A5B5-4017-86B8-3D7AAFA3D8B3}"/>
    <dgm:cxn modelId="{79CAEDB6-27EB-46E5-B226-4DBB08A1463A}" type="presOf" srcId="{33737A43-20D6-4899-949B-19E6C3555CF0}" destId="{DA20F867-B486-4AF9-88F0-30DCDA75298F}" srcOrd="0" destOrd="0" presId="urn:microsoft.com/office/officeart/2005/8/layout/vList2"/>
    <dgm:cxn modelId="{72C82086-7F34-44FE-B2D6-262A8AD04399}" type="presParOf" srcId="{97F34522-0496-4329-B16F-6886DCDCFB5C}" destId="{977416F2-60D1-4ADD-9745-38D52C6B7489}" srcOrd="0" destOrd="0" presId="urn:microsoft.com/office/officeart/2005/8/layout/vList2"/>
    <dgm:cxn modelId="{1F24AC9F-3860-4274-BD05-928DC1558976}" type="presParOf" srcId="{97F34522-0496-4329-B16F-6886DCDCFB5C}" destId="{5DE56436-6F57-4D30-B773-7F419DA318D7}" srcOrd="1" destOrd="0" presId="urn:microsoft.com/office/officeart/2005/8/layout/vList2"/>
    <dgm:cxn modelId="{43FE20FA-93B9-4330-9C43-E39BF5BF7486}" type="presParOf" srcId="{97F34522-0496-4329-B16F-6886DCDCFB5C}" destId="{DA20F867-B486-4AF9-88F0-30DCDA75298F}" srcOrd="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416F2-60D1-4ADD-9745-38D52C6B7489}">
      <dsp:nvSpPr>
        <dsp:cNvPr id="0" name=""/>
        <dsp:cNvSpPr/>
      </dsp:nvSpPr>
      <dsp:spPr>
        <a:xfrm>
          <a:off x="0" y="450795"/>
          <a:ext cx="6743845" cy="1537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Start the process of reading on your topic of interest</a:t>
          </a:r>
        </a:p>
      </dsp:txBody>
      <dsp:txXfrm>
        <a:off x="75038" y="525833"/>
        <a:ext cx="6593769" cy="1387084"/>
      </dsp:txXfrm>
    </dsp:sp>
    <dsp:sp modelId="{DA20F867-B486-4AF9-88F0-30DCDA75298F}">
      <dsp:nvSpPr>
        <dsp:cNvPr id="0" name=""/>
        <dsp:cNvSpPr/>
      </dsp:nvSpPr>
      <dsp:spPr>
        <a:xfrm>
          <a:off x="0" y="2062836"/>
          <a:ext cx="6743845" cy="1537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Look for 10 articles that relate to the topic of your research</a:t>
          </a:r>
        </a:p>
        <a:p>
          <a:pPr marL="0" lvl="0" indent="0" algn="l" defTabSz="1155700">
            <a:lnSpc>
              <a:spcPct val="90000"/>
            </a:lnSpc>
            <a:spcBef>
              <a:spcPct val="0"/>
            </a:spcBef>
            <a:spcAft>
              <a:spcPct val="35000"/>
            </a:spcAft>
            <a:buNone/>
          </a:pPr>
          <a:r>
            <a:rPr lang="en-US" sz="2600" kern="1200" dirty="0"/>
            <a:t>5 South African and 5 international articles</a:t>
          </a:r>
        </a:p>
      </dsp:txBody>
      <dsp:txXfrm>
        <a:off x="75038" y="2137874"/>
        <a:ext cx="6593769" cy="138708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GB"/>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GB"/>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B4AF60A-713C-41BA-9788-4C493DDC0A9C}"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C08AF-84E6-4329-8E67-FEA434B47075}"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4F6EE328-6AFF-436B-881F-213D56084544}" type="datetimeFigureOut">
              <a:rPr lang="en-US" dirty="0"/>
              <a:t>2/3/2026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02069A-09EE-4C7C-86A4-2314A404921D}" type="datetimeFigureOut">
              <a:rPr lang="en-US" dirty="0"/>
              <a:t>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6EE7F1-171E-411F-96CA-A251A21496E7}" type="datetimeFigureOut">
              <a:rPr lang="en-US" dirty="0"/>
              <a:t>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72C98D-A273-4547-9B92-97D7769F71A6}" type="datetimeFigureOut">
              <a:rPr lang="en-US" dirty="0"/>
              <a:t>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B7CD67-0644-446C-B2AD-1C09BF34F286}" type="datetimeFigureOut">
              <a:rPr lang="en-US" dirty="0"/>
              <a:t>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1480828-6983-48AD-9E27-CBD3696F837E}" type="datetimeFigureOut">
              <a:rPr lang="en-US" dirty="0"/>
              <a:t>2/3/2026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GB"/>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GB"/>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C5EFB91-0324-450E-B17F-36DC0ECCE413}" type="datetimeFigureOut">
              <a:rPr lang="en-US" dirty="0"/>
              <a:t>2/3/2026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5E0FA7-C445-42F7-AF66-A4F5A6FC8A9C}"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5AC5C5-1A57-4420-8AFB-CE41693A794B}" type="datetimeFigureOut">
              <a:rPr lang="en-US" dirty="0"/>
              <a:t>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52E37674-C1BA-4107-9B06-6D4CAC3A3DF5}" type="datetimeFigureOut">
              <a:rPr lang="en-US" dirty="0"/>
              <a:t>2/3/2026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GB"/>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GB"/>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07/relationships/hdphoto" Target="../media/hdphoto2.wdp"/><Relationship Id="rId7" Type="http://schemas.openxmlformats.org/officeDocument/2006/relationships/diagramColors" Target="../diagrams/colors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2.png"/><Relationship Id="rId4" Type="http://schemas.openxmlformats.org/officeDocument/2006/relationships/diagramData" Target="../diagrams/data1.xml"/><Relationship Id="rId9"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F26F95E-0630-4B9C-BF24-2DF7E6424D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6" name="Rectangle 25">
            <a:extLst>
              <a:ext uri="{FF2B5EF4-FFF2-40B4-BE49-F238E27FC236}">
                <a16:creationId xmlns:a16="http://schemas.microsoft.com/office/drawing/2014/main" id="{B459C568-BF02-4E5F-B26F-E4B0A82751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7366"/>
            <a:ext cx="12192000" cy="2610465"/>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51560" y="4355692"/>
            <a:ext cx="9085940" cy="1472224"/>
          </a:xfrm>
        </p:spPr>
        <p:txBody>
          <a:bodyPr anchor="b">
            <a:normAutofit/>
          </a:bodyPr>
          <a:lstStyle/>
          <a:p>
            <a:r>
              <a:rPr lang="en-US" sz="7400"/>
              <a:t>Project 4</a:t>
            </a:r>
            <a:endParaRPr lang="en-ZA" sz="7400"/>
          </a:p>
        </p:txBody>
      </p:sp>
      <p:sp>
        <p:nvSpPr>
          <p:cNvPr id="3" name="Subtitle 2"/>
          <p:cNvSpPr>
            <a:spLocks noGrp="1"/>
          </p:cNvSpPr>
          <p:nvPr>
            <p:ph type="subTitle" idx="1"/>
          </p:nvPr>
        </p:nvSpPr>
        <p:spPr>
          <a:xfrm>
            <a:off x="1069848" y="5827916"/>
            <a:ext cx="9052560" cy="444868"/>
          </a:xfrm>
        </p:spPr>
        <p:txBody>
          <a:bodyPr>
            <a:normAutofit/>
          </a:bodyPr>
          <a:lstStyle/>
          <a:p>
            <a:endParaRPr lang="en-ZA"/>
          </a:p>
        </p:txBody>
      </p:sp>
      <p:pic>
        <p:nvPicPr>
          <p:cNvPr id="4" name="Picture 3">
            <a:extLst>
              <a:ext uri="{FF2B5EF4-FFF2-40B4-BE49-F238E27FC236}">
                <a16:creationId xmlns:a16="http://schemas.microsoft.com/office/drawing/2014/main" id="{8FFEFEF9-2DA8-4850-8133-244CF1B6B23A}"/>
              </a:ext>
            </a:extLst>
          </p:cNvPr>
          <p:cNvPicPr>
            <a:picLocks noChangeAspect="1"/>
          </p:cNvPicPr>
          <p:nvPr/>
        </p:nvPicPr>
        <p:blipFill rotWithShape="1">
          <a:blip r:embed="rId3"/>
          <a:srcRect t="16797" r="-1" b="16797"/>
          <a:stretch>
            <a:fillRect/>
          </a:stretch>
        </p:blipFill>
        <p:spPr>
          <a:xfrm>
            <a:off x="635457" y="640080"/>
            <a:ext cx="10916463" cy="3316489"/>
          </a:xfrm>
          <a:prstGeom prst="rect">
            <a:avLst/>
          </a:prstGeom>
        </p:spPr>
      </p:pic>
      <p:grpSp>
        <p:nvGrpSpPr>
          <p:cNvPr id="28" name="Group 27">
            <a:extLst>
              <a:ext uri="{FF2B5EF4-FFF2-40B4-BE49-F238E27FC236}">
                <a16:creationId xmlns:a16="http://schemas.microsoft.com/office/drawing/2014/main" id="{D1F27042-868A-4D09-95FE-74BAD43611C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245590" y="5111496"/>
            <a:ext cx="1080904" cy="1080902"/>
            <a:chOff x="9685338" y="4460675"/>
            <a:chExt cx="1080904" cy="1080902"/>
          </a:xfrm>
        </p:grpSpPr>
        <p:sp>
          <p:nvSpPr>
            <p:cNvPr id="29" name="Oval 28">
              <a:extLst>
                <a:ext uri="{FF2B5EF4-FFF2-40B4-BE49-F238E27FC236}">
                  <a16:creationId xmlns:a16="http://schemas.microsoft.com/office/drawing/2014/main" id="{023528AA-4572-4923-9DD8-FC4860A822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0" name="Oval 29">
              <a:extLst>
                <a:ext uri="{FF2B5EF4-FFF2-40B4-BE49-F238E27FC236}">
                  <a16:creationId xmlns:a16="http://schemas.microsoft.com/office/drawing/2014/main" id="{7C5867C9-ECD5-4EF6-8CDE-1AB5FFAF47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02285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98AD0-A796-45D8-0CB7-58A1C567CD66}"/>
              </a:ext>
            </a:extLst>
          </p:cNvPr>
          <p:cNvSpPr>
            <a:spLocks noGrp="1"/>
          </p:cNvSpPr>
          <p:nvPr>
            <p:ph type="title"/>
          </p:nvPr>
        </p:nvSpPr>
        <p:spPr/>
        <p:txBody>
          <a:bodyPr/>
          <a:lstStyle/>
          <a:p>
            <a:r>
              <a:rPr lang="en-US" dirty="0"/>
              <a:t>Introduction to Project 4</a:t>
            </a:r>
            <a:endParaRPr lang="en-GB" dirty="0"/>
          </a:p>
        </p:txBody>
      </p:sp>
      <p:sp>
        <p:nvSpPr>
          <p:cNvPr id="3" name="Content Placeholder 2">
            <a:extLst>
              <a:ext uri="{FF2B5EF4-FFF2-40B4-BE49-F238E27FC236}">
                <a16:creationId xmlns:a16="http://schemas.microsoft.com/office/drawing/2014/main" id="{3941F134-A924-25F4-D1E6-6777184F3DAF}"/>
              </a:ext>
            </a:extLst>
          </p:cNvPr>
          <p:cNvSpPr>
            <a:spLocks noGrp="1"/>
          </p:cNvSpPr>
          <p:nvPr>
            <p:ph idx="1"/>
          </p:nvPr>
        </p:nvSpPr>
        <p:spPr/>
        <p:txBody>
          <a:bodyPr>
            <a:normAutofit/>
          </a:bodyPr>
          <a:lstStyle/>
          <a:p>
            <a:r>
              <a:rPr lang="en-GB" sz="2400" dirty="0"/>
              <a:t>The Advanced Diploma aims to provide you with an advanced understanding of application development, communication networks and multimedia applications and to apply the critical competencies and skills in this specialised field. </a:t>
            </a:r>
          </a:p>
          <a:p>
            <a:r>
              <a:rPr lang="en-GB" sz="2400" dirty="0"/>
              <a:t>The Advanced Diploma in Information Technology is designed to produce a graduate with the requisite specialist theoretical and practical skills in the latest technologies and tools employed within the field. This program will deepen your knowledge and develop your applied competence in analysing, interpreting, understanding and applying communication networks, multimedia and application development technologies and tools.</a:t>
            </a:r>
          </a:p>
        </p:txBody>
      </p:sp>
    </p:spTree>
    <p:extLst>
      <p:ext uri="{BB962C8B-B14F-4D97-AF65-F5344CB8AC3E}">
        <p14:creationId xmlns:p14="http://schemas.microsoft.com/office/powerpoint/2010/main" val="189153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5A3E6-4B8F-9E95-A2BC-E7AA522B4052}"/>
              </a:ext>
            </a:extLst>
          </p:cNvPr>
          <p:cNvSpPr>
            <a:spLocks noGrp="1"/>
          </p:cNvSpPr>
          <p:nvPr>
            <p:ph type="title"/>
          </p:nvPr>
        </p:nvSpPr>
        <p:spPr/>
        <p:txBody>
          <a:bodyPr/>
          <a:lstStyle/>
          <a:p>
            <a:r>
              <a:rPr lang="en-US" dirty="0"/>
              <a:t>Introduction to Project 4 (Cont.)</a:t>
            </a:r>
            <a:endParaRPr lang="en-GB" dirty="0"/>
          </a:p>
        </p:txBody>
      </p:sp>
      <p:sp>
        <p:nvSpPr>
          <p:cNvPr id="3" name="Content Placeholder 2">
            <a:extLst>
              <a:ext uri="{FF2B5EF4-FFF2-40B4-BE49-F238E27FC236}">
                <a16:creationId xmlns:a16="http://schemas.microsoft.com/office/drawing/2014/main" id="{0049B381-A9CD-9CCB-95CB-1DFDA7FC637A}"/>
              </a:ext>
            </a:extLst>
          </p:cNvPr>
          <p:cNvSpPr>
            <a:spLocks noGrp="1"/>
          </p:cNvSpPr>
          <p:nvPr>
            <p:ph idx="1"/>
          </p:nvPr>
        </p:nvSpPr>
        <p:spPr/>
        <p:txBody>
          <a:bodyPr>
            <a:normAutofit/>
          </a:bodyPr>
          <a:lstStyle/>
          <a:p>
            <a:r>
              <a:rPr lang="en-GB" sz="2200" dirty="0"/>
              <a:t>It further develops your intellectual independence, research and professional skills. A rapidly changing technological and digital landscape demands practitioners and experts who can understand, respond to, and further the aims of the industries you serve. </a:t>
            </a:r>
          </a:p>
          <a:p>
            <a:r>
              <a:rPr lang="en-GB" sz="2200" dirty="0"/>
              <a:t>It also requires graduates who can research, reflect, innovate, problem-solve and integrate knowledge in a discipline-specific way while serving general or specific societal needs. </a:t>
            </a:r>
          </a:p>
          <a:p>
            <a:r>
              <a:rPr lang="en-GB" sz="2200" dirty="0"/>
              <a:t>The Advanced Diploma in Information Technology is built on the foundations laid by the Diploma in ICT. It aims to advance applied and general skills and </a:t>
            </a:r>
            <a:r>
              <a:rPr lang="en-US" sz="2200" dirty="0"/>
              <a:t>to offer a degree of </a:t>
            </a:r>
            <a:r>
              <a:rPr lang="en-US" sz="2200" dirty="0" err="1"/>
              <a:t>specialisation</a:t>
            </a:r>
            <a:r>
              <a:rPr lang="en-US" sz="2200" dirty="0"/>
              <a:t> in the field of general Applications Development, Multimedia, or Communication Networks</a:t>
            </a:r>
            <a:r>
              <a:rPr lang="en-GB" sz="2200" dirty="0"/>
              <a:t>. This specialisation is one of the core disciplines in ICT. </a:t>
            </a:r>
          </a:p>
        </p:txBody>
      </p:sp>
    </p:spTree>
    <p:extLst>
      <p:ext uri="{BB962C8B-B14F-4D97-AF65-F5344CB8AC3E}">
        <p14:creationId xmlns:p14="http://schemas.microsoft.com/office/powerpoint/2010/main" val="3669224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77315-C797-B758-1DD8-11CCD6EB9354}"/>
              </a:ext>
            </a:extLst>
          </p:cNvPr>
          <p:cNvSpPr>
            <a:spLocks noGrp="1"/>
          </p:cNvSpPr>
          <p:nvPr>
            <p:ph type="title"/>
          </p:nvPr>
        </p:nvSpPr>
        <p:spPr/>
        <p:txBody>
          <a:bodyPr/>
          <a:lstStyle/>
          <a:p>
            <a:r>
              <a:rPr lang="en-US" dirty="0"/>
              <a:t>Student Engagement with the content</a:t>
            </a:r>
            <a:endParaRPr lang="en-GB" dirty="0"/>
          </a:p>
        </p:txBody>
      </p:sp>
      <p:pic>
        <p:nvPicPr>
          <p:cNvPr id="4" name="Content Placeholder 3">
            <a:extLst>
              <a:ext uri="{FF2B5EF4-FFF2-40B4-BE49-F238E27FC236}">
                <a16:creationId xmlns:a16="http://schemas.microsoft.com/office/drawing/2014/main" id="{885F0859-5DDB-0B50-03DA-8FCAEA17A26A}"/>
              </a:ext>
            </a:extLst>
          </p:cNvPr>
          <p:cNvPicPr>
            <a:picLocks noGrp="1" noChangeAspect="1"/>
          </p:cNvPicPr>
          <p:nvPr>
            <p:ph idx="1"/>
          </p:nvPr>
        </p:nvPicPr>
        <p:blipFill>
          <a:blip r:embed="rId2"/>
          <a:stretch>
            <a:fillRect/>
          </a:stretch>
        </p:blipFill>
        <p:spPr>
          <a:xfrm>
            <a:off x="2439311" y="1676401"/>
            <a:ext cx="7942939" cy="5105400"/>
          </a:xfrm>
          <a:prstGeom prst="rect">
            <a:avLst/>
          </a:prstGeom>
        </p:spPr>
      </p:pic>
    </p:spTree>
    <p:extLst>
      <p:ext uri="{BB962C8B-B14F-4D97-AF65-F5344CB8AC3E}">
        <p14:creationId xmlns:p14="http://schemas.microsoft.com/office/powerpoint/2010/main" val="4026086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430CC98A-732A-3FE6-48B5-DF305FC24A92}"/>
              </a:ext>
            </a:extLst>
          </p:cNvPr>
          <p:cNvSpPr>
            <a:spLocks noGrp="1"/>
          </p:cNvSpPr>
          <p:nvPr>
            <p:ph type="title"/>
          </p:nvPr>
        </p:nvSpPr>
        <p:spPr>
          <a:xfrm>
            <a:off x="1069848" y="484632"/>
            <a:ext cx="10058400" cy="1609344"/>
          </a:xfrm>
        </p:spPr>
        <p:txBody>
          <a:bodyPr>
            <a:normAutofit/>
          </a:bodyPr>
          <a:lstStyle/>
          <a:p>
            <a:r>
              <a:rPr lang="en-US" dirty="0"/>
              <a:t>So What does this mean</a:t>
            </a:r>
            <a:endParaRPr lang="en-GB" dirty="0"/>
          </a:p>
        </p:txBody>
      </p:sp>
      <p:sp>
        <p:nvSpPr>
          <p:cNvPr id="3" name="Content Placeholder 2">
            <a:extLst>
              <a:ext uri="{FF2B5EF4-FFF2-40B4-BE49-F238E27FC236}">
                <a16:creationId xmlns:a16="http://schemas.microsoft.com/office/drawing/2014/main" id="{80BBD925-1465-52D9-F3B9-EC1054D515D6}"/>
              </a:ext>
            </a:extLst>
          </p:cNvPr>
          <p:cNvSpPr>
            <a:spLocks noGrp="1"/>
          </p:cNvSpPr>
          <p:nvPr>
            <p:ph idx="1"/>
          </p:nvPr>
        </p:nvSpPr>
        <p:spPr>
          <a:xfrm>
            <a:off x="1069848" y="2320412"/>
            <a:ext cx="10058400" cy="3851787"/>
          </a:xfrm>
        </p:spPr>
        <p:txBody>
          <a:bodyPr>
            <a:normAutofit/>
          </a:bodyPr>
          <a:lstStyle/>
          <a:p>
            <a:pPr marL="0" indent="0" algn="ctr">
              <a:buNone/>
            </a:pPr>
            <a:r>
              <a:rPr lang="en-US" sz="2800" dirty="0"/>
              <a:t>40 credits – 400 hours for the year</a:t>
            </a:r>
          </a:p>
          <a:p>
            <a:pPr marL="0" indent="0" algn="ctr">
              <a:buNone/>
            </a:pPr>
            <a:r>
              <a:rPr lang="en-US" sz="2800" dirty="0"/>
              <a:t>120 contact hours</a:t>
            </a:r>
          </a:p>
          <a:p>
            <a:pPr marL="0" indent="0" algn="ctr">
              <a:buNone/>
            </a:pPr>
            <a:r>
              <a:rPr lang="en-US" sz="2800" dirty="0"/>
              <a:t>Contact time = 7 periods per week over 22 weeks</a:t>
            </a:r>
          </a:p>
          <a:p>
            <a:pPr marL="0" indent="0" algn="ctr">
              <a:buNone/>
            </a:pPr>
            <a:endParaRPr lang="en-US" sz="2800" dirty="0"/>
          </a:p>
          <a:p>
            <a:pPr marL="0" indent="0" algn="ctr">
              <a:buNone/>
            </a:pPr>
            <a:r>
              <a:rPr lang="en-US" sz="2800" dirty="0"/>
              <a:t>What about 280 </a:t>
            </a:r>
            <a:r>
              <a:rPr lang="en-US" sz="2800" dirty="0" err="1"/>
              <a:t>hrs</a:t>
            </a:r>
            <a:r>
              <a:rPr lang="en-US" sz="2800" dirty="0"/>
              <a:t> left</a:t>
            </a:r>
          </a:p>
          <a:p>
            <a:pPr marL="0" indent="0" algn="ctr">
              <a:buNone/>
            </a:pPr>
            <a:r>
              <a:rPr lang="en-US" sz="2800" dirty="0"/>
              <a:t>Which equates to 13 hours per week over 22 weeks</a:t>
            </a:r>
          </a:p>
          <a:p>
            <a:endParaRPr lang="en-GB"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317405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0" name="Rectangle 19">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1" name="Rectangle 20">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50A1142B-7B34-9CE0-0611-83955DD8CDE5}"/>
              </a:ext>
            </a:extLst>
          </p:cNvPr>
          <p:cNvSpPr>
            <a:spLocks noGrp="1"/>
          </p:cNvSpPr>
          <p:nvPr>
            <p:ph type="title"/>
          </p:nvPr>
        </p:nvSpPr>
        <p:spPr>
          <a:xfrm>
            <a:off x="1069848" y="484632"/>
            <a:ext cx="10058400" cy="1609344"/>
          </a:xfrm>
        </p:spPr>
        <p:txBody>
          <a:bodyPr>
            <a:normAutofit/>
          </a:bodyPr>
          <a:lstStyle/>
          <a:p>
            <a:r>
              <a:rPr lang="en-US"/>
              <a:t>Weekly contact time</a:t>
            </a:r>
            <a:endParaRPr lang="en-GB" dirty="0"/>
          </a:p>
        </p:txBody>
      </p:sp>
      <p:sp>
        <p:nvSpPr>
          <p:cNvPr id="3" name="Content Placeholder 2">
            <a:extLst>
              <a:ext uri="{FF2B5EF4-FFF2-40B4-BE49-F238E27FC236}">
                <a16:creationId xmlns:a16="http://schemas.microsoft.com/office/drawing/2014/main" id="{42405240-F63C-8E6F-4960-95A5B3C39814}"/>
              </a:ext>
            </a:extLst>
          </p:cNvPr>
          <p:cNvSpPr>
            <a:spLocks noGrp="1"/>
          </p:cNvSpPr>
          <p:nvPr>
            <p:ph idx="1"/>
          </p:nvPr>
        </p:nvSpPr>
        <p:spPr>
          <a:xfrm>
            <a:off x="1069848" y="2320412"/>
            <a:ext cx="10058400" cy="3851787"/>
          </a:xfrm>
        </p:spPr>
        <p:txBody>
          <a:bodyPr>
            <a:normAutofit/>
          </a:bodyPr>
          <a:lstStyle/>
          <a:p>
            <a:pPr marL="0" indent="0" algn="ctr">
              <a:buNone/>
            </a:pPr>
            <a:r>
              <a:rPr lang="en-US" dirty="0"/>
              <a:t>40 credits – 400 hours for the year</a:t>
            </a:r>
          </a:p>
          <a:p>
            <a:pPr marL="0" indent="0" algn="ctr">
              <a:buNone/>
            </a:pPr>
            <a:r>
              <a:rPr lang="en-US" dirty="0"/>
              <a:t>120 contact hours</a:t>
            </a:r>
          </a:p>
          <a:p>
            <a:pPr marL="0" indent="0" algn="ctr">
              <a:buNone/>
            </a:pPr>
            <a:r>
              <a:rPr lang="en-US" dirty="0"/>
              <a:t>Contact time = 7 periods per week over 22 weeks</a:t>
            </a:r>
          </a:p>
          <a:p>
            <a:pPr marL="0" indent="0" algn="ctr">
              <a:buNone/>
            </a:pPr>
            <a:r>
              <a:rPr lang="en-GB" dirty="0"/>
              <a:t>We are supposed to meet for 5 hours and 15 minutes a week. </a:t>
            </a:r>
          </a:p>
          <a:p>
            <a:pPr marL="0" indent="0" algn="ctr">
              <a:buNone/>
            </a:pPr>
            <a:r>
              <a:rPr lang="en-US" dirty="0"/>
              <a:t>What about 280 </a:t>
            </a:r>
            <a:r>
              <a:rPr lang="en-US" dirty="0" err="1"/>
              <a:t>hrs</a:t>
            </a:r>
            <a:r>
              <a:rPr lang="en-US" dirty="0"/>
              <a:t> left</a:t>
            </a:r>
          </a:p>
          <a:p>
            <a:pPr marL="0" indent="0" algn="ctr">
              <a:buNone/>
            </a:pPr>
            <a:r>
              <a:rPr lang="en-US" dirty="0"/>
              <a:t>Which equates to 13 hours per week over 22 weeks</a:t>
            </a:r>
          </a:p>
          <a:p>
            <a:pPr marL="0" indent="0" algn="ctr">
              <a:buNone/>
            </a:pPr>
            <a:r>
              <a:rPr lang="en-US" dirty="0"/>
              <a:t>This means the time allocated for Projects is:</a:t>
            </a:r>
          </a:p>
          <a:p>
            <a:pPr marL="0" indent="0" algn="ctr">
              <a:buNone/>
            </a:pPr>
            <a:r>
              <a:rPr lang="en-US" dirty="0"/>
              <a:t> 5 hours and 15 minutes + 13 Hours = 18 hours and 15 minutes.</a:t>
            </a:r>
          </a:p>
          <a:p>
            <a:r>
              <a:rPr lang="en-GB" dirty="0"/>
              <a:t> </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003776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a:extLst>
              <a:ext uri="{FF2B5EF4-FFF2-40B4-BE49-F238E27FC236}">
                <a16:creationId xmlns:a16="http://schemas.microsoft.com/office/drawing/2014/main" id="{D14ADFA7-A39C-455A-4754-9BB023054539}"/>
              </a:ext>
            </a:extLst>
          </p:cNvPr>
          <p:cNvSpPr>
            <a:spLocks noGrp="1"/>
          </p:cNvSpPr>
          <p:nvPr>
            <p:ph type="title"/>
          </p:nvPr>
        </p:nvSpPr>
        <p:spPr>
          <a:xfrm>
            <a:off x="1069848" y="484632"/>
            <a:ext cx="10058400" cy="1609344"/>
          </a:xfrm>
        </p:spPr>
        <p:txBody>
          <a:bodyPr>
            <a:normAutofit/>
          </a:bodyPr>
          <a:lstStyle/>
          <a:p>
            <a:r>
              <a:rPr lang="en-US" dirty="0"/>
              <a:t>Supervisors</a:t>
            </a:r>
            <a:endParaRPr lang="en-GB" dirty="0"/>
          </a:p>
        </p:txBody>
      </p:sp>
      <p:sp>
        <p:nvSpPr>
          <p:cNvPr id="3" name="Content Placeholder 2">
            <a:extLst>
              <a:ext uri="{FF2B5EF4-FFF2-40B4-BE49-F238E27FC236}">
                <a16:creationId xmlns:a16="http://schemas.microsoft.com/office/drawing/2014/main" id="{6D254034-73A7-9CEA-493A-B05C1D53CE02}"/>
              </a:ext>
            </a:extLst>
          </p:cNvPr>
          <p:cNvSpPr>
            <a:spLocks noGrp="1"/>
          </p:cNvSpPr>
          <p:nvPr>
            <p:ph idx="1"/>
          </p:nvPr>
        </p:nvSpPr>
        <p:spPr>
          <a:xfrm>
            <a:off x="1069848" y="2320412"/>
            <a:ext cx="10058400" cy="3851787"/>
          </a:xfrm>
        </p:spPr>
        <p:txBody>
          <a:bodyPr>
            <a:normAutofit lnSpcReduction="10000"/>
          </a:bodyPr>
          <a:lstStyle/>
          <a:p>
            <a:r>
              <a:rPr lang="en-US" sz="2800" dirty="0"/>
              <a:t>You will be allocated a supervisor next week.</a:t>
            </a:r>
          </a:p>
          <a:p>
            <a:r>
              <a:rPr lang="en-US" sz="2800" dirty="0"/>
              <a:t>Full-time students will meet during the week, probably when the supervisor can meet you as a student.</a:t>
            </a:r>
          </a:p>
          <a:p>
            <a:r>
              <a:rPr lang="en-US" sz="2800" dirty="0"/>
              <a:t>You have to meet on a weekly basis, as there are deadlines to meet.</a:t>
            </a:r>
          </a:p>
          <a:p>
            <a:r>
              <a:rPr lang="en-US" sz="2800" dirty="0"/>
              <a:t>Ethics clearance must be done by the end of the term (no later submissions will be accepted – you will have to cancel the subject)</a:t>
            </a:r>
          </a:p>
          <a:p>
            <a:r>
              <a:rPr lang="en-US" sz="2800" dirty="0"/>
              <a:t>Marking is done by other supervisors…</a:t>
            </a:r>
          </a:p>
          <a:p>
            <a:endParaRPr lang="en-US" dirty="0"/>
          </a:p>
          <a:p>
            <a:endParaRPr lang="en-US" dirty="0"/>
          </a:p>
          <a:p>
            <a:endParaRPr lang="en-GB" dirty="0"/>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892200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pic>
        <p:nvPicPr>
          <p:cNvPr id="4" name="Content Placeholder 3"/>
          <p:cNvPicPr>
            <a:picLocks noGrp="1" noChangeAspect="1"/>
          </p:cNvPicPr>
          <p:nvPr>
            <p:ph idx="1"/>
          </p:nvPr>
        </p:nvPicPr>
        <p:blipFill>
          <a:blip r:embed="rId2"/>
          <a:stretch>
            <a:fillRect/>
          </a:stretch>
        </p:blipFill>
        <p:spPr>
          <a:xfrm>
            <a:off x="718457" y="352697"/>
            <a:ext cx="10842172" cy="6074229"/>
          </a:xfrm>
          <a:prstGeom prst="rect">
            <a:avLst/>
          </a:prstGeom>
        </p:spPr>
      </p:pic>
    </p:spTree>
    <p:extLst>
      <p:ext uri="{BB962C8B-B14F-4D97-AF65-F5344CB8AC3E}">
        <p14:creationId xmlns:p14="http://schemas.microsoft.com/office/powerpoint/2010/main" val="2888234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Learning  Resources</a:t>
            </a:r>
          </a:p>
        </p:txBody>
      </p:sp>
      <p:pic>
        <p:nvPicPr>
          <p:cNvPr id="6" name="Content Placeholder 5"/>
          <p:cNvPicPr>
            <a:picLocks noGrp="1" noChangeAspect="1"/>
          </p:cNvPicPr>
          <p:nvPr>
            <p:ph idx="1"/>
          </p:nvPr>
        </p:nvPicPr>
        <p:blipFill>
          <a:blip r:embed="rId2"/>
          <a:stretch>
            <a:fillRect/>
          </a:stretch>
        </p:blipFill>
        <p:spPr>
          <a:xfrm>
            <a:off x="475506" y="228322"/>
            <a:ext cx="2499577" cy="3267739"/>
          </a:xfrm>
          <a:prstGeom prst="rect">
            <a:avLst/>
          </a:prstGeom>
        </p:spPr>
      </p:pic>
      <p:sp>
        <p:nvSpPr>
          <p:cNvPr id="4" name="Text Placeholder 3"/>
          <p:cNvSpPr>
            <a:spLocks noGrp="1"/>
          </p:cNvSpPr>
          <p:nvPr>
            <p:ph type="body" sz="half" idx="2"/>
          </p:nvPr>
        </p:nvSpPr>
        <p:spPr/>
        <p:txBody>
          <a:bodyPr/>
          <a:lstStyle/>
          <a:p>
            <a:r>
              <a:rPr lang="en-ZA" dirty="0"/>
              <a:t>MAIN TEXTBOOK</a:t>
            </a:r>
          </a:p>
          <a:p>
            <a:r>
              <a:rPr lang="en-ZA" dirty="0"/>
              <a:t>(Kumar, R 2011)</a:t>
            </a:r>
          </a:p>
          <a:p>
            <a:endParaRPr lang="en-ZA" dirty="0"/>
          </a:p>
          <a:p>
            <a:r>
              <a:rPr lang="en-ZA" dirty="0"/>
              <a:t>SUPPLEMENTARY TEXTBOOKS</a:t>
            </a:r>
          </a:p>
          <a:p>
            <a:r>
              <a:rPr lang="en-ZA" dirty="0"/>
              <a:t>Booth et al, 2016</a:t>
            </a:r>
          </a:p>
          <a:p>
            <a:r>
              <a:rPr lang="en-ZA" dirty="0"/>
              <a:t>Terre Blanche et al, 2006  </a:t>
            </a:r>
          </a:p>
          <a:p>
            <a:r>
              <a:rPr lang="en-ZA" dirty="0" err="1"/>
              <a:t>Blaxter</a:t>
            </a:r>
            <a:r>
              <a:rPr lang="en-ZA" dirty="0"/>
              <a:t> et al, 2006  </a:t>
            </a:r>
          </a:p>
          <a:p>
            <a:r>
              <a:rPr lang="en-ZA" dirty="0"/>
              <a:t>Maree, 2016</a:t>
            </a:r>
          </a:p>
        </p:txBody>
      </p:sp>
      <p:pic>
        <p:nvPicPr>
          <p:cNvPr id="7" name="Picture 6"/>
          <p:cNvPicPr>
            <a:picLocks noChangeAspect="1"/>
          </p:cNvPicPr>
          <p:nvPr/>
        </p:nvPicPr>
        <p:blipFill>
          <a:blip r:embed="rId3"/>
          <a:stretch>
            <a:fillRect/>
          </a:stretch>
        </p:blipFill>
        <p:spPr>
          <a:xfrm>
            <a:off x="5772382" y="295383"/>
            <a:ext cx="2188654" cy="3133616"/>
          </a:xfrm>
          <a:prstGeom prst="rect">
            <a:avLst/>
          </a:prstGeom>
        </p:spPr>
      </p:pic>
      <p:pic>
        <p:nvPicPr>
          <p:cNvPr id="8" name="Picture 7"/>
          <p:cNvPicPr>
            <a:picLocks noChangeAspect="1"/>
          </p:cNvPicPr>
          <p:nvPr/>
        </p:nvPicPr>
        <p:blipFill>
          <a:blip r:embed="rId4"/>
          <a:stretch>
            <a:fillRect/>
          </a:stretch>
        </p:blipFill>
        <p:spPr>
          <a:xfrm>
            <a:off x="3230633" y="2538709"/>
            <a:ext cx="2286198" cy="3176291"/>
          </a:xfrm>
          <a:prstGeom prst="rect">
            <a:avLst/>
          </a:prstGeom>
        </p:spPr>
      </p:pic>
      <p:pic>
        <p:nvPicPr>
          <p:cNvPr id="9" name="Picture 8"/>
          <p:cNvPicPr>
            <a:picLocks noChangeAspect="1"/>
          </p:cNvPicPr>
          <p:nvPr/>
        </p:nvPicPr>
        <p:blipFill>
          <a:blip r:embed="rId5"/>
          <a:stretch>
            <a:fillRect/>
          </a:stretch>
        </p:blipFill>
        <p:spPr>
          <a:xfrm>
            <a:off x="568007" y="3745869"/>
            <a:ext cx="1896020" cy="2840982"/>
          </a:xfrm>
          <a:prstGeom prst="rect">
            <a:avLst/>
          </a:prstGeom>
        </p:spPr>
      </p:pic>
      <p:pic>
        <p:nvPicPr>
          <p:cNvPr id="10" name="Picture 9"/>
          <p:cNvPicPr>
            <a:picLocks noChangeAspect="1"/>
          </p:cNvPicPr>
          <p:nvPr/>
        </p:nvPicPr>
        <p:blipFill>
          <a:blip r:embed="rId6"/>
          <a:stretch>
            <a:fillRect/>
          </a:stretch>
        </p:blipFill>
        <p:spPr>
          <a:xfrm>
            <a:off x="5746458" y="3850813"/>
            <a:ext cx="2097206" cy="2755631"/>
          </a:xfrm>
          <a:prstGeom prst="rect">
            <a:avLst/>
          </a:prstGeom>
        </p:spPr>
      </p:pic>
    </p:spTree>
    <p:extLst>
      <p:ext uri="{BB962C8B-B14F-4D97-AF65-F5344CB8AC3E}">
        <p14:creationId xmlns:p14="http://schemas.microsoft.com/office/powerpoint/2010/main" val="685651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 we write it up</a:t>
            </a:r>
            <a:endParaRPr lang="en-ZA" dirty="0"/>
          </a:p>
        </p:txBody>
      </p:sp>
      <p:sp>
        <p:nvSpPr>
          <p:cNvPr id="3" name="Content Placeholder 2"/>
          <p:cNvSpPr>
            <a:spLocks noGrp="1"/>
          </p:cNvSpPr>
          <p:nvPr>
            <p:ph idx="1"/>
          </p:nvPr>
        </p:nvSpPr>
        <p:spPr/>
        <p:txBody>
          <a:bodyPr>
            <a:normAutofit fontScale="92500"/>
          </a:bodyPr>
          <a:lstStyle/>
          <a:p>
            <a:r>
              <a:rPr lang="en-US" sz="3600" dirty="0"/>
              <a:t>We write to:</a:t>
            </a:r>
          </a:p>
          <a:p>
            <a:pPr lvl="1"/>
            <a:r>
              <a:rPr lang="en-US" sz="2800" dirty="0"/>
              <a:t>Remember</a:t>
            </a:r>
          </a:p>
          <a:p>
            <a:pPr lvl="1"/>
            <a:r>
              <a:rPr lang="en-US" sz="2800" dirty="0"/>
              <a:t>Understand</a:t>
            </a:r>
          </a:p>
          <a:p>
            <a:pPr lvl="1"/>
            <a:r>
              <a:rPr lang="en-US" sz="2800" dirty="0"/>
              <a:t>Test our thinking</a:t>
            </a:r>
          </a:p>
          <a:p>
            <a:pPr lvl="1"/>
            <a:r>
              <a:rPr lang="en-US" sz="2800" dirty="0"/>
              <a:t>For a reader</a:t>
            </a:r>
          </a:p>
          <a:p>
            <a:pPr lvl="1"/>
            <a:endParaRPr lang="en-US" sz="2800" dirty="0"/>
          </a:p>
          <a:p>
            <a:pPr marL="182880" lvl="1">
              <a:spcBef>
                <a:spcPts val="1200"/>
              </a:spcBef>
            </a:pPr>
            <a:r>
              <a:rPr lang="en-US" sz="3600" dirty="0"/>
              <a:t>Final submission is a formal report</a:t>
            </a:r>
          </a:p>
          <a:p>
            <a:pPr marL="182880" lvl="1">
              <a:spcBef>
                <a:spcPts val="1200"/>
              </a:spcBef>
            </a:pPr>
            <a:r>
              <a:rPr lang="en-US" sz="3600" dirty="0"/>
              <a:t>We are not allowed to put copies of textbooks on </a:t>
            </a:r>
            <a:r>
              <a:rPr lang="en-US" sz="3600" dirty="0" err="1"/>
              <a:t>BlackBoard</a:t>
            </a:r>
            <a:r>
              <a:rPr lang="en-US" sz="3600" dirty="0"/>
              <a:t>.</a:t>
            </a:r>
            <a:endParaRPr lang="en-ZA" sz="3600" dirty="0"/>
          </a:p>
        </p:txBody>
      </p:sp>
      <p:sp>
        <p:nvSpPr>
          <p:cNvPr id="4" name="Text Placeholder 3"/>
          <p:cNvSpPr>
            <a:spLocks noGrp="1"/>
          </p:cNvSpPr>
          <p:nvPr>
            <p:ph type="body" sz="half" idx="2"/>
          </p:nvPr>
        </p:nvSpPr>
        <p:spPr/>
        <p:txBody>
          <a:bodyPr/>
          <a:lstStyle/>
          <a:p>
            <a:endParaRPr lang="en-ZA"/>
          </a:p>
        </p:txBody>
      </p:sp>
    </p:spTree>
    <p:extLst>
      <p:ext uri="{BB962C8B-B14F-4D97-AF65-F5344CB8AC3E}">
        <p14:creationId xmlns:p14="http://schemas.microsoft.com/office/powerpoint/2010/main" val="1750783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49640" y="685800"/>
            <a:ext cx="3200400" cy="2579914"/>
          </a:xfrm>
        </p:spPr>
        <p:txBody>
          <a:bodyPr>
            <a:normAutofit/>
          </a:bodyPr>
          <a:lstStyle/>
          <a:p>
            <a:pPr algn="ctr"/>
            <a:r>
              <a:rPr lang="en-US" sz="4000" dirty="0"/>
              <a:t>A </a:t>
            </a:r>
            <a:br>
              <a:rPr lang="en-US" sz="4000" dirty="0"/>
            </a:br>
            <a:r>
              <a:rPr lang="en-US" sz="4000" dirty="0"/>
              <a:t>Scientific Attitude</a:t>
            </a:r>
            <a:endParaRPr lang="en-ZA" sz="4000" dirty="0"/>
          </a:p>
        </p:txBody>
      </p:sp>
      <p:sp>
        <p:nvSpPr>
          <p:cNvPr id="3" name="Content Placeholder 2"/>
          <p:cNvSpPr>
            <a:spLocks noGrp="1"/>
          </p:cNvSpPr>
          <p:nvPr>
            <p:ph idx="1"/>
          </p:nvPr>
        </p:nvSpPr>
        <p:spPr/>
        <p:txBody>
          <a:bodyPr>
            <a:normAutofit/>
          </a:bodyPr>
          <a:lstStyle/>
          <a:p>
            <a:endParaRPr lang="en-US" sz="3600" dirty="0"/>
          </a:p>
          <a:p>
            <a:r>
              <a:rPr lang="en-US" sz="3600" dirty="0"/>
              <a:t>Search for the facts using a scientific method</a:t>
            </a:r>
          </a:p>
          <a:p>
            <a:endParaRPr lang="en-US" sz="3600" dirty="0"/>
          </a:p>
          <a:p>
            <a:r>
              <a:rPr lang="en-US" sz="3600" dirty="0"/>
              <a:t>The quality of the data (is very important</a:t>
            </a:r>
          </a:p>
          <a:p>
            <a:endParaRPr lang="en-US" sz="3600" dirty="0"/>
          </a:p>
          <a:p>
            <a:r>
              <a:rPr lang="en-US" sz="3600" dirty="0"/>
              <a:t>Become a critical thinker</a:t>
            </a:r>
            <a:endParaRPr lang="en-ZA" sz="3600" dirty="0"/>
          </a:p>
        </p:txBody>
      </p:sp>
      <p:sp>
        <p:nvSpPr>
          <p:cNvPr id="4" name="Text Placeholder 3"/>
          <p:cNvSpPr>
            <a:spLocks noGrp="1"/>
          </p:cNvSpPr>
          <p:nvPr>
            <p:ph type="body" sz="half" idx="2"/>
          </p:nvPr>
        </p:nvSpPr>
        <p:spPr/>
        <p:txBody>
          <a:bodyPr/>
          <a:lstStyle/>
          <a:p>
            <a:endParaRPr lang="en-ZA" dirty="0"/>
          </a:p>
        </p:txBody>
      </p:sp>
    </p:spTree>
    <p:extLst>
      <p:ext uri="{BB962C8B-B14F-4D97-AF65-F5344CB8AC3E}">
        <p14:creationId xmlns:p14="http://schemas.microsoft.com/office/powerpoint/2010/main" val="2704284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ZA"/>
          </a:p>
        </p:txBody>
      </p:sp>
      <p:sp>
        <p:nvSpPr>
          <p:cNvPr id="3" name="Content Placeholder 2"/>
          <p:cNvSpPr>
            <a:spLocks noGrp="1"/>
          </p:cNvSpPr>
          <p:nvPr>
            <p:ph idx="1"/>
          </p:nvPr>
        </p:nvSpPr>
        <p:spPr/>
        <p:txBody>
          <a:bodyPr>
            <a:normAutofit fontScale="92500" lnSpcReduction="10000"/>
          </a:bodyPr>
          <a:lstStyle/>
          <a:p>
            <a:pPr marL="0" indent="0">
              <a:buNone/>
            </a:pPr>
            <a:endParaRPr lang="en-US" sz="4400" dirty="0"/>
          </a:p>
          <a:p>
            <a:pPr marL="0" indent="0">
              <a:buNone/>
            </a:pPr>
            <a:r>
              <a:rPr lang="en-US" sz="4400" dirty="0"/>
              <a:t>Scientific Knowledge is only concerned with</a:t>
            </a:r>
          </a:p>
          <a:p>
            <a:pPr marL="0" indent="0">
              <a:buNone/>
            </a:pPr>
            <a:endParaRPr lang="en-US" sz="4400" dirty="0"/>
          </a:p>
          <a:p>
            <a:pPr marL="0" indent="0">
              <a:buNone/>
            </a:pPr>
            <a:r>
              <a:rPr lang="en-US" sz="3600" dirty="0"/>
              <a:t>… what are the facts</a:t>
            </a:r>
          </a:p>
          <a:p>
            <a:pPr marL="0" indent="0">
              <a:buNone/>
            </a:pPr>
            <a:r>
              <a:rPr lang="en-US" sz="3600" dirty="0"/>
              <a:t>… evidence is very important</a:t>
            </a:r>
          </a:p>
          <a:p>
            <a:pPr marL="0" indent="0">
              <a:buNone/>
            </a:pPr>
            <a:r>
              <a:rPr lang="en-US" sz="3600" dirty="0"/>
              <a:t>… how did you get to your solution</a:t>
            </a:r>
          </a:p>
          <a:p>
            <a:pPr marL="0" indent="0">
              <a:buNone/>
            </a:pPr>
            <a:r>
              <a:rPr lang="en-US" sz="3600" dirty="0"/>
              <a:t>… the research process is therefore very important</a:t>
            </a:r>
            <a:endParaRPr lang="en-ZA" sz="3600" dirty="0"/>
          </a:p>
        </p:txBody>
      </p:sp>
      <p:sp>
        <p:nvSpPr>
          <p:cNvPr id="4" name="Text Placeholder 3"/>
          <p:cNvSpPr>
            <a:spLocks noGrp="1"/>
          </p:cNvSpPr>
          <p:nvPr>
            <p:ph type="body" sz="half" idx="2"/>
          </p:nvPr>
        </p:nvSpPr>
        <p:spPr/>
        <p:txBody>
          <a:bodyPr/>
          <a:lstStyle/>
          <a:p>
            <a:endParaRPr lang="en-ZA"/>
          </a:p>
        </p:txBody>
      </p:sp>
    </p:spTree>
    <p:extLst>
      <p:ext uri="{BB962C8B-B14F-4D97-AF65-F5344CB8AC3E}">
        <p14:creationId xmlns:p14="http://schemas.microsoft.com/office/powerpoint/2010/main" val="2312981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A09304C-28F7-4E8D-883F-50432A7C9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AD6DE7-4C8D-496F-A9FF-3442D00D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Rectangle 10">
            <a:extLst>
              <a:ext uri="{FF2B5EF4-FFF2-40B4-BE49-F238E27FC236}">
                <a16:creationId xmlns:a16="http://schemas.microsoft.com/office/drawing/2014/main" id="{447C25D7-975B-4E64-A3A6-AA09C57952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w="22225">
            <a:solidFill>
              <a:srgbClr val="5CA1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ADBD47C-5931-831B-499B-CC246B87EF08}"/>
              </a:ext>
            </a:extLst>
          </p:cNvPr>
          <p:cNvPicPr>
            <a:picLocks noChangeAspect="1"/>
          </p:cNvPicPr>
          <p:nvPr/>
        </p:nvPicPr>
        <p:blipFill>
          <a:blip r:embed="rId4"/>
          <a:srcRect t="139" r="1" b="9041"/>
          <a:stretch/>
        </p:blipFill>
        <p:spPr>
          <a:xfrm>
            <a:off x="643467" y="643467"/>
            <a:ext cx="10905066" cy="5571066"/>
          </a:xfrm>
          <a:prstGeom prst="rect">
            <a:avLst/>
          </a:prstGeom>
        </p:spPr>
      </p:pic>
    </p:spTree>
    <p:extLst>
      <p:ext uri="{BB962C8B-B14F-4D97-AF65-F5344CB8AC3E}">
        <p14:creationId xmlns:p14="http://schemas.microsoft.com/office/powerpoint/2010/main" val="2789512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46B23-FA1F-3993-1DC6-6A69FEE1A2B6}"/>
              </a:ext>
            </a:extLst>
          </p:cNvPr>
          <p:cNvSpPr>
            <a:spLocks noGrp="1"/>
          </p:cNvSpPr>
          <p:nvPr>
            <p:ph type="title"/>
          </p:nvPr>
        </p:nvSpPr>
        <p:spPr/>
        <p:txBody>
          <a:bodyPr/>
          <a:lstStyle/>
          <a:p>
            <a:r>
              <a:rPr lang="en-US" dirty="0"/>
              <a:t>All Research</a:t>
            </a:r>
            <a:endParaRPr lang="en-GB" dirty="0"/>
          </a:p>
        </p:txBody>
      </p:sp>
      <p:sp>
        <p:nvSpPr>
          <p:cNvPr id="3" name="Content Placeholder 2">
            <a:extLst>
              <a:ext uri="{FF2B5EF4-FFF2-40B4-BE49-F238E27FC236}">
                <a16:creationId xmlns:a16="http://schemas.microsoft.com/office/drawing/2014/main" id="{7FC71CFE-C89F-A906-CFC5-D9ABF87FDB7F}"/>
              </a:ext>
            </a:extLst>
          </p:cNvPr>
          <p:cNvSpPr>
            <a:spLocks noGrp="1"/>
          </p:cNvSpPr>
          <p:nvPr>
            <p:ph idx="1"/>
          </p:nvPr>
        </p:nvSpPr>
        <p:spPr/>
        <p:txBody>
          <a:bodyPr>
            <a:normAutofit/>
          </a:bodyPr>
          <a:lstStyle/>
          <a:p>
            <a:r>
              <a:rPr lang="en-US" sz="2400" dirty="0"/>
              <a:t>Data will be in the form of Documents/articles</a:t>
            </a:r>
          </a:p>
          <a:p>
            <a:r>
              <a:rPr lang="en-US" sz="2400" dirty="0"/>
              <a:t>No interviews</a:t>
            </a:r>
          </a:p>
          <a:p>
            <a:r>
              <a:rPr lang="en-US" sz="2400" dirty="0"/>
              <a:t>No questionnaires</a:t>
            </a:r>
          </a:p>
          <a:p>
            <a:r>
              <a:rPr lang="en-US" sz="2400" dirty="0"/>
              <a:t>I will allocate supervisors</a:t>
            </a:r>
          </a:p>
          <a:p>
            <a:r>
              <a:rPr lang="en-US" sz="2400" dirty="0"/>
              <a:t> Full-time students will have supervisors during the day</a:t>
            </a:r>
            <a:endParaRPr lang="en-GB" sz="2400" dirty="0"/>
          </a:p>
        </p:txBody>
      </p:sp>
    </p:spTree>
    <p:extLst>
      <p:ext uri="{BB962C8B-B14F-4D97-AF65-F5344CB8AC3E}">
        <p14:creationId xmlns:p14="http://schemas.microsoft.com/office/powerpoint/2010/main" val="206679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29B68D6-C6CC-4D1D-92F1-5FE2522D5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4527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C8FE18-8861-7382-E929-E2B28ABBA3ED}"/>
              </a:ext>
            </a:extLst>
          </p:cNvPr>
          <p:cNvSpPr>
            <a:spLocks noGrp="1"/>
          </p:cNvSpPr>
          <p:nvPr>
            <p:ph type="title"/>
          </p:nvPr>
        </p:nvSpPr>
        <p:spPr>
          <a:xfrm>
            <a:off x="382280" y="484632"/>
            <a:ext cx="6743844" cy="1609344"/>
          </a:xfrm>
        </p:spPr>
        <p:txBody>
          <a:bodyPr>
            <a:normAutofit/>
          </a:bodyPr>
          <a:lstStyle/>
          <a:p>
            <a:r>
              <a:rPr lang="en-US"/>
              <a:t>Week 1 Homework</a:t>
            </a:r>
            <a:endParaRPr lang="en-GB"/>
          </a:p>
        </p:txBody>
      </p:sp>
      <p:graphicFrame>
        <p:nvGraphicFramePr>
          <p:cNvPr id="24" name="Content Placeholder 2">
            <a:extLst>
              <a:ext uri="{FF2B5EF4-FFF2-40B4-BE49-F238E27FC236}">
                <a16:creationId xmlns:a16="http://schemas.microsoft.com/office/drawing/2014/main" id="{A6B7B28D-5442-854C-DFBD-4008DB82204D}"/>
              </a:ext>
            </a:extLst>
          </p:cNvPr>
          <p:cNvGraphicFramePr>
            <a:graphicFrameLocks noGrp="1"/>
          </p:cNvGraphicFramePr>
          <p:nvPr>
            <p:ph idx="1"/>
            <p:extLst>
              <p:ext uri="{D42A27DB-BD31-4B8C-83A1-F6EECF244321}">
                <p14:modId xmlns:p14="http://schemas.microsoft.com/office/powerpoint/2010/main" val="1489034810"/>
              </p:ext>
            </p:extLst>
          </p:nvPr>
        </p:nvGraphicFramePr>
        <p:xfrm>
          <a:off x="382279" y="2121408"/>
          <a:ext cx="6743845" cy="40507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descr="Closeup of hands holding an open book">
            <a:extLst>
              <a:ext uri="{FF2B5EF4-FFF2-40B4-BE49-F238E27FC236}">
                <a16:creationId xmlns:a16="http://schemas.microsoft.com/office/drawing/2014/main" id="{00AA9EC6-1194-A7F4-4212-DA84326E9622}"/>
              </a:ext>
            </a:extLst>
          </p:cNvPr>
          <p:cNvPicPr>
            <a:picLocks noChangeAspect="1"/>
          </p:cNvPicPr>
          <p:nvPr/>
        </p:nvPicPr>
        <p:blipFill rotWithShape="1">
          <a:blip r:embed="rId9"/>
          <a:srcRect l="18787" r="22166" b="-1"/>
          <a:stretch/>
        </p:blipFill>
        <p:spPr>
          <a:xfrm>
            <a:off x="8203460" y="1375945"/>
            <a:ext cx="3369177" cy="3808741"/>
          </a:xfrm>
          <a:prstGeom prst="rect">
            <a:avLst/>
          </a:prstGeom>
        </p:spPr>
      </p:pic>
      <p:grpSp>
        <p:nvGrpSpPr>
          <p:cNvPr id="20" name="Group 19">
            <a:extLst>
              <a:ext uri="{FF2B5EF4-FFF2-40B4-BE49-F238E27FC236}">
                <a16:creationId xmlns:a16="http://schemas.microsoft.com/office/drawing/2014/main" id="{4732A386-7C2A-439A-BB1D-5CC2440E65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1" name="Oval 20">
              <a:extLst>
                <a:ext uri="{FF2B5EF4-FFF2-40B4-BE49-F238E27FC236}">
                  <a16:creationId xmlns:a16="http://schemas.microsoft.com/office/drawing/2014/main" id="{A1CD6A5D-4173-44ED-B98B-3F63242220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10">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89485095-E900-493D-BBC5-801B7384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588851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BFDB7-D2D9-2BAB-A0DE-ECEB3375C797}"/>
              </a:ext>
            </a:extLst>
          </p:cNvPr>
          <p:cNvSpPr>
            <a:spLocks noGrp="1"/>
          </p:cNvSpPr>
          <p:nvPr>
            <p:ph type="title"/>
          </p:nvPr>
        </p:nvSpPr>
        <p:spPr/>
        <p:txBody>
          <a:bodyPr/>
          <a:lstStyle/>
          <a:p>
            <a:r>
              <a:rPr lang="en-US" dirty="0"/>
              <a:t>Next week: Selecting a Topic</a:t>
            </a:r>
            <a:endParaRPr lang="en-GB" dirty="0"/>
          </a:p>
        </p:txBody>
      </p:sp>
      <p:pic>
        <p:nvPicPr>
          <p:cNvPr id="1026" name="Picture 2" descr="How to select a good topic for research">
            <a:extLst>
              <a:ext uri="{FF2B5EF4-FFF2-40B4-BE49-F238E27FC236}">
                <a16:creationId xmlns:a16="http://schemas.microsoft.com/office/drawing/2014/main" id="{33354D94-5528-DBD2-1D17-B2757F3452A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069975" y="2845842"/>
            <a:ext cx="4754563" cy="267444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w to select a research topic | Research topic | TUF">
            <a:extLst>
              <a:ext uri="{FF2B5EF4-FFF2-40B4-BE49-F238E27FC236}">
                <a16:creationId xmlns:a16="http://schemas.microsoft.com/office/drawing/2014/main" id="{D0E600F0-2800-F868-2316-D3FD6FFB40F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364288" y="2803614"/>
            <a:ext cx="4754562" cy="2758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3894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docProps/app.xml><?xml version="1.0" encoding="utf-8"?>
<Properties xmlns="http://schemas.openxmlformats.org/officeDocument/2006/extended-properties" xmlns:vt="http://schemas.openxmlformats.org/officeDocument/2006/docPropsVTypes">
  <TotalTime>4185</TotalTime>
  <Words>628</Words>
  <Application>Microsoft Office PowerPoint</Application>
  <PresentationFormat>Widescreen</PresentationFormat>
  <Paragraphs>76</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Georgia</vt:lpstr>
      <vt:lpstr>Rockwell Extra Bold</vt:lpstr>
      <vt:lpstr>Trebuchet MS</vt:lpstr>
      <vt:lpstr>Wingdings</vt:lpstr>
      <vt:lpstr>Wood Type</vt:lpstr>
      <vt:lpstr>Project 4</vt:lpstr>
      <vt:lpstr>Introduction to Project 4</vt:lpstr>
      <vt:lpstr>Introduction to Project 4 (Cont.)</vt:lpstr>
      <vt:lpstr>Student Engagement with the content</vt:lpstr>
      <vt:lpstr>So What does this mean</vt:lpstr>
      <vt:lpstr>Weekly contact time</vt:lpstr>
      <vt:lpstr>Supervisors</vt:lpstr>
      <vt:lpstr>PowerPoint Presentation</vt:lpstr>
      <vt:lpstr>Learning  Resources</vt:lpstr>
      <vt:lpstr>Why do we write it up</vt:lpstr>
      <vt:lpstr>A  Scientific Attitude</vt:lpstr>
      <vt:lpstr>PowerPoint Presentation</vt:lpstr>
      <vt:lpstr>PowerPoint Presentation</vt:lpstr>
      <vt:lpstr>All Research</vt:lpstr>
      <vt:lpstr>Week 1 Homework</vt:lpstr>
      <vt:lpstr>Next week: Selecting a Topic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dc:title>
  <dc:creator>Denise Lakay</dc:creator>
  <cp:lastModifiedBy>Denise Lakay</cp:lastModifiedBy>
  <cp:revision>6</cp:revision>
  <dcterms:created xsi:type="dcterms:W3CDTF">2022-03-02T15:33:20Z</dcterms:created>
  <dcterms:modified xsi:type="dcterms:W3CDTF">2026-02-04T15:10:41Z</dcterms:modified>
</cp:coreProperties>
</file>